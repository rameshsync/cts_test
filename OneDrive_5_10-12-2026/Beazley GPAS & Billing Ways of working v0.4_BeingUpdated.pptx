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24.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4.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5.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6.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6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80" r:id="rId6"/>
    <p:sldMasterId id="2147484005" r:id="rId7"/>
    <p:sldMasterId id="2147484030" r:id="rId8"/>
    <p:sldMasterId id="2147484068" r:id="rId9"/>
    <p:sldMasterId id="2147484098" r:id="rId10"/>
  </p:sldMasterIdLst>
  <p:notesMasterIdLst>
    <p:notesMasterId r:id="rId39"/>
  </p:notesMasterIdLst>
  <p:handoutMasterIdLst>
    <p:handoutMasterId r:id="rId40"/>
  </p:handoutMasterIdLst>
  <p:sldIdLst>
    <p:sldId id="2147474097" r:id="rId11"/>
    <p:sldId id="2141412330" r:id="rId12"/>
    <p:sldId id="2147474158" r:id="rId13"/>
    <p:sldId id="2147474119" r:id="rId14"/>
    <p:sldId id="2076137775" r:id="rId15"/>
    <p:sldId id="2147474165" r:id="rId16"/>
    <p:sldId id="2147474169" r:id="rId17"/>
    <p:sldId id="2147474111" r:id="rId18"/>
    <p:sldId id="2147474161" r:id="rId19"/>
    <p:sldId id="2147474160" r:id="rId20"/>
    <p:sldId id="2147474159" r:id="rId21"/>
    <p:sldId id="2147474173" r:id="rId22"/>
    <p:sldId id="263" r:id="rId23"/>
    <p:sldId id="264" r:id="rId24"/>
    <p:sldId id="2147474112" r:id="rId25"/>
    <p:sldId id="2147474170" r:id="rId26"/>
    <p:sldId id="2147474174" r:id="rId27"/>
    <p:sldId id="2147474153" r:id="rId28"/>
    <p:sldId id="2147474152" r:id="rId29"/>
    <p:sldId id="2147474155" r:id="rId30"/>
    <p:sldId id="2147474154" r:id="rId31"/>
    <p:sldId id="2147474163" r:id="rId32"/>
    <p:sldId id="2147474107" r:id="rId33"/>
    <p:sldId id="2147474164" r:id="rId34"/>
    <p:sldId id="2147474117" r:id="rId35"/>
    <p:sldId id="2147474168" r:id="rId36"/>
    <p:sldId id="2147474171" r:id="rId37"/>
    <p:sldId id="2145706627" r:id="rId38"/>
  </p:sldIdLst>
  <p:sldSz cx="12192000" cy="6858000"/>
  <p:notesSz cx="6858000" cy="9144000"/>
  <p:embeddedFontLst>
    <p:embeddedFont>
      <p:font typeface="Avenir Next LT Pro" panose="020B0504020202020204" pitchFamily="34" charset="0"/>
      <p:regular r:id="rId41"/>
      <p:bold r:id="rId42"/>
      <p:italic r:id="rId43"/>
      <p:boldItalic r:id="rId44"/>
    </p:embeddedFont>
    <p:embeddedFont>
      <p:font typeface="Calibri" panose="020F0502020204030204" pitchFamily="34" charset="0"/>
      <p:regular r:id="rId45"/>
      <p:bold r:id="rId46"/>
      <p:italic r:id="rId47"/>
      <p:boldItalic r:id="rId48"/>
    </p:embeddedFont>
    <p:embeddedFont>
      <p:font typeface="Calibri Light" panose="020F0302020204030204" pitchFamily="34" charset="0"/>
      <p:regular r:id="rId49"/>
      <p:italic r:id="rId50"/>
    </p:embeddedFont>
    <p:embeddedFont>
      <p:font typeface="Franklin Gothic Medium" panose="020B0603020102020204" pitchFamily="34" charset="0"/>
      <p:regular r:id="rId51"/>
      <p:italic r:id="rId52"/>
    </p:embeddedFont>
    <p:embeddedFont>
      <p:font typeface="Trebuchet MS" panose="020B0603020202020204" pitchFamily="34" charset="0"/>
      <p:regular r:id="rId53"/>
      <p:bold r:id="rId54"/>
      <p:italic r:id="rId55"/>
      <p:boldItalic r:id="rId56"/>
    </p:embeddedFont>
    <p:embeddedFont>
      <p:font typeface="Ubuntu" panose="020B0504030602030204" pitchFamily="34" charset="0"/>
      <p:regular r:id="rId57"/>
      <p:bold r:id="rId58"/>
      <p:italic r:id="rId59"/>
      <p:boldItalic r:id="rId60"/>
    </p:embeddedFont>
    <p:embeddedFont>
      <p:font typeface="Ubuntu Light" panose="020B0304030602030204" pitchFamily="34" charset="0"/>
      <p:regular r:id="rId61"/>
      <p:italic r:id="rId62"/>
    </p:embeddedFont>
    <p:embeddedFont>
      <p:font typeface="Ubuntu Medium" panose="020B0604030602030204" pitchFamily="34" charset="0"/>
      <p:regular r:id="rId63"/>
      <p:italic r:id="rId64"/>
    </p:embeddedFont>
    <p:embeddedFont>
      <p:font typeface="Verdana" panose="020B0604030504040204" pitchFamily="34" charset="0"/>
      <p:regular r:id="rId65"/>
      <p:bold r:id="rId66"/>
      <p:italic r:id="rId67"/>
      <p:boldItalic r:id="rId68"/>
    </p:embeddedFont>
  </p:embeddedFontLst>
  <p:custDataLst>
    <p:tags r:id="rId6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3840">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B65A2A-290D-13ED-C23D-1E6DF641D341}" name="Gudla, Natraj" initials="GN" userId="S::natraj.gudla@capgemini.com::1b097815-ad51-435d-a557-eb69be7a0b69" providerId="AD"/>
  <p188:author id="{686D5F3C-C17A-8599-C85E-CCBE00A674BC}" name="Ponnaiah, Ananda Arasu" initials="PAA" userId="S::ananda-arasu.ponnaiah@capgemini.com::90f8c9bf-3f57-4c26-80a6-4353495debd7" providerId="AD"/>
  <p188:author id="{28CE5056-2E24-3D89-59C6-D08AE81D890D}" name="Houston, Barry" initials="HB" userId="S::barry.houston@capgemini.com::a18d2323-4aba-476e-bf84-02c17c485c9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CFFF"/>
    <a:srgbClr val="FF66CC"/>
    <a:srgbClr val="F8FFFB"/>
    <a:srgbClr val="FEFEFC"/>
    <a:srgbClr val="FEFEFE"/>
    <a:srgbClr val="DE189C"/>
    <a:srgbClr val="FF99FF"/>
    <a:srgbClr val="FF66FF"/>
    <a:srgbClr val="272936"/>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465F1D-5318-4331-BB8F-3ECA907939B9}" v="45" dt="2024-03-25T05:55:56.873"/>
    <p1510:client id="{7F50BFE2-0183-4D87-8A73-C63695869031}" v="54" dt="2024-03-25T06:49:01.593"/>
    <p1510:client id="{877EFAA5-73A5-4627-B2FB-FAB7E14C99C3}" v="9" dt="2024-03-25T13:03:53.021"/>
    <p1510:client id="{C372F8F3-E8B2-4A47-A4D2-AC3561F06F78}" v="35" dt="2024-03-25T14:48:29.4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293" y="43"/>
      </p:cViewPr>
      <p:guideLst>
        <p:guide pos="3840"/>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font" Target="fonts/font2.fntdata"/><Relationship Id="rId47" Type="http://schemas.openxmlformats.org/officeDocument/2006/relationships/font" Target="fonts/font7.fntdata"/><Relationship Id="rId63" Type="http://schemas.openxmlformats.org/officeDocument/2006/relationships/font" Target="fonts/font23.fntdata"/><Relationship Id="rId68" Type="http://schemas.openxmlformats.org/officeDocument/2006/relationships/font" Target="fonts/font28.fntdata"/><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font" Target="fonts/font18.fntdata"/><Relationship Id="rId66" Type="http://schemas.openxmlformats.org/officeDocument/2006/relationships/font" Target="fonts/font26.fntdata"/><Relationship Id="rId74"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font" Target="fonts/font21.fntdata"/><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64" Type="http://schemas.openxmlformats.org/officeDocument/2006/relationships/font" Target="fonts/font24.fntdata"/><Relationship Id="rId69" Type="http://schemas.openxmlformats.org/officeDocument/2006/relationships/tags" Target="tags/tag1.xml"/><Relationship Id="rId8" Type="http://schemas.openxmlformats.org/officeDocument/2006/relationships/slideMaster" Target="slideMasters/slideMaster5.xml"/><Relationship Id="rId51" Type="http://schemas.openxmlformats.org/officeDocument/2006/relationships/font" Target="fonts/font11.fntdata"/><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font" Target="fonts/font6.fntdata"/><Relationship Id="rId59" Type="http://schemas.openxmlformats.org/officeDocument/2006/relationships/font" Target="fonts/font19.fntdata"/><Relationship Id="rId67" Type="http://schemas.openxmlformats.org/officeDocument/2006/relationships/font" Target="fonts/font27.fntdata"/><Relationship Id="rId20" Type="http://schemas.openxmlformats.org/officeDocument/2006/relationships/slide" Target="slides/slide10.xml"/><Relationship Id="rId41" Type="http://schemas.openxmlformats.org/officeDocument/2006/relationships/font" Target="fonts/font1.fntdata"/><Relationship Id="rId54" Type="http://schemas.openxmlformats.org/officeDocument/2006/relationships/font" Target="fonts/font14.fntdata"/><Relationship Id="rId62" Type="http://schemas.openxmlformats.org/officeDocument/2006/relationships/font" Target="fonts/font22.fntdata"/><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font" Target="fonts/font9.fntdata"/><Relationship Id="rId57" Type="http://schemas.openxmlformats.org/officeDocument/2006/relationships/font" Target="fonts/font17.fntdata"/><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font" Target="fonts/font20.fntdata"/><Relationship Id="rId65" Type="http://schemas.openxmlformats.org/officeDocument/2006/relationships/font" Target="fonts/font25.fntdata"/><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notesMaster" Target="notesMasters/notesMaster1.xml"/><Relationship Id="rId34" Type="http://schemas.openxmlformats.org/officeDocument/2006/relationships/slide" Target="slides/slide24.xml"/><Relationship Id="rId50" Type="http://schemas.openxmlformats.org/officeDocument/2006/relationships/font" Target="fonts/font10.fntdata"/><Relationship Id="rId55" Type="http://schemas.openxmlformats.org/officeDocument/2006/relationships/font" Target="fonts/font15.fntdata"/><Relationship Id="rId76" Type="http://schemas.microsoft.com/office/2018/10/relationships/authors" Target="authors.xml"/><Relationship Id="rId7" Type="http://schemas.openxmlformats.org/officeDocument/2006/relationships/slideMaster" Target="slideMasters/slideMaster4.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duru, Raghava" userId="S::raghava.kanduru@capgemini.com::cf8c09de-c40c-47a2-971b-c612c06e0906" providerId="AD" clId="Web-{1EC1196D-8C22-4113-B21A-234AF88258FC}"/>
    <pc:docChg chg="modSld">
      <pc:chgData name="Kanduru, Raghava" userId="S::raghava.kanduru@capgemini.com::cf8c09de-c40c-47a2-971b-c612c06e0906" providerId="AD" clId="Web-{1EC1196D-8C22-4113-B21A-234AF88258FC}" dt="2024-03-13T04:04:57.066" v="2"/>
      <pc:docMkLst>
        <pc:docMk/>
      </pc:docMkLst>
      <pc:sldChg chg="modSp">
        <pc:chgData name="Kanduru, Raghava" userId="S::raghava.kanduru@capgemini.com::cf8c09de-c40c-47a2-971b-c612c06e0906" providerId="AD" clId="Web-{1EC1196D-8C22-4113-B21A-234AF88258FC}" dt="2024-03-13T04:04:09.533" v="1" actId="20577"/>
        <pc:sldMkLst>
          <pc:docMk/>
          <pc:sldMk cId="1923745520" sldId="2147474097"/>
        </pc:sldMkLst>
        <pc:spChg chg="mod">
          <ac:chgData name="Kanduru, Raghava" userId="S::raghava.kanduru@capgemini.com::cf8c09de-c40c-47a2-971b-c612c06e0906" providerId="AD" clId="Web-{1EC1196D-8C22-4113-B21A-234AF88258FC}" dt="2024-03-13T04:04:09.533" v="1" actId="20577"/>
          <ac:spMkLst>
            <pc:docMk/>
            <pc:sldMk cId="1923745520" sldId="2147474097"/>
            <ac:spMk id="3" creationId="{776E779B-9047-50C9-5827-CAAC8867C88D}"/>
          </ac:spMkLst>
        </pc:spChg>
      </pc:sldChg>
      <pc:sldChg chg="delSp">
        <pc:chgData name="Kanduru, Raghava" userId="S::raghava.kanduru@capgemini.com::cf8c09de-c40c-47a2-971b-c612c06e0906" providerId="AD" clId="Web-{1EC1196D-8C22-4113-B21A-234AF88258FC}" dt="2024-03-13T04:04:57.066" v="2"/>
        <pc:sldMkLst>
          <pc:docMk/>
          <pc:sldMk cId="2251188276" sldId="2147474154"/>
        </pc:sldMkLst>
        <pc:spChg chg="del">
          <ac:chgData name="Kanduru, Raghava" userId="S::raghava.kanduru@capgemini.com::cf8c09de-c40c-47a2-971b-c612c06e0906" providerId="AD" clId="Web-{1EC1196D-8C22-4113-B21A-234AF88258FC}" dt="2024-03-13T04:04:57.066" v="2"/>
          <ac:spMkLst>
            <pc:docMk/>
            <pc:sldMk cId="2251188276" sldId="2147474154"/>
            <ac:spMk id="5" creationId="{4CA39B15-9949-C8EF-AD56-299DB327751E}"/>
          </ac:spMkLst>
        </pc:spChg>
      </pc:sldChg>
    </pc:docChg>
  </pc:docChgLst>
  <pc:docChgLst>
    <pc:chgData name="Kanduru, Raghava" userId="S::raghava.kanduru@capgemini.com::cf8c09de-c40c-47a2-971b-c612c06e0906" providerId="AD" clId="Web-{BDDE2434-BBF7-4768-AF8D-3CF9C48D0E1B}"/>
    <pc:docChg chg="addSld delSld modSld">
      <pc:chgData name="Kanduru, Raghava" userId="S::raghava.kanduru@capgemini.com::cf8c09de-c40c-47a2-971b-c612c06e0906" providerId="AD" clId="Web-{BDDE2434-BBF7-4768-AF8D-3CF9C48D0E1B}" dt="2024-03-12T05:07:23.750" v="4" actId="20577"/>
      <pc:docMkLst>
        <pc:docMk/>
      </pc:docMkLst>
      <pc:sldChg chg="modSp add">
        <pc:chgData name="Kanduru, Raghava" userId="S::raghava.kanduru@capgemini.com::cf8c09de-c40c-47a2-971b-c612c06e0906" providerId="AD" clId="Web-{BDDE2434-BBF7-4768-AF8D-3CF9C48D0E1B}" dt="2024-03-12T05:07:23.750" v="4" actId="20577"/>
        <pc:sldMkLst>
          <pc:docMk/>
          <pc:sldMk cId="477504348" sldId="2147473755"/>
        </pc:sldMkLst>
        <pc:spChg chg="mod">
          <ac:chgData name="Kanduru, Raghava" userId="S::raghava.kanduru@capgemini.com::cf8c09de-c40c-47a2-971b-c612c06e0906" providerId="AD" clId="Web-{BDDE2434-BBF7-4768-AF8D-3CF9C48D0E1B}" dt="2024-03-12T05:07:23.750" v="4" actId="20577"/>
          <ac:spMkLst>
            <pc:docMk/>
            <pc:sldMk cId="477504348" sldId="2147473755"/>
            <ac:spMk id="50" creationId="{D31C03AB-5717-C9FC-3DCC-1A11E329B31D}"/>
          </ac:spMkLst>
        </pc:spChg>
      </pc:sldChg>
      <pc:sldChg chg="del">
        <pc:chgData name="Kanduru, Raghava" userId="S::raghava.kanduru@capgemini.com::cf8c09de-c40c-47a2-971b-c612c06e0906" providerId="AD" clId="Web-{BDDE2434-BBF7-4768-AF8D-3CF9C48D0E1B}" dt="2024-03-12T05:05:51.091" v="1"/>
        <pc:sldMkLst>
          <pc:docMk/>
          <pc:sldMk cId="4008793996" sldId="2147474159"/>
        </pc:sldMkLst>
      </pc:sldChg>
    </pc:docChg>
  </pc:docChgLst>
  <pc:docChgLst>
    <pc:chgData name="Kanduru, Raghava" userId="S::raghava.kanduru@capgemini.com::cf8c09de-c40c-47a2-971b-c612c06e0906" providerId="AD" clId="Web-{4DC1C0E1-0D5C-4F00-A7FD-577929282E27}"/>
    <pc:docChg chg="modSld sldOrd">
      <pc:chgData name="Kanduru, Raghava" userId="S::raghava.kanduru@capgemini.com::cf8c09de-c40c-47a2-971b-c612c06e0906" providerId="AD" clId="Web-{4DC1C0E1-0D5C-4F00-A7FD-577929282E27}" dt="2024-03-12T10:11:01.645" v="1"/>
      <pc:docMkLst>
        <pc:docMk/>
      </pc:docMkLst>
      <pc:sldChg chg="mod ord modShow">
        <pc:chgData name="Kanduru, Raghava" userId="S::raghava.kanduru@capgemini.com::cf8c09de-c40c-47a2-971b-c612c06e0906" providerId="AD" clId="Web-{4DC1C0E1-0D5C-4F00-A7FD-577929282E27}" dt="2024-03-12T10:11:01.645" v="1"/>
        <pc:sldMkLst>
          <pc:docMk/>
          <pc:sldMk cId="2626391186" sldId="2147474118"/>
        </pc:sldMkLst>
      </pc:sldChg>
    </pc:docChg>
  </pc:docChgLst>
  <pc:docChgLst>
    <pc:chgData name="Kanduru, Raghava" userId="S::raghava.kanduru@capgemini.com::cf8c09de-c40c-47a2-971b-c612c06e0906" providerId="AD" clId="Web-{3C073925-1E22-421F-A6C2-FA14CAE27E7A}"/>
    <pc:docChg chg="modSld">
      <pc:chgData name="Kanduru, Raghava" userId="S::raghava.kanduru@capgemini.com::cf8c09de-c40c-47a2-971b-c612c06e0906" providerId="AD" clId="Web-{3C073925-1E22-421F-A6C2-FA14CAE27E7A}" dt="2024-03-12T08:28:35.635" v="420"/>
      <pc:docMkLst>
        <pc:docMk/>
      </pc:docMkLst>
      <pc:sldChg chg="modSp">
        <pc:chgData name="Kanduru, Raghava" userId="S::raghava.kanduru@capgemini.com::cf8c09de-c40c-47a2-971b-c612c06e0906" providerId="AD" clId="Web-{3C073925-1E22-421F-A6C2-FA14CAE27E7A}" dt="2024-03-12T08:28:26.291" v="416"/>
        <pc:sldMkLst>
          <pc:docMk/>
          <pc:sldMk cId="1411463970" sldId="2147474152"/>
        </pc:sldMkLst>
        <pc:graphicFrameChg chg="mod modGraphic">
          <ac:chgData name="Kanduru, Raghava" userId="S::raghava.kanduru@capgemini.com::cf8c09de-c40c-47a2-971b-c612c06e0906" providerId="AD" clId="Web-{3C073925-1E22-421F-A6C2-FA14CAE27E7A}" dt="2024-03-12T08:28:26.291" v="416"/>
          <ac:graphicFrameMkLst>
            <pc:docMk/>
            <pc:sldMk cId="1411463970" sldId="2147474152"/>
            <ac:graphicFrameMk id="8" creationId="{0449F75F-2706-876C-71DE-D728F38E233D}"/>
          </ac:graphicFrameMkLst>
        </pc:graphicFrameChg>
      </pc:sldChg>
      <pc:sldChg chg="modSp">
        <pc:chgData name="Kanduru, Raghava" userId="S::raghava.kanduru@capgemini.com::cf8c09de-c40c-47a2-971b-c612c06e0906" providerId="AD" clId="Web-{3C073925-1E22-421F-A6C2-FA14CAE27E7A}" dt="2024-03-12T08:28:35.635" v="420"/>
        <pc:sldMkLst>
          <pc:docMk/>
          <pc:sldMk cId="2001861423" sldId="2147474153"/>
        </pc:sldMkLst>
        <pc:graphicFrameChg chg="mod modGraphic">
          <ac:chgData name="Kanduru, Raghava" userId="S::raghava.kanduru@capgemini.com::cf8c09de-c40c-47a2-971b-c612c06e0906" providerId="AD" clId="Web-{3C073925-1E22-421F-A6C2-FA14CAE27E7A}" dt="2024-03-12T08:28:35.635" v="420"/>
          <ac:graphicFrameMkLst>
            <pc:docMk/>
            <pc:sldMk cId="2001861423" sldId="2147474153"/>
            <ac:graphicFrameMk id="8" creationId="{0449F75F-2706-876C-71DE-D728F38E233D}"/>
          </ac:graphicFrameMkLst>
        </pc:graphicFrameChg>
      </pc:sldChg>
      <pc:sldChg chg="modSp">
        <pc:chgData name="Kanduru, Raghava" userId="S::raghava.kanduru@capgemini.com::cf8c09de-c40c-47a2-971b-c612c06e0906" providerId="AD" clId="Web-{3C073925-1E22-421F-A6C2-FA14CAE27E7A}" dt="2024-03-12T08:25:02.232" v="360"/>
        <pc:sldMkLst>
          <pc:docMk/>
          <pc:sldMk cId="3447131155" sldId="2147474155"/>
        </pc:sldMkLst>
        <pc:graphicFrameChg chg="mod modGraphic">
          <ac:chgData name="Kanduru, Raghava" userId="S::raghava.kanduru@capgemini.com::cf8c09de-c40c-47a2-971b-c612c06e0906" providerId="AD" clId="Web-{3C073925-1E22-421F-A6C2-FA14CAE27E7A}" dt="2024-03-12T08:25:02.232" v="360"/>
          <ac:graphicFrameMkLst>
            <pc:docMk/>
            <pc:sldMk cId="3447131155" sldId="2147474155"/>
            <ac:graphicFrameMk id="2" creationId="{D0BCB5DE-6896-5F5C-6600-0AA0464C3ADF}"/>
          </ac:graphicFrameMkLst>
        </pc:graphicFrameChg>
      </pc:sldChg>
      <pc:sldChg chg="modSp">
        <pc:chgData name="Kanduru, Raghava" userId="S::raghava.kanduru@capgemini.com::cf8c09de-c40c-47a2-971b-c612c06e0906" providerId="AD" clId="Web-{3C073925-1E22-421F-A6C2-FA14CAE27E7A}" dt="2024-03-12T08:21:45.516" v="197"/>
        <pc:sldMkLst>
          <pc:docMk/>
          <pc:sldMk cId="1414742847" sldId="2147474160"/>
        </pc:sldMkLst>
        <pc:graphicFrameChg chg="mod modGraphic">
          <ac:chgData name="Kanduru, Raghava" userId="S::raghava.kanduru@capgemini.com::cf8c09de-c40c-47a2-971b-c612c06e0906" providerId="AD" clId="Web-{3C073925-1E22-421F-A6C2-FA14CAE27E7A}" dt="2024-03-12T08:21:45.516" v="197"/>
          <ac:graphicFrameMkLst>
            <pc:docMk/>
            <pc:sldMk cId="1414742847" sldId="2147474160"/>
            <ac:graphicFrameMk id="7" creationId="{1470A3E6-EED3-B469-6894-7ADF80D74BC2}"/>
          </ac:graphicFrameMkLst>
        </pc:graphicFrameChg>
      </pc:sldChg>
      <pc:sldChg chg="modSp">
        <pc:chgData name="Kanduru, Raghava" userId="S::raghava.kanduru@capgemini.com::cf8c09de-c40c-47a2-971b-c612c06e0906" providerId="AD" clId="Web-{3C073925-1E22-421F-A6C2-FA14CAE27E7A}" dt="2024-03-12T08:21:55.938" v="215"/>
        <pc:sldMkLst>
          <pc:docMk/>
          <pc:sldMk cId="885501633" sldId="2147474161"/>
        </pc:sldMkLst>
        <pc:graphicFrameChg chg="mod modGraphic">
          <ac:chgData name="Kanduru, Raghava" userId="S::raghava.kanduru@capgemini.com::cf8c09de-c40c-47a2-971b-c612c06e0906" providerId="AD" clId="Web-{3C073925-1E22-421F-A6C2-FA14CAE27E7A}" dt="2024-03-12T08:21:55.938" v="215"/>
          <ac:graphicFrameMkLst>
            <pc:docMk/>
            <pc:sldMk cId="885501633" sldId="2147474161"/>
            <ac:graphicFrameMk id="7" creationId="{F09AD3DE-54A7-DD92-2123-3432F75CB9A8}"/>
          </ac:graphicFrameMkLst>
        </pc:graphicFrameChg>
      </pc:sldChg>
    </pc:docChg>
  </pc:docChgLst>
  <pc:docChgLst>
    <pc:chgData name="Kanduru, Raghava" userId="S::raghava.kanduru@capgemini.com::cf8c09de-c40c-47a2-971b-c612c06e0906" providerId="AD" clId="Web-{84D89B99-BBD0-431D-A403-90C78B55FA24}"/>
    <pc:docChg chg="modSld">
      <pc:chgData name="Kanduru, Raghava" userId="S::raghava.kanduru@capgemini.com::cf8c09de-c40c-47a2-971b-c612c06e0906" providerId="AD" clId="Web-{84D89B99-BBD0-431D-A403-90C78B55FA24}" dt="2024-03-12T13:58:45.567" v="204" actId="14100"/>
      <pc:docMkLst>
        <pc:docMk/>
      </pc:docMkLst>
      <pc:sldChg chg="addSp delSp modSp">
        <pc:chgData name="Kanduru, Raghava" userId="S::raghava.kanduru@capgemini.com::cf8c09de-c40c-47a2-971b-c612c06e0906" providerId="AD" clId="Web-{84D89B99-BBD0-431D-A403-90C78B55FA24}" dt="2024-03-12T13:58:45.567" v="204" actId="14100"/>
        <pc:sldMkLst>
          <pc:docMk/>
          <pc:sldMk cId="3711325015" sldId="2147474159"/>
        </pc:sldMkLst>
        <pc:spChg chg="add del mod">
          <ac:chgData name="Kanduru, Raghava" userId="S::raghava.kanduru@capgemini.com::cf8c09de-c40c-47a2-971b-c612c06e0906" providerId="AD" clId="Web-{84D89B99-BBD0-431D-A403-90C78B55FA24}" dt="2024-03-12T13:49:24.806" v="147" actId="1076"/>
          <ac:spMkLst>
            <pc:docMk/>
            <pc:sldMk cId="3711325015" sldId="2147474159"/>
            <ac:spMk id="3" creationId="{FEFD9BC5-C28B-C1C8-3052-EEA547CE97F1}"/>
          </ac:spMkLst>
        </pc:spChg>
        <pc:spChg chg="add del mod">
          <ac:chgData name="Kanduru, Raghava" userId="S::raghava.kanduru@capgemini.com::cf8c09de-c40c-47a2-971b-c612c06e0906" providerId="AD" clId="Web-{84D89B99-BBD0-431D-A403-90C78B55FA24}" dt="2024-03-12T13:49:31.041" v="163" actId="1076"/>
          <ac:spMkLst>
            <pc:docMk/>
            <pc:sldMk cId="3711325015" sldId="2147474159"/>
            <ac:spMk id="6" creationId="{4075ED8A-5485-62F1-BBA6-2C62EAA06B1C}"/>
          </ac:spMkLst>
        </pc:spChg>
        <pc:spChg chg="add del mod">
          <ac:chgData name="Kanduru, Raghava" userId="S::raghava.kanduru@capgemini.com::cf8c09de-c40c-47a2-971b-c612c06e0906" providerId="AD" clId="Web-{84D89B99-BBD0-431D-A403-90C78B55FA24}" dt="2024-03-12T13:49:22.665" v="121" actId="1076"/>
          <ac:spMkLst>
            <pc:docMk/>
            <pc:sldMk cId="3711325015" sldId="2147474159"/>
            <ac:spMk id="7" creationId="{CF482E92-8843-4B1E-9460-85D780F726E7}"/>
          </ac:spMkLst>
        </pc:spChg>
        <pc:spChg chg="add del mod">
          <ac:chgData name="Kanduru, Raghava" userId="S::raghava.kanduru@capgemini.com::cf8c09de-c40c-47a2-971b-c612c06e0906" providerId="AD" clId="Web-{84D89B99-BBD0-431D-A403-90C78B55FA24}" dt="2024-03-12T13:49:22.743" v="122" actId="1076"/>
          <ac:spMkLst>
            <pc:docMk/>
            <pc:sldMk cId="3711325015" sldId="2147474159"/>
            <ac:spMk id="8" creationId="{D2143455-0E20-4682-A2DF-1F58AC4B1135}"/>
          </ac:spMkLst>
        </pc:spChg>
        <pc:spChg chg="add del mod">
          <ac:chgData name="Kanduru, Raghava" userId="S::raghava.kanduru@capgemini.com::cf8c09de-c40c-47a2-971b-c612c06e0906" providerId="AD" clId="Web-{84D89B99-BBD0-431D-A403-90C78B55FA24}" dt="2024-03-12T13:49:29.728" v="148" actId="1076"/>
          <ac:spMkLst>
            <pc:docMk/>
            <pc:sldMk cId="3711325015" sldId="2147474159"/>
            <ac:spMk id="9" creationId="{C1937554-0865-4E7F-8D99-F7B08ABAFA6F}"/>
          </ac:spMkLst>
        </pc:spChg>
        <pc:spChg chg="add del mod">
          <ac:chgData name="Kanduru, Raghava" userId="S::raghava.kanduru@capgemini.com::cf8c09de-c40c-47a2-971b-c612c06e0906" providerId="AD" clId="Web-{84D89B99-BBD0-431D-A403-90C78B55FA24}" dt="2024-03-12T13:49:29.822" v="149" actId="1076"/>
          <ac:spMkLst>
            <pc:docMk/>
            <pc:sldMk cId="3711325015" sldId="2147474159"/>
            <ac:spMk id="10" creationId="{FEE61689-EBDC-4DD7-8E85-3EDAE8A91A48}"/>
          </ac:spMkLst>
        </pc:spChg>
        <pc:spChg chg="add del mod">
          <ac:chgData name="Kanduru, Raghava" userId="S::raghava.kanduru@capgemini.com::cf8c09de-c40c-47a2-971b-c612c06e0906" providerId="AD" clId="Web-{84D89B99-BBD0-431D-A403-90C78B55FA24}" dt="2024-03-12T13:49:31.103" v="164" actId="1076"/>
          <ac:spMkLst>
            <pc:docMk/>
            <pc:sldMk cId="3711325015" sldId="2147474159"/>
            <ac:spMk id="11" creationId="{873DABBF-ACC5-70E9-5C0E-7E29BF76981A}"/>
          </ac:spMkLst>
        </pc:spChg>
        <pc:spChg chg="add del mod">
          <ac:chgData name="Kanduru, Raghava" userId="S::raghava.kanduru@capgemini.com::cf8c09de-c40c-47a2-971b-c612c06e0906" providerId="AD" clId="Web-{84D89B99-BBD0-431D-A403-90C78B55FA24}" dt="2024-03-12T13:49:22.837" v="123" actId="1076"/>
          <ac:spMkLst>
            <pc:docMk/>
            <pc:sldMk cId="3711325015" sldId="2147474159"/>
            <ac:spMk id="13" creationId="{95FBCEB3-4ABC-4E9E-BA08-C48578BAB9FD}"/>
          </ac:spMkLst>
        </pc:spChg>
        <pc:spChg chg="add mod">
          <ac:chgData name="Kanduru, Raghava" userId="S::raghava.kanduru@capgemini.com::cf8c09de-c40c-47a2-971b-c612c06e0906" providerId="AD" clId="Web-{84D89B99-BBD0-431D-A403-90C78B55FA24}" dt="2024-03-12T13:51:00.967" v="180" actId="20577"/>
          <ac:spMkLst>
            <pc:docMk/>
            <pc:sldMk cId="3711325015" sldId="2147474159"/>
            <ac:spMk id="15" creationId="{F5F56D37-7D16-F5FB-A7BB-EC0BE051CBC4}"/>
          </ac:spMkLst>
        </pc:spChg>
        <pc:spChg chg="add mod">
          <ac:chgData name="Kanduru, Raghava" userId="S::raghava.kanduru@capgemini.com::cf8c09de-c40c-47a2-971b-c612c06e0906" providerId="AD" clId="Web-{84D89B99-BBD0-431D-A403-90C78B55FA24}" dt="2024-03-12T13:57:25.939" v="197" actId="14100"/>
          <ac:spMkLst>
            <pc:docMk/>
            <pc:sldMk cId="3711325015" sldId="2147474159"/>
            <ac:spMk id="16" creationId="{B6115C53-43F7-67FD-689E-29E4FE040E16}"/>
          </ac:spMkLst>
        </pc:spChg>
        <pc:spChg chg="add del mod">
          <ac:chgData name="Kanduru, Raghava" userId="S::raghava.kanduru@capgemini.com::cf8c09de-c40c-47a2-971b-c612c06e0906" providerId="AD" clId="Web-{84D89B99-BBD0-431D-A403-90C78B55FA24}" dt="2024-03-12T13:55:11.667" v="190" actId="20577"/>
          <ac:spMkLst>
            <pc:docMk/>
            <pc:sldMk cId="3711325015" sldId="2147474159"/>
            <ac:spMk id="17" creationId="{F7E444AF-7BFA-5FBE-BCCC-C8CF5A9F0EC0}"/>
          </ac:spMkLst>
        </pc:spChg>
        <pc:spChg chg="add del mod">
          <ac:chgData name="Kanduru, Raghava" userId="S::raghava.kanduru@capgemini.com::cf8c09de-c40c-47a2-971b-c612c06e0906" providerId="AD" clId="Web-{84D89B99-BBD0-431D-A403-90C78B55FA24}" dt="2024-03-12T13:49:23.072" v="126" actId="1076"/>
          <ac:spMkLst>
            <pc:docMk/>
            <pc:sldMk cId="3711325015" sldId="2147474159"/>
            <ac:spMk id="18" creationId="{571B77EA-D609-72E9-E7C1-18DC17A1913C}"/>
          </ac:spMkLst>
        </pc:spChg>
        <pc:spChg chg="add del mod">
          <ac:chgData name="Kanduru, Raghava" userId="S::raghava.kanduru@capgemini.com::cf8c09de-c40c-47a2-971b-c612c06e0906" providerId="AD" clId="Web-{84D89B99-BBD0-431D-A403-90C78B55FA24}" dt="2024-03-12T13:49:22.915" v="124" actId="1076"/>
          <ac:spMkLst>
            <pc:docMk/>
            <pc:sldMk cId="3711325015" sldId="2147474159"/>
            <ac:spMk id="19" creationId="{6B3A656C-CE13-452F-85D6-4B259CB637C3}"/>
          </ac:spMkLst>
        </pc:spChg>
        <pc:spChg chg="add del mod">
          <ac:chgData name="Kanduru, Raghava" userId="S::raghava.kanduru@capgemini.com::cf8c09de-c40c-47a2-971b-c612c06e0906" providerId="AD" clId="Web-{84D89B99-BBD0-431D-A403-90C78B55FA24}" dt="2024-03-12T13:57:14.126" v="195"/>
          <ac:spMkLst>
            <pc:docMk/>
            <pc:sldMk cId="3711325015" sldId="2147474159"/>
            <ac:spMk id="20" creationId="{C919CAF5-06CE-05BF-DC16-A4CBB03AD200}"/>
          </ac:spMkLst>
        </pc:spChg>
        <pc:spChg chg="add mod">
          <ac:chgData name="Kanduru, Raghava" userId="S::raghava.kanduru@capgemini.com::cf8c09de-c40c-47a2-971b-c612c06e0906" providerId="AD" clId="Web-{84D89B99-BBD0-431D-A403-90C78B55FA24}" dt="2024-03-12T13:58:00.300" v="201" actId="14100"/>
          <ac:spMkLst>
            <pc:docMk/>
            <pc:sldMk cId="3711325015" sldId="2147474159"/>
            <ac:spMk id="21" creationId="{FCD6F789-9030-3356-D557-FF5CD98FC225}"/>
          </ac:spMkLst>
        </pc:spChg>
        <pc:spChg chg="add mod">
          <ac:chgData name="Kanduru, Raghava" userId="S::raghava.kanduru@capgemini.com::cf8c09de-c40c-47a2-971b-c612c06e0906" providerId="AD" clId="Web-{84D89B99-BBD0-431D-A403-90C78B55FA24}" dt="2024-03-12T13:57:49.643" v="200" actId="20577"/>
          <ac:spMkLst>
            <pc:docMk/>
            <pc:sldMk cId="3711325015" sldId="2147474159"/>
            <ac:spMk id="22" creationId="{C5477E02-1B87-0425-2FFE-22E7E6642DDC}"/>
          </ac:spMkLst>
        </pc:spChg>
        <pc:spChg chg="add del mod">
          <ac:chgData name="Kanduru, Raghava" userId="S::raghava.kanduru@capgemini.com::cf8c09de-c40c-47a2-971b-c612c06e0906" providerId="AD" clId="Web-{84D89B99-BBD0-431D-A403-90C78B55FA24}" dt="2024-03-12T13:49:23.134" v="127" actId="1076"/>
          <ac:spMkLst>
            <pc:docMk/>
            <pc:sldMk cId="3711325015" sldId="2147474159"/>
            <ac:spMk id="24" creationId="{955E6E69-29C1-1718-D72A-5AE79009A804}"/>
          </ac:spMkLst>
        </pc:spChg>
        <pc:spChg chg="add del mod">
          <ac:chgData name="Kanduru, Raghava" userId="S::raghava.kanduru@capgemini.com::cf8c09de-c40c-47a2-971b-c612c06e0906" providerId="AD" clId="Web-{84D89B99-BBD0-431D-A403-90C78B55FA24}" dt="2024-03-12T13:58:13.878" v="202" actId="14100"/>
          <ac:spMkLst>
            <pc:docMk/>
            <pc:sldMk cId="3711325015" sldId="2147474159"/>
            <ac:spMk id="25" creationId="{D41F7F17-E643-06F5-2DCE-DAA285B8B81F}"/>
          </ac:spMkLst>
        </pc:spChg>
        <pc:spChg chg="add del mod">
          <ac:chgData name="Kanduru, Raghava" userId="S::raghava.kanduru@capgemini.com::cf8c09de-c40c-47a2-971b-c612c06e0906" providerId="AD" clId="Web-{84D89B99-BBD0-431D-A403-90C78B55FA24}" dt="2024-03-12T13:49:29.916" v="150" actId="1076"/>
          <ac:spMkLst>
            <pc:docMk/>
            <pc:sldMk cId="3711325015" sldId="2147474159"/>
            <ac:spMk id="27" creationId="{037FD3AD-AAD4-B517-A34E-059E0882B174}"/>
          </ac:spMkLst>
        </pc:spChg>
        <pc:spChg chg="add del mod">
          <ac:chgData name="Kanduru, Raghava" userId="S::raghava.kanduru@capgemini.com::cf8c09de-c40c-47a2-971b-c612c06e0906" providerId="AD" clId="Web-{84D89B99-BBD0-431D-A403-90C78B55FA24}" dt="2024-03-12T13:49:29.994" v="151" actId="1076"/>
          <ac:spMkLst>
            <pc:docMk/>
            <pc:sldMk cId="3711325015" sldId="2147474159"/>
            <ac:spMk id="29" creationId="{82A4A6F6-0286-166E-F87A-239937A5288F}"/>
          </ac:spMkLst>
        </pc:spChg>
        <pc:spChg chg="add del mod">
          <ac:chgData name="Kanduru, Raghava" userId="S::raghava.kanduru@capgemini.com::cf8c09de-c40c-47a2-971b-c612c06e0906" providerId="AD" clId="Web-{84D89B99-BBD0-431D-A403-90C78B55FA24}" dt="2024-03-12T13:55:42.402" v="193" actId="14100"/>
          <ac:spMkLst>
            <pc:docMk/>
            <pc:sldMk cId="3711325015" sldId="2147474159"/>
            <ac:spMk id="30" creationId="{012C5B66-D9FD-0740-42A2-41AA4659C14F}"/>
          </ac:spMkLst>
        </pc:spChg>
        <pc:spChg chg="add del mod">
          <ac:chgData name="Kanduru, Raghava" userId="S::raghava.kanduru@capgemini.com::cf8c09de-c40c-47a2-971b-c612c06e0906" providerId="AD" clId="Web-{84D89B99-BBD0-431D-A403-90C78B55FA24}" dt="2024-03-12T13:49:23.368" v="130" actId="1076"/>
          <ac:spMkLst>
            <pc:docMk/>
            <pc:sldMk cId="3711325015" sldId="2147474159"/>
            <ac:spMk id="31" creationId="{AEF0F270-8715-80BD-8234-1A25BB77CD8A}"/>
          </ac:spMkLst>
        </pc:spChg>
        <pc:spChg chg="add del mod">
          <ac:chgData name="Kanduru, Raghava" userId="S::raghava.kanduru@capgemini.com::cf8c09de-c40c-47a2-971b-c612c06e0906" providerId="AD" clId="Web-{84D89B99-BBD0-431D-A403-90C78B55FA24}" dt="2024-03-12T13:49:23.447" v="131" actId="1076"/>
          <ac:spMkLst>
            <pc:docMk/>
            <pc:sldMk cId="3711325015" sldId="2147474159"/>
            <ac:spMk id="32" creationId="{366739DA-9C53-EEA1-000E-0492FA2AF72B}"/>
          </ac:spMkLst>
        </pc:spChg>
        <pc:spChg chg="add del mod">
          <ac:chgData name="Kanduru, Raghava" userId="S::raghava.kanduru@capgemini.com::cf8c09de-c40c-47a2-971b-c612c06e0906" providerId="AD" clId="Web-{84D89B99-BBD0-431D-A403-90C78B55FA24}" dt="2024-03-12T13:49:23.540" v="132" actId="1076"/>
          <ac:spMkLst>
            <pc:docMk/>
            <pc:sldMk cId="3711325015" sldId="2147474159"/>
            <ac:spMk id="33" creationId="{A3F475C5-907D-6532-8579-331CF8BAE291}"/>
          </ac:spMkLst>
        </pc:spChg>
        <pc:spChg chg="add del mod">
          <ac:chgData name="Kanduru, Raghava" userId="S::raghava.kanduru@capgemini.com::cf8c09de-c40c-47a2-971b-c612c06e0906" providerId="AD" clId="Web-{84D89B99-BBD0-431D-A403-90C78B55FA24}" dt="2024-03-12T13:49:30.072" v="152" actId="1076"/>
          <ac:spMkLst>
            <pc:docMk/>
            <pc:sldMk cId="3711325015" sldId="2147474159"/>
            <ac:spMk id="35" creationId="{38C0802D-0DD2-8962-D173-E0CEC0C1442F}"/>
          </ac:spMkLst>
        </pc:spChg>
        <pc:spChg chg="add del mod">
          <ac:chgData name="Kanduru, Raghava" userId="S::raghava.kanduru@capgemini.com::cf8c09de-c40c-47a2-971b-c612c06e0906" providerId="AD" clId="Web-{84D89B99-BBD0-431D-A403-90C78B55FA24}" dt="2024-03-12T13:49:30.166" v="153" actId="1076"/>
          <ac:spMkLst>
            <pc:docMk/>
            <pc:sldMk cId="3711325015" sldId="2147474159"/>
            <ac:spMk id="36" creationId="{BE767C46-A885-510E-32C0-2B3BC0F7AEF8}"/>
          </ac:spMkLst>
        </pc:spChg>
        <pc:spChg chg="add del mod">
          <ac:chgData name="Kanduru, Raghava" userId="S::raghava.kanduru@capgemini.com::cf8c09de-c40c-47a2-971b-c612c06e0906" providerId="AD" clId="Web-{84D89B99-BBD0-431D-A403-90C78B55FA24}" dt="2024-03-12T13:55:53.215" v="194" actId="14100"/>
          <ac:spMkLst>
            <pc:docMk/>
            <pc:sldMk cId="3711325015" sldId="2147474159"/>
            <ac:spMk id="37" creationId="{BF0DF6CC-3BE1-2648-3B74-57113A199020}"/>
          </ac:spMkLst>
        </pc:spChg>
        <pc:spChg chg="add del mod">
          <ac:chgData name="Kanduru, Raghava" userId="S::raghava.kanduru@capgemini.com::cf8c09de-c40c-47a2-971b-c612c06e0906" providerId="AD" clId="Web-{84D89B99-BBD0-431D-A403-90C78B55FA24}" dt="2024-03-12T13:55:16.260" v="191"/>
          <ac:spMkLst>
            <pc:docMk/>
            <pc:sldMk cId="3711325015" sldId="2147474159"/>
            <ac:spMk id="38" creationId="{F842315E-7E2E-F59B-6C2D-5C287A347C4B}"/>
          </ac:spMkLst>
        </pc:spChg>
        <pc:spChg chg="add del mod">
          <ac:chgData name="Kanduru, Raghava" userId="S::raghava.kanduru@capgemini.com::cf8c09de-c40c-47a2-971b-c612c06e0906" providerId="AD" clId="Web-{84D89B99-BBD0-431D-A403-90C78B55FA24}" dt="2024-03-12T13:49:23.853" v="135" actId="1076"/>
          <ac:spMkLst>
            <pc:docMk/>
            <pc:sldMk cId="3711325015" sldId="2147474159"/>
            <ac:spMk id="40" creationId="{352D14A1-BAC8-8576-C1DC-F9C4DD35CBBE}"/>
          </ac:spMkLst>
        </pc:spChg>
        <pc:spChg chg="add del mod">
          <ac:chgData name="Kanduru, Raghava" userId="S::raghava.kanduru@capgemini.com::cf8c09de-c40c-47a2-971b-c612c06e0906" providerId="AD" clId="Web-{84D89B99-BBD0-431D-A403-90C78B55FA24}" dt="2024-03-12T13:49:23.931" v="136" actId="1076"/>
          <ac:spMkLst>
            <pc:docMk/>
            <pc:sldMk cId="3711325015" sldId="2147474159"/>
            <ac:spMk id="42" creationId="{19ED339B-7A18-7B10-E72E-B41146A09498}"/>
          </ac:spMkLst>
        </pc:spChg>
        <pc:spChg chg="add del mod">
          <ac:chgData name="Kanduru, Raghava" userId="S::raghava.kanduru@capgemini.com::cf8c09de-c40c-47a2-971b-c612c06e0906" providerId="AD" clId="Web-{84D89B99-BBD0-431D-A403-90C78B55FA24}" dt="2024-03-12T13:49:24.025" v="137" actId="1076"/>
          <ac:spMkLst>
            <pc:docMk/>
            <pc:sldMk cId="3711325015" sldId="2147474159"/>
            <ac:spMk id="43" creationId="{E8A31937-0281-AB06-CD23-C92E28045440}"/>
          </ac:spMkLst>
        </pc:spChg>
        <pc:spChg chg="add del mod">
          <ac:chgData name="Kanduru, Raghava" userId="S::raghava.kanduru@capgemini.com::cf8c09de-c40c-47a2-971b-c612c06e0906" providerId="AD" clId="Web-{84D89B99-BBD0-431D-A403-90C78B55FA24}" dt="2024-03-12T13:49:30.275" v="154" actId="1076"/>
          <ac:spMkLst>
            <pc:docMk/>
            <pc:sldMk cId="3711325015" sldId="2147474159"/>
            <ac:spMk id="45" creationId="{F90EC28B-1E07-0F7A-F0F6-57BE81225AA2}"/>
          </ac:spMkLst>
        </pc:spChg>
        <pc:spChg chg="add del mod">
          <ac:chgData name="Kanduru, Raghava" userId="S::raghava.kanduru@capgemini.com::cf8c09de-c40c-47a2-971b-c612c06e0906" providerId="AD" clId="Web-{84D89B99-BBD0-431D-A403-90C78B55FA24}" dt="2024-03-12T13:58:45.567" v="204" actId="14100"/>
          <ac:spMkLst>
            <pc:docMk/>
            <pc:sldMk cId="3711325015" sldId="2147474159"/>
            <ac:spMk id="46" creationId="{29E3ED98-0A5D-ACDF-C52F-5C788B3262F4}"/>
          </ac:spMkLst>
        </pc:spChg>
        <pc:spChg chg="add del mod">
          <ac:chgData name="Kanduru, Raghava" userId="S::raghava.kanduru@capgemini.com::cf8c09de-c40c-47a2-971b-c612c06e0906" providerId="AD" clId="Web-{84D89B99-BBD0-431D-A403-90C78B55FA24}" dt="2024-03-12T13:49:30.478" v="156" actId="1076"/>
          <ac:spMkLst>
            <pc:docMk/>
            <pc:sldMk cId="3711325015" sldId="2147474159"/>
            <ac:spMk id="47" creationId="{C1FD1D2F-8602-F2F1-0EF8-F3A5E2C835B3}"/>
          </ac:spMkLst>
        </pc:spChg>
        <pc:spChg chg="add del mod">
          <ac:chgData name="Kanduru, Raghava" userId="S::raghava.kanduru@capgemini.com::cf8c09de-c40c-47a2-971b-c612c06e0906" providerId="AD" clId="Web-{84D89B99-BBD0-431D-A403-90C78B55FA24}" dt="2024-03-12T13:49:30.572" v="157" actId="1076"/>
          <ac:spMkLst>
            <pc:docMk/>
            <pc:sldMk cId="3711325015" sldId="2147474159"/>
            <ac:spMk id="48" creationId="{DBBD1BD3-AEB4-3796-CD10-3E64FE8AEC55}"/>
          </ac:spMkLst>
        </pc:spChg>
        <pc:spChg chg="add del mod">
          <ac:chgData name="Kanduru, Raghava" userId="S::raghava.kanduru@capgemini.com::cf8c09de-c40c-47a2-971b-c612c06e0906" providerId="AD" clId="Web-{84D89B99-BBD0-431D-A403-90C78B55FA24}" dt="2024-03-12T13:49:30.650" v="158" actId="1076"/>
          <ac:spMkLst>
            <pc:docMk/>
            <pc:sldMk cId="3711325015" sldId="2147474159"/>
            <ac:spMk id="49" creationId="{4D207688-39E6-D5AF-EA8F-22F7187A7A77}"/>
          </ac:spMkLst>
        </pc:spChg>
        <pc:spChg chg="add del mod">
          <ac:chgData name="Kanduru, Raghava" userId="S::raghava.kanduru@capgemini.com::cf8c09de-c40c-47a2-971b-c612c06e0906" providerId="AD" clId="Web-{84D89B99-BBD0-431D-A403-90C78B55FA24}" dt="2024-03-12T13:49:30.728" v="159" actId="1076"/>
          <ac:spMkLst>
            <pc:docMk/>
            <pc:sldMk cId="3711325015" sldId="2147474159"/>
            <ac:spMk id="50" creationId="{D31C03AB-5717-C9FC-3DCC-1A11E329B31D}"/>
          </ac:spMkLst>
        </pc:spChg>
        <pc:spChg chg="add del mod">
          <ac:chgData name="Kanduru, Raghava" userId="S::raghava.kanduru@capgemini.com::cf8c09de-c40c-47a2-971b-c612c06e0906" providerId="AD" clId="Web-{84D89B99-BBD0-431D-A403-90C78B55FA24}" dt="2024-03-12T13:49:24.119" v="138" actId="1076"/>
          <ac:spMkLst>
            <pc:docMk/>
            <pc:sldMk cId="3711325015" sldId="2147474159"/>
            <ac:spMk id="51" creationId="{DEEC0034-B3D3-273D-2EAA-CA6ABA791932}"/>
          </ac:spMkLst>
        </pc:spChg>
        <pc:spChg chg="add del mod">
          <ac:chgData name="Kanduru, Raghava" userId="S::raghava.kanduru@capgemini.com::cf8c09de-c40c-47a2-971b-c612c06e0906" providerId="AD" clId="Web-{84D89B99-BBD0-431D-A403-90C78B55FA24}" dt="2024-03-12T13:49:30.806" v="160" actId="1076"/>
          <ac:spMkLst>
            <pc:docMk/>
            <pc:sldMk cId="3711325015" sldId="2147474159"/>
            <ac:spMk id="54" creationId="{E71E1F2D-6EDC-DCFD-7472-49C20451C5CE}"/>
          </ac:spMkLst>
        </pc:spChg>
        <pc:spChg chg="add del mod">
          <ac:chgData name="Kanduru, Raghava" userId="S::raghava.kanduru@capgemini.com::cf8c09de-c40c-47a2-971b-c612c06e0906" providerId="AD" clId="Web-{84D89B99-BBD0-431D-A403-90C78B55FA24}" dt="2024-03-12T13:49:30.884" v="161" actId="1076"/>
          <ac:spMkLst>
            <pc:docMk/>
            <pc:sldMk cId="3711325015" sldId="2147474159"/>
            <ac:spMk id="55" creationId="{14133841-23B0-214F-D90C-3566F5697992}"/>
          </ac:spMkLst>
        </pc:spChg>
        <pc:spChg chg="add del mod">
          <ac:chgData name="Kanduru, Raghava" userId="S::raghava.kanduru@capgemini.com::cf8c09de-c40c-47a2-971b-c612c06e0906" providerId="AD" clId="Web-{84D89B99-BBD0-431D-A403-90C78B55FA24}" dt="2024-03-12T13:49:24.197" v="139" actId="1076"/>
          <ac:spMkLst>
            <pc:docMk/>
            <pc:sldMk cId="3711325015" sldId="2147474159"/>
            <ac:spMk id="56" creationId="{5A0D705D-0922-C500-DCCF-A70855A706D0}"/>
          </ac:spMkLst>
        </pc:spChg>
        <pc:spChg chg="add del mod">
          <ac:chgData name="Kanduru, Raghava" userId="S::raghava.kanduru@capgemini.com::cf8c09de-c40c-47a2-971b-c612c06e0906" providerId="AD" clId="Web-{84D89B99-BBD0-431D-A403-90C78B55FA24}" dt="2024-03-12T13:58:21.473" v="203" actId="14100"/>
          <ac:spMkLst>
            <pc:docMk/>
            <pc:sldMk cId="3711325015" sldId="2147474159"/>
            <ac:spMk id="57" creationId="{FA9B77D7-CB12-72E7-9C39-15642DAD2A8B}"/>
          </ac:spMkLst>
        </pc:spChg>
        <pc:spChg chg="add del mod">
          <ac:chgData name="Kanduru, Raghava" userId="S::raghava.kanduru@capgemini.com::cf8c09de-c40c-47a2-971b-c612c06e0906" providerId="AD" clId="Web-{84D89B99-BBD0-431D-A403-90C78B55FA24}" dt="2024-03-12T13:49:24.384" v="141" actId="1076"/>
          <ac:spMkLst>
            <pc:docMk/>
            <pc:sldMk cId="3711325015" sldId="2147474159"/>
            <ac:spMk id="58" creationId="{476F6A9E-1225-F31F-CC6D-DF0BCC19D373}"/>
          </ac:spMkLst>
        </pc:spChg>
        <pc:spChg chg="add del mod">
          <ac:chgData name="Kanduru, Raghava" userId="S::raghava.kanduru@capgemini.com::cf8c09de-c40c-47a2-971b-c612c06e0906" providerId="AD" clId="Web-{84D89B99-BBD0-431D-A403-90C78B55FA24}" dt="2024-03-12T13:49:24.462" v="142" actId="1076"/>
          <ac:spMkLst>
            <pc:docMk/>
            <pc:sldMk cId="3711325015" sldId="2147474159"/>
            <ac:spMk id="59" creationId="{CDE1D0B7-DA30-A637-76B8-271365BC7CCD}"/>
          </ac:spMkLst>
        </pc:spChg>
        <pc:spChg chg="add del mod">
          <ac:chgData name="Kanduru, Raghava" userId="S::raghava.kanduru@capgemini.com::cf8c09de-c40c-47a2-971b-c612c06e0906" providerId="AD" clId="Web-{84D89B99-BBD0-431D-A403-90C78B55FA24}" dt="2024-03-12T13:49:30.963" v="162" actId="1076"/>
          <ac:spMkLst>
            <pc:docMk/>
            <pc:sldMk cId="3711325015" sldId="2147474159"/>
            <ac:spMk id="60" creationId="{1908A986-EA3E-EC36-BB95-059E12FB0A7C}"/>
          </ac:spMkLst>
        </pc:spChg>
        <pc:spChg chg="add del mod">
          <ac:chgData name="Kanduru, Raghava" userId="S::raghava.kanduru@capgemini.com::cf8c09de-c40c-47a2-971b-c612c06e0906" providerId="AD" clId="Web-{84D89B99-BBD0-431D-A403-90C78B55FA24}" dt="2024-03-12T13:49:24.525" v="143" actId="1076"/>
          <ac:spMkLst>
            <pc:docMk/>
            <pc:sldMk cId="3711325015" sldId="2147474159"/>
            <ac:spMk id="61" creationId="{C2E3A710-56D1-D87E-6D0E-C89529B2914A}"/>
          </ac:spMkLst>
        </pc:spChg>
        <pc:spChg chg="add del mod">
          <ac:chgData name="Kanduru, Raghava" userId="S::raghava.kanduru@capgemini.com::cf8c09de-c40c-47a2-971b-c612c06e0906" providerId="AD" clId="Web-{84D89B99-BBD0-431D-A403-90C78B55FA24}" dt="2024-03-12T13:49:24.603" v="144" actId="1076"/>
          <ac:spMkLst>
            <pc:docMk/>
            <pc:sldMk cId="3711325015" sldId="2147474159"/>
            <ac:spMk id="62" creationId="{87B5035F-E074-5491-CF81-A6FFF4A9AA31}"/>
          </ac:spMkLst>
        </pc:spChg>
        <pc:spChg chg="add del mod">
          <ac:chgData name="Kanduru, Raghava" userId="S::raghava.kanduru@capgemini.com::cf8c09de-c40c-47a2-971b-c612c06e0906" providerId="AD" clId="Web-{84D89B99-BBD0-431D-A403-90C78B55FA24}" dt="2024-03-12T13:49:24.665" v="145" actId="1076"/>
          <ac:spMkLst>
            <pc:docMk/>
            <pc:sldMk cId="3711325015" sldId="2147474159"/>
            <ac:spMk id="63" creationId="{50DD9E0E-2C39-FA9B-D9E5-9B701ADC9A24}"/>
          </ac:spMkLst>
        </pc:spChg>
        <pc:spChg chg="add del mod">
          <ac:chgData name="Kanduru, Raghava" userId="S::raghava.kanduru@capgemini.com::cf8c09de-c40c-47a2-971b-c612c06e0906" providerId="AD" clId="Web-{84D89B99-BBD0-431D-A403-90C78B55FA24}" dt="2024-03-12T13:49:24.728" v="146" actId="1076"/>
          <ac:spMkLst>
            <pc:docMk/>
            <pc:sldMk cId="3711325015" sldId="2147474159"/>
            <ac:spMk id="64" creationId="{302EC9C9-04A4-2F03-58BE-9CFC5EF42DD0}"/>
          </ac:spMkLst>
        </pc:spChg>
        <pc:picChg chg="add del mod">
          <ac:chgData name="Kanduru, Raghava" userId="S::raghava.kanduru@capgemini.com::cf8c09de-c40c-47a2-971b-c612c06e0906" providerId="AD" clId="Web-{84D89B99-BBD0-431D-A403-90C78B55FA24}" dt="2024-03-12T13:47:41.207" v="45"/>
          <ac:picMkLst>
            <pc:docMk/>
            <pc:sldMk cId="3711325015" sldId="2147474159"/>
            <ac:picMk id="12" creationId="{25314093-FC1D-D569-F06A-353A5F4BD8DF}"/>
          </ac:picMkLst>
        </pc:picChg>
        <pc:picChg chg="add del mod">
          <ac:chgData name="Kanduru, Raghava" userId="S::raghava.kanduru@capgemini.com::cf8c09de-c40c-47a2-971b-c612c06e0906" providerId="AD" clId="Web-{84D89B99-BBD0-431D-A403-90C78B55FA24}" dt="2024-03-12T13:48:13.850" v="47"/>
          <ac:picMkLst>
            <pc:docMk/>
            <pc:sldMk cId="3711325015" sldId="2147474159"/>
            <ac:picMk id="14" creationId="{9BBE10C2-5D33-5F61-E958-5C22FBE012DA}"/>
          </ac:picMkLst>
        </pc:picChg>
      </pc:sldChg>
    </pc:docChg>
  </pc:docChgLst>
  <pc:docChgLst>
    <pc:chgData name="Kanduru, Raghava" userId="S::raghava.kanduru@capgemini.com::cf8c09de-c40c-47a2-971b-c612c06e0906" providerId="AD" clId="Web-{97A91701-9E57-45FA-913B-894FE1B49AA2}"/>
    <pc:docChg chg="addSld delSld modSld">
      <pc:chgData name="Kanduru, Raghava" userId="S::raghava.kanduru@capgemini.com::cf8c09de-c40c-47a2-971b-c612c06e0906" providerId="AD" clId="Web-{97A91701-9E57-45FA-913B-894FE1B49AA2}" dt="2024-03-12T04:06:22.452" v="148"/>
      <pc:docMkLst>
        <pc:docMk/>
      </pc:docMkLst>
      <pc:sldChg chg="modSp add del">
        <pc:chgData name="Kanduru, Raghava" userId="S::raghava.kanduru@capgemini.com::cf8c09de-c40c-47a2-971b-c612c06e0906" providerId="AD" clId="Web-{97A91701-9E57-45FA-913B-894FE1B49AA2}" dt="2024-03-12T03:59:46.453" v="50"/>
        <pc:sldMkLst>
          <pc:docMk/>
          <pc:sldMk cId="1853885874" sldId="2141412330"/>
        </pc:sldMkLst>
        <pc:graphicFrameChg chg="mod modGraphic">
          <ac:chgData name="Kanduru, Raghava" userId="S::raghava.kanduru@capgemini.com::cf8c09de-c40c-47a2-971b-c612c06e0906" providerId="AD" clId="Web-{97A91701-9E57-45FA-913B-894FE1B49AA2}" dt="2024-03-12T03:57:33.745" v="48"/>
          <ac:graphicFrameMkLst>
            <pc:docMk/>
            <pc:sldMk cId="1853885874" sldId="2141412330"/>
            <ac:graphicFrameMk id="4" creationId="{BF751E83-40E8-42F7-A58D-21FB1E3D3346}"/>
          </ac:graphicFrameMkLst>
        </pc:graphicFrameChg>
      </pc:sldChg>
      <pc:sldChg chg="mod modShow">
        <pc:chgData name="Kanduru, Raghava" userId="S::raghava.kanduru@capgemini.com::cf8c09de-c40c-47a2-971b-c612c06e0906" providerId="AD" clId="Web-{97A91701-9E57-45FA-913B-894FE1B49AA2}" dt="2024-03-12T03:52:11.405" v="1"/>
        <pc:sldMkLst>
          <pc:docMk/>
          <pc:sldMk cId="2083448681" sldId="2147474099"/>
        </pc:sldMkLst>
      </pc:sldChg>
      <pc:sldChg chg="addSp delSp modSp add mod modShow">
        <pc:chgData name="Kanduru, Raghava" userId="S::raghava.kanduru@capgemini.com::cf8c09de-c40c-47a2-971b-c612c06e0906" providerId="AD" clId="Web-{97A91701-9E57-45FA-913B-894FE1B49AA2}" dt="2024-03-12T04:06:22.452" v="148"/>
        <pc:sldMkLst>
          <pc:docMk/>
          <pc:sldMk cId="1493796699" sldId="2147474123"/>
        </pc:sldMkLst>
        <pc:spChg chg="add del">
          <ac:chgData name="Kanduru, Raghava" userId="S::raghava.kanduru@capgemini.com::cf8c09de-c40c-47a2-971b-c612c06e0906" providerId="AD" clId="Web-{97A91701-9E57-45FA-913B-894FE1B49AA2}" dt="2024-03-12T04:00:31.017" v="99"/>
          <ac:spMkLst>
            <pc:docMk/>
            <pc:sldMk cId="1493796699" sldId="2147474123"/>
            <ac:spMk id="2" creationId="{50543BE8-19BE-6EFE-97EE-8E70FE6E527C}"/>
          </ac:spMkLst>
        </pc:spChg>
        <pc:spChg chg="add mod">
          <ac:chgData name="Kanduru, Raghava" userId="S::raghava.kanduru@capgemini.com::cf8c09de-c40c-47a2-971b-c612c06e0906" providerId="AD" clId="Web-{97A91701-9E57-45FA-913B-894FE1B49AA2}" dt="2024-03-12T03:55:53.616" v="36" actId="1076"/>
          <ac:spMkLst>
            <pc:docMk/>
            <pc:sldMk cId="1493796699" sldId="2147474123"/>
            <ac:spMk id="4" creationId="{5696057E-3E16-19B2-A746-8EEB03A7BD0B}"/>
          </ac:spMkLst>
        </pc:spChg>
        <pc:spChg chg="add mod">
          <ac:chgData name="Kanduru, Raghava" userId="S::raghava.kanduru@capgemini.com::cf8c09de-c40c-47a2-971b-c612c06e0906" providerId="AD" clId="Web-{97A91701-9E57-45FA-913B-894FE1B49AA2}" dt="2024-03-12T03:55:53.663" v="37" actId="1076"/>
          <ac:spMkLst>
            <pc:docMk/>
            <pc:sldMk cId="1493796699" sldId="2147474123"/>
            <ac:spMk id="5" creationId="{652742D7-9B73-1CF0-2EFC-545ECF437668}"/>
          </ac:spMkLst>
        </pc:spChg>
        <pc:spChg chg="add del">
          <ac:chgData name="Kanduru, Raghava" userId="S::raghava.kanduru@capgemini.com::cf8c09de-c40c-47a2-971b-c612c06e0906" providerId="AD" clId="Web-{97A91701-9E57-45FA-913B-894FE1B49AA2}" dt="2024-03-12T04:00:31.017" v="100"/>
          <ac:spMkLst>
            <pc:docMk/>
            <pc:sldMk cId="1493796699" sldId="2147474123"/>
            <ac:spMk id="15" creationId="{84BE40A6-2B20-EF48-FF10-8FE654F2EDF2}"/>
          </ac:spMkLst>
        </pc:spChg>
        <pc:spChg chg="add del">
          <ac:chgData name="Kanduru, Raghava" userId="S::raghava.kanduru@capgemini.com::cf8c09de-c40c-47a2-971b-c612c06e0906" providerId="AD" clId="Web-{97A91701-9E57-45FA-913B-894FE1B49AA2}" dt="2024-03-12T04:00:31.017" v="101"/>
          <ac:spMkLst>
            <pc:docMk/>
            <pc:sldMk cId="1493796699" sldId="2147474123"/>
            <ac:spMk id="78" creationId="{71140F2D-9581-6B33-D723-68FF23A3D0DD}"/>
          </ac:spMkLst>
        </pc:spChg>
        <pc:spChg chg="add del">
          <ac:chgData name="Kanduru, Raghava" userId="S::raghava.kanduru@capgemini.com::cf8c09de-c40c-47a2-971b-c612c06e0906" providerId="AD" clId="Web-{97A91701-9E57-45FA-913B-894FE1B49AA2}" dt="2024-03-12T04:00:31.017" v="102"/>
          <ac:spMkLst>
            <pc:docMk/>
            <pc:sldMk cId="1493796699" sldId="2147474123"/>
            <ac:spMk id="81" creationId="{39EF14A7-68C6-D3B6-A2F8-E16CF3B11EC8}"/>
          </ac:spMkLst>
        </pc:spChg>
        <pc:spChg chg="add del">
          <ac:chgData name="Kanduru, Raghava" userId="S::raghava.kanduru@capgemini.com::cf8c09de-c40c-47a2-971b-c612c06e0906" providerId="AD" clId="Web-{97A91701-9E57-45FA-913B-894FE1B49AA2}" dt="2024-03-12T04:00:31.017" v="104"/>
          <ac:spMkLst>
            <pc:docMk/>
            <pc:sldMk cId="1493796699" sldId="2147474123"/>
            <ac:spMk id="88" creationId="{0B42D45C-9B4B-1ADB-B9F5-5A80B3504D98}"/>
          </ac:spMkLst>
        </pc:spChg>
        <pc:spChg chg="add del">
          <ac:chgData name="Kanduru, Raghava" userId="S::raghava.kanduru@capgemini.com::cf8c09de-c40c-47a2-971b-c612c06e0906" providerId="AD" clId="Web-{97A91701-9E57-45FA-913B-894FE1B49AA2}" dt="2024-03-12T04:00:31.017" v="105"/>
          <ac:spMkLst>
            <pc:docMk/>
            <pc:sldMk cId="1493796699" sldId="2147474123"/>
            <ac:spMk id="89" creationId="{354EFE6E-37CF-9264-09F0-36887FF3F456}"/>
          </ac:spMkLst>
        </pc:spChg>
        <pc:spChg chg="mod">
          <ac:chgData name="Kanduru, Raghava" userId="S::raghava.kanduru@capgemini.com::cf8c09de-c40c-47a2-971b-c612c06e0906" providerId="AD" clId="Web-{97A91701-9E57-45FA-913B-894FE1B49AA2}" dt="2024-03-12T03:55:53.726" v="38" actId="1076"/>
          <ac:spMkLst>
            <pc:docMk/>
            <pc:sldMk cId="1493796699" sldId="2147474123"/>
            <ac:spMk id="92" creationId="{A4C3E0E1-B0F2-F019-8B67-69687554332F}"/>
          </ac:spMkLst>
        </pc:spChg>
        <pc:spChg chg="add del">
          <ac:chgData name="Kanduru, Raghava" userId="S::raghava.kanduru@capgemini.com::cf8c09de-c40c-47a2-971b-c612c06e0906" providerId="AD" clId="Web-{97A91701-9E57-45FA-913B-894FE1B49AA2}" dt="2024-03-12T04:00:31.017" v="107"/>
          <ac:spMkLst>
            <pc:docMk/>
            <pc:sldMk cId="1493796699" sldId="2147474123"/>
            <ac:spMk id="94" creationId="{21871C61-CA3E-0740-EEE3-2715DD7763F1}"/>
          </ac:spMkLst>
        </pc:spChg>
        <pc:spChg chg="add del">
          <ac:chgData name="Kanduru, Raghava" userId="S::raghava.kanduru@capgemini.com::cf8c09de-c40c-47a2-971b-c612c06e0906" providerId="AD" clId="Web-{97A91701-9E57-45FA-913B-894FE1B49AA2}" dt="2024-03-12T04:00:31.017" v="108"/>
          <ac:spMkLst>
            <pc:docMk/>
            <pc:sldMk cId="1493796699" sldId="2147474123"/>
            <ac:spMk id="95" creationId="{78BF1FCE-A2E0-5976-72CC-93B96E9FF949}"/>
          </ac:spMkLst>
        </pc:spChg>
        <pc:spChg chg="add del">
          <ac:chgData name="Kanduru, Raghava" userId="S::raghava.kanduru@capgemini.com::cf8c09de-c40c-47a2-971b-c612c06e0906" providerId="AD" clId="Web-{97A91701-9E57-45FA-913B-894FE1B49AA2}" dt="2024-03-12T04:00:31.017" v="109"/>
          <ac:spMkLst>
            <pc:docMk/>
            <pc:sldMk cId="1493796699" sldId="2147474123"/>
            <ac:spMk id="128" creationId="{6C47947E-7341-1848-0401-E98FDAC64907}"/>
          </ac:spMkLst>
        </pc:spChg>
        <pc:spChg chg="add del">
          <ac:chgData name="Kanduru, Raghava" userId="S::raghava.kanduru@capgemini.com::cf8c09de-c40c-47a2-971b-c612c06e0906" providerId="AD" clId="Web-{97A91701-9E57-45FA-913B-894FE1B49AA2}" dt="2024-03-12T04:00:31.017" v="110"/>
          <ac:spMkLst>
            <pc:docMk/>
            <pc:sldMk cId="1493796699" sldId="2147474123"/>
            <ac:spMk id="129" creationId="{4C9A3C9D-C825-C4B0-4D1B-BBC97372EDD2}"/>
          </ac:spMkLst>
        </pc:spChg>
        <pc:spChg chg="add del">
          <ac:chgData name="Kanduru, Raghava" userId="S::raghava.kanduru@capgemini.com::cf8c09de-c40c-47a2-971b-c612c06e0906" providerId="AD" clId="Web-{97A91701-9E57-45FA-913B-894FE1B49AA2}" dt="2024-03-12T04:00:31.017" v="111"/>
          <ac:spMkLst>
            <pc:docMk/>
            <pc:sldMk cId="1493796699" sldId="2147474123"/>
            <ac:spMk id="130" creationId="{04EA75CA-5F6D-2877-C59B-988A62F16E12}"/>
          </ac:spMkLst>
        </pc:spChg>
        <pc:spChg chg="add del">
          <ac:chgData name="Kanduru, Raghava" userId="S::raghava.kanduru@capgemini.com::cf8c09de-c40c-47a2-971b-c612c06e0906" providerId="AD" clId="Web-{97A91701-9E57-45FA-913B-894FE1B49AA2}" dt="2024-03-12T04:00:31.017" v="112"/>
          <ac:spMkLst>
            <pc:docMk/>
            <pc:sldMk cId="1493796699" sldId="2147474123"/>
            <ac:spMk id="131" creationId="{91466A21-A73D-B668-A280-7D9DEB296751}"/>
          </ac:spMkLst>
        </pc:spChg>
        <pc:spChg chg="add del">
          <ac:chgData name="Kanduru, Raghava" userId="S::raghava.kanduru@capgemini.com::cf8c09de-c40c-47a2-971b-c612c06e0906" providerId="AD" clId="Web-{97A91701-9E57-45FA-913B-894FE1B49AA2}" dt="2024-03-12T04:00:31.017" v="113"/>
          <ac:spMkLst>
            <pc:docMk/>
            <pc:sldMk cId="1493796699" sldId="2147474123"/>
            <ac:spMk id="132" creationId="{41F77DE5-FCF4-7E98-BE9A-64A7C27B7D19}"/>
          </ac:spMkLst>
        </pc:spChg>
        <pc:spChg chg="add del">
          <ac:chgData name="Kanduru, Raghava" userId="S::raghava.kanduru@capgemini.com::cf8c09de-c40c-47a2-971b-c612c06e0906" providerId="AD" clId="Web-{97A91701-9E57-45FA-913B-894FE1B49AA2}" dt="2024-03-12T04:00:31.017" v="114"/>
          <ac:spMkLst>
            <pc:docMk/>
            <pc:sldMk cId="1493796699" sldId="2147474123"/>
            <ac:spMk id="133" creationId="{E9EFC2D7-B86C-0329-A5A4-61E310A64C58}"/>
          </ac:spMkLst>
        </pc:spChg>
        <pc:spChg chg="add del">
          <ac:chgData name="Kanduru, Raghava" userId="S::raghava.kanduru@capgemini.com::cf8c09de-c40c-47a2-971b-c612c06e0906" providerId="AD" clId="Web-{97A91701-9E57-45FA-913B-894FE1B49AA2}" dt="2024-03-12T04:00:31.033" v="115"/>
          <ac:spMkLst>
            <pc:docMk/>
            <pc:sldMk cId="1493796699" sldId="2147474123"/>
            <ac:spMk id="134" creationId="{197DBD37-4087-34BB-33B8-77CF4BBB841C}"/>
          </ac:spMkLst>
        </pc:spChg>
        <pc:spChg chg="add del">
          <ac:chgData name="Kanduru, Raghava" userId="S::raghava.kanduru@capgemini.com::cf8c09de-c40c-47a2-971b-c612c06e0906" providerId="AD" clId="Web-{97A91701-9E57-45FA-913B-894FE1B49AA2}" dt="2024-03-12T04:00:31.033" v="116"/>
          <ac:spMkLst>
            <pc:docMk/>
            <pc:sldMk cId="1493796699" sldId="2147474123"/>
            <ac:spMk id="135" creationId="{1A9EE461-FC41-BDAE-0A5C-305D1BBE758D}"/>
          </ac:spMkLst>
        </pc:spChg>
        <pc:spChg chg="add del">
          <ac:chgData name="Kanduru, Raghava" userId="S::raghava.kanduru@capgemini.com::cf8c09de-c40c-47a2-971b-c612c06e0906" providerId="AD" clId="Web-{97A91701-9E57-45FA-913B-894FE1B49AA2}" dt="2024-03-12T04:00:31.033" v="117"/>
          <ac:spMkLst>
            <pc:docMk/>
            <pc:sldMk cId="1493796699" sldId="2147474123"/>
            <ac:spMk id="136" creationId="{2244E02E-AD45-B8FB-3AD2-9721659FC9B2}"/>
          </ac:spMkLst>
        </pc:spChg>
        <pc:spChg chg="add del">
          <ac:chgData name="Kanduru, Raghava" userId="S::raghava.kanduru@capgemini.com::cf8c09de-c40c-47a2-971b-c612c06e0906" providerId="AD" clId="Web-{97A91701-9E57-45FA-913B-894FE1B49AA2}" dt="2024-03-12T04:00:31.033" v="118"/>
          <ac:spMkLst>
            <pc:docMk/>
            <pc:sldMk cId="1493796699" sldId="2147474123"/>
            <ac:spMk id="137" creationId="{6F697118-FE42-5531-ED44-3AD7B67A0BE3}"/>
          </ac:spMkLst>
        </pc:spChg>
        <pc:spChg chg="add del">
          <ac:chgData name="Kanduru, Raghava" userId="S::raghava.kanduru@capgemini.com::cf8c09de-c40c-47a2-971b-c612c06e0906" providerId="AD" clId="Web-{97A91701-9E57-45FA-913B-894FE1B49AA2}" dt="2024-03-12T04:00:31.033" v="119"/>
          <ac:spMkLst>
            <pc:docMk/>
            <pc:sldMk cId="1493796699" sldId="2147474123"/>
            <ac:spMk id="138" creationId="{F833B1BB-3886-AB1A-2D27-EDC6A2AC7015}"/>
          </ac:spMkLst>
        </pc:spChg>
        <pc:spChg chg="add del">
          <ac:chgData name="Kanduru, Raghava" userId="S::raghava.kanduru@capgemini.com::cf8c09de-c40c-47a2-971b-c612c06e0906" providerId="AD" clId="Web-{97A91701-9E57-45FA-913B-894FE1B49AA2}" dt="2024-03-12T04:00:31.033" v="120"/>
          <ac:spMkLst>
            <pc:docMk/>
            <pc:sldMk cId="1493796699" sldId="2147474123"/>
            <ac:spMk id="139" creationId="{145F195E-95F5-1E3E-C823-ACDDDEA207C5}"/>
          </ac:spMkLst>
        </pc:spChg>
        <pc:spChg chg="add del">
          <ac:chgData name="Kanduru, Raghava" userId="S::raghava.kanduru@capgemini.com::cf8c09de-c40c-47a2-971b-c612c06e0906" providerId="AD" clId="Web-{97A91701-9E57-45FA-913B-894FE1B49AA2}" dt="2024-03-12T04:00:31.033" v="121"/>
          <ac:spMkLst>
            <pc:docMk/>
            <pc:sldMk cId="1493796699" sldId="2147474123"/>
            <ac:spMk id="140" creationId="{DB7EED99-9AF9-1A3B-E2F1-26547D66B263}"/>
          </ac:spMkLst>
        </pc:spChg>
        <pc:spChg chg="add del">
          <ac:chgData name="Kanduru, Raghava" userId="S::raghava.kanduru@capgemini.com::cf8c09de-c40c-47a2-971b-c612c06e0906" providerId="AD" clId="Web-{97A91701-9E57-45FA-913B-894FE1B49AA2}" dt="2024-03-12T04:00:31.033" v="122"/>
          <ac:spMkLst>
            <pc:docMk/>
            <pc:sldMk cId="1493796699" sldId="2147474123"/>
            <ac:spMk id="141" creationId="{4A0F2EB7-FD60-F2A9-0211-376C0277F394}"/>
          </ac:spMkLst>
        </pc:spChg>
        <pc:spChg chg="add del">
          <ac:chgData name="Kanduru, Raghava" userId="S::raghava.kanduru@capgemini.com::cf8c09de-c40c-47a2-971b-c612c06e0906" providerId="AD" clId="Web-{97A91701-9E57-45FA-913B-894FE1B49AA2}" dt="2024-03-12T04:00:31.033" v="123"/>
          <ac:spMkLst>
            <pc:docMk/>
            <pc:sldMk cId="1493796699" sldId="2147474123"/>
            <ac:spMk id="142" creationId="{3DD8148D-31D0-D2E3-25C8-D7E915F5599C}"/>
          </ac:spMkLst>
        </pc:spChg>
        <pc:spChg chg="add del">
          <ac:chgData name="Kanduru, Raghava" userId="S::raghava.kanduru@capgemini.com::cf8c09de-c40c-47a2-971b-c612c06e0906" providerId="AD" clId="Web-{97A91701-9E57-45FA-913B-894FE1B49AA2}" dt="2024-03-12T04:00:31.033" v="124"/>
          <ac:spMkLst>
            <pc:docMk/>
            <pc:sldMk cId="1493796699" sldId="2147474123"/>
            <ac:spMk id="143" creationId="{45D8EC86-FBD9-CCE6-AE35-8954C8F0D342}"/>
          </ac:spMkLst>
        </pc:spChg>
        <pc:spChg chg="add del">
          <ac:chgData name="Kanduru, Raghava" userId="S::raghava.kanduru@capgemini.com::cf8c09de-c40c-47a2-971b-c612c06e0906" providerId="AD" clId="Web-{97A91701-9E57-45FA-913B-894FE1B49AA2}" dt="2024-03-12T04:00:31.033" v="125"/>
          <ac:spMkLst>
            <pc:docMk/>
            <pc:sldMk cId="1493796699" sldId="2147474123"/>
            <ac:spMk id="144" creationId="{1A5D59D0-F103-30E0-3490-C179541BCF88}"/>
          </ac:spMkLst>
        </pc:spChg>
        <pc:spChg chg="add del">
          <ac:chgData name="Kanduru, Raghava" userId="S::raghava.kanduru@capgemini.com::cf8c09de-c40c-47a2-971b-c612c06e0906" providerId="AD" clId="Web-{97A91701-9E57-45FA-913B-894FE1B49AA2}" dt="2024-03-12T04:00:31.033" v="126"/>
          <ac:spMkLst>
            <pc:docMk/>
            <pc:sldMk cId="1493796699" sldId="2147474123"/>
            <ac:spMk id="145" creationId="{18C6833D-23E0-4019-8221-BE204451A8A4}"/>
          </ac:spMkLst>
        </pc:spChg>
        <pc:spChg chg="add del">
          <ac:chgData name="Kanduru, Raghava" userId="S::raghava.kanduru@capgemini.com::cf8c09de-c40c-47a2-971b-c612c06e0906" providerId="AD" clId="Web-{97A91701-9E57-45FA-913B-894FE1B49AA2}" dt="2024-03-12T04:00:31.033" v="127"/>
          <ac:spMkLst>
            <pc:docMk/>
            <pc:sldMk cId="1493796699" sldId="2147474123"/>
            <ac:spMk id="147" creationId="{CBC5BFFD-8506-6578-6FF9-ACBF804B2CF5}"/>
          </ac:spMkLst>
        </pc:spChg>
        <pc:spChg chg="add del">
          <ac:chgData name="Kanduru, Raghava" userId="S::raghava.kanduru@capgemini.com::cf8c09de-c40c-47a2-971b-c612c06e0906" providerId="AD" clId="Web-{97A91701-9E57-45FA-913B-894FE1B49AA2}" dt="2024-03-12T04:00:31.033" v="129"/>
          <ac:spMkLst>
            <pc:docMk/>
            <pc:sldMk cId="1493796699" sldId="2147474123"/>
            <ac:spMk id="150" creationId="{A9CBD0AA-A663-0A63-7D0F-201AF9420FAF}"/>
          </ac:spMkLst>
        </pc:spChg>
        <pc:spChg chg="add del">
          <ac:chgData name="Kanduru, Raghava" userId="S::raghava.kanduru@capgemini.com::cf8c09de-c40c-47a2-971b-c612c06e0906" providerId="AD" clId="Web-{97A91701-9E57-45FA-913B-894FE1B49AA2}" dt="2024-03-12T04:00:31.033" v="130"/>
          <ac:spMkLst>
            <pc:docMk/>
            <pc:sldMk cId="1493796699" sldId="2147474123"/>
            <ac:spMk id="151" creationId="{10A8490B-D9F1-2B28-E5CA-F6A15152ECE0}"/>
          </ac:spMkLst>
        </pc:spChg>
        <pc:spChg chg="add del">
          <ac:chgData name="Kanduru, Raghava" userId="S::raghava.kanduru@capgemini.com::cf8c09de-c40c-47a2-971b-c612c06e0906" providerId="AD" clId="Web-{97A91701-9E57-45FA-913B-894FE1B49AA2}" dt="2024-03-12T04:00:31.033" v="131"/>
          <ac:spMkLst>
            <pc:docMk/>
            <pc:sldMk cId="1493796699" sldId="2147474123"/>
            <ac:spMk id="152" creationId="{48D36285-9C8D-107D-F40D-5E397C00FCB7}"/>
          </ac:spMkLst>
        </pc:spChg>
        <pc:spChg chg="add del">
          <ac:chgData name="Kanduru, Raghava" userId="S::raghava.kanduru@capgemini.com::cf8c09de-c40c-47a2-971b-c612c06e0906" providerId="AD" clId="Web-{97A91701-9E57-45FA-913B-894FE1B49AA2}" dt="2024-03-12T04:00:31.033" v="132"/>
          <ac:spMkLst>
            <pc:docMk/>
            <pc:sldMk cId="1493796699" sldId="2147474123"/>
            <ac:spMk id="153" creationId="{1D3E9285-B2A6-A89D-DFCE-60BD1ECAE22E}"/>
          </ac:spMkLst>
        </pc:spChg>
        <pc:spChg chg="add del">
          <ac:chgData name="Kanduru, Raghava" userId="S::raghava.kanduru@capgemini.com::cf8c09de-c40c-47a2-971b-c612c06e0906" providerId="AD" clId="Web-{97A91701-9E57-45FA-913B-894FE1B49AA2}" dt="2024-03-12T04:00:31.033" v="133"/>
          <ac:spMkLst>
            <pc:docMk/>
            <pc:sldMk cId="1493796699" sldId="2147474123"/>
            <ac:spMk id="156" creationId="{4DCF9669-DE90-407D-6770-D96EDC83063A}"/>
          </ac:spMkLst>
        </pc:spChg>
        <pc:spChg chg="add del">
          <ac:chgData name="Kanduru, Raghava" userId="S::raghava.kanduru@capgemini.com::cf8c09de-c40c-47a2-971b-c612c06e0906" providerId="AD" clId="Web-{97A91701-9E57-45FA-913B-894FE1B49AA2}" dt="2024-03-12T04:00:31.033" v="134"/>
          <ac:spMkLst>
            <pc:docMk/>
            <pc:sldMk cId="1493796699" sldId="2147474123"/>
            <ac:spMk id="157" creationId="{FB81C576-4C3E-8978-B90A-EB9A3D862179}"/>
          </ac:spMkLst>
        </pc:spChg>
        <pc:spChg chg="add del">
          <ac:chgData name="Kanduru, Raghava" userId="S::raghava.kanduru@capgemini.com::cf8c09de-c40c-47a2-971b-c612c06e0906" providerId="AD" clId="Web-{97A91701-9E57-45FA-913B-894FE1B49AA2}" dt="2024-03-12T04:00:31.033" v="135"/>
          <ac:spMkLst>
            <pc:docMk/>
            <pc:sldMk cId="1493796699" sldId="2147474123"/>
            <ac:spMk id="160" creationId="{E0B37A83-DEA0-3B56-9EC3-3D4A21449FE5}"/>
          </ac:spMkLst>
        </pc:spChg>
        <pc:spChg chg="add del">
          <ac:chgData name="Kanduru, Raghava" userId="S::raghava.kanduru@capgemini.com::cf8c09de-c40c-47a2-971b-c612c06e0906" providerId="AD" clId="Web-{97A91701-9E57-45FA-913B-894FE1B49AA2}" dt="2024-03-12T04:00:31.033" v="136"/>
          <ac:spMkLst>
            <pc:docMk/>
            <pc:sldMk cId="1493796699" sldId="2147474123"/>
            <ac:spMk id="164" creationId="{78B207A2-08BE-4686-0E2C-BF9915AE3C4F}"/>
          </ac:spMkLst>
        </pc:spChg>
        <pc:spChg chg="add del">
          <ac:chgData name="Kanduru, Raghava" userId="S::raghava.kanduru@capgemini.com::cf8c09de-c40c-47a2-971b-c612c06e0906" providerId="AD" clId="Web-{97A91701-9E57-45FA-913B-894FE1B49AA2}" dt="2024-03-12T04:00:31.033" v="137"/>
          <ac:spMkLst>
            <pc:docMk/>
            <pc:sldMk cId="1493796699" sldId="2147474123"/>
            <ac:spMk id="168" creationId="{455B6FA4-5127-CD66-D5CF-F8E646FD8917}"/>
          </ac:spMkLst>
        </pc:spChg>
        <pc:spChg chg="add del">
          <ac:chgData name="Kanduru, Raghava" userId="S::raghava.kanduru@capgemini.com::cf8c09de-c40c-47a2-971b-c612c06e0906" providerId="AD" clId="Web-{97A91701-9E57-45FA-913B-894FE1B49AA2}" dt="2024-03-12T04:00:31.033" v="138"/>
          <ac:spMkLst>
            <pc:docMk/>
            <pc:sldMk cId="1493796699" sldId="2147474123"/>
            <ac:spMk id="169" creationId="{09ACAC71-744C-D341-80CC-BF1E948E4348}"/>
          </ac:spMkLst>
        </pc:spChg>
        <pc:spChg chg="add del">
          <ac:chgData name="Kanduru, Raghava" userId="S::raghava.kanduru@capgemini.com::cf8c09de-c40c-47a2-971b-c612c06e0906" providerId="AD" clId="Web-{97A91701-9E57-45FA-913B-894FE1B49AA2}" dt="2024-03-12T04:00:31.033" v="139"/>
          <ac:spMkLst>
            <pc:docMk/>
            <pc:sldMk cId="1493796699" sldId="2147474123"/>
            <ac:spMk id="170" creationId="{4D152F1C-0D48-85A5-3530-CEA8C39F0DE9}"/>
          </ac:spMkLst>
        </pc:spChg>
        <pc:spChg chg="add del">
          <ac:chgData name="Kanduru, Raghava" userId="S::raghava.kanduru@capgemini.com::cf8c09de-c40c-47a2-971b-c612c06e0906" providerId="AD" clId="Web-{97A91701-9E57-45FA-913B-894FE1B49AA2}" dt="2024-03-12T04:00:31.033" v="140"/>
          <ac:spMkLst>
            <pc:docMk/>
            <pc:sldMk cId="1493796699" sldId="2147474123"/>
            <ac:spMk id="171" creationId="{01C842EF-6766-AB3E-09B9-EA9134902255}"/>
          </ac:spMkLst>
        </pc:spChg>
        <pc:spChg chg="add del">
          <ac:chgData name="Kanduru, Raghava" userId="S::raghava.kanduru@capgemini.com::cf8c09de-c40c-47a2-971b-c612c06e0906" providerId="AD" clId="Web-{97A91701-9E57-45FA-913B-894FE1B49AA2}" dt="2024-03-12T04:00:31.033" v="141"/>
          <ac:spMkLst>
            <pc:docMk/>
            <pc:sldMk cId="1493796699" sldId="2147474123"/>
            <ac:spMk id="172" creationId="{5FE2AAF1-8D49-AFAB-B624-E7DF38603A12}"/>
          </ac:spMkLst>
        </pc:spChg>
        <pc:spChg chg="add del">
          <ac:chgData name="Kanduru, Raghava" userId="S::raghava.kanduru@capgemini.com::cf8c09de-c40c-47a2-971b-c612c06e0906" providerId="AD" clId="Web-{97A91701-9E57-45FA-913B-894FE1B49AA2}" dt="2024-03-12T04:00:31.033" v="142"/>
          <ac:spMkLst>
            <pc:docMk/>
            <pc:sldMk cId="1493796699" sldId="2147474123"/>
            <ac:spMk id="173" creationId="{52BB02D2-F2E0-4E7C-A2A9-132AD6940096}"/>
          </ac:spMkLst>
        </pc:spChg>
        <pc:spChg chg="add del">
          <ac:chgData name="Kanduru, Raghava" userId="S::raghava.kanduru@capgemini.com::cf8c09de-c40c-47a2-971b-c612c06e0906" providerId="AD" clId="Web-{97A91701-9E57-45FA-913B-894FE1B49AA2}" dt="2024-03-12T04:00:31.033" v="143"/>
          <ac:spMkLst>
            <pc:docMk/>
            <pc:sldMk cId="1493796699" sldId="2147474123"/>
            <ac:spMk id="174" creationId="{56192267-FDF3-5BC7-D468-39B2CC0C9A8B}"/>
          </ac:spMkLst>
        </pc:spChg>
        <pc:spChg chg="add del">
          <ac:chgData name="Kanduru, Raghava" userId="S::raghava.kanduru@capgemini.com::cf8c09de-c40c-47a2-971b-c612c06e0906" providerId="AD" clId="Web-{97A91701-9E57-45FA-913B-894FE1B49AA2}" dt="2024-03-12T04:00:31.033" v="144"/>
          <ac:spMkLst>
            <pc:docMk/>
            <pc:sldMk cId="1493796699" sldId="2147474123"/>
            <ac:spMk id="175" creationId="{FE4EDA7E-86C3-7787-C476-E8A8A0642159}"/>
          </ac:spMkLst>
        </pc:spChg>
        <pc:spChg chg="add del">
          <ac:chgData name="Kanduru, Raghava" userId="S::raghava.kanduru@capgemini.com::cf8c09de-c40c-47a2-971b-c612c06e0906" providerId="AD" clId="Web-{97A91701-9E57-45FA-913B-894FE1B49AA2}" dt="2024-03-12T04:00:31.033" v="145"/>
          <ac:spMkLst>
            <pc:docMk/>
            <pc:sldMk cId="1493796699" sldId="2147474123"/>
            <ac:spMk id="176" creationId="{40251CC1-F7C9-52B4-0F03-06062978B782}"/>
          </ac:spMkLst>
        </pc:spChg>
        <pc:spChg chg="add del">
          <ac:chgData name="Kanduru, Raghava" userId="S::raghava.kanduru@capgemini.com::cf8c09de-c40c-47a2-971b-c612c06e0906" providerId="AD" clId="Web-{97A91701-9E57-45FA-913B-894FE1B49AA2}" dt="2024-03-12T04:00:31.033" v="146"/>
          <ac:spMkLst>
            <pc:docMk/>
            <pc:sldMk cId="1493796699" sldId="2147474123"/>
            <ac:spMk id="180" creationId="{AD5E226D-8814-2B64-B7A8-B309411A0E4C}"/>
          </ac:spMkLst>
        </pc:spChg>
        <pc:grpChg chg="add del">
          <ac:chgData name="Kanduru, Raghava" userId="S::raghava.kanduru@capgemini.com::cf8c09de-c40c-47a2-971b-c612c06e0906" providerId="AD" clId="Web-{97A91701-9E57-45FA-913B-894FE1B49AA2}" dt="2024-03-12T04:00:31.017" v="103"/>
          <ac:grpSpMkLst>
            <pc:docMk/>
            <pc:sldMk cId="1493796699" sldId="2147474123"/>
            <ac:grpSpMk id="82" creationId="{982C925D-980A-443A-EF7F-11E1A13663F6}"/>
          </ac:grpSpMkLst>
        </pc:grpChg>
        <pc:cxnChg chg="add del mod">
          <ac:chgData name="Kanduru, Raghava" userId="S::raghava.kanduru@capgemini.com::cf8c09de-c40c-47a2-971b-c612c06e0906" providerId="AD" clId="Web-{97A91701-9E57-45FA-913B-894FE1B49AA2}" dt="2024-03-12T04:00:31.033" v="115"/>
          <ac:cxnSpMkLst>
            <pc:docMk/>
            <pc:sldMk cId="1493796699" sldId="2147474123"/>
            <ac:cxnSpMk id="93" creationId="{E6E8DD08-C8BD-9BA0-7525-661EDBEB7C23}"/>
          </ac:cxnSpMkLst>
        </pc:cxnChg>
        <pc:cxnChg chg="add del">
          <ac:chgData name="Kanduru, Raghava" userId="S::raghava.kanduru@capgemini.com::cf8c09de-c40c-47a2-971b-c612c06e0906" providerId="AD" clId="Web-{97A91701-9E57-45FA-913B-894FE1B49AA2}" dt="2024-03-12T04:00:31.033" v="128"/>
          <ac:cxnSpMkLst>
            <pc:docMk/>
            <pc:sldMk cId="1493796699" sldId="2147474123"/>
            <ac:cxnSpMk id="149" creationId="{1918058F-58F7-7C66-CC17-BC25B3FFA8D9}"/>
          </ac:cxnSpMkLst>
        </pc:cxnChg>
      </pc:sldChg>
      <pc:sldChg chg="add">
        <pc:chgData name="Kanduru, Raghava" userId="S::raghava.kanduru@capgemini.com::cf8c09de-c40c-47a2-971b-c612c06e0906" providerId="AD" clId="Web-{97A91701-9E57-45FA-913B-894FE1B49AA2}" dt="2024-03-12T04:06:17.968" v="147"/>
        <pc:sldMkLst>
          <pc:docMk/>
          <pc:sldMk cId="4008793996" sldId="2147474159"/>
        </pc:sldMkLst>
      </pc:sldChg>
      <pc:sldMasterChg chg="addSldLayout">
        <pc:chgData name="Kanduru, Raghava" userId="S::raghava.kanduru@capgemini.com::cf8c09de-c40c-47a2-971b-c612c06e0906" providerId="AD" clId="Web-{97A91701-9E57-45FA-913B-894FE1B49AA2}" dt="2024-03-12T03:56:54.134" v="39"/>
        <pc:sldMasterMkLst>
          <pc:docMk/>
          <pc:sldMasterMk cId="3148905397" sldId="2147483899"/>
        </pc:sldMasterMkLst>
        <pc:sldLayoutChg chg="add replId">
          <pc:chgData name="Kanduru, Raghava" userId="S::raghava.kanduru@capgemini.com::cf8c09de-c40c-47a2-971b-c612c06e0906" providerId="AD" clId="Web-{97A91701-9E57-45FA-913B-894FE1B49AA2}" dt="2024-03-12T03:56:54.134" v="39"/>
          <pc:sldLayoutMkLst>
            <pc:docMk/>
            <pc:sldMasterMk cId="3148905397" sldId="2147483899"/>
            <pc:sldLayoutMk cId="140181552" sldId="2147484097"/>
          </pc:sldLayoutMkLst>
        </pc:sldLayoutChg>
      </pc:sldMasterChg>
    </pc:docChg>
  </pc:docChgLst>
  <pc:docChgLst>
    <pc:chgData name="Kanduru, Raghava" userId="S::raghava.kanduru@capgemini.com::cf8c09de-c40c-47a2-971b-c612c06e0906" providerId="AD" clId="Web-{18465F1D-5318-4331-BB8F-3ECA907939B9}"/>
    <pc:docChg chg="modSld">
      <pc:chgData name="Kanduru, Raghava" userId="S::raghava.kanduru@capgemini.com::cf8c09de-c40c-47a2-971b-c612c06e0906" providerId="AD" clId="Web-{18465F1D-5318-4331-BB8F-3ECA907939B9}" dt="2024-03-25T05:56:19.952" v="43" actId="20577"/>
      <pc:docMkLst>
        <pc:docMk/>
      </pc:docMkLst>
      <pc:sldChg chg="addSp delSp modSp">
        <pc:chgData name="Kanduru, Raghava" userId="S::raghava.kanduru@capgemini.com::cf8c09de-c40c-47a2-971b-c612c06e0906" providerId="AD" clId="Web-{18465F1D-5318-4331-BB8F-3ECA907939B9}" dt="2024-03-25T05:56:19.952" v="43" actId="20577"/>
        <pc:sldMkLst>
          <pc:docMk/>
          <pc:sldMk cId="3078625140" sldId="2147474171"/>
        </pc:sldMkLst>
        <pc:graphicFrameChg chg="modGraphic">
          <ac:chgData name="Kanduru, Raghava" userId="S::raghava.kanduru@capgemini.com::cf8c09de-c40c-47a2-971b-c612c06e0906" providerId="AD" clId="Web-{18465F1D-5318-4331-BB8F-3ECA907939B9}" dt="2024-03-25T05:56:19.952" v="43" actId="20577"/>
          <ac:graphicFrameMkLst>
            <pc:docMk/>
            <pc:sldMk cId="3078625140" sldId="2147474171"/>
            <ac:graphicFrameMk id="2" creationId="{A1ECBE84-BD62-15BC-9E20-F8B015F85A63}"/>
          </ac:graphicFrameMkLst>
        </pc:graphicFrameChg>
        <pc:picChg chg="add del mod">
          <ac:chgData name="Kanduru, Raghava" userId="S::raghava.kanduru@capgemini.com::cf8c09de-c40c-47a2-971b-c612c06e0906" providerId="AD" clId="Web-{18465F1D-5318-4331-BB8F-3ECA907939B9}" dt="2024-03-25T05:51:12.115" v="7"/>
          <ac:picMkLst>
            <pc:docMk/>
            <pc:sldMk cId="3078625140" sldId="2147474171"/>
            <ac:picMk id="16" creationId="{59328EBC-A0CE-8E26-C542-856CAE0B900B}"/>
          </ac:picMkLst>
        </pc:picChg>
        <pc:picChg chg="add del mod">
          <ac:chgData name="Kanduru, Raghava" userId="S::raghava.kanduru@capgemini.com::cf8c09de-c40c-47a2-971b-c612c06e0906" providerId="AD" clId="Web-{18465F1D-5318-4331-BB8F-3ECA907939B9}" dt="2024-03-25T05:51:42.038" v="9"/>
          <ac:picMkLst>
            <pc:docMk/>
            <pc:sldMk cId="3078625140" sldId="2147474171"/>
            <ac:picMk id="17" creationId="{DAB16FA7-3C60-3617-D0FC-CDCE800969C4}"/>
          </ac:picMkLst>
        </pc:picChg>
        <pc:picChg chg="add mod">
          <ac:chgData name="Kanduru, Raghava" userId="S::raghava.kanduru@capgemini.com::cf8c09de-c40c-47a2-971b-c612c06e0906" providerId="AD" clId="Web-{18465F1D-5318-4331-BB8F-3ECA907939B9}" dt="2024-03-25T05:55:06.887" v="28" actId="1076"/>
          <ac:picMkLst>
            <pc:docMk/>
            <pc:sldMk cId="3078625140" sldId="2147474171"/>
            <ac:picMk id="31" creationId="{DB7D48A5-4C31-CBAE-A636-437B4F3CE3CE}"/>
          </ac:picMkLst>
        </pc:picChg>
        <pc:picChg chg="add del mod">
          <ac:chgData name="Kanduru, Raghava" userId="S::raghava.kanduru@capgemini.com::cf8c09de-c40c-47a2-971b-c612c06e0906" providerId="AD" clId="Web-{18465F1D-5318-4331-BB8F-3ECA907939B9}" dt="2024-03-25T05:53:16.009" v="14"/>
          <ac:picMkLst>
            <pc:docMk/>
            <pc:sldMk cId="3078625140" sldId="2147474171"/>
            <ac:picMk id="32" creationId="{388ACD22-D5D7-C1FD-CC9C-1C9704D0EC27}"/>
          </ac:picMkLst>
        </pc:picChg>
        <pc:picChg chg="add mod">
          <ac:chgData name="Kanduru, Raghava" userId="S::raghava.kanduru@capgemini.com::cf8c09de-c40c-47a2-971b-c612c06e0906" providerId="AD" clId="Web-{18465F1D-5318-4331-BB8F-3ECA907939B9}" dt="2024-03-25T05:55:27.122" v="31" actId="1076"/>
          <ac:picMkLst>
            <pc:docMk/>
            <pc:sldMk cId="3078625140" sldId="2147474171"/>
            <ac:picMk id="44" creationId="{DAE9B972-5B39-E342-DB28-1A15818FC95C}"/>
          </ac:picMkLst>
        </pc:picChg>
        <pc:picChg chg="add mod">
          <ac:chgData name="Kanduru, Raghava" userId="S::raghava.kanduru@capgemini.com::cf8c09de-c40c-47a2-971b-c612c06e0906" providerId="AD" clId="Web-{18465F1D-5318-4331-BB8F-3ECA907939B9}" dt="2024-03-25T05:55:19.185" v="30" actId="1076"/>
          <ac:picMkLst>
            <pc:docMk/>
            <pc:sldMk cId="3078625140" sldId="2147474171"/>
            <ac:picMk id="45" creationId="{8CD6F742-F5E1-EFD6-C213-10ABEB7FF1BC}"/>
          </ac:picMkLst>
        </pc:picChg>
        <pc:picChg chg="del">
          <ac:chgData name="Kanduru, Raghava" userId="S::raghava.kanduru@capgemini.com::cf8c09de-c40c-47a2-971b-c612c06e0906" providerId="AD" clId="Web-{18465F1D-5318-4331-BB8F-3ECA907939B9}" dt="2024-03-25T05:48:31.861" v="0"/>
          <ac:picMkLst>
            <pc:docMk/>
            <pc:sldMk cId="3078625140" sldId="2147474171"/>
            <ac:picMk id="109" creationId="{03307804-9F04-E5B9-018C-EDC4CA4A2623}"/>
          </ac:picMkLst>
        </pc:picChg>
        <pc:picChg chg="del">
          <ac:chgData name="Kanduru, Raghava" userId="S::raghava.kanduru@capgemini.com::cf8c09de-c40c-47a2-971b-c612c06e0906" providerId="AD" clId="Web-{18465F1D-5318-4331-BB8F-3ECA907939B9}" dt="2024-03-25T05:48:34.876" v="1"/>
          <ac:picMkLst>
            <pc:docMk/>
            <pc:sldMk cId="3078625140" sldId="2147474171"/>
            <ac:picMk id="147" creationId="{AC1A6EF7-14E9-969F-C694-DB3ACAF7D1EB}"/>
          </ac:picMkLst>
        </pc:picChg>
        <pc:cxnChg chg="add mod">
          <ac:chgData name="Kanduru, Raghava" userId="S::raghava.kanduru@capgemini.com::cf8c09de-c40c-47a2-971b-c612c06e0906" providerId="AD" clId="Web-{18465F1D-5318-4331-BB8F-3ECA907939B9}" dt="2024-03-25T05:55:56.873" v="34" actId="14100"/>
          <ac:cxnSpMkLst>
            <pc:docMk/>
            <pc:sldMk cId="3078625140" sldId="2147474171"/>
            <ac:cxnSpMk id="56" creationId="{908B15F9-96A3-EE46-A22E-C2CEB8C4DD23}"/>
          </ac:cxnSpMkLst>
        </pc:cxnChg>
        <pc:cxnChg chg="del">
          <ac:chgData name="Kanduru, Raghava" userId="S::raghava.kanduru@capgemini.com::cf8c09de-c40c-47a2-971b-c612c06e0906" providerId="AD" clId="Web-{18465F1D-5318-4331-BB8F-3ECA907939B9}" dt="2024-03-25T05:48:37.517" v="2"/>
          <ac:cxnSpMkLst>
            <pc:docMk/>
            <pc:sldMk cId="3078625140" sldId="2147474171"/>
            <ac:cxnSpMk id="101" creationId="{5F8379A8-BE95-935F-8C8B-79CE697E143C}"/>
          </ac:cxnSpMkLst>
        </pc:cxnChg>
      </pc:sldChg>
    </pc:docChg>
  </pc:docChgLst>
  <pc:docChgLst>
    <pc:chgData name="Kanduru, Raghava" userId="S::raghava.kanduru@capgemini.com::cf8c09de-c40c-47a2-971b-c612c06e0906" providerId="AD" clId="Web-{00361540-B1A9-4A17-8EAE-83214B8D842A}"/>
    <pc:docChg chg="modSld">
      <pc:chgData name="Kanduru, Raghava" userId="S::raghava.kanduru@capgemini.com::cf8c09de-c40c-47a2-971b-c612c06e0906" providerId="AD" clId="Web-{00361540-B1A9-4A17-8EAE-83214B8D842A}" dt="2024-03-12T09:42:57.032" v="25"/>
      <pc:docMkLst>
        <pc:docMk/>
      </pc:docMkLst>
      <pc:sldChg chg="modSp">
        <pc:chgData name="Kanduru, Raghava" userId="S::raghava.kanduru@capgemini.com::cf8c09de-c40c-47a2-971b-c612c06e0906" providerId="AD" clId="Web-{00361540-B1A9-4A17-8EAE-83214B8D842A}" dt="2024-03-12T09:42:57.032" v="25"/>
        <pc:sldMkLst>
          <pc:docMk/>
          <pc:sldMk cId="1414742847" sldId="2147474160"/>
        </pc:sldMkLst>
        <pc:graphicFrameChg chg="mod modGraphic">
          <ac:chgData name="Kanduru, Raghava" userId="S::raghava.kanduru@capgemini.com::cf8c09de-c40c-47a2-971b-c612c06e0906" providerId="AD" clId="Web-{00361540-B1A9-4A17-8EAE-83214B8D842A}" dt="2024-03-12T09:42:57.032" v="25"/>
          <ac:graphicFrameMkLst>
            <pc:docMk/>
            <pc:sldMk cId="1414742847" sldId="2147474160"/>
            <ac:graphicFrameMk id="7" creationId="{1470A3E6-EED3-B469-6894-7ADF80D74BC2}"/>
          </ac:graphicFrameMkLst>
        </pc:graphicFrameChg>
      </pc:sldChg>
    </pc:docChg>
  </pc:docChgLst>
  <pc:docChgLst>
    <pc:chgData name="Kanduru, Raghava" userId="S::raghava.kanduru@capgemini.com::cf8c09de-c40c-47a2-971b-c612c06e0906" providerId="AD" clId="Web-{F70593F0-FFDB-44C7-A6A8-0863BFFA927C}"/>
    <pc:docChg chg="modSld">
      <pc:chgData name="Kanduru, Raghava" userId="S::raghava.kanduru@capgemini.com::cf8c09de-c40c-47a2-971b-c612c06e0906" providerId="AD" clId="Web-{F70593F0-FFDB-44C7-A6A8-0863BFFA927C}" dt="2024-03-12T12:34:36.364" v="45" actId="14100"/>
      <pc:docMkLst>
        <pc:docMk/>
      </pc:docMkLst>
      <pc:sldChg chg="modSp">
        <pc:chgData name="Kanduru, Raghava" userId="S::raghava.kanduru@capgemini.com::cf8c09de-c40c-47a2-971b-c612c06e0906" providerId="AD" clId="Web-{F70593F0-FFDB-44C7-A6A8-0863BFFA927C}" dt="2024-03-12T12:31:47.594" v="35"/>
        <pc:sldMkLst>
          <pc:docMk/>
          <pc:sldMk cId="3447131155" sldId="2147474155"/>
        </pc:sldMkLst>
        <pc:graphicFrameChg chg="mod modGraphic">
          <ac:chgData name="Kanduru, Raghava" userId="S::raghava.kanduru@capgemini.com::cf8c09de-c40c-47a2-971b-c612c06e0906" providerId="AD" clId="Web-{F70593F0-FFDB-44C7-A6A8-0863BFFA927C}" dt="2024-03-12T12:31:47.594" v="35"/>
          <ac:graphicFrameMkLst>
            <pc:docMk/>
            <pc:sldMk cId="3447131155" sldId="2147474155"/>
            <ac:graphicFrameMk id="2" creationId="{D0BCB5DE-6896-5F5C-6600-0AA0464C3ADF}"/>
          </ac:graphicFrameMkLst>
        </pc:graphicFrameChg>
      </pc:sldChg>
      <pc:sldChg chg="addSp delSp modSp">
        <pc:chgData name="Kanduru, Raghava" userId="S::raghava.kanduru@capgemini.com::cf8c09de-c40c-47a2-971b-c612c06e0906" providerId="AD" clId="Web-{F70593F0-FFDB-44C7-A6A8-0863BFFA927C}" dt="2024-03-12T12:34:36.364" v="45" actId="14100"/>
        <pc:sldMkLst>
          <pc:docMk/>
          <pc:sldMk cId="3711325015" sldId="2147474159"/>
        </pc:sldMkLst>
        <pc:spChg chg="add mod">
          <ac:chgData name="Kanduru, Raghava" userId="S::raghava.kanduru@capgemini.com::cf8c09de-c40c-47a2-971b-c612c06e0906" providerId="AD" clId="Web-{F70593F0-FFDB-44C7-A6A8-0863BFFA927C}" dt="2024-03-12T12:34:36.364" v="45" actId="14100"/>
          <ac:spMkLst>
            <pc:docMk/>
            <pc:sldMk cId="3711325015" sldId="2147474159"/>
            <ac:spMk id="3" creationId="{FEFD9BC5-C28B-C1C8-3052-EEA547CE97F1}"/>
          </ac:spMkLst>
        </pc:spChg>
        <pc:spChg chg="mod">
          <ac:chgData name="Kanduru, Raghava" userId="S::raghava.kanduru@capgemini.com::cf8c09de-c40c-47a2-971b-c612c06e0906" providerId="AD" clId="Web-{F70593F0-FFDB-44C7-A6A8-0863BFFA927C}" dt="2024-03-12T12:34:03.754" v="37" actId="1076"/>
          <ac:spMkLst>
            <pc:docMk/>
            <pc:sldMk cId="3711325015" sldId="2147474159"/>
            <ac:spMk id="31" creationId="{AEF0F270-8715-80BD-8234-1A25BB77CD8A}"/>
          </ac:spMkLst>
        </pc:spChg>
        <pc:spChg chg="mod">
          <ac:chgData name="Kanduru, Raghava" userId="S::raghava.kanduru@capgemini.com::cf8c09de-c40c-47a2-971b-c612c06e0906" providerId="AD" clId="Web-{F70593F0-FFDB-44C7-A6A8-0863BFFA927C}" dt="2024-03-12T12:34:03.801" v="38" actId="1076"/>
          <ac:spMkLst>
            <pc:docMk/>
            <pc:sldMk cId="3711325015" sldId="2147474159"/>
            <ac:spMk id="40" creationId="{352D14A1-BAC8-8576-C1DC-F9C4DD35CBBE}"/>
          </ac:spMkLst>
        </pc:spChg>
        <pc:spChg chg="del">
          <ac:chgData name="Kanduru, Raghava" userId="S::raghava.kanduru@capgemini.com::cf8c09de-c40c-47a2-971b-c612c06e0906" providerId="AD" clId="Web-{F70593F0-FFDB-44C7-A6A8-0863BFFA927C}" dt="2024-03-12T12:33:39.144" v="36"/>
          <ac:spMkLst>
            <pc:docMk/>
            <pc:sldMk cId="3711325015" sldId="2147474159"/>
            <ac:spMk id="41" creationId="{4C190D60-093C-635E-2898-FD5FA695A54C}"/>
          </ac:spMkLst>
        </pc:spChg>
      </pc:sldChg>
    </pc:docChg>
  </pc:docChgLst>
  <pc:docChgLst>
    <pc:chgData name="Kanduru, Raghava" userId="S::raghava.kanduru@capgemini.com::cf8c09de-c40c-47a2-971b-c612c06e0906" providerId="AD" clId="Web-{7F50BFE2-0183-4D87-8A73-C63695869031}"/>
    <pc:docChg chg="modSld">
      <pc:chgData name="Kanduru, Raghava" userId="S::raghava.kanduru@capgemini.com::cf8c09de-c40c-47a2-971b-c612c06e0906" providerId="AD" clId="Web-{7F50BFE2-0183-4D87-8A73-C63695869031}" dt="2024-03-25T06:49:01.593" v="31" actId="1076"/>
      <pc:docMkLst>
        <pc:docMk/>
      </pc:docMkLst>
      <pc:sldChg chg="modSp">
        <pc:chgData name="Kanduru, Raghava" userId="S::raghava.kanduru@capgemini.com::cf8c09de-c40c-47a2-971b-c612c06e0906" providerId="AD" clId="Web-{7F50BFE2-0183-4D87-8A73-C63695869031}" dt="2024-03-25T06:49:01.593" v="31" actId="1076"/>
        <pc:sldMkLst>
          <pc:docMk/>
          <pc:sldMk cId="2823214037" sldId="2147474176"/>
        </pc:sldMkLst>
        <pc:spChg chg="mod">
          <ac:chgData name="Kanduru, Raghava" userId="S::raghava.kanduru@capgemini.com::cf8c09de-c40c-47a2-971b-c612c06e0906" providerId="AD" clId="Web-{7F50BFE2-0183-4D87-8A73-C63695869031}" dt="2024-03-25T06:49:01.593" v="31" actId="1076"/>
          <ac:spMkLst>
            <pc:docMk/>
            <pc:sldMk cId="2823214037" sldId="2147474176"/>
            <ac:spMk id="3" creationId="{B8B85DE2-8B78-E8BD-059A-35D2CCC79250}"/>
          </ac:spMkLst>
        </pc:spChg>
      </pc:sldChg>
    </pc:docChg>
  </pc:docChgLst>
  <pc:docChgLst>
    <pc:chgData name="Gudla, Natraj" userId="1b097815-ad51-435d-a557-eb69be7a0b69" providerId="ADAL" clId="{877EFAA5-73A5-4627-B2FB-FAB7E14C99C3}"/>
    <pc:docChg chg="custSel delSld modSld">
      <pc:chgData name="Gudla, Natraj" userId="1b097815-ad51-435d-a557-eb69be7a0b69" providerId="ADAL" clId="{877EFAA5-73A5-4627-B2FB-FAB7E14C99C3}" dt="2024-03-25T13:04:15.723" v="279" actId="2696"/>
      <pc:docMkLst>
        <pc:docMk/>
      </pc:docMkLst>
      <pc:sldChg chg="modSp mod">
        <pc:chgData name="Gudla, Natraj" userId="1b097815-ad51-435d-a557-eb69be7a0b69" providerId="ADAL" clId="{877EFAA5-73A5-4627-B2FB-FAB7E14C99C3}" dt="2024-03-25T12:59:22.768" v="213" actId="20577"/>
        <pc:sldMkLst>
          <pc:docMk/>
          <pc:sldMk cId="1853885874" sldId="2141412330"/>
        </pc:sldMkLst>
        <pc:graphicFrameChg chg="modGraphic">
          <ac:chgData name="Gudla, Natraj" userId="1b097815-ad51-435d-a557-eb69be7a0b69" providerId="ADAL" clId="{877EFAA5-73A5-4627-B2FB-FAB7E14C99C3}" dt="2024-03-25T12:59:22.768" v="213" actId="20577"/>
          <ac:graphicFrameMkLst>
            <pc:docMk/>
            <pc:sldMk cId="1853885874" sldId="2141412330"/>
            <ac:graphicFrameMk id="4" creationId="{BF751E83-40E8-42F7-A58D-21FB1E3D3346}"/>
          </ac:graphicFrameMkLst>
        </pc:graphicFrameChg>
      </pc:sldChg>
      <pc:sldChg chg="addSp modSp mod">
        <pc:chgData name="Gudla, Natraj" userId="1b097815-ad51-435d-a557-eb69be7a0b69" providerId="ADAL" clId="{877EFAA5-73A5-4627-B2FB-FAB7E14C99C3}" dt="2024-03-24T11:29:19.800" v="127" actId="404"/>
        <pc:sldMkLst>
          <pc:docMk/>
          <pc:sldMk cId="3711325015" sldId="2147474159"/>
        </pc:sldMkLst>
        <pc:spChg chg="mod">
          <ac:chgData name="Gudla, Natraj" userId="1b097815-ad51-435d-a557-eb69be7a0b69" providerId="ADAL" clId="{877EFAA5-73A5-4627-B2FB-FAB7E14C99C3}" dt="2024-03-24T11:25:56.671" v="56" actId="404"/>
          <ac:spMkLst>
            <pc:docMk/>
            <pc:sldMk cId="3711325015" sldId="2147474159"/>
            <ac:spMk id="28" creationId="{CB358107-C9B2-244E-007B-C2A7ADF39805}"/>
          </ac:spMkLst>
        </pc:spChg>
        <pc:spChg chg="mod">
          <ac:chgData name="Gudla, Natraj" userId="1b097815-ad51-435d-a557-eb69be7a0b69" providerId="ADAL" clId="{877EFAA5-73A5-4627-B2FB-FAB7E14C99C3}" dt="2024-03-24T11:27:02.320" v="110" actId="404"/>
          <ac:spMkLst>
            <pc:docMk/>
            <pc:sldMk cId="3711325015" sldId="2147474159"/>
            <ac:spMk id="31" creationId="{AEF0F270-8715-80BD-8234-1A25BB77CD8A}"/>
          </ac:spMkLst>
        </pc:spChg>
        <pc:spChg chg="mod">
          <ac:chgData name="Gudla, Natraj" userId="1b097815-ad51-435d-a557-eb69be7a0b69" providerId="ADAL" clId="{877EFAA5-73A5-4627-B2FB-FAB7E14C99C3}" dt="2024-03-24T11:26:16.469" v="85" actId="404"/>
          <ac:spMkLst>
            <pc:docMk/>
            <pc:sldMk cId="3711325015" sldId="2147474159"/>
            <ac:spMk id="40" creationId="{352D14A1-BAC8-8576-C1DC-F9C4DD35CBBE}"/>
          </ac:spMkLst>
        </pc:spChg>
        <pc:spChg chg="add mod">
          <ac:chgData name="Gudla, Natraj" userId="1b097815-ad51-435d-a557-eb69be7a0b69" providerId="ADAL" clId="{877EFAA5-73A5-4627-B2FB-FAB7E14C99C3}" dt="2024-03-21T09:27:55.736" v="7" actId="255"/>
          <ac:spMkLst>
            <pc:docMk/>
            <pc:sldMk cId="3711325015" sldId="2147474159"/>
            <ac:spMk id="44" creationId="{1CBCB0FD-153D-C192-1315-DF69BB26EA25}"/>
          </ac:spMkLst>
        </pc:spChg>
        <pc:spChg chg="mod">
          <ac:chgData name="Gudla, Natraj" userId="1b097815-ad51-435d-a557-eb69be7a0b69" providerId="ADAL" clId="{877EFAA5-73A5-4627-B2FB-FAB7E14C99C3}" dt="2024-03-24T11:29:19.800" v="127" actId="404"/>
          <ac:spMkLst>
            <pc:docMk/>
            <pc:sldMk cId="3711325015" sldId="2147474159"/>
            <ac:spMk id="48" creationId="{DBBD1BD3-AEB4-3796-CD10-3E64FE8AEC55}"/>
          </ac:spMkLst>
        </pc:spChg>
        <pc:spChg chg="mod">
          <ac:chgData name="Gudla, Natraj" userId="1b097815-ad51-435d-a557-eb69be7a0b69" providerId="ADAL" clId="{877EFAA5-73A5-4627-B2FB-FAB7E14C99C3}" dt="2024-03-24T11:29:09.982" v="120" actId="404"/>
          <ac:spMkLst>
            <pc:docMk/>
            <pc:sldMk cId="3711325015" sldId="2147474159"/>
            <ac:spMk id="49" creationId="{4D207688-39E6-D5AF-EA8F-22F7187A7A77}"/>
          </ac:spMkLst>
        </pc:spChg>
        <pc:spChg chg="add mod">
          <ac:chgData name="Gudla, Natraj" userId="1b097815-ad51-435d-a557-eb69be7a0b69" providerId="ADAL" clId="{877EFAA5-73A5-4627-B2FB-FAB7E14C99C3}" dt="2024-03-24T11:25:37.292" v="38" actId="404"/>
          <ac:spMkLst>
            <pc:docMk/>
            <pc:sldMk cId="3711325015" sldId="2147474159"/>
            <ac:spMk id="59" creationId="{E1EECE60-297C-9E91-CE2E-5818C22F13B3}"/>
          </ac:spMkLst>
        </pc:spChg>
      </pc:sldChg>
      <pc:sldChg chg="addSp delSp modSp mod">
        <pc:chgData name="Gudla, Natraj" userId="1b097815-ad51-435d-a557-eb69be7a0b69" providerId="ADAL" clId="{877EFAA5-73A5-4627-B2FB-FAB7E14C99C3}" dt="2024-03-25T13:03:53.021" v="278"/>
        <pc:sldMkLst>
          <pc:docMk/>
          <pc:sldMk cId="3571720637" sldId="2147474170"/>
        </pc:sldMkLst>
        <pc:spChg chg="mod">
          <ac:chgData name="Gudla, Natraj" userId="1b097815-ad51-435d-a557-eb69be7a0b69" providerId="ADAL" clId="{877EFAA5-73A5-4627-B2FB-FAB7E14C99C3}" dt="2024-03-25T13:03:44.164" v="274" actId="20577"/>
          <ac:spMkLst>
            <pc:docMk/>
            <pc:sldMk cId="3571720637" sldId="2147474170"/>
            <ac:spMk id="11" creationId="{5E4768D8-7D86-1A98-AE15-7F66D8D62FE4}"/>
          </ac:spMkLst>
        </pc:spChg>
        <pc:graphicFrameChg chg="add del mod">
          <ac:chgData name="Gudla, Natraj" userId="1b097815-ad51-435d-a557-eb69be7a0b69" providerId="ADAL" clId="{877EFAA5-73A5-4627-B2FB-FAB7E14C99C3}" dt="2024-03-25T13:00:01.683" v="215" actId="478"/>
          <ac:graphicFrameMkLst>
            <pc:docMk/>
            <pc:sldMk cId="3571720637" sldId="2147474170"/>
            <ac:graphicFrameMk id="2" creationId="{F0AFEC4E-2DF5-1289-5325-43F8558F7B24}"/>
          </ac:graphicFrameMkLst>
        </pc:graphicFrameChg>
        <pc:graphicFrameChg chg="add del mod">
          <ac:chgData name="Gudla, Natraj" userId="1b097815-ad51-435d-a557-eb69be7a0b69" providerId="ADAL" clId="{877EFAA5-73A5-4627-B2FB-FAB7E14C99C3}" dt="2024-03-25T13:00:44.815" v="218" actId="478"/>
          <ac:graphicFrameMkLst>
            <pc:docMk/>
            <pc:sldMk cId="3571720637" sldId="2147474170"/>
            <ac:graphicFrameMk id="5" creationId="{5747F383-9D11-E555-445D-3ECBAEE6ACD9}"/>
          </ac:graphicFrameMkLst>
        </pc:graphicFrameChg>
        <pc:graphicFrameChg chg="add mod">
          <ac:chgData name="Gudla, Natraj" userId="1b097815-ad51-435d-a557-eb69be7a0b69" providerId="ADAL" clId="{877EFAA5-73A5-4627-B2FB-FAB7E14C99C3}" dt="2024-03-25T13:03:53.021" v="278"/>
          <ac:graphicFrameMkLst>
            <pc:docMk/>
            <pc:sldMk cId="3571720637" sldId="2147474170"/>
            <ac:graphicFrameMk id="8" creationId="{399944F4-BC7B-A742-0866-92C65B2463AB}"/>
          </ac:graphicFrameMkLst>
        </pc:graphicFrameChg>
        <pc:picChg chg="del">
          <ac:chgData name="Gudla, Natraj" userId="1b097815-ad51-435d-a557-eb69be7a0b69" providerId="ADAL" clId="{877EFAA5-73A5-4627-B2FB-FAB7E14C99C3}" dt="2024-03-25T13:02:11.760" v="221" actId="478"/>
          <ac:picMkLst>
            <pc:docMk/>
            <pc:sldMk cId="3571720637" sldId="2147474170"/>
            <ac:picMk id="4" creationId="{327F659C-FD25-AF0E-1468-035609DD9D19}"/>
          </ac:picMkLst>
        </pc:picChg>
        <pc:picChg chg="mod">
          <ac:chgData name="Gudla, Natraj" userId="1b097815-ad51-435d-a557-eb69be7a0b69" providerId="ADAL" clId="{877EFAA5-73A5-4627-B2FB-FAB7E14C99C3}" dt="2024-03-25T13:03:06.094" v="244" actId="1076"/>
          <ac:picMkLst>
            <pc:docMk/>
            <pc:sldMk cId="3571720637" sldId="2147474170"/>
            <ac:picMk id="10" creationId="{E360E3B9-C1CC-F3B6-D994-203E31232876}"/>
          </ac:picMkLst>
        </pc:picChg>
      </pc:sldChg>
      <pc:sldChg chg="del">
        <pc:chgData name="Gudla, Natraj" userId="1b097815-ad51-435d-a557-eb69be7a0b69" providerId="ADAL" clId="{877EFAA5-73A5-4627-B2FB-FAB7E14C99C3}" dt="2024-03-25T13:04:15.723" v="279" actId="2696"/>
        <pc:sldMkLst>
          <pc:docMk/>
          <pc:sldMk cId="2823214037" sldId="2147474176"/>
        </pc:sldMkLst>
      </pc:sldChg>
    </pc:docChg>
  </pc:docChgLst>
  <pc:docChgLst>
    <pc:chgData name="Kanduru, Raghava" userId="S::raghava.kanduru@capgemini.com::cf8c09de-c40c-47a2-971b-c612c06e0906" providerId="AD" clId="Web-{EF94DF0B-611D-4F60-97FC-6EA864EC2998}"/>
    <pc:docChg chg="addSld delSld">
      <pc:chgData name="Kanduru, Raghava" userId="S::raghava.kanduru@capgemini.com::cf8c09de-c40c-47a2-971b-c612c06e0906" providerId="AD" clId="Web-{EF94DF0B-611D-4F60-97FC-6EA864EC2998}" dt="2024-03-12T18:25:20.973" v="1"/>
      <pc:docMkLst>
        <pc:docMk/>
      </pc:docMkLst>
      <pc:sldChg chg="del">
        <pc:chgData name="Kanduru, Raghava" userId="S::raghava.kanduru@capgemini.com::cf8c09de-c40c-47a2-971b-c612c06e0906" providerId="AD" clId="Web-{EF94DF0B-611D-4F60-97FC-6EA864EC2998}" dt="2024-03-12T18:25:20.973" v="1"/>
        <pc:sldMkLst>
          <pc:docMk/>
          <pc:sldMk cId="3281052071" sldId="2147474166"/>
        </pc:sldMkLst>
      </pc:sldChg>
      <pc:sldChg chg="add">
        <pc:chgData name="Kanduru, Raghava" userId="S::raghava.kanduru@capgemini.com::cf8c09de-c40c-47a2-971b-c612c06e0906" providerId="AD" clId="Web-{EF94DF0B-611D-4F60-97FC-6EA864EC2998}" dt="2024-03-12T18:25:07.395" v="0"/>
        <pc:sldMkLst>
          <pc:docMk/>
          <pc:sldMk cId="2907488151" sldId="2147474168"/>
        </pc:sldMkLst>
      </pc:sldChg>
    </pc:docChg>
  </pc:docChgLst>
  <pc:docChgLst>
    <pc:chgData name="Dixon, Peter" userId="157dab50-21ce-4266-8b26-caaaf77ba269" providerId="ADAL" clId="{906D48D3-5BBF-4672-BBAA-E51FB463DF3F}"/>
    <pc:docChg chg="undo custSel modSld">
      <pc:chgData name="Dixon, Peter" userId="157dab50-21ce-4266-8b26-caaaf77ba269" providerId="ADAL" clId="{906D48D3-5BBF-4672-BBAA-E51FB463DF3F}" dt="2024-03-12T16:49:12.299" v="24" actId="1037"/>
      <pc:docMkLst>
        <pc:docMk/>
      </pc:docMkLst>
      <pc:sldChg chg="addSp modSp mod">
        <pc:chgData name="Dixon, Peter" userId="157dab50-21ce-4266-8b26-caaaf77ba269" providerId="ADAL" clId="{906D48D3-5BBF-4672-BBAA-E51FB463DF3F}" dt="2024-03-12T16:49:12.299" v="24" actId="1037"/>
        <pc:sldMkLst>
          <pc:docMk/>
          <pc:sldMk cId="3711325015" sldId="2147474159"/>
        </pc:sldMkLst>
        <pc:spChg chg="mod">
          <ac:chgData name="Dixon, Peter" userId="157dab50-21ce-4266-8b26-caaaf77ba269" providerId="ADAL" clId="{906D48D3-5BBF-4672-BBAA-E51FB463DF3F}" dt="2024-03-12T16:47:40.846" v="5" actId="14100"/>
          <ac:spMkLst>
            <pc:docMk/>
            <pc:sldMk cId="3711325015" sldId="2147474159"/>
            <ac:spMk id="12" creationId="{9E4BF4D9-9D54-2EA5-0D69-7C0FF8C6E2A2}"/>
          </ac:spMkLst>
        </pc:spChg>
        <pc:spChg chg="mod">
          <ac:chgData name="Dixon, Peter" userId="157dab50-21ce-4266-8b26-caaaf77ba269" providerId="ADAL" clId="{906D48D3-5BBF-4672-BBAA-E51FB463DF3F}" dt="2024-03-12T16:47:49.982" v="7" actId="1076"/>
          <ac:spMkLst>
            <pc:docMk/>
            <pc:sldMk cId="3711325015" sldId="2147474159"/>
            <ac:spMk id="14" creationId="{6BB6CD4C-2327-F604-CD62-6B258FAE91F0}"/>
          </ac:spMkLst>
        </pc:spChg>
        <pc:spChg chg="add mod">
          <ac:chgData name="Dixon, Peter" userId="157dab50-21ce-4266-8b26-caaaf77ba269" providerId="ADAL" clId="{906D48D3-5BBF-4672-BBAA-E51FB463DF3F}" dt="2024-03-12T16:49:00.227" v="17" actId="14100"/>
          <ac:spMkLst>
            <pc:docMk/>
            <pc:sldMk cId="3711325015" sldId="2147474159"/>
            <ac:spMk id="17" creationId="{846966F0-5E16-612A-9412-C827212895C9}"/>
          </ac:spMkLst>
        </pc:spChg>
        <pc:spChg chg="add mod">
          <ac:chgData name="Dixon, Peter" userId="157dab50-21ce-4266-8b26-caaaf77ba269" providerId="ADAL" clId="{906D48D3-5BBF-4672-BBAA-E51FB463DF3F}" dt="2024-03-12T16:49:12.299" v="24" actId="1037"/>
          <ac:spMkLst>
            <pc:docMk/>
            <pc:sldMk cId="3711325015" sldId="2147474159"/>
            <ac:spMk id="20" creationId="{A8187D7B-98E8-6FCC-FC22-874EE1851C75}"/>
          </ac:spMkLst>
        </pc:spChg>
        <pc:spChg chg="add mod">
          <ac:chgData name="Dixon, Peter" userId="157dab50-21ce-4266-8b26-caaaf77ba269" providerId="ADAL" clId="{906D48D3-5BBF-4672-BBAA-E51FB463DF3F}" dt="2024-03-12T16:48:40.659" v="14" actId="14100"/>
          <ac:spMkLst>
            <pc:docMk/>
            <pc:sldMk cId="3711325015" sldId="2147474159"/>
            <ac:spMk id="21" creationId="{FF45D8A4-E275-79B8-A8E9-13563C01DC2B}"/>
          </ac:spMkLst>
        </pc:spChg>
        <pc:spChg chg="mod">
          <ac:chgData name="Dixon, Peter" userId="157dab50-21ce-4266-8b26-caaaf77ba269" providerId="ADAL" clId="{906D48D3-5BBF-4672-BBAA-E51FB463DF3F}" dt="2024-03-12T16:47:08.081" v="0" actId="1076"/>
          <ac:spMkLst>
            <pc:docMk/>
            <pc:sldMk cId="3711325015" sldId="2147474159"/>
            <ac:spMk id="29" creationId="{82A4A6F6-0286-166E-F87A-239937A5288F}"/>
          </ac:spMkLst>
        </pc:spChg>
      </pc:sldChg>
    </pc:docChg>
  </pc:docChgLst>
  <pc:docChgLst>
    <pc:chgData name="Kanduru, Raghava" userId="S::raghava.kanduru@capgemini.com::cf8c09de-c40c-47a2-971b-c612c06e0906" providerId="AD" clId="Web-{63AAD094-420F-4012-A966-A977F70FBF11}"/>
    <pc:docChg chg="addSld delSld modSld">
      <pc:chgData name="Kanduru, Raghava" userId="S::raghava.kanduru@capgemini.com::cf8c09de-c40c-47a2-971b-c612c06e0906" providerId="AD" clId="Web-{63AAD094-420F-4012-A966-A977F70FBF11}" dt="2024-03-12T09:18:17.096" v="9"/>
      <pc:docMkLst>
        <pc:docMk/>
      </pc:docMkLst>
      <pc:sldChg chg="modSp del">
        <pc:chgData name="Kanduru, Raghava" userId="S::raghava.kanduru@capgemini.com::cf8c09de-c40c-47a2-971b-c612c06e0906" providerId="AD" clId="Web-{63AAD094-420F-4012-A966-A977F70FBF11}" dt="2024-03-12T09:18:17.096" v="9"/>
        <pc:sldMkLst>
          <pc:docMk/>
          <pc:sldMk cId="1777781894" sldId="2147474098"/>
        </pc:sldMkLst>
        <pc:spChg chg="mod">
          <ac:chgData name="Kanduru, Raghava" userId="S::raghava.kanduru@capgemini.com::cf8c09de-c40c-47a2-971b-c612c06e0906" providerId="AD" clId="Web-{63AAD094-420F-4012-A966-A977F70FBF11}" dt="2024-03-12T09:13:57.873" v="1"/>
          <ac:spMkLst>
            <pc:docMk/>
            <pc:sldMk cId="1777781894" sldId="2147474098"/>
            <ac:spMk id="4" creationId="{706B6A75-28EE-1CEB-7E72-360E7BA43EB4}"/>
          </ac:spMkLst>
        </pc:spChg>
        <pc:spChg chg="mod">
          <ac:chgData name="Kanduru, Raghava" userId="S::raghava.kanduru@capgemini.com::cf8c09de-c40c-47a2-971b-c612c06e0906" providerId="AD" clId="Web-{63AAD094-420F-4012-A966-A977F70FBF11}" dt="2024-03-12T09:16:39.751" v="7" actId="1076"/>
          <ac:spMkLst>
            <pc:docMk/>
            <pc:sldMk cId="1777781894" sldId="2147474098"/>
            <ac:spMk id="64" creationId="{56C8ED0B-81D8-46AA-6AD3-9599BED25299}"/>
          </ac:spMkLst>
        </pc:spChg>
        <pc:spChg chg="mod">
          <ac:chgData name="Kanduru, Raghava" userId="S::raghava.kanduru@capgemini.com::cf8c09de-c40c-47a2-971b-c612c06e0906" providerId="AD" clId="Web-{63AAD094-420F-4012-A966-A977F70FBF11}" dt="2024-03-12T09:14:24.436" v="3"/>
          <ac:spMkLst>
            <pc:docMk/>
            <pc:sldMk cId="1777781894" sldId="2147474098"/>
            <ac:spMk id="67" creationId="{3E936388-8B97-58FF-A34C-E612EA3AE1DB}"/>
          </ac:spMkLst>
        </pc:spChg>
        <pc:spChg chg="mod">
          <ac:chgData name="Kanduru, Raghava" userId="S::raghava.kanduru@capgemini.com::cf8c09de-c40c-47a2-971b-c612c06e0906" providerId="AD" clId="Web-{63AAD094-420F-4012-A966-A977F70FBF11}" dt="2024-03-12T09:14:24.436" v="4"/>
          <ac:spMkLst>
            <pc:docMk/>
            <pc:sldMk cId="1777781894" sldId="2147474098"/>
            <ac:spMk id="68" creationId="{6EC92D07-E96C-E6F1-6144-5C016A8483E5}"/>
          </ac:spMkLst>
        </pc:spChg>
        <pc:spChg chg="mod">
          <ac:chgData name="Kanduru, Raghava" userId="S::raghava.kanduru@capgemini.com::cf8c09de-c40c-47a2-971b-c612c06e0906" providerId="AD" clId="Web-{63AAD094-420F-4012-A966-A977F70FBF11}" dt="2024-03-12T09:14:24.436" v="5"/>
          <ac:spMkLst>
            <pc:docMk/>
            <pc:sldMk cId="1777781894" sldId="2147474098"/>
            <ac:spMk id="69" creationId="{5D7DF35D-547B-CEF6-8912-5239B47DA582}"/>
          </ac:spMkLst>
        </pc:spChg>
        <pc:spChg chg="mod">
          <ac:chgData name="Kanduru, Raghava" userId="S::raghava.kanduru@capgemini.com::cf8c09de-c40c-47a2-971b-c612c06e0906" providerId="AD" clId="Web-{63AAD094-420F-4012-A966-A977F70FBF11}" dt="2024-03-12T09:14:24.655" v="6"/>
          <ac:spMkLst>
            <pc:docMk/>
            <pc:sldMk cId="1777781894" sldId="2147474098"/>
            <ac:spMk id="70" creationId="{FAE2441E-7556-7B01-38DD-4F7576311E9F}"/>
          </ac:spMkLst>
        </pc:spChg>
      </pc:sldChg>
      <pc:sldChg chg="add">
        <pc:chgData name="Kanduru, Raghava" userId="S::raghava.kanduru@capgemini.com::cf8c09de-c40c-47a2-971b-c612c06e0906" providerId="AD" clId="Web-{63AAD094-420F-4012-A966-A977F70FBF11}" dt="2024-03-12T09:18:06.408" v="8"/>
        <pc:sldMkLst>
          <pc:docMk/>
          <pc:sldMk cId="3236229823" sldId="2147474164"/>
        </pc:sldMkLst>
      </pc:sldChg>
    </pc:docChg>
  </pc:docChgLst>
  <pc:docChgLst>
    <pc:chgData name="Kanduru, Raghava" userId="S::raghava.kanduru@capgemini.com::cf8c09de-c40c-47a2-971b-c612c06e0906" providerId="AD" clId="Web-{A6D5B972-DDEA-4245-9281-6BD8EF20A56E}"/>
    <pc:docChg chg="modSld">
      <pc:chgData name="Kanduru, Raghava" userId="S::raghava.kanduru@capgemini.com::cf8c09de-c40c-47a2-971b-c612c06e0906" providerId="AD" clId="Web-{A6D5B972-DDEA-4245-9281-6BD8EF20A56E}" dt="2024-03-12T10:58:13.886" v="79"/>
      <pc:docMkLst>
        <pc:docMk/>
      </pc:docMkLst>
      <pc:sldChg chg="delSp modSp">
        <pc:chgData name="Kanduru, Raghava" userId="S::raghava.kanduru@capgemini.com::cf8c09de-c40c-47a2-971b-c612c06e0906" providerId="AD" clId="Web-{A6D5B972-DDEA-4245-9281-6BD8EF20A56E}" dt="2024-03-12T10:58:03.886" v="78"/>
        <pc:sldMkLst>
          <pc:docMk/>
          <pc:sldMk cId="1411463970" sldId="2147474152"/>
        </pc:sldMkLst>
        <pc:spChg chg="del mod">
          <ac:chgData name="Kanduru, Raghava" userId="S::raghava.kanduru@capgemini.com::cf8c09de-c40c-47a2-971b-c612c06e0906" providerId="AD" clId="Web-{A6D5B972-DDEA-4245-9281-6BD8EF20A56E}" dt="2024-03-12T10:58:03.886" v="78"/>
          <ac:spMkLst>
            <pc:docMk/>
            <pc:sldMk cId="1411463970" sldId="2147474152"/>
            <ac:spMk id="5" creationId="{4CA39B15-9949-C8EF-AD56-299DB327751E}"/>
          </ac:spMkLst>
        </pc:spChg>
      </pc:sldChg>
      <pc:sldChg chg="delSp">
        <pc:chgData name="Kanduru, Raghava" userId="S::raghava.kanduru@capgemini.com::cf8c09de-c40c-47a2-971b-c612c06e0906" providerId="AD" clId="Web-{A6D5B972-DDEA-4245-9281-6BD8EF20A56E}" dt="2024-03-12T10:58:13.886" v="79"/>
        <pc:sldMkLst>
          <pc:docMk/>
          <pc:sldMk cId="2001861423" sldId="2147474153"/>
        </pc:sldMkLst>
        <pc:spChg chg="del">
          <ac:chgData name="Kanduru, Raghava" userId="S::raghava.kanduru@capgemini.com::cf8c09de-c40c-47a2-971b-c612c06e0906" providerId="AD" clId="Web-{A6D5B972-DDEA-4245-9281-6BD8EF20A56E}" dt="2024-03-12T10:58:13.886" v="79"/>
          <ac:spMkLst>
            <pc:docMk/>
            <pc:sldMk cId="2001861423" sldId="2147474153"/>
            <ac:spMk id="5" creationId="{4CA39B15-9949-C8EF-AD56-299DB327751E}"/>
          </ac:spMkLst>
        </pc:spChg>
      </pc:sldChg>
      <pc:sldChg chg="modSp">
        <pc:chgData name="Kanduru, Raghava" userId="S::raghava.kanduru@capgemini.com::cf8c09de-c40c-47a2-971b-c612c06e0906" providerId="AD" clId="Web-{A6D5B972-DDEA-4245-9281-6BD8EF20A56E}" dt="2024-03-12T10:57:16.681" v="75"/>
        <pc:sldMkLst>
          <pc:docMk/>
          <pc:sldMk cId="1414742847" sldId="2147474160"/>
        </pc:sldMkLst>
        <pc:graphicFrameChg chg="mod modGraphic">
          <ac:chgData name="Kanduru, Raghava" userId="S::raghava.kanduru@capgemini.com::cf8c09de-c40c-47a2-971b-c612c06e0906" providerId="AD" clId="Web-{A6D5B972-DDEA-4245-9281-6BD8EF20A56E}" dt="2024-03-12T10:57:16.681" v="75"/>
          <ac:graphicFrameMkLst>
            <pc:docMk/>
            <pc:sldMk cId="1414742847" sldId="2147474160"/>
            <ac:graphicFrameMk id="7" creationId="{1470A3E6-EED3-B469-6894-7ADF80D74BC2}"/>
          </ac:graphicFrameMkLst>
        </pc:graphicFrameChg>
      </pc:sldChg>
      <pc:sldChg chg="modSp">
        <pc:chgData name="Kanduru, Raghava" userId="S::raghava.kanduru@capgemini.com::cf8c09de-c40c-47a2-971b-c612c06e0906" providerId="AD" clId="Web-{A6D5B972-DDEA-4245-9281-6BD8EF20A56E}" dt="2024-03-12T10:56:09.492" v="9"/>
        <pc:sldMkLst>
          <pc:docMk/>
          <pc:sldMk cId="885501633" sldId="2147474161"/>
        </pc:sldMkLst>
        <pc:graphicFrameChg chg="mod modGraphic">
          <ac:chgData name="Kanduru, Raghava" userId="S::raghava.kanduru@capgemini.com::cf8c09de-c40c-47a2-971b-c612c06e0906" providerId="AD" clId="Web-{A6D5B972-DDEA-4245-9281-6BD8EF20A56E}" dt="2024-03-12T10:56:09.492" v="9"/>
          <ac:graphicFrameMkLst>
            <pc:docMk/>
            <pc:sldMk cId="885501633" sldId="2147474161"/>
            <ac:graphicFrameMk id="7" creationId="{F09AD3DE-54A7-DD92-2123-3432F75CB9A8}"/>
          </ac:graphicFrameMkLst>
        </pc:graphicFrameChg>
      </pc:sldChg>
    </pc:docChg>
  </pc:docChgLst>
  <pc:docChgLst>
    <pc:chgData name="Gudla, Natraj" userId="1b097815-ad51-435d-a557-eb69be7a0b69" providerId="ADAL" clId="{DAF2F519-C8AF-4C4B-8168-8B23EFDE8FEE}"/>
    <pc:docChg chg="undo custSel addSld delSld modSld sldOrd">
      <pc:chgData name="Gudla, Natraj" userId="1b097815-ad51-435d-a557-eb69be7a0b69" providerId="ADAL" clId="{DAF2F519-C8AF-4C4B-8168-8B23EFDE8FEE}" dt="2024-03-19T12:22:50.200" v="1613" actId="20577"/>
      <pc:docMkLst>
        <pc:docMk/>
      </pc:docMkLst>
      <pc:sldChg chg="mod modShow">
        <pc:chgData name="Gudla, Natraj" userId="1b097815-ad51-435d-a557-eb69be7a0b69" providerId="ADAL" clId="{DAF2F519-C8AF-4C4B-8168-8B23EFDE8FEE}" dt="2024-03-18T13:47:00.313" v="867" actId="729"/>
        <pc:sldMkLst>
          <pc:docMk/>
          <pc:sldMk cId="0" sldId="263"/>
        </pc:sldMkLst>
      </pc:sldChg>
      <pc:sldChg chg="modSp mod">
        <pc:chgData name="Gudla, Natraj" userId="1b097815-ad51-435d-a557-eb69be7a0b69" providerId="ADAL" clId="{DAF2F519-C8AF-4C4B-8168-8B23EFDE8FEE}" dt="2024-03-19T08:14:38.522" v="1464" actId="20577"/>
        <pc:sldMkLst>
          <pc:docMk/>
          <pc:sldMk cId="3832760879" sldId="2076137775"/>
        </pc:sldMkLst>
        <pc:spChg chg="mod">
          <ac:chgData name="Gudla, Natraj" userId="1b097815-ad51-435d-a557-eb69be7a0b69" providerId="ADAL" clId="{DAF2F519-C8AF-4C4B-8168-8B23EFDE8FEE}" dt="2024-03-19T08:14:38.522" v="1464" actId="20577"/>
          <ac:spMkLst>
            <pc:docMk/>
            <pc:sldMk cId="3832760879" sldId="2076137775"/>
            <ac:spMk id="6" creationId="{8F405387-D8E2-4B6F-964A-5340BD4F7A0C}"/>
          </ac:spMkLst>
        </pc:spChg>
      </pc:sldChg>
      <pc:sldChg chg="modSp mod">
        <pc:chgData name="Gudla, Natraj" userId="1b097815-ad51-435d-a557-eb69be7a0b69" providerId="ADAL" clId="{DAF2F519-C8AF-4C4B-8168-8B23EFDE8FEE}" dt="2024-03-19T12:22:50.200" v="1613" actId="20577"/>
        <pc:sldMkLst>
          <pc:docMk/>
          <pc:sldMk cId="1853885874" sldId="2141412330"/>
        </pc:sldMkLst>
        <pc:graphicFrameChg chg="modGraphic">
          <ac:chgData name="Gudla, Natraj" userId="1b097815-ad51-435d-a557-eb69be7a0b69" providerId="ADAL" clId="{DAF2F519-C8AF-4C4B-8168-8B23EFDE8FEE}" dt="2024-03-19T12:22:50.200" v="1613" actId="20577"/>
          <ac:graphicFrameMkLst>
            <pc:docMk/>
            <pc:sldMk cId="1853885874" sldId="2141412330"/>
            <ac:graphicFrameMk id="4" creationId="{BF751E83-40E8-42F7-A58D-21FB1E3D3346}"/>
          </ac:graphicFrameMkLst>
        </pc:graphicFrameChg>
      </pc:sldChg>
      <pc:sldChg chg="modSp mod">
        <pc:chgData name="Gudla, Natraj" userId="1b097815-ad51-435d-a557-eb69be7a0b69" providerId="ADAL" clId="{DAF2F519-C8AF-4C4B-8168-8B23EFDE8FEE}" dt="2024-03-18T15:05:56.837" v="898" actId="5793"/>
        <pc:sldMkLst>
          <pc:docMk/>
          <pc:sldMk cId="1923745520" sldId="2147474097"/>
        </pc:sldMkLst>
        <pc:spChg chg="mod">
          <ac:chgData name="Gudla, Natraj" userId="1b097815-ad51-435d-a557-eb69be7a0b69" providerId="ADAL" clId="{DAF2F519-C8AF-4C4B-8168-8B23EFDE8FEE}" dt="2024-03-18T15:05:56.837" v="898" actId="5793"/>
          <ac:spMkLst>
            <pc:docMk/>
            <pc:sldMk cId="1923745520" sldId="2147474097"/>
            <ac:spMk id="11" creationId="{CE5626D2-4B84-6929-D4F9-1F67489262B8}"/>
          </ac:spMkLst>
        </pc:spChg>
      </pc:sldChg>
      <pc:sldChg chg="modSp mod">
        <pc:chgData name="Gudla, Natraj" userId="1b097815-ad51-435d-a557-eb69be7a0b69" providerId="ADAL" clId="{DAF2F519-C8AF-4C4B-8168-8B23EFDE8FEE}" dt="2024-03-19T08:21:13.184" v="1533" actId="6549"/>
        <pc:sldMkLst>
          <pc:docMk/>
          <pc:sldMk cId="336240612" sldId="2147474119"/>
        </pc:sldMkLst>
        <pc:spChg chg="mod">
          <ac:chgData name="Gudla, Natraj" userId="1b097815-ad51-435d-a557-eb69be7a0b69" providerId="ADAL" clId="{DAF2F519-C8AF-4C4B-8168-8B23EFDE8FEE}" dt="2024-03-19T08:21:13.184" v="1533" actId="6549"/>
          <ac:spMkLst>
            <pc:docMk/>
            <pc:sldMk cId="336240612" sldId="2147474119"/>
            <ac:spMk id="3" creationId="{E8D7E566-D0A0-BDA1-692E-AEC1850354BA}"/>
          </ac:spMkLst>
        </pc:spChg>
        <pc:spChg chg="mod">
          <ac:chgData name="Gudla, Natraj" userId="1b097815-ad51-435d-a557-eb69be7a0b69" providerId="ADAL" clId="{DAF2F519-C8AF-4C4B-8168-8B23EFDE8FEE}" dt="2024-03-18T11:35:40.786" v="554" actId="404"/>
          <ac:spMkLst>
            <pc:docMk/>
            <pc:sldMk cId="336240612" sldId="2147474119"/>
            <ac:spMk id="7" creationId="{E11ECEF2-9C2A-4D25-707D-105F042E2365}"/>
          </ac:spMkLst>
        </pc:spChg>
        <pc:spChg chg="mod">
          <ac:chgData name="Gudla, Natraj" userId="1b097815-ad51-435d-a557-eb69be7a0b69" providerId="ADAL" clId="{DAF2F519-C8AF-4C4B-8168-8B23EFDE8FEE}" dt="2024-03-18T11:34:43.641" v="398" actId="20577"/>
          <ac:spMkLst>
            <pc:docMk/>
            <pc:sldMk cId="336240612" sldId="2147474119"/>
            <ac:spMk id="9" creationId="{E83694F7-709F-E499-3ECD-0339AC00CC39}"/>
          </ac:spMkLst>
        </pc:spChg>
      </pc:sldChg>
      <pc:sldChg chg="modSp mod">
        <pc:chgData name="Gudla, Natraj" userId="1b097815-ad51-435d-a557-eb69be7a0b69" providerId="ADAL" clId="{DAF2F519-C8AF-4C4B-8168-8B23EFDE8FEE}" dt="2024-03-18T11:01:32.052" v="287" actId="20577"/>
        <pc:sldMkLst>
          <pc:docMk/>
          <pc:sldMk cId="1411463970" sldId="2147474152"/>
        </pc:sldMkLst>
        <pc:graphicFrameChg chg="modGraphic">
          <ac:chgData name="Gudla, Natraj" userId="1b097815-ad51-435d-a557-eb69be7a0b69" providerId="ADAL" clId="{DAF2F519-C8AF-4C4B-8168-8B23EFDE8FEE}" dt="2024-03-18T11:01:32.052" v="287" actId="20577"/>
          <ac:graphicFrameMkLst>
            <pc:docMk/>
            <pc:sldMk cId="1411463970" sldId="2147474152"/>
            <ac:graphicFrameMk id="8" creationId="{0449F75F-2706-876C-71DE-D728F38E233D}"/>
          </ac:graphicFrameMkLst>
        </pc:graphicFrameChg>
      </pc:sldChg>
      <pc:sldChg chg="modSp mod">
        <pc:chgData name="Gudla, Natraj" userId="1b097815-ad51-435d-a557-eb69be7a0b69" providerId="ADAL" clId="{DAF2F519-C8AF-4C4B-8168-8B23EFDE8FEE}" dt="2024-03-18T11:01:14.361" v="274" actId="20577"/>
        <pc:sldMkLst>
          <pc:docMk/>
          <pc:sldMk cId="2001861423" sldId="2147474153"/>
        </pc:sldMkLst>
        <pc:graphicFrameChg chg="modGraphic">
          <ac:chgData name="Gudla, Natraj" userId="1b097815-ad51-435d-a557-eb69be7a0b69" providerId="ADAL" clId="{DAF2F519-C8AF-4C4B-8168-8B23EFDE8FEE}" dt="2024-03-18T11:01:14.361" v="274" actId="20577"/>
          <ac:graphicFrameMkLst>
            <pc:docMk/>
            <pc:sldMk cId="2001861423" sldId="2147474153"/>
            <ac:graphicFrameMk id="8" creationId="{0449F75F-2706-876C-71DE-D728F38E233D}"/>
          </ac:graphicFrameMkLst>
        </pc:graphicFrameChg>
      </pc:sldChg>
      <pc:sldChg chg="modSp mod">
        <pc:chgData name="Gudla, Natraj" userId="1b097815-ad51-435d-a557-eb69be7a0b69" providerId="ADAL" clId="{DAF2F519-C8AF-4C4B-8168-8B23EFDE8FEE}" dt="2024-03-18T11:35:51.209" v="580" actId="20577"/>
        <pc:sldMkLst>
          <pc:docMk/>
          <pc:sldMk cId="2039370297" sldId="2147474158"/>
        </pc:sldMkLst>
        <pc:spChg chg="mod">
          <ac:chgData name="Gudla, Natraj" userId="1b097815-ad51-435d-a557-eb69be7a0b69" providerId="ADAL" clId="{DAF2F519-C8AF-4C4B-8168-8B23EFDE8FEE}" dt="2024-03-18T11:35:51.209" v="580" actId="20577"/>
          <ac:spMkLst>
            <pc:docMk/>
            <pc:sldMk cId="2039370297" sldId="2147474158"/>
            <ac:spMk id="4" creationId="{D0E3B56D-C914-F6F6-B709-B1100F7A7A50}"/>
          </ac:spMkLst>
        </pc:spChg>
      </pc:sldChg>
      <pc:sldChg chg="addSp delSp modSp mod">
        <pc:chgData name="Gudla, Natraj" userId="1b097815-ad51-435d-a557-eb69be7a0b69" providerId="ADAL" clId="{DAF2F519-C8AF-4C4B-8168-8B23EFDE8FEE}" dt="2024-03-19T03:56:25.903" v="1096" actId="2711"/>
        <pc:sldMkLst>
          <pc:docMk/>
          <pc:sldMk cId="3711325015" sldId="2147474159"/>
        </pc:sldMkLst>
        <pc:spChg chg="add del mod">
          <ac:chgData name="Gudla, Natraj" userId="1b097815-ad51-435d-a557-eb69be7a0b69" providerId="ADAL" clId="{DAF2F519-C8AF-4C4B-8168-8B23EFDE8FEE}" dt="2024-03-19T03:49:52.995" v="925" actId="1036"/>
          <ac:spMkLst>
            <pc:docMk/>
            <pc:sldMk cId="3711325015" sldId="2147474159"/>
            <ac:spMk id="3" creationId="{3AAF9918-951B-D1B0-3ABC-AEBDC1F8332F}"/>
          </ac:spMkLst>
        </pc:spChg>
        <pc:spChg chg="mod">
          <ac:chgData name="Gudla, Natraj" userId="1b097815-ad51-435d-a557-eb69be7a0b69" providerId="ADAL" clId="{DAF2F519-C8AF-4C4B-8168-8B23EFDE8FEE}" dt="2024-03-18T12:35:03.794" v="625" actId="14100"/>
          <ac:spMkLst>
            <pc:docMk/>
            <pc:sldMk cId="3711325015" sldId="2147474159"/>
            <ac:spMk id="6" creationId="{4075ED8A-5485-62F1-BBA6-2C62EAA06B1C}"/>
          </ac:spMkLst>
        </pc:spChg>
        <pc:spChg chg="mod">
          <ac:chgData name="Gudla, Natraj" userId="1b097815-ad51-435d-a557-eb69be7a0b69" providerId="ADAL" clId="{DAF2F519-C8AF-4C4B-8168-8B23EFDE8FEE}" dt="2024-03-19T03:50:00.044" v="945" actId="1036"/>
          <ac:spMkLst>
            <pc:docMk/>
            <pc:sldMk cId="3711325015" sldId="2147474159"/>
            <ac:spMk id="7" creationId="{CF482E92-8843-4B1E-9460-85D780F726E7}"/>
          </ac:spMkLst>
        </pc:spChg>
        <pc:spChg chg="add del mod">
          <ac:chgData name="Gudla, Natraj" userId="1b097815-ad51-435d-a557-eb69be7a0b69" providerId="ADAL" clId="{DAF2F519-C8AF-4C4B-8168-8B23EFDE8FEE}" dt="2024-03-19T03:49:52.995" v="925" actId="1036"/>
          <ac:spMkLst>
            <pc:docMk/>
            <pc:sldMk cId="3711325015" sldId="2147474159"/>
            <ac:spMk id="8" creationId="{D2143455-0E20-4682-A2DF-1F58AC4B1135}"/>
          </ac:spMkLst>
        </pc:spChg>
        <pc:spChg chg="mod">
          <ac:chgData name="Gudla, Natraj" userId="1b097815-ad51-435d-a557-eb69be7a0b69" providerId="ADAL" clId="{DAF2F519-C8AF-4C4B-8168-8B23EFDE8FEE}" dt="2024-03-18T12:43:08.172" v="862" actId="1035"/>
          <ac:spMkLst>
            <pc:docMk/>
            <pc:sldMk cId="3711325015" sldId="2147474159"/>
            <ac:spMk id="10" creationId="{FEE61689-EBDC-4DD7-8E85-3EDAE8A91A48}"/>
          </ac:spMkLst>
        </pc:spChg>
        <pc:spChg chg="mod">
          <ac:chgData name="Gudla, Natraj" userId="1b097815-ad51-435d-a557-eb69be7a0b69" providerId="ADAL" clId="{DAF2F519-C8AF-4C4B-8168-8B23EFDE8FEE}" dt="2024-03-18T13:47:18.821" v="870" actId="1036"/>
          <ac:spMkLst>
            <pc:docMk/>
            <pc:sldMk cId="3711325015" sldId="2147474159"/>
            <ac:spMk id="11" creationId="{873DABBF-ACC5-70E9-5C0E-7E29BF76981A}"/>
          </ac:spMkLst>
        </pc:spChg>
        <pc:spChg chg="add del mod">
          <ac:chgData name="Gudla, Natraj" userId="1b097815-ad51-435d-a557-eb69be7a0b69" providerId="ADAL" clId="{DAF2F519-C8AF-4C4B-8168-8B23EFDE8FEE}" dt="2024-03-19T03:49:52.995" v="925" actId="1036"/>
          <ac:spMkLst>
            <pc:docMk/>
            <pc:sldMk cId="3711325015" sldId="2147474159"/>
            <ac:spMk id="12" creationId="{9E4BF4D9-9D54-2EA5-0D69-7C0FF8C6E2A2}"/>
          </ac:spMkLst>
        </pc:spChg>
        <pc:spChg chg="add del mod">
          <ac:chgData name="Gudla, Natraj" userId="1b097815-ad51-435d-a557-eb69be7a0b69" providerId="ADAL" clId="{DAF2F519-C8AF-4C4B-8168-8B23EFDE8FEE}" dt="2024-03-19T03:49:52.995" v="925" actId="1036"/>
          <ac:spMkLst>
            <pc:docMk/>
            <pc:sldMk cId="3711325015" sldId="2147474159"/>
            <ac:spMk id="13" creationId="{95FBCEB3-4ABC-4E9E-BA08-C48578BAB9FD}"/>
          </ac:spMkLst>
        </pc:spChg>
        <pc:spChg chg="add del mod">
          <ac:chgData name="Gudla, Natraj" userId="1b097815-ad51-435d-a557-eb69be7a0b69" providerId="ADAL" clId="{DAF2F519-C8AF-4C4B-8168-8B23EFDE8FEE}" dt="2024-03-19T03:49:52.995" v="925" actId="1036"/>
          <ac:spMkLst>
            <pc:docMk/>
            <pc:sldMk cId="3711325015" sldId="2147474159"/>
            <ac:spMk id="14" creationId="{6BB6CD4C-2327-F604-CD62-6B258FAE91F0}"/>
          </ac:spMkLst>
        </pc:spChg>
        <pc:spChg chg="mod">
          <ac:chgData name="Gudla, Natraj" userId="1b097815-ad51-435d-a557-eb69be7a0b69" providerId="ADAL" clId="{DAF2F519-C8AF-4C4B-8168-8B23EFDE8FEE}" dt="2024-03-18T12:43:08.172" v="862" actId="1035"/>
          <ac:spMkLst>
            <pc:docMk/>
            <pc:sldMk cId="3711325015" sldId="2147474159"/>
            <ac:spMk id="15" creationId="{F5F56D37-7D16-F5FB-A7BB-EC0BE051CBC4}"/>
          </ac:spMkLst>
        </pc:spChg>
        <pc:spChg chg="mod">
          <ac:chgData name="Gudla, Natraj" userId="1b097815-ad51-435d-a557-eb69be7a0b69" providerId="ADAL" clId="{DAF2F519-C8AF-4C4B-8168-8B23EFDE8FEE}" dt="2024-03-18T12:43:08.172" v="862" actId="1035"/>
          <ac:spMkLst>
            <pc:docMk/>
            <pc:sldMk cId="3711325015" sldId="2147474159"/>
            <ac:spMk id="16" creationId="{B6115C53-43F7-67FD-689E-29E4FE040E16}"/>
          </ac:spMkLst>
        </pc:spChg>
        <pc:spChg chg="add del mod">
          <ac:chgData name="Gudla, Natraj" userId="1b097815-ad51-435d-a557-eb69be7a0b69" providerId="ADAL" clId="{DAF2F519-C8AF-4C4B-8168-8B23EFDE8FEE}" dt="2024-03-19T03:49:52.995" v="925" actId="1036"/>
          <ac:spMkLst>
            <pc:docMk/>
            <pc:sldMk cId="3711325015" sldId="2147474159"/>
            <ac:spMk id="17" creationId="{846966F0-5E16-612A-9412-C827212895C9}"/>
          </ac:spMkLst>
        </pc:spChg>
        <pc:spChg chg="mod">
          <ac:chgData name="Gudla, Natraj" userId="1b097815-ad51-435d-a557-eb69be7a0b69" providerId="ADAL" clId="{DAF2F519-C8AF-4C4B-8168-8B23EFDE8FEE}" dt="2024-03-19T03:50:00.044" v="945" actId="1036"/>
          <ac:spMkLst>
            <pc:docMk/>
            <pc:sldMk cId="3711325015" sldId="2147474159"/>
            <ac:spMk id="18" creationId="{571B77EA-D609-72E9-E7C1-18DC17A1913C}"/>
          </ac:spMkLst>
        </pc:spChg>
        <pc:spChg chg="add del mod">
          <ac:chgData name="Gudla, Natraj" userId="1b097815-ad51-435d-a557-eb69be7a0b69" providerId="ADAL" clId="{DAF2F519-C8AF-4C4B-8168-8B23EFDE8FEE}" dt="2024-03-19T03:49:52.995" v="925" actId="1036"/>
          <ac:spMkLst>
            <pc:docMk/>
            <pc:sldMk cId="3711325015" sldId="2147474159"/>
            <ac:spMk id="19" creationId="{5C4007F1-98FF-11A8-55ED-363670277417}"/>
          </ac:spMkLst>
        </pc:spChg>
        <pc:spChg chg="add del mod">
          <ac:chgData name="Gudla, Natraj" userId="1b097815-ad51-435d-a557-eb69be7a0b69" providerId="ADAL" clId="{DAF2F519-C8AF-4C4B-8168-8B23EFDE8FEE}" dt="2024-03-19T03:49:52.995" v="925" actId="1036"/>
          <ac:spMkLst>
            <pc:docMk/>
            <pc:sldMk cId="3711325015" sldId="2147474159"/>
            <ac:spMk id="20" creationId="{AD97C38C-EF58-8621-3C87-6113FF1AA50E}"/>
          </ac:spMkLst>
        </pc:spChg>
        <pc:spChg chg="add del mod">
          <ac:chgData name="Gudla, Natraj" userId="1b097815-ad51-435d-a557-eb69be7a0b69" providerId="ADAL" clId="{DAF2F519-C8AF-4C4B-8168-8B23EFDE8FEE}" dt="2024-03-19T03:49:52.995" v="925" actId="1036"/>
          <ac:spMkLst>
            <pc:docMk/>
            <pc:sldMk cId="3711325015" sldId="2147474159"/>
            <ac:spMk id="21" creationId="{4AE2F4EB-49B4-5884-EF91-AC8C0FFAA158}"/>
          </ac:spMkLst>
        </pc:spChg>
        <pc:spChg chg="mod">
          <ac:chgData name="Gudla, Natraj" userId="1b097815-ad51-435d-a557-eb69be7a0b69" providerId="ADAL" clId="{DAF2F519-C8AF-4C4B-8168-8B23EFDE8FEE}" dt="2024-03-18T12:43:08.172" v="862" actId="1035"/>
          <ac:spMkLst>
            <pc:docMk/>
            <pc:sldMk cId="3711325015" sldId="2147474159"/>
            <ac:spMk id="22" creationId="{C5477E02-1B87-0425-2FFE-22E7E6642DDC}"/>
          </ac:spMkLst>
        </pc:spChg>
        <pc:spChg chg="add del mod">
          <ac:chgData name="Gudla, Natraj" userId="1b097815-ad51-435d-a557-eb69be7a0b69" providerId="ADAL" clId="{DAF2F519-C8AF-4C4B-8168-8B23EFDE8FEE}" dt="2024-03-19T03:49:52.995" v="925" actId="1036"/>
          <ac:spMkLst>
            <pc:docMk/>
            <pc:sldMk cId="3711325015" sldId="2147474159"/>
            <ac:spMk id="23" creationId="{C8477846-C2D4-B82A-99BD-7F52995EA5E7}"/>
          </ac:spMkLst>
        </pc:spChg>
        <pc:spChg chg="add del mod">
          <ac:chgData name="Gudla, Natraj" userId="1b097815-ad51-435d-a557-eb69be7a0b69" providerId="ADAL" clId="{DAF2F519-C8AF-4C4B-8168-8B23EFDE8FEE}" dt="2024-03-19T03:49:52.995" v="925" actId="1036"/>
          <ac:spMkLst>
            <pc:docMk/>
            <pc:sldMk cId="3711325015" sldId="2147474159"/>
            <ac:spMk id="24" creationId="{955E6E69-29C1-1718-D72A-5AE79009A804}"/>
          </ac:spMkLst>
        </pc:spChg>
        <pc:spChg chg="add del mod">
          <ac:chgData name="Gudla, Natraj" userId="1b097815-ad51-435d-a557-eb69be7a0b69" providerId="ADAL" clId="{DAF2F519-C8AF-4C4B-8168-8B23EFDE8FEE}" dt="2024-03-19T03:49:52.995" v="925" actId="1036"/>
          <ac:spMkLst>
            <pc:docMk/>
            <pc:sldMk cId="3711325015" sldId="2147474159"/>
            <ac:spMk id="25" creationId="{D41F7F17-E643-06F5-2DCE-DAA285B8B81F}"/>
          </ac:spMkLst>
        </pc:spChg>
        <pc:spChg chg="add del mod">
          <ac:chgData name="Gudla, Natraj" userId="1b097815-ad51-435d-a557-eb69be7a0b69" providerId="ADAL" clId="{DAF2F519-C8AF-4C4B-8168-8B23EFDE8FEE}" dt="2024-03-19T03:49:52.995" v="925" actId="1036"/>
          <ac:spMkLst>
            <pc:docMk/>
            <pc:sldMk cId="3711325015" sldId="2147474159"/>
            <ac:spMk id="26" creationId="{E9CB7396-10C8-1B13-8798-CF0F4E50ADFE}"/>
          </ac:spMkLst>
        </pc:spChg>
        <pc:spChg chg="mod">
          <ac:chgData name="Gudla, Natraj" userId="1b097815-ad51-435d-a557-eb69be7a0b69" providerId="ADAL" clId="{DAF2F519-C8AF-4C4B-8168-8B23EFDE8FEE}" dt="2024-03-18T11:47:13.470" v="591" actId="14100"/>
          <ac:spMkLst>
            <pc:docMk/>
            <pc:sldMk cId="3711325015" sldId="2147474159"/>
            <ac:spMk id="27" creationId="{037FD3AD-AAD4-B517-A34E-059E0882B174}"/>
          </ac:spMkLst>
        </pc:spChg>
        <pc:spChg chg="add del mod">
          <ac:chgData name="Gudla, Natraj" userId="1b097815-ad51-435d-a557-eb69be7a0b69" providerId="ADAL" clId="{DAF2F519-C8AF-4C4B-8168-8B23EFDE8FEE}" dt="2024-03-19T03:49:52.995" v="925" actId="1036"/>
          <ac:spMkLst>
            <pc:docMk/>
            <pc:sldMk cId="3711325015" sldId="2147474159"/>
            <ac:spMk id="28" creationId="{CB358107-C9B2-244E-007B-C2A7ADF39805}"/>
          </ac:spMkLst>
        </pc:spChg>
        <pc:spChg chg="add del mod">
          <ac:chgData name="Gudla, Natraj" userId="1b097815-ad51-435d-a557-eb69be7a0b69" providerId="ADAL" clId="{DAF2F519-C8AF-4C4B-8168-8B23EFDE8FEE}" dt="2024-03-19T03:49:52.995" v="925" actId="1036"/>
          <ac:spMkLst>
            <pc:docMk/>
            <pc:sldMk cId="3711325015" sldId="2147474159"/>
            <ac:spMk id="29" creationId="{B1F3955C-C354-C3BB-1FA9-B4DBDAF25490}"/>
          </ac:spMkLst>
        </pc:spChg>
        <pc:spChg chg="add del mod">
          <ac:chgData name="Gudla, Natraj" userId="1b097815-ad51-435d-a557-eb69be7a0b69" providerId="ADAL" clId="{DAF2F519-C8AF-4C4B-8168-8B23EFDE8FEE}" dt="2024-03-19T03:49:52.995" v="925" actId="1036"/>
          <ac:spMkLst>
            <pc:docMk/>
            <pc:sldMk cId="3711325015" sldId="2147474159"/>
            <ac:spMk id="30" creationId="{BC8EBAD4-73FA-97BB-E85E-75080FA97993}"/>
          </ac:spMkLst>
        </pc:spChg>
        <pc:spChg chg="mod">
          <ac:chgData name="Gudla, Natraj" userId="1b097815-ad51-435d-a557-eb69be7a0b69" providerId="ADAL" clId="{DAF2F519-C8AF-4C4B-8168-8B23EFDE8FEE}" dt="2024-03-19T03:54:49.597" v="1058" actId="1036"/>
          <ac:spMkLst>
            <pc:docMk/>
            <pc:sldMk cId="3711325015" sldId="2147474159"/>
            <ac:spMk id="31" creationId="{AEF0F270-8715-80BD-8234-1A25BB77CD8A}"/>
          </ac:spMkLst>
        </pc:spChg>
        <pc:spChg chg="add del mod">
          <ac:chgData name="Gudla, Natraj" userId="1b097815-ad51-435d-a557-eb69be7a0b69" providerId="ADAL" clId="{DAF2F519-C8AF-4C4B-8168-8B23EFDE8FEE}" dt="2024-03-19T03:49:52.995" v="925" actId="1036"/>
          <ac:spMkLst>
            <pc:docMk/>
            <pc:sldMk cId="3711325015" sldId="2147474159"/>
            <ac:spMk id="32" creationId="{7121BE69-FE8D-A9B0-D61E-D5A870BD74D7}"/>
          </ac:spMkLst>
        </pc:spChg>
        <pc:spChg chg="add del mod">
          <ac:chgData name="Gudla, Natraj" userId="1b097815-ad51-435d-a557-eb69be7a0b69" providerId="ADAL" clId="{DAF2F519-C8AF-4C4B-8168-8B23EFDE8FEE}" dt="2024-03-19T03:49:52.995" v="925" actId="1036"/>
          <ac:spMkLst>
            <pc:docMk/>
            <pc:sldMk cId="3711325015" sldId="2147474159"/>
            <ac:spMk id="33" creationId="{A3F475C5-907D-6532-8579-331CF8BAE291}"/>
          </ac:spMkLst>
        </pc:spChg>
        <pc:spChg chg="add del mod">
          <ac:chgData name="Gudla, Natraj" userId="1b097815-ad51-435d-a557-eb69be7a0b69" providerId="ADAL" clId="{DAF2F519-C8AF-4C4B-8168-8B23EFDE8FEE}" dt="2024-03-19T03:49:52.995" v="925" actId="1036"/>
          <ac:spMkLst>
            <pc:docMk/>
            <pc:sldMk cId="3711325015" sldId="2147474159"/>
            <ac:spMk id="34" creationId="{876201D5-940A-7AE4-6D07-18C47B457983}"/>
          </ac:spMkLst>
        </pc:spChg>
        <pc:spChg chg="add del mod">
          <ac:chgData name="Gudla, Natraj" userId="1b097815-ad51-435d-a557-eb69be7a0b69" providerId="ADAL" clId="{DAF2F519-C8AF-4C4B-8168-8B23EFDE8FEE}" dt="2024-03-19T03:49:52.995" v="925" actId="1036"/>
          <ac:spMkLst>
            <pc:docMk/>
            <pc:sldMk cId="3711325015" sldId="2147474159"/>
            <ac:spMk id="35" creationId="{CA2B910F-DE03-0DFE-B2B4-CD86D1077033}"/>
          </ac:spMkLst>
        </pc:spChg>
        <pc:spChg chg="add mod">
          <ac:chgData name="Gudla, Natraj" userId="1b097815-ad51-435d-a557-eb69be7a0b69" providerId="ADAL" clId="{DAF2F519-C8AF-4C4B-8168-8B23EFDE8FEE}" dt="2024-03-18T13:47:18.821" v="870" actId="1036"/>
          <ac:spMkLst>
            <pc:docMk/>
            <pc:sldMk cId="3711325015" sldId="2147474159"/>
            <ac:spMk id="36" creationId="{B1A39A6A-FF94-4AB0-AB58-587FD5F07C8A}"/>
          </ac:spMkLst>
        </pc:spChg>
        <pc:spChg chg="mod">
          <ac:chgData name="Gudla, Natraj" userId="1b097815-ad51-435d-a557-eb69be7a0b69" providerId="ADAL" clId="{DAF2F519-C8AF-4C4B-8168-8B23EFDE8FEE}" dt="2024-03-18T12:38:54.076" v="652" actId="1076"/>
          <ac:spMkLst>
            <pc:docMk/>
            <pc:sldMk cId="3711325015" sldId="2147474159"/>
            <ac:spMk id="37" creationId="{BF0DF6CC-3BE1-2648-3B74-57113A199020}"/>
          </ac:spMkLst>
        </pc:spChg>
        <pc:spChg chg="mod">
          <ac:chgData name="Gudla, Natraj" userId="1b097815-ad51-435d-a557-eb69be7a0b69" providerId="ADAL" clId="{DAF2F519-C8AF-4C4B-8168-8B23EFDE8FEE}" dt="2024-03-18T12:43:08.172" v="862" actId="1035"/>
          <ac:spMkLst>
            <pc:docMk/>
            <pc:sldMk cId="3711325015" sldId="2147474159"/>
            <ac:spMk id="38" creationId="{F85CB716-5636-ED29-BAA1-7BE06E653220}"/>
          </ac:spMkLst>
        </pc:spChg>
        <pc:spChg chg="mod">
          <ac:chgData name="Gudla, Natraj" userId="1b097815-ad51-435d-a557-eb69be7a0b69" providerId="ADAL" clId="{DAF2F519-C8AF-4C4B-8168-8B23EFDE8FEE}" dt="2024-03-18T12:43:08.172" v="862" actId="1035"/>
          <ac:spMkLst>
            <pc:docMk/>
            <pc:sldMk cId="3711325015" sldId="2147474159"/>
            <ac:spMk id="39" creationId="{DCB286E1-46E0-D0D7-918C-09FCC73E1807}"/>
          </ac:spMkLst>
        </pc:spChg>
        <pc:spChg chg="mod">
          <ac:chgData name="Gudla, Natraj" userId="1b097815-ad51-435d-a557-eb69be7a0b69" providerId="ADAL" clId="{DAF2F519-C8AF-4C4B-8168-8B23EFDE8FEE}" dt="2024-03-19T03:54:53.185" v="1065" actId="1037"/>
          <ac:spMkLst>
            <pc:docMk/>
            <pc:sldMk cId="3711325015" sldId="2147474159"/>
            <ac:spMk id="40" creationId="{352D14A1-BAC8-8576-C1DC-F9C4DD35CBBE}"/>
          </ac:spMkLst>
        </pc:spChg>
        <pc:spChg chg="mod">
          <ac:chgData name="Gudla, Natraj" userId="1b097815-ad51-435d-a557-eb69be7a0b69" providerId="ADAL" clId="{DAF2F519-C8AF-4C4B-8168-8B23EFDE8FEE}" dt="2024-03-18T12:43:08.172" v="862" actId="1035"/>
          <ac:spMkLst>
            <pc:docMk/>
            <pc:sldMk cId="3711325015" sldId="2147474159"/>
            <ac:spMk id="41" creationId="{402E6D74-BDC5-10E4-A6AB-B4C48C21CD8C}"/>
          </ac:spMkLst>
        </pc:spChg>
        <pc:spChg chg="add del mod">
          <ac:chgData name="Gudla, Natraj" userId="1b097815-ad51-435d-a557-eb69be7a0b69" providerId="ADAL" clId="{DAF2F519-C8AF-4C4B-8168-8B23EFDE8FEE}" dt="2024-03-19T03:49:52.995" v="925" actId="1036"/>
          <ac:spMkLst>
            <pc:docMk/>
            <pc:sldMk cId="3711325015" sldId="2147474159"/>
            <ac:spMk id="42" creationId="{19ED339B-7A18-7B10-E72E-B41146A09498}"/>
          </ac:spMkLst>
        </pc:spChg>
        <pc:spChg chg="add del mod">
          <ac:chgData name="Gudla, Natraj" userId="1b097815-ad51-435d-a557-eb69be7a0b69" providerId="ADAL" clId="{DAF2F519-C8AF-4C4B-8168-8B23EFDE8FEE}" dt="2024-03-19T03:49:52.995" v="925" actId="1036"/>
          <ac:spMkLst>
            <pc:docMk/>
            <pc:sldMk cId="3711325015" sldId="2147474159"/>
            <ac:spMk id="43" creationId="{E8A31937-0281-AB06-CD23-C92E28045440}"/>
          </ac:spMkLst>
        </pc:spChg>
        <pc:spChg chg="del">
          <ac:chgData name="Gudla, Natraj" userId="1b097815-ad51-435d-a557-eb69be7a0b69" providerId="ADAL" clId="{DAF2F519-C8AF-4C4B-8168-8B23EFDE8FEE}" dt="2024-03-18T12:42:17.722" v="818" actId="478"/>
          <ac:spMkLst>
            <pc:docMk/>
            <pc:sldMk cId="3711325015" sldId="2147474159"/>
            <ac:spMk id="44" creationId="{8B74BCC2-F089-6F03-123B-1A505B388AEA}"/>
          </ac:spMkLst>
        </pc:spChg>
        <pc:spChg chg="mod">
          <ac:chgData name="Gudla, Natraj" userId="1b097815-ad51-435d-a557-eb69be7a0b69" providerId="ADAL" clId="{DAF2F519-C8AF-4C4B-8168-8B23EFDE8FEE}" dt="2024-03-18T11:47:13.470" v="591" actId="14100"/>
          <ac:spMkLst>
            <pc:docMk/>
            <pc:sldMk cId="3711325015" sldId="2147474159"/>
            <ac:spMk id="46" creationId="{29E3ED98-0A5D-ACDF-C52F-5C788B3262F4}"/>
          </ac:spMkLst>
        </pc:spChg>
        <pc:spChg chg="mod">
          <ac:chgData name="Gudla, Natraj" userId="1b097815-ad51-435d-a557-eb69be7a0b69" providerId="ADAL" clId="{DAF2F519-C8AF-4C4B-8168-8B23EFDE8FEE}" dt="2024-03-18T13:47:52.308" v="885" actId="1037"/>
          <ac:spMkLst>
            <pc:docMk/>
            <pc:sldMk cId="3711325015" sldId="2147474159"/>
            <ac:spMk id="47" creationId="{C1FD1D2F-8602-F2F1-0EF8-F3A5E2C835B3}"/>
          </ac:spMkLst>
        </pc:spChg>
        <pc:spChg chg="mod">
          <ac:chgData name="Gudla, Natraj" userId="1b097815-ad51-435d-a557-eb69be7a0b69" providerId="ADAL" clId="{DAF2F519-C8AF-4C4B-8168-8B23EFDE8FEE}" dt="2024-03-18T11:47:13.470" v="591" actId="14100"/>
          <ac:spMkLst>
            <pc:docMk/>
            <pc:sldMk cId="3711325015" sldId="2147474159"/>
            <ac:spMk id="48" creationId="{DBBD1BD3-AEB4-3796-CD10-3E64FE8AEC55}"/>
          </ac:spMkLst>
        </pc:spChg>
        <pc:spChg chg="mod">
          <ac:chgData name="Gudla, Natraj" userId="1b097815-ad51-435d-a557-eb69be7a0b69" providerId="ADAL" clId="{DAF2F519-C8AF-4C4B-8168-8B23EFDE8FEE}" dt="2024-03-18T11:47:13.470" v="591" actId="14100"/>
          <ac:spMkLst>
            <pc:docMk/>
            <pc:sldMk cId="3711325015" sldId="2147474159"/>
            <ac:spMk id="49" creationId="{4D207688-39E6-D5AF-EA8F-22F7187A7A77}"/>
          </ac:spMkLst>
        </pc:spChg>
        <pc:spChg chg="mod">
          <ac:chgData name="Gudla, Natraj" userId="1b097815-ad51-435d-a557-eb69be7a0b69" providerId="ADAL" clId="{DAF2F519-C8AF-4C4B-8168-8B23EFDE8FEE}" dt="2024-03-18T12:43:08.172" v="862" actId="1035"/>
          <ac:spMkLst>
            <pc:docMk/>
            <pc:sldMk cId="3711325015" sldId="2147474159"/>
            <ac:spMk id="50" creationId="{18D654AC-6CFA-0149-B53E-55C367DBF244}"/>
          </ac:spMkLst>
        </pc:spChg>
        <pc:spChg chg="add del mod">
          <ac:chgData name="Gudla, Natraj" userId="1b097815-ad51-435d-a557-eb69be7a0b69" providerId="ADAL" clId="{DAF2F519-C8AF-4C4B-8168-8B23EFDE8FEE}" dt="2024-03-19T03:49:52.995" v="925" actId="1036"/>
          <ac:spMkLst>
            <pc:docMk/>
            <pc:sldMk cId="3711325015" sldId="2147474159"/>
            <ac:spMk id="51" creationId="{DEEC0034-B3D3-273D-2EAA-CA6ABA791932}"/>
          </ac:spMkLst>
        </pc:spChg>
        <pc:spChg chg="mod">
          <ac:chgData name="Gudla, Natraj" userId="1b097815-ad51-435d-a557-eb69be7a0b69" providerId="ADAL" clId="{DAF2F519-C8AF-4C4B-8168-8B23EFDE8FEE}" dt="2024-03-18T12:43:08.172" v="862" actId="1035"/>
          <ac:spMkLst>
            <pc:docMk/>
            <pc:sldMk cId="3711325015" sldId="2147474159"/>
            <ac:spMk id="52" creationId="{7BA8726E-743F-FBCD-80A9-821920B3EA9E}"/>
          </ac:spMkLst>
        </pc:spChg>
        <pc:spChg chg="mod">
          <ac:chgData name="Gudla, Natraj" userId="1b097815-ad51-435d-a557-eb69be7a0b69" providerId="ADAL" clId="{DAF2F519-C8AF-4C4B-8168-8B23EFDE8FEE}" dt="2024-03-18T12:43:08.172" v="862" actId="1035"/>
          <ac:spMkLst>
            <pc:docMk/>
            <pc:sldMk cId="3711325015" sldId="2147474159"/>
            <ac:spMk id="53" creationId="{A901EF7D-14D0-CB4B-BE6D-8D8A78410D6B}"/>
          </ac:spMkLst>
        </pc:spChg>
        <pc:spChg chg="mod">
          <ac:chgData name="Gudla, Natraj" userId="1b097815-ad51-435d-a557-eb69be7a0b69" providerId="ADAL" clId="{DAF2F519-C8AF-4C4B-8168-8B23EFDE8FEE}" dt="2024-03-18T13:47:37.098" v="872" actId="1038"/>
          <ac:spMkLst>
            <pc:docMk/>
            <pc:sldMk cId="3711325015" sldId="2147474159"/>
            <ac:spMk id="55" creationId="{14133841-23B0-214F-D90C-3566F5697992}"/>
          </ac:spMkLst>
        </pc:spChg>
        <pc:spChg chg="add del mod">
          <ac:chgData name="Gudla, Natraj" userId="1b097815-ad51-435d-a557-eb69be7a0b69" providerId="ADAL" clId="{DAF2F519-C8AF-4C4B-8168-8B23EFDE8FEE}" dt="2024-03-19T03:49:52.995" v="925" actId="1036"/>
          <ac:spMkLst>
            <pc:docMk/>
            <pc:sldMk cId="3711325015" sldId="2147474159"/>
            <ac:spMk id="56" creationId="{5A0D705D-0922-C500-DCCF-A70855A706D0}"/>
          </ac:spMkLst>
        </pc:spChg>
        <pc:spChg chg="add del mod">
          <ac:chgData name="Gudla, Natraj" userId="1b097815-ad51-435d-a557-eb69be7a0b69" providerId="ADAL" clId="{DAF2F519-C8AF-4C4B-8168-8B23EFDE8FEE}" dt="2024-03-19T03:49:52.995" v="925" actId="1036"/>
          <ac:spMkLst>
            <pc:docMk/>
            <pc:sldMk cId="3711325015" sldId="2147474159"/>
            <ac:spMk id="57" creationId="{FA9B77D7-CB12-72E7-9C39-15642DAD2A8B}"/>
          </ac:spMkLst>
        </pc:spChg>
        <pc:spChg chg="add del mod">
          <ac:chgData name="Gudla, Natraj" userId="1b097815-ad51-435d-a557-eb69be7a0b69" providerId="ADAL" clId="{DAF2F519-C8AF-4C4B-8168-8B23EFDE8FEE}" dt="2024-03-19T03:49:52.995" v="925" actId="1036"/>
          <ac:spMkLst>
            <pc:docMk/>
            <pc:sldMk cId="3711325015" sldId="2147474159"/>
            <ac:spMk id="58" creationId="{476F6A9E-1225-F31F-CC6D-DF0BCC19D373}"/>
          </ac:spMkLst>
        </pc:spChg>
        <pc:spChg chg="del mod">
          <ac:chgData name="Gudla, Natraj" userId="1b097815-ad51-435d-a557-eb69be7a0b69" providerId="ADAL" clId="{DAF2F519-C8AF-4C4B-8168-8B23EFDE8FEE}" dt="2024-03-18T10:51:53.884" v="5" actId="478"/>
          <ac:spMkLst>
            <pc:docMk/>
            <pc:sldMk cId="3711325015" sldId="2147474159"/>
            <ac:spMk id="59" creationId="{15254FAB-A188-12C7-FBC3-F11B11BCE6D0}"/>
          </ac:spMkLst>
        </pc:spChg>
        <pc:spChg chg="mod">
          <ac:chgData name="Gudla, Natraj" userId="1b097815-ad51-435d-a557-eb69be7a0b69" providerId="ADAL" clId="{DAF2F519-C8AF-4C4B-8168-8B23EFDE8FEE}" dt="2024-03-18T12:43:08.172" v="862" actId="1035"/>
          <ac:spMkLst>
            <pc:docMk/>
            <pc:sldMk cId="3711325015" sldId="2147474159"/>
            <ac:spMk id="60" creationId="{1908A986-EA3E-EC36-BB95-059E12FB0A7C}"/>
          </ac:spMkLst>
        </pc:spChg>
        <pc:spChg chg="del mod">
          <ac:chgData name="Gudla, Natraj" userId="1b097815-ad51-435d-a557-eb69be7a0b69" providerId="ADAL" clId="{DAF2F519-C8AF-4C4B-8168-8B23EFDE8FEE}" dt="2024-03-18T12:39:30.812" v="654" actId="478"/>
          <ac:spMkLst>
            <pc:docMk/>
            <pc:sldMk cId="3711325015" sldId="2147474159"/>
            <ac:spMk id="61" creationId="{A4F99099-BCF5-1D6A-1511-046360650984}"/>
          </ac:spMkLst>
        </pc:spChg>
        <pc:spChg chg="add mod">
          <ac:chgData name="Gudla, Natraj" userId="1b097815-ad51-435d-a557-eb69be7a0b69" providerId="ADAL" clId="{DAF2F519-C8AF-4C4B-8168-8B23EFDE8FEE}" dt="2024-03-18T12:43:08.172" v="862" actId="1035"/>
          <ac:spMkLst>
            <pc:docMk/>
            <pc:sldMk cId="3711325015" sldId="2147474159"/>
            <ac:spMk id="62" creationId="{87136965-ECDC-D72A-1877-6B62A3FD1FB7}"/>
          </ac:spMkLst>
        </pc:spChg>
        <pc:spChg chg="mod">
          <ac:chgData name="Gudla, Natraj" userId="1b097815-ad51-435d-a557-eb69be7a0b69" providerId="ADAL" clId="{DAF2F519-C8AF-4C4B-8168-8B23EFDE8FEE}" dt="2024-03-19T03:54:46.880" v="1054" actId="1037"/>
          <ac:spMkLst>
            <pc:docMk/>
            <pc:sldMk cId="3711325015" sldId="2147474159"/>
            <ac:spMk id="63" creationId="{9AE61723-C27E-7F4D-54B3-1F44D201CBDF}"/>
          </ac:spMkLst>
        </pc:spChg>
        <pc:spChg chg="add mod">
          <ac:chgData name="Gudla, Natraj" userId="1b097815-ad51-435d-a557-eb69be7a0b69" providerId="ADAL" clId="{DAF2F519-C8AF-4C4B-8168-8B23EFDE8FEE}" dt="2024-03-18T12:43:08.172" v="862" actId="1035"/>
          <ac:spMkLst>
            <pc:docMk/>
            <pc:sldMk cId="3711325015" sldId="2147474159"/>
            <ac:spMk id="64" creationId="{B2DCA098-73ED-1CDE-2D1E-76C26233AC08}"/>
          </ac:spMkLst>
        </pc:spChg>
        <pc:spChg chg="add mod">
          <ac:chgData name="Gudla, Natraj" userId="1b097815-ad51-435d-a557-eb69be7a0b69" providerId="ADAL" clId="{DAF2F519-C8AF-4C4B-8168-8B23EFDE8FEE}" dt="2024-03-18T12:43:08.172" v="862" actId="1035"/>
          <ac:spMkLst>
            <pc:docMk/>
            <pc:sldMk cId="3711325015" sldId="2147474159"/>
            <ac:spMk id="65" creationId="{FFFCEFD4-DC4F-DFA7-376A-C7C6C06C2596}"/>
          </ac:spMkLst>
        </pc:spChg>
        <pc:spChg chg="add del mod">
          <ac:chgData name="Gudla, Natraj" userId="1b097815-ad51-435d-a557-eb69be7a0b69" providerId="ADAL" clId="{DAF2F519-C8AF-4C4B-8168-8B23EFDE8FEE}" dt="2024-03-19T03:49:52.995" v="925" actId="1036"/>
          <ac:spMkLst>
            <pc:docMk/>
            <pc:sldMk cId="3711325015" sldId="2147474159"/>
            <ac:spMk id="66" creationId="{23B5E970-87DE-DE75-B2BE-20E4DCD3B0C4}"/>
          </ac:spMkLst>
        </pc:spChg>
        <pc:spChg chg="add del mod">
          <ac:chgData name="Gudla, Natraj" userId="1b097815-ad51-435d-a557-eb69be7a0b69" providerId="ADAL" clId="{DAF2F519-C8AF-4C4B-8168-8B23EFDE8FEE}" dt="2024-03-19T03:49:52.995" v="925" actId="1036"/>
          <ac:spMkLst>
            <pc:docMk/>
            <pc:sldMk cId="3711325015" sldId="2147474159"/>
            <ac:spMk id="67" creationId="{38189103-6121-61B6-ECF2-EFE284E3242A}"/>
          </ac:spMkLst>
        </pc:spChg>
        <pc:spChg chg="add del mod">
          <ac:chgData name="Gudla, Natraj" userId="1b097815-ad51-435d-a557-eb69be7a0b69" providerId="ADAL" clId="{DAF2F519-C8AF-4C4B-8168-8B23EFDE8FEE}" dt="2024-03-19T03:49:52.995" v="925" actId="1036"/>
          <ac:spMkLst>
            <pc:docMk/>
            <pc:sldMk cId="3711325015" sldId="2147474159"/>
            <ac:spMk id="68" creationId="{7B833AB6-F7EA-898C-3734-29FA6B29F2B2}"/>
          </ac:spMkLst>
        </pc:spChg>
        <pc:spChg chg="del mod">
          <ac:chgData name="Gudla, Natraj" userId="1b097815-ad51-435d-a557-eb69be7a0b69" providerId="ADAL" clId="{DAF2F519-C8AF-4C4B-8168-8B23EFDE8FEE}" dt="2024-03-18T12:38:59.878" v="653" actId="478"/>
          <ac:spMkLst>
            <pc:docMk/>
            <pc:sldMk cId="3711325015" sldId="2147474159"/>
            <ac:spMk id="69" creationId="{3F0D0E31-B5A9-3906-6EE7-833D94DE259D}"/>
          </ac:spMkLst>
        </pc:spChg>
        <pc:spChg chg="add mod">
          <ac:chgData name="Gudla, Natraj" userId="1b097815-ad51-435d-a557-eb69be7a0b69" providerId="ADAL" clId="{DAF2F519-C8AF-4C4B-8168-8B23EFDE8FEE}" dt="2024-03-19T03:55:21.718" v="1076" actId="2711"/>
          <ac:spMkLst>
            <pc:docMk/>
            <pc:sldMk cId="3711325015" sldId="2147474159"/>
            <ac:spMk id="70" creationId="{A882A15C-B748-AE26-850F-C33FC8ED7605}"/>
          </ac:spMkLst>
        </pc:spChg>
        <pc:spChg chg="add mod">
          <ac:chgData name="Gudla, Natraj" userId="1b097815-ad51-435d-a557-eb69be7a0b69" providerId="ADAL" clId="{DAF2F519-C8AF-4C4B-8168-8B23EFDE8FEE}" dt="2024-03-19T03:55:49.816" v="1092" actId="14100"/>
          <ac:spMkLst>
            <pc:docMk/>
            <pc:sldMk cId="3711325015" sldId="2147474159"/>
            <ac:spMk id="71" creationId="{CFA41B96-D6AD-73F4-1493-2D03A6CE1AFC}"/>
          </ac:spMkLst>
        </pc:spChg>
        <pc:spChg chg="add mod">
          <ac:chgData name="Gudla, Natraj" userId="1b097815-ad51-435d-a557-eb69be7a0b69" providerId="ADAL" clId="{DAF2F519-C8AF-4C4B-8168-8B23EFDE8FEE}" dt="2024-03-19T03:55:55.438" v="1093" actId="1076"/>
          <ac:spMkLst>
            <pc:docMk/>
            <pc:sldMk cId="3711325015" sldId="2147474159"/>
            <ac:spMk id="72" creationId="{401E2EFE-F0EB-8602-2659-D9135AF072CB}"/>
          </ac:spMkLst>
        </pc:spChg>
        <pc:spChg chg="add mod">
          <ac:chgData name="Gudla, Natraj" userId="1b097815-ad51-435d-a557-eb69be7a0b69" providerId="ADAL" clId="{DAF2F519-C8AF-4C4B-8168-8B23EFDE8FEE}" dt="2024-03-19T03:55:58.227" v="1094" actId="1076"/>
          <ac:spMkLst>
            <pc:docMk/>
            <pc:sldMk cId="3711325015" sldId="2147474159"/>
            <ac:spMk id="73" creationId="{502A2512-AA96-16C3-6456-422F190E4440}"/>
          </ac:spMkLst>
        </pc:spChg>
        <pc:spChg chg="add mod">
          <ac:chgData name="Gudla, Natraj" userId="1b097815-ad51-435d-a557-eb69be7a0b69" providerId="ADAL" clId="{DAF2F519-C8AF-4C4B-8168-8B23EFDE8FEE}" dt="2024-03-19T03:56:17.616" v="1095" actId="2711"/>
          <ac:spMkLst>
            <pc:docMk/>
            <pc:sldMk cId="3711325015" sldId="2147474159"/>
            <ac:spMk id="74" creationId="{6EB8AF32-1584-D84F-8809-122BA49A81DA}"/>
          </ac:spMkLst>
        </pc:spChg>
        <pc:spChg chg="add mod">
          <ac:chgData name="Gudla, Natraj" userId="1b097815-ad51-435d-a557-eb69be7a0b69" providerId="ADAL" clId="{DAF2F519-C8AF-4C4B-8168-8B23EFDE8FEE}" dt="2024-03-19T03:56:25.903" v="1096" actId="2711"/>
          <ac:spMkLst>
            <pc:docMk/>
            <pc:sldMk cId="3711325015" sldId="2147474159"/>
            <ac:spMk id="75" creationId="{C76C3FD2-6506-A608-4B33-3BB86E68D7B2}"/>
          </ac:spMkLst>
        </pc:spChg>
      </pc:sldChg>
      <pc:sldChg chg="modSp mod">
        <pc:chgData name="Gudla, Natraj" userId="1b097815-ad51-435d-a557-eb69be7a0b69" providerId="ADAL" clId="{DAF2F519-C8AF-4C4B-8168-8B23EFDE8FEE}" dt="2024-03-18T12:32:17.931" v="622" actId="122"/>
        <pc:sldMkLst>
          <pc:docMk/>
          <pc:sldMk cId="1414742847" sldId="2147474160"/>
        </pc:sldMkLst>
        <pc:graphicFrameChg chg="mod modGraphic">
          <ac:chgData name="Gudla, Natraj" userId="1b097815-ad51-435d-a557-eb69be7a0b69" providerId="ADAL" clId="{DAF2F519-C8AF-4C4B-8168-8B23EFDE8FEE}" dt="2024-03-18T12:32:17.931" v="622" actId="122"/>
          <ac:graphicFrameMkLst>
            <pc:docMk/>
            <pc:sldMk cId="1414742847" sldId="2147474160"/>
            <ac:graphicFrameMk id="7" creationId="{1470A3E6-EED3-B469-6894-7ADF80D74BC2}"/>
          </ac:graphicFrameMkLst>
        </pc:graphicFrameChg>
      </pc:sldChg>
      <pc:sldChg chg="addSp modSp mod">
        <pc:chgData name="Gudla, Natraj" userId="1b097815-ad51-435d-a557-eb69be7a0b69" providerId="ADAL" clId="{DAF2F519-C8AF-4C4B-8168-8B23EFDE8FEE}" dt="2024-03-18T12:31:53.810" v="616" actId="122"/>
        <pc:sldMkLst>
          <pc:docMk/>
          <pc:sldMk cId="885501633" sldId="2147474161"/>
        </pc:sldMkLst>
        <pc:graphicFrameChg chg="add mod">
          <ac:chgData name="Gudla, Natraj" userId="1b097815-ad51-435d-a557-eb69be7a0b69" providerId="ADAL" clId="{DAF2F519-C8AF-4C4B-8168-8B23EFDE8FEE}" dt="2024-03-18T12:31:37.077" v="609"/>
          <ac:graphicFrameMkLst>
            <pc:docMk/>
            <pc:sldMk cId="885501633" sldId="2147474161"/>
            <ac:graphicFrameMk id="2" creationId="{9BDA4FFD-6AB8-84D4-BF7B-1BF5E64FD0BA}"/>
          </ac:graphicFrameMkLst>
        </pc:graphicFrameChg>
        <pc:graphicFrameChg chg="mod modGraphic">
          <ac:chgData name="Gudla, Natraj" userId="1b097815-ad51-435d-a557-eb69be7a0b69" providerId="ADAL" clId="{DAF2F519-C8AF-4C4B-8168-8B23EFDE8FEE}" dt="2024-03-18T12:31:53.810" v="616" actId="122"/>
          <ac:graphicFrameMkLst>
            <pc:docMk/>
            <pc:sldMk cId="885501633" sldId="2147474161"/>
            <ac:graphicFrameMk id="7" creationId="{F09AD3DE-54A7-DD92-2123-3432F75CB9A8}"/>
          </ac:graphicFrameMkLst>
        </pc:graphicFrameChg>
      </pc:sldChg>
      <pc:sldChg chg="modSp mod">
        <pc:chgData name="Gudla, Natraj" userId="1b097815-ad51-435d-a557-eb69be7a0b69" providerId="ADAL" clId="{DAF2F519-C8AF-4C4B-8168-8B23EFDE8FEE}" dt="2024-03-19T08:15:10.731" v="1515" actId="20577"/>
        <pc:sldMkLst>
          <pc:docMk/>
          <pc:sldMk cId="3760393550" sldId="2147474165"/>
        </pc:sldMkLst>
        <pc:spChg chg="mod">
          <ac:chgData name="Gudla, Natraj" userId="1b097815-ad51-435d-a557-eb69be7a0b69" providerId="ADAL" clId="{DAF2F519-C8AF-4C4B-8168-8B23EFDE8FEE}" dt="2024-03-19T08:15:10.731" v="1515" actId="20577"/>
          <ac:spMkLst>
            <pc:docMk/>
            <pc:sldMk cId="3760393550" sldId="2147474165"/>
            <ac:spMk id="7" creationId="{8EC98EDC-8444-49BE-CF85-0B5E7AF3B701}"/>
          </ac:spMkLst>
        </pc:spChg>
      </pc:sldChg>
      <pc:sldChg chg="delSp modSp mod ord">
        <pc:chgData name="Gudla, Natraj" userId="1b097815-ad51-435d-a557-eb69be7a0b69" providerId="ADAL" clId="{DAF2F519-C8AF-4C4B-8168-8B23EFDE8FEE}" dt="2024-03-19T12:22:07.006" v="1543" actId="14100"/>
        <pc:sldMkLst>
          <pc:docMk/>
          <pc:sldMk cId="3590382306" sldId="2147474169"/>
        </pc:sldMkLst>
        <pc:picChg chg="mod">
          <ac:chgData name="Gudla, Natraj" userId="1b097815-ad51-435d-a557-eb69be7a0b69" providerId="ADAL" clId="{DAF2F519-C8AF-4C4B-8168-8B23EFDE8FEE}" dt="2024-03-19T12:22:07.006" v="1543" actId="14100"/>
          <ac:picMkLst>
            <pc:docMk/>
            <pc:sldMk cId="3590382306" sldId="2147474169"/>
            <ac:picMk id="3" creationId="{E49A6C2B-ED7A-11D5-208D-D7B1899DE46C}"/>
          </ac:picMkLst>
        </pc:picChg>
        <pc:picChg chg="del">
          <ac:chgData name="Gudla, Natraj" userId="1b097815-ad51-435d-a557-eb69be7a0b69" providerId="ADAL" clId="{DAF2F519-C8AF-4C4B-8168-8B23EFDE8FEE}" dt="2024-03-19T12:21:47.376" v="1537" actId="478"/>
          <ac:picMkLst>
            <pc:docMk/>
            <pc:sldMk cId="3590382306" sldId="2147474169"/>
            <ac:picMk id="40" creationId="{34B65D7A-345C-15FD-425D-65403490A448}"/>
          </ac:picMkLst>
        </pc:picChg>
      </pc:sldChg>
      <pc:sldChg chg="addSp delSp modSp mod">
        <pc:chgData name="Gudla, Natraj" userId="1b097815-ad51-435d-a557-eb69be7a0b69" providerId="ADAL" clId="{DAF2F519-C8AF-4C4B-8168-8B23EFDE8FEE}" dt="2024-03-19T12:19:47.096" v="1536" actId="1076"/>
        <pc:sldMkLst>
          <pc:docMk/>
          <pc:sldMk cId="3571720637" sldId="2147474170"/>
        </pc:sldMkLst>
        <pc:picChg chg="add del mod">
          <ac:chgData name="Gudla, Natraj" userId="1b097815-ad51-435d-a557-eb69be7a0b69" providerId="ADAL" clId="{DAF2F519-C8AF-4C4B-8168-8B23EFDE8FEE}" dt="2024-03-19T06:38:47.402" v="1418" actId="478"/>
          <ac:picMkLst>
            <pc:docMk/>
            <pc:sldMk cId="3571720637" sldId="2147474170"/>
            <ac:picMk id="2" creationId="{2467A4F4-4725-BC70-3626-948E97F1DFE1}"/>
          </ac:picMkLst>
        </pc:picChg>
        <pc:picChg chg="del">
          <ac:chgData name="Gudla, Natraj" userId="1b097815-ad51-435d-a557-eb69be7a0b69" providerId="ADAL" clId="{DAF2F519-C8AF-4C4B-8168-8B23EFDE8FEE}" dt="2024-03-19T12:19:33.593" v="1534" actId="478"/>
          <ac:picMkLst>
            <pc:docMk/>
            <pc:sldMk cId="3571720637" sldId="2147474170"/>
            <ac:picMk id="2" creationId="{BB611111-7C93-BA67-CBEB-29970EFBFCBE}"/>
          </ac:picMkLst>
        </pc:picChg>
        <pc:picChg chg="mod">
          <ac:chgData name="Gudla, Natraj" userId="1b097815-ad51-435d-a557-eb69be7a0b69" providerId="ADAL" clId="{DAF2F519-C8AF-4C4B-8168-8B23EFDE8FEE}" dt="2024-03-19T12:19:47.096" v="1536" actId="1076"/>
          <ac:picMkLst>
            <pc:docMk/>
            <pc:sldMk cId="3571720637" sldId="2147474170"/>
            <ac:picMk id="4" creationId="{327F659C-FD25-AF0E-1468-035609DD9D19}"/>
          </ac:picMkLst>
        </pc:picChg>
        <pc:picChg chg="add del mod">
          <ac:chgData name="Gudla, Natraj" userId="1b097815-ad51-435d-a557-eb69be7a0b69" providerId="ADAL" clId="{DAF2F519-C8AF-4C4B-8168-8B23EFDE8FEE}" dt="2024-03-19T06:34:41.520" v="1416"/>
          <ac:picMkLst>
            <pc:docMk/>
            <pc:sldMk cId="3571720637" sldId="2147474170"/>
            <ac:picMk id="4" creationId="{F5421D25-87D1-6905-FF7A-4E8A7A34D06E}"/>
          </ac:picMkLst>
        </pc:picChg>
        <pc:picChg chg="del">
          <ac:chgData name="Gudla, Natraj" userId="1b097815-ad51-435d-a557-eb69be7a0b69" providerId="ADAL" clId="{DAF2F519-C8AF-4C4B-8168-8B23EFDE8FEE}" dt="2024-03-18T11:13:56.158" v="307" actId="478"/>
          <ac:picMkLst>
            <pc:docMk/>
            <pc:sldMk cId="3571720637" sldId="2147474170"/>
            <ac:picMk id="5" creationId="{8F0DCCB6-A6A2-8618-5211-E0F5CD4CCCD0}"/>
          </ac:picMkLst>
        </pc:picChg>
        <pc:picChg chg="add del">
          <ac:chgData name="Gudla, Natraj" userId="1b097815-ad51-435d-a557-eb69be7a0b69" providerId="ADAL" clId="{DAF2F519-C8AF-4C4B-8168-8B23EFDE8FEE}" dt="2024-03-19T06:34:37.309" v="1411"/>
          <ac:picMkLst>
            <pc:docMk/>
            <pc:sldMk cId="3571720637" sldId="2147474170"/>
            <ac:picMk id="8" creationId="{6FBAA35E-EFD8-F468-585F-E5C78770E9B2}"/>
          </ac:picMkLst>
        </pc:picChg>
        <pc:picChg chg="del mod">
          <ac:chgData name="Gudla, Natraj" userId="1b097815-ad51-435d-a557-eb69be7a0b69" providerId="ADAL" clId="{DAF2F519-C8AF-4C4B-8168-8B23EFDE8FEE}" dt="2024-03-19T06:34:35.411" v="1409"/>
          <ac:picMkLst>
            <pc:docMk/>
            <pc:sldMk cId="3571720637" sldId="2147474170"/>
            <ac:picMk id="9" creationId="{B8C4D0C0-0A37-BAA1-2FF1-097A85C1C0CD}"/>
          </ac:picMkLst>
        </pc:picChg>
        <pc:picChg chg="mod">
          <ac:chgData name="Gudla, Natraj" userId="1b097815-ad51-435d-a557-eb69be7a0b69" providerId="ADAL" clId="{DAF2F519-C8AF-4C4B-8168-8B23EFDE8FEE}" dt="2024-03-19T06:38:59.809" v="1422" actId="1076"/>
          <ac:picMkLst>
            <pc:docMk/>
            <pc:sldMk cId="3571720637" sldId="2147474170"/>
            <ac:picMk id="10" creationId="{9D0AC839-2A49-8100-85FB-78AEF06EDA1F}"/>
          </ac:picMkLst>
        </pc:picChg>
      </pc:sldChg>
      <pc:sldChg chg="addSp delSp modSp add del mod">
        <pc:chgData name="Gudla, Natraj" userId="1b097815-ad51-435d-a557-eb69be7a0b69" providerId="ADAL" clId="{DAF2F519-C8AF-4C4B-8168-8B23EFDE8FEE}" dt="2024-03-19T03:57:06.024" v="1097" actId="47"/>
        <pc:sldMkLst>
          <pc:docMk/>
          <pc:sldMk cId="269952099" sldId="2147474172"/>
        </pc:sldMkLst>
        <pc:spChg chg="mod">
          <ac:chgData name="Gudla, Natraj" userId="1b097815-ad51-435d-a557-eb69be7a0b69" providerId="ADAL" clId="{DAF2F519-C8AF-4C4B-8168-8B23EFDE8FEE}" dt="2024-03-19T03:49:26.457" v="906" actId="1076"/>
          <ac:spMkLst>
            <pc:docMk/>
            <pc:sldMk cId="269952099" sldId="2147474172"/>
            <ac:spMk id="3" creationId="{3AAF9918-951B-D1B0-3ABC-AEBDC1F8332F}"/>
          </ac:spMkLst>
        </pc:spChg>
        <pc:spChg chg="del">
          <ac:chgData name="Gudla, Natraj" userId="1b097815-ad51-435d-a557-eb69be7a0b69" providerId="ADAL" clId="{DAF2F519-C8AF-4C4B-8168-8B23EFDE8FEE}" dt="2024-03-19T03:49:18.134" v="905" actId="478"/>
          <ac:spMkLst>
            <pc:docMk/>
            <pc:sldMk cId="269952099" sldId="2147474172"/>
            <ac:spMk id="6" creationId="{4075ED8A-5485-62F1-BBA6-2C62EAA06B1C}"/>
          </ac:spMkLst>
        </pc:spChg>
        <pc:spChg chg="mod">
          <ac:chgData name="Gudla, Natraj" userId="1b097815-ad51-435d-a557-eb69be7a0b69" providerId="ADAL" clId="{DAF2F519-C8AF-4C4B-8168-8B23EFDE8FEE}" dt="2024-03-19T03:49:26.457" v="906" actId="1076"/>
          <ac:spMkLst>
            <pc:docMk/>
            <pc:sldMk cId="269952099" sldId="2147474172"/>
            <ac:spMk id="7" creationId="{CF482E92-8843-4B1E-9460-85D780F726E7}"/>
          </ac:spMkLst>
        </pc:spChg>
        <pc:spChg chg="mod">
          <ac:chgData name="Gudla, Natraj" userId="1b097815-ad51-435d-a557-eb69be7a0b69" providerId="ADAL" clId="{DAF2F519-C8AF-4C4B-8168-8B23EFDE8FEE}" dt="2024-03-19T03:49:26.457" v="906" actId="1076"/>
          <ac:spMkLst>
            <pc:docMk/>
            <pc:sldMk cId="269952099" sldId="2147474172"/>
            <ac:spMk id="8" creationId="{D2143455-0E20-4682-A2DF-1F58AC4B1135}"/>
          </ac:spMkLst>
        </pc:spChg>
        <pc:spChg chg="add del">
          <ac:chgData name="Gudla, Natraj" userId="1b097815-ad51-435d-a557-eb69be7a0b69" providerId="ADAL" clId="{DAF2F519-C8AF-4C4B-8168-8B23EFDE8FEE}" dt="2024-03-19T03:49:13.352" v="904" actId="478"/>
          <ac:spMkLst>
            <pc:docMk/>
            <pc:sldMk cId="269952099" sldId="2147474172"/>
            <ac:spMk id="9" creationId="{C1937554-0865-4E7F-8D99-F7B08ABAFA6F}"/>
          </ac:spMkLst>
        </pc:spChg>
        <pc:spChg chg="add del">
          <ac:chgData name="Gudla, Natraj" userId="1b097815-ad51-435d-a557-eb69be7a0b69" providerId="ADAL" clId="{DAF2F519-C8AF-4C4B-8168-8B23EFDE8FEE}" dt="2024-03-19T03:49:13.352" v="904" actId="478"/>
          <ac:spMkLst>
            <pc:docMk/>
            <pc:sldMk cId="269952099" sldId="2147474172"/>
            <ac:spMk id="10" creationId="{FEE61689-EBDC-4DD7-8E85-3EDAE8A91A48}"/>
          </ac:spMkLst>
        </pc:spChg>
        <pc:spChg chg="del">
          <ac:chgData name="Gudla, Natraj" userId="1b097815-ad51-435d-a557-eb69be7a0b69" providerId="ADAL" clId="{DAF2F519-C8AF-4C4B-8168-8B23EFDE8FEE}" dt="2024-03-19T03:49:18.134" v="905" actId="478"/>
          <ac:spMkLst>
            <pc:docMk/>
            <pc:sldMk cId="269952099" sldId="2147474172"/>
            <ac:spMk id="11" creationId="{873DABBF-ACC5-70E9-5C0E-7E29BF76981A}"/>
          </ac:spMkLst>
        </pc:spChg>
        <pc:spChg chg="mod">
          <ac:chgData name="Gudla, Natraj" userId="1b097815-ad51-435d-a557-eb69be7a0b69" providerId="ADAL" clId="{DAF2F519-C8AF-4C4B-8168-8B23EFDE8FEE}" dt="2024-03-19T03:49:26.457" v="906" actId="1076"/>
          <ac:spMkLst>
            <pc:docMk/>
            <pc:sldMk cId="269952099" sldId="2147474172"/>
            <ac:spMk id="12" creationId="{9E4BF4D9-9D54-2EA5-0D69-7C0FF8C6E2A2}"/>
          </ac:spMkLst>
        </pc:spChg>
        <pc:spChg chg="mod">
          <ac:chgData name="Gudla, Natraj" userId="1b097815-ad51-435d-a557-eb69be7a0b69" providerId="ADAL" clId="{DAF2F519-C8AF-4C4B-8168-8B23EFDE8FEE}" dt="2024-03-19T03:49:26.457" v="906" actId="1076"/>
          <ac:spMkLst>
            <pc:docMk/>
            <pc:sldMk cId="269952099" sldId="2147474172"/>
            <ac:spMk id="13" creationId="{95FBCEB3-4ABC-4E9E-BA08-C48578BAB9FD}"/>
          </ac:spMkLst>
        </pc:spChg>
        <pc:spChg chg="mod">
          <ac:chgData name="Gudla, Natraj" userId="1b097815-ad51-435d-a557-eb69be7a0b69" providerId="ADAL" clId="{DAF2F519-C8AF-4C4B-8168-8B23EFDE8FEE}" dt="2024-03-19T03:49:26.457" v="906" actId="1076"/>
          <ac:spMkLst>
            <pc:docMk/>
            <pc:sldMk cId="269952099" sldId="2147474172"/>
            <ac:spMk id="14" creationId="{6BB6CD4C-2327-F604-CD62-6B258FAE91F0}"/>
          </ac:spMkLst>
        </pc:spChg>
        <pc:spChg chg="add del">
          <ac:chgData name="Gudla, Natraj" userId="1b097815-ad51-435d-a557-eb69be7a0b69" providerId="ADAL" clId="{DAF2F519-C8AF-4C4B-8168-8B23EFDE8FEE}" dt="2024-03-19T03:49:13.352" v="904" actId="478"/>
          <ac:spMkLst>
            <pc:docMk/>
            <pc:sldMk cId="269952099" sldId="2147474172"/>
            <ac:spMk id="15" creationId="{F5F56D37-7D16-F5FB-A7BB-EC0BE051CBC4}"/>
          </ac:spMkLst>
        </pc:spChg>
        <pc:spChg chg="add del">
          <ac:chgData name="Gudla, Natraj" userId="1b097815-ad51-435d-a557-eb69be7a0b69" providerId="ADAL" clId="{DAF2F519-C8AF-4C4B-8168-8B23EFDE8FEE}" dt="2024-03-19T03:49:13.352" v="904" actId="478"/>
          <ac:spMkLst>
            <pc:docMk/>
            <pc:sldMk cId="269952099" sldId="2147474172"/>
            <ac:spMk id="16" creationId="{B6115C53-43F7-67FD-689E-29E4FE040E16}"/>
          </ac:spMkLst>
        </pc:spChg>
        <pc:spChg chg="mod">
          <ac:chgData name="Gudla, Natraj" userId="1b097815-ad51-435d-a557-eb69be7a0b69" providerId="ADAL" clId="{DAF2F519-C8AF-4C4B-8168-8B23EFDE8FEE}" dt="2024-03-19T03:49:26.457" v="906" actId="1076"/>
          <ac:spMkLst>
            <pc:docMk/>
            <pc:sldMk cId="269952099" sldId="2147474172"/>
            <ac:spMk id="17" creationId="{846966F0-5E16-612A-9412-C827212895C9}"/>
          </ac:spMkLst>
        </pc:spChg>
        <pc:spChg chg="mod">
          <ac:chgData name="Gudla, Natraj" userId="1b097815-ad51-435d-a557-eb69be7a0b69" providerId="ADAL" clId="{DAF2F519-C8AF-4C4B-8168-8B23EFDE8FEE}" dt="2024-03-19T03:49:26.457" v="906" actId="1076"/>
          <ac:spMkLst>
            <pc:docMk/>
            <pc:sldMk cId="269952099" sldId="2147474172"/>
            <ac:spMk id="18" creationId="{571B77EA-D609-72E9-E7C1-18DC17A1913C}"/>
          </ac:spMkLst>
        </pc:spChg>
        <pc:spChg chg="mod">
          <ac:chgData name="Gudla, Natraj" userId="1b097815-ad51-435d-a557-eb69be7a0b69" providerId="ADAL" clId="{DAF2F519-C8AF-4C4B-8168-8B23EFDE8FEE}" dt="2024-03-19T03:49:26.457" v="906" actId="1076"/>
          <ac:spMkLst>
            <pc:docMk/>
            <pc:sldMk cId="269952099" sldId="2147474172"/>
            <ac:spMk id="19" creationId="{5C4007F1-98FF-11A8-55ED-363670277417}"/>
          </ac:spMkLst>
        </pc:spChg>
        <pc:spChg chg="mod">
          <ac:chgData name="Gudla, Natraj" userId="1b097815-ad51-435d-a557-eb69be7a0b69" providerId="ADAL" clId="{DAF2F519-C8AF-4C4B-8168-8B23EFDE8FEE}" dt="2024-03-19T03:49:26.457" v="906" actId="1076"/>
          <ac:spMkLst>
            <pc:docMk/>
            <pc:sldMk cId="269952099" sldId="2147474172"/>
            <ac:spMk id="20" creationId="{AD97C38C-EF58-8621-3C87-6113FF1AA50E}"/>
          </ac:spMkLst>
        </pc:spChg>
        <pc:spChg chg="mod">
          <ac:chgData name="Gudla, Natraj" userId="1b097815-ad51-435d-a557-eb69be7a0b69" providerId="ADAL" clId="{DAF2F519-C8AF-4C4B-8168-8B23EFDE8FEE}" dt="2024-03-19T03:49:26.457" v="906" actId="1076"/>
          <ac:spMkLst>
            <pc:docMk/>
            <pc:sldMk cId="269952099" sldId="2147474172"/>
            <ac:spMk id="21" creationId="{4AE2F4EB-49B4-5884-EF91-AC8C0FFAA158}"/>
          </ac:spMkLst>
        </pc:spChg>
        <pc:spChg chg="add del">
          <ac:chgData name="Gudla, Natraj" userId="1b097815-ad51-435d-a557-eb69be7a0b69" providerId="ADAL" clId="{DAF2F519-C8AF-4C4B-8168-8B23EFDE8FEE}" dt="2024-03-19T03:49:13.352" v="904" actId="478"/>
          <ac:spMkLst>
            <pc:docMk/>
            <pc:sldMk cId="269952099" sldId="2147474172"/>
            <ac:spMk id="22" creationId="{C5477E02-1B87-0425-2FFE-22E7E6642DDC}"/>
          </ac:spMkLst>
        </pc:spChg>
        <pc:spChg chg="mod">
          <ac:chgData name="Gudla, Natraj" userId="1b097815-ad51-435d-a557-eb69be7a0b69" providerId="ADAL" clId="{DAF2F519-C8AF-4C4B-8168-8B23EFDE8FEE}" dt="2024-03-19T03:49:26.457" v="906" actId="1076"/>
          <ac:spMkLst>
            <pc:docMk/>
            <pc:sldMk cId="269952099" sldId="2147474172"/>
            <ac:spMk id="23" creationId="{C8477846-C2D4-B82A-99BD-7F52995EA5E7}"/>
          </ac:spMkLst>
        </pc:spChg>
        <pc:spChg chg="mod">
          <ac:chgData name="Gudla, Natraj" userId="1b097815-ad51-435d-a557-eb69be7a0b69" providerId="ADAL" clId="{DAF2F519-C8AF-4C4B-8168-8B23EFDE8FEE}" dt="2024-03-19T03:49:26.457" v="906" actId="1076"/>
          <ac:spMkLst>
            <pc:docMk/>
            <pc:sldMk cId="269952099" sldId="2147474172"/>
            <ac:spMk id="24" creationId="{955E6E69-29C1-1718-D72A-5AE79009A804}"/>
          </ac:spMkLst>
        </pc:spChg>
        <pc:spChg chg="mod">
          <ac:chgData name="Gudla, Natraj" userId="1b097815-ad51-435d-a557-eb69be7a0b69" providerId="ADAL" clId="{DAF2F519-C8AF-4C4B-8168-8B23EFDE8FEE}" dt="2024-03-19T03:49:26.457" v="906" actId="1076"/>
          <ac:spMkLst>
            <pc:docMk/>
            <pc:sldMk cId="269952099" sldId="2147474172"/>
            <ac:spMk id="25" creationId="{D41F7F17-E643-06F5-2DCE-DAA285B8B81F}"/>
          </ac:spMkLst>
        </pc:spChg>
        <pc:spChg chg="mod">
          <ac:chgData name="Gudla, Natraj" userId="1b097815-ad51-435d-a557-eb69be7a0b69" providerId="ADAL" clId="{DAF2F519-C8AF-4C4B-8168-8B23EFDE8FEE}" dt="2024-03-19T03:49:26.457" v="906" actId="1076"/>
          <ac:spMkLst>
            <pc:docMk/>
            <pc:sldMk cId="269952099" sldId="2147474172"/>
            <ac:spMk id="26" creationId="{E9CB7396-10C8-1B13-8798-CF0F4E50ADFE}"/>
          </ac:spMkLst>
        </pc:spChg>
        <pc:spChg chg="add del">
          <ac:chgData name="Gudla, Natraj" userId="1b097815-ad51-435d-a557-eb69be7a0b69" providerId="ADAL" clId="{DAF2F519-C8AF-4C4B-8168-8B23EFDE8FEE}" dt="2024-03-19T03:49:13.352" v="904" actId="478"/>
          <ac:spMkLst>
            <pc:docMk/>
            <pc:sldMk cId="269952099" sldId="2147474172"/>
            <ac:spMk id="27" creationId="{037FD3AD-AAD4-B517-A34E-059E0882B174}"/>
          </ac:spMkLst>
        </pc:spChg>
        <pc:spChg chg="mod">
          <ac:chgData name="Gudla, Natraj" userId="1b097815-ad51-435d-a557-eb69be7a0b69" providerId="ADAL" clId="{DAF2F519-C8AF-4C4B-8168-8B23EFDE8FEE}" dt="2024-03-19T03:49:26.457" v="906" actId="1076"/>
          <ac:spMkLst>
            <pc:docMk/>
            <pc:sldMk cId="269952099" sldId="2147474172"/>
            <ac:spMk id="28" creationId="{CB358107-C9B2-244E-007B-C2A7ADF39805}"/>
          </ac:spMkLst>
        </pc:spChg>
        <pc:spChg chg="mod">
          <ac:chgData name="Gudla, Natraj" userId="1b097815-ad51-435d-a557-eb69be7a0b69" providerId="ADAL" clId="{DAF2F519-C8AF-4C4B-8168-8B23EFDE8FEE}" dt="2024-03-19T03:49:26.457" v="906" actId="1076"/>
          <ac:spMkLst>
            <pc:docMk/>
            <pc:sldMk cId="269952099" sldId="2147474172"/>
            <ac:spMk id="29" creationId="{B1F3955C-C354-C3BB-1FA9-B4DBDAF25490}"/>
          </ac:spMkLst>
        </pc:spChg>
        <pc:spChg chg="mod">
          <ac:chgData name="Gudla, Natraj" userId="1b097815-ad51-435d-a557-eb69be7a0b69" providerId="ADAL" clId="{DAF2F519-C8AF-4C4B-8168-8B23EFDE8FEE}" dt="2024-03-19T03:49:26.457" v="906" actId="1076"/>
          <ac:spMkLst>
            <pc:docMk/>
            <pc:sldMk cId="269952099" sldId="2147474172"/>
            <ac:spMk id="30" creationId="{BC8EBAD4-73FA-97BB-E85E-75080FA97993}"/>
          </ac:spMkLst>
        </pc:spChg>
        <pc:spChg chg="mod">
          <ac:chgData name="Gudla, Natraj" userId="1b097815-ad51-435d-a557-eb69be7a0b69" providerId="ADAL" clId="{DAF2F519-C8AF-4C4B-8168-8B23EFDE8FEE}" dt="2024-03-19T03:49:26.457" v="906" actId="1076"/>
          <ac:spMkLst>
            <pc:docMk/>
            <pc:sldMk cId="269952099" sldId="2147474172"/>
            <ac:spMk id="31" creationId="{AEF0F270-8715-80BD-8234-1A25BB77CD8A}"/>
          </ac:spMkLst>
        </pc:spChg>
        <pc:spChg chg="mod">
          <ac:chgData name="Gudla, Natraj" userId="1b097815-ad51-435d-a557-eb69be7a0b69" providerId="ADAL" clId="{DAF2F519-C8AF-4C4B-8168-8B23EFDE8FEE}" dt="2024-03-19T03:49:26.457" v="906" actId="1076"/>
          <ac:spMkLst>
            <pc:docMk/>
            <pc:sldMk cId="269952099" sldId="2147474172"/>
            <ac:spMk id="32" creationId="{7121BE69-FE8D-A9B0-D61E-D5A870BD74D7}"/>
          </ac:spMkLst>
        </pc:spChg>
        <pc:spChg chg="mod">
          <ac:chgData name="Gudla, Natraj" userId="1b097815-ad51-435d-a557-eb69be7a0b69" providerId="ADAL" clId="{DAF2F519-C8AF-4C4B-8168-8B23EFDE8FEE}" dt="2024-03-19T03:49:26.457" v="906" actId="1076"/>
          <ac:spMkLst>
            <pc:docMk/>
            <pc:sldMk cId="269952099" sldId="2147474172"/>
            <ac:spMk id="33" creationId="{A3F475C5-907D-6532-8579-331CF8BAE291}"/>
          </ac:spMkLst>
        </pc:spChg>
        <pc:spChg chg="mod">
          <ac:chgData name="Gudla, Natraj" userId="1b097815-ad51-435d-a557-eb69be7a0b69" providerId="ADAL" clId="{DAF2F519-C8AF-4C4B-8168-8B23EFDE8FEE}" dt="2024-03-19T03:49:26.457" v="906" actId="1076"/>
          <ac:spMkLst>
            <pc:docMk/>
            <pc:sldMk cId="269952099" sldId="2147474172"/>
            <ac:spMk id="34" creationId="{876201D5-940A-7AE4-6D07-18C47B457983}"/>
          </ac:spMkLst>
        </pc:spChg>
        <pc:spChg chg="mod">
          <ac:chgData name="Gudla, Natraj" userId="1b097815-ad51-435d-a557-eb69be7a0b69" providerId="ADAL" clId="{DAF2F519-C8AF-4C4B-8168-8B23EFDE8FEE}" dt="2024-03-19T03:49:26.457" v="906" actId="1076"/>
          <ac:spMkLst>
            <pc:docMk/>
            <pc:sldMk cId="269952099" sldId="2147474172"/>
            <ac:spMk id="35" creationId="{CA2B910F-DE03-0DFE-B2B4-CD86D1077033}"/>
          </ac:spMkLst>
        </pc:spChg>
        <pc:spChg chg="del">
          <ac:chgData name="Gudla, Natraj" userId="1b097815-ad51-435d-a557-eb69be7a0b69" providerId="ADAL" clId="{DAF2F519-C8AF-4C4B-8168-8B23EFDE8FEE}" dt="2024-03-19T03:49:18.134" v="905" actId="478"/>
          <ac:spMkLst>
            <pc:docMk/>
            <pc:sldMk cId="269952099" sldId="2147474172"/>
            <ac:spMk id="36" creationId="{B1A39A6A-FF94-4AB0-AB58-587FD5F07C8A}"/>
          </ac:spMkLst>
        </pc:spChg>
        <pc:spChg chg="add del">
          <ac:chgData name="Gudla, Natraj" userId="1b097815-ad51-435d-a557-eb69be7a0b69" providerId="ADAL" clId="{DAF2F519-C8AF-4C4B-8168-8B23EFDE8FEE}" dt="2024-03-19T03:49:13.352" v="904" actId="478"/>
          <ac:spMkLst>
            <pc:docMk/>
            <pc:sldMk cId="269952099" sldId="2147474172"/>
            <ac:spMk id="37" creationId="{BF0DF6CC-3BE1-2648-3B74-57113A199020}"/>
          </ac:spMkLst>
        </pc:spChg>
        <pc:spChg chg="add del">
          <ac:chgData name="Gudla, Natraj" userId="1b097815-ad51-435d-a557-eb69be7a0b69" providerId="ADAL" clId="{DAF2F519-C8AF-4C4B-8168-8B23EFDE8FEE}" dt="2024-03-19T03:49:13.352" v="904" actId="478"/>
          <ac:spMkLst>
            <pc:docMk/>
            <pc:sldMk cId="269952099" sldId="2147474172"/>
            <ac:spMk id="38" creationId="{F85CB716-5636-ED29-BAA1-7BE06E653220}"/>
          </ac:spMkLst>
        </pc:spChg>
        <pc:spChg chg="add del">
          <ac:chgData name="Gudla, Natraj" userId="1b097815-ad51-435d-a557-eb69be7a0b69" providerId="ADAL" clId="{DAF2F519-C8AF-4C4B-8168-8B23EFDE8FEE}" dt="2024-03-19T03:49:13.352" v="904" actId="478"/>
          <ac:spMkLst>
            <pc:docMk/>
            <pc:sldMk cId="269952099" sldId="2147474172"/>
            <ac:spMk id="39" creationId="{DCB286E1-46E0-D0D7-918C-09FCC73E1807}"/>
          </ac:spMkLst>
        </pc:spChg>
        <pc:spChg chg="mod">
          <ac:chgData name="Gudla, Natraj" userId="1b097815-ad51-435d-a557-eb69be7a0b69" providerId="ADAL" clId="{DAF2F519-C8AF-4C4B-8168-8B23EFDE8FEE}" dt="2024-03-19T03:49:26.457" v="906" actId="1076"/>
          <ac:spMkLst>
            <pc:docMk/>
            <pc:sldMk cId="269952099" sldId="2147474172"/>
            <ac:spMk id="40" creationId="{352D14A1-BAC8-8576-C1DC-F9C4DD35CBBE}"/>
          </ac:spMkLst>
        </pc:spChg>
        <pc:spChg chg="add del">
          <ac:chgData name="Gudla, Natraj" userId="1b097815-ad51-435d-a557-eb69be7a0b69" providerId="ADAL" clId="{DAF2F519-C8AF-4C4B-8168-8B23EFDE8FEE}" dt="2024-03-19T03:49:13.352" v="904" actId="478"/>
          <ac:spMkLst>
            <pc:docMk/>
            <pc:sldMk cId="269952099" sldId="2147474172"/>
            <ac:spMk id="41" creationId="{402E6D74-BDC5-10E4-A6AB-B4C48C21CD8C}"/>
          </ac:spMkLst>
        </pc:spChg>
        <pc:spChg chg="mod">
          <ac:chgData name="Gudla, Natraj" userId="1b097815-ad51-435d-a557-eb69be7a0b69" providerId="ADAL" clId="{DAF2F519-C8AF-4C4B-8168-8B23EFDE8FEE}" dt="2024-03-19T03:49:26.457" v="906" actId="1076"/>
          <ac:spMkLst>
            <pc:docMk/>
            <pc:sldMk cId="269952099" sldId="2147474172"/>
            <ac:spMk id="42" creationId="{19ED339B-7A18-7B10-E72E-B41146A09498}"/>
          </ac:spMkLst>
        </pc:spChg>
        <pc:spChg chg="mod">
          <ac:chgData name="Gudla, Natraj" userId="1b097815-ad51-435d-a557-eb69be7a0b69" providerId="ADAL" clId="{DAF2F519-C8AF-4C4B-8168-8B23EFDE8FEE}" dt="2024-03-19T03:49:26.457" v="906" actId="1076"/>
          <ac:spMkLst>
            <pc:docMk/>
            <pc:sldMk cId="269952099" sldId="2147474172"/>
            <ac:spMk id="43" creationId="{E8A31937-0281-AB06-CD23-C92E28045440}"/>
          </ac:spMkLst>
        </pc:spChg>
        <pc:spChg chg="add del">
          <ac:chgData name="Gudla, Natraj" userId="1b097815-ad51-435d-a557-eb69be7a0b69" providerId="ADAL" clId="{DAF2F519-C8AF-4C4B-8168-8B23EFDE8FEE}" dt="2024-03-19T03:49:13.352" v="904" actId="478"/>
          <ac:spMkLst>
            <pc:docMk/>
            <pc:sldMk cId="269952099" sldId="2147474172"/>
            <ac:spMk id="45" creationId="{F90EC28B-1E07-0F7A-F0F6-57BE81225AA2}"/>
          </ac:spMkLst>
        </pc:spChg>
        <pc:spChg chg="add del">
          <ac:chgData name="Gudla, Natraj" userId="1b097815-ad51-435d-a557-eb69be7a0b69" providerId="ADAL" clId="{DAF2F519-C8AF-4C4B-8168-8B23EFDE8FEE}" dt="2024-03-19T03:49:13.352" v="904" actId="478"/>
          <ac:spMkLst>
            <pc:docMk/>
            <pc:sldMk cId="269952099" sldId="2147474172"/>
            <ac:spMk id="46" creationId="{29E3ED98-0A5D-ACDF-C52F-5C788B3262F4}"/>
          </ac:spMkLst>
        </pc:spChg>
        <pc:spChg chg="add del">
          <ac:chgData name="Gudla, Natraj" userId="1b097815-ad51-435d-a557-eb69be7a0b69" providerId="ADAL" clId="{DAF2F519-C8AF-4C4B-8168-8B23EFDE8FEE}" dt="2024-03-19T03:49:13.352" v="904" actId="478"/>
          <ac:spMkLst>
            <pc:docMk/>
            <pc:sldMk cId="269952099" sldId="2147474172"/>
            <ac:spMk id="47" creationId="{C1FD1D2F-8602-F2F1-0EF8-F3A5E2C835B3}"/>
          </ac:spMkLst>
        </pc:spChg>
        <pc:spChg chg="add del">
          <ac:chgData name="Gudla, Natraj" userId="1b097815-ad51-435d-a557-eb69be7a0b69" providerId="ADAL" clId="{DAF2F519-C8AF-4C4B-8168-8B23EFDE8FEE}" dt="2024-03-19T03:49:13.352" v="904" actId="478"/>
          <ac:spMkLst>
            <pc:docMk/>
            <pc:sldMk cId="269952099" sldId="2147474172"/>
            <ac:spMk id="48" creationId="{DBBD1BD3-AEB4-3796-CD10-3E64FE8AEC55}"/>
          </ac:spMkLst>
        </pc:spChg>
        <pc:spChg chg="add del">
          <ac:chgData name="Gudla, Natraj" userId="1b097815-ad51-435d-a557-eb69be7a0b69" providerId="ADAL" clId="{DAF2F519-C8AF-4C4B-8168-8B23EFDE8FEE}" dt="2024-03-19T03:49:13.352" v="904" actId="478"/>
          <ac:spMkLst>
            <pc:docMk/>
            <pc:sldMk cId="269952099" sldId="2147474172"/>
            <ac:spMk id="49" creationId="{4D207688-39E6-D5AF-EA8F-22F7187A7A77}"/>
          </ac:spMkLst>
        </pc:spChg>
        <pc:spChg chg="add del">
          <ac:chgData name="Gudla, Natraj" userId="1b097815-ad51-435d-a557-eb69be7a0b69" providerId="ADAL" clId="{DAF2F519-C8AF-4C4B-8168-8B23EFDE8FEE}" dt="2024-03-19T03:49:13.352" v="904" actId="478"/>
          <ac:spMkLst>
            <pc:docMk/>
            <pc:sldMk cId="269952099" sldId="2147474172"/>
            <ac:spMk id="50" creationId="{18D654AC-6CFA-0149-B53E-55C367DBF244}"/>
          </ac:spMkLst>
        </pc:spChg>
        <pc:spChg chg="mod">
          <ac:chgData name="Gudla, Natraj" userId="1b097815-ad51-435d-a557-eb69be7a0b69" providerId="ADAL" clId="{DAF2F519-C8AF-4C4B-8168-8B23EFDE8FEE}" dt="2024-03-19T03:49:26.457" v="906" actId="1076"/>
          <ac:spMkLst>
            <pc:docMk/>
            <pc:sldMk cId="269952099" sldId="2147474172"/>
            <ac:spMk id="51" creationId="{DEEC0034-B3D3-273D-2EAA-CA6ABA791932}"/>
          </ac:spMkLst>
        </pc:spChg>
        <pc:spChg chg="add del">
          <ac:chgData name="Gudla, Natraj" userId="1b097815-ad51-435d-a557-eb69be7a0b69" providerId="ADAL" clId="{DAF2F519-C8AF-4C4B-8168-8B23EFDE8FEE}" dt="2024-03-19T03:49:13.352" v="904" actId="478"/>
          <ac:spMkLst>
            <pc:docMk/>
            <pc:sldMk cId="269952099" sldId="2147474172"/>
            <ac:spMk id="52" creationId="{7BA8726E-743F-FBCD-80A9-821920B3EA9E}"/>
          </ac:spMkLst>
        </pc:spChg>
        <pc:spChg chg="add del">
          <ac:chgData name="Gudla, Natraj" userId="1b097815-ad51-435d-a557-eb69be7a0b69" providerId="ADAL" clId="{DAF2F519-C8AF-4C4B-8168-8B23EFDE8FEE}" dt="2024-03-19T03:49:13.352" v="904" actId="478"/>
          <ac:spMkLst>
            <pc:docMk/>
            <pc:sldMk cId="269952099" sldId="2147474172"/>
            <ac:spMk id="53" creationId="{A901EF7D-14D0-CB4B-BE6D-8D8A78410D6B}"/>
          </ac:spMkLst>
        </pc:spChg>
        <pc:spChg chg="del">
          <ac:chgData name="Gudla, Natraj" userId="1b097815-ad51-435d-a557-eb69be7a0b69" providerId="ADAL" clId="{DAF2F519-C8AF-4C4B-8168-8B23EFDE8FEE}" dt="2024-03-19T03:49:18.134" v="905" actId="478"/>
          <ac:spMkLst>
            <pc:docMk/>
            <pc:sldMk cId="269952099" sldId="2147474172"/>
            <ac:spMk id="54" creationId="{E71E1F2D-6EDC-DCFD-7472-49C20451C5CE}"/>
          </ac:spMkLst>
        </pc:spChg>
        <pc:spChg chg="del">
          <ac:chgData name="Gudla, Natraj" userId="1b097815-ad51-435d-a557-eb69be7a0b69" providerId="ADAL" clId="{DAF2F519-C8AF-4C4B-8168-8B23EFDE8FEE}" dt="2024-03-19T03:49:18.134" v="905" actId="478"/>
          <ac:spMkLst>
            <pc:docMk/>
            <pc:sldMk cId="269952099" sldId="2147474172"/>
            <ac:spMk id="55" creationId="{14133841-23B0-214F-D90C-3566F5697992}"/>
          </ac:spMkLst>
        </pc:spChg>
        <pc:spChg chg="mod">
          <ac:chgData name="Gudla, Natraj" userId="1b097815-ad51-435d-a557-eb69be7a0b69" providerId="ADAL" clId="{DAF2F519-C8AF-4C4B-8168-8B23EFDE8FEE}" dt="2024-03-19T03:49:26.457" v="906" actId="1076"/>
          <ac:spMkLst>
            <pc:docMk/>
            <pc:sldMk cId="269952099" sldId="2147474172"/>
            <ac:spMk id="56" creationId="{5A0D705D-0922-C500-DCCF-A70855A706D0}"/>
          </ac:spMkLst>
        </pc:spChg>
        <pc:spChg chg="mod">
          <ac:chgData name="Gudla, Natraj" userId="1b097815-ad51-435d-a557-eb69be7a0b69" providerId="ADAL" clId="{DAF2F519-C8AF-4C4B-8168-8B23EFDE8FEE}" dt="2024-03-19T03:49:26.457" v="906" actId="1076"/>
          <ac:spMkLst>
            <pc:docMk/>
            <pc:sldMk cId="269952099" sldId="2147474172"/>
            <ac:spMk id="57" creationId="{FA9B77D7-CB12-72E7-9C39-15642DAD2A8B}"/>
          </ac:spMkLst>
        </pc:spChg>
        <pc:spChg chg="mod">
          <ac:chgData name="Gudla, Natraj" userId="1b097815-ad51-435d-a557-eb69be7a0b69" providerId="ADAL" clId="{DAF2F519-C8AF-4C4B-8168-8B23EFDE8FEE}" dt="2024-03-19T03:49:26.457" v="906" actId="1076"/>
          <ac:spMkLst>
            <pc:docMk/>
            <pc:sldMk cId="269952099" sldId="2147474172"/>
            <ac:spMk id="58" creationId="{476F6A9E-1225-F31F-CC6D-DF0BCC19D373}"/>
          </ac:spMkLst>
        </pc:spChg>
        <pc:spChg chg="add del">
          <ac:chgData name="Gudla, Natraj" userId="1b097815-ad51-435d-a557-eb69be7a0b69" providerId="ADAL" clId="{DAF2F519-C8AF-4C4B-8168-8B23EFDE8FEE}" dt="2024-03-19T03:49:13.352" v="904" actId="478"/>
          <ac:spMkLst>
            <pc:docMk/>
            <pc:sldMk cId="269952099" sldId="2147474172"/>
            <ac:spMk id="60" creationId="{1908A986-EA3E-EC36-BB95-059E12FB0A7C}"/>
          </ac:spMkLst>
        </pc:spChg>
        <pc:spChg chg="add del">
          <ac:chgData name="Gudla, Natraj" userId="1b097815-ad51-435d-a557-eb69be7a0b69" providerId="ADAL" clId="{DAF2F519-C8AF-4C4B-8168-8B23EFDE8FEE}" dt="2024-03-19T03:49:13.352" v="904" actId="478"/>
          <ac:spMkLst>
            <pc:docMk/>
            <pc:sldMk cId="269952099" sldId="2147474172"/>
            <ac:spMk id="62" creationId="{87136965-ECDC-D72A-1877-6B62A3FD1FB7}"/>
          </ac:spMkLst>
        </pc:spChg>
        <pc:spChg chg="mod">
          <ac:chgData name="Gudla, Natraj" userId="1b097815-ad51-435d-a557-eb69be7a0b69" providerId="ADAL" clId="{DAF2F519-C8AF-4C4B-8168-8B23EFDE8FEE}" dt="2024-03-19T03:49:26.457" v="906" actId="1076"/>
          <ac:spMkLst>
            <pc:docMk/>
            <pc:sldMk cId="269952099" sldId="2147474172"/>
            <ac:spMk id="63" creationId="{9AE61723-C27E-7F4D-54B3-1F44D201CBDF}"/>
          </ac:spMkLst>
        </pc:spChg>
        <pc:spChg chg="add del">
          <ac:chgData name="Gudla, Natraj" userId="1b097815-ad51-435d-a557-eb69be7a0b69" providerId="ADAL" clId="{DAF2F519-C8AF-4C4B-8168-8B23EFDE8FEE}" dt="2024-03-19T03:49:13.352" v="904" actId="478"/>
          <ac:spMkLst>
            <pc:docMk/>
            <pc:sldMk cId="269952099" sldId="2147474172"/>
            <ac:spMk id="64" creationId="{B2DCA098-73ED-1CDE-2D1E-76C26233AC08}"/>
          </ac:spMkLst>
        </pc:spChg>
        <pc:spChg chg="add del">
          <ac:chgData name="Gudla, Natraj" userId="1b097815-ad51-435d-a557-eb69be7a0b69" providerId="ADAL" clId="{DAF2F519-C8AF-4C4B-8168-8B23EFDE8FEE}" dt="2024-03-19T03:49:13.352" v="904" actId="478"/>
          <ac:spMkLst>
            <pc:docMk/>
            <pc:sldMk cId="269952099" sldId="2147474172"/>
            <ac:spMk id="65" creationId="{FFFCEFD4-DC4F-DFA7-376A-C7C6C06C2596}"/>
          </ac:spMkLst>
        </pc:spChg>
        <pc:spChg chg="mod">
          <ac:chgData name="Gudla, Natraj" userId="1b097815-ad51-435d-a557-eb69be7a0b69" providerId="ADAL" clId="{DAF2F519-C8AF-4C4B-8168-8B23EFDE8FEE}" dt="2024-03-19T03:49:26.457" v="906" actId="1076"/>
          <ac:spMkLst>
            <pc:docMk/>
            <pc:sldMk cId="269952099" sldId="2147474172"/>
            <ac:spMk id="66" creationId="{23B5E970-87DE-DE75-B2BE-20E4DCD3B0C4}"/>
          </ac:spMkLst>
        </pc:spChg>
        <pc:spChg chg="mod">
          <ac:chgData name="Gudla, Natraj" userId="1b097815-ad51-435d-a557-eb69be7a0b69" providerId="ADAL" clId="{DAF2F519-C8AF-4C4B-8168-8B23EFDE8FEE}" dt="2024-03-19T03:49:26.457" v="906" actId="1076"/>
          <ac:spMkLst>
            <pc:docMk/>
            <pc:sldMk cId="269952099" sldId="2147474172"/>
            <ac:spMk id="67" creationId="{38189103-6121-61B6-ECF2-EFE284E3242A}"/>
          </ac:spMkLst>
        </pc:spChg>
        <pc:spChg chg="mod">
          <ac:chgData name="Gudla, Natraj" userId="1b097815-ad51-435d-a557-eb69be7a0b69" providerId="ADAL" clId="{DAF2F519-C8AF-4C4B-8168-8B23EFDE8FEE}" dt="2024-03-19T03:49:26.457" v="906" actId="1076"/>
          <ac:spMkLst>
            <pc:docMk/>
            <pc:sldMk cId="269952099" sldId="2147474172"/>
            <ac:spMk id="68" creationId="{7B833AB6-F7EA-898C-3734-29FA6B29F2B2}"/>
          </ac:spMkLst>
        </pc:spChg>
      </pc:sldChg>
      <pc:sldChg chg="add mod modShow">
        <pc:chgData name="Gudla, Natraj" userId="1b097815-ad51-435d-a557-eb69be7a0b69" providerId="ADAL" clId="{DAF2F519-C8AF-4C4B-8168-8B23EFDE8FEE}" dt="2024-03-19T03:49:01.607" v="903" actId="729"/>
        <pc:sldMkLst>
          <pc:docMk/>
          <pc:sldMk cId="1226129961" sldId="2147474173"/>
        </pc:sldMkLst>
      </pc:sldChg>
    </pc:docChg>
  </pc:docChgLst>
  <pc:docChgLst>
    <pc:chgData name="Gudla, Natraj" userId="1b097815-ad51-435d-a557-eb69be7a0b69" providerId="ADAL" clId="{23C3DAE9-E725-4C58-8DC5-ADAA13101E78}"/>
    <pc:docChg chg="undo custSel modSld sldOrd">
      <pc:chgData name="Gudla, Natraj" userId="1b097815-ad51-435d-a557-eb69be7a0b69" providerId="ADAL" clId="{23C3DAE9-E725-4C58-8DC5-ADAA13101E78}" dt="2024-03-17T02:33:06.545" v="1716" actId="20577"/>
      <pc:docMkLst>
        <pc:docMk/>
      </pc:docMkLst>
      <pc:sldChg chg="modSp mod ord">
        <pc:chgData name="Gudla, Natraj" userId="1b097815-ad51-435d-a557-eb69be7a0b69" providerId="ADAL" clId="{23C3DAE9-E725-4C58-8DC5-ADAA13101E78}" dt="2024-03-17T02:33:06.545" v="1716" actId="20577"/>
        <pc:sldMkLst>
          <pc:docMk/>
          <pc:sldMk cId="1853885874" sldId="2141412330"/>
        </pc:sldMkLst>
        <pc:graphicFrameChg chg="modGraphic">
          <ac:chgData name="Gudla, Natraj" userId="1b097815-ad51-435d-a557-eb69be7a0b69" providerId="ADAL" clId="{23C3DAE9-E725-4C58-8DC5-ADAA13101E78}" dt="2024-03-17T02:33:06.545" v="1716" actId="20577"/>
          <ac:graphicFrameMkLst>
            <pc:docMk/>
            <pc:sldMk cId="1853885874" sldId="2141412330"/>
            <ac:graphicFrameMk id="4" creationId="{BF751E83-40E8-42F7-A58D-21FB1E3D3346}"/>
          </ac:graphicFrameMkLst>
        </pc:graphicFrameChg>
      </pc:sldChg>
      <pc:sldChg chg="addSp delSp modSp mod">
        <pc:chgData name="Gudla, Natraj" userId="1b097815-ad51-435d-a557-eb69be7a0b69" providerId="ADAL" clId="{23C3DAE9-E725-4C58-8DC5-ADAA13101E78}" dt="2024-03-17T02:31:41.119" v="1635" actId="1038"/>
        <pc:sldMkLst>
          <pc:docMk/>
          <pc:sldMk cId="3711325015" sldId="2147474159"/>
        </pc:sldMkLst>
        <pc:spChg chg="del mod">
          <ac:chgData name="Gudla, Natraj" userId="1b097815-ad51-435d-a557-eb69be7a0b69" providerId="ADAL" clId="{23C3DAE9-E725-4C58-8DC5-ADAA13101E78}" dt="2024-03-17T02:03:23.869" v="1340" actId="478"/>
          <ac:spMkLst>
            <pc:docMk/>
            <pc:sldMk cId="3711325015" sldId="2147474159"/>
            <ac:spMk id="3" creationId="{FEFD9BC5-C28B-C1C8-3052-EEA547CE97F1}"/>
          </ac:spMkLst>
        </pc:spChg>
        <pc:spChg chg="mod">
          <ac:chgData name="Gudla, Natraj" userId="1b097815-ad51-435d-a557-eb69be7a0b69" providerId="ADAL" clId="{23C3DAE9-E725-4C58-8DC5-ADAA13101E78}" dt="2024-03-17T02:22:58.836" v="1573" actId="1076"/>
          <ac:spMkLst>
            <pc:docMk/>
            <pc:sldMk cId="3711325015" sldId="2147474159"/>
            <ac:spMk id="4" creationId="{00000000-0000-0000-0000-000000000000}"/>
          </ac:spMkLst>
        </pc:spChg>
        <pc:spChg chg="mod">
          <ac:chgData name="Gudla, Natraj" userId="1b097815-ad51-435d-a557-eb69be7a0b69" providerId="ADAL" clId="{23C3DAE9-E725-4C58-8DC5-ADAA13101E78}" dt="2024-03-17T02:15:47.568" v="1437" actId="255"/>
          <ac:spMkLst>
            <pc:docMk/>
            <pc:sldMk cId="3711325015" sldId="2147474159"/>
            <ac:spMk id="6" creationId="{4075ED8A-5485-62F1-BBA6-2C62EAA06B1C}"/>
          </ac:spMkLst>
        </pc:spChg>
        <pc:spChg chg="mod">
          <ac:chgData name="Gudla, Natraj" userId="1b097815-ad51-435d-a557-eb69be7a0b69" providerId="ADAL" clId="{23C3DAE9-E725-4C58-8DC5-ADAA13101E78}" dt="2024-03-17T02:00:27.449" v="1214" actId="1035"/>
          <ac:spMkLst>
            <pc:docMk/>
            <pc:sldMk cId="3711325015" sldId="2147474159"/>
            <ac:spMk id="7" creationId="{CF482E92-8843-4B1E-9460-85D780F726E7}"/>
          </ac:spMkLst>
        </pc:spChg>
        <pc:spChg chg="mod">
          <ac:chgData name="Gudla, Natraj" userId="1b097815-ad51-435d-a557-eb69be7a0b69" providerId="ADAL" clId="{23C3DAE9-E725-4C58-8DC5-ADAA13101E78}" dt="2024-03-17T02:00:27.449" v="1214" actId="1035"/>
          <ac:spMkLst>
            <pc:docMk/>
            <pc:sldMk cId="3711325015" sldId="2147474159"/>
            <ac:spMk id="8" creationId="{D2143455-0E20-4682-A2DF-1F58AC4B1135}"/>
          </ac:spMkLst>
        </pc:spChg>
        <pc:spChg chg="mod">
          <ac:chgData name="Gudla, Natraj" userId="1b097815-ad51-435d-a557-eb69be7a0b69" providerId="ADAL" clId="{23C3DAE9-E725-4C58-8DC5-ADAA13101E78}" dt="2024-03-17T02:00:47.285" v="1228" actId="6549"/>
          <ac:spMkLst>
            <pc:docMk/>
            <pc:sldMk cId="3711325015" sldId="2147474159"/>
            <ac:spMk id="9" creationId="{C1937554-0865-4E7F-8D99-F7B08ABAFA6F}"/>
          </ac:spMkLst>
        </pc:spChg>
        <pc:spChg chg="mod">
          <ac:chgData name="Gudla, Natraj" userId="1b097815-ad51-435d-a557-eb69be7a0b69" providerId="ADAL" clId="{23C3DAE9-E725-4C58-8DC5-ADAA13101E78}" dt="2024-03-17T02:00:27.449" v="1214" actId="1035"/>
          <ac:spMkLst>
            <pc:docMk/>
            <pc:sldMk cId="3711325015" sldId="2147474159"/>
            <ac:spMk id="10" creationId="{FEE61689-EBDC-4DD7-8E85-3EDAE8A91A48}"/>
          </ac:spMkLst>
        </pc:spChg>
        <pc:spChg chg="mod">
          <ac:chgData name="Gudla, Natraj" userId="1b097815-ad51-435d-a557-eb69be7a0b69" providerId="ADAL" clId="{23C3DAE9-E725-4C58-8DC5-ADAA13101E78}" dt="2024-03-17T02:15:47.568" v="1437" actId="255"/>
          <ac:spMkLst>
            <pc:docMk/>
            <pc:sldMk cId="3711325015" sldId="2147474159"/>
            <ac:spMk id="11" creationId="{873DABBF-ACC5-70E9-5C0E-7E29BF76981A}"/>
          </ac:spMkLst>
        </pc:spChg>
        <pc:spChg chg="mod">
          <ac:chgData name="Gudla, Natraj" userId="1b097815-ad51-435d-a557-eb69be7a0b69" providerId="ADAL" clId="{23C3DAE9-E725-4C58-8DC5-ADAA13101E78}" dt="2024-03-17T02:15:47.568" v="1437" actId="255"/>
          <ac:spMkLst>
            <pc:docMk/>
            <pc:sldMk cId="3711325015" sldId="2147474159"/>
            <ac:spMk id="12" creationId="{9E4BF4D9-9D54-2EA5-0D69-7C0FF8C6E2A2}"/>
          </ac:spMkLst>
        </pc:spChg>
        <pc:spChg chg="mod">
          <ac:chgData name="Gudla, Natraj" userId="1b097815-ad51-435d-a557-eb69be7a0b69" providerId="ADAL" clId="{23C3DAE9-E725-4C58-8DC5-ADAA13101E78}" dt="2024-03-17T02:00:27.449" v="1214" actId="1035"/>
          <ac:spMkLst>
            <pc:docMk/>
            <pc:sldMk cId="3711325015" sldId="2147474159"/>
            <ac:spMk id="13" creationId="{95FBCEB3-4ABC-4E9E-BA08-C48578BAB9FD}"/>
          </ac:spMkLst>
        </pc:spChg>
        <pc:spChg chg="mod">
          <ac:chgData name="Gudla, Natraj" userId="1b097815-ad51-435d-a557-eb69be7a0b69" providerId="ADAL" clId="{23C3DAE9-E725-4C58-8DC5-ADAA13101E78}" dt="2024-03-17T02:20:21.034" v="1494" actId="1076"/>
          <ac:spMkLst>
            <pc:docMk/>
            <pc:sldMk cId="3711325015" sldId="2147474159"/>
            <ac:spMk id="14" creationId="{6BB6CD4C-2327-F604-CD62-6B258FAE91F0}"/>
          </ac:spMkLst>
        </pc:spChg>
        <pc:spChg chg="mod">
          <ac:chgData name="Gudla, Natraj" userId="1b097815-ad51-435d-a557-eb69be7a0b69" providerId="ADAL" clId="{23C3DAE9-E725-4C58-8DC5-ADAA13101E78}" dt="2024-03-17T02:00:27.449" v="1214" actId="1035"/>
          <ac:spMkLst>
            <pc:docMk/>
            <pc:sldMk cId="3711325015" sldId="2147474159"/>
            <ac:spMk id="15" creationId="{F5F56D37-7D16-F5FB-A7BB-EC0BE051CBC4}"/>
          </ac:spMkLst>
        </pc:spChg>
        <pc:spChg chg="mod">
          <ac:chgData name="Gudla, Natraj" userId="1b097815-ad51-435d-a557-eb69be7a0b69" providerId="ADAL" clId="{23C3DAE9-E725-4C58-8DC5-ADAA13101E78}" dt="2024-03-17T02:21:26.843" v="1515" actId="20577"/>
          <ac:spMkLst>
            <pc:docMk/>
            <pc:sldMk cId="3711325015" sldId="2147474159"/>
            <ac:spMk id="16" creationId="{B6115C53-43F7-67FD-689E-29E4FE040E16}"/>
          </ac:spMkLst>
        </pc:spChg>
        <pc:spChg chg="mod">
          <ac:chgData name="Gudla, Natraj" userId="1b097815-ad51-435d-a557-eb69be7a0b69" providerId="ADAL" clId="{23C3DAE9-E725-4C58-8DC5-ADAA13101E78}" dt="2024-03-17T02:22:05.778" v="1552" actId="1076"/>
          <ac:spMkLst>
            <pc:docMk/>
            <pc:sldMk cId="3711325015" sldId="2147474159"/>
            <ac:spMk id="17" creationId="{846966F0-5E16-612A-9412-C827212895C9}"/>
          </ac:spMkLst>
        </pc:spChg>
        <pc:spChg chg="mod">
          <ac:chgData name="Gudla, Natraj" userId="1b097815-ad51-435d-a557-eb69be7a0b69" providerId="ADAL" clId="{23C3DAE9-E725-4C58-8DC5-ADAA13101E78}" dt="2024-03-17T02:15:47.568" v="1437" actId="255"/>
          <ac:spMkLst>
            <pc:docMk/>
            <pc:sldMk cId="3711325015" sldId="2147474159"/>
            <ac:spMk id="18" creationId="{571B77EA-D609-72E9-E7C1-18DC17A1913C}"/>
          </ac:spMkLst>
        </pc:spChg>
        <pc:spChg chg="del mod">
          <ac:chgData name="Gudla, Natraj" userId="1b097815-ad51-435d-a557-eb69be7a0b69" providerId="ADAL" clId="{23C3DAE9-E725-4C58-8DC5-ADAA13101E78}" dt="2024-03-17T01:53:00.806" v="673" actId="478"/>
          <ac:spMkLst>
            <pc:docMk/>
            <pc:sldMk cId="3711325015" sldId="2147474159"/>
            <ac:spMk id="19" creationId="{6B3A656C-CE13-452F-85D6-4B259CB637C3}"/>
          </ac:spMkLst>
        </pc:spChg>
        <pc:spChg chg="del mod">
          <ac:chgData name="Gudla, Natraj" userId="1b097815-ad51-435d-a557-eb69be7a0b69" providerId="ADAL" clId="{23C3DAE9-E725-4C58-8DC5-ADAA13101E78}" dt="2024-03-17T02:26:16.215" v="1602" actId="478"/>
          <ac:spMkLst>
            <pc:docMk/>
            <pc:sldMk cId="3711325015" sldId="2147474159"/>
            <ac:spMk id="20" creationId="{A8187D7B-98E8-6FCC-FC22-874EE1851C75}"/>
          </ac:spMkLst>
        </pc:spChg>
        <pc:spChg chg="del mod">
          <ac:chgData name="Gudla, Natraj" userId="1b097815-ad51-435d-a557-eb69be7a0b69" providerId="ADAL" clId="{23C3DAE9-E725-4C58-8DC5-ADAA13101E78}" dt="2024-03-17T02:07:47.153" v="1371" actId="478"/>
          <ac:spMkLst>
            <pc:docMk/>
            <pc:sldMk cId="3711325015" sldId="2147474159"/>
            <ac:spMk id="21" creationId="{FF45D8A4-E275-79B8-A8E9-13563C01DC2B}"/>
          </ac:spMkLst>
        </pc:spChg>
        <pc:spChg chg="mod">
          <ac:chgData name="Gudla, Natraj" userId="1b097815-ad51-435d-a557-eb69be7a0b69" providerId="ADAL" clId="{23C3DAE9-E725-4C58-8DC5-ADAA13101E78}" dt="2024-03-17T02:21:31.025" v="1522" actId="20577"/>
          <ac:spMkLst>
            <pc:docMk/>
            <pc:sldMk cId="3711325015" sldId="2147474159"/>
            <ac:spMk id="22" creationId="{C5477E02-1B87-0425-2FFE-22E7E6642DDC}"/>
          </ac:spMkLst>
        </pc:spChg>
        <pc:spChg chg="mod">
          <ac:chgData name="Gudla, Natraj" userId="1b097815-ad51-435d-a557-eb69be7a0b69" providerId="ADAL" clId="{23C3DAE9-E725-4C58-8DC5-ADAA13101E78}" dt="2024-03-17T02:21:45.076" v="1530" actId="20577"/>
          <ac:spMkLst>
            <pc:docMk/>
            <pc:sldMk cId="3711325015" sldId="2147474159"/>
            <ac:spMk id="23" creationId="{C8477846-C2D4-B82A-99BD-7F52995EA5E7}"/>
          </ac:spMkLst>
        </pc:spChg>
        <pc:spChg chg="mod">
          <ac:chgData name="Gudla, Natraj" userId="1b097815-ad51-435d-a557-eb69be7a0b69" providerId="ADAL" clId="{23C3DAE9-E725-4C58-8DC5-ADAA13101E78}" dt="2024-03-17T02:17:42.823" v="1452" actId="255"/>
          <ac:spMkLst>
            <pc:docMk/>
            <pc:sldMk cId="3711325015" sldId="2147474159"/>
            <ac:spMk id="24" creationId="{955E6E69-29C1-1718-D72A-5AE79009A804}"/>
          </ac:spMkLst>
        </pc:spChg>
        <pc:spChg chg="mod">
          <ac:chgData name="Gudla, Natraj" userId="1b097815-ad51-435d-a557-eb69be7a0b69" providerId="ADAL" clId="{23C3DAE9-E725-4C58-8DC5-ADAA13101E78}" dt="2024-03-17T02:15:47.568" v="1437" actId="255"/>
          <ac:spMkLst>
            <pc:docMk/>
            <pc:sldMk cId="3711325015" sldId="2147474159"/>
            <ac:spMk id="25" creationId="{D41F7F17-E643-06F5-2DCE-DAA285B8B81F}"/>
          </ac:spMkLst>
        </pc:spChg>
        <pc:spChg chg="add mod">
          <ac:chgData name="Gudla, Natraj" userId="1b097815-ad51-435d-a557-eb69be7a0b69" providerId="ADAL" clId="{23C3DAE9-E725-4C58-8DC5-ADAA13101E78}" dt="2024-03-17T02:00:27.449" v="1214" actId="1035"/>
          <ac:spMkLst>
            <pc:docMk/>
            <pc:sldMk cId="3711325015" sldId="2147474159"/>
            <ac:spMk id="26" creationId="{E9CB7396-10C8-1B13-8798-CF0F4E50ADFE}"/>
          </ac:spMkLst>
        </pc:spChg>
        <pc:spChg chg="mod">
          <ac:chgData name="Gudla, Natraj" userId="1b097815-ad51-435d-a557-eb69be7a0b69" providerId="ADAL" clId="{23C3DAE9-E725-4C58-8DC5-ADAA13101E78}" dt="2024-03-17T02:24:53.273" v="1601" actId="255"/>
          <ac:spMkLst>
            <pc:docMk/>
            <pc:sldMk cId="3711325015" sldId="2147474159"/>
            <ac:spMk id="27" creationId="{037FD3AD-AAD4-B517-A34E-059E0882B174}"/>
          </ac:spMkLst>
        </pc:spChg>
        <pc:spChg chg="add mod">
          <ac:chgData name="Gudla, Natraj" userId="1b097815-ad51-435d-a557-eb69be7a0b69" providerId="ADAL" clId="{23C3DAE9-E725-4C58-8DC5-ADAA13101E78}" dt="2024-03-17T02:19:47.255" v="1486" actId="1035"/>
          <ac:spMkLst>
            <pc:docMk/>
            <pc:sldMk cId="3711325015" sldId="2147474159"/>
            <ac:spMk id="28" creationId="{CB358107-C9B2-244E-007B-C2A7ADF39805}"/>
          </ac:spMkLst>
        </pc:spChg>
        <pc:spChg chg="del mod">
          <ac:chgData name="Gudla, Natraj" userId="1b097815-ad51-435d-a557-eb69be7a0b69" providerId="ADAL" clId="{23C3DAE9-E725-4C58-8DC5-ADAA13101E78}" dt="2024-03-17T01:44:59.034" v="382" actId="478"/>
          <ac:spMkLst>
            <pc:docMk/>
            <pc:sldMk cId="3711325015" sldId="2147474159"/>
            <ac:spMk id="29" creationId="{82A4A6F6-0286-166E-F87A-239937A5288F}"/>
          </ac:spMkLst>
        </pc:spChg>
        <pc:spChg chg="del mod">
          <ac:chgData name="Gudla, Natraj" userId="1b097815-ad51-435d-a557-eb69be7a0b69" providerId="ADAL" clId="{23C3DAE9-E725-4C58-8DC5-ADAA13101E78}" dt="2024-03-17T01:53:00.806" v="673" actId="478"/>
          <ac:spMkLst>
            <pc:docMk/>
            <pc:sldMk cId="3711325015" sldId="2147474159"/>
            <ac:spMk id="30" creationId="{012C5B66-D9FD-0740-42A2-41AA4659C14F}"/>
          </ac:spMkLst>
        </pc:spChg>
        <pc:spChg chg="mod">
          <ac:chgData name="Gudla, Natraj" userId="1b097815-ad51-435d-a557-eb69be7a0b69" providerId="ADAL" clId="{23C3DAE9-E725-4C58-8DC5-ADAA13101E78}" dt="2024-03-17T02:26:54.899" v="1628" actId="1037"/>
          <ac:spMkLst>
            <pc:docMk/>
            <pc:sldMk cId="3711325015" sldId="2147474159"/>
            <ac:spMk id="31" creationId="{AEF0F270-8715-80BD-8234-1A25BB77CD8A}"/>
          </ac:spMkLst>
        </pc:spChg>
        <pc:spChg chg="add mod">
          <ac:chgData name="Gudla, Natraj" userId="1b097815-ad51-435d-a557-eb69be7a0b69" providerId="ADAL" clId="{23C3DAE9-E725-4C58-8DC5-ADAA13101E78}" dt="2024-03-17T02:19:47.255" v="1486" actId="1035"/>
          <ac:spMkLst>
            <pc:docMk/>
            <pc:sldMk cId="3711325015" sldId="2147474159"/>
            <ac:spMk id="32" creationId="{7121BE69-FE8D-A9B0-D61E-D5A870BD74D7}"/>
          </ac:spMkLst>
        </pc:spChg>
        <pc:spChg chg="mod">
          <ac:chgData name="Gudla, Natraj" userId="1b097815-ad51-435d-a557-eb69be7a0b69" providerId="ADAL" clId="{23C3DAE9-E725-4C58-8DC5-ADAA13101E78}" dt="2024-03-17T02:23:52.831" v="1589" actId="20577"/>
          <ac:spMkLst>
            <pc:docMk/>
            <pc:sldMk cId="3711325015" sldId="2147474159"/>
            <ac:spMk id="33" creationId="{A3F475C5-907D-6532-8579-331CF8BAE291}"/>
          </ac:spMkLst>
        </pc:spChg>
        <pc:spChg chg="add del mod">
          <ac:chgData name="Gudla, Natraj" userId="1b097815-ad51-435d-a557-eb69be7a0b69" providerId="ADAL" clId="{23C3DAE9-E725-4C58-8DC5-ADAA13101E78}" dt="2024-03-17T01:43:13.069" v="373" actId="478"/>
          <ac:spMkLst>
            <pc:docMk/>
            <pc:sldMk cId="3711325015" sldId="2147474159"/>
            <ac:spMk id="34" creationId="{A65588D4-D478-C154-6E2F-E55FA7AD4238}"/>
          </ac:spMkLst>
        </pc:spChg>
        <pc:spChg chg="del mod">
          <ac:chgData name="Gudla, Natraj" userId="1b097815-ad51-435d-a557-eb69be7a0b69" providerId="ADAL" clId="{23C3DAE9-E725-4C58-8DC5-ADAA13101E78}" dt="2024-03-17T01:43:58.677" v="380" actId="478"/>
          <ac:spMkLst>
            <pc:docMk/>
            <pc:sldMk cId="3711325015" sldId="2147474159"/>
            <ac:spMk id="35" creationId="{38C0802D-0DD2-8962-D173-E0CEC0C1442F}"/>
          </ac:spMkLst>
        </pc:spChg>
        <pc:spChg chg="del mod">
          <ac:chgData name="Gudla, Natraj" userId="1b097815-ad51-435d-a557-eb69be7a0b69" providerId="ADAL" clId="{23C3DAE9-E725-4C58-8DC5-ADAA13101E78}" dt="2024-03-17T01:53:00.806" v="673" actId="478"/>
          <ac:spMkLst>
            <pc:docMk/>
            <pc:sldMk cId="3711325015" sldId="2147474159"/>
            <ac:spMk id="36" creationId="{BE767C46-A885-510E-32C0-2B3BC0F7AEF8}"/>
          </ac:spMkLst>
        </pc:spChg>
        <pc:spChg chg="mod">
          <ac:chgData name="Gudla, Natraj" userId="1b097815-ad51-435d-a557-eb69be7a0b69" providerId="ADAL" clId="{23C3DAE9-E725-4C58-8DC5-ADAA13101E78}" dt="2024-03-17T02:21:06.093" v="1499" actId="6549"/>
          <ac:spMkLst>
            <pc:docMk/>
            <pc:sldMk cId="3711325015" sldId="2147474159"/>
            <ac:spMk id="37" creationId="{BF0DF6CC-3BE1-2648-3B74-57113A199020}"/>
          </ac:spMkLst>
        </pc:spChg>
        <pc:spChg chg="add mod">
          <ac:chgData name="Gudla, Natraj" userId="1b097815-ad51-435d-a557-eb69be7a0b69" providerId="ADAL" clId="{23C3DAE9-E725-4C58-8DC5-ADAA13101E78}" dt="2024-03-17T02:16:45.479" v="1443" actId="255"/>
          <ac:spMkLst>
            <pc:docMk/>
            <pc:sldMk cId="3711325015" sldId="2147474159"/>
            <ac:spMk id="38" creationId="{F85CB716-5636-ED29-BAA1-7BE06E653220}"/>
          </ac:spMkLst>
        </pc:spChg>
        <pc:spChg chg="add mod">
          <ac:chgData name="Gudla, Natraj" userId="1b097815-ad51-435d-a557-eb69be7a0b69" providerId="ADAL" clId="{23C3DAE9-E725-4C58-8DC5-ADAA13101E78}" dt="2024-03-17T02:16:55.417" v="1444" actId="255"/>
          <ac:spMkLst>
            <pc:docMk/>
            <pc:sldMk cId="3711325015" sldId="2147474159"/>
            <ac:spMk id="39" creationId="{DCB286E1-46E0-D0D7-918C-09FCC73E1807}"/>
          </ac:spMkLst>
        </pc:spChg>
        <pc:spChg chg="mod">
          <ac:chgData name="Gudla, Natraj" userId="1b097815-ad51-435d-a557-eb69be7a0b69" providerId="ADAL" clId="{23C3DAE9-E725-4C58-8DC5-ADAA13101E78}" dt="2024-03-17T02:26:57.275" v="1631" actId="1037"/>
          <ac:spMkLst>
            <pc:docMk/>
            <pc:sldMk cId="3711325015" sldId="2147474159"/>
            <ac:spMk id="40" creationId="{352D14A1-BAC8-8576-C1DC-F9C4DD35CBBE}"/>
          </ac:spMkLst>
        </pc:spChg>
        <pc:spChg chg="add mod">
          <ac:chgData name="Gudla, Natraj" userId="1b097815-ad51-435d-a557-eb69be7a0b69" providerId="ADAL" clId="{23C3DAE9-E725-4C58-8DC5-ADAA13101E78}" dt="2024-03-17T02:19:14.180" v="1469" actId="1037"/>
          <ac:spMkLst>
            <pc:docMk/>
            <pc:sldMk cId="3711325015" sldId="2147474159"/>
            <ac:spMk id="41" creationId="{402E6D74-BDC5-10E4-A6AB-B4C48C21CD8C}"/>
          </ac:spMkLst>
        </pc:spChg>
        <pc:spChg chg="mod">
          <ac:chgData name="Gudla, Natraj" userId="1b097815-ad51-435d-a557-eb69be7a0b69" providerId="ADAL" clId="{23C3DAE9-E725-4C58-8DC5-ADAA13101E78}" dt="2024-03-17T02:21:50.165" v="1544" actId="20577"/>
          <ac:spMkLst>
            <pc:docMk/>
            <pc:sldMk cId="3711325015" sldId="2147474159"/>
            <ac:spMk id="42" creationId="{19ED339B-7A18-7B10-E72E-B41146A09498}"/>
          </ac:spMkLst>
        </pc:spChg>
        <pc:spChg chg="mod">
          <ac:chgData name="Gudla, Natraj" userId="1b097815-ad51-435d-a557-eb69be7a0b69" providerId="ADAL" clId="{23C3DAE9-E725-4C58-8DC5-ADAA13101E78}" dt="2024-03-17T02:21:54.366" v="1551" actId="20577"/>
          <ac:spMkLst>
            <pc:docMk/>
            <pc:sldMk cId="3711325015" sldId="2147474159"/>
            <ac:spMk id="43" creationId="{E8A31937-0281-AB06-CD23-C92E28045440}"/>
          </ac:spMkLst>
        </pc:spChg>
        <pc:spChg chg="add mod">
          <ac:chgData name="Gudla, Natraj" userId="1b097815-ad51-435d-a557-eb69be7a0b69" providerId="ADAL" clId="{23C3DAE9-E725-4C58-8DC5-ADAA13101E78}" dt="2024-03-17T02:24:14.998" v="1590" actId="1076"/>
          <ac:spMkLst>
            <pc:docMk/>
            <pc:sldMk cId="3711325015" sldId="2147474159"/>
            <ac:spMk id="44" creationId="{8B74BCC2-F089-6F03-123B-1A505B388AEA}"/>
          </ac:spMkLst>
        </pc:spChg>
        <pc:spChg chg="mod">
          <ac:chgData name="Gudla, Natraj" userId="1b097815-ad51-435d-a557-eb69be7a0b69" providerId="ADAL" clId="{23C3DAE9-E725-4C58-8DC5-ADAA13101E78}" dt="2024-03-17T01:52:21.692" v="589" actId="1035"/>
          <ac:spMkLst>
            <pc:docMk/>
            <pc:sldMk cId="3711325015" sldId="2147474159"/>
            <ac:spMk id="45" creationId="{F90EC28B-1E07-0F7A-F0F6-57BE81225AA2}"/>
          </ac:spMkLst>
        </pc:spChg>
        <pc:spChg chg="mod">
          <ac:chgData name="Gudla, Natraj" userId="1b097815-ad51-435d-a557-eb69be7a0b69" providerId="ADAL" clId="{23C3DAE9-E725-4C58-8DC5-ADAA13101E78}" dt="2024-03-17T02:15:47.568" v="1437" actId="255"/>
          <ac:spMkLst>
            <pc:docMk/>
            <pc:sldMk cId="3711325015" sldId="2147474159"/>
            <ac:spMk id="46" creationId="{29E3ED98-0A5D-ACDF-C52F-5C788B3262F4}"/>
          </ac:spMkLst>
        </pc:spChg>
        <pc:spChg chg="mod">
          <ac:chgData name="Gudla, Natraj" userId="1b097815-ad51-435d-a557-eb69be7a0b69" providerId="ADAL" clId="{23C3DAE9-E725-4C58-8DC5-ADAA13101E78}" dt="2024-03-17T02:15:47.568" v="1437" actId="255"/>
          <ac:spMkLst>
            <pc:docMk/>
            <pc:sldMk cId="3711325015" sldId="2147474159"/>
            <ac:spMk id="47" creationId="{C1FD1D2F-8602-F2F1-0EF8-F3A5E2C835B3}"/>
          </ac:spMkLst>
        </pc:spChg>
        <pc:spChg chg="mod">
          <ac:chgData name="Gudla, Natraj" userId="1b097815-ad51-435d-a557-eb69be7a0b69" providerId="ADAL" clId="{23C3DAE9-E725-4C58-8DC5-ADAA13101E78}" dt="2024-03-17T02:15:47.568" v="1437" actId="255"/>
          <ac:spMkLst>
            <pc:docMk/>
            <pc:sldMk cId="3711325015" sldId="2147474159"/>
            <ac:spMk id="48" creationId="{DBBD1BD3-AEB4-3796-CD10-3E64FE8AEC55}"/>
          </ac:spMkLst>
        </pc:spChg>
        <pc:spChg chg="mod">
          <ac:chgData name="Gudla, Natraj" userId="1b097815-ad51-435d-a557-eb69be7a0b69" providerId="ADAL" clId="{23C3DAE9-E725-4C58-8DC5-ADAA13101E78}" dt="2024-03-17T02:15:47.568" v="1437" actId="255"/>
          <ac:spMkLst>
            <pc:docMk/>
            <pc:sldMk cId="3711325015" sldId="2147474159"/>
            <ac:spMk id="49" creationId="{4D207688-39E6-D5AF-EA8F-22F7187A7A77}"/>
          </ac:spMkLst>
        </pc:spChg>
        <pc:spChg chg="add mod">
          <ac:chgData name="Gudla, Natraj" userId="1b097815-ad51-435d-a557-eb69be7a0b69" providerId="ADAL" clId="{23C3DAE9-E725-4C58-8DC5-ADAA13101E78}" dt="2024-03-17T02:19:18.702" v="1482" actId="1037"/>
          <ac:spMkLst>
            <pc:docMk/>
            <pc:sldMk cId="3711325015" sldId="2147474159"/>
            <ac:spMk id="50" creationId="{18D654AC-6CFA-0149-B53E-55C367DBF244}"/>
          </ac:spMkLst>
        </pc:spChg>
        <pc:spChg chg="mod">
          <ac:chgData name="Gudla, Natraj" userId="1b097815-ad51-435d-a557-eb69be7a0b69" providerId="ADAL" clId="{23C3DAE9-E725-4C58-8DC5-ADAA13101E78}" dt="2024-03-17T02:00:27.449" v="1214" actId="1035"/>
          <ac:spMkLst>
            <pc:docMk/>
            <pc:sldMk cId="3711325015" sldId="2147474159"/>
            <ac:spMk id="51" creationId="{DEEC0034-B3D3-273D-2EAA-CA6ABA791932}"/>
          </ac:spMkLst>
        </pc:spChg>
        <pc:spChg chg="add mod">
          <ac:chgData name="Gudla, Natraj" userId="1b097815-ad51-435d-a557-eb69be7a0b69" providerId="ADAL" clId="{23C3DAE9-E725-4C58-8DC5-ADAA13101E78}" dt="2024-03-17T02:19:05.753" v="1462" actId="1076"/>
          <ac:spMkLst>
            <pc:docMk/>
            <pc:sldMk cId="3711325015" sldId="2147474159"/>
            <ac:spMk id="52" creationId="{7BA8726E-743F-FBCD-80A9-821920B3EA9E}"/>
          </ac:spMkLst>
        </pc:spChg>
        <pc:spChg chg="add mod">
          <ac:chgData name="Gudla, Natraj" userId="1b097815-ad51-435d-a557-eb69be7a0b69" providerId="ADAL" clId="{23C3DAE9-E725-4C58-8DC5-ADAA13101E78}" dt="2024-03-17T02:00:27.449" v="1214" actId="1035"/>
          <ac:spMkLst>
            <pc:docMk/>
            <pc:sldMk cId="3711325015" sldId="2147474159"/>
            <ac:spMk id="53" creationId="{A901EF7D-14D0-CB4B-BE6D-8D8A78410D6B}"/>
          </ac:spMkLst>
        </pc:spChg>
        <pc:spChg chg="mod">
          <ac:chgData name="Gudla, Natraj" userId="1b097815-ad51-435d-a557-eb69be7a0b69" providerId="ADAL" clId="{23C3DAE9-E725-4C58-8DC5-ADAA13101E78}" dt="2024-03-17T01:52:03.086" v="580" actId="20577"/>
          <ac:spMkLst>
            <pc:docMk/>
            <pc:sldMk cId="3711325015" sldId="2147474159"/>
            <ac:spMk id="54" creationId="{E71E1F2D-6EDC-DCFD-7472-49C20451C5CE}"/>
          </ac:spMkLst>
        </pc:spChg>
        <pc:spChg chg="mod">
          <ac:chgData name="Gudla, Natraj" userId="1b097815-ad51-435d-a557-eb69be7a0b69" providerId="ADAL" clId="{23C3DAE9-E725-4C58-8DC5-ADAA13101E78}" dt="2024-03-17T02:15:47.568" v="1437" actId="255"/>
          <ac:spMkLst>
            <pc:docMk/>
            <pc:sldMk cId="3711325015" sldId="2147474159"/>
            <ac:spMk id="55" creationId="{14133841-23B0-214F-D90C-3566F5697992}"/>
          </ac:spMkLst>
        </pc:spChg>
        <pc:spChg chg="mod">
          <ac:chgData name="Gudla, Natraj" userId="1b097815-ad51-435d-a557-eb69be7a0b69" providerId="ADAL" clId="{23C3DAE9-E725-4C58-8DC5-ADAA13101E78}" dt="2024-03-17T02:31:41.119" v="1635" actId="1038"/>
          <ac:spMkLst>
            <pc:docMk/>
            <pc:sldMk cId="3711325015" sldId="2147474159"/>
            <ac:spMk id="56" creationId="{5A0D705D-0922-C500-DCCF-A70855A706D0}"/>
          </ac:spMkLst>
        </pc:spChg>
        <pc:spChg chg="mod">
          <ac:chgData name="Gudla, Natraj" userId="1b097815-ad51-435d-a557-eb69be7a0b69" providerId="ADAL" clId="{23C3DAE9-E725-4C58-8DC5-ADAA13101E78}" dt="2024-03-17T02:15:47.568" v="1437" actId="255"/>
          <ac:spMkLst>
            <pc:docMk/>
            <pc:sldMk cId="3711325015" sldId="2147474159"/>
            <ac:spMk id="57" creationId="{FA9B77D7-CB12-72E7-9C39-15642DAD2A8B}"/>
          </ac:spMkLst>
        </pc:spChg>
        <pc:spChg chg="mod">
          <ac:chgData name="Gudla, Natraj" userId="1b097815-ad51-435d-a557-eb69be7a0b69" providerId="ADAL" clId="{23C3DAE9-E725-4C58-8DC5-ADAA13101E78}" dt="2024-03-17T02:20:32.332" v="1497" actId="1076"/>
          <ac:spMkLst>
            <pc:docMk/>
            <pc:sldMk cId="3711325015" sldId="2147474159"/>
            <ac:spMk id="58" creationId="{476F6A9E-1225-F31F-CC6D-DF0BCC19D373}"/>
          </ac:spMkLst>
        </pc:spChg>
        <pc:spChg chg="add mod">
          <ac:chgData name="Gudla, Natraj" userId="1b097815-ad51-435d-a557-eb69be7a0b69" providerId="ADAL" clId="{23C3DAE9-E725-4C58-8DC5-ADAA13101E78}" dt="2024-03-17T02:18:45.190" v="1456" actId="14100"/>
          <ac:spMkLst>
            <pc:docMk/>
            <pc:sldMk cId="3711325015" sldId="2147474159"/>
            <ac:spMk id="59" creationId="{15254FAB-A188-12C7-FBC3-F11B11BCE6D0}"/>
          </ac:spMkLst>
        </pc:spChg>
        <pc:spChg chg="mod">
          <ac:chgData name="Gudla, Natraj" userId="1b097815-ad51-435d-a557-eb69be7a0b69" providerId="ADAL" clId="{23C3DAE9-E725-4C58-8DC5-ADAA13101E78}" dt="2024-03-17T02:16:38.181" v="1442" actId="255"/>
          <ac:spMkLst>
            <pc:docMk/>
            <pc:sldMk cId="3711325015" sldId="2147474159"/>
            <ac:spMk id="60" creationId="{1908A986-EA3E-EC36-BB95-059E12FB0A7C}"/>
          </ac:spMkLst>
        </pc:spChg>
        <pc:spChg chg="add mod">
          <ac:chgData name="Gudla, Natraj" userId="1b097815-ad51-435d-a557-eb69be7a0b69" providerId="ADAL" clId="{23C3DAE9-E725-4C58-8DC5-ADAA13101E78}" dt="2024-03-17T02:19:23.600" v="1484" actId="1035"/>
          <ac:spMkLst>
            <pc:docMk/>
            <pc:sldMk cId="3711325015" sldId="2147474159"/>
            <ac:spMk id="61" creationId="{A4F99099-BCF5-1D6A-1511-046360650984}"/>
          </ac:spMkLst>
        </pc:spChg>
        <pc:spChg chg="add del mod">
          <ac:chgData name="Gudla, Natraj" userId="1b097815-ad51-435d-a557-eb69be7a0b69" providerId="ADAL" clId="{23C3DAE9-E725-4C58-8DC5-ADAA13101E78}" dt="2024-03-17T02:03:15.715" v="1328" actId="478"/>
          <ac:spMkLst>
            <pc:docMk/>
            <pc:sldMk cId="3711325015" sldId="2147474159"/>
            <ac:spMk id="62" creationId="{8416EC5E-4847-C609-61E2-BEEC6BEEA3C8}"/>
          </ac:spMkLst>
        </pc:spChg>
        <pc:spChg chg="add mod">
          <ac:chgData name="Gudla, Natraj" userId="1b097815-ad51-435d-a557-eb69be7a0b69" providerId="ADAL" clId="{23C3DAE9-E725-4C58-8DC5-ADAA13101E78}" dt="2024-03-17T02:15:47.568" v="1437" actId="255"/>
          <ac:spMkLst>
            <pc:docMk/>
            <pc:sldMk cId="3711325015" sldId="2147474159"/>
            <ac:spMk id="63" creationId="{9AE61723-C27E-7F4D-54B3-1F44D201CBDF}"/>
          </ac:spMkLst>
        </pc:spChg>
        <pc:spChg chg="add del mod">
          <ac:chgData name="Gudla, Natraj" userId="1b097815-ad51-435d-a557-eb69be7a0b69" providerId="ADAL" clId="{23C3DAE9-E725-4C58-8DC5-ADAA13101E78}" dt="2024-03-17T01:55:58.461" v="1120"/>
          <ac:spMkLst>
            <pc:docMk/>
            <pc:sldMk cId="3711325015" sldId="2147474159"/>
            <ac:spMk id="64" creationId="{ABB07514-6E26-E746-EDA2-5E06F06ED3FF}"/>
          </ac:spMkLst>
        </pc:spChg>
        <pc:spChg chg="add del mod">
          <ac:chgData name="Gudla, Natraj" userId="1b097815-ad51-435d-a557-eb69be7a0b69" providerId="ADAL" clId="{23C3DAE9-E725-4C58-8DC5-ADAA13101E78}" dt="2024-03-17T02:14:50.717" v="1433" actId="478"/>
          <ac:spMkLst>
            <pc:docMk/>
            <pc:sldMk cId="3711325015" sldId="2147474159"/>
            <ac:spMk id="65" creationId="{370CCAE0-43A9-EFA2-5B87-9A4EB81D3570}"/>
          </ac:spMkLst>
        </pc:spChg>
        <pc:spChg chg="add mod">
          <ac:chgData name="Gudla, Natraj" userId="1b097815-ad51-435d-a557-eb69be7a0b69" providerId="ADAL" clId="{23C3DAE9-E725-4C58-8DC5-ADAA13101E78}" dt="2024-03-17T02:31:33.371" v="1633" actId="1037"/>
          <ac:spMkLst>
            <pc:docMk/>
            <pc:sldMk cId="3711325015" sldId="2147474159"/>
            <ac:spMk id="66" creationId="{23B5E970-87DE-DE75-B2BE-20E4DCD3B0C4}"/>
          </ac:spMkLst>
        </pc:spChg>
        <pc:spChg chg="add mod">
          <ac:chgData name="Gudla, Natraj" userId="1b097815-ad51-435d-a557-eb69be7a0b69" providerId="ADAL" clId="{23C3DAE9-E725-4C58-8DC5-ADAA13101E78}" dt="2024-03-17T02:15:47.568" v="1437" actId="255"/>
          <ac:spMkLst>
            <pc:docMk/>
            <pc:sldMk cId="3711325015" sldId="2147474159"/>
            <ac:spMk id="67" creationId="{38189103-6121-61B6-ECF2-EFE284E3242A}"/>
          </ac:spMkLst>
        </pc:spChg>
        <pc:spChg chg="add mod">
          <ac:chgData name="Gudla, Natraj" userId="1b097815-ad51-435d-a557-eb69be7a0b69" providerId="ADAL" clId="{23C3DAE9-E725-4C58-8DC5-ADAA13101E78}" dt="2024-03-17T02:20:35.605" v="1498" actId="1076"/>
          <ac:spMkLst>
            <pc:docMk/>
            <pc:sldMk cId="3711325015" sldId="2147474159"/>
            <ac:spMk id="68" creationId="{7B833AB6-F7EA-898C-3734-29FA6B29F2B2}"/>
          </ac:spMkLst>
        </pc:spChg>
        <pc:spChg chg="add mod">
          <ac:chgData name="Gudla, Natraj" userId="1b097815-ad51-435d-a557-eb69be7a0b69" providerId="ADAL" clId="{23C3DAE9-E725-4C58-8DC5-ADAA13101E78}" dt="2024-03-17T02:00:55.035" v="1253" actId="20577"/>
          <ac:spMkLst>
            <pc:docMk/>
            <pc:sldMk cId="3711325015" sldId="2147474159"/>
            <ac:spMk id="69" creationId="{3F0D0E31-B5A9-3906-6EE7-833D94DE259D}"/>
          </ac:spMkLst>
        </pc:spChg>
        <pc:spChg chg="add del mod">
          <ac:chgData name="Gudla, Natraj" userId="1b097815-ad51-435d-a557-eb69be7a0b69" providerId="ADAL" clId="{23C3DAE9-E725-4C58-8DC5-ADAA13101E78}" dt="2024-03-17T02:01:00.949" v="1254" actId="478"/>
          <ac:spMkLst>
            <pc:docMk/>
            <pc:sldMk cId="3711325015" sldId="2147474159"/>
            <ac:spMk id="70" creationId="{2E2B4E63-FCD8-4506-7617-E098CD148DCB}"/>
          </ac:spMkLst>
        </pc:spChg>
        <pc:spChg chg="add del mod">
          <ac:chgData name="Gudla, Natraj" userId="1b097815-ad51-435d-a557-eb69be7a0b69" providerId="ADAL" clId="{23C3DAE9-E725-4C58-8DC5-ADAA13101E78}" dt="2024-03-17T02:01:00.949" v="1254" actId="478"/>
          <ac:spMkLst>
            <pc:docMk/>
            <pc:sldMk cId="3711325015" sldId="2147474159"/>
            <ac:spMk id="71" creationId="{19ABC2D8-91BC-7E76-E0FF-B7F61E244984}"/>
          </ac:spMkLst>
        </pc:spChg>
        <pc:spChg chg="add del mod">
          <ac:chgData name="Gudla, Natraj" userId="1b097815-ad51-435d-a557-eb69be7a0b69" providerId="ADAL" clId="{23C3DAE9-E725-4C58-8DC5-ADAA13101E78}" dt="2024-03-17T02:01:00.949" v="1254" actId="478"/>
          <ac:spMkLst>
            <pc:docMk/>
            <pc:sldMk cId="3711325015" sldId="2147474159"/>
            <ac:spMk id="72" creationId="{B4E7344D-35DB-2355-385D-2EC4C9AAB171}"/>
          </ac:spMkLst>
        </pc:spChg>
        <pc:spChg chg="add mod">
          <ac:chgData name="Gudla, Natraj" userId="1b097815-ad51-435d-a557-eb69be7a0b69" providerId="ADAL" clId="{23C3DAE9-E725-4C58-8DC5-ADAA13101E78}" dt="2024-03-17T02:02:07.987" v="1289" actId="571"/>
          <ac:spMkLst>
            <pc:docMk/>
            <pc:sldMk cId="3711325015" sldId="2147474159"/>
            <ac:spMk id="73" creationId="{7BA9881D-9E23-3075-A6B9-E888F486D23E}"/>
          </ac:spMkLst>
        </pc:spChg>
        <pc:spChg chg="add mod">
          <ac:chgData name="Gudla, Natraj" userId="1b097815-ad51-435d-a557-eb69be7a0b69" providerId="ADAL" clId="{23C3DAE9-E725-4C58-8DC5-ADAA13101E78}" dt="2024-03-17T02:02:07.987" v="1289" actId="571"/>
          <ac:spMkLst>
            <pc:docMk/>
            <pc:sldMk cId="3711325015" sldId="2147474159"/>
            <ac:spMk id="74" creationId="{AF58D5AF-F122-0930-2171-39E473D823E5}"/>
          </ac:spMkLst>
        </pc:spChg>
        <pc:spChg chg="add mod">
          <ac:chgData name="Gudla, Natraj" userId="1b097815-ad51-435d-a557-eb69be7a0b69" providerId="ADAL" clId="{23C3DAE9-E725-4C58-8DC5-ADAA13101E78}" dt="2024-03-17T02:02:07.987" v="1289" actId="571"/>
          <ac:spMkLst>
            <pc:docMk/>
            <pc:sldMk cId="3711325015" sldId="2147474159"/>
            <ac:spMk id="75" creationId="{4D86448A-323A-6BB6-FD03-BBD1A3A6F4B7}"/>
          </ac:spMkLst>
        </pc:spChg>
        <pc:spChg chg="add mod">
          <ac:chgData name="Gudla, Natraj" userId="1b097815-ad51-435d-a557-eb69be7a0b69" providerId="ADAL" clId="{23C3DAE9-E725-4C58-8DC5-ADAA13101E78}" dt="2024-03-17T02:14:06.339" v="1426" actId="571"/>
          <ac:spMkLst>
            <pc:docMk/>
            <pc:sldMk cId="3711325015" sldId="2147474159"/>
            <ac:spMk id="76" creationId="{7550403B-CEDF-9948-EB97-C4604D3C7AD2}"/>
          </ac:spMkLst>
        </pc:spChg>
        <pc:spChg chg="add mod">
          <ac:chgData name="Gudla, Natraj" userId="1b097815-ad51-435d-a557-eb69be7a0b69" providerId="ADAL" clId="{23C3DAE9-E725-4C58-8DC5-ADAA13101E78}" dt="2024-03-17T02:14:06.339" v="1426" actId="571"/>
          <ac:spMkLst>
            <pc:docMk/>
            <pc:sldMk cId="3711325015" sldId="2147474159"/>
            <ac:spMk id="77" creationId="{C489B0A1-E990-5AE3-31E2-97B0259E03B9}"/>
          </ac:spMkLst>
        </pc:spChg>
        <pc:spChg chg="add mod">
          <ac:chgData name="Gudla, Natraj" userId="1b097815-ad51-435d-a557-eb69be7a0b69" providerId="ADAL" clId="{23C3DAE9-E725-4C58-8DC5-ADAA13101E78}" dt="2024-03-17T02:14:06.339" v="1426" actId="571"/>
          <ac:spMkLst>
            <pc:docMk/>
            <pc:sldMk cId="3711325015" sldId="2147474159"/>
            <ac:spMk id="78" creationId="{8FCEC134-C2EA-FF57-4DBD-3E433E50C6CF}"/>
          </ac:spMkLst>
        </pc:spChg>
        <pc:spChg chg="add mod">
          <ac:chgData name="Gudla, Natraj" userId="1b097815-ad51-435d-a557-eb69be7a0b69" providerId="ADAL" clId="{23C3DAE9-E725-4C58-8DC5-ADAA13101E78}" dt="2024-03-17T02:14:06.339" v="1426" actId="571"/>
          <ac:spMkLst>
            <pc:docMk/>
            <pc:sldMk cId="3711325015" sldId="2147474159"/>
            <ac:spMk id="79" creationId="{05CE51FE-B2E3-4A33-9A3E-5E7EF0881A62}"/>
          </ac:spMkLst>
        </pc:spChg>
        <pc:spChg chg="add mod">
          <ac:chgData name="Gudla, Natraj" userId="1b097815-ad51-435d-a557-eb69be7a0b69" providerId="ADAL" clId="{23C3DAE9-E725-4C58-8DC5-ADAA13101E78}" dt="2024-03-17T02:14:06.339" v="1426" actId="571"/>
          <ac:spMkLst>
            <pc:docMk/>
            <pc:sldMk cId="3711325015" sldId="2147474159"/>
            <ac:spMk id="80" creationId="{DDBCAEF2-3CDD-B271-6208-AF651E044516}"/>
          </ac:spMkLst>
        </pc:spChg>
        <pc:spChg chg="add mod">
          <ac:chgData name="Gudla, Natraj" userId="1b097815-ad51-435d-a557-eb69be7a0b69" providerId="ADAL" clId="{23C3DAE9-E725-4C58-8DC5-ADAA13101E78}" dt="2024-03-17T02:14:06.339" v="1426" actId="571"/>
          <ac:spMkLst>
            <pc:docMk/>
            <pc:sldMk cId="3711325015" sldId="2147474159"/>
            <ac:spMk id="81" creationId="{D38C4821-3F69-A8FD-689C-4C09592BDB29}"/>
          </ac:spMkLst>
        </pc:spChg>
        <pc:spChg chg="add mod">
          <ac:chgData name="Gudla, Natraj" userId="1b097815-ad51-435d-a557-eb69be7a0b69" providerId="ADAL" clId="{23C3DAE9-E725-4C58-8DC5-ADAA13101E78}" dt="2024-03-17T02:14:06.339" v="1426" actId="571"/>
          <ac:spMkLst>
            <pc:docMk/>
            <pc:sldMk cId="3711325015" sldId="2147474159"/>
            <ac:spMk id="82" creationId="{48C86DB7-3839-9E69-1829-1FB639233F4E}"/>
          </ac:spMkLst>
        </pc:spChg>
      </pc:sldChg>
    </pc:docChg>
  </pc:docChgLst>
  <pc:docChgLst>
    <pc:chgData name="Cartwright, Max" userId="4fdaca64-157b-4f34-aebd-58f672b6a20c" providerId="ADAL" clId="{4F59928D-921D-485E-B358-5F55094BCCF7}"/>
    <pc:docChg chg="sldOrd">
      <pc:chgData name="Cartwright, Max" userId="4fdaca64-157b-4f34-aebd-58f672b6a20c" providerId="ADAL" clId="{4F59928D-921D-485E-B358-5F55094BCCF7}" dt="2024-03-05T08:44:12.147" v="0" actId="20578"/>
      <pc:docMkLst>
        <pc:docMk/>
      </pc:docMkLst>
      <pc:sldChg chg="ord">
        <pc:chgData name="Cartwright, Max" userId="4fdaca64-157b-4f34-aebd-58f672b6a20c" providerId="ADAL" clId="{4F59928D-921D-485E-B358-5F55094BCCF7}" dt="2024-03-05T08:44:12.147" v="0" actId="20578"/>
        <pc:sldMkLst>
          <pc:docMk/>
          <pc:sldMk cId="1923745520" sldId="2147474097"/>
        </pc:sldMkLst>
      </pc:sldChg>
    </pc:docChg>
  </pc:docChgLst>
  <pc:docChgLst>
    <pc:chgData name="Cartwright, Max" userId="4fdaca64-157b-4f34-aebd-58f672b6a20c" providerId="ADAL" clId="{592AD5DE-D866-4229-8DBF-844BD1C3648E}"/>
    <pc:docChg chg="custSel addSld delSld modSld">
      <pc:chgData name="Cartwright, Max" userId="4fdaca64-157b-4f34-aebd-58f672b6a20c" providerId="ADAL" clId="{592AD5DE-D866-4229-8DBF-844BD1C3648E}" dt="2024-03-18T13:03:06.887" v="87" actId="207"/>
      <pc:docMkLst>
        <pc:docMk/>
      </pc:docMkLst>
      <pc:sldChg chg="addSp delSp modSp add del mod">
        <pc:chgData name="Cartwright, Max" userId="4fdaca64-157b-4f34-aebd-58f672b6a20c" providerId="ADAL" clId="{592AD5DE-D866-4229-8DBF-844BD1C3648E}" dt="2024-03-18T12:24:04.939" v="86" actId="20577"/>
        <pc:sldMkLst>
          <pc:docMk/>
          <pc:sldMk cId="0" sldId="263"/>
        </pc:sldMkLst>
        <pc:spChg chg="add del mod">
          <ac:chgData name="Cartwright, Max" userId="4fdaca64-157b-4f34-aebd-58f672b6a20c" providerId="ADAL" clId="{592AD5DE-D866-4229-8DBF-844BD1C3648E}" dt="2024-03-18T12:23:37.421" v="6"/>
          <ac:spMkLst>
            <pc:docMk/>
            <pc:sldMk cId="0" sldId="263"/>
            <ac:spMk id="5" creationId="{55088CC2-AD8B-FD7D-E114-B38CC02E13F0}"/>
          </ac:spMkLst>
        </pc:spChg>
        <pc:spChg chg="add mod">
          <ac:chgData name="Cartwright, Max" userId="4fdaca64-157b-4f34-aebd-58f672b6a20c" providerId="ADAL" clId="{592AD5DE-D866-4229-8DBF-844BD1C3648E}" dt="2024-03-18T12:24:04.939" v="86" actId="20577"/>
          <ac:spMkLst>
            <pc:docMk/>
            <pc:sldMk cId="0" sldId="263"/>
            <ac:spMk id="6" creationId="{C68DFFBE-0701-6379-AA19-D607B8CE505B}"/>
          </ac:spMkLst>
        </pc:spChg>
        <pc:spChg chg="del">
          <ac:chgData name="Cartwright, Max" userId="4fdaca64-157b-4f34-aebd-58f672b6a20c" providerId="ADAL" clId="{592AD5DE-D866-4229-8DBF-844BD1C3648E}" dt="2024-03-18T12:23:32.637" v="4" actId="478"/>
          <ac:spMkLst>
            <pc:docMk/>
            <pc:sldMk cId="0" sldId="263"/>
            <ac:spMk id="871" creationId="{00000000-0000-0000-0000-000000000000}"/>
          </ac:spMkLst>
        </pc:spChg>
      </pc:sldChg>
      <pc:sldChg chg="modSp mod">
        <pc:chgData name="Cartwright, Max" userId="4fdaca64-157b-4f34-aebd-58f672b6a20c" providerId="ADAL" clId="{592AD5DE-D866-4229-8DBF-844BD1C3648E}" dt="2024-03-18T13:03:06.887" v="87" actId="207"/>
        <pc:sldMkLst>
          <pc:docMk/>
          <pc:sldMk cId="3711325015" sldId="2147474159"/>
        </pc:sldMkLst>
        <pc:spChg chg="mod">
          <ac:chgData name="Cartwright, Max" userId="4fdaca64-157b-4f34-aebd-58f672b6a20c" providerId="ADAL" clId="{592AD5DE-D866-4229-8DBF-844BD1C3648E}" dt="2024-03-18T13:03:06.887" v="87" actId="207"/>
          <ac:spMkLst>
            <pc:docMk/>
            <pc:sldMk cId="3711325015" sldId="2147474159"/>
            <ac:spMk id="15" creationId="{F5F56D37-7D16-F5FB-A7BB-EC0BE051CBC4}"/>
          </ac:spMkLst>
        </pc:spChg>
        <pc:spChg chg="mod">
          <ac:chgData name="Cartwright, Max" userId="4fdaca64-157b-4f34-aebd-58f672b6a20c" providerId="ADAL" clId="{592AD5DE-D866-4229-8DBF-844BD1C3648E}" dt="2024-03-18T12:03:54.667" v="0" actId="20577"/>
          <ac:spMkLst>
            <pc:docMk/>
            <pc:sldMk cId="3711325015" sldId="2147474159"/>
            <ac:spMk id="26" creationId="{E9CB7396-10C8-1B13-8798-CF0F4E50ADFE}"/>
          </ac:spMkLst>
        </pc:spChg>
      </pc:sldChg>
    </pc:docChg>
  </pc:docChgLst>
  <pc:docChgLst>
    <pc:chgData name="Kanduru, Raghava" userId="S::raghava.kanduru@capgemini.com::cf8c09de-c40c-47a2-971b-c612c06e0906" providerId="AD" clId="Web-{71DCAD07-3672-4C74-A712-80B7E1FA2001}"/>
    <pc:docChg chg="addSld delSld modSld">
      <pc:chgData name="Kanduru, Raghava" userId="S::raghava.kanduru@capgemini.com::cf8c09de-c40c-47a2-971b-c612c06e0906" providerId="AD" clId="Web-{71DCAD07-3672-4C74-A712-80B7E1FA2001}" dt="2024-03-12T07:07:38.959" v="7"/>
      <pc:docMkLst>
        <pc:docMk/>
      </pc:docMkLst>
      <pc:sldChg chg="del">
        <pc:chgData name="Kanduru, Raghava" userId="S::raghava.kanduru@capgemini.com::cf8c09de-c40c-47a2-971b-c612c06e0906" providerId="AD" clId="Web-{71DCAD07-3672-4C74-A712-80B7E1FA2001}" dt="2024-03-12T06:48:51.189" v="5"/>
        <pc:sldMkLst>
          <pc:docMk/>
          <pc:sldMk cId="2400283323" sldId="2146848336"/>
        </pc:sldMkLst>
      </pc:sldChg>
      <pc:sldChg chg="del">
        <pc:chgData name="Kanduru, Raghava" userId="S::raghava.kanduru@capgemini.com::cf8c09de-c40c-47a2-971b-c612c06e0906" providerId="AD" clId="Web-{71DCAD07-3672-4C74-A712-80B7E1FA2001}" dt="2024-03-12T06:20:47.562" v="3"/>
        <pc:sldMkLst>
          <pc:docMk/>
          <pc:sldMk cId="2590187641" sldId="2147474150"/>
        </pc:sldMkLst>
      </pc:sldChg>
      <pc:sldChg chg="del">
        <pc:chgData name="Kanduru, Raghava" userId="S::raghava.kanduru@capgemini.com::cf8c09de-c40c-47a2-971b-c612c06e0906" providerId="AD" clId="Web-{71DCAD07-3672-4C74-A712-80B7E1FA2001}" dt="2024-03-12T06:20:45.249" v="2"/>
        <pc:sldMkLst>
          <pc:docMk/>
          <pc:sldMk cId="4172231173" sldId="2147474151"/>
        </pc:sldMkLst>
      </pc:sldChg>
      <pc:sldChg chg="modSp">
        <pc:chgData name="Kanduru, Raghava" userId="S::raghava.kanduru@capgemini.com::cf8c09de-c40c-47a2-971b-c612c06e0906" providerId="AD" clId="Web-{71DCAD07-3672-4C74-A712-80B7E1FA2001}" dt="2024-03-12T07:07:38.959" v="7"/>
        <pc:sldMkLst>
          <pc:docMk/>
          <pc:sldMk cId="3447131155" sldId="2147474155"/>
        </pc:sldMkLst>
        <pc:graphicFrameChg chg="mod modGraphic">
          <ac:chgData name="Kanduru, Raghava" userId="S::raghava.kanduru@capgemini.com::cf8c09de-c40c-47a2-971b-c612c06e0906" providerId="AD" clId="Web-{71DCAD07-3672-4C74-A712-80B7E1FA2001}" dt="2024-03-12T07:07:38.959" v="7"/>
          <ac:graphicFrameMkLst>
            <pc:docMk/>
            <pc:sldMk cId="3447131155" sldId="2147474155"/>
            <ac:graphicFrameMk id="2" creationId="{D0BCB5DE-6896-5F5C-6600-0AA0464C3ADF}"/>
          </ac:graphicFrameMkLst>
        </pc:graphicFrameChg>
      </pc:sldChg>
      <pc:sldChg chg="add">
        <pc:chgData name="Kanduru, Raghava" userId="S::raghava.kanduru@capgemini.com::cf8c09de-c40c-47a2-971b-c612c06e0906" providerId="AD" clId="Web-{71DCAD07-3672-4C74-A712-80B7E1FA2001}" dt="2024-03-12T06:20:38.218" v="0"/>
        <pc:sldMkLst>
          <pc:docMk/>
          <pc:sldMk cId="1414742847" sldId="2147474160"/>
        </pc:sldMkLst>
      </pc:sldChg>
      <pc:sldChg chg="add">
        <pc:chgData name="Kanduru, Raghava" userId="S::raghava.kanduru@capgemini.com::cf8c09de-c40c-47a2-971b-c612c06e0906" providerId="AD" clId="Web-{71DCAD07-3672-4C74-A712-80B7E1FA2001}" dt="2024-03-12T06:20:38.374" v="1"/>
        <pc:sldMkLst>
          <pc:docMk/>
          <pc:sldMk cId="885501633" sldId="2147474161"/>
        </pc:sldMkLst>
      </pc:sldChg>
      <pc:sldChg chg="add">
        <pc:chgData name="Kanduru, Raghava" userId="S::raghava.kanduru@capgemini.com::cf8c09de-c40c-47a2-971b-c612c06e0906" providerId="AD" clId="Web-{71DCAD07-3672-4C74-A712-80B7E1FA2001}" dt="2024-03-12T06:48:39.501" v="4"/>
        <pc:sldMkLst>
          <pc:docMk/>
          <pc:sldMk cId="2318877968" sldId="2147474163"/>
        </pc:sldMkLst>
      </pc:sldChg>
    </pc:docChg>
  </pc:docChgLst>
  <pc:docChgLst>
    <pc:chgData name="Cartwright, Max" userId="4fdaca64-157b-4f34-aebd-58f672b6a20c" providerId="ADAL" clId="{C372F8F3-E8B2-4A47-A4D2-AC3561F06F78}"/>
    <pc:docChg chg="undo custSel addSld delSld modSld delMainMaster">
      <pc:chgData name="Cartwright, Max" userId="4fdaca64-157b-4f34-aebd-58f672b6a20c" providerId="ADAL" clId="{C372F8F3-E8B2-4A47-A4D2-AC3561F06F78}" dt="2024-03-25T14:51:07.787" v="597" actId="313"/>
      <pc:docMkLst>
        <pc:docMk/>
      </pc:docMkLst>
      <pc:sldChg chg="addSp delSp modSp add del mod">
        <pc:chgData name="Cartwright, Max" userId="4fdaca64-157b-4f34-aebd-58f672b6a20c" providerId="ADAL" clId="{C372F8F3-E8B2-4A47-A4D2-AC3561F06F78}" dt="2024-03-25T14:51:07.787" v="597" actId="313"/>
        <pc:sldMkLst>
          <pc:docMk/>
          <pc:sldMk cId="0" sldId="263"/>
        </pc:sldMkLst>
        <pc:spChg chg="mod">
          <ac:chgData name="Cartwright, Max" userId="4fdaca64-157b-4f34-aebd-58f672b6a20c" providerId="ADAL" clId="{C372F8F3-E8B2-4A47-A4D2-AC3561F06F78}" dt="2024-03-25T14:50:48.377" v="584" actId="313"/>
          <ac:spMkLst>
            <pc:docMk/>
            <pc:sldMk cId="0" sldId="263"/>
            <ac:spMk id="2" creationId="{B9B72905-D04F-205D-940B-04CA10597A59}"/>
          </ac:spMkLst>
        </pc:spChg>
        <pc:spChg chg="mod">
          <ac:chgData name="Cartwright, Max" userId="4fdaca64-157b-4f34-aebd-58f672b6a20c" providerId="ADAL" clId="{C372F8F3-E8B2-4A47-A4D2-AC3561F06F78}" dt="2024-03-25T14:50:42.606" v="573" actId="313"/>
          <ac:spMkLst>
            <pc:docMk/>
            <pc:sldMk cId="0" sldId="263"/>
            <ac:spMk id="11" creationId="{23378F48-3438-ABB6-5A7D-C7203B66D0F9}"/>
          </ac:spMkLst>
        </pc:spChg>
        <pc:spChg chg="mod">
          <ac:chgData name="Cartwright, Max" userId="4fdaca64-157b-4f34-aebd-58f672b6a20c" providerId="ADAL" clId="{C372F8F3-E8B2-4A47-A4D2-AC3561F06F78}" dt="2024-03-25T14:50:55.212" v="592" actId="313"/>
          <ac:spMkLst>
            <pc:docMk/>
            <pc:sldMk cId="0" sldId="263"/>
            <ac:spMk id="20" creationId="{5B5EA841-D320-FA59-8AA7-F14423E5FC5E}"/>
          </ac:spMkLst>
        </pc:spChg>
        <pc:spChg chg="mod">
          <ac:chgData name="Cartwright, Max" userId="4fdaca64-157b-4f34-aebd-58f672b6a20c" providerId="ADAL" clId="{C372F8F3-E8B2-4A47-A4D2-AC3561F06F78}" dt="2024-03-25T14:51:07.787" v="597" actId="313"/>
          <ac:spMkLst>
            <pc:docMk/>
            <pc:sldMk cId="0" sldId="263"/>
            <ac:spMk id="29" creationId="{0876F1DB-C48D-4044-F7D0-AF0EC987EE3F}"/>
          </ac:spMkLst>
        </pc:spChg>
        <pc:spChg chg="mod">
          <ac:chgData name="Cartwright, Max" userId="4fdaca64-157b-4f34-aebd-58f672b6a20c" providerId="ADAL" clId="{C372F8F3-E8B2-4A47-A4D2-AC3561F06F78}" dt="2024-03-25T14:24:16.517" v="538" actId="164"/>
          <ac:spMkLst>
            <pc:docMk/>
            <pc:sldMk cId="0" sldId="263"/>
            <ac:spMk id="31" creationId="{7D03B130-F6B8-D2A9-F210-08FEDC3CAC70}"/>
          </ac:spMkLst>
        </pc:spChg>
        <pc:spChg chg="mod">
          <ac:chgData name="Cartwright, Max" userId="4fdaca64-157b-4f34-aebd-58f672b6a20c" providerId="ADAL" clId="{C372F8F3-E8B2-4A47-A4D2-AC3561F06F78}" dt="2024-03-25T14:23:46.362" v="534" actId="164"/>
          <ac:spMkLst>
            <pc:docMk/>
            <pc:sldMk cId="0" sldId="263"/>
            <ac:spMk id="832" creationId="{F596B990-B3EA-CE9F-405C-DEA501620E5D}"/>
          </ac:spMkLst>
        </pc:spChg>
        <pc:spChg chg="mod">
          <ac:chgData name="Cartwright, Max" userId="4fdaca64-157b-4f34-aebd-58f672b6a20c" providerId="ADAL" clId="{C372F8F3-E8B2-4A47-A4D2-AC3561F06F78}" dt="2024-03-25T14:50:54.529" v="591" actId="313"/>
          <ac:spMkLst>
            <pc:docMk/>
            <pc:sldMk cId="0" sldId="263"/>
            <ac:spMk id="833" creationId="{1491CEC2-5DBB-FC24-2DB0-99D0A4066674}"/>
          </ac:spMkLst>
        </pc:spChg>
        <pc:spChg chg="mod">
          <ac:chgData name="Cartwright, Max" userId="4fdaca64-157b-4f34-aebd-58f672b6a20c" providerId="ADAL" clId="{C372F8F3-E8B2-4A47-A4D2-AC3561F06F78}" dt="2024-03-25T14:50:47.777" v="583" actId="313"/>
          <ac:spMkLst>
            <pc:docMk/>
            <pc:sldMk cId="0" sldId="263"/>
            <ac:spMk id="835" creationId="{CF6D0639-9471-0AC5-F015-BCECFDCF0A2C}"/>
          </ac:spMkLst>
        </pc:spChg>
        <pc:spChg chg="mod">
          <ac:chgData name="Cartwright, Max" userId="4fdaca64-157b-4f34-aebd-58f672b6a20c" providerId="ADAL" clId="{C372F8F3-E8B2-4A47-A4D2-AC3561F06F78}" dt="2024-03-25T14:50:41.122" v="570" actId="313"/>
          <ac:spMkLst>
            <pc:docMk/>
            <pc:sldMk cId="0" sldId="263"/>
            <ac:spMk id="836" creationId="{4869A33E-39EF-B6CA-003E-99EC84E0BCFA}"/>
          </ac:spMkLst>
        </pc:spChg>
        <pc:spChg chg="mod">
          <ac:chgData name="Cartwright, Max" userId="4fdaca64-157b-4f34-aebd-58f672b6a20c" providerId="ADAL" clId="{C372F8F3-E8B2-4A47-A4D2-AC3561F06F78}" dt="2024-03-25T14:24:04.104" v="536" actId="164"/>
          <ac:spMkLst>
            <pc:docMk/>
            <pc:sldMk cId="0" sldId="263"/>
            <ac:spMk id="841" creationId="{DE10CE88-929D-1740-942C-3AABF3A3EB7D}"/>
          </ac:spMkLst>
        </pc:spChg>
        <pc:spChg chg="mod">
          <ac:chgData name="Cartwright, Max" userId="4fdaca64-157b-4f34-aebd-58f672b6a20c" providerId="ADAL" clId="{C372F8F3-E8B2-4A47-A4D2-AC3561F06F78}" dt="2024-03-25T14:24:45.659" v="546" actId="1035"/>
          <ac:spMkLst>
            <pc:docMk/>
            <pc:sldMk cId="0" sldId="263"/>
            <ac:spMk id="842" creationId="{7AD350BC-F775-B8EB-6E99-6356C31AFBF1}"/>
          </ac:spMkLst>
        </pc:spChg>
        <pc:spChg chg="del">
          <ac:chgData name="Cartwright, Max" userId="4fdaca64-157b-4f34-aebd-58f672b6a20c" providerId="ADAL" clId="{C372F8F3-E8B2-4A47-A4D2-AC3561F06F78}" dt="2024-03-25T14:15:15.663" v="221" actId="478"/>
          <ac:spMkLst>
            <pc:docMk/>
            <pc:sldMk cId="0" sldId="263"/>
            <ac:spMk id="843" creationId="{A22A3FF7-7D10-A5B8-6E94-4A344CD7AAEE}"/>
          </ac:spMkLst>
        </pc:spChg>
        <pc:spChg chg="mod topLvl">
          <ac:chgData name="Cartwright, Max" userId="4fdaca64-157b-4f34-aebd-58f672b6a20c" providerId="ADAL" clId="{C372F8F3-E8B2-4A47-A4D2-AC3561F06F78}" dt="2024-03-25T14:26:08.794" v="561" actId="164"/>
          <ac:spMkLst>
            <pc:docMk/>
            <pc:sldMk cId="0" sldId="263"/>
            <ac:spMk id="844" creationId="{BBA4DD06-C61E-0E5B-9DCA-F08E940C2C33}"/>
          </ac:spMkLst>
        </pc:spChg>
        <pc:spChg chg="mod topLvl">
          <ac:chgData name="Cartwright, Max" userId="4fdaca64-157b-4f34-aebd-58f672b6a20c" providerId="ADAL" clId="{C372F8F3-E8B2-4A47-A4D2-AC3561F06F78}" dt="2024-03-25T14:26:08.794" v="561" actId="164"/>
          <ac:spMkLst>
            <pc:docMk/>
            <pc:sldMk cId="0" sldId="263"/>
            <ac:spMk id="845" creationId="{6D45F9B9-2384-8625-CF05-69C2D2848444}"/>
          </ac:spMkLst>
        </pc:spChg>
        <pc:spChg chg="mod">
          <ac:chgData name="Cartwright, Max" userId="4fdaca64-157b-4f34-aebd-58f672b6a20c" providerId="ADAL" clId="{C372F8F3-E8B2-4A47-A4D2-AC3561F06F78}" dt="2024-03-25T14:50:41.626" v="571" actId="313"/>
          <ac:spMkLst>
            <pc:docMk/>
            <pc:sldMk cId="0" sldId="263"/>
            <ac:spMk id="846" creationId="{0E4DC9BA-64F7-7142-8540-5B8A0829FE7B}"/>
          </ac:spMkLst>
        </pc:spChg>
        <pc:spChg chg="mod">
          <ac:chgData name="Cartwright, Max" userId="4fdaca64-157b-4f34-aebd-58f672b6a20c" providerId="ADAL" clId="{C372F8F3-E8B2-4A47-A4D2-AC3561F06F78}" dt="2024-03-25T14:23:33.089" v="532" actId="164"/>
          <ac:spMkLst>
            <pc:docMk/>
            <pc:sldMk cId="0" sldId="263"/>
            <ac:spMk id="847" creationId="{69D726B5-FB2C-A9C8-3F49-CA5C75E57B7F}"/>
          </ac:spMkLst>
        </pc:spChg>
        <pc:spChg chg="mod">
          <ac:chgData name="Cartwright, Max" userId="4fdaca64-157b-4f34-aebd-58f672b6a20c" providerId="ADAL" clId="{C372F8F3-E8B2-4A47-A4D2-AC3561F06F78}" dt="2024-03-25T14:23:33.089" v="532" actId="164"/>
          <ac:spMkLst>
            <pc:docMk/>
            <pc:sldMk cId="0" sldId="263"/>
            <ac:spMk id="848" creationId="{FA3317EC-6662-982F-52D6-35200739FE88}"/>
          </ac:spMkLst>
        </pc:spChg>
        <pc:spChg chg="mod">
          <ac:chgData name="Cartwright, Max" userId="4fdaca64-157b-4f34-aebd-58f672b6a20c" providerId="ADAL" clId="{C372F8F3-E8B2-4A47-A4D2-AC3561F06F78}" dt="2024-03-25T14:23:41.193" v="533" actId="164"/>
          <ac:spMkLst>
            <pc:docMk/>
            <pc:sldMk cId="0" sldId="263"/>
            <ac:spMk id="850" creationId="{CCAC17CC-B71F-5FB9-7523-CB43945A4052}"/>
          </ac:spMkLst>
        </pc:spChg>
        <pc:spChg chg="mod">
          <ac:chgData name="Cartwright, Max" userId="4fdaca64-157b-4f34-aebd-58f672b6a20c" providerId="ADAL" clId="{C372F8F3-E8B2-4A47-A4D2-AC3561F06F78}" dt="2024-03-25T14:23:33.089" v="532" actId="164"/>
          <ac:spMkLst>
            <pc:docMk/>
            <pc:sldMk cId="0" sldId="263"/>
            <ac:spMk id="860" creationId="{9CA3F5B2-22B0-37FD-393D-B7D571A1D4F9}"/>
          </ac:spMkLst>
        </pc:spChg>
        <pc:spChg chg="add del mod">
          <ac:chgData name="Cartwright, Max" userId="4fdaca64-157b-4f34-aebd-58f672b6a20c" providerId="ADAL" clId="{C372F8F3-E8B2-4A47-A4D2-AC3561F06F78}" dt="2024-03-25T13:37:25.817" v="106" actId="478"/>
          <ac:spMkLst>
            <pc:docMk/>
            <pc:sldMk cId="0" sldId="263"/>
            <ac:spMk id="896" creationId="{D6EF7F68-408D-CB82-5AE1-031E0ECD2C3D}"/>
          </ac:spMkLst>
        </pc:spChg>
        <pc:spChg chg="mod">
          <ac:chgData name="Cartwright, Max" userId="4fdaca64-157b-4f34-aebd-58f672b6a20c" providerId="ADAL" clId="{C372F8F3-E8B2-4A47-A4D2-AC3561F06F78}" dt="2024-03-25T14:50:49.545" v="585" actId="313"/>
          <ac:spMkLst>
            <pc:docMk/>
            <pc:sldMk cId="0" sldId="263"/>
            <ac:spMk id="897" creationId="{8845B570-0252-C9F1-C818-4ACB8373E86A}"/>
          </ac:spMkLst>
        </pc:spChg>
        <pc:spChg chg="add mod">
          <ac:chgData name="Cartwright, Max" userId="4fdaca64-157b-4f34-aebd-58f672b6a20c" providerId="ADAL" clId="{C372F8F3-E8B2-4A47-A4D2-AC3561F06F78}" dt="2024-03-25T14:24:40.820" v="545" actId="1035"/>
          <ac:spMkLst>
            <pc:docMk/>
            <pc:sldMk cId="0" sldId="263"/>
            <ac:spMk id="903" creationId="{19C4D221-C35F-3D24-B015-E8D874DFD26F}"/>
          </ac:spMkLst>
        </pc:spChg>
        <pc:spChg chg="mod">
          <ac:chgData name="Cartwright, Max" userId="4fdaca64-157b-4f34-aebd-58f672b6a20c" providerId="ADAL" clId="{C372F8F3-E8B2-4A47-A4D2-AC3561F06F78}" dt="2024-03-25T14:50:39.507" v="567" actId="313"/>
          <ac:spMkLst>
            <pc:docMk/>
            <pc:sldMk cId="0" sldId="263"/>
            <ac:spMk id="904" creationId="{315494C0-8B92-A7DE-AD9F-0B393EFA508A}"/>
          </ac:spMkLst>
        </pc:spChg>
        <pc:spChg chg="mod">
          <ac:chgData name="Cartwright, Max" userId="4fdaca64-157b-4f34-aebd-58f672b6a20c" providerId="ADAL" clId="{C372F8F3-E8B2-4A47-A4D2-AC3561F06F78}" dt="2024-03-25T14:50:40.017" v="568" actId="313"/>
          <ac:spMkLst>
            <pc:docMk/>
            <pc:sldMk cId="0" sldId="263"/>
            <ac:spMk id="905" creationId="{DAC87E84-8111-DF4B-3DEE-10D1FF79EA63}"/>
          </ac:spMkLst>
        </pc:spChg>
        <pc:spChg chg="mod">
          <ac:chgData name="Cartwright, Max" userId="4fdaca64-157b-4f34-aebd-58f672b6a20c" providerId="ADAL" clId="{C372F8F3-E8B2-4A47-A4D2-AC3561F06F78}" dt="2024-03-25T14:50:40.596" v="569" actId="313"/>
          <ac:spMkLst>
            <pc:docMk/>
            <pc:sldMk cId="0" sldId="263"/>
            <ac:spMk id="908" creationId="{6AB3ACCB-4971-190F-5A61-A97927773968}"/>
          </ac:spMkLst>
        </pc:spChg>
        <pc:spChg chg="mod">
          <ac:chgData name="Cartwright, Max" userId="4fdaca64-157b-4f34-aebd-58f672b6a20c" providerId="ADAL" clId="{C372F8F3-E8B2-4A47-A4D2-AC3561F06F78}" dt="2024-03-25T14:50:43.099" v="574" actId="313"/>
          <ac:spMkLst>
            <pc:docMk/>
            <pc:sldMk cId="0" sldId="263"/>
            <ac:spMk id="909" creationId="{AE499B17-037C-2A73-F150-043CD5B8A637}"/>
          </ac:spMkLst>
        </pc:spChg>
        <pc:spChg chg="mod topLvl">
          <ac:chgData name="Cartwright, Max" userId="4fdaca64-157b-4f34-aebd-58f672b6a20c" providerId="ADAL" clId="{C372F8F3-E8B2-4A47-A4D2-AC3561F06F78}" dt="2024-03-25T14:26:08.794" v="561" actId="164"/>
          <ac:spMkLst>
            <pc:docMk/>
            <pc:sldMk cId="0" sldId="263"/>
            <ac:spMk id="910" creationId="{1C723224-C8B1-0F08-0EA6-F5D369B505B7}"/>
          </ac:spMkLst>
        </pc:spChg>
        <pc:spChg chg="add mod">
          <ac:chgData name="Cartwright, Max" userId="4fdaca64-157b-4f34-aebd-58f672b6a20c" providerId="ADAL" clId="{C372F8F3-E8B2-4A47-A4D2-AC3561F06F78}" dt="2024-03-25T14:24:04.104" v="536" actId="164"/>
          <ac:spMkLst>
            <pc:docMk/>
            <pc:sldMk cId="0" sldId="263"/>
            <ac:spMk id="911" creationId="{99FF5B7B-2EC4-750D-F991-51FF7B5D9586}"/>
          </ac:spMkLst>
        </pc:spChg>
        <pc:spChg chg="add mod">
          <ac:chgData name="Cartwright, Max" userId="4fdaca64-157b-4f34-aebd-58f672b6a20c" providerId="ADAL" clId="{C372F8F3-E8B2-4A47-A4D2-AC3561F06F78}" dt="2024-03-25T14:50:59.052" v="596" actId="313"/>
          <ac:spMkLst>
            <pc:docMk/>
            <pc:sldMk cId="0" sldId="263"/>
            <ac:spMk id="912" creationId="{74E49857-BB94-70D4-FB4E-C0665C6B03FA}"/>
          </ac:spMkLst>
        </pc:spChg>
        <pc:spChg chg="mod topLvl">
          <ac:chgData name="Cartwright, Max" userId="4fdaca64-157b-4f34-aebd-58f672b6a20c" providerId="ADAL" clId="{C372F8F3-E8B2-4A47-A4D2-AC3561F06F78}" dt="2024-03-25T14:26:08.794" v="561" actId="164"/>
          <ac:spMkLst>
            <pc:docMk/>
            <pc:sldMk cId="0" sldId="263"/>
            <ac:spMk id="913" creationId="{EDC2AAFC-D26F-33FA-BC19-BF3281989A28}"/>
          </ac:spMkLst>
        </pc:spChg>
        <pc:spChg chg="mod topLvl">
          <ac:chgData name="Cartwright, Max" userId="4fdaca64-157b-4f34-aebd-58f672b6a20c" providerId="ADAL" clId="{C372F8F3-E8B2-4A47-A4D2-AC3561F06F78}" dt="2024-03-25T14:50:46.673" v="581" actId="313"/>
          <ac:spMkLst>
            <pc:docMk/>
            <pc:sldMk cId="0" sldId="263"/>
            <ac:spMk id="916" creationId="{F02EB92B-0C01-E07A-FF37-A953AE3CC595}"/>
          </ac:spMkLst>
        </pc:spChg>
        <pc:spChg chg="mod topLvl">
          <ac:chgData name="Cartwright, Max" userId="4fdaca64-157b-4f34-aebd-58f672b6a20c" providerId="ADAL" clId="{C372F8F3-E8B2-4A47-A4D2-AC3561F06F78}" dt="2024-03-25T14:50:47.218" v="582" actId="313"/>
          <ac:spMkLst>
            <pc:docMk/>
            <pc:sldMk cId="0" sldId="263"/>
            <ac:spMk id="917" creationId="{40CF8876-B987-64A5-EA1C-25830DE9491A}"/>
          </ac:spMkLst>
        </pc:spChg>
        <pc:spChg chg="mod">
          <ac:chgData name="Cartwright, Max" userId="4fdaca64-157b-4f34-aebd-58f672b6a20c" providerId="ADAL" clId="{C372F8F3-E8B2-4A47-A4D2-AC3561F06F78}" dt="2024-03-25T14:24:10.253" v="537" actId="164"/>
          <ac:spMkLst>
            <pc:docMk/>
            <pc:sldMk cId="0" sldId="263"/>
            <ac:spMk id="918" creationId="{8262ABAF-577C-9D12-0968-6E60FD734E15}"/>
          </ac:spMkLst>
        </pc:spChg>
        <pc:spChg chg="mod">
          <ac:chgData name="Cartwright, Max" userId="4fdaca64-157b-4f34-aebd-58f672b6a20c" providerId="ADAL" clId="{C372F8F3-E8B2-4A47-A4D2-AC3561F06F78}" dt="2024-03-25T14:24:10.253" v="537" actId="164"/>
          <ac:spMkLst>
            <pc:docMk/>
            <pc:sldMk cId="0" sldId="263"/>
            <ac:spMk id="920" creationId="{A49E7DCC-FD96-E3AA-A601-E35C4EA896E4}"/>
          </ac:spMkLst>
        </pc:spChg>
        <pc:spChg chg="mod">
          <ac:chgData name="Cartwright, Max" userId="4fdaca64-157b-4f34-aebd-58f672b6a20c" providerId="ADAL" clId="{C372F8F3-E8B2-4A47-A4D2-AC3561F06F78}" dt="2024-03-25T14:50:45.022" v="578" actId="313"/>
          <ac:spMkLst>
            <pc:docMk/>
            <pc:sldMk cId="0" sldId="263"/>
            <ac:spMk id="925" creationId="{FF765150-343C-E904-F1D6-C7F15FB968F3}"/>
          </ac:spMkLst>
        </pc:spChg>
        <pc:spChg chg="mod">
          <ac:chgData name="Cartwright, Max" userId="4fdaca64-157b-4f34-aebd-58f672b6a20c" providerId="ADAL" clId="{C372F8F3-E8B2-4A47-A4D2-AC3561F06F78}" dt="2024-03-25T14:50:45.554" v="579" actId="313"/>
          <ac:spMkLst>
            <pc:docMk/>
            <pc:sldMk cId="0" sldId="263"/>
            <ac:spMk id="926" creationId="{D46FDDBF-39DE-BB19-025F-481A290FBD7E}"/>
          </ac:spMkLst>
        </pc:spChg>
        <pc:spChg chg="mod">
          <ac:chgData name="Cartwright, Max" userId="4fdaca64-157b-4f34-aebd-58f672b6a20c" providerId="ADAL" clId="{C372F8F3-E8B2-4A47-A4D2-AC3561F06F78}" dt="2024-03-25T14:50:46.053" v="580" actId="313"/>
          <ac:spMkLst>
            <pc:docMk/>
            <pc:sldMk cId="0" sldId="263"/>
            <ac:spMk id="927" creationId="{79B8CC57-4D8F-EC70-A148-502F09D0A9F2}"/>
          </ac:spMkLst>
        </pc:spChg>
        <pc:spChg chg="mod">
          <ac:chgData name="Cartwright, Max" userId="4fdaca64-157b-4f34-aebd-58f672b6a20c" providerId="ADAL" clId="{C372F8F3-E8B2-4A47-A4D2-AC3561F06F78}" dt="2024-03-25T14:50:50.482" v="586" actId="313"/>
          <ac:spMkLst>
            <pc:docMk/>
            <pc:sldMk cId="0" sldId="263"/>
            <ac:spMk id="930" creationId="{83778943-0575-96D5-6BBD-A8AEE67C8C9D}"/>
          </ac:spMkLst>
        </pc:spChg>
        <pc:spChg chg="mod">
          <ac:chgData name="Cartwright, Max" userId="4fdaca64-157b-4f34-aebd-58f672b6a20c" providerId="ADAL" clId="{C372F8F3-E8B2-4A47-A4D2-AC3561F06F78}" dt="2024-03-25T14:24:16.517" v="538" actId="164"/>
          <ac:spMkLst>
            <pc:docMk/>
            <pc:sldMk cId="0" sldId="263"/>
            <ac:spMk id="931" creationId="{4D7AC3F5-1AFB-0270-03AC-19528CE64E43}"/>
          </ac:spMkLst>
        </pc:spChg>
        <pc:spChg chg="mod">
          <ac:chgData name="Cartwright, Max" userId="4fdaca64-157b-4f34-aebd-58f672b6a20c" providerId="ADAL" clId="{C372F8F3-E8B2-4A47-A4D2-AC3561F06F78}" dt="2024-03-25T14:23:46.362" v="534" actId="164"/>
          <ac:spMkLst>
            <pc:docMk/>
            <pc:sldMk cId="0" sldId="263"/>
            <ac:spMk id="938" creationId="{98D15FF0-9FB4-F1FC-6CA2-A79EDCF4D215}"/>
          </ac:spMkLst>
        </pc:spChg>
        <pc:spChg chg="mod">
          <ac:chgData name="Cartwright, Max" userId="4fdaca64-157b-4f34-aebd-58f672b6a20c" providerId="ADAL" clId="{C372F8F3-E8B2-4A47-A4D2-AC3561F06F78}" dt="2024-03-25T14:24:16.517" v="538" actId="164"/>
          <ac:spMkLst>
            <pc:docMk/>
            <pc:sldMk cId="0" sldId="263"/>
            <ac:spMk id="942" creationId="{81B9ADBC-18ED-6088-237B-CBBD8DD66173}"/>
          </ac:spMkLst>
        </pc:spChg>
        <pc:spChg chg="mod">
          <ac:chgData name="Cartwright, Max" userId="4fdaca64-157b-4f34-aebd-58f672b6a20c" providerId="ADAL" clId="{C372F8F3-E8B2-4A47-A4D2-AC3561F06F78}" dt="2024-03-25T14:24:04.104" v="536" actId="164"/>
          <ac:spMkLst>
            <pc:docMk/>
            <pc:sldMk cId="0" sldId="263"/>
            <ac:spMk id="950" creationId="{348E270E-2884-B0D2-C629-4DFBCED8281B}"/>
          </ac:spMkLst>
        </pc:spChg>
        <pc:spChg chg="mod">
          <ac:chgData name="Cartwright, Max" userId="4fdaca64-157b-4f34-aebd-58f672b6a20c" providerId="ADAL" clId="{C372F8F3-E8B2-4A47-A4D2-AC3561F06F78}" dt="2024-03-25T14:24:04.104" v="536" actId="164"/>
          <ac:spMkLst>
            <pc:docMk/>
            <pc:sldMk cId="0" sldId="263"/>
            <ac:spMk id="951" creationId="{0315869A-6180-063A-91F1-094BA7F40B9F}"/>
          </ac:spMkLst>
        </pc:spChg>
        <pc:spChg chg="mod">
          <ac:chgData name="Cartwright, Max" userId="4fdaca64-157b-4f34-aebd-58f672b6a20c" providerId="ADAL" clId="{C372F8F3-E8B2-4A47-A4D2-AC3561F06F78}" dt="2024-03-25T14:23:41.193" v="533" actId="164"/>
          <ac:spMkLst>
            <pc:docMk/>
            <pc:sldMk cId="0" sldId="263"/>
            <ac:spMk id="952" creationId="{F856E8DF-CDC7-D532-B846-5A766AA568D8}"/>
          </ac:spMkLst>
        </pc:spChg>
        <pc:spChg chg="mod">
          <ac:chgData name="Cartwright, Max" userId="4fdaca64-157b-4f34-aebd-58f672b6a20c" providerId="ADAL" clId="{C372F8F3-E8B2-4A47-A4D2-AC3561F06F78}" dt="2024-03-25T14:23:41.193" v="533" actId="164"/>
          <ac:spMkLst>
            <pc:docMk/>
            <pc:sldMk cId="0" sldId="263"/>
            <ac:spMk id="953" creationId="{F47B2A84-67F1-D91B-8106-E98A161C9E62}"/>
          </ac:spMkLst>
        </pc:spChg>
        <pc:spChg chg="mod">
          <ac:chgData name="Cartwright, Max" userId="4fdaca64-157b-4f34-aebd-58f672b6a20c" providerId="ADAL" clId="{C372F8F3-E8B2-4A47-A4D2-AC3561F06F78}" dt="2024-03-25T14:23:41.193" v="533" actId="164"/>
          <ac:spMkLst>
            <pc:docMk/>
            <pc:sldMk cId="0" sldId="263"/>
            <ac:spMk id="954" creationId="{86602B55-6166-406D-36FF-5C0361B14F40}"/>
          </ac:spMkLst>
        </pc:spChg>
        <pc:spChg chg="mod">
          <ac:chgData name="Cartwright, Max" userId="4fdaca64-157b-4f34-aebd-58f672b6a20c" providerId="ADAL" clId="{C372F8F3-E8B2-4A47-A4D2-AC3561F06F78}" dt="2024-03-25T14:24:04.104" v="536" actId="164"/>
          <ac:spMkLst>
            <pc:docMk/>
            <pc:sldMk cId="0" sldId="263"/>
            <ac:spMk id="955" creationId="{F1ACF85E-FA94-38BF-28D4-8871CA5E70B4}"/>
          </ac:spMkLst>
        </pc:spChg>
        <pc:spChg chg="mod">
          <ac:chgData name="Cartwright, Max" userId="4fdaca64-157b-4f34-aebd-58f672b6a20c" providerId="ADAL" clId="{C372F8F3-E8B2-4A47-A4D2-AC3561F06F78}" dt="2024-03-25T14:24:04.104" v="536" actId="164"/>
          <ac:spMkLst>
            <pc:docMk/>
            <pc:sldMk cId="0" sldId="263"/>
            <ac:spMk id="964" creationId="{F9EAA615-7D34-8D3C-F1CA-BA0D3E80D35E}"/>
          </ac:spMkLst>
        </pc:spChg>
        <pc:spChg chg="mod">
          <ac:chgData name="Cartwright, Max" userId="4fdaca64-157b-4f34-aebd-58f672b6a20c" providerId="ADAL" clId="{C372F8F3-E8B2-4A47-A4D2-AC3561F06F78}" dt="2024-03-25T14:50:56.461" v="593" actId="313"/>
          <ac:spMkLst>
            <pc:docMk/>
            <pc:sldMk cId="0" sldId="263"/>
            <ac:spMk id="965" creationId="{D9331184-8C5F-DD0D-3369-B4DB3F1BD6B5}"/>
          </ac:spMkLst>
        </pc:spChg>
        <pc:spChg chg="mod">
          <ac:chgData name="Cartwright, Max" userId="4fdaca64-157b-4f34-aebd-58f672b6a20c" providerId="ADAL" clId="{C372F8F3-E8B2-4A47-A4D2-AC3561F06F78}" dt="2024-03-25T14:50:56.969" v="594" actId="313"/>
          <ac:spMkLst>
            <pc:docMk/>
            <pc:sldMk cId="0" sldId="263"/>
            <ac:spMk id="970" creationId="{5D2EA68F-AEBE-87F7-06EB-38564CA73499}"/>
          </ac:spMkLst>
        </pc:spChg>
        <pc:spChg chg="mod">
          <ac:chgData name="Cartwright, Max" userId="4fdaca64-157b-4f34-aebd-58f672b6a20c" providerId="ADAL" clId="{C372F8F3-E8B2-4A47-A4D2-AC3561F06F78}" dt="2024-03-25T14:23:33.089" v="532" actId="164"/>
          <ac:spMkLst>
            <pc:docMk/>
            <pc:sldMk cId="0" sldId="263"/>
            <ac:spMk id="972" creationId="{FE0C3134-6B72-76C1-BF22-DED6DF45F8D2}"/>
          </ac:spMkLst>
        </pc:spChg>
        <pc:spChg chg="mod">
          <ac:chgData name="Cartwright, Max" userId="4fdaca64-157b-4f34-aebd-58f672b6a20c" providerId="ADAL" clId="{C372F8F3-E8B2-4A47-A4D2-AC3561F06F78}" dt="2024-03-25T14:23:33.089" v="532" actId="164"/>
          <ac:spMkLst>
            <pc:docMk/>
            <pc:sldMk cId="0" sldId="263"/>
            <ac:spMk id="973" creationId="{F7CEC0CA-B69C-3BB7-90A0-F05ECEDCF584}"/>
          </ac:spMkLst>
        </pc:spChg>
        <pc:spChg chg="mod">
          <ac:chgData name="Cartwright, Max" userId="4fdaca64-157b-4f34-aebd-58f672b6a20c" providerId="ADAL" clId="{C372F8F3-E8B2-4A47-A4D2-AC3561F06F78}" dt="2024-03-25T14:23:33.089" v="532" actId="164"/>
          <ac:spMkLst>
            <pc:docMk/>
            <pc:sldMk cId="0" sldId="263"/>
            <ac:spMk id="975" creationId="{B0468486-6315-E671-4EF6-E85F9B1CD035}"/>
          </ac:spMkLst>
        </pc:spChg>
        <pc:spChg chg="mod">
          <ac:chgData name="Cartwright, Max" userId="4fdaca64-157b-4f34-aebd-58f672b6a20c" providerId="ADAL" clId="{C372F8F3-E8B2-4A47-A4D2-AC3561F06F78}" dt="2024-03-25T14:23:33.089" v="532" actId="164"/>
          <ac:spMkLst>
            <pc:docMk/>
            <pc:sldMk cId="0" sldId="263"/>
            <ac:spMk id="976" creationId="{5999DA9F-481C-8EAE-D75E-9E688C6E47DE}"/>
          </ac:spMkLst>
        </pc:spChg>
        <pc:spChg chg="mod">
          <ac:chgData name="Cartwright, Max" userId="4fdaca64-157b-4f34-aebd-58f672b6a20c" providerId="ADAL" clId="{C372F8F3-E8B2-4A47-A4D2-AC3561F06F78}" dt="2024-03-25T14:23:33.089" v="532" actId="164"/>
          <ac:spMkLst>
            <pc:docMk/>
            <pc:sldMk cId="0" sldId="263"/>
            <ac:spMk id="979" creationId="{D887EA1F-429F-AFAA-815E-EFDEB462CC43}"/>
          </ac:spMkLst>
        </pc:spChg>
        <pc:spChg chg="mod">
          <ac:chgData name="Cartwright, Max" userId="4fdaca64-157b-4f34-aebd-58f672b6a20c" providerId="ADAL" clId="{C372F8F3-E8B2-4A47-A4D2-AC3561F06F78}" dt="2024-03-25T14:23:33.089" v="532" actId="164"/>
          <ac:spMkLst>
            <pc:docMk/>
            <pc:sldMk cId="0" sldId="263"/>
            <ac:spMk id="980" creationId="{F1983821-1565-D360-0EF6-37F0FC6DBAFF}"/>
          </ac:spMkLst>
        </pc:spChg>
        <pc:spChg chg="mod">
          <ac:chgData name="Cartwright, Max" userId="4fdaca64-157b-4f34-aebd-58f672b6a20c" providerId="ADAL" clId="{C372F8F3-E8B2-4A47-A4D2-AC3561F06F78}" dt="2024-03-25T14:50:58.450" v="595" actId="313"/>
          <ac:spMkLst>
            <pc:docMk/>
            <pc:sldMk cId="0" sldId="263"/>
            <ac:spMk id="981" creationId="{5AA1EDAB-A07F-A9E7-B3D1-2E4CB6B34087}"/>
          </ac:spMkLst>
        </pc:spChg>
        <pc:spChg chg="mod">
          <ac:chgData name="Cartwright, Max" userId="4fdaca64-157b-4f34-aebd-58f672b6a20c" providerId="ADAL" clId="{C372F8F3-E8B2-4A47-A4D2-AC3561F06F78}" dt="2024-03-25T14:50:43.554" v="575" actId="313"/>
          <ac:spMkLst>
            <pc:docMk/>
            <pc:sldMk cId="0" sldId="263"/>
            <ac:spMk id="984" creationId="{7899828A-DD6B-1098-CE8B-EDA6427B2BFB}"/>
          </ac:spMkLst>
        </pc:spChg>
        <pc:spChg chg="mod">
          <ac:chgData name="Cartwright, Max" userId="4fdaca64-157b-4f34-aebd-58f672b6a20c" providerId="ADAL" clId="{C372F8F3-E8B2-4A47-A4D2-AC3561F06F78}" dt="2024-03-25T14:50:42.122" v="572" actId="313"/>
          <ac:spMkLst>
            <pc:docMk/>
            <pc:sldMk cId="0" sldId="263"/>
            <ac:spMk id="985" creationId="{72F60A4C-F595-419A-4288-C1334C79E607}"/>
          </ac:spMkLst>
        </pc:spChg>
        <pc:spChg chg="mod">
          <ac:chgData name="Cartwright, Max" userId="4fdaca64-157b-4f34-aebd-58f672b6a20c" providerId="ADAL" clId="{C372F8F3-E8B2-4A47-A4D2-AC3561F06F78}" dt="2024-03-25T14:50:44.065" v="576" actId="313"/>
          <ac:spMkLst>
            <pc:docMk/>
            <pc:sldMk cId="0" sldId="263"/>
            <ac:spMk id="988" creationId="{B6A03FFA-5A23-72C6-5F31-CC85F08DEE07}"/>
          </ac:spMkLst>
        </pc:spChg>
        <pc:spChg chg="mod">
          <ac:chgData name="Cartwright, Max" userId="4fdaca64-157b-4f34-aebd-58f672b6a20c" providerId="ADAL" clId="{C372F8F3-E8B2-4A47-A4D2-AC3561F06F78}" dt="2024-03-25T14:50:44.539" v="577" actId="313"/>
          <ac:spMkLst>
            <pc:docMk/>
            <pc:sldMk cId="0" sldId="263"/>
            <ac:spMk id="990" creationId="{AD3DBE6F-5B47-6839-B5CC-B2F40BA250D5}"/>
          </ac:spMkLst>
        </pc:spChg>
        <pc:spChg chg="mod">
          <ac:chgData name="Cartwright, Max" userId="4fdaca64-157b-4f34-aebd-58f672b6a20c" providerId="ADAL" clId="{C372F8F3-E8B2-4A47-A4D2-AC3561F06F78}" dt="2024-03-25T14:23:33.089" v="532" actId="164"/>
          <ac:spMkLst>
            <pc:docMk/>
            <pc:sldMk cId="0" sldId="263"/>
            <ac:spMk id="992" creationId="{8FE43CDF-2629-A43E-84F4-23C7D9AC562C}"/>
          </ac:spMkLst>
        </pc:spChg>
        <pc:spChg chg="mod">
          <ac:chgData name="Cartwright, Max" userId="4fdaca64-157b-4f34-aebd-58f672b6a20c" providerId="ADAL" clId="{C372F8F3-E8B2-4A47-A4D2-AC3561F06F78}" dt="2024-03-25T14:23:41.193" v="533" actId="164"/>
          <ac:spMkLst>
            <pc:docMk/>
            <pc:sldMk cId="0" sldId="263"/>
            <ac:spMk id="993" creationId="{B94BA312-F276-CBF9-50B0-88CF41B46269}"/>
          </ac:spMkLst>
        </pc:spChg>
        <pc:spChg chg="mod">
          <ac:chgData name="Cartwright, Max" userId="4fdaca64-157b-4f34-aebd-58f672b6a20c" providerId="ADAL" clId="{C372F8F3-E8B2-4A47-A4D2-AC3561F06F78}" dt="2024-03-25T14:23:46.362" v="534" actId="164"/>
          <ac:spMkLst>
            <pc:docMk/>
            <pc:sldMk cId="0" sldId="263"/>
            <ac:spMk id="994" creationId="{9387084C-FAD9-9D72-66EF-C8B242ACC6A7}"/>
          </ac:spMkLst>
        </pc:spChg>
        <pc:spChg chg="mod">
          <ac:chgData name="Cartwright, Max" userId="4fdaca64-157b-4f34-aebd-58f672b6a20c" providerId="ADAL" clId="{C372F8F3-E8B2-4A47-A4D2-AC3561F06F78}" dt="2024-03-25T14:23:41.193" v="533" actId="164"/>
          <ac:spMkLst>
            <pc:docMk/>
            <pc:sldMk cId="0" sldId="263"/>
            <ac:spMk id="995" creationId="{8499996E-BD13-5987-90CE-8244D53B9061}"/>
          </ac:spMkLst>
        </pc:spChg>
        <pc:spChg chg="mod">
          <ac:chgData name="Cartwright, Max" userId="4fdaca64-157b-4f34-aebd-58f672b6a20c" providerId="ADAL" clId="{C372F8F3-E8B2-4A47-A4D2-AC3561F06F78}" dt="2024-03-25T14:23:46.362" v="534" actId="164"/>
          <ac:spMkLst>
            <pc:docMk/>
            <pc:sldMk cId="0" sldId="263"/>
            <ac:spMk id="996" creationId="{0934F672-821E-E996-DECC-C1E9DCB48885}"/>
          </ac:spMkLst>
        </pc:spChg>
        <pc:spChg chg="mod topLvl">
          <ac:chgData name="Cartwright, Max" userId="4fdaca64-157b-4f34-aebd-58f672b6a20c" providerId="ADAL" clId="{C372F8F3-E8B2-4A47-A4D2-AC3561F06F78}" dt="2024-03-25T14:26:08.794" v="561" actId="164"/>
          <ac:spMkLst>
            <pc:docMk/>
            <pc:sldMk cId="0" sldId="263"/>
            <ac:spMk id="997" creationId="{5BFFB8F4-316D-6694-7867-E267500DD3A1}"/>
          </ac:spMkLst>
        </pc:spChg>
        <pc:spChg chg="mod topLvl">
          <ac:chgData name="Cartwright, Max" userId="4fdaca64-157b-4f34-aebd-58f672b6a20c" providerId="ADAL" clId="{C372F8F3-E8B2-4A47-A4D2-AC3561F06F78}" dt="2024-03-25T14:26:08.794" v="561" actId="164"/>
          <ac:spMkLst>
            <pc:docMk/>
            <pc:sldMk cId="0" sldId="263"/>
            <ac:spMk id="998" creationId="{0A80D8C5-4717-BC94-2025-962A0C1B2211}"/>
          </ac:spMkLst>
        </pc:spChg>
        <pc:spChg chg="mod">
          <ac:chgData name="Cartwright, Max" userId="4fdaca64-157b-4f34-aebd-58f672b6a20c" providerId="ADAL" clId="{C372F8F3-E8B2-4A47-A4D2-AC3561F06F78}" dt="2024-03-25T14:24:04.104" v="536" actId="164"/>
          <ac:spMkLst>
            <pc:docMk/>
            <pc:sldMk cId="0" sldId="263"/>
            <ac:spMk id="999" creationId="{C89B4F7B-BC25-79D5-B98C-94A29EE28312}"/>
          </ac:spMkLst>
        </pc:spChg>
        <pc:spChg chg="mod">
          <ac:chgData name="Cartwright, Max" userId="4fdaca64-157b-4f34-aebd-58f672b6a20c" providerId="ADAL" clId="{C372F8F3-E8B2-4A47-A4D2-AC3561F06F78}" dt="2024-03-25T14:24:04.104" v="536" actId="164"/>
          <ac:spMkLst>
            <pc:docMk/>
            <pc:sldMk cId="0" sldId="263"/>
            <ac:spMk id="1000" creationId="{A6F3CFB6-A2F4-08FD-DF44-FFF67A1429A6}"/>
          </ac:spMkLst>
        </pc:spChg>
        <pc:spChg chg="mod">
          <ac:chgData name="Cartwright, Max" userId="4fdaca64-157b-4f34-aebd-58f672b6a20c" providerId="ADAL" clId="{C372F8F3-E8B2-4A47-A4D2-AC3561F06F78}" dt="2024-03-25T14:24:10.253" v="537" actId="164"/>
          <ac:spMkLst>
            <pc:docMk/>
            <pc:sldMk cId="0" sldId="263"/>
            <ac:spMk id="1001" creationId="{E80F6594-57A1-9D7B-0C1B-99BC893B0738}"/>
          </ac:spMkLst>
        </pc:spChg>
        <pc:spChg chg="mod">
          <ac:chgData name="Cartwright, Max" userId="4fdaca64-157b-4f34-aebd-58f672b6a20c" providerId="ADAL" clId="{C372F8F3-E8B2-4A47-A4D2-AC3561F06F78}" dt="2024-03-25T14:24:27.259" v="544" actId="20577"/>
          <ac:spMkLst>
            <pc:docMk/>
            <pc:sldMk cId="0" sldId="263"/>
            <ac:spMk id="1002" creationId="{30290911-77AD-AB37-53AB-06BF5320198B}"/>
          </ac:spMkLst>
        </pc:spChg>
        <pc:spChg chg="mod">
          <ac:chgData name="Cartwright, Max" userId="4fdaca64-157b-4f34-aebd-58f672b6a20c" providerId="ADAL" clId="{C372F8F3-E8B2-4A47-A4D2-AC3561F06F78}" dt="2024-03-25T14:50:51.338" v="587" actId="313"/>
          <ac:spMkLst>
            <pc:docMk/>
            <pc:sldMk cId="0" sldId="263"/>
            <ac:spMk id="1003" creationId="{3E9FE98E-1145-E259-6995-029FFAE010F3}"/>
          </ac:spMkLst>
        </pc:spChg>
        <pc:spChg chg="mod">
          <ac:chgData name="Cartwright, Max" userId="4fdaca64-157b-4f34-aebd-58f672b6a20c" providerId="ADAL" clId="{C372F8F3-E8B2-4A47-A4D2-AC3561F06F78}" dt="2024-03-25T14:50:51.897" v="588" actId="313"/>
          <ac:spMkLst>
            <pc:docMk/>
            <pc:sldMk cId="0" sldId="263"/>
            <ac:spMk id="1004" creationId="{38FB7A16-EACB-ECEA-F364-07658886308C}"/>
          </ac:spMkLst>
        </pc:spChg>
        <pc:spChg chg="mod">
          <ac:chgData name="Cartwright, Max" userId="4fdaca64-157b-4f34-aebd-58f672b6a20c" providerId="ADAL" clId="{C372F8F3-E8B2-4A47-A4D2-AC3561F06F78}" dt="2024-03-25T14:50:52.539" v="589" actId="313"/>
          <ac:spMkLst>
            <pc:docMk/>
            <pc:sldMk cId="0" sldId="263"/>
            <ac:spMk id="1005" creationId="{3BE4F215-AEA1-2900-0F7D-820F87449227}"/>
          </ac:spMkLst>
        </pc:spChg>
        <pc:spChg chg="mod">
          <ac:chgData name="Cartwright, Max" userId="4fdaca64-157b-4f34-aebd-58f672b6a20c" providerId="ADAL" clId="{C372F8F3-E8B2-4A47-A4D2-AC3561F06F78}" dt="2024-03-25T14:50:53.102" v="590" actId="313"/>
          <ac:spMkLst>
            <pc:docMk/>
            <pc:sldMk cId="0" sldId="263"/>
            <ac:spMk id="1006" creationId="{4A881807-9787-9F74-BCF5-22FF345EE06B}"/>
          </ac:spMkLst>
        </pc:spChg>
        <pc:spChg chg="mod">
          <ac:chgData name="Cartwright, Max" userId="4fdaca64-157b-4f34-aebd-58f672b6a20c" providerId="ADAL" clId="{C372F8F3-E8B2-4A47-A4D2-AC3561F06F78}" dt="2024-03-25T14:24:16.517" v="538" actId="164"/>
          <ac:spMkLst>
            <pc:docMk/>
            <pc:sldMk cId="0" sldId="263"/>
            <ac:spMk id="1007" creationId="{AC6BA3FE-B336-D54C-8679-7A7C0AFDB915}"/>
          </ac:spMkLst>
        </pc:spChg>
        <pc:spChg chg="mod">
          <ac:chgData name="Cartwright, Max" userId="4fdaca64-157b-4f34-aebd-58f672b6a20c" providerId="ADAL" clId="{C372F8F3-E8B2-4A47-A4D2-AC3561F06F78}" dt="2024-03-25T14:24:21.979" v="539" actId="164"/>
          <ac:spMkLst>
            <pc:docMk/>
            <pc:sldMk cId="0" sldId="263"/>
            <ac:spMk id="1008" creationId="{B4D9012A-487F-B678-E88D-E592A7C042BC}"/>
          </ac:spMkLst>
        </pc:spChg>
        <pc:spChg chg="mod">
          <ac:chgData name="Cartwright, Max" userId="4fdaca64-157b-4f34-aebd-58f672b6a20c" providerId="ADAL" clId="{C372F8F3-E8B2-4A47-A4D2-AC3561F06F78}" dt="2024-03-25T14:24:16.517" v="538" actId="164"/>
          <ac:spMkLst>
            <pc:docMk/>
            <pc:sldMk cId="0" sldId="263"/>
            <ac:spMk id="1010" creationId="{6C12B2D1-FD37-6FF9-6CE3-F860B8251182}"/>
          </ac:spMkLst>
        </pc:spChg>
        <pc:spChg chg="mod">
          <ac:chgData name="Cartwright, Max" userId="4fdaca64-157b-4f34-aebd-58f672b6a20c" providerId="ADAL" clId="{C372F8F3-E8B2-4A47-A4D2-AC3561F06F78}" dt="2024-03-25T14:24:21.979" v="539" actId="164"/>
          <ac:spMkLst>
            <pc:docMk/>
            <pc:sldMk cId="0" sldId="263"/>
            <ac:spMk id="1014" creationId="{14A16F95-982F-F22E-6662-C827D154624A}"/>
          </ac:spMkLst>
        </pc:spChg>
        <pc:spChg chg="mod">
          <ac:chgData name="Cartwright, Max" userId="4fdaca64-157b-4f34-aebd-58f672b6a20c" providerId="ADAL" clId="{C372F8F3-E8B2-4A47-A4D2-AC3561F06F78}" dt="2024-03-25T14:24:10.253" v="537" actId="164"/>
          <ac:spMkLst>
            <pc:docMk/>
            <pc:sldMk cId="0" sldId="263"/>
            <ac:spMk id="1017" creationId="{F11882CC-CC78-E986-79BF-1C122A510226}"/>
          </ac:spMkLst>
        </pc:spChg>
        <pc:spChg chg="mod">
          <ac:chgData name="Cartwright, Max" userId="4fdaca64-157b-4f34-aebd-58f672b6a20c" providerId="ADAL" clId="{C372F8F3-E8B2-4A47-A4D2-AC3561F06F78}" dt="2024-03-25T13:37:28.400" v="107" actId="20577"/>
          <ac:spMkLst>
            <pc:docMk/>
            <pc:sldMk cId="0" sldId="263"/>
            <ac:spMk id="1043" creationId="{CD70E87A-D0B5-BA77-0D20-D1178F7B7DDB}"/>
          </ac:spMkLst>
        </pc:spChg>
        <pc:grpChg chg="add mod">
          <ac:chgData name="Cartwright, Max" userId="4fdaca64-157b-4f34-aebd-58f672b6a20c" providerId="ADAL" clId="{C372F8F3-E8B2-4A47-A4D2-AC3561F06F78}" dt="2024-03-25T14:23:33.089" v="532" actId="164"/>
          <ac:grpSpMkLst>
            <pc:docMk/>
            <pc:sldMk cId="0" sldId="263"/>
            <ac:grpSpMk id="915" creationId="{03FB6ECB-B004-0285-E95C-E91611CB9677}"/>
          </ac:grpSpMkLst>
        </pc:grpChg>
        <pc:grpChg chg="add mod">
          <ac:chgData name="Cartwright, Max" userId="4fdaca64-157b-4f34-aebd-58f672b6a20c" providerId="ADAL" clId="{C372F8F3-E8B2-4A47-A4D2-AC3561F06F78}" dt="2024-03-25T14:23:41.193" v="533" actId="164"/>
          <ac:grpSpMkLst>
            <pc:docMk/>
            <pc:sldMk cId="0" sldId="263"/>
            <ac:grpSpMk id="919" creationId="{0A7EA864-6AA4-8111-FB73-73707E790580}"/>
          </ac:grpSpMkLst>
        </pc:grpChg>
        <pc:grpChg chg="add mod">
          <ac:chgData name="Cartwright, Max" userId="4fdaca64-157b-4f34-aebd-58f672b6a20c" providerId="ADAL" clId="{C372F8F3-E8B2-4A47-A4D2-AC3561F06F78}" dt="2024-03-25T14:23:46.362" v="534" actId="164"/>
          <ac:grpSpMkLst>
            <pc:docMk/>
            <pc:sldMk cId="0" sldId="263"/>
            <ac:grpSpMk id="921" creationId="{464F84F2-695F-82CE-B7F4-275C2C42D956}"/>
          </ac:grpSpMkLst>
        </pc:grpChg>
        <pc:grpChg chg="add del mod">
          <ac:chgData name="Cartwright, Max" userId="4fdaca64-157b-4f34-aebd-58f672b6a20c" providerId="ADAL" clId="{C372F8F3-E8B2-4A47-A4D2-AC3561F06F78}" dt="2024-03-25T14:25:33.048" v="547" actId="165"/>
          <ac:grpSpMkLst>
            <pc:docMk/>
            <pc:sldMk cId="0" sldId="263"/>
            <ac:grpSpMk id="922" creationId="{5C4BEE36-77C1-17FE-E599-BF6C81CE552B}"/>
          </ac:grpSpMkLst>
        </pc:grpChg>
        <pc:grpChg chg="add mod">
          <ac:chgData name="Cartwright, Max" userId="4fdaca64-157b-4f34-aebd-58f672b6a20c" providerId="ADAL" clId="{C372F8F3-E8B2-4A47-A4D2-AC3561F06F78}" dt="2024-03-25T14:24:04.104" v="536" actId="164"/>
          <ac:grpSpMkLst>
            <pc:docMk/>
            <pc:sldMk cId="0" sldId="263"/>
            <ac:grpSpMk id="923" creationId="{1CE35F53-2336-1C89-7CCF-78565B571A80}"/>
          </ac:grpSpMkLst>
        </pc:grpChg>
        <pc:grpChg chg="add mod">
          <ac:chgData name="Cartwright, Max" userId="4fdaca64-157b-4f34-aebd-58f672b6a20c" providerId="ADAL" clId="{C372F8F3-E8B2-4A47-A4D2-AC3561F06F78}" dt="2024-03-25T14:24:10.253" v="537" actId="164"/>
          <ac:grpSpMkLst>
            <pc:docMk/>
            <pc:sldMk cId="0" sldId="263"/>
            <ac:grpSpMk id="924" creationId="{1BBA8533-2A9E-7BEF-0E09-78019E5BC866}"/>
          </ac:grpSpMkLst>
        </pc:grpChg>
        <pc:grpChg chg="add mod">
          <ac:chgData name="Cartwright, Max" userId="4fdaca64-157b-4f34-aebd-58f672b6a20c" providerId="ADAL" clId="{C372F8F3-E8B2-4A47-A4D2-AC3561F06F78}" dt="2024-03-25T14:24:16.517" v="538" actId="164"/>
          <ac:grpSpMkLst>
            <pc:docMk/>
            <pc:sldMk cId="0" sldId="263"/>
            <ac:grpSpMk id="928" creationId="{01B62866-BDEA-B819-493B-A505343519F5}"/>
          </ac:grpSpMkLst>
        </pc:grpChg>
        <pc:grpChg chg="add mod">
          <ac:chgData name="Cartwright, Max" userId="4fdaca64-157b-4f34-aebd-58f672b6a20c" providerId="ADAL" clId="{C372F8F3-E8B2-4A47-A4D2-AC3561F06F78}" dt="2024-03-25T14:24:21.979" v="539" actId="164"/>
          <ac:grpSpMkLst>
            <pc:docMk/>
            <pc:sldMk cId="0" sldId="263"/>
            <ac:grpSpMk id="929" creationId="{92DBF109-C5D8-E132-9789-533D873B8CCE}"/>
          </ac:grpSpMkLst>
        </pc:grpChg>
        <pc:grpChg chg="add mod">
          <ac:chgData name="Cartwright, Max" userId="4fdaca64-157b-4f34-aebd-58f672b6a20c" providerId="ADAL" clId="{C372F8F3-E8B2-4A47-A4D2-AC3561F06F78}" dt="2024-03-25T14:26:08.794" v="561" actId="164"/>
          <ac:grpSpMkLst>
            <pc:docMk/>
            <pc:sldMk cId="0" sldId="263"/>
            <ac:grpSpMk id="932" creationId="{89408FE4-6FD0-363D-900F-2C3A7FD7379C}"/>
          </ac:grpSpMkLst>
        </pc:grpChg>
        <pc:picChg chg="mod">
          <ac:chgData name="Cartwright, Max" userId="4fdaca64-157b-4f34-aebd-58f672b6a20c" providerId="ADAL" clId="{C372F8F3-E8B2-4A47-A4D2-AC3561F06F78}" dt="2024-03-25T14:23:33.089" v="532" actId="164"/>
          <ac:picMkLst>
            <pc:docMk/>
            <pc:sldMk cId="0" sldId="263"/>
            <ac:picMk id="14" creationId="{28695136-D5BE-6EDA-C26D-B234EBDA15D1}"/>
          </ac:picMkLst>
        </pc:picChg>
        <pc:picChg chg="mod">
          <ac:chgData name="Cartwright, Max" userId="4fdaca64-157b-4f34-aebd-58f672b6a20c" providerId="ADAL" clId="{C372F8F3-E8B2-4A47-A4D2-AC3561F06F78}" dt="2024-03-25T14:24:04.104" v="536" actId="164"/>
          <ac:picMkLst>
            <pc:docMk/>
            <pc:sldMk cId="0" sldId="263"/>
            <ac:picMk id="16" creationId="{1AC05A48-8C24-1EBA-CB35-8FAB0BACFED3}"/>
          </ac:picMkLst>
        </pc:picChg>
        <pc:picChg chg="mod">
          <ac:chgData name="Cartwright, Max" userId="4fdaca64-157b-4f34-aebd-58f672b6a20c" providerId="ADAL" clId="{C372F8F3-E8B2-4A47-A4D2-AC3561F06F78}" dt="2024-03-25T14:24:04.104" v="536" actId="164"/>
          <ac:picMkLst>
            <pc:docMk/>
            <pc:sldMk cId="0" sldId="263"/>
            <ac:picMk id="23" creationId="{CAA010C1-368D-44D7-1515-6683513A41E2}"/>
          </ac:picMkLst>
        </pc:picChg>
        <pc:picChg chg="mod">
          <ac:chgData name="Cartwright, Max" userId="4fdaca64-157b-4f34-aebd-58f672b6a20c" providerId="ADAL" clId="{C372F8F3-E8B2-4A47-A4D2-AC3561F06F78}" dt="2024-03-25T14:24:10.253" v="537" actId="164"/>
          <ac:picMkLst>
            <pc:docMk/>
            <pc:sldMk cId="0" sldId="263"/>
            <ac:picMk id="24" creationId="{05D7C7CB-45CC-8964-79D1-59CFD5360D31}"/>
          </ac:picMkLst>
        </pc:picChg>
        <pc:picChg chg="mod">
          <ac:chgData name="Cartwright, Max" userId="4fdaca64-157b-4f34-aebd-58f672b6a20c" providerId="ADAL" clId="{C372F8F3-E8B2-4A47-A4D2-AC3561F06F78}" dt="2024-03-25T14:23:33.089" v="532" actId="164"/>
          <ac:picMkLst>
            <pc:docMk/>
            <pc:sldMk cId="0" sldId="263"/>
            <ac:picMk id="1051" creationId="{AC816AE3-80B5-CDEC-922A-243895B08158}"/>
          </ac:picMkLst>
        </pc:picChg>
        <pc:picChg chg="mod">
          <ac:chgData name="Cartwright, Max" userId="4fdaca64-157b-4f34-aebd-58f672b6a20c" providerId="ADAL" clId="{C372F8F3-E8B2-4A47-A4D2-AC3561F06F78}" dt="2024-03-25T14:23:33.089" v="532" actId="164"/>
          <ac:picMkLst>
            <pc:docMk/>
            <pc:sldMk cId="0" sldId="263"/>
            <ac:picMk id="1052" creationId="{3D11223D-5418-5D65-FF6E-BD7AF6462512}"/>
          </ac:picMkLst>
        </pc:picChg>
        <pc:picChg chg="mod">
          <ac:chgData name="Cartwright, Max" userId="4fdaca64-157b-4f34-aebd-58f672b6a20c" providerId="ADAL" clId="{C372F8F3-E8B2-4A47-A4D2-AC3561F06F78}" dt="2024-03-25T14:23:33.089" v="532" actId="164"/>
          <ac:picMkLst>
            <pc:docMk/>
            <pc:sldMk cId="0" sldId="263"/>
            <ac:picMk id="1053" creationId="{BB5B9428-7DF5-05BD-691B-D68B66A52FED}"/>
          </ac:picMkLst>
        </pc:picChg>
        <pc:picChg chg="mod">
          <ac:chgData name="Cartwright, Max" userId="4fdaca64-157b-4f34-aebd-58f672b6a20c" providerId="ADAL" clId="{C372F8F3-E8B2-4A47-A4D2-AC3561F06F78}" dt="2024-03-25T14:23:33.089" v="532" actId="164"/>
          <ac:picMkLst>
            <pc:docMk/>
            <pc:sldMk cId="0" sldId="263"/>
            <ac:picMk id="1054" creationId="{6CD9B377-9D76-BA56-6485-4288C49B54CE}"/>
          </ac:picMkLst>
        </pc:picChg>
        <pc:picChg chg="mod">
          <ac:chgData name="Cartwright, Max" userId="4fdaca64-157b-4f34-aebd-58f672b6a20c" providerId="ADAL" clId="{C372F8F3-E8B2-4A47-A4D2-AC3561F06F78}" dt="2024-03-25T14:23:41.193" v="533" actId="164"/>
          <ac:picMkLst>
            <pc:docMk/>
            <pc:sldMk cId="0" sldId="263"/>
            <ac:picMk id="1055" creationId="{7FC1AF83-5D41-CBAA-BC67-2B2E0E55A883}"/>
          </ac:picMkLst>
        </pc:picChg>
        <pc:picChg chg="mod">
          <ac:chgData name="Cartwright, Max" userId="4fdaca64-157b-4f34-aebd-58f672b6a20c" providerId="ADAL" clId="{C372F8F3-E8B2-4A47-A4D2-AC3561F06F78}" dt="2024-03-25T14:24:04.104" v="536" actId="164"/>
          <ac:picMkLst>
            <pc:docMk/>
            <pc:sldMk cId="0" sldId="263"/>
            <ac:picMk id="1059" creationId="{8FC1AD13-036C-8EEB-B985-FCB3CD4466FA}"/>
          </ac:picMkLst>
        </pc:picChg>
        <pc:picChg chg="mod">
          <ac:chgData name="Cartwright, Max" userId="4fdaca64-157b-4f34-aebd-58f672b6a20c" providerId="ADAL" clId="{C372F8F3-E8B2-4A47-A4D2-AC3561F06F78}" dt="2024-03-25T14:24:04.104" v="536" actId="164"/>
          <ac:picMkLst>
            <pc:docMk/>
            <pc:sldMk cId="0" sldId="263"/>
            <ac:picMk id="1060" creationId="{3EF36D13-8E52-D89A-1212-3D1F86115E58}"/>
          </ac:picMkLst>
        </pc:picChg>
        <pc:picChg chg="mod">
          <ac:chgData name="Cartwright, Max" userId="4fdaca64-157b-4f34-aebd-58f672b6a20c" providerId="ADAL" clId="{C372F8F3-E8B2-4A47-A4D2-AC3561F06F78}" dt="2024-03-25T14:24:10.253" v="537" actId="164"/>
          <ac:picMkLst>
            <pc:docMk/>
            <pc:sldMk cId="0" sldId="263"/>
            <ac:picMk id="1061" creationId="{2A9B07D4-DBC9-E491-F340-7594D662BB2B}"/>
          </ac:picMkLst>
        </pc:picChg>
      </pc:sldChg>
      <pc:sldChg chg="modSp add del mod">
        <pc:chgData name="Cartwright, Max" userId="4fdaca64-157b-4f34-aebd-58f672b6a20c" providerId="ADAL" clId="{C372F8F3-E8B2-4A47-A4D2-AC3561F06F78}" dt="2024-03-25T13:35:39.413" v="5" actId="20577"/>
        <pc:sldMkLst>
          <pc:docMk/>
          <pc:sldMk cId="2037103130" sldId="264"/>
        </pc:sldMkLst>
        <pc:spChg chg="mod">
          <ac:chgData name="Cartwright, Max" userId="4fdaca64-157b-4f34-aebd-58f672b6a20c" providerId="ADAL" clId="{C372F8F3-E8B2-4A47-A4D2-AC3561F06F78}" dt="2024-03-25T13:35:39.413" v="5" actId="20577"/>
          <ac:spMkLst>
            <pc:docMk/>
            <pc:sldMk cId="2037103130" sldId="264"/>
            <ac:spMk id="917" creationId="{63F26C0F-A63A-0D0E-3D6D-D8481123AAB3}"/>
          </ac:spMkLst>
        </pc:spChg>
      </pc:sldChg>
      <pc:sldChg chg="addSp delSp modSp mod">
        <pc:chgData name="Cartwright, Max" userId="4fdaca64-157b-4f34-aebd-58f672b6a20c" providerId="ADAL" clId="{C372F8F3-E8B2-4A47-A4D2-AC3561F06F78}" dt="2024-03-25T14:48:29.441" v="566" actId="20577"/>
        <pc:sldMkLst>
          <pc:docMk/>
          <pc:sldMk cId="3760393550" sldId="2147474165"/>
        </pc:sldMkLst>
        <pc:spChg chg="add del">
          <ac:chgData name="Cartwright, Max" userId="4fdaca64-157b-4f34-aebd-58f672b6a20c" providerId="ADAL" clId="{C372F8F3-E8B2-4A47-A4D2-AC3561F06F78}" dt="2024-03-25T14:48:11.880" v="563" actId="478"/>
          <ac:spMkLst>
            <pc:docMk/>
            <pc:sldMk cId="3760393550" sldId="2147474165"/>
            <ac:spMk id="22" creationId="{3B39B51D-EB0A-DCF1-6EAF-8E8440D8E993}"/>
          </ac:spMkLst>
        </pc:spChg>
        <pc:graphicFrameChg chg="mod">
          <ac:chgData name="Cartwright, Max" userId="4fdaca64-157b-4f34-aebd-58f672b6a20c" providerId="ADAL" clId="{C372F8F3-E8B2-4A47-A4D2-AC3561F06F78}" dt="2024-03-25T14:48:29.441" v="566" actId="20577"/>
          <ac:graphicFrameMkLst>
            <pc:docMk/>
            <pc:sldMk cId="3760393550" sldId="2147474165"/>
            <ac:graphicFrameMk id="19" creationId="{7B93DE3C-006C-71CD-6103-22C108D6B9F6}"/>
          </ac:graphicFrameMkLst>
        </pc:graphicFrameChg>
      </pc:sldChg>
      <pc:sldChg chg="addSp delSp modSp mod">
        <pc:chgData name="Cartwright, Max" userId="4fdaca64-157b-4f34-aebd-58f672b6a20c" providerId="ADAL" clId="{C372F8F3-E8B2-4A47-A4D2-AC3561F06F78}" dt="2024-03-25T14:09:26.039" v="219" actId="1076"/>
        <pc:sldMkLst>
          <pc:docMk/>
          <pc:sldMk cId="3571720637" sldId="2147474170"/>
        </pc:sldMkLst>
        <pc:spChg chg="mod">
          <ac:chgData name="Cartwright, Max" userId="4fdaca64-157b-4f34-aebd-58f672b6a20c" providerId="ADAL" clId="{C372F8F3-E8B2-4A47-A4D2-AC3561F06F78}" dt="2024-03-25T14:05:26.664" v="212" actId="20577"/>
          <ac:spMkLst>
            <pc:docMk/>
            <pc:sldMk cId="3571720637" sldId="2147474170"/>
            <ac:spMk id="3" creationId="{E7A0A04E-4539-76F3-C369-AD07AF8FA944}"/>
          </ac:spMkLst>
        </pc:spChg>
        <pc:spChg chg="del mod">
          <ac:chgData name="Cartwright, Max" userId="4fdaca64-157b-4f34-aebd-58f672b6a20c" providerId="ADAL" clId="{C372F8F3-E8B2-4A47-A4D2-AC3561F06F78}" dt="2024-03-25T14:01:18.505" v="151" actId="478"/>
          <ac:spMkLst>
            <pc:docMk/>
            <pc:sldMk cId="3571720637" sldId="2147474170"/>
            <ac:spMk id="7" creationId="{E468B12C-49B8-CDFF-6AA1-E7F8BE93031B}"/>
          </ac:spMkLst>
        </pc:spChg>
        <pc:spChg chg="add del">
          <ac:chgData name="Cartwright, Max" userId="4fdaca64-157b-4f34-aebd-58f672b6a20c" providerId="ADAL" clId="{C372F8F3-E8B2-4A47-A4D2-AC3561F06F78}" dt="2024-03-25T13:57:30.142" v="117" actId="478"/>
          <ac:spMkLst>
            <pc:docMk/>
            <pc:sldMk cId="3571720637" sldId="2147474170"/>
            <ac:spMk id="11" creationId="{5E4768D8-7D86-1A98-AE15-7F66D8D62FE4}"/>
          </ac:spMkLst>
        </pc:spChg>
        <pc:spChg chg="add mod">
          <ac:chgData name="Cartwright, Max" userId="4fdaca64-157b-4f34-aebd-58f672b6a20c" providerId="ADAL" clId="{C372F8F3-E8B2-4A47-A4D2-AC3561F06F78}" dt="2024-03-25T14:01:23.205" v="152"/>
          <ac:spMkLst>
            <pc:docMk/>
            <pc:sldMk cId="3571720637" sldId="2147474170"/>
            <ac:spMk id="12" creationId="{4D9DB406-FA3E-B835-D389-2A10E6D8909A}"/>
          </ac:spMkLst>
        </pc:spChg>
        <pc:graphicFrameChg chg="add mod modGraphic">
          <ac:chgData name="Cartwright, Max" userId="4fdaca64-157b-4f34-aebd-58f672b6a20c" providerId="ADAL" clId="{C372F8F3-E8B2-4A47-A4D2-AC3561F06F78}" dt="2024-03-25T14:02:27.409" v="188" actId="1038"/>
          <ac:graphicFrameMkLst>
            <pc:docMk/>
            <pc:sldMk cId="3571720637" sldId="2147474170"/>
            <ac:graphicFrameMk id="2" creationId="{AF63E621-169D-2A7E-C717-F2AD3BB14B99}"/>
          </ac:graphicFrameMkLst>
        </pc:graphicFrameChg>
        <pc:graphicFrameChg chg="add del mod">
          <ac:chgData name="Cartwright, Max" userId="4fdaca64-157b-4f34-aebd-58f672b6a20c" providerId="ADAL" clId="{C372F8F3-E8B2-4A47-A4D2-AC3561F06F78}" dt="2024-03-25T13:59:04.857" v="132" actId="478"/>
          <ac:graphicFrameMkLst>
            <pc:docMk/>
            <pc:sldMk cId="3571720637" sldId="2147474170"/>
            <ac:graphicFrameMk id="5" creationId="{5E28AE3A-D2ED-3A49-D8C2-F42E9CEF5218}"/>
          </ac:graphicFrameMkLst>
        </pc:graphicFrameChg>
        <pc:graphicFrameChg chg="mod modGraphic">
          <ac:chgData name="Cartwright, Max" userId="4fdaca64-157b-4f34-aebd-58f672b6a20c" providerId="ADAL" clId="{C372F8F3-E8B2-4A47-A4D2-AC3561F06F78}" dt="2024-03-25T13:58:24.694" v="129" actId="1076"/>
          <ac:graphicFrameMkLst>
            <pc:docMk/>
            <pc:sldMk cId="3571720637" sldId="2147474170"/>
            <ac:graphicFrameMk id="6" creationId="{640CD144-1BC9-FD87-CD60-5B1E4D3675A6}"/>
          </ac:graphicFrameMkLst>
        </pc:graphicFrameChg>
        <pc:graphicFrameChg chg="add del">
          <ac:chgData name="Cartwright, Max" userId="4fdaca64-157b-4f34-aebd-58f672b6a20c" providerId="ADAL" clId="{C372F8F3-E8B2-4A47-A4D2-AC3561F06F78}" dt="2024-03-25T13:57:29.196" v="116" actId="478"/>
          <ac:graphicFrameMkLst>
            <pc:docMk/>
            <pc:sldMk cId="3571720637" sldId="2147474170"/>
            <ac:graphicFrameMk id="8" creationId="{399944F4-BC7B-A742-0866-92C65B2463AB}"/>
          </ac:graphicFrameMkLst>
        </pc:graphicFrameChg>
        <pc:graphicFrameChg chg="add mod modGraphic">
          <ac:chgData name="Cartwright, Max" userId="4fdaca64-157b-4f34-aebd-58f672b6a20c" providerId="ADAL" clId="{C372F8F3-E8B2-4A47-A4D2-AC3561F06F78}" dt="2024-03-25T14:00:31.867" v="136" actId="1076"/>
          <ac:graphicFrameMkLst>
            <pc:docMk/>
            <pc:sldMk cId="3571720637" sldId="2147474170"/>
            <ac:graphicFrameMk id="9" creationId="{F0B0C019-ABA6-0589-F5FD-1FBE99AE8AF2}"/>
          </ac:graphicFrameMkLst>
        </pc:graphicFrameChg>
        <pc:graphicFrameChg chg="add mod">
          <ac:chgData name="Cartwright, Max" userId="4fdaca64-157b-4f34-aebd-58f672b6a20c" providerId="ADAL" clId="{C372F8F3-E8B2-4A47-A4D2-AC3561F06F78}" dt="2024-03-25T14:09:26.039" v="219" actId="1076"/>
          <ac:graphicFrameMkLst>
            <pc:docMk/>
            <pc:sldMk cId="3571720637" sldId="2147474170"/>
            <ac:graphicFrameMk id="13" creationId="{016B140D-FF25-01D0-E289-CC97EB4977B7}"/>
          </ac:graphicFrameMkLst>
        </pc:graphicFrameChg>
        <pc:picChg chg="del">
          <ac:chgData name="Cartwright, Max" userId="4fdaca64-157b-4f34-aebd-58f672b6a20c" providerId="ADAL" clId="{C372F8F3-E8B2-4A47-A4D2-AC3561F06F78}" dt="2024-03-25T13:57:35.270" v="118" actId="478"/>
          <ac:picMkLst>
            <pc:docMk/>
            <pc:sldMk cId="3571720637" sldId="2147474170"/>
            <ac:picMk id="10" creationId="{E360E3B9-C1CC-F3B6-D994-203E31232876}"/>
          </ac:picMkLst>
        </pc:picChg>
      </pc:sldChg>
      <pc:sldChg chg="add del">
        <pc:chgData name="Cartwright, Max" userId="4fdaca64-157b-4f34-aebd-58f672b6a20c" providerId="ADAL" clId="{C372F8F3-E8B2-4A47-A4D2-AC3561F06F78}" dt="2024-03-25T13:41:06.989" v="109" actId="47"/>
        <pc:sldMkLst>
          <pc:docMk/>
          <pc:sldMk cId="2080968825" sldId="2147474174"/>
        </pc:sldMkLst>
      </pc:sldChg>
      <pc:sldChg chg="addSp delSp modSp add mod">
        <pc:chgData name="Cartwright, Max" userId="4fdaca64-157b-4f34-aebd-58f672b6a20c" providerId="ADAL" clId="{C372F8F3-E8B2-4A47-A4D2-AC3561F06F78}" dt="2024-03-25T14:09:33.584" v="220"/>
        <pc:sldMkLst>
          <pc:docMk/>
          <pc:sldMk cId="3429204321" sldId="2147474174"/>
        </pc:sldMkLst>
        <pc:spChg chg="mod">
          <ac:chgData name="Cartwright, Max" userId="4fdaca64-157b-4f34-aebd-58f672b6a20c" providerId="ADAL" clId="{C372F8F3-E8B2-4A47-A4D2-AC3561F06F78}" dt="2024-03-25T14:05:31.810" v="217" actId="20577"/>
          <ac:spMkLst>
            <pc:docMk/>
            <pc:sldMk cId="3429204321" sldId="2147474174"/>
            <ac:spMk id="3" creationId="{E7A0A04E-4539-76F3-C369-AD07AF8FA944}"/>
          </ac:spMkLst>
        </pc:spChg>
        <pc:spChg chg="mod">
          <ac:chgData name="Cartwright, Max" userId="4fdaca64-157b-4f34-aebd-58f672b6a20c" providerId="ADAL" clId="{C372F8F3-E8B2-4A47-A4D2-AC3561F06F78}" dt="2024-03-25T14:01:13.736" v="150" actId="1035"/>
          <ac:spMkLst>
            <pc:docMk/>
            <pc:sldMk cId="3429204321" sldId="2147474174"/>
            <ac:spMk id="7" creationId="{E468B12C-49B8-CDFF-6AA1-E7F8BE93031B}"/>
          </ac:spMkLst>
        </pc:spChg>
        <pc:graphicFrameChg chg="add del">
          <ac:chgData name="Cartwright, Max" userId="4fdaca64-157b-4f34-aebd-58f672b6a20c" providerId="ADAL" clId="{C372F8F3-E8B2-4A47-A4D2-AC3561F06F78}" dt="2024-03-25T14:01:08.032" v="142" actId="478"/>
          <ac:graphicFrameMkLst>
            <pc:docMk/>
            <pc:sldMk cId="3429204321" sldId="2147474174"/>
            <ac:graphicFrameMk id="2" creationId="{AF63E621-169D-2A7E-C717-F2AD3BB14B99}"/>
          </ac:graphicFrameMkLst>
        </pc:graphicFrameChg>
        <pc:graphicFrameChg chg="add mod modGraphic">
          <ac:chgData name="Cartwright, Max" userId="4fdaca64-157b-4f34-aebd-58f672b6a20c" providerId="ADAL" clId="{C372F8F3-E8B2-4A47-A4D2-AC3561F06F78}" dt="2024-03-25T14:04:27.359" v="205" actId="14100"/>
          <ac:graphicFrameMkLst>
            <pc:docMk/>
            <pc:sldMk cId="3429204321" sldId="2147474174"/>
            <ac:graphicFrameMk id="4" creationId="{48ACF448-4556-A29E-3165-360880852FF6}"/>
          </ac:graphicFrameMkLst>
        </pc:graphicFrameChg>
        <pc:graphicFrameChg chg="add mod modGraphic">
          <ac:chgData name="Cartwright, Max" userId="4fdaca64-157b-4f34-aebd-58f672b6a20c" providerId="ADAL" clId="{C372F8F3-E8B2-4A47-A4D2-AC3561F06F78}" dt="2024-03-25T14:04:56.610" v="207" actId="14734"/>
          <ac:graphicFrameMkLst>
            <pc:docMk/>
            <pc:sldMk cId="3429204321" sldId="2147474174"/>
            <ac:graphicFrameMk id="5" creationId="{33F9C9DD-DF98-7FC8-7D0B-B8F2011FB277}"/>
          </ac:graphicFrameMkLst>
        </pc:graphicFrameChg>
        <pc:graphicFrameChg chg="add del">
          <ac:chgData name="Cartwright, Max" userId="4fdaca64-157b-4f34-aebd-58f672b6a20c" providerId="ADAL" clId="{C372F8F3-E8B2-4A47-A4D2-AC3561F06F78}" dt="2024-03-25T14:01:03.508" v="141" actId="478"/>
          <ac:graphicFrameMkLst>
            <pc:docMk/>
            <pc:sldMk cId="3429204321" sldId="2147474174"/>
            <ac:graphicFrameMk id="6" creationId="{640CD144-1BC9-FD87-CD60-5B1E4D3675A6}"/>
          </ac:graphicFrameMkLst>
        </pc:graphicFrameChg>
        <pc:graphicFrameChg chg="add mod">
          <ac:chgData name="Cartwright, Max" userId="4fdaca64-157b-4f34-aebd-58f672b6a20c" providerId="ADAL" clId="{C372F8F3-E8B2-4A47-A4D2-AC3561F06F78}" dt="2024-03-25T14:09:33.584" v="220"/>
          <ac:graphicFrameMkLst>
            <pc:docMk/>
            <pc:sldMk cId="3429204321" sldId="2147474174"/>
            <ac:graphicFrameMk id="8" creationId="{CC7862ED-10A0-0693-84E0-081EFF2C8E27}"/>
          </ac:graphicFrameMkLst>
        </pc:graphicFrameChg>
        <pc:graphicFrameChg chg="add del">
          <ac:chgData name="Cartwright, Max" userId="4fdaca64-157b-4f34-aebd-58f672b6a20c" providerId="ADAL" clId="{C372F8F3-E8B2-4A47-A4D2-AC3561F06F78}" dt="2024-03-25T14:01:08.032" v="142" actId="478"/>
          <ac:graphicFrameMkLst>
            <pc:docMk/>
            <pc:sldMk cId="3429204321" sldId="2147474174"/>
            <ac:graphicFrameMk id="9" creationId="{F0B0C019-ABA6-0589-F5FD-1FBE99AE8AF2}"/>
          </ac:graphicFrameMkLst>
        </pc:graphicFrameChg>
      </pc:sldChg>
      <pc:sldChg chg="modSp add del mod">
        <pc:chgData name="Cartwright, Max" userId="4fdaca64-157b-4f34-aebd-58f672b6a20c" providerId="ADAL" clId="{C372F8F3-E8B2-4A47-A4D2-AC3561F06F78}" dt="2024-03-25T14:00:52.762" v="138" actId="47"/>
        <pc:sldMkLst>
          <pc:docMk/>
          <pc:sldMk cId="3932128167" sldId="2147474174"/>
        </pc:sldMkLst>
        <pc:graphicFrameChg chg="mod">
          <ac:chgData name="Cartwright, Max" userId="4fdaca64-157b-4f34-aebd-58f672b6a20c" providerId="ADAL" clId="{C372F8F3-E8B2-4A47-A4D2-AC3561F06F78}" dt="2024-03-25T13:56:07.825" v="111" actId="1076"/>
          <ac:graphicFrameMkLst>
            <pc:docMk/>
            <pc:sldMk cId="3932128167" sldId="2147474174"/>
            <ac:graphicFrameMk id="8" creationId="{399944F4-BC7B-A742-0866-92C65B2463AB}"/>
          </ac:graphicFrameMkLst>
        </pc:graphicFrameChg>
      </pc:sldChg>
      <pc:sldMasterChg chg="del delSldLayout">
        <pc:chgData name="Cartwright, Max" userId="4fdaca64-157b-4f34-aebd-58f672b6a20c" providerId="ADAL" clId="{C372F8F3-E8B2-4A47-A4D2-AC3561F06F78}" dt="2024-03-25T13:34:29.054" v="0" actId="47"/>
        <pc:sldMasterMkLst>
          <pc:docMk/>
          <pc:sldMasterMk cId="1072270794" sldId="2147484098"/>
        </pc:sldMasterMkLst>
        <pc:sldLayoutChg chg="del">
          <pc:chgData name="Cartwright, Max" userId="4fdaca64-157b-4f34-aebd-58f672b6a20c" providerId="ADAL" clId="{C372F8F3-E8B2-4A47-A4D2-AC3561F06F78}" dt="2024-03-25T13:34:29.054" v="0" actId="47"/>
          <pc:sldLayoutMkLst>
            <pc:docMk/>
            <pc:sldMasterMk cId="1072270794" sldId="2147484098"/>
            <pc:sldLayoutMk cId="3166162967" sldId="2147484099"/>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12521195" sldId="2147484100"/>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340687156" sldId="2147484101"/>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408478326" sldId="2147484102"/>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505643256" sldId="2147484103"/>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926142751" sldId="2147484104"/>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85907385" sldId="2147484105"/>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446675203" sldId="2147484106"/>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032857111" sldId="2147484107"/>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664593992" sldId="2147484108"/>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016198398" sldId="2147484109"/>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922157964" sldId="2147484110"/>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20822597" sldId="2147484111"/>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689077459" sldId="2147484112"/>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86518145" sldId="2147484113"/>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711298053" sldId="2147484114"/>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811188380" sldId="2147484115"/>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103856417" sldId="2147484116"/>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816210237" sldId="2147484117"/>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4249147530" sldId="2147484118"/>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772837450" sldId="2147484119"/>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043034265" sldId="2147484120"/>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835836820" sldId="2147484121"/>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361005536" sldId="2147484122"/>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337291892" sldId="2147484123"/>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403557814" sldId="2147484124"/>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692688236" sldId="2147484125"/>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545376551" sldId="2147484126"/>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174997183" sldId="2147484127"/>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379997478" sldId="2147484128"/>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623764416" sldId="2147484129"/>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869185611" sldId="2147484130"/>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174383567" sldId="2147484131"/>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134981426" sldId="2147484132"/>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117855101" sldId="2147484133"/>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228913079" sldId="2147484134"/>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843956647" sldId="2147484135"/>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651897541" sldId="2147484136"/>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4258196521" sldId="2147484137"/>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406888610" sldId="2147484138"/>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853548747" sldId="2147484139"/>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289042303" sldId="2147484140"/>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84049439" sldId="2147484141"/>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083167527" sldId="2147484142"/>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684662277" sldId="2147484143"/>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459951116" sldId="2147484144"/>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722904219" sldId="2147484145"/>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89645975" sldId="2147484146"/>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830802831" sldId="2147484147"/>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374495823" sldId="2147484148"/>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502963457" sldId="2147484149"/>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4264722434" sldId="2147484150"/>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307529961" sldId="2147484151"/>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976980125" sldId="2147484152"/>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706618795" sldId="2147484153"/>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078292710" sldId="2147484154"/>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750658676" sldId="2147484155"/>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2751455520" sldId="2147484156"/>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1579179578" sldId="2147484157"/>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970736188" sldId="2147484158"/>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59545901" sldId="2147484159"/>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410608999" sldId="2147484160"/>
          </pc:sldLayoutMkLst>
        </pc:sldLayoutChg>
        <pc:sldLayoutChg chg="del">
          <pc:chgData name="Cartwright, Max" userId="4fdaca64-157b-4f34-aebd-58f672b6a20c" providerId="ADAL" clId="{C372F8F3-E8B2-4A47-A4D2-AC3561F06F78}" dt="2024-03-25T13:34:29.054" v="0" actId="47"/>
          <pc:sldLayoutMkLst>
            <pc:docMk/>
            <pc:sldMasterMk cId="1072270794" sldId="2147484098"/>
            <pc:sldLayoutMk cId="3052627408" sldId="2147484161"/>
          </pc:sldLayoutMkLst>
        </pc:sldLayoutChg>
      </pc:sldMasterChg>
    </pc:docChg>
  </pc:docChgLst>
  <pc:docChgLst>
    <pc:chgData name="Kanduru, Raghava" userId="S::raghava.kanduru@capgemini.com::cf8c09de-c40c-47a2-971b-c612c06e0906" providerId="AD" clId="Web-{919010C4-DE47-4F09-81BE-5FEA0F973454}"/>
    <pc:docChg chg="delSld">
      <pc:chgData name="Kanduru, Raghava" userId="S::raghava.kanduru@capgemini.com::cf8c09de-c40c-47a2-971b-c612c06e0906" providerId="AD" clId="Web-{919010C4-DE47-4F09-81BE-5FEA0F973454}" dt="2024-03-13T05:28:11.159" v="2"/>
      <pc:docMkLst>
        <pc:docMk/>
      </pc:docMkLst>
      <pc:sldChg chg="del">
        <pc:chgData name="Kanduru, Raghava" userId="S::raghava.kanduru@capgemini.com::cf8c09de-c40c-47a2-971b-c612c06e0906" providerId="AD" clId="Web-{919010C4-DE47-4F09-81BE-5FEA0F973454}" dt="2024-03-13T05:28:11.159" v="2"/>
        <pc:sldMkLst>
          <pc:docMk/>
          <pc:sldMk cId="1393123966" sldId="2147474105"/>
        </pc:sldMkLst>
      </pc:sldChg>
      <pc:sldChg chg="del">
        <pc:chgData name="Kanduru, Raghava" userId="S::raghava.kanduru@capgemini.com::cf8c09de-c40c-47a2-971b-c612c06e0906" providerId="AD" clId="Web-{919010C4-DE47-4F09-81BE-5FEA0F973454}" dt="2024-03-13T05:28:11.159" v="1"/>
        <pc:sldMkLst>
          <pc:docMk/>
          <pc:sldMk cId="1302496557" sldId="2147474106"/>
        </pc:sldMkLst>
      </pc:sldChg>
      <pc:sldChg chg="del">
        <pc:chgData name="Kanduru, Raghava" userId="S::raghava.kanduru@capgemini.com::cf8c09de-c40c-47a2-971b-c612c06e0906" providerId="AD" clId="Web-{919010C4-DE47-4F09-81BE-5FEA0F973454}" dt="2024-03-13T05:28:11.143" v="0"/>
        <pc:sldMkLst>
          <pc:docMk/>
          <pc:sldMk cId="2311759624" sldId="2147474110"/>
        </pc:sldMkLst>
      </pc:sldChg>
    </pc:docChg>
  </pc:docChgLst>
  <pc:docChgLst>
    <pc:chgData name="Kanduru, Raghava" userId="S::raghava.kanduru@capgemini.com::cf8c09de-c40c-47a2-971b-c612c06e0906" providerId="AD" clId="Web-{1601D900-F34B-43CD-BC4F-A1E8560A7829}"/>
    <pc:docChg chg="addSld modSld">
      <pc:chgData name="Kanduru, Raghava" userId="S::raghava.kanduru@capgemini.com::cf8c09de-c40c-47a2-971b-c612c06e0906" providerId="AD" clId="Web-{1601D900-F34B-43CD-BC4F-A1E8560A7829}" dt="2024-03-11T17:23:20.061" v="263"/>
      <pc:docMkLst>
        <pc:docMk/>
      </pc:docMkLst>
      <pc:sldChg chg="mod modShow">
        <pc:chgData name="Kanduru, Raghava" userId="S::raghava.kanduru@capgemini.com::cf8c09de-c40c-47a2-971b-c612c06e0906" providerId="AD" clId="Web-{1601D900-F34B-43CD-BC4F-A1E8560A7829}" dt="2024-03-11T17:14:40.171" v="2"/>
        <pc:sldMkLst>
          <pc:docMk/>
          <pc:sldMk cId="1213705177" sldId="2147474113"/>
        </pc:sldMkLst>
      </pc:sldChg>
      <pc:sldChg chg="mod modShow">
        <pc:chgData name="Kanduru, Raghava" userId="S::raghava.kanduru@capgemini.com::cf8c09de-c40c-47a2-971b-c612c06e0906" providerId="AD" clId="Web-{1601D900-F34B-43CD-BC4F-A1E8560A7829}" dt="2024-03-11T17:14:46.437" v="3"/>
        <pc:sldMkLst>
          <pc:docMk/>
          <pc:sldMk cId="3242958873" sldId="2147474116"/>
        </pc:sldMkLst>
      </pc:sldChg>
      <pc:sldChg chg="add">
        <pc:chgData name="Kanduru, Raghava" userId="S::raghava.kanduru@capgemini.com::cf8c09de-c40c-47a2-971b-c612c06e0906" providerId="AD" clId="Web-{1601D900-F34B-43CD-BC4F-A1E8560A7829}" dt="2024-03-11T17:14:10.685" v="0"/>
        <pc:sldMkLst>
          <pc:docMk/>
          <pc:sldMk cId="2590187641" sldId="2147474150"/>
        </pc:sldMkLst>
      </pc:sldChg>
      <pc:sldChg chg="modSp add">
        <pc:chgData name="Kanduru, Raghava" userId="S::raghava.kanduru@capgemini.com::cf8c09de-c40c-47a2-971b-c612c06e0906" providerId="AD" clId="Web-{1601D900-F34B-43CD-BC4F-A1E8560A7829}" dt="2024-03-11T17:23:20.061" v="263"/>
        <pc:sldMkLst>
          <pc:docMk/>
          <pc:sldMk cId="4172231173" sldId="2147474151"/>
        </pc:sldMkLst>
        <pc:graphicFrameChg chg="mod modGraphic">
          <ac:chgData name="Kanduru, Raghava" userId="S::raghava.kanduru@capgemini.com::cf8c09de-c40c-47a2-971b-c612c06e0906" providerId="AD" clId="Web-{1601D900-F34B-43CD-BC4F-A1E8560A7829}" dt="2024-03-11T17:23:20.061" v="263"/>
          <ac:graphicFrameMkLst>
            <pc:docMk/>
            <pc:sldMk cId="4172231173" sldId="2147474151"/>
            <ac:graphicFrameMk id="7" creationId="{F09AD3DE-54A7-DD92-2123-3432F75CB9A8}"/>
          </ac:graphicFrameMkLst>
        </pc:graphicFrameChg>
      </pc:sldChg>
    </pc:docChg>
  </pc:docChgLst>
  <pc:docChgLst>
    <pc:chgData name="Kanduru, Raghava" userId="S::raghava.kanduru@capgemini.com::cf8c09de-c40c-47a2-971b-c612c06e0906" providerId="AD" clId="Web-{A663F7B7-D48E-4700-819F-D71590574399}"/>
    <pc:docChg chg="modSld">
      <pc:chgData name="Kanduru, Raghava" userId="S::raghava.kanduru@capgemini.com::cf8c09de-c40c-47a2-971b-c612c06e0906" providerId="AD" clId="Web-{A663F7B7-D48E-4700-819F-D71590574399}" dt="2024-03-12T09:04:10.823" v="16"/>
      <pc:docMkLst>
        <pc:docMk/>
      </pc:docMkLst>
      <pc:sldChg chg="modSp">
        <pc:chgData name="Kanduru, Raghava" userId="S::raghava.kanduru@capgemini.com::cf8c09de-c40c-47a2-971b-c612c06e0906" providerId="AD" clId="Web-{A663F7B7-D48E-4700-819F-D71590574399}" dt="2024-03-12T09:00:00.968" v="0"/>
        <pc:sldMkLst>
          <pc:docMk/>
          <pc:sldMk cId="1853885874" sldId="2141412330"/>
        </pc:sldMkLst>
        <pc:graphicFrameChg chg="modGraphic">
          <ac:chgData name="Kanduru, Raghava" userId="S::raghava.kanduru@capgemini.com::cf8c09de-c40c-47a2-971b-c612c06e0906" providerId="AD" clId="Web-{A663F7B7-D48E-4700-819F-D71590574399}" dt="2024-03-12T09:00:00.968" v="0"/>
          <ac:graphicFrameMkLst>
            <pc:docMk/>
            <pc:sldMk cId="1853885874" sldId="2141412330"/>
            <ac:graphicFrameMk id="4" creationId="{BF751E83-40E8-42F7-A58D-21FB1E3D3346}"/>
          </ac:graphicFrameMkLst>
        </pc:graphicFrameChg>
      </pc:sldChg>
      <pc:sldChg chg="modSp">
        <pc:chgData name="Kanduru, Raghava" userId="S::raghava.kanduru@capgemini.com::cf8c09de-c40c-47a2-971b-c612c06e0906" providerId="AD" clId="Web-{A663F7B7-D48E-4700-819F-D71590574399}" dt="2024-03-12T09:04:10.823" v="16"/>
        <pc:sldMkLst>
          <pc:docMk/>
          <pc:sldMk cId="1777781894" sldId="2147474098"/>
        </pc:sldMkLst>
        <pc:spChg chg="mod">
          <ac:chgData name="Kanduru, Raghava" userId="S::raghava.kanduru@capgemini.com::cf8c09de-c40c-47a2-971b-c612c06e0906" providerId="AD" clId="Web-{A663F7B7-D48E-4700-819F-D71590574399}" dt="2024-03-12T09:02:20.176" v="3"/>
          <ac:spMkLst>
            <pc:docMk/>
            <pc:sldMk cId="1777781894" sldId="2147474098"/>
            <ac:spMk id="4" creationId="{706B6A75-28EE-1CEB-7E72-360E7BA43EB4}"/>
          </ac:spMkLst>
        </pc:spChg>
        <pc:spChg chg="mod">
          <ac:chgData name="Kanduru, Raghava" userId="S::raghava.kanduru@capgemini.com::cf8c09de-c40c-47a2-971b-c612c06e0906" providerId="AD" clId="Web-{A663F7B7-D48E-4700-819F-D71590574399}" dt="2024-03-12T09:03:53.039" v="12"/>
          <ac:spMkLst>
            <pc:docMk/>
            <pc:sldMk cId="1777781894" sldId="2147474098"/>
            <ac:spMk id="5" creationId="{C180034C-E859-B2E5-597F-47AA58FED094}"/>
          </ac:spMkLst>
        </pc:spChg>
        <pc:spChg chg="mod">
          <ac:chgData name="Kanduru, Raghava" userId="S::raghava.kanduru@capgemini.com::cf8c09de-c40c-47a2-971b-c612c06e0906" providerId="AD" clId="Web-{A663F7B7-D48E-4700-819F-D71590574399}" dt="2024-03-12T09:04:10.617" v="14"/>
          <ac:spMkLst>
            <pc:docMk/>
            <pc:sldMk cId="1777781894" sldId="2147474098"/>
            <ac:spMk id="28" creationId="{6618089D-87C0-6293-AAD2-BB3037CF2215}"/>
          </ac:spMkLst>
        </pc:spChg>
        <pc:spChg chg="mod">
          <ac:chgData name="Kanduru, Raghava" userId="S::raghava.kanduru@capgemini.com::cf8c09de-c40c-47a2-971b-c612c06e0906" providerId="AD" clId="Web-{A663F7B7-D48E-4700-819F-D71590574399}" dt="2024-03-12T09:04:10.617" v="15"/>
          <ac:spMkLst>
            <pc:docMk/>
            <pc:sldMk cId="1777781894" sldId="2147474098"/>
            <ac:spMk id="29" creationId="{8F9AC9CE-EE22-8999-C91E-7C53927F2574}"/>
          </ac:spMkLst>
        </pc:spChg>
        <pc:spChg chg="mod">
          <ac:chgData name="Kanduru, Raghava" userId="S::raghava.kanduru@capgemini.com::cf8c09de-c40c-47a2-971b-c612c06e0906" providerId="AD" clId="Web-{A663F7B7-D48E-4700-819F-D71590574399}" dt="2024-03-12T09:04:10.823" v="16"/>
          <ac:spMkLst>
            <pc:docMk/>
            <pc:sldMk cId="1777781894" sldId="2147474098"/>
            <ac:spMk id="30" creationId="{5E82B770-D54A-FBF8-FE78-3CD59F1E0B3C}"/>
          </ac:spMkLst>
        </pc:spChg>
        <pc:spChg chg="mod">
          <ac:chgData name="Kanduru, Raghava" userId="S::raghava.kanduru@capgemini.com::cf8c09de-c40c-47a2-971b-c612c06e0906" providerId="AD" clId="Web-{A663F7B7-D48E-4700-819F-D71590574399}" dt="2024-03-12T09:02:40.145" v="4" actId="1076"/>
          <ac:spMkLst>
            <pc:docMk/>
            <pc:sldMk cId="1777781894" sldId="2147474098"/>
            <ac:spMk id="64" creationId="{56C8ED0B-81D8-46AA-6AD3-9599BED25299}"/>
          </ac:spMkLst>
        </pc:spChg>
        <pc:spChg chg="mod">
          <ac:chgData name="Kanduru, Raghava" userId="S::raghava.kanduru@capgemini.com::cf8c09de-c40c-47a2-971b-c612c06e0906" providerId="AD" clId="Web-{A663F7B7-D48E-4700-819F-D71590574399}" dt="2024-03-12T09:03:29.835" v="8"/>
          <ac:spMkLst>
            <pc:docMk/>
            <pc:sldMk cId="1777781894" sldId="2147474098"/>
            <ac:spMk id="65" creationId="{DD795179-BE8A-87C7-2CC3-B660419A6194}"/>
          </ac:spMkLst>
        </pc:spChg>
        <pc:spChg chg="mod">
          <ac:chgData name="Kanduru, Raghava" userId="S::raghava.kanduru@capgemini.com::cf8c09de-c40c-47a2-971b-c612c06e0906" providerId="AD" clId="Web-{A663F7B7-D48E-4700-819F-D71590574399}" dt="2024-03-12T09:03:59.227" v="13" actId="1076"/>
          <ac:spMkLst>
            <pc:docMk/>
            <pc:sldMk cId="1777781894" sldId="2147474098"/>
            <ac:spMk id="66" creationId="{29E59022-4BF3-E29E-C12E-B58C08FA9385}"/>
          </ac:spMkLst>
        </pc:spChg>
        <pc:spChg chg="mod">
          <ac:chgData name="Kanduru, Raghava" userId="S::raghava.kanduru@capgemini.com::cf8c09de-c40c-47a2-971b-c612c06e0906" providerId="AD" clId="Web-{A663F7B7-D48E-4700-819F-D71590574399}" dt="2024-03-12T09:03:41.601" v="10" actId="1076"/>
          <ac:spMkLst>
            <pc:docMk/>
            <pc:sldMk cId="1777781894" sldId="2147474098"/>
            <ac:spMk id="71" creationId="{CFB73E41-28E5-5B6A-78F2-6DDBCEC42C75}"/>
          </ac:spMkLst>
        </pc:spChg>
      </pc:sldChg>
      <pc:sldChg chg="modSp">
        <pc:chgData name="Kanduru, Raghava" userId="S::raghava.kanduru@capgemini.com::cf8c09de-c40c-47a2-971b-c612c06e0906" providerId="AD" clId="Web-{A663F7B7-D48E-4700-819F-D71590574399}" dt="2024-03-12T09:00:39.688" v="1"/>
        <pc:sldMkLst>
          <pc:docMk/>
          <pc:sldMk cId="2626391186" sldId="2147474118"/>
        </pc:sldMkLst>
        <pc:graphicFrameChg chg="modGraphic">
          <ac:chgData name="Kanduru, Raghava" userId="S::raghava.kanduru@capgemini.com::cf8c09de-c40c-47a2-971b-c612c06e0906" providerId="AD" clId="Web-{A663F7B7-D48E-4700-819F-D71590574399}" dt="2024-03-12T09:00:39.688" v="1"/>
          <ac:graphicFrameMkLst>
            <pc:docMk/>
            <pc:sldMk cId="2626391186" sldId="2147474118"/>
            <ac:graphicFrameMk id="156" creationId="{2E11A364-7F6A-D050-FB2E-BB8F091F3B08}"/>
          </ac:graphicFrameMkLst>
        </pc:graphicFrameChg>
      </pc:sldChg>
    </pc:docChg>
  </pc:docChgLst>
  <pc:docChgLst>
    <pc:chgData name="Cartwright, Max" userId="4fdaca64-157b-4f34-aebd-58f672b6a20c" providerId="ADAL" clId="{9B24FA50-177C-4B5A-AA10-BF89D194F6B0}"/>
    <pc:docChg chg="undo custSel addSld delSld modSld sldOrd">
      <pc:chgData name="Cartwright, Max" userId="4fdaca64-157b-4f34-aebd-58f672b6a20c" providerId="ADAL" clId="{9B24FA50-177C-4B5A-AA10-BF89D194F6B0}" dt="2024-03-05T21:10:06.797" v="1251" actId="14100"/>
      <pc:docMkLst>
        <pc:docMk/>
      </pc:docMkLst>
      <pc:sldChg chg="del">
        <pc:chgData name="Cartwright, Max" userId="4fdaca64-157b-4f34-aebd-58f672b6a20c" providerId="ADAL" clId="{9B24FA50-177C-4B5A-AA10-BF89D194F6B0}" dt="2024-03-05T19:59:39.918" v="92" actId="47"/>
        <pc:sldMkLst>
          <pc:docMk/>
          <pc:sldMk cId="1641999006" sldId="256"/>
        </pc:sldMkLst>
      </pc:sldChg>
      <pc:sldChg chg="del">
        <pc:chgData name="Cartwright, Max" userId="4fdaca64-157b-4f34-aebd-58f672b6a20c" providerId="ADAL" clId="{9B24FA50-177C-4B5A-AA10-BF89D194F6B0}" dt="2024-03-05T19:59:39.918" v="92" actId="47"/>
        <pc:sldMkLst>
          <pc:docMk/>
          <pc:sldMk cId="2636672410" sldId="257"/>
        </pc:sldMkLst>
      </pc:sldChg>
      <pc:sldChg chg="del">
        <pc:chgData name="Cartwright, Max" userId="4fdaca64-157b-4f34-aebd-58f672b6a20c" providerId="ADAL" clId="{9B24FA50-177C-4B5A-AA10-BF89D194F6B0}" dt="2024-03-05T19:59:39.918" v="92" actId="47"/>
        <pc:sldMkLst>
          <pc:docMk/>
          <pc:sldMk cId="168597767" sldId="258"/>
        </pc:sldMkLst>
      </pc:sldChg>
      <pc:sldChg chg="del">
        <pc:chgData name="Cartwright, Max" userId="4fdaca64-157b-4f34-aebd-58f672b6a20c" providerId="ADAL" clId="{9B24FA50-177C-4B5A-AA10-BF89D194F6B0}" dt="2024-03-05T19:59:39.918" v="92" actId="47"/>
        <pc:sldMkLst>
          <pc:docMk/>
          <pc:sldMk cId="10981671" sldId="259"/>
        </pc:sldMkLst>
      </pc:sldChg>
      <pc:sldChg chg="del">
        <pc:chgData name="Cartwright, Max" userId="4fdaca64-157b-4f34-aebd-58f672b6a20c" providerId="ADAL" clId="{9B24FA50-177C-4B5A-AA10-BF89D194F6B0}" dt="2024-03-05T19:59:39.918" v="92" actId="47"/>
        <pc:sldMkLst>
          <pc:docMk/>
          <pc:sldMk cId="1236603171" sldId="1051"/>
        </pc:sldMkLst>
      </pc:sldChg>
      <pc:sldChg chg="del">
        <pc:chgData name="Cartwright, Max" userId="4fdaca64-157b-4f34-aebd-58f672b6a20c" providerId="ADAL" clId="{9B24FA50-177C-4B5A-AA10-BF89D194F6B0}" dt="2024-03-05T19:59:39.918" v="92" actId="47"/>
        <pc:sldMkLst>
          <pc:docMk/>
          <pc:sldMk cId="1126066021" sldId="1054"/>
        </pc:sldMkLst>
      </pc:sldChg>
      <pc:sldChg chg="del">
        <pc:chgData name="Cartwright, Max" userId="4fdaca64-157b-4f34-aebd-58f672b6a20c" providerId="ADAL" clId="{9B24FA50-177C-4B5A-AA10-BF89D194F6B0}" dt="2024-03-05T19:59:39.918" v="92" actId="47"/>
        <pc:sldMkLst>
          <pc:docMk/>
          <pc:sldMk cId="2604415423" sldId="1055"/>
        </pc:sldMkLst>
      </pc:sldChg>
      <pc:sldChg chg="del">
        <pc:chgData name="Cartwright, Max" userId="4fdaca64-157b-4f34-aebd-58f672b6a20c" providerId="ADAL" clId="{9B24FA50-177C-4B5A-AA10-BF89D194F6B0}" dt="2024-03-05T19:59:39.918" v="92" actId="47"/>
        <pc:sldMkLst>
          <pc:docMk/>
          <pc:sldMk cId="1107401874" sldId="1059"/>
        </pc:sldMkLst>
      </pc:sldChg>
      <pc:sldChg chg="del">
        <pc:chgData name="Cartwright, Max" userId="4fdaca64-157b-4f34-aebd-58f672b6a20c" providerId="ADAL" clId="{9B24FA50-177C-4B5A-AA10-BF89D194F6B0}" dt="2024-03-05T19:59:04.962" v="90" actId="47"/>
        <pc:sldMkLst>
          <pc:docMk/>
          <pc:sldMk cId="824917171" sldId="1060"/>
        </pc:sldMkLst>
      </pc:sldChg>
      <pc:sldChg chg="del">
        <pc:chgData name="Cartwright, Max" userId="4fdaca64-157b-4f34-aebd-58f672b6a20c" providerId="ADAL" clId="{9B24FA50-177C-4B5A-AA10-BF89D194F6B0}" dt="2024-03-05T19:59:04.962" v="90" actId="47"/>
        <pc:sldMkLst>
          <pc:docMk/>
          <pc:sldMk cId="3396555767" sldId="1061"/>
        </pc:sldMkLst>
      </pc:sldChg>
      <pc:sldChg chg="del">
        <pc:chgData name="Cartwright, Max" userId="4fdaca64-157b-4f34-aebd-58f672b6a20c" providerId="ADAL" clId="{9B24FA50-177C-4B5A-AA10-BF89D194F6B0}" dt="2024-03-05T19:59:04.962" v="90" actId="47"/>
        <pc:sldMkLst>
          <pc:docMk/>
          <pc:sldMk cId="1658965573" sldId="1062"/>
        </pc:sldMkLst>
      </pc:sldChg>
      <pc:sldChg chg="del">
        <pc:chgData name="Cartwright, Max" userId="4fdaca64-157b-4f34-aebd-58f672b6a20c" providerId="ADAL" clId="{9B24FA50-177C-4B5A-AA10-BF89D194F6B0}" dt="2024-03-05T19:59:04.962" v="90" actId="47"/>
        <pc:sldMkLst>
          <pc:docMk/>
          <pc:sldMk cId="494262267" sldId="1063"/>
        </pc:sldMkLst>
      </pc:sldChg>
      <pc:sldChg chg="del">
        <pc:chgData name="Cartwright, Max" userId="4fdaca64-157b-4f34-aebd-58f672b6a20c" providerId="ADAL" clId="{9B24FA50-177C-4B5A-AA10-BF89D194F6B0}" dt="2024-03-05T19:59:04.962" v="90" actId="47"/>
        <pc:sldMkLst>
          <pc:docMk/>
          <pc:sldMk cId="1189985313" sldId="1064"/>
        </pc:sldMkLst>
      </pc:sldChg>
      <pc:sldChg chg="del">
        <pc:chgData name="Cartwright, Max" userId="4fdaca64-157b-4f34-aebd-58f672b6a20c" providerId="ADAL" clId="{9B24FA50-177C-4B5A-AA10-BF89D194F6B0}" dt="2024-03-05T19:59:04.962" v="90" actId="47"/>
        <pc:sldMkLst>
          <pc:docMk/>
          <pc:sldMk cId="1148012778" sldId="1065"/>
        </pc:sldMkLst>
      </pc:sldChg>
      <pc:sldChg chg="del">
        <pc:chgData name="Cartwright, Max" userId="4fdaca64-157b-4f34-aebd-58f672b6a20c" providerId="ADAL" clId="{9B24FA50-177C-4B5A-AA10-BF89D194F6B0}" dt="2024-03-05T19:59:07.393" v="91" actId="47"/>
        <pc:sldMkLst>
          <pc:docMk/>
          <pc:sldMk cId="1864494175" sldId="1066"/>
        </pc:sldMkLst>
      </pc:sldChg>
      <pc:sldChg chg="del">
        <pc:chgData name="Cartwright, Max" userId="4fdaca64-157b-4f34-aebd-58f672b6a20c" providerId="ADAL" clId="{9B24FA50-177C-4B5A-AA10-BF89D194F6B0}" dt="2024-03-05T19:59:07.393" v="91" actId="47"/>
        <pc:sldMkLst>
          <pc:docMk/>
          <pc:sldMk cId="1665780361" sldId="1068"/>
        </pc:sldMkLst>
      </pc:sldChg>
      <pc:sldChg chg="del">
        <pc:chgData name="Cartwright, Max" userId="4fdaca64-157b-4f34-aebd-58f672b6a20c" providerId="ADAL" clId="{9B24FA50-177C-4B5A-AA10-BF89D194F6B0}" dt="2024-03-05T19:59:07.393" v="91" actId="47"/>
        <pc:sldMkLst>
          <pc:docMk/>
          <pc:sldMk cId="2633396391" sldId="1069"/>
        </pc:sldMkLst>
      </pc:sldChg>
      <pc:sldChg chg="del">
        <pc:chgData name="Cartwright, Max" userId="4fdaca64-157b-4f34-aebd-58f672b6a20c" providerId="ADAL" clId="{9B24FA50-177C-4B5A-AA10-BF89D194F6B0}" dt="2024-03-05T20:35:16.010" v="890" actId="47"/>
        <pc:sldMkLst>
          <pc:docMk/>
          <pc:sldMk cId="275935708" sldId="1091"/>
        </pc:sldMkLst>
      </pc:sldChg>
      <pc:sldChg chg="del">
        <pc:chgData name="Cartwright, Max" userId="4fdaca64-157b-4f34-aebd-58f672b6a20c" providerId="ADAL" clId="{9B24FA50-177C-4B5A-AA10-BF89D194F6B0}" dt="2024-03-05T19:59:00.130" v="88" actId="47"/>
        <pc:sldMkLst>
          <pc:docMk/>
          <pc:sldMk cId="1135688477" sldId="1095"/>
        </pc:sldMkLst>
      </pc:sldChg>
      <pc:sldChg chg="del">
        <pc:chgData name="Cartwright, Max" userId="4fdaca64-157b-4f34-aebd-58f672b6a20c" providerId="ADAL" clId="{9B24FA50-177C-4B5A-AA10-BF89D194F6B0}" dt="2024-03-05T19:59:39.918" v="92" actId="47"/>
        <pc:sldMkLst>
          <pc:docMk/>
          <pc:sldMk cId="3171243652" sldId="1106"/>
        </pc:sldMkLst>
      </pc:sldChg>
      <pc:sldChg chg="del">
        <pc:chgData name="Cartwright, Max" userId="4fdaca64-157b-4f34-aebd-58f672b6a20c" providerId="ADAL" clId="{9B24FA50-177C-4B5A-AA10-BF89D194F6B0}" dt="2024-03-05T19:58:22.220" v="83" actId="47"/>
        <pc:sldMkLst>
          <pc:docMk/>
          <pc:sldMk cId="2956523788" sldId="1197"/>
        </pc:sldMkLst>
      </pc:sldChg>
      <pc:sldChg chg="del">
        <pc:chgData name="Cartwright, Max" userId="4fdaca64-157b-4f34-aebd-58f672b6a20c" providerId="ADAL" clId="{9B24FA50-177C-4B5A-AA10-BF89D194F6B0}" dt="2024-03-05T19:58:58.056" v="87" actId="47"/>
        <pc:sldMkLst>
          <pc:docMk/>
          <pc:sldMk cId="2789620180" sldId="7988"/>
        </pc:sldMkLst>
      </pc:sldChg>
      <pc:sldChg chg="del">
        <pc:chgData name="Cartwright, Max" userId="4fdaca64-157b-4f34-aebd-58f672b6a20c" providerId="ADAL" clId="{9B24FA50-177C-4B5A-AA10-BF89D194F6B0}" dt="2024-03-05T19:59:39.918" v="92" actId="47"/>
        <pc:sldMkLst>
          <pc:docMk/>
          <pc:sldMk cId="7555107" sldId="2076137786"/>
        </pc:sldMkLst>
      </pc:sldChg>
      <pc:sldChg chg="del">
        <pc:chgData name="Cartwright, Max" userId="4fdaca64-157b-4f34-aebd-58f672b6a20c" providerId="ADAL" clId="{9B24FA50-177C-4B5A-AA10-BF89D194F6B0}" dt="2024-03-05T19:59:39.918" v="92" actId="47"/>
        <pc:sldMkLst>
          <pc:docMk/>
          <pc:sldMk cId="3108308491" sldId="2076137805"/>
        </pc:sldMkLst>
      </pc:sldChg>
      <pc:sldChg chg="del">
        <pc:chgData name="Cartwright, Max" userId="4fdaca64-157b-4f34-aebd-58f672b6a20c" providerId="ADAL" clId="{9B24FA50-177C-4B5A-AA10-BF89D194F6B0}" dt="2024-03-05T19:59:39.918" v="92" actId="47"/>
        <pc:sldMkLst>
          <pc:docMk/>
          <pc:sldMk cId="3935958419" sldId="2141412054"/>
        </pc:sldMkLst>
      </pc:sldChg>
      <pc:sldChg chg="del">
        <pc:chgData name="Cartwright, Max" userId="4fdaca64-157b-4f34-aebd-58f672b6a20c" providerId="ADAL" clId="{9B24FA50-177C-4B5A-AA10-BF89D194F6B0}" dt="2024-03-05T19:59:39.918" v="92" actId="47"/>
        <pc:sldMkLst>
          <pc:docMk/>
          <pc:sldMk cId="3176292609" sldId="2141412060"/>
        </pc:sldMkLst>
      </pc:sldChg>
      <pc:sldChg chg="del">
        <pc:chgData name="Cartwright, Max" userId="4fdaca64-157b-4f34-aebd-58f672b6a20c" providerId="ADAL" clId="{9B24FA50-177C-4B5A-AA10-BF89D194F6B0}" dt="2024-03-05T19:59:39.918" v="92" actId="47"/>
        <pc:sldMkLst>
          <pc:docMk/>
          <pc:sldMk cId="3160351241" sldId="2141412199"/>
        </pc:sldMkLst>
      </pc:sldChg>
      <pc:sldChg chg="del">
        <pc:chgData name="Cartwright, Max" userId="4fdaca64-157b-4f34-aebd-58f672b6a20c" providerId="ADAL" clId="{9B24FA50-177C-4B5A-AA10-BF89D194F6B0}" dt="2024-03-05T19:59:39.918" v="92" actId="47"/>
        <pc:sldMkLst>
          <pc:docMk/>
          <pc:sldMk cId="513736802" sldId="2141412211"/>
        </pc:sldMkLst>
      </pc:sldChg>
      <pc:sldChg chg="del">
        <pc:chgData name="Cartwright, Max" userId="4fdaca64-157b-4f34-aebd-58f672b6a20c" providerId="ADAL" clId="{9B24FA50-177C-4B5A-AA10-BF89D194F6B0}" dt="2024-03-05T19:59:39.918" v="92" actId="47"/>
        <pc:sldMkLst>
          <pc:docMk/>
          <pc:sldMk cId="1610101751" sldId="2141412298"/>
        </pc:sldMkLst>
      </pc:sldChg>
      <pc:sldChg chg="addSp delSp modSp mod">
        <pc:chgData name="Cartwright, Max" userId="4fdaca64-157b-4f34-aebd-58f672b6a20c" providerId="ADAL" clId="{9B24FA50-177C-4B5A-AA10-BF89D194F6B0}" dt="2024-03-05T20:28:56.677" v="728"/>
        <pc:sldMkLst>
          <pc:docMk/>
          <pc:sldMk cId="2400283323" sldId="2146848336"/>
        </pc:sldMkLst>
        <pc:spChg chg="del">
          <ac:chgData name="Cartwright, Max" userId="4fdaca64-157b-4f34-aebd-58f672b6a20c" providerId="ADAL" clId="{9B24FA50-177C-4B5A-AA10-BF89D194F6B0}" dt="2024-03-05T20:15:19.660" v="410" actId="478"/>
          <ac:spMkLst>
            <pc:docMk/>
            <pc:sldMk cId="2400283323" sldId="2146848336"/>
            <ac:spMk id="2" creationId="{814CCFEB-0155-411E-8EF4-015919150E22}"/>
          </ac:spMkLst>
        </pc:spChg>
        <pc:spChg chg="add mod">
          <ac:chgData name="Cartwright, Max" userId="4fdaca64-157b-4f34-aebd-58f672b6a20c" providerId="ADAL" clId="{9B24FA50-177C-4B5A-AA10-BF89D194F6B0}" dt="2024-03-05T20:15:32.552" v="423" actId="20577"/>
          <ac:spMkLst>
            <pc:docMk/>
            <pc:sldMk cId="2400283323" sldId="2146848336"/>
            <ac:spMk id="3" creationId="{D55919F0-CF74-0672-208A-AF105C584388}"/>
          </ac:spMkLst>
        </pc:spChg>
        <pc:spChg chg="add mod">
          <ac:chgData name="Cartwright, Max" userId="4fdaca64-157b-4f34-aebd-58f672b6a20c" providerId="ADAL" clId="{9B24FA50-177C-4B5A-AA10-BF89D194F6B0}" dt="2024-03-05T20:15:21.744" v="412" actId="27636"/>
          <ac:spMkLst>
            <pc:docMk/>
            <pc:sldMk cId="2400283323" sldId="2146848336"/>
            <ac:spMk id="4" creationId="{3DCDFED0-9748-9D61-3749-8591A927E6B8}"/>
          </ac:spMkLst>
        </pc:spChg>
        <pc:spChg chg="add mod">
          <ac:chgData name="Cartwright, Max" userId="4fdaca64-157b-4f34-aebd-58f672b6a20c" providerId="ADAL" clId="{9B24FA50-177C-4B5A-AA10-BF89D194F6B0}" dt="2024-03-05T20:16:05.545" v="426" actId="207"/>
          <ac:spMkLst>
            <pc:docMk/>
            <pc:sldMk cId="2400283323" sldId="2146848336"/>
            <ac:spMk id="5" creationId="{AC7B2EB2-2211-2FD0-16CC-072B7D154625}"/>
          </ac:spMkLst>
        </pc:spChg>
        <pc:spChg chg="add mod">
          <ac:chgData name="Cartwright, Max" userId="4fdaca64-157b-4f34-aebd-58f672b6a20c" providerId="ADAL" clId="{9B24FA50-177C-4B5A-AA10-BF89D194F6B0}" dt="2024-03-05T20:16:54.767" v="428" actId="207"/>
          <ac:spMkLst>
            <pc:docMk/>
            <pc:sldMk cId="2400283323" sldId="2146848336"/>
            <ac:spMk id="6" creationId="{BCD3ECD2-8C2E-B16C-F5FD-2CCB12EAA2D1}"/>
          </ac:spMkLst>
        </pc:spChg>
        <pc:spChg chg="add mod">
          <ac:chgData name="Cartwright, Max" userId="4fdaca64-157b-4f34-aebd-58f672b6a20c" providerId="ADAL" clId="{9B24FA50-177C-4B5A-AA10-BF89D194F6B0}" dt="2024-03-05T20:16:54.767" v="428" actId="207"/>
          <ac:spMkLst>
            <pc:docMk/>
            <pc:sldMk cId="2400283323" sldId="2146848336"/>
            <ac:spMk id="8" creationId="{40588A26-1292-75E2-932D-729CAD6A6B77}"/>
          </ac:spMkLst>
        </pc:spChg>
        <pc:spChg chg="add mod">
          <ac:chgData name="Cartwright, Max" userId="4fdaca64-157b-4f34-aebd-58f672b6a20c" providerId="ADAL" clId="{9B24FA50-177C-4B5A-AA10-BF89D194F6B0}" dt="2024-03-05T20:16:54.767" v="428" actId="207"/>
          <ac:spMkLst>
            <pc:docMk/>
            <pc:sldMk cId="2400283323" sldId="2146848336"/>
            <ac:spMk id="9" creationId="{09891D90-93D5-D31D-AED6-36E11D9E9FA9}"/>
          </ac:spMkLst>
        </pc:spChg>
        <pc:spChg chg="add mod">
          <ac:chgData name="Cartwright, Max" userId="4fdaca64-157b-4f34-aebd-58f672b6a20c" providerId="ADAL" clId="{9B24FA50-177C-4B5A-AA10-BF89D194F6B0}" dt="2024-03-05T20:16:54.767" v="428" actId="207"/>
          <ac:spMkLst>
            <pc:docMk/>
            <pc:sldMk cId="2400283323" sldId="2146848336"/>
            <ac:spMk id="14" creationId="{2D098589-0D81-6D04-CCCD-01CEC592A327}"/>
          </ac:spMkLst>
        </pc:spChg>
        <pc:spChg chg="add mod">
          <ac:chgData name="Cartwright, Max" userId="4fdaca64-157b-4f34-aebd-58f672b6a20c" providerId="ADAL" clId="{9B24FA50-177C-4B5A-AA10-BF89D194F6B0}" dt="2024-03-05T20:16:54.767" v="428" actId="207"/>
          <ac:spMkLst>
            <pc:docMk/>
            <pc:sldMk cId="2400283323" sldId="2146848336"/>
            <ac:spMk id="15" creationId="{63CAC485-2128-A839-BB8D-A694C5A783E1}"/>
          </ac:spMkLst>
        </pc:spChg>
        <pc:spChg chg="add mod">
          <ac:chgData name="Cartwright, Max" userId="4fdaca64-157b-4f34-aebd-58f672b6a20c" providerId="ADAL" clId="{9B24FA50-177C-4B5A-AA10-BF89D194F6B0}" dt="2024-03-05T20:16:54.767" v="428" actId="207"/>
          <ac:spMkLst>
            <pc:docMk/>
            <pc:sldMk cId="2400283323" sldId="2146848336"/>
            <ac:spMk id="16" creationId="{C4A40917-4AAB-1E46-69C0-002C65571A8D}"/>
          </ac:spMkLst>
        </pc:spChg>
        <pc:spChg chg="add mod">
          <ac:chgData name="Cartwright, Max" userId="4fdaca64-157b-4f34-aebd-58f672b6a20c" providerId="ADAL" clId="{9B24FA50-177C-4B5A-AA10-BF89D194F6B0}" dt="2024-03-05T20:16:54.767" v="428" actId="207"/>
          <ac:spMkLst>
            <pc:docMk/>
            <pc:sldMk cId="2400283323" sldId="2146848336"/>
            <ac:spMk id="17" creationId="{E0208C0B-F5AE-BCB8-9564-94CF909EED8E}"/>
          </ac:spMkLst>
        </pc:spChg>
        <pc:spChg chg="add mod">
          <ac:chgData name="Cartwright, Max" userId="4fdaca64-157b-4f34-aebd-58f672b6a20c" providerId="ADAL" clId="{9B24FA50-177C-4B5A-AA10-BF89D194F6B0}" dt="2024-03-05T20:15:21.631" v="411"/>
          <ac:spMkLst>
            <pc:docMk/>
            <pc:sldMk cId="2400283323" sldId="2146848336"/>
            <ac:spMk id="18" creationId="{6D01198E-B478-05A3-EF58-AD2CF3A0DEEB}"/>
          </ac:spMkLst>
        </pc:spChg>
        <pc:spChg chg="add mod">
          <ac:chgData name="Cartwright, Max" userId="4fdaca64-157b-4f34-aebd-58f672b6a20c" providerId="ADAL" clId="{9B24FA50-177C-4B5A-AA10-BF89D194F6B0}" dt="2024-03-05T20:16:54.767" v="428" actId="207"/>
          <ac:spMkLst>
            <pc:docMk/>
            <pc:sldMk cId="2400283323" sldId="2146848336"/>
            <ac:spMk id="19" creationId="{74BF8699-E291-2FF4-1A6D-81713EB8426F}"/>
          </ac:spMkLst>
        </pc:spChg>
        <pc:spChg chg="mod">
          <ac:chgData name="Cartwright, Max" userId="4fdaca64-157b-4f34-aebd-58f672b6a20c" providerId="ADAL" clId="{9B24FA50-177C-4B5A-AA10-BF89D194F6B0}" dt="2024-03-05T20:15:21.631" v="411"/>
          <ac:spMkLst>
            <pc:docMk/>
            <pc:sldMk cId="2400283323" sldId="2146848336"/>
            <ac:spMk id="21" creationId="{734880CA-8391-26A1-6DB0-A83C9DDCD6C4}"/>
          </ac:spMkLst>
        </pc:spChg>
        <pc:spChg chg="mod">
          <ac:chgData name="Cartwright, Max" userId="4fdaca64-157b-4f34-aebd-58f672b6a20c" providerId="ADAL" clId="{9B24FA50-177C-4B5A-AA10-BF89D194F6B0}" dt="2024-03-05T20:15:21.631" v="411"/>
          <ac:spMkLst>
            <pc:docMk/>
            <pc:sldMk cId="2400283323" sldId="2146848336"/>
            <ac:spMk id="22" creationId="{32F33D33-3B71-D6F2-87FF-38BCD08830B6}"/>
          </ac:spMkLst>
        </pc:spChg>
        <pc:spChg chg="add mod">
          <ac:chgData name="Cartwright, Max" userId="4fdaca64-157b-4f34-aebd-58f672b6a20c" providerId="ADAL" clId="{9B24FA50-177C-4B5A-AA10-BF89D194F6B0}" dt="2024-03-05T20:15:21.631" v="411"/>
          <ac:spMkLst>
            <pc:docMk/>
            <pc:sldMk cId="2400283323" sldId="2146848336"/>
            <ac:spMk id="23" creationId="{2F9ECD8C-EBC2-82B4-F88C-27771F3B4E39}"/>
          </ac:spMkLst>
        </pc:spChg>
        <pc:spChg chg="add mod">
          <ac:chgData name="Cartwright, Max" userId="4fdaca64-157b-4f34-aebd-58f672b6a20c" providerId="ADAL" clId="{9B24FA50-177C-4B5A-AA10-BF89D194F6B0}" dt="2024-03-05T20:15:21.631" v="411"/>
          <ac:spMkLst>
            <pc:docMk/>
            <pc:sldMk cId="2400283323" sldId="2146848336"/>
            <ac:spMk id="24" creationId="{E6751B55-0BCE-41F2-0052-4EA9918D9EF0}"/>
          </ac:spMkLst>
        </pc:spChg>
        <pc:spChg chg="add mod">
          <ac:chgData name="Cartwright, Max" userId="4fdaca64-157b-4f34-aebd-58f672b6a20c" providerId="ADAL" clId="{9B24FA50-177C-4B5A-AA10-BF89D194F6B0}" dt="2024-03-05T20:15:21.631" v="411"/>
          <ac:spMkLst>
            <pc:docMk/>
            <pc:sldMk cId="2400283323" sldId="2146848336"/>
            <ac:spMk id="25" creationId="{8BD94D11-69C7-92DF-E698-C65C65FD8706}"/>
          </ac:spMkLst>
        </pc:spChg>
        <pc:spChg chg="add mod">
          <ac:chgData name="Cartwright, Max" userId="4fdaca64-157b-4f34-aebd-58f672b6a20c" providerId="ADAL" clId="{9B24FA50-177C-4B5A-AA10-BF89D194F6B0}" dt="2024-03-05T20:15:21.631" v="411"/>
          <ac:spMkLst>
            <pc:docMk/>
            <pc:sldMk cId="2400283323" sldId="2146848336"/>
            <ac:spMk id="26" creationId="{303C2924-2252-5A40-E2D8-C4C3EA903FD1}"/>
          </ac:spMkLst>
        </pc:spChg>
        <pc:spChg chg="add mod">
          <ac:chgData name="Cartwright, Max" userId="4fdaca64-157b-4f34-aebd-58f672b6a20c" providerId="ADAL" clId="{9B24FA50-177C-4B5A-AA10-BF89D194F6B0}" dt="2024-03-05T20:15:21.631" v="411"/>
          <ac:spMkLst>
            <pc:docMk/>
            <pc:sldMk cId="2400283323" sldId="2146848336"/>
            <ac:spMk id="27" creationId="{A9C7F449-282B-B975-5597-EC520CB3980B}"/>
          </ac:spMkLst>
        </pc:spChg>
        <pc:spChg chg="add mod">
          <ac:chgData name="Cartwright, Max" userId="4fdaca64-157b-4f34-aebd-58f672b6a20c" providerId="ADAL" clId="{9B24FA50-177C-4B5A-AA10-BF89D194F6B0}" dt="2024-03-05T20:15:21.631" v="411"/>
          <ac:spMkLst>
            <pc:docMk/>
            <pc:sldMk cId="2400283323" sldId="2146848336"/>
            <ac:spMk id="28" creationId="{22FBD93E-C8E0-C047-0679-C585C5540EEB}"/>
          </ac:spMkLst>
        </pc:spChg>
        <pc:spChg chg="mod">
          <ac:chgData name="Cartwright, Max" userId="4fdaca64-157b-4f34-aebd-58f672b6a20c" providerId="ADAL" clId="{9B24FA50-177C-4B5A-AA10-BF89D194F6B0}" dt="2024-03-05T20:15:21.631" v="411"/>
          <ac:spMkLst>
            <pc:docMk/>
            <pc:sldMk cId="2400283323" sldId="2146848336"/>
            <ac:spMk id="65" creationId="{489EA980-524E-04BD-60C5-F2ECDCB77B22}"/>
          </ac:spMkLst>
        </pc:spChg>
        <pc:spChg chg="mod">
          <ac:chgData name="Cartwright, Max" userId="4fdaca64-157b-4f34-aebd-58f672b6a20c" providerId="ADAL" clId="{9B24FA50-177C-4B5A-AA10-BF89D194F6B0}" dt="2024-03-05T20:15:21.631" v="411"/>
          <ac:spMkLst>
            <pc:docMk/>
            <pc:sldMk cId="2400283323" sldId="2146848336"/>
            <ac:spMk id="66" creationId="{C51E25C6-5C5A-B185-4A54-21394942F53F}"/>
          </ac:spMkLst>
        </pc:spChg>
        <pc:spChg chg="mod">
          <ac:chgData name="Cartwright, Max" userId="4fdaca64-157b-4f34-aebd-58f672b6a20c" providerId="ADAL" clId="{9B24FA50-177C-4B5A-AA10-BF89D194F6B0}" dt="2024-03-05T20:15:21.631" v="411"/>
          <ac:spMkLst>
            <pc:docMk/>
            <pc:sldMk cId="2400283323" sldId="2146848336"/>
            <ac:spMk id="67" creationId="{5141090A-F480-EF7C-AB71-F388F98EA23E}"/>
          </ac:spMkLst>
        </pc:spChg>
        <pc:spChg chg="mod">
          <ac:chgData name="Cartwright, Max" userId="4fdaca64-157b-4f34-aebd-58f672b6a20c" providerId="ADAL" clId="{9B24FA50-177C-4B5A-AA10-BF89D194F6B0}" dt="2024-03-05T20:15:21.631" v="411"/>
          <ac:spMkLst>
            <pc:docMk/>
            <pc:sldMk cId="2400283323" sldId="2146848336"/>
            <ac:spMk id="68" creationId="{BE662BE7-CF85-18C7-7AE6-6DE25EFEF5C7}"/>
          </ac:spMkLst>
        </pc:spChg>
        <pc:spChg chg="add mod">
          <ac:chgData name="Cartwright, Max" userId="4fdaca64-157b-4f34-aebd-58f672b6a20c" providerId="ADAL" clId="{9B24FA50-177C-4B5A-AA10-BF89D194F6B0}" dt="2024-03-05T20:16:54.767" v="428" actId="207"/>
          <ac:spMkLst>
            <pc:docMk/>
            <pc:sldMk cId="2400283323" sldId="2146848336"/>
            <ac:spMk id="69" creationId="{DFB62DB8-782F-EA2B-F8CE-EB8601893B28}"/>
          </ac:spMkLst>
        </pc:spChg>
        <pc:spChg chg="add mod">
          <ac:chgData name="Cartwright, Max" userId="4fdaca64-157b-4f34-aebd-58f672b6a20c" providerId="ADAL" clId="{9B24FA50-177C-4B5A-AA10-BF89D194F6B0}" dt="2024-03-05T20:16:54.767" v="428" actId="207"/>
          <ac:spMkLst>
            <pc:docMk/>
            <pc:sldMk cId="2400283323" sldId="2146848336"/>
            <ac:spMk id="70" creationId="{113E0F0A-DCED-DF3E-661E-5DE5AE0D8980}"/>
          </ac:spMkLst>
        </pc:spChg>
        <pc:spChg chg="add mod">
          <ac:chgData name="Cartwright, Max" userId="4fdaca64-157b-4f34-aebd-58f672b6a20c" providerId="ADAL" clId="{9B24FA50-177C-4B5A-AA10-BF89D194F6B0}" dt="2024-03-05T20:16:54.767" v="428" actId="207"/>
          <ac:spMkLst>
            <pc:docMk/>
            <pc:sldMk cId="2400283323" sldId="2146848336"/>
            <ac:spMk id="71" creationId="{5BC0541C-C514-12D0-CDE5-64C12FC7E027}"/>
          </ac:spMkLst>
        </pc:spChg>
        <pc:spChg chg="add mod">
          <ac:chgData name="Cartwright, Max" userId="4fdaca64-157b-4f34-aebd-58f672b6a20c" providerId="ADAL" clId="{9B24FA50-177C-4B5A-AA10-BF89D194F6B0}" dt="2024-03-05T20:16:54.767" v="428" actId="207"/>
          <ac:spMkLst>
            <pc:docMk/>
            <pc:sldMk cId="2400283323" sldId="2146848336"/>
            <ac:spMk id="72" creationId="{AF78E145-232E-F34A-B367-C2CA31703579}"/>
          </ac:spMkLst>
        </pc:spChg>
        <pc:spChg chg="add mod">
          <ac:chgData name="Cartwright, Max" userId="4fdaca64-157b-4f34-aebd-58f672b6a20c" providerId="ADAL" clId="{9B24FA50-177C-4B5A-AA10-BF89D194F6B0}" dt="2024-03-05T20:28:56.677" v="728"/>
          <ac:spMkLst>
            <pc:docMk/>
            <pc:sldMk cId="2400283323" sldId="2146848336"/>
            <ac:spMk id="73" creationId="{30E5470E-F1A0-5AC3-8EFA-82BAA509F620}"/>
          </ac:spMkLst>
        </pc:spChg>
        <pc:spChg chg="del">
          <ac:chgData name="Cartwright, Max" userId="4fdaca64-157b-4f34-aebd-58f672b6a20c" providerId="ADAL" clId="{9B24FA50-177C-4B5A-AA10-BF89D194F6B0}" dt="2024-03-05T20:17:04.287" v="429" actId="478"/>
          <ac:spMkLst>
            <pc:docMk/>
            <pc:sldMk cId="2400283323" sldId="2146848336"/>
            <ac:spMk id="78" creationId="{B1AB24E9-537B-3FD7-F838-72888FAD5E03}"/>
          </ac:spMkLst>
        </pc:spChg>
        <pc:spChg chg="del">
          <ac:chgData name="Cartwright, Max" userId="4fdaca64-157b-4f34-aebd-58f672b6a20c" providerId="ADAL" clId="{9B24FA50-177C-4B5A-AA10-BF89D194F6B0}" dt="2024-03-05T20:15:19.660" v="410" actId="478"/>
          <ac:spMkLst>
            <pc:docMk/>
            <pc:sldMk cId="2400283323" sldId="2146848336"/>
            <ac:spMk id="95" creationId="{66FAA36F-C2E4-F3F6-4029-3871A2B804FC}"/>
          </ac:spMkLst>
        </pc:spChg>
        <pc:spChg chg="del">
          <ac:chgData name="Cartwright, Max" userId="4fdaca64-157b-4f34-aebd-58f672b6a20c" providerId="ADAL" clId="{9B24FA50-177C-4B5A-AA10-BF89D194F6B0}" dt="2024-03-05T20:15:19.660" v="410" actId="478"/>
          <ac:spMkLst>
            <pc:docMk/>
            <pc:sldMk cId="2400283323" sldId="2146848336"/>
            <ac:spMk id="99" creationId="{72E76E29-0F54-6846-3CAB-032D44A210DE}"/>
          </ac:spMkLst>
        </pc:spChg>
        <pc:spChg chg="del">
          <ac:chgData name="Cartwright, Max" userId="4fdaca64-157b-4f34-aebd-58f672b6a20c" providerId="ADAL" clId="{9B24FA50-177C-4B5A-AA10-BF89D194F6B0}" dt="2024-03-05T20:15:19.660" v="410" actId="478"/>
          <ac:spMkLst>
            <pc:docMk/>
            <pc:sldMk cId="2400283323" sldId="2146848336"/>
            <ac:spMk id="100" creationId="{D5FA3F58-47F9-E915-9FD1-93E4ADFE3FFC}"/>
          </ac:spMkLst>
        </pc:spChg>
        <pc:spChg chg="del">
          <ac:chgData name="Cartwright, Max" userId="4fdaca64-157b-4f34-aebd-58f672b6a20c" providerId="ADAL" clId="{9B24FA50-177C-4B5A-AA10-BF89D194F6B0}" dt="2024-03-05T20:15:19.660" v="410" actId="478"/>
          <ac:spMkLst>
            <pc:docMk/>
            <pc:sldMk cId="2400283323" sldId="2146848336"/>
            <ac:spMk id="109" creationId="{73ED6D41-5DB2-1FFB-F73C-05E1C33EAB73}"/>
          </ac:spMkLst>
        </pc:spChg>
        <pc:spChg chg="del">
          <ac:chgData name="Cartwright, Max" userId="4fdaca64-157b-4f34-aebd-58f672b6a20c" providerId="ADAL" clId="{9B24FA50-177C-4B5A-AA10-BF89D194F6B0}" dt="2024-03-05T20:15:19.660" v="410" actId="478"/>
          <ac:spMkLst>
            <pc:docMk/>
            <pc:sldMk cId="2400283323" sldId="2146848336"/>
            <ac:spMk id="110" creationId="{4980B202-0471-B758-3DC7-9A929B27BD3C}"/>
          </ac:spMkLst>
        </pc:spChg>
        <pc:spChg chg="del">
          <ac:chgData name="Cartwright, Max" userId="4fdaca64-157b-4f34-aebd-58f672b6a20c" providerId="ADAL" clId="{9B24FA50-177C-4B5A-AA10-BF89D194F6B0}" dt="2024-03-05T20:15:19.660" v="410" actId="478"/>
          <ac:spMkLst>
            <pc:docMk/>
            <pc:sldMk cId="2400283323" sldId="2146848336"/>
            <ac:spMk id="111" creationId="{53AB399D-BB92-AE57-0FC5-4E6611113FC3}"/>
          </ac:spMkLst>
        </pc:spChg>
        <pc:spChg chg="del">
          <ac:chgData name="Cartwright, Max" userId="4fdaca64-157b-4f34-aebd-58f672b6a20c" providerId="ADAL" clId="{9B24FA50-177C-4B5A-AA10-BF89D194F6B0}" dt="2024-03-05T20:15:19.660" v="410" actId="478"/>
          <ac:spMkLst>
            <pc:docMk/>
            <pc:sldMk cId="2400283323" sldId="2146848336"/>
            <ac:spMk id="113" creationId="{18CC017A-C512-F4A6-2D74-1D4D891B5073}"/>
          </ac:spMkLst>
        </pc:spChg>
        <pc:spChg chg="del">
          <ac:chgData name="Cartwright, Max" userId="4fdaca64-157b-4f34-aebd-58f672b6a20c" providerId="ADAL" clId="{9B24FA50-177C-4B5A-AA10-BF89D194F6B0}" dt="2024-03-05T20:15:19.660" v="410" actId="478"/>
          <ac:spMkLst>
            <pc:docMk/>
            <pc:sldMk cId="2400283323" sldId="2146848336"/>
            <ac:spMk id="114" creationId="{DBA99863-29F2-63A9-F165-369228D8FD98}"/>
          </ac:spMkLst>
        </pc:spChg>
        <pc:spChg chg="del">
          <ac:chgData name="Cartwright, Max" userId="4fdaca64-157b-4f34-aebd-58f672b6a20c" providerId="ADAL" clId="{9B24FA50-177C-4B5A-AA10-BF89D194F6B0}" dt="2024-03-05T20:15:19.660" v="410" actId="478"/>
          <ac:spMkLst>
            <pc:docMk/>
            <pc:sldMk cId="2400283323" sldId="2146848336"/>
            <ac:spMk id="115" creationId="{C6AF3D11-E0D4-C70C-0ABF-B1521D21C7BB}"/>
          </ac:spMkLst>
        </pc:spChg>
        <pc:spChg chg="del">
          <ac:chgData name="Cartwright, Max" userId="4fdaca64-157b-4f34-aebd-58f672b6a20c" providerId="ADAL" clId="{9B24FA50-177C-4B5A-AA10-BF89D194F6B0}" dt="2024-03-05T20:15:19.660" v="410" actId="478"/>
          <ac:spMkLst>
            <pc:docMk/>
            <pc:sldMk cId="2400283323" sldId="2146848336"/>
            <ac:spMk id="119" creationId="{B0502CBE-6284-E21C-6506-09410BE45A21}"/>
          </ac:spMkLst>
        </pc:spChg>
        <pc:spChg chg="del">
          <ac:chgData name="Cartwright, Max" userId="4fdaca64-157b-4f34-aebd-58f672b6a20c" providerId="ADAL" clId="{9B24FA50-177C-4B5A-AA10-BF89D194F6B0}" dt="2024-03-05T20:15:19.660" v="410" actId="478"/>
          <ac:spMkLst>
            <pc:docMk/>
            <pc:sldMk cId="2400283323" sldId="2146848336"/>
            <ac:spMk id="120" creationId="{33025F4B-C8E0-4607-D5E3-F4737270C1E0}"/>
          </ac:spMkLst>
        </pc:spChg>
        <pc:spChg chg="del">
          <ac:chgData name="Cartwright, Max" userId="4fdaca64-157b-4f34-aebd-58f672b6a20c" providerId="ADAL" clId="{9B24FA50-177C-4B5A-AA10-BF89D194F6B0}" dt="2024-03-05T20:15:19.660" v="410" actId="478"/>
          <ac:spMkLst>
            <pc:docMk/>
            <pc:sldMk cId="2400283323" sldId="2146848336"/>
            <ac:spMk id="121" creationId="{07FE30F0-6EE6-A33E-EF7E-D16E09E438FC}"/>
          </ac:spMkLst>
        </pc:spChg>
        <pc:spChg chg="del">
          <ac:chgData name="Cartwright, Max" userId="4fdaca64-157b-4f34-aebd-58f672b6a20c" providerId="ADAL" clId="{9B24FA50-177C-4B5A-AA10-BF89D194F6B0}" dt="2024-03-05T20:15:19.660" v="410" actId="478"/>
          <ac:spMkLst>
            <pc:docMk/>
            <pc:sldMk cId="2400283323" sldId="2146848336"/>
            <ac:spMk id="157" creationId="{D7EBEA11-5617-AB09-4441-5563F77BD3C2}"/>
          </ac:spMkLst>
        </pc:spChg>
        <pc:grpChg chg="add mod">
          <ac:chgData name="Cartwright, Max" userId="4fdaca64-157b-4f34-aebd-58f672b6a20c" providerId="ADAL" clId="{9B24FA50-177C-4B5A-AA10-BF89D194F6B0}" dt="2024-03-05T20:15:21.631" v="411"/>
          <ac:grpSpMkLst>
            <pc:docMk/>
            <pc:sldMk cId="2400283323" sldId="2146848336"/>
            <ac:grpSpMk id="20" creationId="{B14E38CE-DA1A-05AA-F9E2-D0FEAF3F3FC2}"/>
          </ac:grpSpMkLst>
        </pc:grpChg>
        <pc:grpChg chg="add mod">
          <ac:chgData name="Cartwright, Max" userId="4fdaca64-157b-4f34-aebd-58f672b6a20c" providerId="ADAL" clId="{9B24FA50-177C-4B5A-AA10-BF89D194F6B0}" dt="2024-03-05T20:15:21.631" v="411"/>
          <ac:grpSpMkLst>
            <pc:docMk/>
            <pc:sldMk cId="2400283323" sldId="2146848336"/>
            <ac:grpSpMk id="31" creationId="{9BF4C074-83A0-097F-B8EF-D5A120C83C0D}"/>
          </ac:grpSpMkLst>
        </pc:grpChg>
        <pc:grpChg chg="del">
          <ac:chgData name="Cartwright, Max" userId="4fdaca64-157b-4f34-aebd-58f672b6a20c" providerId="ADAL" clId="{9B24FA50-177C-4B5A-AA10-BF89D194F6B0}" dt="2024-03-05T20:15:19.660" v="410" actId="478"/>
          <ac:grpSpMkLst>
            <pc:docMk/>
            <pc:sldMk cId="2400283323" sldId="2146848336"/>
            <ac:grpSpMk id="89" creationId="{CBD39CFD-9F36-3FAD-72E7-5D46DBA0AAE6}"/>
          </ac:grpSpMkLst>
        </pc:grpChg>
        <pc:grpChg chg="del">
          <ac:chgData name="Cartwright, Max" userId="4fdaca64-157b-4f34-aebd-58f672b6a20c" providerId="ADAL" clId="{9B24FA50-177C-4B5A-AA10-BF89D194F6B0}" dt="2024-03-05T20:15:19.660" v="410" actId="478"/>
          <ac:grpSpMkLst>
            <pc:docMk/>
            <pc:sldMk cId="2400283323" sldId="2146848336"/>
            <ac:grpSpMk id="92" creationId="{E42F63F0-9060-CB34-F0FE-CEA125F15C7F}"/>
          </ac:grpSpMkLst>
        </pc:grpChg>
        <pc:grpChg chg="del">
          <ac:chgData name="Cartwright, Max" userId="4fdaca64-157b-4f34-aebd-58f672b6a20c" providerId="ADAL" clId="{9B24FA50-177C-4B5A-AA10-BF89D194F6B0}" dt="2024-03-05T20:15:19.660" v="410" actId="478"/>
          <ac:grpSpMkLst>
            <pc:docMk/>
            <pc:sldMk cId="2400283323" sldId="2146848336"/>
            <ac:grpSpMk id="96" creationId="{518CFBDA-43C4-3264-F9B2-7D5C11B90E3B}"/>
          </ac:grpSpMkLst>
        </pc:grpChg>
        <pc:grpChg chg="del">
          <ac:chgData name="Cartwright, Max" userId="4fdaca64-157b-4f34-aebd-58f672b6a20c" providerId="ADAL" clId="{9B24FA50-177C-4B5A-AA10-BF89D194F6B0}" dt="2024-03-05T20:15:19.660" v="410" actId="478"/>
          <ac:grpSpMkLst>
            <pc:docMk/>
            <pc:sldMk cId="2400283323" sldId="2146848336"/>
            <ac:grpSpMk id="101" creationId="{06245790-5D8E-19E0-3E96-8D90FFD80317}"/>
          </ac:grpSpMkLst>
        </pc:grpChg>
        <pc:grpChg chg="del">
          <ac:chgData name="Cartwright, Max" userId="4fdaca64-157b-4f34-aebd-58f672b6a20c" providerId="ADAL" clId="{9B24FA50-177C-4B5A-AA10-BF89D194F6B0}" dt="2024-03-05T20:15:19.660" v="410" actId="478"/>
          <ac:grpSpMkLst>
            <pc:docMk/>
            <pc:sldMk cId="2400283323" sldId="2146848336"/>
            <ac:grpSpMk id="105" creationId="{A13D0A05-CB60-C157-F079-CDC014466577}"/>
          </ac:grpSpMkLst>
        </pc:grpChg>
        <pc:grpChg chg="del">
          <ac:chgData name="Cartwright, Max" userId="4fdaca64-157b-4f34-aebd-58f672b6a20c" providerId="ADAL" clId="{9B24FA50-177C-4B5A-AA10-BF89D194F6B0}" dt="2024-03-05T20:15:19.660" v="410" actId="478"/>
          <ac:grpSpMkLst>
            <pc:docMk/>
            <pc:sldMk cId="2400283323" sldId="2146848336"/>
            <ac:grpSpMk id="116" creationId="{AD53E269-967C-B412-8820-516B7CB62B28}"/>
          </ac:grpSpMkLst>
        </pc:grpChg>
        <pc:grpChg chg="del">
          <ac:chgData name="Cartwright, Max" userId="4fdaca64-157b-4f34-aebd-58f672b6a20c" providerId="ADAL" clId="{9B24FA50-177C-4B5A-AA10-BF89D194F6B0}" dt="2024-03-05T20:15:19.660" v="410" actId="478"/>
          <ac:grpSpMkLst>
            <pc:docMk/>
            <pc:sldMk cId="2400283323" sldId="2146848336"/>
            <ac:grpSpMk id="122" creationId="{EB8CABA1-8A8C-63C7-A0B9-D97D1094E2DB}"/>
          </ac:grpSpMkLst>
        </pc:grpChg>
        <pc:grpChg chg="del">
          <ac:chgData name="Cartwright, Max" userId="4fdaca64-157b-4f34-aebd-58f672b6a20c" providerId="ADAL" clId="{9B24FA50-177C-4B5A-AA10-BF89D194F6B0}" dt="2024-03-05T20:15:19.660" v="410" actId="478"/>
          <ac:grpSpMkLst>
            <pc:docMk/>
            <pc:sldMk cId="2400283323" sldId="2146848336"/>
            <ac:grpSpMk id="153" creationId="{84DBE6B1-4861-6CEA-B587-A01A28B43ACE}"/>
          </ac:grpSpMkLst>
        </pc:grpChg>
        <pc:grpChg chg="del">
          <ac:chgData name="Cartwright, Max" userId="4fdaca64-157b-4f34-aebd-58f672b6a20c" providerId="ADAL" clId="{9B24FA50-177C-4B5A-AA10-BF89D194F6B0}" dt="2024-03-05T20:15:19.660" v="410" actId="478"/>
          <ac:grpSpMkLst>
            <pc:docMk/>
            <pc:sldMk cId="2400283323" sldId="2146848336"/>
            <ac:grpSpMk id="160" creationId="{7DA36771-D4ED-99AC-F653-195EC2B21710}"/>
          </ac:grpSpMkLst>
        </pc:grpChg>
        <pc:picChg chg="del">
          <ac:chgData name="Cartwright, Max" userId="4fdaca64-157b-4f34-aebd-58f672b6a20c" providerId="ADAL" clId="{9B24FA50-177C-4B5A-AA10-BF89D194F6B0}" dt="2024-03-05T20:15:19.660" v="410" actId="478"/>
          <ac:picMkLst>
            <pc:docMk/>
            <pc:sldMk cId="2400283323" sldId="2146848336"/>
            <ac:picMk id="83" creationId="{80EF16C6-3FAF-219F-F96A-93D8591E4824}"/>
          </ac:picMkLst>
        </pc:picChg>
        <pc:picChg chg="del">
          <ac:chgData name="Cartwright, Max" userId="4fdaca64-157b-4f34-aebd-58f672b6a20c" providerId="ADAL" clId="{9B24FA50-177C-4B5A-AA10-BF89D194F6B0}" dt="2024-03-05T20:15:19.660" v="410" actId="478"/>
          <ac:picMkLst>
            <pc:docMk/>
            <pc:sldMk cId="2400283323" sldId="2146848336"/>
            <ac:picMk id="86" creationId="{B4A38BD7-377B-34DA-9BDB-B095E47F1582}"/>
          </ac:picMkLst>
        </pc:picChg>
        <pc:picChg chg="del">
          <ac:chgData name="Cartwright, Max" userId="4fdaca64-157b-4f34-aebd-58f672b6a20c" providerId="ADAL" clId="{9B24FA50-177C-4B5A-AA10-BF89D194F6B0}" dt="2024-03-05T20:15:19.660" v="410" actId="478"/>
          <ac:picMkLst>
            <pc:docMk/>
            <pc:sldMk cId="2400283323" sldId="2146848336"/>
            <ac:picMk id="88" creationId="{071CFE37-F4F5-930B-EF0E-F56DE2C7DD81}"/>
          </ac:picMkLst>
        </pc:picChg>
        <pc:cxnChg chg="add mod">
          <ac:chgData name="Cartwright, Max" userId="4fdaca64-157b-4f34-aebd-58f672b6a20c" providerId="ADAL" clId="{9B24FA50-177C-4B5A-AA10-BF89D194F6B0}" dt="2024-03-05T20:15:21.631" v="411"/>
          <ac:cxnSpMkLst>
            <pc:docMk/>
            <pc:sldMk cId="2400283323" sldId="2146848336"/>
            <ac:cxnSpMk id="7" creationId="{F54A4E13-17C9-6659-9FA7-9105C57A35F1}"/>
          </ac:cxnSpMkLst>
        </pc:cxnChg>
        <pc:cxnChg chg="add mod">
          <ac:chgData name="Cartwright, Max" userId="4fdaca64-157b-4f34-aebd-58f672b6a20c" providerId="ADAL" clId="{9B24FA50-177C-4B5A-AA10-BF89D194F6B0}" dt="2024-03-05T20:15:21.631" v="411"/>
          <ac:cxnSpMkLst>
            <pc:docMk/>
            <pc:sldMk cId="2400283323" sldId="2146848336"/>
            <ac:cxnSpMk id="10" creationId="{0B3CA05F-DABA-A334-4AAD-5D548C91D99E}"/>
          </ac:cxnSpMkLst>
        </pc:cxnChg>
        <pc:cxnChg chg="add mod">
          <ac:chgData name="Cartwright, Max" userId="4fdaca64-157b-4f34-aebd-58f672b6a20c" providerId="ADAL" clId="{9B24FA50-177C-4B5A-AA10-BF89D194F6B0}" dt="2024-03-05T20:15:21.631" v="411"/>
          <ac:cxnSpMkLst>
            <pc:docMk/>
            <pc:sldMk cId="2400283323" sldId="2146848336"/>
            <ac:cxnSpMk id="11" creationId="{C637C575-84C4-6E7E-27B9-5E660D69088E}"/>
          </ac:cxnSpMkLst>
        </pc:cxnChg>
        <pc:cxnChg chg="add mod">
          <ac:chgData name="Cartwright, Max" userId="4fdaca64-157b-4f34-aebd-58f672b6a20c" providerId="ADAL" clId="{9B24FA50-177C-4B5A-AA10-BF89D194F6B0}" dt="2024-03-05T20:15:21.631" v="411"/>
          <ac:cxnSpMkLst>
            <pc:docMk/>
            <pc:sldMk cId="2400283323" sldId="2146848336"/>
            <ac:cxnSpMk id="12" creationId="{492FFC53-DEBC-AAB6-C4BF-C1D47F687D30}"/>
          </ac:cxnSpMkLst>
        </pc:cxnChg>
        <pc:cxnChg chg="add mod">
          <ac:chgData name="Cartwright, Max" userId="4fdaca64-157b-4f34-aebd-58f672b6a20c" providerId="ADAL" clId="{9B24FA50-177C-4B5A-AA10-BF89D194F6B0}" dt="2024-03-05T20:15:21.631" v="411"/>
          <ac:cxnSpMkLst>
            <pc:docMk/>
            <pc:sldMk cId="2400283323" sldId="2146848336"/>
            <ac:cxnSpMk id="13" creationId="{55585004-C969-B46F-5274-12CF6020F2B2}"/>
          </ac:cxnSpMkLst>
        </pc:cxnChg>
        <pc:cxnChg chg="add mod">
          <ac:chgData name="Cartwright, Max" userId="4fdaca64-157b-4f34-aebd-58f672b6a20c" providerId="ADAL" clId="{9B24FA50-177C-4B5A-AA10-BF89D194F6B0}" dt="2024-03-05T20:15:21.631" v="411"/>
          <ac:cxnSpMkLst>
            <pc:docMk/>
            <pc:sldMk cId="2400283323" sldId="2146848336"/>
            <ac:cxnSpMk id="29" creationId="{8031BBEF-384F-8CB5-3B64-2E75D20F8CFC}"/>
          </ac:cxnSpMkLst>
        </pc:cxnChg>
        <pc:cxnChg chg="add mod">
          <ac:chgData name="Cartwright, Max" userId="4fdaca64-157b-4f34-aebd-58f672b6a20c" providerId="ADAL" clId="{9B24FA50-177C-4B5A-AA10-BF89D194F6B0}" dt="2024-03-05T20:15:21.631" v="411"/>
          <ac:cxnSpMkLst>
            <pc:docMk/>
            <pc:sldMk cId="2400283323" sldId="2146848336"/>
            <ac:cxnSpMk id="30" creationId="{95FDF548-067A-B9C0-8861-1DD7822842C9}"/>
          </ac:cxnSpMkLst>
        </pc:cxnChg>
        <pc:cxnChg chg="mod">
          <ac:chgData name="Cartwright, Max" userId="4fdaca64-157b-4f34-aebd-58f672b6a20c" providerId="ADAL" clId="{9B24FA50-177C-4B5A-AA10-BF89D194F6B0}" dt="2024-03-05T20:15:21.631" v="411"/>
          <ac:cxnSpMkLst>
            <pc:docMk/>
            <pc:sldMk cId="2400283323" sldId="2146848336"/>
            <ac:cxnSpMk id="64" creationId="{5CBE8865-9867-CD62-F954-F2A7ABDEC5F8}"/>
          </ac:cxnSpMkLst>
        </pc:cxnChg>
        <pc:cxnChg chg="del">
          <ac:chgData name="Cartwright, Max" userId="4fdaca64-157b-4f34-aebd-58f672b6a20c" providerId="ADAL" clId="{9B24FA50-177C-4B5A-AA10-BF89D194F6B0}" dt="2024-03-05T20:15:19.660" v="410" actId="478"/>
          <ac:cxnSpMkLst>
            <pc:docMk/>
            <pc:sldMk cId="2400283323" sldId="2146848336"/>
            <ac:cxnSpMk id="84" creationId="{8E9F5508-A446-B2D4-C8E5-71C35E1D479C}"/>
          </ac:cxnSpMkLst>
        </pc:cxnChg>
        <pc:cxnChg chg="del">
          <ac:chgData name="Cartwright, Max" userId="4fdaca64-157b-4f34-aebd-58f672b6a20c" providerId="ADAL" clId="{9B24FA50-177C-4B5A-AA10-BF89D194F6B0}" dt="2024-03-05T20:15:19.660" v="410" actId="478"/>
          <ac:cxnSpMkLst>
            <pc:docMk/>
            <pc:sldMk cId="2400283323" sldId="2146848336"/>
            <ac:cxnSpMk id="85" creationId="{680F3C72-B27B-4385-CE6F-D17A1B408AFB}"/>
          </ac:cxnSpMkLst>
        </pc:cxnChg>
        <pc:cxnChg chg="del">
          <ac:chgData name="Cartwright, Max" userId="4fdaca64-157b-4f34-aebd-58f672b6a20c" providerId="ADAL" clId="{9B24FA50-177C-4B5A-AA10-BF89D194F6B0}" dt="2024-03-05T20:15:19.660" v="410" actId="478"/>
          <ac:cxnSpMkLst>
            <pc:docMk/>
            <pc:sldMk cId="2400283323" sldId="2146848336"/>
            <ac:cxnSpMk id="87" creationId="{5D2D7A86-0255-8C6C-41DC-0E87E31BBA69}"/>
          </ac:cxnSpMkLst>
        </pc:cxnChg>
        <pc:cxnChg chg="del">
          <ac:chgData name="Cartwright, Max" userId="4fdaca64-157b-4f34-aebd-58f672b6a20c" providerId="ADAL" clId="{9B24FA50-177C-4B5A-AA10-BF89D194F6B0}" dt="2024-03-05T20:15:19.660" v="410" actId="478"/>
          <ac:cxnSpMkLst>
            <pc:docMk/>
            <pc:sldMk cId="2400283323" sldId="2146848336"/>
            <ac:cxnSpMk id="112" creationId="{257F804C-1D1B-934C-5F46-74F7254958E3}"/>
          </ac:cxnSpMkLst>
        </pc:cxnChg>
        <pc:cxnChg chg="del">
          <ac:chgData name="Cartwright, Max" userId="4fdaca64-157b-4f34-aebd-58f672b6a20c" providerId="ADAL" clId="{9B24FA50-177C-4B5A-AA10-BF89D194F6B0}" dt="2024-03-05T20:15:19.660" v="410" actId="478"/>
          <ac:cxnSpMkLst>
            <pc:docMk/>
            <pc:sldMk cId="2400283323" sldId="2146848336"/>
            <ac:cxnSpMk id="156" creationId="{B2B1AE57-7099-5A8D-683F-17E988A725E1}"/>
          </ac:cxnSpMkLst>
        </pc:cxnChg>
      </pc:sldChg>
      <pc:sldChg chg="del">
        <pc:chgData name="Cartwright, Max" userId="4fdaca64-157b-4f34-aebd-58f672b6a20c" providerId="ADAL" clId="{9B24FA50-177C-4B5A-AA10-BF89D194F6B0}" dt="2024-03-05T19:59:39.918" v="92" actId="47"/>
        <pc:sldMkLst>
          <pc:docMk/>
          <pc:sldMk cId="1415428160" sldId="2147376717"/>
        </pc:sldMkLst>
      </pc:sldChg>
      <pc:sldChg chg="del">
        <pc:chgData name="Cartwright, Max" userId="4fdaca64-157b-4f34-aebd-58f672b6a20c" providerId="ADAL" clId="{9B24FA50-177C-4B5A-AA10-BF89D194F6B0}" dt="2024-03-05T19:59:39.918" v="92" actId="47"/>
        <pc:sldMkLst>
          <pc:docMk/>
          <pc:sldMk cId="3262770256" sldId="2147470245"/>
        </pc:sldMkLst>
      </pc:sldChg>
      <pc:sldChg chg="del">
        <pc:chgData name="Cartwright, Max" userId="4fdaca64-157b-4f34-aebd-58f672b6a20c" providerId="ADAL" clId="{9B24FA50-177C-4B5A-AA10-BF89D194F6B0}" dt="2024-03-05T19:59:04.962" v="90" actId="47"/>
        <pc:sldMkLst>
          <pc:docMk/>
          <pc:sldMk cId="1468978263" sldId="2147474026"/>
        </pc:sldMkLst>
      </pc:sldChg>
      <pc:sldChg chg="del">
        <pc:chgData name="Cartwright, Max" userId="4fdaca64-157b-4f34-aebd-58f672b6a20c" providerId="ADAL" clId="{9B24FA50-177C-4B5A-AA10-BF89D194F6B0}" dt="2024-03-05T19:59:07.393" v="91" actId="47"/>
        <pc:sldMkLst>
          <pc:docMk/>
          <pc:sldMk cId="1056011760" sldId="2147474027"/>
        </pc:sldMkLst>
      </pc:sldChg>
      <pc:sldChg chg="del">
        <pc:chgData name="Cartwright, Max" userId="4fdaca64-157b-4f34-aebd-58f672b6a20c" providerId="ADAL" clId="{9B24FA50-177C-4B5A-AA10-BF89D194F6B0}" dt="2024-03-05T19:59:07.393" v="91" actId="47"/>
        <pc:sldMkLst>
          <pc:docMk/>
          <pc:sldMk cId="3319997483" sldId="2147474028"/>
        </pc:sldMkLst>
      </pc:sldChg>
      <pc:sldChg chg="del">
        <pc:chgData name="Cartwright, Max" userId="4fdaca64-157b-4f34-aebd-58f672b6a20c" providerId="ADAL" clId="{9B24FA50-177C-4B5A-AA10-BF89D194F6B0}" dt="2024-03-05T19:58:22.220" v="83" actId="47"/>
        <pc:sldMkLst>
          <pc:docMk/>
          <pc:sldMk cId="81621090" sldId="2147474030"/>
        </pc:sldMkLst>
      </pc:sldChg>
      <pc:sldChg chg="del">
        <pc:chgData name="Cartwright, Max" userId="4fdaca64-157b-4f34-aebd-58f672b6a20c" providerId="ADAL" clId="{9B24FA50-177C-4B5A-AA10-BF89D194F6B0}" dt="2024-03-05T19:59:39.918" v="92" actId="47"/>
        <pc:sldMkLst>
          <pc:docMk/>
          <pc:sldMk cId="2826284588" sldId="2147474032"/>
        </pc:sldMkLst>
      </pc:sldChg>
      <pc:sldChg chg="del">
        <pc:chgData name="Cartwright, Max" userId="4fdaca64-157b-4f34-aebd-58f672b6a20c" providerId="ADAL" clId="{9B24FA50-177C-4B5A-AA10-BF89D194F6B0}" dt="2024-03-05T19:59:39.918" v="92" actId="47"/>
        <pc:sldMkLst>
          <pc:docMk/>
          <pc:sldMk cId="4062593176" sldId="2147474036"/>
        </pc:sldMkLst>
      </pc:sldChg>
      <pc:sldChg chg="del">
        <pc:chgData name="Cartwright, Max" userId="4fdaca64-157b-4f34-aebd-58f672b6a20c" providerId="ADAL" clId="{9B24FA50-177C-4B5A-AA10-BF89D194F6B0}" dt="2024-03-05T19:59:39.918" v="92" actId="47"/>
        <pc:sldMkLst>
          <pc:docMk/>
          <pc:sldMk cId="1371436832" sldId="2147474037"/>
        </pc:sldMkLst>
      </pc:sldChg>
      <pc:sldChg chg="del">
        <pc:chgData name="Cartwright, Max" userId="4fdaca64-157b-4f34-aebd-58f672b6a20c" providerId="ADAL" clId="{9B24FA50-177C-4B5A-AA10-BF89D194F6B0}" dt="2024-03-05T19:59:39.918" v="92" actId="47"/>
        <pc:sldMkLst>
          <pc:docMk/>
          <pc:sldMk cId="4149695453" sldId="2147474039"/>
        </pc:sldMkLst>
      </pc:sldChg>
      <pc:sldChg chg="del">
        <pc:chgData name="Cartwright, Max" userId="4fdaca64-157b-4f34-aebd-58f672b6a20c" providerId="ADAL" clId="{9B24FA50-177C-4B5A-AA10-BF89D194F6B0}" dt="2024-03-05T19:59:39.918" v="92" actId="47"/>
        <pc:sldMkLst>
          <pc:docMk/>
          <pc:sldMk cId="2133578470" sldId="2147474040"/>
        </pc:sldMkLst>
      </pc:sldChg>
      <pc:sldChg chg="del">
        <pc:chgData name="Cartwright, Max" userId="4fdaca64-157b-4f34-aebd-58f672b6a20c" providerId="ADAL" clId="{9B24FA50-177C-4B5A-AA10-BF89D194F6B0}" dt="2024-03-05T19:59:39.918" v="92" actId="47"/>
        <pc:sldMkLst>
          <pc:docMk/>
          <pc:sldMk cId="2859289062" sldId="2147474041"/>
        </pc:sldMkLst>
      </pc:sldChg>
      <pc:sldChg chg="del">
        <pc:chgData name="Cartwright, Max" userId="4fdaca64-157b-4f34-aebd-58f672b6a20c" providerId="ADAL" clId="{9B24FA50-177C-4B5A-AA10-BF89D194F6B0}" dt="2024-03-05T19:59:39.918" v="92" actId="47"/>
        <pc:sldMkLst>
          <pc:docMk/>
          <pc:sldMk cId="1891738156" sldId="2147474042"/>
        </pc:sldMkLst>
      </pc:sldChg>
      <pc:sldChg chg="del">
        <pc:chgData name="Cartwright, Max" userId="4fdaca64-157b-4f34-aebd-58f672b6a20c" providerId="ADAL" clId="{9B24FA50-177C-4B5A-AA10-BF89D194F6B0}" dt="2024-03-05T19:59:39.918" v="92" actId="47"/>
        <pc:sldMkLst>
          <pc:docMk/>
          <pc:sldMk cId="2454033172" sldId="2147474045"/>
        </pc:sldMkLst>
      </pc:sldChg>
      <pc:sldChg chg="del">
        <pc:chgData name="Cartwright, Max" userId="4fdaca64-157b-4f34-aebd-58f672b6a20c" providerId="ADAL" clId="{9B24FA50-177C-4B5A-AA10-BF89D194F6B0}" dt="2024-03-05T19:59:39.918" v="92" actId="47"/>
        <pc:sldMkLst>
          <pc:docMk/>
          <pc:sldMk cId="3942044018" sldId="2147474047"/>
        </pc:sldMkLst>
      </pc:sldChg>
      <pc:sldChg chg="del">
        <pc:chgData name="Cartwright, Max" userId="4fdaca64-157b-4f34-aebd-58f672b6a20c" providerId="ADAL" clId="{9B24FA50-177C-4B5A-AA10-BF89D194F6B0}" dt="2024-03-05T19:59:39.918" v="92" actId="47"/>
        <pc:sldMkLst>
          <pc:docMk/>
          <pc:sldMk cId="2815500368" sldId="2147474049"/>
        </pc:sldMkLst>
      </pc:sldChg>
      <pc:sldChg chg="del">
        <pc:chgData name="Cartwright, Max" userId="4fdaca64-157b-4f34-aebd-58f672b6a20c" providerId="ADAL" clId="{9B24FA50-177C-4B5A-AA10-BF89D194F6B0}" dt="2024-03-05T19:59:39.918" v="92" actId="47"/>
        <pc:sldMkLst>
          <pc:docMk/>
          <pc:sldMk cId="1876456951" sldId="2147474051"/>
        </pc:sldMkLst>
      </pc:sldChg>
      <pc:sldChg chg="del">
        <pc:chgData name="Cartwright, Max" userId="4fdaca64-157b-4f34-aebd-58f672b6a20c" providerId="ADAL" clId="{9B24FA50-177C-4B5A-AA10-BF89D194F6B0}" dt="2024-03-05T19:59:39.918" v="92" actId="47"/>
        <pc:sldMkLst>
          <pc:docMk/>
          <pc:sldMk cId="3549580868" sldId="2147474052"/>
        </pc:sldMkLst>
      </pc:sldChg>
      <pc:sldChg chg="del">
        <pc:chgData name="Cartwright, Max" userId="4fdaca64-157b-4f34-aebd-58f672b6a20c" providerId="ADAL" clId="{9B24FA50-177C-4B5A-AA10-BF89D194F6B0}" dt="2024-03-05T19:58:22.220" v="83" actId="47"/>
        <pc:sldMkLst>
          <pc:docMk/>
          <pc:sldMk cId="3378038695" sldId="2147474053"/>
        </pc:sldMkLst>
      </pc:sldChg>
      <pc:sldChg chg="del">
        <pc:chgData name="Cartwright, Max" userId="4fdaca64-157b-4f34-aebd-58f672b6a20c" providerId="ADAL" clId="{9B24FA50-177C-4B5A-AA10-BF89D194F6B0}" dt="2024-03-05T19:59:39.918" v="92" actId="47"/>
        <pc:sldMkLst>
          <pc:docMk/>
          <pc:sldMk cId="2064188505" sldId="2147474054"/>
        </pc:sldMkLst>
      </pc:sldChg>
      <pc:sldChg chg="del">
        <pc:chgData name="Cartwright, Max" userId="4fdaca64-157b-4f34-aebd-58f672b6a20c" providerId="ADAL" clId="{9B24FA50-177C-4B5A-AA10-BF89D194F6B0}" dt="2024-03-05T19:59:39.918" v="92" actId="47"/>
        <pc:sldMkLst>
          <pc:docMk/>
          <pc:sldMk cId="3095455180" sldId="2147474055"/>
        </pc:sldMkLst>
      </pc:sldChg>
      <pc:sldChg chg="del">
        <pc:chgData name="Cartwright, Max" userId="4fdaca64-157b-4f34-aebd-58f672b6a20c" providerId="ADAL" clId="{9B24FA50-177C-4B5A-AA10-BF89D194F6B0}" dt="2024-03-05T19:59:39.918" v="92" actId="47"/>
        <pc:sldMkLst>
          <pc:docMk/>
          <pc:sldMk cId="1190483916" sldId="2147474057"/>
        </pc:sldMkLst>
      </pc:sldChg>
      <pc:sldChg chg="del">
        <pc:chgData name="Cartwright, Max" userId="4fdaca64-157b-4f34-aebd-58f672b6a20c" providerId="ADAL" clId="{9B24FA50-177C-4B5A-AA10-BF89D194F6B0}" dt="2024-03-05T19:59:39.918" v="92" actId="47"/>
        <pc:sldMkLst>
          <pc:docMk/>
          <pc:sldMk cId="3205671638" sldId="2147474058"/>
        </pc:sldMkLst>
      </pc:sldChg>
      <pc:sldChg chg="del">
        <pc:chgData name="Cartwright, Max" userId="4fdaca64-157b-4f34-aebd-58f672b6a20c" providerId="ADAL" clId="{9B24FA50-177C-4B5A-AA10-BF89D194F6B0}" dt="2024-03-05T19:58:22.220" v="83" actId="47"/>
        <pc:sldMkLst>
          <pc:docMk/>
          <pc:sldMk cId="2618094072" sldId="2147474059"/>
        </pc:sldMkLst>
      </pc:sldChg>
      <pc:sldChg chg="del">
        <pc:chgData name="Cartwright, Max" userId="4fdaca64-157b-4f34-aebd-58f672b6a20c" providerId="ADAL" clId="{9B24FA50-177C-4B5A-AA10-BF89D194F6B0}" dt="2024-03-05T19:59:39.918" v="92" actId="47"/>
        <pc:sldMkLst>
          <pc:docMk/>
          <pc:sldMk cId="2018735095" sldId="2147474063"/>
        </pc:sldMkLst>
      </pc:sldChg>
      <pc:sldChg chg="del">
        <pc:chgData name="Cartwright, Max" userId="4fdaca64-157b-4f34-aebd-58f672b6a20c" providerId="ADAL" clId="{9B24FA50-177C-4B5A-AA10-BF89D194F6B0}" dt="2024-03-05T19:59:39.918" v="92" actId="47"/>
        <pc:sldMkLst>
          <pc:docMk/>
          <pc:sldMk cId="190113490" sldId="2147474065"/>
        </pc:sldMkLst>
      </pc:sldChg>
      <pc:sldChg chg="del">
        <pc:chgData name="Cartwright, Max" userId="4fdaca64-157b-4f34-aebd-58f672b6a20c" providerId="ADAL" clId="{9B24FA50-177C-4B5A-AA10-BF89D194F6B0}" dt="2024-03-05T19:59:39.918" v="92" actId="47"/>
        <pc:sldMkLst>
          <pc:docMk/>
          <pc:sldMk cId="98367153" sldId="2147474066"/>
        </pc:sldMkLst>
      </pc:sldChg>
      <pc:sldChg chg="del">
        <pc:chgData name="Cartwright, Max" userId="4fdaca64-157b-4f34-aebd-58f672b6a20c" providerId="ADAL" clId="{9B24FA50-177C-4B5A-AA10-BF89D194F6B0}" dt="2024-03-05T19:59:39.918" v="92" actId="47"/>
        <pc:sldMkLst>
          <pc:docMk/>
          <pc:sldMk cId="566940419" sldId="2147474067"/>
        </pc:sldMkLst>
      </pc:sldChg>
      <pc:sldChg chg="del">
        <pc:chgData name="Cartwright, Max" userId="4fdaca64-157b-4f34-aebd-58f672b6a20c" providerId="ADAL" clId="{9B24FA50-177C-4B5A-AA10-BF89D194F6B0}" dt="2024-03-05T19:59:39.918" v="92" actId="47"/>
        <pc:sldMkLst>
          <pc:docMk/>
          <pc:sldMk cId="3825538774" sldId="2147474069"/>
        </pc:sldMkLst>
      </pc:sldChg>
      <pc:sldChg chg="del">
        <pc:chgData name="Cartwright, Max" userId="4fdaca64-157b-4f34-aebd-58f672b6a20c" providerId="ADAL" clId="{9B24FA50-177C-4B5A-AA10-BF89D194F6B0}" dt="2024-03-05T19:58:54.307" v="86" actId="47"/>
        <pc:sldMkLst>
          <pc:docMk/>
          <pc:sldMk cId="232644988" sldId="2147474070"/>
        </pc:sldMkLst>
      </pc:sldChg>
      <pc:sldChg chg="del">
        <pc:chgData name="Cartwright, Max" userId="4fdaca64-157b-4f34-aebd-58f672b6a20c" providerId="ADAL" clId="{9B24FA50-177C-4B5A-AA10-BF89D194F6B0}" dt="2024-03-05T19:59:39.918" v="92" actId="47"/>
        <pc:sldMkLst>
          <pc:docMk/>
          <pc:sldMk cId="3397615712" sldId="2147474072"/>
        </pc:sldMkLst>
      </pc:sldChg>
      <pc:sldChg chg="del">
        <pc:chgData name="Cartwright, Max" userId="4fdaca64-157b-4f34-aebd-58f672b6a20c" providerId="ADAL" clId="{9B24FA50-177C-4B5A-AA10-BF89D194F6B0}" dt="2024-03-05T19:59:39.918" v="92" actId="47"/>
        <pc:sldMkLst>
          <pc:docMk/>
          <pc:sldMk cId="106466778" sldId="2147474073"/>
        </pc:sldMkLst>
      </pc:sldChg>
      <pc:sldChg chg="del">
        <pc:chgData name="Cartwright, Max" userId="4fdaca64-157b-4f34-aebd-58f672b6a20c" providerId="ADAL" clId="{9B24FA50-177C-4B5A-AA10-BF89D194F6B0}" dt="2024-03-05T19:59:39.918" v="92" actId="47"/>
        <pc:sldMkLst>
          <pc:docMk/>
          <pc:sldMk cId="281916650" sldId="2147474074"/>
        </pc:sldMkLst>
      </pc:sldChg>
      <pc:sldChg chg="del">
        <pc:chgData name="Cartwright, Max" userId="4fdaca64-157b-4f34-aebd-58f672b6a20c" providerId="ADAL" clId="{9B24FA50-177C-4B5A-AA10-BF89D194F6B0}" dt="2024-03-05T19:58:22.220" v="83" actId="47"/>
        <pc:sldMkLst>
          <pc:docMk/>
          <pc:sldMk cId="2732896117" sldId="2147474076"/>
        </pc:sldMkLst>
      </pc:sldChg>
      <pc:sldChg chg="del">
        <pc:chgData name="Cartwright, Max" userId="4fdaca64-157b-4f34-aebd-58f672b6a20c" providerId="ADAL" clId="{9B24FA50-177C-4B5A-AA10-BF89D194F6B0}" dt="2024-03-05T19:59:39.918" v="92" actId="47"/>
        <pc:sldMkLst>
          <pc:docMk/>
          <pc:sldMk cId="1773744270" sldId="2147474078"/>
        </pc:sldMkLst>
      </pc:sldChg>
      <pc:sldChg chg="del">
        <pc:chgData name="Cartwright, Max" userId="4fdaca64-157b-4f34-aebd-58f672b6a20c" providerId="ADAL" clId="{9B24FA50-177C-4B5A-AA10-BF89D194F6B0}" dt="2024-03-05T19:58:43.996" v="85" actId="47"/>
        <pc:sldMkLst>
          <pc:docMk/>
          <pc:sldMk cId="4161779628" sldId="2147474079"/>
        </pc:sldMkLst>
      </pc:sldChg>
      <pc:sldChg chg="del">
        <pc:chgData name="Cartwright, Max" userId="4fdaca64-157b-4f34-aebd-58f672b6a20c" providerId="ADAL" clId="{9B24FA50-177C-4B5A-AA10-BF89D194F6B0}" dt="2024-03-05T19:59:39.918" v="92" actId="47"/>
        <pc:sldMkLst>
          <pc:docMk/>
          <pc:sldMk cId="4156311260" sldId="2147474080"/>
        </pc:sldMkLst>
      </pc:sldChg>
      <pc:sldChg chg="del">
        <pc:chgData name="Cartwright, Max" userId="4fdaca64-157b-4f34-aebd-58f672b6a20c" providerId="ADAL" clId="{9B24FA50-177C-4B5A-AA10-BF89D194F6B0}" dt="2024-03-05T19:59:39.918" v="92" actId="47"/>
        <pc:sldMkLst>
          <pc:docMk/>
          <pc:sldMk cId="1933032934" sldId="2147474081"/>
        </pc:sldMkLst>
      </pc:sldChg>
      <pc:sldChg chg="del">
        <pc:chgData name="Cartwright, Max" userId="4fdaca64-157b-4f34-aebd-58f672b6a20c" providerId="ADAL" clId="{9B24FA50-177C-4B5A-AA10-BF89D194F6B0}" dt="2024-03-05T19:58:22.220" v="83" actId="47"/>
        <pc:sldMkLst>
          <pc:docMk/>
          <pc:sldMk cId="1262817312" sldId="2147474082"/>
        </pc:sldMkLst>
      </pc:sldChg>
      <pc:sldChg chg="del">
        <pc:chgData name="Cartwright, Max" userId="4fdaca64-157b-4f34-aebd-58f672b6a20c" providerId="ADAL" clId="{9B24FA50-177C-4B5A-AA10-BF89D194F6B0}" dt="2024-03-05T19:59:39.918" v="92" actId="47"/>
        <pc:sldMkLst>
          <pc:docMk/>
          <pc:sldMk cId="4218796258" sldId="2147474083"/>
        </pc:sldMkLst>
      </pc:sldChg>
      <pc:sldChg chg="del">
        <pc:chgData name="Cartwright, Max" userId="4fdaca64-157b-4f34-aebd-58f672b6a20c" providerId="ADAL" clId="{9B24FA50-177C-4B5A-AA10-BF89D194F6B0}" dt="2024-03-05T19:58:22.220" v="83" actId="47"/>
        <pc:sldMkLst>
          <pc:docMk/>
          <pc:sldMk cId="3999066542" sldId="2147474085"/>
        </pc:sldMkLst>
      </pc:sldChg>
      <pc:sldChg chg="del">
        <pc:chgData name="Cartwright, Max" userId="4fdaca64-157b-4f34-aebd-58f672b6a20c" providerId="ADAL" clId="{9B24FA50-177C-4B5A-AA10-BF89D194F6B0}" dt="2024-03-05T19:58:22.220" v="83" actId="47"/>
        <pc:sldMkLst>
          <pc:docMk/>
          <pc:sldMk cId="4161430421" sldId="2147474086"/>
        </pc:sldMkLst>
      </pc:sldChg>
      <pc:sldChg chg="del">
        <pc:chgData name="Cartwright, Max" userId="4fdaca64-157b-4f34-aebd-58f672b6a20c" providerId="ADAL" clId="{9B24FA50-177C-4B5A-AA10-BF89D194F6B0}" dt="2024-03-05T19:59:39.918" v="92" actId="47"/>
        <pc:sldMkLst>
          <pc:docMk/>
          <pc:sldMk cId="1952414739" sldId="2147474087"/>
        </pc:sldMkLst>
      </pc:sldChg>
      <pc:sldChg chg="del">
        <pc:chgData name="Cartwright, Max" userId="4fdaca64-157b-4f34-aebd-58f672b6a20c" providerId="ADAL" clId="{9B24FA50-177C-4B5A-AA10-BF89D194F6B0}" dt="2024-03-05T19:58:22.220" v="83" actId="47"/>
        <pc:sldMkLst>
          <pc:docMk/>
          <pc:sldMk cId="1924544352" sldId="2147474088"/>
        </pc:sldMkLst>
      </pc:sldChg>
      <pc:sldChg chg="del">
        <pc:chgData name="Cartwright, Max" userId="4fdaca64-157b-4f34-aebd-58f672b6a20c" providerId="ADAL" clId="{9B24FA50-177C-4B5A-AA10-BF89D194F6B0}" dt="2024-03-05T19:59:39.918" v="92" actId="47"/>
        <pc:sldMkLst>
          <pc:docMk/>
          <pc:sldMk cId="3097527124" sldId="2147474089"/>
        </pc:sldMkLst>
      </pc:sldChg>
      <pc:sldChg chg="del">
        <pc:chgData name="Cartwright, Max" userId="4fdaca64-157b-4f34-aebd-58f672b6a20c" providerId="ADAL" clId="{9B24FA50-177C-4B5A-AA10-BF89D194F6B0}" dt="2024-03-05T19:59:39.918" v="92" actId="47"/>
        <pc:sldMkLst>
          <pc:docMk/>
          <pc:sldMk cId="2527644437" sldId="2147474091"/>
        </pc:sldMkLst>
      </pc:sldChg>
      <pc:sldChg chg="del">
        <pc:chgData name="Cartwright, Max" userId="4fdaca64-157b-4f34-aebd-58f672b6a20c" providerId="ADAL" clId="{9B24FA50-177C-4B5A-AA10-BF89D194F6B0}" dt="2024-03-05T19:58:22.220" v="83" actId="47"/>
        <pc:sldMkLst>
          <pc:docMk/>
          <pc:sldMk cId="3386282667" sldId="2147474092"/>
        </pc:sldMkLst>
      </pc:sldChg>
      <pc:sldChg chg="del">
        <pc:chgData name="Cartwright, Max" userId="4fdaca64-157b-4f34-aebd-58f672b6a20c" providerId="ADAL" clId="{9B24FA50-177C-4B5A-AA10-BF89D194F6B0}" dt="2024-03-05T19:58:22.220" v="83" actId="47"/>
        <pc:sldMkLst>
          <pc:docMk/>
          <pc:sldMk cId="3115177032" sldId="2147474093"/>
        </pc:sldMkLst>
      </pc:sldChg>
      <pc:sldChg chg="del">
        <pc:chgData name="Cartwright, Max" userId="4fdaca64-157b-4f34-aebd-58f672b6a20c" providerId="ADAL" clId="{9B24FA50-177C-4B5A-AA10-BF89D194F6B0}" dt="2024-03-05T19:59:39.918" v="92" actId="47"/>
        <pc:sldMkLst>
          <pc:docMk/>
          <pc:sldMk cId="3410542507" sldId="2147474094"/>
        </pc:sldMkLst>
      </pc:sldChg>
      <pc:sldChg chg="del">
        <pc:chgData name="Cartwright, Max" userId="4fdaca64-157b-4f34-aebd-58f672b6a20c" providerId="ADAL" clId="{9B24FA50-177C-4B5A-AA10-BF89D194F6B0}" dt="2024-03-05T19:59:39.918" v="92" actId="47"/>
        <pc:sldMkLst>
          <pc:docMk/>
          <pc:sldMk cId="558751806" sldId="2147474096"/>
        </pc:sldMkLst>
      </pc:sldChg>
      <pc:sldChg chg="addSp delSp modSp mod">
        <pc:chgData name="Cartwright, Max" userId="4fdaca64-157b-4f34-aebd-58f672b6a20c" providerId="ADAL" clId="{9B24FA50-177C-4B5A-AA10-BF89D194F6B0}" dt="2024-03-05T19:56:51.950" v="82" actId="20577"/>
        <pc:sldMkLst>
          <pc:docMk/>
          <pc:sldMk cId="1923745520" sldId="2147474097"/>
        </pc:sldMkLst>
        <pc:spChg chg="add mod">
          <ac:chgData name="Cartwright, Max" userId="4fdaca64-157b-4f34-aebd-58f672b6a20c" providerId="ADAL" clId="{9B24FA50-177C-4B5A-AA10-BF89D194F6B0}" dt="2024-03-05T19:56:28.403" v="62" actId="20577"/>
          <ac:spMkLst>
            <pc:docMk/>
            <pc:sldMk cId="1923745520" sldId="2147474097"/>
            <ac:spMk id="3" creationId="{776E779B-9047-50C9-5827-CAAC8867C88D}"/>
          </ac:spMkLst>
        </pc:spChg>
        <pc:spChg chg="del">
          <ac:chgData name="Cartwright, Max" userId="4fdaca64-157b-4f34-aebd-58f672b6a20c" providerId="ADAL" clId="{9B24FA50-177C-4B5A-AA10-BF89D194F6B0}" dt="2024-03-05T19:56:15.630" v="18" actId="478"/>
          <ac:spMkLst>
            <pc:docMk/>
            <pc:sldMk cId="1923745520" sldId="2147474097"/>
            <ac:spMk id="8" creationId="{81813F15-2981-FDFF-C0F5-F27B29C51CAC}"/>
          </ac:spMkLst>
        </pc:spChg>
        <pc:spChg chg="mod">
          <ac:chgData name="Cartwright, Max" userId="4fdaca64-157b-4f34-aebd-58f672b6a20c" providerId="ADAL" clId="{9B24FA50-177C-4B5A-AA10-BF89D194F6B0}" dt="2024-03-05T19:56:10.428" v="17" actId="404"/>
          <ac:spMkLst>
            <pc:docMk/>
            <pc:sldMk cId="1923745520" sldId="2147474097"/>
            <ac:spMk id="11" creationId="{CE5626D2-4B84-6929-D4F9-1F67489262B8}"/>
          </ac:spMkLst>
        </pc:spChg>
        <pc:spChg chg="mod">
          <ac:chgData name="Cartwright, Max" userId="4fdaca64-157b-4f34-aebd-58f672b6a20c" providerId="ADAL" clId="{9B24FA50-177C-4B5A-AA10-BF89D194F6B0}" dt="2024-03-05T19:56:51.950" v="82" actId="20577"/>
          <ac:spMkLst>
            <pc:docMk/>
            <pc:sldMk cId="1923745520" sldId="2147474097"/>
            <ac:spMk id="12" creationId="{F4F87E10-2948-EA05-5915-992ECED553C3}"/>
          </ac:spMkLst>
        </pc:spChg>
      </pc:sldChg>
      <pc:sldChg chg="addSp delSp modSp add mod">
        <pc:chgData name="Cartwright, Max" userId="4fdaca64-157b-4f34-aebd-58f672b6a20c" providerId="ADAL" clId="{9B24FA50-177C-4B5A-AA10-BF89D194F6B0}" dt="2024-03-05T20:37:55.709" v="927" actId="1076"/>
        <pc:sldMkLst>
          <pc:docMk/>
          <pc:sldMk cId="1777781894" sldId="2147474098"/>
        </pc:sldMkLst>
        <pc:spChg chg="del">
          <ac:chgData name="Cartwright, Max" userId="4fdaca64-157b-4f34-aebd-58f672b6a20c" providerId="ADAL" clId="{9B24FA50-177C-4B5A-AA10-BF89D194F6B0}" dt="2024-03-05T19:59:54.307" v="94" actId="478"/>
          <ac:spMkLst>
            <pc:docMk/>
            <pc:sldMk cId="1777781894" sldId="2147474098"/>
            <ac:spMk id="2" creationId="{814CCFEB-0155-411E-8EF4-015919150E22}"/>
          </ac:spMkLst>
        </pc:spChg>
        <pc:spChg chg="add mod">
          <ac:chgData name="Cartwright, Max" userId="4fdaca64-157b-4f34-aebd-58f672b6a20c" providerId="ADAL" clId="{9B24FA50-177C-4B5A-AA10-BF89D194F6B0}" dt="2024-03-05T20:37:55.709" v="927" actId="1076"/>
          <ac:spMkLst>
            <pc:docMk/>
            <pc:sldMk cId="1777781894" sldId="2147474098"/>
            <ac:spMk id="2" creationId="{A12F6D44-E7A3-0ABE-257B-CE6CFD018E5C}"/>
          </ac:spMkLst>
        </pc:spChg>
        <pc:spChg chg="add mod">
          <ac:chgData name="Cartwright, Max" userId="4fdaca64-157b-4f34-aebd-58f672b6a20c" providerId="ADAL" clId="{9B24FA50-177C-4B5A-AA10-BF89D194F6B0}" dt="2024-03-05T20:37:52.939" v="926" actId="1076"/>
          <ac:spMkLst>
            <pc:docMk/>
            <pc:sldMk cId="1777781894" sldId="2147474098"/>
            <ac:spMk id="3" creationId="{E7A0A04E-4539-76F3-C369-AD07AF8FA944}"/>
          </ac:spMkLst>
        </pc:spChg>
        <pc:spChg chg="add mod">
          <ac:chgData name="Cartwright, Max" userId="4fdaca64-157b-4f34-aebd-58f672b6a20c" providerId="ADAL" clId="{9B24FA50-177C-4B5A-AA10-BF89D194F6B0}" dt="2024-03-05T20:04:27.702" v="188" actId="207"/>
          <ac:spMkLst>
            <pc:docMk/>
            <pc:sldMk cId="1777781894" sldId="2147474098"/>
            <ac:spMk id="4" creationId="{706B6A75-28EE-1CEB-7E72-360E7BA43EB4}"/>
          </ac:spMkLst>
        </pc:spChg>
        <pc:spChg chg="add mod">
          <ac:chgData name="Cartwright, Max" userId="4fdaca64-157b-4f34-aebd-58f672b6a20c" providerId="ADAL" clId="{9B24FA50-177C-4B5A-AA10-BF89D194F6B0}" dt="2024-03-05T20:03:46.700" v="183" actId="207"/>
          <ac:spMkLst>
            <pc:docMk/>
            <pc:sldMk cId="1777781894" sldId="2147474098"/>
            <ac:spMk id="5" creationId="{C180034C-E859-B2E5-597F-47AA58FED094}"/>
          </ac:spMkLst>
        </pc:spChg>
        <pc:spChg chg="mod">
          <ac:chgData name="Cartwright, Max" userId="4fdaca64-157b-4f34-aebd-58f672b6a20c" providerId="ADAL" clId="{9B24FA50-177C-4B5A-AA10-BF89D194F6B0}" dt="2024-03-05T20:00:10.851" v="96"/>
          <ac:spMkLst>
            <pc:docMk/>
            <pc:sldMk cId="1777781894" sldId="2147474098"/>
            <ac:spMk id="7" creationId="{30364FE3-14B1-F002-ACD5-547B5A67CF6F}"/>
          </ac:spMkLst>
        </pc:spChg>
        <pc:spChg chg="mod">
          <ac:chgData name="Cartwright, Max" userId="4fdaca64-157b-4f34-aebd-58f672b6a20c" providerId="ADAL" clId="{9B24FA50-177C-4B5A-AA10-BF89D194F6B0}" dt="2024-03-05T20:00:10.851" v="96"/>
          <ac:spMkLst>
            <pc:docMk/>
            <pc:sldMk cId="1777781894" sldId="2147474098"/>
            <ac:spMk id="8" creationId="{219FAD3E-0C25-6A50-20BA-ECBFF1D9306A}"/>
          </ac:spMkLst>
        </pc:spChg>
        <pc:spChg chg="mod">
          <ac:chgData name="Cartwright, Max" userId="4fdaca64-157b-4f34-aebd-58f672b6a20c" providerId="ADAL" clId="{9B24FA50-177C-4B5A-AA10-BF89D194F6B0}" dt="2024-03-05T20:00:10.851" v="96"/>
          <ac:spMkLst>
            <pc:docMk/>
            <pc:sldMk cId="1777781894" sldId="2147474098"/>
            <ac:spMk id="10" creationId="{310C64A6-B06D-475E-916E-02A0FBD646DA}"/>
          </ac:spMkLst>
        </pc:spChg>
        <pc:spChg chg="mod">
          <ac:chgData name="Cartwright, Max" userId="4fdaca64-157b-4f34-aebd-58f672b6a20c" providerId="ADAL" clId="{9B24FA50-177C-4B5A-AA10-BF89D194F6B0}" dt="2024-03-05T20:00:10.851" v="96"/>
          <ac:spMkLst>
            <pc:docMk/>
            <pc:sldMk cId="1777781894" sldId="2147474098"/>
            <ac:spMk id="11" creationId="{FBEE17C5-CB53-E942-C73C-AFFB57FD7C58}"/>
          </ac:spMkLst>
        </pc:spChg>
        <pc:spChg chg="mod">
          <ac:chgData name="Cartwright, Max" userId="4fdaca64-157b-4f34-aebd-58f672b6a20c" providerId="ADAL" clId="{9B24FA50-177C-4B5A-AA10-BF89D194F6B0}" dt="2024-03-05T20:00:10.851" v="96"/>
          <ac:spMkLst>
            <pc:docMk/>
            <pc:sldMk cId="1777781894" sldId="2147474098"/>
            <ac:spMk id="12" creationId="{CC2A41A5-1441-D327-0CDD-0BDD4F0B5586}"/>
          </ac:spMkLst>
        </pc:spChg>
        <pc:spChg chg="mod">
          <ac:chgData name="Cartwright, Max" userId="4fdaca64-157b-4f34-aebd-58f672b6a20c" providerId="ADAL" clId="{9B24FA50-177C-4B5A-AA10-BF89D194F6B0}" dt="2024-03-05T20:00:10.851" v="96"/>
          <ac:spMkLst>
            <pc:docMk/>
            <pc:sldMk cId="1777781894" sldId="2147474098"/>
            <ac:spMk id="13" creationId="{3007AEF4-1909-E000-EB1A-D963D6BB63B0}"/>
          </ac:spMkLst>
        </pc:spChg>
        <pc:spChg chg="mod">
          <ac:chgData name="Cartwright, Max" userId="4fdaca64-157b-4f34-aebd-58f672b6a20c" providerId="ADAL" clId="{9B24FA50-177C-4B5A-AA10-BF89D194F6B0}" dt="2024-03-05T20:00:10.851" v="96"/>
          <ac:spMkLst>
            <pc:docMk/>
            <pc:sldMk cId="1777781894" sldId="2147474098"/>
            <ac:spMk id="14" creationId="{29FE1352-0768-B194-8298-D358E9EF1581}"/>
          </ac:spMkLst>
        </pc:spChg>
        <pc:spChg chg="mod topLvl">
          <ac:chgData name="Cartwright, Max" userId="4fdaca64-157b-4f34-aebd-58f672b6a20c" providerId="ADAL" clId="{9B24FA50-177C-4B5A-AA10-BF89D194F6B0}" dt="2024-03-05T20:04:01.394" v="186" actId="207"/>
          <ac:spMkLst>
            <pc:docMk/>
            <pc:sldMk cId="1777781894" sldId="2147474098"/>
            <ac:spMk id="16" creationId="{323917D4-59EC-69F8-6FB5-6A37B28BDB35}"/>
          </ac:spMkLst>
        </pc:spChg>
        <pc:spChg chg="mod topLvl">
          <ac:chgData name="Cartwright, Max" userId="4fdaca64-157b-4f34-aebd-58f672b6a20c" providerId="ADAL" clId="{9B24FA50-177C-4B5A-AA10-BF89D194F6B0}" dt="2024-03-05T20:04:01.394" v="186" actId="207"/>
          <ac:spMkLst>
            <pc:docMk/>
            <pc:sldMk cId="1777781894" sldId="2147474098"/>
            <ac:spMk id="17" creationId="{7EE8758F-CE2A-406C-25A5-24AADC136BEB}"/>
          </ac:spMkLst>
        </pc:spChg>
        <pc:spChg chg="add mod">
          <ac:chgData name="Cartwright, Max" userId="4fdaca64-157b-4f34-aebd-58f672b6a20c" providerId="ADAL" clId="{9B24FA50-177C-4B5A-AA10-BF89D194F6B0}" dt="2024-03-05T20:02:47.274" v="144" actId="207"/>
          <ac:spMkLst>
            <pc:docMk/>
            <pc:sldMk cId="1777781894" sldId="2147474098"/>
            <ac:spMk id="18" creationId="{E3CE930B-6579-D0D0-A55B-55BA0970A65A}"/>
          </ac:spMkLst>
        </pc:spChg>
        <pc:spChg chg="add mod">
          <ac:chgData name="Cartwright, Max" userId="4fdaca64-157b-4f34-aebd-58f672b6a20c" providerId="ADAL" clId="{9B24FA50-177C-4B5A-AA10-BF89D194F6B0}" dt="2024-03-05T20:02:55.890" v="149" actId="207"/>
          <ac:spMkLst>
            <pc:docMk/>
            <pc:sldMk cId="1777781894" sldId="2147474098"/>
            <ac:spMk id="19" creationId="{6E2E7925-F87A-5A21-091A-AE06F240E47F}"/>
          </ac:spMkLst>
        </pc:spChg>
        <pc:spChg chg="add mod">
          <ac:chgData name="Cartwright, Max" userId="4fdaca64-157b-4f34-aebd-58f672b6a20c" providerId="ADAL" clId="{9B24FA50-177C-4B5A-AA10-BF89D194F6B0}" dt="2024-03-05T20:03:01.291" v="157" actId="207"/>
          <ac:spMkLst>
            <pc:docMk/>
            <pc:sldMk cId="1777781894" sldId="2147474098"/>
            <ac:spMk id="20" creationId="{509D5C8D-8ABD-06CA-F858-FF0498BAECB4}"/>
          </ac:spMkLst>
        </pc:spChg>
        <pc:spChg chg="add mod">
          <ac:chgData name="Cartwright, Max" userId="4fdaca64-157b-4f34-aebd-58f672b6a20c" providerId="ADAL" clId="{9B24FA50-177C-4B5A-AA10-BF89D194F6B0}" dt="2024-03-05T20:00:10.851" v="96"/>
          <ac:spMkLst>
            <pc:docMk/>
            <pc:sldMk cId="1777781894" sldId="2147474098"/>
            <ac:spMk id="21" creationId="{86A9E356-8DCA-1DD8-2A15-B34268754DA4}"/>
          </ac:spMkLst>
        </pc:spChg>
        <pc:spChg chg="add mod">
          <ac:chgData name="Cartwright, Max" userId="4fdaca64-157b-4f34-aebd-58f672b6a20c" providerId="ADAL" clId="{9B24FA50-177C-4B5A-AA10-BF89D194F6B0}" dt="2024-03-05T20:00:10.851" v="96"/>
          <ac:spMkLst>
            <pc:docMk/>
            <pc:sldMk cId="1777781894" sldId="2147474098"/>
            <ac:spMk id="22" creationId="{C8AEB16C-B524-FEC4-CF7B-4F32BD03B7A4}"/>
          </ac:spMkLst>
        </pc:spChg>
        <pc:spChg chg="add mod">
          <ac:chgData name="Cartwright, Max" userId="4fdaca64-157b-4f34-aebd-58f672b6a20c" providerId="ADAL" clId="{9B24FA50-177C-4B5A-AA10-BF89D194F6B0}" dt="2024-03-05T20:00:10.851" v="96"/>
          <ac:spMkLst>
            <pc:docMk/>
            <pc:sldMk cId="1777781894" sldId="2147474098"/>
            <ac:spMk id="23" creationId="{3C1EC9D6-9A54-FB80-1934-F123AEA2D776}"/>
          </ac:spMkLst>
        </pc:spChg>
        <pc:spChg chg="add mod">
          <ac:chgData name="Cartwright, Max" userId="4fdaca64-157b-4f34-aebd-58f672b6a20c" providerId="ADAL" clId="{9B24FA50-177C-4B5A-AA10-BF89D194F6B0}" dt="2024-03-05T20:00:10.851" v="96"/>
          <ac:spMkLst>
            <pc:docMk/>
            <pc:sldMk cId="1777781894" sldId="2147474098"/>
            <ac:spMk id="24" creationId="{B2E8C7B2-49F0-F8F5-8B5B-40C4277DBDF1}"/>
          </ac:spMkLst>
        </pc:spChg>
        <pc:spChg chg="add mod">
          <ac:chgData name="Cartwright, Max" userId="4fdaca64-157b-4f34-aebd-58f672b6a20c" providerId="ADAL" clId="{9B24FA50-177C-4B5A-AA10-BF89D194F6B0}" dt="2024-03-05T20:00:10.851" v="96"/>
          <ac:spMkLst>
            <pc:docMk/>
            <pc:sldMk cId="1777781894" sldId="2147474098"/>
            <ac:spMk id="25" creationId="{C65A9B1D-85D4-6894-1C87-58A9458231E9}"/>
          </ac:spMkLst>
        </pc:spChg>
        <pc:spChg chg="add mod">
          <ac:chgData name="Cartwright, Max" userId="4fdaca64-157b-4f34-aebd-58f672b6a20c" providerId="ADAL" clId="{9B24FA50-177C-4B5A-AA10-BF89D194F6B0}" dt="2024-03-05T20:00:10.851" v="96"/>
          <ac:spMkLst>
            <pc:docMk/>
            <pc:sldMk cId="1777781894" sldId="2147474098"/>
            <ac:spMk id="26" creationId="{FB02089F-7999-44B7-7BDF-5E837335AFD2}"/>
          </ac:spMkLst>
        </pc:spChg>
        <pc:spChg chg="add mod">
          <ac:chgData name="Cartwright, Max" userId="4fdaca64-157b-4f34-aebd-58f672b6a20c" providerId="ADAL" clId="{9B24FA50-177C-4B5A-AA10-BF89D194F6B0}" dt="2024-03-05T20:00:10.851" v="96"/>
          <ac:spMkLst>
            <pc:docMk/>
            <pc:sldMk cId="1777781894" sldId="2147474098"/>
            <ac:spMk id="27" creationId="{5F4D5FDD-8F0B-B331-6ADC-FEA916B2E436}"/>
          </ac:spMkLst>
        </pc:spChg>
        <pc:spChg chg="add mod">
          <ac:chgData name="Cartwright, Max" userId="4fdaca64-157b-4f34-aebd-58f672b6a20c" providerId="ADAL" clId="{9B24FA50-177C-4B5A-AA10-BF89D194F6B0}" dt="2024-03-05T20:03:18.788" v="159" actId="207"/>
          <ac:spMkLst>
            <pc:docMk/>
            <pc:sldMk cId="1777781894" sldId="2147474098"/>
            <ac:spMk id="28" creationId="{6618089D-87C0-6293-AAD2-BB3037CF2215}"/>
          </ac:spMkLst>
        </pc:spChg>
        <pc:spChg chg="add mod">
          <ac:chgData name="Cartwright, Max" userId="4fdaca64-157b-4f34-aebd-58f672b6a20c" providerId="ADAL" clId="{9B24FA50-177C-4B5A-AA10-BF89D194F6B0}" dt="2024-03-05T20:03:14.844" v="158" actId="207"/>
          <ac:spMkLst>
            <pc:docMk/>
            <pc:sldMk cId="1777781894" sldId="2147474098"/>
            <ac:spMk id="29" creationId="{8F9AC9CE-EE22-8999-C91E-7C53927F2574}"/>
          </ac:spMkLst>
        </pc:spChg>
        <pc:spChg chg="add mod">
          <ac:chgData name="Cartwright, Max" userId="4fdaca64-157b-4f34-aebd-58f672b6a20c" providerId="ADAL" clId="{9B24FA50-177C-4B5A-AA10-BF89D194F6B0}" dt="2024-03-05T20:03:14.844" v="158" actId="207"/>
          <ac:spMkLst>
            <pc:docMk/>
            <pc:sldMk cId="1777781894" sldId="2147474098"/>
            <ac:spMk id="30" creationId="{5E82B770-D54A-FBF8-FE78-3CD59F1E0B3C}"/>
          </ac:spMkLst>
        </pc:spChg>
        <pc:spChg chg="add mod">
          <ac:chgData name="Cartwright, Max" userId="4fdaca64-157b-4f34-aebd-58f672b6a20c" providerId="ADAL" clId="{9B24FA50-177C-4B5A-AA10-BF89D194F6B0}" dt="2024-03-05T20:00:10.851" v="96"/>
          <ac:spMkLst>
            <pc:docMk/>
            <pc:sldMk cId="1777781894" sldId="2147474098"/>
            <ac:spMk id="31" creationId="{F6EDAFA3-CF5D-6CD1-3F04-F26402155D40}"/>
          </ac:spMkLst>
        </pc:spChg>
        <pc:spChg chg="add del mod">
          <ac:chgData name="Cartwright, Max" userId="4fdaca64-157b-4f34-aebd-58f672b6a20c" providerId="ADAL" clId="{9B24FA50-177C-4B5A-AA10-BF89D194F6B0}" dt="2024-03-05T20:06:35.836" v="240" actId="478"/>
          <ac:spMkLst>
            <pc:docMk/>
            <pc:sldMk cId="1777781894" sldId="2147474098"/>
            <ac:spMk id="64" creationId="{56C8ED0B-81D8-46AA-6AD3-9599BED25299}"/>
          </ac:spMkLst>
        </pc:spChg>
        <pc:spChg chg="add mod">
          <ac:chgData name="Cartwright, Max" userId="4fdaca64-157b-4f34-aebd-58f672b6a20c" providerId="ADAL" clId="{9B24FA50-177C-4B5A-AA10-BF89D194F6B0}" dt="2024-03-05T20:04:47.553" v="199" actId="207"/>
          <ac:spMkLst>
            <pc:docMk/>
            <pc:sldMk cId="1777781894" sldId="2147474098"/>
            <ac:spMk id="65" creationId="{DD795179-BE8A-87C7-2CC3-B660419A6194}"/>
          </ac:spMkLst>
        </pc:spChg>
        <pc:spChg chg="add mod">
          <ac:chgData name="Cartwright, Max" userId="4fdaca64-157b-4f34-aebd-58f672b6a20c" providerId="ADAL" clId="{9B24FA50-177C-4B5A-AA10-BF89D194F6B0}" dt="2024-03-05T20:00:10.851" v="96"/>
          <ac:spMkLst>
            <pc:docMk/>
            <pc:sldMk cId="1777781894" sldId="2147474098"/>
            <ac:spMk id="66" creationId="{29E59022-4BF3-E29E-C12E-B58C08FA9385}"/>
          </ac:spMkLst>
        </pc:spChg>
        <pc:spChg chg="add mod">
          <ac:chgData name="Cartwright, Max" userId="4fdaca64-157b-4f34-aebd-58f672b6a20c" providerId="ADAL" clId="{9B24FA50-177C-4B5A-AA10-BF89D194F6B0}" dt="2024-03-05T20:04:18.853" v="187" actId="207"/>
          <ac:spMkLst>
            <pc:docMk/>
            <pc:sldMk cId="1777781894" sldId="2147474098"/>
            <ac:spMk id="67" creationId="{3E936388-8B97-58FF-A34C-E612EA3AE1DB}"/>
          </ac:spMkLst>
        </pc:spChg>
        <pc:spChg chg="add mod">
          <ac:chgData name="Cartwright, Max" userId="4fdaca64-157b-4f34-aebd-58f672b6a20c" providerId="ADAL" clId="{9B24FA50-177C-4B5A-AA10-BF89D194F6B0}" dt="2024-03-05T20:04:18.853" v="187" actId="207"/>
          <ac:spMkLst>
            <pc:docMk/>
            <pc:sldMk cId="1777781894" sldId="2147474098"/>
            <ac:spMk id="68" creationId="{6EC92D07-E96C-E6F1-6144-5C016A8483E5}"/>
          </ac:spMkLst>
        </pc:spChg>
        <pc:spChg chg="add mod">
          <ac:chgData name="Cartwright, Max" userId="4fdaca64-157b-4f34-aebd-58f672b6a20c" providerId="ADAL" clId="{9B24FA50-177C-4B5A-AA10-BF89D194F6B0}" dt="2024-03-05T20:04:18.853" v="187" actId="207"/>
          <ac:spMkLst>
            <pc:docMk/>
            <pc:sldMk cId="1777781894" sldId="2147474098"/>
            <ac:spMk id="69" creationId="{5D7DF35D-547B-CEF6-8912-5239B47DA582}"/>
          </ac:spMkLst>
        </pc:spChg>
        <pc:spChg chg="add mod">
          <ac:chgData name="Cartwright, Max" userId="4fdaca64-157b-4f34-aebd-58f672b6a20c" providerId="ADAL" clId="{9B24FA50-177C-4B5A-AA10-BF89D194F6B0}" dt="2024-03-05T20:04:18.853" v="187" actId="207"/>
          <ac:spMkLst>
            <pc:docMk/>
            <pc:sldMk cId="1777781894" sldId="2147474098"/>
            <ac:spMk id="70" creationId="{FAE2441E-7556-7B01-38DD-4F7576311E9F}"/>
          </ac:spMkLst>
        </pc:spChg>
        <pc:spChg chg="add mod">
          <ac:chgData name="Cartwright, Max" userId="4fdaca64-157b-4f34-aebd-58f672b6a20c" providerId="ADAL" clId="{9B24FA50-177C-4B5A-AA10-BF89D194F6B0}" dt="2024-03-05T20:00:10.851" v="96"/>
          <ac:spMkLst>
            <pc:docMk/>
            <pc:sldMk cId="1777781894" sldId="2147474098"/>
            <ac:spMk id="71" creationId="{CFB73E41-28E5-5B6A-78F2-6DDBCEC42C75}"/>
          </ac:spMkLst>
        </pc:spChg>
        <pc:spChg chg="add mod">
          <ac:chgData name="Cartwright, Max" userId="4fdaca64-157b-4f34-aebd-58f672b6a20c" providerId="ADAL" clId="{9B24FA50-177C-4B5A-AA10-BF89D194F6B0}" dt="2024-03-05T20:01:27.571" v="124" actId="207"/>
          <ac:spMkLst>
            <pc:docMk/>
            <pc:sldMk cId="1777781894" sldId="2147474098"/>
            <ac:spMk id="72" creationId="{8BE5E1E7-CD92-CE60-9C08-362CA75D1DE5}"/>
          </ac:spMkLst>
        </pc:spChg>
        <pc:spChg chg="add mod">
          <ac:chgData name="Cartwright, Max" userId="4fdaca64-157b-4f34-aebd-58f672b6a20c" providerId="ADAL" clId="{9B24FA50-177C-4B5A-AA10-BF89D194F6B0}" dt="2024-03-05T20:00:10.851" v="96"/>
          <ac:spMkLst>
            <pc:docMk/>
            <pc:sldMk cId="1777781894" sldId="2147474098"/>
            <ac:spMk id="73" creationId="{DA88CA85-FB53-C64C-A159-419AAEA605FC}"/>
          </ac:spMkLst>
        </pc:spChg>
        <pc:spChg chg="add mod">
          <ac:chgData name="Cartwright, Max" userId="4fdaca64-157b-4f34-aebd-58f672b6a20c" providerId="ADAL" clId="{9B24FA50-177C-4B5A-AA10-BF89D194F6B0}" dt="2024-03-05T20:00:10.851" v="96"/>
          <ac:spMkLst>
            <pc:docMk/>
            <pc:sldMk cId="1777781894" sldId="2147474098"/>
            <ac:spMk id="74" creationId="{09C7C15D-2C82-6EBF-7732-7EE3199114C7}"/>
          </ac:spMkLst>
        </pc:spChg>
        <pc:spChg chg="add mod">
          <ac:chgData name="Cartwright, Max" userId="4fdaca64-157b-4f34-aebd-58f672b6a20c" providerId="ADAL" clId="{9B24FA50-177C-4B5A-AA10-BF89D194F6B0}" dt="2024-03-05T20:05:10.491" v="214" actId="20577"/>
          <ac:spMkLst>
            <pc:docMk/>
            <pc:sldMk cId="1777781894" sldId="2147474098"/>
            <ac:spMk id="75" creationId="{91FCB2E9-EFCE-A69F-5B43-74088B169490}"/>
          </ac:spMkLst>
        </pc:spChg>
        <pc:spChg chg="add mod">
          <ac:chgData name="Cartwright, Max" userId="4fdaca64-157b-4f34-aebd-58f672b6a20c" providerId="ADAL" clId="{9B24FA50-177C-4B5A-AA10-BF89D194F6B0}" dt="2024-03-05T20:00:10.851" v="96"/>
          <ac:spMkLst>
            <pc:docMk/>
            <pc:sldMk cId="1777781894" sldId="2147474098"/>
            <ac:spMk id="76" creationId="{660483A6-BF2E-831F-93A1-BC2E4F558646}"/>
          </ac:spMkLst>
        </pc:spChg>
        <pc:spChg chg="add mod">
          <ac:chgData name="Cartwright, Max" userId="4fdaca64-157b-4f34-aebd-58f672b6a20c" providerId="ADAL" clId="{9B24FA50-177C-4B5A-AA10-BF89D194F6B0}" dt="2024-03-05T20:00:10.851" v="96"/>
          <ac:spMkLst>
            <pc:docMk/>
            <pc:sldMk cId="1777781894" sldId="2147474098"/>
            <ac:spMk id="77" creationId="{74A95E0F-3AB5-937B-3315-BED95511C67C}"/>
          </ac:spMkLst>
        </pc:spChg>
        <pc:spChg chg="del">
          <ac:chgData name="Cartwright, Max" userId="4fdaca64-157b-4f34-aebd-58f672b6a20c" providerId="ADAL" clId="{9B24FA50-177C-4B5A-AA10-BF89D194F6B0}" dt="2024-03-05T19:59:57.135" v="95" actId="478"/>
          <ac:spMkLst>
            <pc:docMk/>
            <pc:sldMk cId="1777781894" sldId="2147474098"/>
            <ac:spMk id="78" creationId="{B1AB24E9-537B-3FD7-F838-72888FAD5E03}"/>
          </ac:spMkLst>
        </pc:spChg>
        <pc:spChg chg="add mod">
          <ac:chgData name="Cartwright, Max" userId="4fdaca64-157b-4f34-aebd-58f672b6a20c" providerId="ADAL" clId="{9B24FA50-177C-4B5A-AA10-BF89D194F6B0}" dt="2024-03-05T20:03:14.844" v="158" actId="207"/>
          <ac:spMkLst>
            <pc:docMk/>
            <pc:sldMk cId="1777781894" sldId="2147474098"/>
            <ac:spMk id="79" creationId="{CD85CC9E-C76C-99A6-0AA7-D23EBC90B81C}"/>
          </ac:spMkLst>
        </pc:spChg>
        <pc:spChg chg="add mod">
          <ac:chgData name="Cartwright, Max" userId="4fdaca64-157b-4f34-aebd-58f672b6a20c" providerId="ADAL" clId="{9B24FA50-177C-4B5A-AA10-BF89D194F6B0}" dt="2024-03-05T20:00:10.851" v="96"/>
          <ac:spMkLst>
            <pc:docMk/>
            <pc:sldMk cId="1777781894" sldId="2147474098"/>
            <ac:spMk id="80" creationId="{D12F3023-A010-953A-C779-351443104C21}"/>
          </ac:spMkLst>
        </pc:spChg>
        <pc:spChg chg="del">
          <ac:chgData name="Cartwright, Max" userId="4fdaca64-157b-4f34-aebd-58f672b6a20c" providerId="ADAL" clId="{9B24FA50-177C-4B5A-AA10-BF89D194F6B0}" dt="2024-03-05T19:59:54.307" v="94" actId="478"/>
          <ac:spMkLst>
            <pc:docMk/>
            <pc:sldMk cId="1777781894" sldId="2147474098"/>
            <ac:spMk id="95" creationId="{66FAA36F-C2E4-F3F6-4029-3871A2B804FC}"/>
          </ac:spMkLst>
        </pc:spChg>
        <pc:spChg chg="del">
          <ac:chgData name="Cartwright, Max" userId="4fdaca64-157b-4f34-aebd-58f672b6a20c" providerId="ADAL" clId="{9B24FA50-177C-4B5A-AA10-BF89D194F6B0}" dt="2024-03-05T19:59:54.307" v="94" actId="478"/>
          <ac:spMkLst>
            <pc:docMk/>
            <pc:sldMk cId="1777781894" sldId="2147474098"/>
            <ac:spMk id="99" creationId="{72E76E29-0F54-6846-3CAB-032D44A210DE}"/>
          </ac:spMkLst>
        </pc:spChg>
        <pc:spChg chg="del">
          <ac:chgData name="Cartwright, Max" userId="4fdaca64-157b-4f34-aebd-58f672b6a20c" providerId="ADAL" clId="{9B24FA50-177C-4B5A-AA10-BF89D194F6B0}" dt="2024-03-05T19:59:54.307" v="94" actId="478"/>
          <ac:spMkLst>
            <pc:docMk/>
            <pc:sldMk cId="1777781894" sldId="2147474098"/>
            <ac:spMk id="100" creationId="{D5FA3F58-47F9-E915-9FD1-93E4ADFE3FFC}"/>
          </ac:spMkLst>
        </pc:spChg>
        <pc:spChg chg="del">
          <ac:chgData name="Cartwright, Max" userId="4fdaca64-157b-4f34-aebd-58f672b6a20c" providerId="ADAL" clId="{9B24FA50-177C-4B5A-AA10-BF89D194F6B0}" dt="2024-03-05T19:59:54.307" v="94" actId="478"/>
          <ac:spMkLst>
            <pc:docMk/>
            <pc:sldMk cId="1777781894" sldId="2147474098"/>
            <ac:spMk id="109" creationId="{73ED6D41-5DB2-1FFB-F73C-05E1C33EAB73}"/>
          </ac:spMkLst>
        </pc:spChg>
        <pc:spChg chg="del">
          <ac:chgData name="Cartwright, Max" userId="4fdaca64-157b-4f34-aebd-58f672b6a20c" providerId="ADAL" clId="{9B24FA50-177C-4B5A-AA10-BF89D194F6B0}" dt="2024-03-05T19:59:54.307" v="94" actId="478"/>
          <ac:spMkLst>
            <pc:docMk/>
            <pc:sldMk cId="1777781894" sldId="2147474098"/>
            <ac:spMk id="110" creationId="{4980B202-0471-B758-3DC7-9A929B27BD3C}"/>
          </ac:spMkLst>
        </pc:spChg>
        <pc:spChg chg="del">
          <ac:chgData name="Cartwright, Max" userId="4fdaca64-157b-4f34-aebd-58f672b6a20c" providerId="ADAL" clId="{9B24FA50-177C-4B5A-AA10-BF89D194F6B0}" dt="2024-03-05T19:59:54.307" v="94" actId="478"/>
          <ac:spMkLst>
            <pc:docMk/>
            <pc:sldMk cId="1777781894" sldId="2147474098"/>
            <ac:spMk id="111" creationId="{53AB399D-BB92-AE57-0FC5-4E6611113FC3}"/>
          </ac:spMkLst>
        </pc:spChg>
        <pc:spChg chg="del">
          <ac:chgData name="Cartwright, Max" userId="4fdaca64-157b-4f34-aebd-58f672b6a20c" providerId="ADAL" clId="{9B24FA50-177C-4B5A-AA10-BF89D194F6B0}" dt="2024-03-05T19:59:54.307" v="94" actId="478"/>
          <ac:spMkLst>
            <pc:docMk/>
            <pc:sldMk cId="1777781894" sldId="2147474098"/>
            <ac:spMk id="113" creationId="{18CC017A-C512-F4A6-2D74-1D4D891B5073}"/>
          </ac:spMkLst>
        </pc:spChg>
        <pc:spChg chg="del">
          <ac:chgData name="Cartwright, Max" userId="4fdaca64-157b-4f34-aebd-58f672b6a20c" providerId="ADAL" clId="{9B24FA50-177C-4B5A-AA10-BF89D194F6B0}" dt="2024-03-05T19:59:54.307" v="94" actId="478"/>
          <ac:spMkLst>
            <pc:docMk/>
            <pc:sldMk cId="1777781894" sldId="2147474098"/>
            <ac:spMk id="114" creationId="{DBA99863-29F2-63A9-F165-369228D8FD98}"/>
          </ac:spMkLst>
        </pc:spChg>
        <pc:spChg chg="del">
          <ac:chgData name="Cartwright, Max" userId="4fdaca64-157b-4f34-aebd-58f672b6a20c" providerId="ADAL" clId="{9B24FA50-177C-4B5A-AA10-BF89D194F6B0}" dt="2024-03-05T19:59:54.307" v="94" actId="478"/>
          <ac:spMkLst>
            <pc:docMk/>
            <pc:sldMk cId="1777781894" sldId="2147474098"/>
            <ac:spMk id="115" creationId="{C6AF3D11-E0D4-C70C-0ABF-B1521D21C7BB}"/>
          </ac:spMkLst>
        </pc:spChg>
        <pc:spChg chg="del">
          <ac:chgData name="Cartwright, Max" userId="4fdaca64-157b-4f34-aebd-58f672b6a20c" providerId="ADAL" clId="{9B24FA50-177C-4B5A-AA10-BF89D194F6B0}" dt="2024-03-05T19:59:54.307" v="94" actId="478"/>
          <ac:spMkLst>
            <pc:docMk/>
            <pc:sldMk cId="1777781894" sldId="2147474098"/>
            <ac:spMk id="119" creationId="{B0502CBE-6284-E21C-6506-09410BE45A21}"/>
          </ac:spMkLst>
        </pc:spChg>
        <pc:spChg chg="del">
          <ac:chgData name="Cartwright, Max" userId="4fdaca64-157b-4f34-aebd-58f672b6a20c" providerId="ADAL" clId="{9B24FA50-177C-4B5A-AA10-BF89D194F6B0}" dt="2024-03-05T19:59:54.307" v="94" actId="478"/>
          <ac:spMkLst>
            <pc:docMk/>
            <pc:sldMk cId="1777781894" sldId="2147474098"/>
            <ac:spMk id="120" creationId="{33025F4B-C8E0-4607-D5E3-F4737270C1E0}"/>
          </ac:spMkLst>
        </pc:spChg>
        <pc:spChg chg="del">
          <ac:chgData name="Cartwright, Max" userId="4fdaca64-157b-4f34-aebd-58f672b6a20c" providerId="ADAL" clId="{9B24FA50-177C-4B5A-AA10-BF89D194F6B0}" dt="2024-03-05T19:59:54.307" v="94" actId="478"/>
          <ac:spMkLst>
            <pc:docMk/>
            <pc:sldMk cId="1777781894" sldId="2147474098"/>
            <ac:spMk id="121" creationId="{07FE30F0-6EE6-A33E-EF7E-D16E09E438FC}"/>
          </ac:spMkLst>
        </pc:spChg>
        <pc:spChg chg="del">
          <ac:chgData name="Cartwright, Max" userId="4fdaca64-157b-4f34-aebd-58f672b6a20c" providerId="ADAL" clId="{9B24FA50-177C-4B5A-AA10-BF89D194F6B0}" dt="2024-03-05T19:59:54.307" v="94" actId="478"/>
          <ac:spMkLst>
            <pc:docMk/>
            <pc:sldMk cId="1777781894" sldId="2147474098"/>
            <ac:spMk id="157" creationId="{D7EBEA11-5617-AB09-4441-5563F77BD3C2}"/>
          </ac:spMkLst>
        </pc:spChg>
        <pc:spChg chg="add mod">
          <ac:chgData name="Cartwright, Max" userId="4fdaca64-157b-4f34-aebd-58f672b6a20c" providerId="ADAL" clId="{9B24FA50-177C-4B5A-AA10-BF89D194F6B0}" dt="2024-03-05T20:05:52.326" v="236" actId="207"/>
          <ac:spMkLst>
            <pc:docMk/>
            <pc:sldMk cId="1777781894" sldId="2147474098"/>
            <ac:spMk id="158" creationId="{065D6069-35D1-F6CE-68FA-DAB7FF59AAE4}"/>
          </ac:spMkLst>
        </pc:spChg>
        <pc:spChg chg="add mod">
          <ac:chgData name="Cartwright, Max" userId="4fdaca64-157b-4f34-aebd-58f672b6a20c" providerId="ADAL" clId="{9B24FA50-177C-4B5A-AA10-BF89D194F6B0}" dt="2024-03-05T20:05:59.626" v="237" actId="207"/>
          <ac:spMkLst>
            <pc:docMk/>
            <pc:sldMk cId="1777781894" sldId="2147474098"/>
            <ac:spMk id="159" creationId="{3E74D0DB-5D9F-2161-28F6-5F9454CB384D}"/>
          </ac:spMkLst>
        </pc:spChg>
        <pc:spChg chg="add mod">
          <ac:chgData name="Cartwright, Max" userId="4fdaca64-157b-4f34-aebd-58f672b6a20c" providerId="ADAL" clId="{9B24FA50-177C-4B5A-AA10-BF89D194F6B0}" dt="2024-03-05T20:05:31.179" v="228" actId="20577"/>
          <ac:spMkLst>
            <pc:docMk/>
            <pc:sldMk cId="1777781894" sldId="2147474098"/>
            <ac:spMk id="161" creationId="{D33F3196-94FF-53A9-BF8E-DF5118DDD82D}"/>
          </ac:spMkLst>
        </pc:spChg>
        <pc:spChg chg="add mod">
          <ac:chgData name="Cartwright, Max" userId="4fdaca64-157b-4f34-aebd-58f672b6a20c" providerId="ADAL" clId="{9B24FA50-177C-4B5A-AA10-BF89D194F6B0}" dt="2024-03-05T20:00:10.851" v="96"/>
          <ac:spMkLst>
            <pc:docMk/>
            <pc:sldMk cId="1777781894" sldId="2147474098"/>
            <ac:spMk id="162" creationId="{5E165112-15A1-D585-19AD-FF403D4091AB}"/>
          </ac:spMkLst>
        </pc:spChg>
        <pc:spChg chg="add mod">
          <ac:chgData name="Cartwright, Max" userId="4fdaca64-157b-4f34-aebd-58f672b6a20c" providerId="ADAL" clId="{9B24FA50-177C-4B5A-AA10-BF89D194F6B0}" dt="2024-03-05T20:00:10.851" v="96"/>
          <ac:spMkLst>
            <pc:docMk/>
            <pc:sldMk cId="1777781894" sldId="2147474098"/>
            <ac:spMk id="163" creationId="{A5DD8720-9485-51AF-3716-5D7E07F0CCBC}"/>
          </ac:spMkLst>
        </pc:spChg>
        <pc:spChg chg="add mod">
          <ac:chgData name="Cartwright, Max" userId="4fdaca64-157b-4f34-aebd-58f672b6a20c" providerId="ADAL" clId="{9B24FA50-177C-4B5A-AA10-BF89D194F6B0}" dt="2024-03-05T20:00:10.851" v="96"/>
          <ac:spMkLst>
            <pc:docMk/>
            <pc:sldMk cId="1777781894" sldId="2147474098"/>
            <ac:spMk id="165" creationId="{B944EC0A-0D17-C1E5-594F-EF5F09298951}"/>
          </ac:spMkLst>
        </pc:spChg>
        <pc:grpChg chg="add mod">
          <ac:chgData name="Cartwright, Max" userId="4fdaca64-157b-4f34-aebd-58f672b6a20c" providerId="ADAL" clId="{9B24FA50-177C-4B5A-AA10-BF89D194F6B0}" dt="2024-03-05T20:00:10.851" v="96"/>
          <ac:grpSpMkLst>
            <pc:docMk/>
            <pc:sldMk cId="1777781894" sldId="2147474098"/>
            <ac:grpSpMk id="6" creationId="{91F1EEB7-EA7A-D5C8-DE54-4BA7B14A4BFE}"/>
          </ac:grpSpMkLst>
        </pc:grpChg>
        <pc:grpChg chg="add mod">
          <ac:chgData name="Cartwright, Max" userId="4fdaca64-157b-4f34-aebd-58f672b6a20c" providerId="ADAL" clId="{9B24FA50-177C-4B5A-AA10-BF89D194F6B0}" dt="2024-03-05T20:00:10.851" v="96"/>
          <ac:grpSpMkLst>
            <pc:docMk/>
            <pc:sldMk cId="1777781894" sldId="2147474098"/>
            <ac:grpSpMk id="9" creationId="{E84670E2-B3A9-2243-6FE8-B3E0AA34B5D4}"/>
          </ac:grpSpMkLst>
        </pc:grpChg>
        <pc:grpChg chg="add del mod">
          <ac:chgData name="Cartwright, Max" userId="4fdaca64-157b-4f34-aebd-58f672b6a20c" providerId="ADAL" clId="{9B24FA50-177C-4B5A-AA10-BF89D194F6B0}" dt="2024-03-05T20:00:44.611" v="100" actId="165"/>
          <ac:grpSpMkLst>
            <pc:docMk/>
            <pc:sldMk cId="1777781894" sldId="2147474098"/>
            <ac:grpSpMk id="15" creationId="{69555B49-2C2C-4943-A9EE-B171AEEA4C0A}"/>
          </ac:grpSpMkLst>
        </pc:grpChg>
        <pc:grpChg chg="del">
          <ac:chgData name="Cartwright, Max" userId="4fdaca64-157b-4f34-aebd-58f672b6a20c" providerId="ADAL" clId="{9B24FA50-177C-4B5A-AA10-BF89D194F6B0}" dt="2024-03-05T19:59:54.307" v="94" actId="478"/>
          <ac:grpSpMkLst>
            <pc:docMk/>
            <pc:sldMk cId="1777781894" sldId="2147474098"/>
            <ac:grpSpMk id="89" creationId="{CBD39CFD-9F36-3FAD-72E7-5D46DBA0AAE6}"/>
          </ac:grpSpMkLst>
        </pc:grpChg>
        <pc:grpChg chg="del">
          <ac:chgData name="Cartwright, Max" userId="4fdaca64-157b-4f34-aebd-58f672b6a20c" providerId="ADAL" clId="{9B24FA50-177C-4B5A-AA10-BF89D194F6B0}" dt="2024-03-05T19:59:54.307" v="94" actId="478"/>
          <ac:grpSpMkLst>
            <pc:docMk/>
            <pc:sldMk cId="1777781894" sldId="2147474098"/>
            <ac:grpSpMk id="92" creationId="{E42F63F0-9060-CB34-F0FE-CEA125F15C7F}"/>
          </ac:grpSpMkLst>
        </pc:grpChg>
        <pc:grpChg chg="del">
          <ac:chgData name="Cartwright, Max" userId="4fdaca64-157b-4f34-aebd-58f672b6a20c" providerId="ADAL" clId="{9B24FA50-177C-4B5A-AA10-BF89D194F6B0}" dt="2024-03-05T19:59:54.307" v="94" actId="478"/>
          <ac:grpSpMkLst>
            <pc:docMk/>
            <pc:sldMk cId="1777781894" sldId="2147474098"/>
            <ac:grpSpMk id="96" creationId="{518CFBDA-43C4-3264-F9B2-7D5C11B90E3B}"/>
          </ac:grpSpMkLst>
        </pc:grpChg>
        <pc:grpChg chg="del">
          <ac:chgData name="Cartwright, Max" userId="4fdaca64-157b-4f34-aebd-58f672b6a20c" providerId="ADAL" clId="{9B24FA50-177C-4B5A-AA10-BF89D194F6B0}" dt="2024-03-05T19:59:54.307" v="94" actId="478"/>
          <ac:grpSpMkLst>
            <pc:docMk/>
            <pc:sldMk cId="1777781894" sldId="2147474098"/>
            <ac:grpSpMk id="101" creationId="{06245790-5D8E-19E0-3E96-8D90FFD80317}"/>
          </ac:grpSpMkLst>
        </pc:grpChg>
        <pc:grpChg chg="del">
          <ac:chgData name="Cartwright, Max" userId="4fdaca64-157b-4f34-aebd-58f672b6a20c" providerId="ADAL" clId="{9B24FA50-177C-4B5A-AA10-BF89D194F6B0}" dt="2024-03-05T19:59:54.307" v="94" actId="478"/>
          <ac:grpSpMkLst>
            <pc:docMk/>
            <pc:sldMk cId="1777781894" sldId="2147474098"/>
            <ac:grpSpMk id="105" creationId="{A13D0A05-CB60-C157-F079-CDC014466577}"/>
          </ac:grpSpMkLst>
        </pc:grpChg>
        <pc:grpChg chg="del">
          <ac:chgData name="Cartwright, Max" userId="4fdaca64-157b-4f34-aebd-58f672b6a20c" providerId="ADAL" clId="{9B24FA50-177C-4B5A-AA10-BF89D194F6B0}" dt="2024-03-05T19:59:54.307" v="94" actId="478"/>
          <ac:grpSpMkLst>
            <pc:docMk/>
            <pc:sldMk cId="1777781894" sldId="2147474098"/>
            <ac:grpSpMk id="116" creationId="{AD53E269-967C-B412-8820-516B7CB62B28}"/>
          </ac:grpSpMkLst>
        </pc:grpChg>
        <pc:grpChg chg="del">
          <ac:chgData name="Cartwright, Max" userId="4fdaca64-157b-4f34-aebd-58f672b6a20c" providerId="ADAL" clId="{9B24FA50-177C-4B5A-AA10-BF89D194F6B0}" dt="2024-03-05T19:59:54.307" v="94" actId="478"/>
          <ac:grpSpMkLst>
            <pc:docMk/>
            <pc:sldMk cId="1777781894" sldId="2147474098"/>
            <ac:grpSpMk id="122" creationId="{EB8CABA1-8A8C-63C7-A0B9-D97D1094E2DB}"/>
          </ac:grpSpMkLst>
        </pc:grpChg>
        <pc:grpChg chg="del">
          <ac:chgData name="Cartwright, Max" userId="4fdaca64-157b-4f34-aebd-58f672b6a20c" providerId="ADAL" clId="{9B24FA50-177C-4B5A-AA10-BF89D194F6B0}" dt="2024-03-05T19:59:54.307" v="94" actId="478"/>
          <ac:grpSpMkLst>
            <pc:docMk/>
            <pc:sldMk cId="1777781894" sldId="2147474098"/>
            <ac:grpSpMk id="153" creationId="{84DBE6B1-4861-6CEA-B587-A01A28B43ACE}"/>
          </ac:grpSpMkLst>
        </pc:grpChg>
        <pc:grpChg chg="del">
          <ac:chgData name="Cartwright, Max" userId="4fdaca64-157b-4f34-aebd-58f672b6a20c" providerId="ADAL" clId="{9B24FA50-177C-4B5A-AA10-BF89D194F6B0}" dt="2024-03-05T19:59:54.307" v="94" actId="478"/>
          <ac:grpSpMkLst>
            <pc:docMk/>
            <pc:sldMk cId="1777781894" sldId="2147474098"/>
            <ac:grpSpMk id="160" creationId="{7DA36771-D4ED-99AC-F653-195EC2B21710}"/>
          </ac:grpSpMkLst>
        </pc:grpChg>
        <pc:picChg chg="del">
          <ac:chgData name="Cartwright, Max" userId="4fdaca64-157b-4f34-aebd-58f672b6a20c" providerId="ADAL" clId="{9B24FA50-177C-4B5A-AA10-BF89D194F6B0}" dt="2024-03-05T19:59:54.307" v="94" actId="478"/>
          <ac:picMkLst>
            <pc:docMk/>
            <pc:sldMk cId="1777781894" sldId="2147474098"/>
            <ac:picMk id="83" creationId="{80EF16C6-3FAF-219F-F96A-93D8591E4824}"/>
          </ac:picMkLst>
        </pc:picChg>
        <pc:picChg chg="del">
          <ac:chgData name="Cartwright, Max" userId="4fdaca64-157b-4f34-aebd-58f672b6a20c" providerId="ADAL" clId="{9B24FA50-177C-4B5A-AA10-BF89D194F6B0}" dt="2024-03-05T19:59:54.307" v="94" actId="478"/>
          <ac:picMkLst>
            <pc:docMk/>
            <pc:sldMk cId="1777781894" sldId="2147474098"/>
            <ac:picMk id="86" creationId="{B4A38BD7-377B-34DA-9BDB-B095E47F1582}"/>
          </ac:picMkLst>
        </pc:picChg>
        <pc:picChg chg="del">
          <ac:chgData name="Cartwright, Max" userId="4fdaca64-157b-4f34-aebd-58f672b6a20c" providerId="ADAL" clId="{9B24FA50-177C-4B5A-AA10-BF89D194F6B0}" dt="2024-03-05T19:59:54.307" v="94" actId="478"/>
          <ac:picMkLst>
            <pc:docMk/>
            <pc:sldMk cId="1777781894" sldId="2147474098"/>
            <ac:picMk id="88" creationId="{071CFE37-F4F5-930B-EF0E-F56DE2C7DD81}"/>
          </ac:picMkLst>
        </pc:picChg>
        <pc:picChg chg="add del mod">
          <ac:chgData name="Cartwright, Max" userId="4fdaca64-157b-4f34-aebd-58f672b6a20c" providerId="ADAL" clId="{9B24FA50-177C-4B5A-AA10-BF89D194F6B0}" dt="2024-03-05T20:00:15.212" v="97" actId="478"/>
          <ac:picMkLst>
            <pc:docMk/>
            <pc:sldMk cId="1777781894" sldId="2147474098"/>
            <ac:picMk id="164" creationId="{318907BD-6C93-7ABD-F86A-D648B013087B}"/>
          </ac:picMkLst>
        </pc:picChg>
        <pc:picChg chg="add mod">
          <ac:chgData name="Cartwright, Max" userId="4fdaca64-157b-4f34-aebd-58f672b6a20c" providerId="ADAL" clId="{9B24FA50-177C-4B5A-AA10-BF89D194F6B0}" dt="2024-03-05T20:00:41.186" v="99" actId="1076"/>
          <ac:picMkLst>
            <pc:docMk/>
            <pc:sldMk cId="1777781894" sldId="2147474098"/>
            <ac:picMk id="166" creationId="{32021D27-AC29-E2A0-0031-9CFB5CD37562}"/>
          </ac:picMkLst>
        </pc:picChg>
        <pc:cxnChg chg="del">
          <ac:chgData name="Cartwright, Max" userId="4fdaca64-157b-4f34-aebd-58f672b6a20c" providerId="ADAL" clId="{9B24FA50-177C-4B5A-AA10-BF89D194F6B0}" dt="2024-03-05T19:59:54.307" v="94" actId="478"/>
          <ac:cxnSpMkLst>
            <pc:docMk/>
            <pc:sldMk cId="1777781894" sldId="2147474098"/>
            <ac:cxnSpMk id="84" creationId="{8E9F5508-A446-B2D4-C8E5-71C35E1D479C}"/>
          </ac:cxnSpMkLst>
        </pc:cxnChg>
        <pc:cxnChg chg="del">
          <ac:chgData name="Cartwright, Max" userId="4fdaca64-157b-4f34-aebd-58f672b6a20c" providerId="ADAL" clId="{9B24FA50-177C-4B5A-AA10-BF89D194F6B0}" dt="2024-03-05T19:59:54.307" v="94" actId="478"/>
          <ac:cxnSpMkLst>
            <pc:docMk/>
            <pc:sldMk cId="1777781894" sldId="2147474098"/>
            <ac:cxnSpMk id="85" creationId="{680F3C72-B27B-4385-CE6F-D17A1B408AFB}"/>
          </ac:cxnSpMkLst>
        </pc:cxnChg>
        <pc:cxnChg chg="del">
          <ac:chgData name="Cartwright, Max" userId="4fdaca64-157b-4f34-aebd-58f672b6a20c" providerId="ADAL" clId="{9B24FA50-177C-4B5A-AA10-BF89D194F6B0}" dt="2024-03-05T19:59:54.307" v="94" actId="478"/>
          <ac:cxnSpMkLst>
            <pc:docMk/>
            <pc:sldMk cId="1777781894" sldId="2147474098"/>
            <ac:cxnSpMk id="87" creationId="{5D2D7A86-0255-8C6C-41DC-0E87E31BBA69}"/>
          </ac:cxnSpMkLst>
        </pc:cxnChg>
        <pc:cxnChg chg="del">
          <ac:chgData name="Cartwright, Max" userId="4fdaca64-157b-4f34-aebd-58f672b6a20c" providerId="ADAL" clId="{9B24FA50-177C-4B5A-AA10-BF89D194F6B0}" dt="2024-03-05T19:59:54.307" v="94" actId="478"/>
          <ac:cxnSpMkLst>
            <pc:docMk/>
            <pc:sldMk cId="1777781894" sldId="2147474098"/>
            <ac:cxnSpMk id="112" creationId="{257F804C-1D1B-934C-5F46-74F7254958E3}"/>
          </ac:cxnSpMkLst>
        </pc:cxnChg>
        <pc:cxnChg chg="del">
          <ac:chgData name="Cartwright, Max" userId="4fdaca64-157b-4f34-aebd-58f672b6a20c" providerId="ADAL" clId="{9B24FA50-177C-4B5A-AA10-BF89D194F6B0}" dt="2024-03-05T19:59:54.307" v="94" actId="478"/>
          <ac:cxnSpMkLst>
            <pc:docMk/>
            <pc:sldMk cId="1777781894" sldId="2147474098"/>
            <ac:cxnSpMk id="156" creationId="{B2B1AE57-7099-5A8D-683F-17E988A725E1}"/>
          </ac:cxnSpMkLst>
        </pc:cxnChg>
      </pc:sldChg>
      <pc:sldChg chg="del">
        <pc:chgData name="Cartwright, Max" userId="4fdaca64-157b-4f34-aebd-58f672b6a20c" providerId="ADAL" clId="{9B24FA50-177C-4B5A-AA10-BF89D194F6B0}" dt="2024-03-05T19:58:42.185" v="84" actId="47"/>
        <pc:sldMkLst>
          <pc:docMk/>
          <pc:sldMk cId="3235824206" sldId="2147474098"/>
        </pc:sldMkLst>
      </pc:sldChg>
      <pc:sldChg chg="addSp delSp modSp add mod ord">
        <pc:chgData name="Cartwright, Max" userId="4fdaca64-157b-4f34-aebd-58f672b6a20c" providerId="ADAL" clId="{9B24FA50-177C-4B5A-AA10-BF89D194F6B0}" dt="2024-03-05T20:36:48.316" v="922" actId="1076"/>
        <pc:sldMkLst>
          <pc:docMk/>
          <pc:sldMk cId="2083448681" sldId="2147474099"/>
        </pc:sldMkLst>
        <pc:spChg chg="add mod">
          <ac:chgData name="Cartwright, Max" userId="4fdaca64-157b-4f34-aebd-58f672b6a20c" providerId="ADAL" clId="{9B24FA50-177C-4B5A-AA10-BF89D194F6B0}" dt="2024-03-05T20:07:41.206" v="243"/>
          <ac:spMkLst>
            <pc:docMk/>
            <pc:sldMk cId="2083448681" sldId="2147474099"/>
            <ac:spMk id="2" creationId="{50543BE8-19BE-6EFE-97EE-8E70FE6E527C}"/>
          </ac:spMkLst>
        </pc:spChg>
        <pc:spChg chg="mod">
          <ac:chgData name="Cartwright, Max" userId="4fdaca64-157b-4f34-aebd-58f672b6a20c" providerId="ADAL" clId="{9B24FA50-177C-4B5A-AA10-BF89D194F6B0}" dt="2024-03-05T20:36:48.316" v="922" actId="1076"/>
          <ac:spMkLst>
            <pc:docMk/>
            <pc:sldMk cId="2083448681" sldId="2147474099"/>
            <ac:spMk id="3" creationId="{E7A0A04E-4539-76F3-C369-AD07AF8FA944}"/>
          </ac:spMkLst>
        </pc:spChg>
        <pc:spChg chg="del">
          <ac:chgData name="Cartwright, Max" userId="4fdaca64-157b-4f34-aebd-58f672b6a20c" providerId="ADAL" clId="{9B24FA50-177C-4B5A-AA10-BF89D194F6B0}" dt="2024-03-05T20:07:34.485" v="242" actId="478"/>
          <ac:spMkLst>
            <pc:docMk/>
            <pc:sldMk cId="2083448681" sldId="2147474099"/>
            <ac:spMk id="4" creationId="{706B6A75-28EE-1CEB-7E72-360E7BA43EB4}"/>
          </ac:spMkLst>
        </pc:spChg>
        <pc:spChg chg="del">
          <ac:chgData name="Cartwright, Max" userId="4fdaca64-157b-4f34-aebd-58f672b6a20c" providerId="ADAL" clId="{9B24FA50-177C-4B5A-AA10-BF89D194F6B0}" dt="2024-03-05T20:07:34.485" v="242" actId="478"/>
          <ac:spMkLst>
            <pc:docMk/>
            <pc:sldMk cId="2083448681" sldId="2147474099"/>
            <ac:spMk id="5" creationId="{C180034C-E859-B2E5-597F-47AA58FED094}"/>
          </ac:spMkLst>
        </pc:spChg>
        <pc:spChg chg="add mod">
          <ac:chgData name="Cartwright, Max" userId="4fdaca64-157b-4f34-aebd-58f672b6a20c" providerId="ADAL" clId="{9B24FA50-177C-4B5A-AA10-BF89D194F6B0}" dt="2024-03-05T20:08:07.079" v="244" actId="207"/>
          <ac:spMkLst>
            <pc:docMk/>
            <pc:sldMk cId="2083448681" sldId="2147474099"/>
            <ac:spMk id="15" creationId="{84BE40A6-2B20-EF48-FF10-8FE654F2EDF2}"/>
          </ac:spMkLst>
        </pc:spChg>
        <pc:spChg chg="del">
          <ac:chgData name="Cartwright, Max" userId="4fdaca64-157b-4f34-aebd-58f672b6a20c" providerId="ADAL" clId="{9B24FA50-177C-4B5A-AA10-BF89D194F6B0}" dt="2024-03-05T20:07:34.485" v="242" actId="478"/>
          <ac:spMkLst>
            <pc:docMk/>
            <pc:sldMk cId="2083448681" sldId="2147474099"/>
            <ac:spMk id="16" creationId="{323917D4-59EC-69F8-6FB5-6A37B28BDB35}"/>
          </ac:spMkLst>
        </pc:spChg>
        <pc:spChg chg="del">
          <ac:chgData name="Cartwright, Max" userId="4fdaca64-157b-4f34-aebd-58f672b6a20c" providerId="ADAL" clId="{9B24FA50-177C-4B5A-AA10-BF89D194F6B0}" dt="2024-03-05T20:07:34.485" v="242" actId="478"/>
          <ac:spMkLst>
            <pc:docMk/>
            <pc:sldMk cId="2083448681" sldId="2147474099"/>
            <ac:spMk id="17" creationId="{7EE8758F-CE2A-406C-25A5-24AADC136BEB}"/>
          </ac:spMkLst>
        </pc:spChg>
        <pc:spChg chg="del">
          <ac:chgData name="Cartwright, Max" userId="4fdaca64-157b-4f34-aebd-58f672b6a20c" providerId="ADAL" clId="{9B24FA50-177C-4B5A-AA10-BF89D194F6B0}" dt="2024-03-05T20:07:34.485" v="242" actId="478"/>
          <ac:spMkLst>
            <pc:docMk/>
            <pc:sldMk cId="2083448681" sldId="2147474099"/>
            <ac:spMk id="18" creationId="{E3CE930B-6579-D0D0-A55B-55BA0970A65A}"/>
          </ac:spMkLst>
        </pc:spChg>
        <pc:spChg chg="del">
          <ac:chgData name="Cartwright, Max" userId="4fdaca64-157b-4f34-aebd-58f672b6a20c" providerId="ADAL" clId="{9B24FA50-177C-4B5A-AA10-BF89D194F6B0}" dt="2024-03-05T20:07:34.485" v="242" actId="478"/>
          <ac:spMkLst>
            <pc:docMk/>
            <pc:sldMk cId="2083448681" sldId="2147474099"/>
            <ac:spMk id="19" creationId="{6E2E7925-F87A-5A21-091A-AE06F240E47F}"/>
          </ac:spMkLst>
        </pc:spChg>
        <pc:spChg chg="del">
          <ac:chgData name="Cartwright, Max" userId="4fdaca64-157b-4f34-aebd-58f672b6a20c" providerId="ADAL" clId="{9B24FA50-177C-4B5A-AA10-BF89D194F6B0}" dt="2024-03-05T20:07:34.485" v="242" actId="478"/>
          <ac:spMkLst>
            <pc:docMk/>
            <pc:sldMk cId="2083448681" sldId="2147474099"/>
            <ac:spMk id="20" creationId="{509D5C8D-8ABD-06CA-F858-FF0498BAECB4}"/>
          </ac:spMkLst>
        </pc:spChg>
        <pc:spChg chg="del">
          <ac:chgData name="Cartwright, Max" userId="4fdaca64-157b-4f34-aebd-58f672b6a20c" providerId="ADAL" clId="{9B24FA50-177C-4B5A-AA10-BF89D194F6B0}" dt="2024-03-05T20:07:34.485" v="242" actId="478"/>
          <ac:spMkLst>
            <pc:docMk/>
            <pc:sldMk cId="2083448681" sldId="2147474099"/>
            <ac:spMk id="21" creationId="{86A9E356-8DCA-1DD8-2A15-B34268754DA4}"/>
          </ac:spMkLst>
        </pc:spChg>
        <pc:spChg chg="del">
          <ac:chgData name="Cartwright, Max" userId="4fdaca64-157b-4f34-aebd-58f672b6a20c" providerId="ADAL" clId="{9B24FA50-177C-4B5A-AA10-BF89D194F6B0}" dt="2024-03-05T20:07:34.485" v="242" actId="478"/>
          <ac:spMkLst>
            <pc:docMk/>
            <pc:sldMk cId="2083448681" sldId="2147474099"/>
            <ac:spMk id="22" creationId="{C8AEB16C-B524-FEC4-CF7B-4F32BD03B7A4}"/>
          </ac:spMkLst>
        </pc:spChg>
        <pc:spChg chg="del">
          <ac:chgData name="Cartwright, Max" userId="4fdaca64-157b-4f34-aebd-58f672b6a20c" providerId="ADAL" clId="{9B24FA50-177C-4B5A-AA10-BF89D194F6B0}" dt="2024-03-05T20:07:34.485" v="242" actId="478"/>
          <ac:spMkLst>
            <pc:docMk/>
            <pc:sldMk cId="2083448681" sldId="2147474099"/>
            <ac:spMk id="23" creationId="{3C1EC9D6-9A54-FB80-1934-F123AEA2D776}"/>
          </ac:spMkLst>
        </pc:spChg>
        <pc:spChg chg="del">
          <ac:chgData name="Cartwright, Max" userId="4fdaca64-157b-4f34-aebd-58f672b6a20c" providerId="ADAL" clId="{9B24FA50-177C-4B5A-AA10-BF89D194F6B0}" dt="2024-03-05T20:07:34.485" v="242" actId="478"/>
          <ac:spMkLst>
            <pc:docMk/>
            <pc:sldMk cId="2083448681" sldId="2147474099"/>
            <ac:spMk id="24" creationId="{B2E8C7B2-49F0-F8F5-8B5B-40C4277DBDF1}"/>
          </ac:spMkLst>
        </pc:spChg>
        <pc:spChg chg="del">
          <ac:chgData name="Cartwright, Max" userId="4fdaca64-157b-4f34-aebd-58f672b6a20c" providerId="ADAL" clId="{9B24FA50-177C-4B5A-AA10-BF89D194F6B0}" dt="2024-03-05T20:07:34.485" v="242" actId="478"/>
          <ac:spMkLst>
            <pc:docMk/>
            <pc:sldMk cId="2083448681" sldId="2147474099"/>
            <ac:spMk id="25" creationId="{C65A9B1D-85D4-6894-1C87-58A9458231E9}"/>
          </ac:spMkLst>
        </pc:spChg>
        <pc:spChg chg="del">
          <ac:chgData name="Cartwright, Max" userId="4fdaca64-157b-4f34-aebd-58f672b6a20c" providerId="ADAL" clId="{9B24FA50-177C-4B5A-AA10-BF89D194F6B0}" dt="2024-03-05T20:07:34.485" v="242" actId="478"/>
          <ac:spMkLst>
            <pc:docMk/>
            <pc:sldMk cId="2083448681" sldId="2147474099"/>
            <ac:spMk id="26" creationId="{FB02089F-7999-44B7-7BDF-5E837335AFD2}"/>
          </ac:spMkLst>
        </pc:spChg>
        <pc:spChg chg="del">
          <ac:chgData name="Cartwright, Max" userId="4fdaca64-157b-4f34-aebd-58f672b6a20c" providerId="ADAL" clId="{9B24FA50-177C-4B5A-AA10-BF89D194F6B0}" dt="2024-03-05T20:07:34.485" v="242" actId="478"/>
          <ac:spMkLst>
            <pc:docMk/>
            <pc:sldMk cId="2083448681" sldId="2147474099"/>
            <ac:spMk id="27" creationId="{5F4D5FDD-8F0B-B331-6ADC-FEA916B2E436}"/>
          </ac:spMkLst>
        </pc:spChg>
        <pc:spChg chg="del">
          <ac:chgData name="Cartwright, Max" userId="4fdaca64-157b-4f34-aebd-58f672b6a20c" providerId="ADAL" clId="{9B24FA50-177C-4B5A-AA10-BF89D194F6B0}" dt="2024-03-05T20:07:34.485" v="242" actId="478"/>
          <ac:spMkLst>
            <pc:docMk/>
            <pc:sldMk cId="2083448681" sldId="2147474099"/>
            <ac:spMk id="28" creationId="{6618089D-87C0-6293-AAD2-BB3037CF2215}"/>
          </ac:spMkLst>
        </pc:spChg>
        <pc:spChg chg="del">
          <ac:chgData name="Cartwright, Max" userId="4fdaca64-157b-4f34-aebd-58f672b6a20c" providerId="ADAL" clId="{9B24FA50-177C-4B5A-AA10-BF89D194F6B0}" dt="2024-03-05T20:07:34.485" v="242" actId="478"/>
          <ac:spMkLst>
            <pc:docMk/>
            <pc:sldMk cId="2083448681" sldId="2147474099"/>
            <ac:spMk id="29" creationId="{8F9AC9CE-EE22-8999-C91E-7C53927F2574}"/>
          </ac:spMkLst>
        </pc:spChg>
        <pc:spChg chg="del">
          <ac:chgData name="Cartwright, Max" userId="4fdaca64-157b-4f34-aebd-58f672b6a20c" providerId="ADAL" clId="{9B24FA50-177C-4B5A-AA10-BF89D194F6B0}" dt="2024-03-05T20:07:34.485" v="242" actId="478"/>
          <ac:spMkLst>
            <pc:docMk/>
            <pc:sldMk cId="2083448681" sldId="2147474099"/>
            <ac:spMk id="30" creationId="{5E82B770-D54A-FBF8-FE78-3CD59F1E0B3C}"/>
          </ac:spMkLst>
        </pc:spChg>
        <pc:spChg chg="del">
          <ac:chgData name="Cartwright, Max" userId="4fdaca64-157b-4f34-aebd-58f672b6a20c" providerId="ADAL" clId="{9B24FA50-177C-4B5A-AA10-BF89D194F6B0}" dt="2024-03-05T20:07:34.485" v="242" actId="478"/>
          <ac:spMkLst>
            <pc:docMk/>
            <pc:sldMk cId="2083448681" sldId="2147474099"/>
            <ac:spMk id="31" creationId="{F6EDAFA3-CF5D-6CD1-3F04-F26402155D40}"/>
          </ac:spMkLst>
        </pc:spChg>
        <pc:spChg chg="del">
          <ac:chgData name="Cartwright, Max" userId="4fdaca64-157b-4f34-aebd-58f672b6a20c" providerId="ADAL" clId="{9B24FA50-177C-4B5A-AA10-BF89D194F6B0}" dt="2024-03-05T20:07:34.485" v="242" actId="478"/>
          <ac:spMkLst>
            <pc:docMk/>
            <pc:sldMk cId="2083448681" sldId="2147474099"/>
            <ac:spMk id="64" creationId="{56C8ED0B-81D8-46AA-6AD3-9599BED25299}"/>
          </ac:spMkLst>
        </pc:spChg>
        <pc:spChg chg="del">
          <ac:chgData name="Cartwright, Max" userId="4fdaca64-157b-4f34-aebd-58f672b6a20c" providerId="ADAL" clId="{9B24FA50-177C-4B5A-AA10-BF89D194F6B0}" dt="2024-03-05T20:07:34.485" v="242" actId="478"/>
          <ac:spMkLst>
            <pc:docMk/>
            <pc:sldMk cId="2083448681" sldId="2147474099"/>
            <ac:spMk id="65" creationId="{DD795179-BE8A-87C7-2CC3-B660419A6194}"/>
          </ac:spMkLst>
        </pc:spChg>
        <pc:spChg chg="del">
          <ac:chgData name="Cartwright, Max" userId="4fdaca64-157b-4f34-aebd-58f672b6a20c" providerId="ADAL" clId="{9B24FA50-177C-4B5A-AA10-BF89D194F6B0}" dt="2024-03-05T20:07:34.485" v="242" actId="478"/>
          <ac:spMkLst>
            <pc:docMk/>
            <pc:sldMk cId="2083448681" sldId="2147474099"/>
            <ac:spMk id="66" creationId="{29E59022-4BF3-E29E-C12E-B58C08FA9385}"/>
          </ac:spMkLst>
        </pc:spChg>
        <pc:spChg chg="del">
          <ac:chgData name="Cartwright, Max" userId="4fdaca64-157b-4f34-aebd-58f672b6a20c" providerId="ADAL" clId="{9B24FA50-177C-4B5A-AA10-BF89D194F6B0}" dt="2024-03-05T20:07:34.485" v="242" actId="478"/>
          <ac:spMkLst>
            <pc:docMk/>
            <pc:sldMk cId="2083448681" sldId="2147474099"/>
            <ac:spMk id="67" creationId="{3E936388-8B97-58FF-A34C-E612EA3AE1DB}"/>
          </ac:spMkLst>
        </pc:spChg>
        <pc:spChg chg="del">
          <ac:chgData name="Cartwright, Max" userId="4fdaca64-157b-4f34-aebd-58f672b6a20c" providerId="ADAL" clId="{9B24FA50-177C-4B5A-AA10-BF89D194F6B0}" dt="2024-03-05T20:07:34.485" v="242" actId="478"/>
          <ac:spMkLst>
            <pc:docMk/>
            <pc:sldMk cId="2083448681" sldId="2147474099"/>
            <ac:spMk id="68" creationId="{6EC92D07-E96C-E6F1-6144-5C016A8483E5}"/>
          </ac:spMkLst>
        </pc:spChg>
        <pc:spChg chg="del">
          <ac:chgData name="Cartwright, Max" userId="4fdaca64-157b-4f34-aebd-58f672b6a20c" providerId="ADAL" clId="{9B24FA50-177C-4B5A-AA10-BF89D194F6B0}" dt="2024-03-05T20:07:34.485" v="242" actId="478"/>
          <ac:spMkLst>
            <pc:docMk/>
            <pc:sldMk cId="2083448681" sldId="2147474099"/>
            <ac:spMk id="69" creationId="{5D7DF35D-547B-CEF6-8912-5239B47DA582}"/>
          </ac:spMkLst>
        </pc:spChg>
        <pc:spChg chg="del">
          <ac:chgData name="Cartwright, Max" userId="4fdaca64-157b-4f34-aebd-58f672b6a20c" providerId="ADAL" clId="{9B24FA50-177C-4B5A-AA10-BF89D194F6B0}" dt="2024-03-05T20:07:34.485" v="242" actId="478"/>
          <ac:spMkLst>
            <pc:docMk/>
            <pc:sldMk cId="2083448681" sldId="2147474099"/>
            <ac:spMk id="70" creationId="{FAE2441E-7556-7B01-38DD-4F7576311E9F}"/>
          </ac:spMkLst>
        </pc:spChg>
        <pc:spChg chg="del">
          <ac:chgData name="Cartwright, Max" userId="4fdaca64-157b-4f34-aebd-58f672b6a20c" providerId="ADAL" clId="{9B24FA50-177C-4B5A-AA10-BF89D194F6B0}" dt="2024-03-05T20:07:34.485" v="242" actId="478"/>
          <ac:spMkLst>
            <pc:docMk/>
            <pc:sldMk cId="2083448681" sldId="2147474099"/>
            <ac:spMk id="71" creationId="{CFB73E41-28E5-5B6A-78F2-6DDBCEC42C75}"/>
          </ac:spMkLst>
        </pc:spChg>
        <pc:spChg chg="del">
          <ac:chgData name="Cartwright, Max" userId="4fdaca64-157b-4f34-aebd-58f672b6a20c" providerId="ADAL" clId="{9B24FA50-177C-4B5A-AA10-BF89D194F6B0}" dt="2024-03-05T20:07:34.485" v="242" actId="478"/>
          <ac:spMkLst>
            <pc:docMk/>
            <pc:sldMk cId="2083448681" sldId="2147474099"/>
            <ac:spMk id="72" creationId="{8BE5E1E7-CD92-CE60-9C08-362CA75D1DE5}"/>
          </ac:spMkLst>
        </pc:spChg>
        <pc:spChg chg="del">
          <ac:chgData name="Cartwright, Max" userId="4fdaca64-157b-4f34-aebd-58f672b6a20c" providerId="ADAL" clId="{9B24FA50-177C-4B5A-AA10-BF89D194F6B0}" dt="2024-03-05T20:07:34.485" v="242" actId="478"/>
          <ac:spMkLst>
            <pc:docMk/>
            <pc:sldMk cId="2083448681" sldId="2147474099"/>
            <ac:spMk id="73" creationId="{DA88CA85-FB53-C64C-A159-419AAEA605FC}"/>
          </ac:spMkLst>
        </pc:spChg>
        <pc:spChg chg="del">
          <ac:chgData name="Cartwright, Max" userId="4fdaca64-157b-4f34-aebd-58f672b6a20c" providerId="ADAL" clId="{9B24FA50-177C-4B5A-AA10-BF89D194F6B0}" dt="2024-03-05T20:07:34.485" v="242" actId="478"/>
          <ac:spMkLst>
            <pc:docMk/>
            <pc:sldMk cId="2083448681" sldId="2147474099"/>
            <ac:spMk id="74" creationId="{09C7C15D-2C82-6EBF-7732-7EE3199114C7}"/>
          </ac:spMkLst>
        </pc:spChg>
        <pc:spChg chg="del">
          <ac:chgData name="Cartwright, Max" userId="4fdaca64-157b-4f34-aebd-58f672b6a20c" providerId="ADAL" clId="{9B24FA50-177C-4B5A-AA10-BF89D194F6B0}" dt="2024-03-05T20:07:34.485" v="242" actId="478"/>
          <ac:spMkLst>
            <pc:docMk/>
            <pc:sldMk cId="2083448681" sldId="2147474099"/>
            <ac:spMk id="75" creationId="{91FCB2E9-EFCE-A69F-5B43-74088B169490}"/>
          </ac:spMkLst>
        </pc:spChg>
        <pc:spChg chg="del">
          <ac:chgData name="Cartwright, Max" userId="4fdaca64-157b-4f34-aebd-58f672b6a20c" providerId="ADAL" clId="{9B24FA50-177C-4B5A-AA10-BF89D194F6B0}" dt="2024-03-05T20:07:34.485" v="242" actId="478"/>
          <ac:spMkLst>
            <pc:docMk/>
            <pc:sldMk cId="2083448681" sldId="2147474099"/>
            <ac:spMk id="76" creationId="{660483A6-BF2E-831F-93A1-BC2E4F558646}"/>
          </ac:spMkLst>
        </pc:spChg>
        <pc:spChg chg="del">
          <ac:chgData name="Cartwright, Max" userId="4fdaca64-157b-4f34-aebd-58f672b6a20c" providerId="ADAL" clId="{9B24FA50-177C-4B5A-AA10-BF89D194F6B0}" dt="2024-03-05T20:07:34.485" v="242" actId="478"/>
          <ac:spMkLst>
            <pc:docMk/>
            <pc:sldMk cId="2083448681" sldId="2147474099"/>
            <ac:spMk id="77" creationId="{74A95E0F-3AB5-937B-3315-BED95511C67C}"/>
          </ac:spMkLst>
        </pc:spChg>
        <pc:spChg chg="add mod">
          <ac:chgData name="Cartwright, Max" userId="4fdaca64-157b-4f34-aebd-58f672b6a20c" providerId="ADAL" clId="{9B24FA50-177C-4B5A-AA10-BF89D194F6B0}" dt="2024-03-05T20:08:07.079" v="244" actId="207"/>
          <ac:spMkLst>
            <pc:docMk/>
            <pc:sldMk cId="2083448681" sldId="2147474099"/>
            <ac:spMk id="78" creationId="{71140F2D-9581-6B33-D723-68FF23A3D0DD}"/>
          </ac:spMkLst>
        </pc:spChg>
        <pc:spChg chg="del">
          <ac:chgData name="Cartwright, Max" userId="4fdaca64-157b-4f34-aebd-58f672b6a20c" providerId="ADAL" clId="{9B24FA50-177C-4B5A-AA10-BF89D194F6B0}" dt="2024-03-05T20:07:34.485" v="242" actId="478"/>
          <ac:spMkLst>
            <pc:docMk/>
            <pc:sldMk cId="2083448681" sldId="2147474099"/>
            <ac:spMk id="79" creationId="{CD85CC9E-C76C-99A6-0AA7-D23EBC90B81C}"/>
          </ac:spMkLst>
        </pc:spChg>
        <pc:spChg chg="del">
          <ac:chgData name="Cartwright, Max" userId="4fdaca64-157b-4f34-aebd-58f672b6a20c" providerId="ADAL" clId="{9B24FA50-177C-4B5A-AA10-BF89D194F6B0}" dt="2024-03-05T20:07:34.485" v="242" actId="478"/>
          <ac:spMkLst>
            <pc:docMk/>
            <pc:sldMk cId="2083448681" sldId="2147474099"/>
            <ac:spMk id="80" creationId="{D12F3023-A010-953A-C779-351443104C21}"/>
          </ac:spMkLst>
        </pc:spChg>
        <pc:spChg chg="add mod">
          <ac:chgData name="Cartwright, Max" userId="4fdaca64-157b-4f34-aebd-58f672b6a20c" providerId="ADAL" clId="{9B24FA50-177C-4B5A-AA10-BF89D194F6B0}" dt="2024-03-05T20:08:07.079" v="244" actId="207"/>
          <ac:spMkLst>
            <pc:docMk/>
            <pc:sldMk cId="2083448681" sldId="2147474099"/>
            <ac:spMk id="81" creationId="{39EF14A7-68C6-D3B6-A2F8-E16CF3B11EC8}"/>
          </ac:spMkLst>
        </pc:spChg>
        <pc:spChg chg="mod">
          <ac:chgData name="Cartwright, Max" userId="4fdaca64-157b-4f34-aebd-58f672b6a20c" providerId="ADAL" clId="{9B24FA50-177C-4B5A-AA10-BF89D194F6B0}" dt="2024-03-05T20:07:41.206" v="243"/>
          <ac:spMkLst>
            <pc:docMk/>
            <pc:sldMk cId="2083448681" sldId="2147474099"/>
            <ac:spMk id="84" creationId="{05DA9511-343D-9F21-002E-613A7C208BCD}"/>
          </ac:spMkLst>
        </pc:spChg>
        <pc:spChg chg="mod">
          <ac:chgData name="Cartwright, Max" userId="4fdaca64-157b-4f34-aebd-58f672b6a20c" providerId="ADAL" clId="{9B24FA50-177C-4B5A-AA10-BF89D194F6B0}" dt="2024-03-05T20:07:41.206" v="243"/>
          <ac:spMkLst>
            <pc:docMk/>
            <pc:sldMk cId="2083448681" sldId="2147474099"/>
            <ac:spMk id="85" creationId="{FB217BBD-D011-0D31-816E-535A419C9205}"/>
          </ac:spMkLst>
        </pc:spChg>
        <pc:spChg chg="mod">
          <ac:chgData name="Cartwright, Max" userId="4fdaca64-157b-4f34-aebd-58f672b6a20c" providerId="ADAL" clId="{9B24FA50-177C-4B5A-AA10-BF89D194F6B0}" dt="2024-03-05T20:07:41.206" v="243"/>
          <ac:spMkLst>
            <pc:docMk/>
            <pc:sldMk cId="2083448681" sldId="2147474099"/>
            <ac:spMk id="86" creationId="{242E738E-2AB6-B1CC-1A8A-6D74F76E7203}"/>
          </ac:spMkLst>
        </pc:spChg>
        <pc:spChg chg="mod">
          <ac:chgData name="Cartwright, Max" userId="4fdaca64-157b-4f34-aebd-58f672b6a20c" providerId="ADAL" clId="{9B24FA50-177C-4B5A-AA10-BF89D194F6B0}" dt="2024-03-05T20:07:41.206" v="243"/>
          <ac:spMkLst>
            <pc:docMk/>
            <pc:sldMk cId="2083448681" sldId="2147474099"/>
            <ac:spMk id="87" creationId="{1B2CA04F-6088-C20F-BDDC-D8BA2BCAC47B}"/>
          </ac:spMkLst>
        </pc:spChg>
        <pc:spChg chg="add mod">
          <ac:chgData name="Cartwright, Max" userId="4fdaca64-157b-4f34-aebd-58f672b6a20c" providerId="ADAL" clId="{9B24FA50-177C-4B5A-AA10-BF89D194F6B0}" dt="2024-03-05T20:07:41.206" v="243"/>
          <ac:spMkLst>
            <pc:docMk/>
            <pc:sldMk cId="2083448681" sldId="2147474099"/>
            <ac:spMk id="88" creationId="{0B42D45C-9B4B-1ADB-B9F5-5A80B3504D98}"/>
          </ac:spMkLst>
        </pc:spChg>
        <pc:spChg chg="add mod">
          <ac:chgData name="Cartwright, Max" userId="4fdaca64-157b-4f34-aebd-58f672b6a20c" providerId="ADAL" clId="{9B24FA50-177C-4B5A-AA10-BF89D194F6B0}" dt="2024-03-05T20:08:07.079" v="244" actId="207"/>
          <ac:spMkLst>
            <pc:docMk/>
            <pc:sldMk cId="2083448681" sldId="2147474099"/>
            <ac:spMk id="89" creationId="{354EFE6E-37CF-9264-09F0-36887FF3F456}"/>
          </ac:spMkLst>
        </pc:spChg>
        <pc:spChg chg="add mod">
          <ac:chgData name="Cartwright, Max" userId="4fdaca64-157b-4f34-aebd-58f672b6a20c" providerId="ADAL" clId="{9B24FA50-177C-4B5A-AA10-BF89D194F6B0}" dt="2024-03-05T20:07:41.206" v="243"/>
          <ac:spMkLst>
            <pc:docMk/>
            <pc:sldMk cId="2083448681" sldId="2147474099"/>
            <ac:spMk id="90" creationId="{EBE76C0C-C9B1-CB50-3106-D5EBF04E1C0D}"/>
          </ac:spMkLst>
        </pc:spChg>
        <pc:spChg chg="add mod">
          <ac:chgData name="Cartwright, Max" userId="4fdaca64-157b-4f34-aebd-58f672b6a20c" providerId="ADAL" clId="{9B24FA50-177C-4B5A-AA10-BF89D194F6B0}" dt="2024-03-05T20:07:41.206" v="243"/>
          <ac:spMkLst>
            <pc:docMk/>
            <pc:sldMk cId="2083448681" sldId="2147474099"/>
            <ac:spMk id="91" creationId="{2C1B6095-C1CC-AD7D-BA95-E7A1BD0693FF}"/>
          </ac:spMkLst>
        </pc:spChg>
        <pc:spChg chg="add mod">
          <ac:chgData name="Cartwright, Max" userId="4fdaca64-157b-4f34-aebd-58f672b6a20c" providerId="ADAL" clId="{9B24FA50-177C-4B5A-AA10-BF89D194F6B0}" dt="2024-03-05T20:07:41.206" v="243"/>
          <ac:spMkLst>
            <pc:docMk/>
            <pc:sldMk cId="2083448681" sldId="2147474099"/>
            <ac:spMk id="92" creationId="{A4C3E0E1-B0F2-F019-8B67-69687554332F}"/>
          </ac:spMkLst>
        </pc:spChg>
        <pc:spChg chg="add mod">
          <ac:chgData name="Cartwright, Max" userId="4fdaca64-157b-4f34-aebd-58f672b6a20c" providerId="ADAL" clId="{9B24FA50-177C-4B5A-AA10-BF89D194F6B0}" dt="2024-03-05T20:07:41.206" v="243"/>
          <ac:spMkLst>
            <pc:docMk/>
            <pc:sldMk cId="2083448681" sldId="2147474099"/>
            <ac:spMk id="94" creationId="{21871C61-CA3E-0740-EEE3-2715DD7763F1}"/>
          </ac:spMkLst>
        </pc:spChg>
        <pc:spChg chg="add mod">
          <ac:chgData name="Cartwright, Max" userId="4fdaca64-157b-4f34-aebd-58f672b6a20c" providerId="ADAL" clId="{9B24FA50-177C-4B5A-AA10-BF89D194F6B0}" dt="2024-03-05T20:07:41.206" v="243"/>
          <ac:spMkLst>
            <pc:docMk/>
            <pc:sldMk cId="2083448681" sldId="2147474099"/>
            <ac:spMk id="95" creationId="{78BF1FCE-A2E0-5976-72CC-93B96E9FF949}"/>
          </ac:spMkLst>
        </pc:spChg>
        <pc:spChg chg="add mod">
          <ac:chgData name="Cartwright, Max" userId="4fdaca64-157b-4f34-aebd-58f672b6a20c" providerId="ADAL" clId="{9B24FA50-177C-4B5A-AA10-BF89D194F6B0}" dt="2024-03-05T20:07:41.206" v="243"/>
          <ac:spMkLst>
            <pc:docMk/>
            <pc:sldMk cId="2083448681" sldId="2147474099"/>
            <ac:spMk id="128" creationId="{6C47947E-7341-1848-0401-E98FDAC64907}"/>
          </ac:spMkLst>
        </pc:spChg>
        <pc:spChg chg="add mod">
          <ac:chgData name="Cartwright, Max" userId="4fdaca64-157b-4f34-aebd-58f672b6a20c" providerId="ADAL" clId="{9B24FA50-177C-4B5A-AA10-BF89D194F6B0}" dt="2024-03-05T20:07:41.206" v="243"/>
          <ac:spMkLst>
            <pc:docMk/>
            <pc:sldMk cId="2083448681" sldId="2147474099"/>
            <ac:spMk id="129" creationId="{4C9A3C9D-C825-C4B0-4D1B-BBC97372EDD2}"/>
          </ac:spMkLst>
        </pc:spChg>
        <pc:spChg chg="add mod">
          <ac:chgData name="Cartwright, Max" userId="4fdaca64-157b-4f34-aebd-58f672b6a20c" providerId="ADAL" clId="{9B24FA50-177C-4B5A-AA10-BF89D194F6B0}" dt="2024-03-05T20:07:41.206" v="243"/>
          <ac:spMkLst>
            <pc:docMk/>
            <pc:sldMk cId="2083448681" sldId="2147474099"/>
            <ac:spMk id="130" creationId="{04EA75CA-5F6D-2877-C59B-988A62F16E12}"/>
          </ac:spMkLst>
        </pc:spChg>
        <pc:spChg chg="add mod">
          <ac:chgData name="Cartwright, Max" userId="4fdaca64-157b-4f34-aebd-58f672b6a20c" providerId="ADAL" clId="{9B24FA50-177C-4B5A-AA10-BF89D194F6B0}" dt="2024-03-05T20:08:07.079" v="244" actId="207"/>
          <ac:spMkLst>
            <pc:docMk/>
            <pc:sldMk cId="2083448681" sldId="2147474099"/>
            <ac:spMk id="131" creationId="{91466A21-A73D-B668-A280-7D9DEB296751}"/>
          </ac:spMkLst>
        </pc:spChg>
        <pc:spChg chg="add mod">
          <ac:chgData name="Cartwright, Max" userId="4fdaca64-157b-4f34-aebd-58f672b6a20c" providerId="ADAL" clId="{9B24FA50-177C-4B5A-AA10-BF89D194F6B0}" dt="2024-03-05T20:16:28.819" v="427" actId="207"/>
          <ac:spMkLst>
            <pc:docMk/>
            <pc:sldMk cId="2083448681" sldId="2147474099"/>
            <ac:spMk id="132" creationId="{41F77DE5-FCF4-7E98-BE9A-64A7C27B7D19}"/>
          </ac:spMkLst>
        </pc:spChg>
        <pc:spChg chg="add mod">
          <ac:chgData name="Cartwright, Max" userId="4fdaca64-157b-4f34-aebd-58f672b6a20c" providerId="ADAL" clId="{9B24FA50-177C-4B5A-AA10-BF89D194F6B0}" dt="2024-03-05T20:07:41.206" v="243"/>
          <ac:spMkLst>
            <pc:docMk/>
            <pc:sldMk cId="2083448681" sldId="2147474099"/>
            <ac:spMk id="133" creationId="{E9EFC2D7-B86C-0329-A5A4-61E310A64C58}"/>
          </ac:spMkLst>
        </pc:spChg>
        <pc:spChg chg="add mod">
          <ac:chgData name="Cartwright, Max" userId="4fdaca64-157b-4f34-aebd-58f672b6a20c" providerId="ADAL" clId="{9B24FA50-177C-4B5A-AA10-BF89D194F6B0}" dt="2024-03-05T20:07:41.206" v="243"/>
          <ac:spMkLst>
            <pc:docMk/>
            <pc:sldMk cId="2083448681" sldId="2147474099"/>
            <ac:spMk id="134" creationId="{197DBD37-4087-34BB-33B8-77CF4BBB841C}"/>
          </ac:spMkLst>
        </pc:spChg>
        <pc:spChg chg="add mod">
          <ac:chgData name="Cartwright, Max" userId="4fdaca64-157b-4f34-aebd-58f672b6a20c" providerId="ADAL" clId="{9B24FA50-177C-4B5A-AA10-BF89D194F6B0}" dt="2024-03-05T20:07:41.206" v="243"/>
          <ac:spMkLst>
            <pc:docMk/>
            <pc:sldMk cId="2083448681" sldId="2147474099"/>
            <ac:spMk id="135" creationId="{1A9EE461-FC41-BDAE-0A5C-305D1BBE758D}"/>
          </ac:spMkLst>
        </pc:spChg>
        <pc:spChg chg="add mod">
          <ac:chgData name="Cartwright, Max" userId="4fdaca64-157b-4f34-aebd-58f672b6a20c" providerId="ADAL" clId="{9B24FA50-177C-4B5A-AA10-BF89D194F6B0}" dt="2024-03-05T20:08:07.079" v="244" actId="207"/>
          <ac:spMkLst>
            <pc:docMk/>
            <pc:sldMk cId="2083448681" sldId="2147474099"/>
            <ac:spMk id="136" creationId="{2244E02E-AD45-B8FB-3AD2-9721659FC9B2}"/>
          </ac:spMkLst>
        </pc:spChg>
        <pc:spChg chg="add mod">
          <ac:chgData name="Cartwright, Max" userId="4fdaca64-157b-4f34-aebd-58f672b6a20c" providerId="ADAL" clId="{9B24FA50-177C-4B5A-AA10-BF89D194F6B0}" dt="2024-03-05T20:08:07.079" v="244" actId="207"/>
          <ac:spMkLst>
            <pc:docMk/>
            <pc:sldMk cId="2083448681" sldId="2147474099"/>
            <ac:spMk id="137" creationId="{6F697118-FE42-5531-ED44-3AD7B67A0BE3}"/>
          </ac:spMkLst>
        </pc:spChg>
        <pc:spChg chg="add mod">
          <ac:chgData name="Cartwright, Max" userId="4fdaca64-157b-4f34-aebd-58f672b6a20c" providerId="ADAL" clId="{9B24FA50-177C-4B5A-AA10-BF89D194F6B0}" dt="2024-03-05T20:08:07.079" v="244" actId="207"/>
          <ac:spMkLst>
            <pc:docMk/>
            <pc:sldMk cId="2083448681" sldId="2147474099"/>
            <ac:spMk id="138" creationId="{F833B1BB-3886-AB1A-2D27-EDC6A2AC7015}"/>
          </ac:spMkLst>
        </pc:spChg>
        <pc:spChg chg="add mod">
          <ac:chgData name="Cartwright, Max" userId="4fdaca64-157b-4f34-aebd-58f672b6a20c" providerId="ADAL" clId="{9B24FA50-177C-4B5A-AA10-BF89D194F6B0}" dt="2024-03-05T20:08:07.079" v="244" actId="207"/>
          <ac:spMkLst>
            <pc:docMk/>
            <pc:sldMk cId="2083448681" sldId="2147474099"/>
            <ac:spMk id="139" creationId="{145F195E-95F5-1E3E-C823-ACDDDEA207C5}"/>
          </ac:spMkLst>
        </pc:spChg>
        <pc:spChg chg="add mod">
          <ac:chgData name="Cartwright, Max" userId="4fdaca64-157b-4f34-aebd-58f672b6a20c" providerId="ADAL" clId="{9B24FA50-177C-4B5A-AA10-BF89D194F6B0}" dt="2024-03-05T20:07:41.206" v="243"/>
          <ac:spMkLst>
            <pc:docMk/>
            <pc:sldMk cId="2083448681" sldId="2147474099"/>
            <ac:spMk id="140" creationId="{DB7EED99-9AF9-1A3B-E2F1-26547D66B263}"/>
          </ac:spMkLst>
        </pc:spChg>
        <pc:spChg chg="add mod">
          <ac:chgData name="Cartwright, Max" userId="4fdaca64-157b-4f34-aebd-58f672b6a20c" providerId="ADAL" clId="{9B24FA50-177C-4B5A-AA10-BF89D194F6B0}" dt="2024-03-05T20:07:41.206" v="243"/>
          <ac:spMkLst>
            <pc:docMk/>
            <pc:sldMk cId="2083448681" sldId="2147474099"/>
            <ac:spMk id="141" creationId="{4A0F2EB7-FD60-F2A9-0211-376C0277F394}"/>
          </ac:spMkLst>
        </pc:spChg>
        <pc:spChg chg="add mod">
          <ac:chgData name="Cartwright, Max" userId="4fdaca64-157b-4f34-aebd-58f672b6a20c" providerId="ADAL" clId="{9B24FA50-177C-4B5A-AA10-BF89D194F6B0}" dt="2024-03-05T20:08:13.722" v="251" actId="20577"/>
          <ac:spMkLst>
            <pc:docMk/>
            <pc:sldMk cId="2083448681" sldId="2147474099"/>
            <ac:spMk id="142" creationId="{3DD8148D-31D0-D2E3-25C8-D7E915F5599C}"/>
          </ac:spMkLst>
        </pc:spChg>
        <pc:spChg chg="add mod">
          <ac:chgData name="Cartwright, Max" userId="4fdaca64-157b-4f34-aebd-58f672b6a20c" providerId="ADAL" clId="{9B24FA50-177C-4B5A-AA10-BF89D194F6B0}" dt="2024-03-05T20:07:41.206" v="243"/>
          <ac:spMkLst>
            <pc:docMk/>
            <pc:sldMk cId="2083448681" sldId="2147474099"/>
            <ac:spMk id="143" creationId="{45D8EC86-FBD9-CCE6-AE35-8954C8F0D342}"/>
          </ac:spMkLst>
        </pc:spChg>
        <pc:spChg chg="add mod">
          <ac:chgData name="Cartwright, Max" userId="4fdaca64-157b-4f34-aebd-58f672b6a20c" providerId="ADAL" clId="{9B24FA50-177C-4B5A-AA10-BF89D194F6B0}" dt="2024-03-05T20:07:41.206" v="243"/>
          <ac:spMkLst>
            <pc:docMk/>
            <pc:sldMk cId="2083448681" sldId="2147474099"/>
            <ac:spMk id="144" creationId="{1A5D59D0-F103-30E0-3490-C179541BCF88}"/>
          </ac:spMkLst>
        </pc:spChg>
        <pc:spChg chg="add mod">
          <ac:chgData name="Cartwright, Max" userId="4fdaca64-157b-4f34-aebd-58f672b6a20c" providerId="ADAL" clId="{9B24FA50-177C-4B5A-AA10-BF89D194F6B0}" dt="2024-03-05T20:07:41.206" v="243"/>
          <ac:spMkLst>
            <pc:docMk/>
            <pc:sldMk cId="2083448681" sldId="2147474099"/>
            <ac:spMk id="145" creationId="{18C6833D-23E0-4019-8221-BE204451A8A4}"/>
          </ac:spMkLst>
        </pc:spChg>
        <pc:spChg chg="add mod">
          <ac:chgData name="Cartwright, Max" userId="4fdaca64-157b-4f34-aebd-58f672b6a20c" providerId="ADAL" clId="{9B24FA50-177C-4B5A-AA10-BF89D194F6B0}" dt="2024-03-05T20:07:41.206" v="243"/>
          <ac:spMkLst>
            <pc:docMk/>
            <pc:sldMk cId="2083448681" sldId="2147474099"/>
            <ac:spMk id="146" creationId="{9068698D-B808-9AD5-F990-6869FA1FCCB1}"/>
          </ac:spMkLst>
        </pc:spChg>
        <pc:spChg chg="add mod">
          <ac:chgData name="Cartwright, Max" userId="4fdaca64-157b-4f34-aebd-58f672b6a20c" providerId="ADAL" clId="{9B24FA50-177C-4B5A-AA10-BF89D194F6B0}" dt="2024-03-05T20:07:41.206" v="243"/>
          <ac:spMkLst>
            <pc:docMk/>
            <pc:sldMk cId="2083448681" sldId="2147474099"/>
            <ac:spMk id="147" creationId="{CBC5BFFD-8506-6578-6FF9-ACBF804B2CF5}"/>
          </ac:spMkLst>
        </pc:spChg>
        <pc:spChg chg="add mod">
          <ac:chgData name="Cartwright, Max" userId="4fdaca64-157b-4f34-aebd-58f672b6a20c" providerId="ADAL" clId="{9B24FA50-177C-4B5A-AA10-BF89D194F6B0}" dt="2024-03-05T20:07:41.206" v="243"/>
          <ac:spMkLst>
            <pc:docMk/>
            <pc:sldMk cId="2083448681" sldId="2147474099"/>
            <ac:spMk id="148" creationId="{E481C10E-E961-B853-D703-9F91F422CE27}"/>
          </ac:spMkLst>
        </pc:spChg>
        <pc:spChg chg="add mod">
          <ac:chgData name="Cartwright, Max" userId="4fdaca64-157b-4f34-aebd-58f672b6a20c" providerId="ADAL" clId="{9B24FA50-177C-4B5A-AA10-BF89D194F6B0}" dt="2024-03-05T20:07:41.206" v="243"/>
          <ac:spMkLst>
            <pc:docMk/>
            <pc:sldMk cId="2083448681" sldId="2147474099"/>
            <ac:spMk id="150" creationId="{A9CBD0AA-A663-0A63-7D0F-201AF9420FAF}"/>
          </ac:spMkLst>
        </pc:spChg>
        <pc:spChg chg="add mod">
          <ac:chgData name="Cartwright, Max" userId="4fdaca64-157b-4f34-aebd-58f672b6a20c" providerId="ADAL" clId="{9B24FA50-177C-4B5A-AA10-BF89D194F6B0}" dt="2024-03-05T20:07:41.206" v="243"/>
          <ac:spMkLst>
            <pc:docMk/>
            <pc:sldMk cId="2083448681" sldId="2147474099"/>
            <ac:spMk id="151" creationId="{10A8490B-D9F1-2B28-E5CA-F6A15152ECE0}"/>
          </ac:spMkLst>
        </pc:spChg>
        <pc:spChg chg="add mod">
          <ac:chgData name="Cartwright, Max" userId="4fdaca64-157b-4f34-aebd-58f672b6a20c" providerId="ADAL" clId="{9B24FA50-177C-4B5A-AA10-BF89D194F6B0}" dt="2024-03-05T20:07:41.206" v="243"/>
          <ac:spMkLst>
            <pc:docMk/>
            <pc:sldMk cId="2083448681" sldId="2147474099"/>
            <ac:spMk id="152" creationId="{48D36285-9C8D-107D-F40D-5E397C00FCB7}"/>
          </ac:spMkLst>
        </pc:spChg>
        <pc:spChg chg="add mod">
          <ac:chgData name="Cartwright, Max" userId="4fdaca64-157b-4f34-aebd-58f672b6a20c" providerId="ADAL" clId="{9B24FA50-177C-4B5A-AA10-BF89D194F6B0}" dt="2024-03-05T20:07:41.206" v="243"/>
          <ac:spMkLst>
            <pc:docMk/>
            <pc:sldMk cId="2083448681" sldId="2147474099"/>
            <ac:spMk id="153" creationId="{1D3E9285-B2A6-A89D-DFCE-60BD1ECAE22E}"/>
          </ac:spMkLst>
        </pc:spChg>
        <pc:spChg chg="add mod">
          <ac:chgData name="Cartwright, Max" userId="4fdaca64-157b-4f34-aebd-58f672b6a20c" providerId="ADAL" clId="{9B24FA50-177C-4B5A-AA10-BF89D194F6B0}" dt="2024-03-05T20:07:41.206" v="243"/>
          <ac:spMkLst>
            <pc:docMk/>
            <pc:sldMk cId="2083448681" sldId="2147474099"/>
            <ac:spMk id="154" creationId="{D3679FCC-C114-A576-D8FD-70402DC57EC4}"/>
          </ac:spMkLst>
        </pc:spChg>
        <pc:spChg chg="add mod">
          <ac:chgData name="Cartwright, Max" userId="4fdaca64-157b-4f34-aebd-58f672b6a20c" providerId="ADAL" clId="{9B24FA50-177C-4B5A-AA10-BF89D194F6B0}" dt="2024-03-05T20:07:41.206" v="243"/>
          <ac:spMkLst>
            <pc:docMk/>
            <pc:sldMk cId="2083448681" sldId="2147474099"/>
            <ac:spMk id="155" creationId="{2F5B7D89-48EC-3082-D430-0291424B3744}"/>
          </ac:spMkLst>
        </pc:spChg>
        <pc:spChg chg="add mod">
          <ac:chgData name="Cartwright, Max" userId="4fdaca64-157b-4f34-aebd-58f672b6a20c" providerId="ADAL" clId="{9B24FA50-177C-4B5A-AA10-BF89D194F6B0}" dt="2024-03-05T20:07:41.206" v="243"/>
          <ac:spMkLst>
            <pc:docMk/>
            <pc:sldMk cId="2083448681" sldId="2147474099"/>
            <ac:spMk id="156" creationId="{4DCF9669-DE90-407D-6770-D96EDC83063A}"/>
          </ac:spMkLst>
        </pc:spChg>
        <pc:spChg chg="add mod">
          <ac:chgData name="Cartwright, Max" userId="4fdaca64-157b-4f34-aebd-58f672b6a20c" providerId="ADAL" clId="{9B24FA50-177C-4B5A-AA10-BF89D194F6B0}" dt="2024-03-05T20:07:41.206" v="243"/>
          <ac:spMkLst>
            <pc:docMk/>
            <pc:sldMk cId="2083448681" sldId="2147474099"/>
            <ac:spMk id="157" creationId="{FB81C576-4C3E-8978-B90A-EB9A3D862179}"/>
          </ac:spMkLst>
        </pc:spChg>
        <pc:spChg chg="del">
          <ac:chgData name="Cartwright, Max" userId="4fdaca64-157b-4f34-aebd-58f672b6a20c" providerId="ADAL" clId="{9B24FA50-177C-4B5A-AA10-BF89D194F6B0}" dt="2024-03-05T20:07:34.485" v="242" actId="478"/>
          <ac:spMkLst>
            <pc:docMk/>
            <pc:sldMk cId="2083448681" sldId="2147474099"/>
            <ac:spMk id="158" creationId="{065D6069-35D1-F6CE-68FA-DAB7FF59AAE4}"/>
          </ac:spMkLst>
        </pc:spChg>
        <pc:spChg chg="del">
          <ac:chgData name="Cartwright, Max" userId="4fdaca64-157b-4f34-aebd-58f672b6a20c" providerId="ADAL" clId="{9B24FA50-177C-4B5A-AA10-BF89D194F6B0}" dt="2024-03-05T20:07:34.485" v="242" actId="478"/>
          <ac:spMkLst>
            <pc:docMk/>
            <pc:sldMk cId="2083448681" sldId="2147474099"/>
            <ac:spMk id="159" creationId="{3E74D0DB-5D9F-2161-28F6-5F9454CB384D}"/>
          </ac:spMkLst>
        </pc:spChg>
        <pc:spChg chg="add mod">
          <ac:chgData name="Cartwright, Max" userId="4fdaca64-157b-4f34-aebd-58f672b6a20c" providerId="ADAL" clId="{9B24FA50-177C-4B5A-AA10-BF89D194F6B0}" dt="2024-03-05T20:08:07.079" v="244" actId="207"/>
          <ac:spMkLst>
            <pc:docMk/>
            <pc:sldMk cId="2083448681" sldId="2147474099"/>
            <ac:spMk id="160" creationId="{E0B37A83-DEA0-3B56-9EC3-3D4A21449FE5}"/>
          </ac:spMkLst>
        </pc:spChg>
        <pc:spChg chg="del">
          <ac:chgData name="Cartwright, Max" userId="4fdaca64-157b-4f34-aebd-58f672b6a20c" providerId="ADAL" clId="{9B24FA50-177C-4B5A-AA10-BF89D194F6B0}" dt="2024-03-05T20:07:34.485" v="242" actId="478"/>
          <ac:spMkLst>
            <pc:docMk/>
            <pc:sldMk cId="2083448681" sldId="2147474099"/>
            <ac:spMk id="161" creationId="{D33F3196-94FF-53A9-BF8E-DF5118DDD82D}"/>
          </ac:spMkLst>
        </pc:spChg>
        <pc:spChg chg="del">
          <ac:chgData name="Cartwright, Max" userId="4fdaca64-157b-4f34-aebd-58f672b6a20c" providerId="ADAL" clId="{9B24FA50-177C-4B5A-AA10-BF89D194F6B0}" dt="2024-03-05T20:07:34.485" v="242" actId="478"/>
          <ac:spMkLst>
            <pc:docMk/>
            <pc:sldMk cId="2083448681" sldId="2147474099"/>
            <ac:spMk id="162" creationId="{5E165112-15A1-D585-19AD-FF403D4091AB}"/>
          </ac:spMkLst>
        </pc:spChg>
        <pc:spChg chg="del">
          <ac:chgData name="Cartwright, Max" userId="4fdaca64-157b-4f34-aebd-58f672b6a20c" providerId="ADAL" clId="{9B24FA50-177C-4B5A-AA10-BF89D194F6B0}" dt="2024-03-05T20:07:34.485" v="242" actId="478"/>
          <ac:spMkLst>
            <pc:docMk/>
            <pc:sldMk cId="2083448681" sldId="2147474099"/>
            <ac:spMk id="163" creationId="{A5DD8720-9485-51AF-3716-5D7E07F0CCBC}"/>
          </ac:spMkLst>
        </pc:spChg>
        <pc:spChg chg="add mod">
          <ac:chgData name="Cartwright, Max" userId="4fdaca64-157b-4f34-aebd-58f672b6a20c" providerId="ADAL" clId="{9B24FA50-177C-4B5A-AA10-BF89D194F6B0}" dt="2024-03-05T20:07:41.206" v="243"/>
          <ac:spMkLst>
            <pc:docMk/>
            <pc:sldMk cId="2083448681" sldId="2147474099"/>
            <ac:spMk id="164" creationId="{78B207A2-08BE-4686-0E2C-BF9915AE3C4F}"/>
          </ac:spMkLst>
        </pc:spChg>
        <pc:spChg chg="del">
          <ac:chgData name="Cartwright, Max" userId="4fdaca64-157b-4f34-aebd-58f672b6a20c" providerId="ADAL" clId="{9B24FA50-177C-4B5A-AA10-BF89D194F6B0}" dt="2024-03-05T20:07:34.485" v="242" actId="478"/>
          <ac:spMkLst>
            <pc:docMk/>
            <pc:sldMk cId="2083448681" sldId="2147474099"/>
            <ac:spMk id="165" creationId="{B944EC0A-0D17-C1E5-594F-EF5F09298951}"/>
          </ac:spMkLst>
        </pc:spChg>
        <pc:spChg chg="add del mod">
          <ac:chgData name="Cartwright, Max" userId="4fdaca64-157b-4f34-aebd-58f672b6a20c" providerId="ADAL" clId="{9B24FA50-177C-4B5A-AA10-BF89D194F6B0}" dt="2024-03-05T20:08:53.403" v="269" actId="478"/>
          <ac:spMkLst>
            <pc:docMk/>
            <pc:sldMk cId="2083448681" sldId="2147474099"/>
            <ac:spMk id="167" creationId="{D6A9B5FB-6ABD-4B6F-2092-F7DB566048C5}"/>
          </ac:spMkLst>
        </pc:spChg>
        <pc:spChg chg="add mod">
          <ac:chgData name="Cartwright, Max" userId="4fdaca64-157b-4f34-aebd-58f672b6a20c" providerId="ADAL" clId="{9B24FA50-177C-4B5A-AA10-BF89D194F6B0}" dt="2024-03-05T20:07:41.206" v="243"/>
          <ac:spMkLst>
            <pc:docMk/>
            <pc:sldMk cId="2083448681" sldId="2147474099"/>
            <ac:spMk id="168" creationId="{455B6FA4-5127-CD66-D5CF-F8E646FD8917}"/>
          </ac:spMkLst>
        </pc:spChg>
        <pc:spChg chg="add mod">
          <ac:chgData name="Cartwright, Max" userId="4fdaca64-157b-4f34-aebd-58f672b6a20c" providerId="ADAL" clId="{9B24FA50-177C-4B5A-AA10-BF89D194F6B0}" dt="2024-03-05T20:07:41.206" v="243"/>
          <ac:spMkLst>
            <pc:docMk/>
            <pc:sldMk cId="2083448681" sldId="2147474099"/>
            <ac:spMk id="169" creationId="{09ACAC71-744C-D341-80CC-BF1E948E4348}"/>
          </ac:spMkLst>
        </pc:spChg>
        <pc:spChg chg="add mod">
          <ac:chgData name="Cartwright, Max" userId="4fdaca64-157b-4f34-aebd-58f672b6a20c" providerId="ADAL" clId="{9B24FA50-177C-4B5A-AA10-BF89D194F6B0}" dt="2024-03-05T20:07:41.206" v="243"/>
          <ac:spMkLst>
            <pc:docMk/>
            <pc:sldMk cId="2083448681" sldId="2147474099"/>
            <ac:spMk id="170" creationId="{4D152F1C-0D48-85A5-3530-CEA8C39F0DE9}"/>
          </ac:spMkLst>
        </pc:spChg>
        <pc:spChg chg="add mod">
          <ac:chgData name="Cartwright, Max" userId="4fdaca64-157b-4f34-aebd-58f672b6a20c" providerId="ADAL" clId="{9B24FA50-177C-4B5A-AA10-BF89D194F6B0}" dt="2024-03-05T20:08:07.079" v="244" actId="207"/>
          <ac:spMkLst>
            <pc:docMk/>
            <pc:sldMk cId="2083448681" sldId="2147474099"/>
            <ac:spMk id="171" creationId="{01C842EF-6766-AB3E-09B9-EA9134902255}"/>
          </ac:spMkLst>
        </pc:spChg>
        <pc:spChg chg="add mod">
          <ac:chgData name="Cartwright, Max" userId="4fdaca64-157b-4f34-aebd-58f672b6a20c" providerId="ADAL" clId="{9B24FA50-177C-4B5A-AA10-BF89D194F6B0}" dt="2024-03-05T20:07:41.206" v="243"/>
          <ac:spMkLst>
            <pc:docMk/>
            <pc:sldMk cId="2083448681" sldId="2147474099"/>
            <ac:spMk id="172" creationId="{5FE2AAF1-8D49-AFAB-B624-E7DF38603A12}"/>
          </ac:spMkLst>
        </pc:spChg>
        <pc:spChg chg="add mod">
          <ac:chgData name="Cartwright, Max" userId="4fdaca64-157b-4f34-aebd-58f672b6a20c" providerId="ADAL" clId="{9B24FA50-177C-4B5A-AA10-BF89D194F6B0}" dt="2024-03-05T20:07:41.206" v="243"/>
          <ac:spMkLst>
            <pc:docMk/>
            <pc:sldMk cId="2083448681" sldId="2147474099"/>
            <ac:spMk id="173" creationId="{52BB02D2-F2E0-4E7C-A2A9-132AD6940096}"/>
          </ac:spMkLst>
        </pc:spChg>
        <pc:spChg chg="add mod">
          <ac:chgData name="Cartwright, Max" userId="4fdaca64-157b-4f34-aebd-58f672b6a20c" providerId="ADAL" clId="{9B24FA50-177C-4B5A-AA10-BF89D194F6B0}" dt="2024-03-05T20:07:41.206" v="243"/>
          <ac:spMkLst>
            <pc:docMk/>
            <pc:sldMk cId="2083448681" sldId="2147474099"/>
            <ac:spMk id="174" creationId="{56192267-FDF3-5BC7-D468-39B2CC0C9A8B}"/>
          </ac:spMkLst>
        </pc:spChg>
        <pc:spChg chg="add mod">
          <ac:chgData name="Cartwright, Max" userId="4fdaca64-157b-4f34-aebd-58f672b6a20c" providerId="ADAL" clId="{9B24FA50-177C-4B5A-AA10-BF89D194F6B0}" dt="2024-03-05T20:07:41.206" v="243"/>
          <ac:spMkLst>
            <pc:docMk/>
            <pc:sldMk cId="2083448681" sldId="2147474099"/>
            <ac:spMk id="175" creationId="{FE4EDA7E-86C3-7787-C476-E8A8A0642159}"/>
          </ac:spMkLst>
        </pc:spChg>
        <pc:spChg chg="add mod">
          <ac:chgData name="Cartwright, Max" userId="4fdaca64-157b-4f34-aebd-58f672b6a20c" providerId="ADAL" clId="{9B24FA50-177C-4B5A-AA10-BF89D194F6B0}" dt="2024-03-05T20:08:07.079" v="244" actId="207"/>
          <ac:spMkLst>
            <pc:docMk/>
            <pc:sldMk cId="2083448681" sldId="2147474099"/>
            <ac:spMk id="176" creationId="{40251CC1-F7C9-52B4-0F03-06062978B782}"/>
          </ac:spMkLst>
        </pc:spChg>
        <pc:spChg chg="add mod">
          <ac:chgData name="Cartwright, Max" userId="4fdaca64-157b-4f34-aebd-58f672b6a20c" providerId="ADAL" clId="{9B24FA50-177C-4B5A-AA10-BF89D194F6B0}" dt="2024-03-05T20:07:41.206" v="243"/>
          <ac:spMkLst>
            <pc:docMk/>
            <pc:sldMk cId="2083448681" sldId="2147474099"/>
            <ac:spMk id="177" creationId="{74716EBB-D013-602F-A338-4CE9A9A1FE0B}"/>
          </ac:spMkLst>
        </pc:spChg>
        <pc:spChg chg="add mod">
          <ac:chgData name="Cartwright, Max" userId="4fdaca64-157b-4f34-aebd-58f672b6a20c" providerId="ADAL" clId="{9B24FA50-177C-4B5A-AA10-BF89D194F6B0}" dt="2024-03-05T20:07:41.206" v="243"/>
          <ac:spMkLst>
            <pc:docMk/>
            <pc:sldMk cId="2083448681" sldId="2147474099"/>
            <ac:spMk id="178" creationId="{AE665E25-10DE-CC9D-4D22-C55EE63D41D2}"/>
          </ac:spMkLst>
        </pc:spChg>
        <pc:spChg chg="add mod">
          <ac:chgData name="Cartwright, Max" userId="4fdaca64-157b-4f34-aebd-58f672b6a20c" providerId="ADAL" clId="{9B24FA50-177C-4B5A-AA10-BF89D194F6B0}" dt="2024-03-05T20:07:41.206" v="243"/>
          <ac:spMkLst>
            <pc:docMk/>
            <pc:sldMk cId="2083448681" sldId="2147474099"/>
            <ac:spMk id="179" creationId="{A0DD5B28-AE21-C686-1176-B284FC1BB02F}"/>
          </ac:spMkLst>
        </pc:spChg>
        <pc:spChg chg="add mod">
          <ac:chgData name="Cartwright, Max" userId="4fdaca64-157b-4f34-aebd-58f672b6a20c" providerId="ADAL" clId="{9B24FA50-177C-4B5A-AA10-BF89D194F6B0}" dt="2024-03-05T20:07:41.206" v="243"/>
          <ac:spMkLst>
            <pc:docMk/>
            <pc:sldMk cId="2083448681" sldId="2147474099"/>
            <ac:spMk id="180" creationId="{AD5E226D-8814-2B64-B7A8-B309411A0E4C}"/>
          </ac:spMkLst>
        </pc:spChg>
        <pc:spChg chg="add mod">
          <ac:chgData name="Cartwright, Max" userId="4fdaca64-157b-4f34-aebd-58f672b6a20c" providerId="ADAL" clId="{9B24FA50-177C-4B5A-AA10-BF89D194F6B0}" dt="2024-03-05T20:35:09.346" v="889" actId="1076"/>
          <ac:spMkLst>
            <pc:docMk/>
            <pc:sldMk cId="2083448681" sldId="2147474099"/>
            <ac:spMk id="181" creationId="{EAA48849-9EC4-253C-8523-9EC4A26B509B}"/>
          </ac:spMkLst>
        </pc:spChg>
        <pc:grpChg chg="del">
          <ac:chgData name="Cartwright, Max" userId="4fdaca64-157b-4f34-aebd-58f672b6a20c" providerId="ADAL" clId="{9B24FA50-177C-4B5A-AA10-BF89D194F6B0}" dt="2024-03-05T20:07:34.485" v="242" actId="478"/>
          <ac:grpSpMkLst>
            <pc:docMk/>
            <pc:sldMk cId="2083448681" sldId="2147474099"/>
            <ac:grpSpMk id="6" creationId="{91F1EEB7-EA7A-D5C8-DE54-4BA7B14A4BFE}"/>
          </ac:grpSpMkLst>
        </pc:grpChg>
        <pc:grpChg chg="del">
          <ac:chgData name="Cartwright, Max" userId="4fdaca64-157b-4f34-aebd-58f672b6a20c" providerId="ADAL" clId="{9B24FA50-177C-4B5A-AA10-BF89D194F6B0}" dt="2024-03-05T20:07:34.485" v="242" actId="478"/>
          <ac:grpSpMkLst>
            <pc:docMk/>
            <pc:sldMk cId="2083448681" sldId="2147474099"/>
            <ac:grpSpMk id="9" creationId="{E84670E2-B3A9-2243-6FE8-B3E0AA34B5D4}"/>
          </ac:grpSpMkLst>
        </pc:grpChg>
        <pc:grpChg chg="add mod">
          <ac:chgData name="Cartwright, Max" userId="4fdaca64-157b-4f34-aebd-58f672b6a20c" providerId="ADAL" clId="{9B24FA50-177C-4B5A-AA10-BF89D194F6B0}" dt="2024-03-05T20:07:41.206" v="243"/>
          <ac:grpSpMkLst>
            <pc:docMk/>
            <pc:sldMk cId="2083448681" sldId="2147474099"/>
            <ac:grpSpMk id="82" creationId="{982C925D-980A-443A-EF7F-11E1A13663F6}"/>
          </ac:grpSpMkLst>
        </pc:grpChg>
        <pc:picChg chg="mod">
          <ac:chgData name="Cartwright, Max" userId="4fdaca64-157b-4f34-aebd-58f672b6a20c" providerId="ADAL" clId="{9B24FA50-177C-4B5A-AA10-BF89D194F6B0}" dt="2024-03-05T20:07:41.206" v="243"/>
          <ac:picMkLst>
            <pc:docMk/>
            <pc:sldMk cId="2083448681" sldId="2147474099"/>
            <ac:picMk id="83" creationId="{55AC59F7-8EEB-F798-D61F-5386CFC9F6F7}"/>
          </ac:picMkLst>
        </pc:picChg>
        <pc:picChg chg="del">
          <ac:chgData name="Cartwright, Max" userId="4fdaca64-157b-4f34-aebd-58f672b6a20c" providerId="ADAL" clId="{9B24FA50-177C-4B5A-AA10-BF89D194F6B0}" dt="2024-03-05T20:07:34.485" v="242" actId="478"/>
          <ac:picMkLst>
            <pc:docMk/>
            <pc:sldMk cId="2083448681" sldId="2147474099"/>
            <ac:picMk id="166" creationId="{32021D27-AC29-E2A0-0031-9CFB5CD37562}"/>
          </ac:picMkLst>
        </pc:picChg>
        <pc:cxnChg chg="add mod">
          <ac:chgData name="Cartwright, Max" userId="4fdaca64-157b-4f34-aebd-58f672b6a20c" providerId="ADAL" clId="{9B24FA50-177C-4B5A-AA10-BF89D194F6B0}" dt="2024-03-05T20:07:41.206" v="243"/>
          <ac:cxnSpMkLst>
            <pc:docMk/>
            <pc:sldMk cId="2083448681" sldId="2147474099"/>
            <ac:cxnSpMk id="93" creationId="{E6E8DD08-C8BD-9BA0-7525-661EDBEB7C23}"/>
          </ac:cxnSpMkLst>
        </pc:cxnChg>
        <pc:cxnChg chg="add mod">
          <ac:chgData name="Cartwright, Max" userId="4fdaca64-157b-4f34-aebd-58f672b6a20c" providerId="ADAL" clId="{9B24FA50-177C-4B5A-AA10-BF89D194F6B0}" dt="2024-03-05T20:07:41.206" v="243"/>
          <ac:cxnSpMkLst>
            <pc:docMk/>
            <pc:sldMk cId="2083448681" sldId="2147474099"/>
            <ac:cxnSpMk id="149" creationId="{1918058F-58F7-7C66-CC17-BC25B3FFA8D9}"/>
          </ac:cxnSpMkLst>
        </pc:cxnChg>
      </pc:sldChg>
      <pc:sldChg chg="del">
        <pc:chgData name="Cartwright, Max" userId="4fdaca64-157b-4f34-aebd-58f672b6a20c" providerId="ADAL" clId="{9B24FA50-177C-4B5A-AA10-BF89D194F6B0}" dt="2024-03-05T19:59:01.299" v="89" actId="47"/>
        <pc:sldMkLst>
          <pc:docMk/>
          <pc:sldMk cId="2425655700" sldId="2147474099"/>
        </pc:sldMkLst>
      </pc:sldChg>
      <pc:sldChg chg="addSp delSp modSp add mod ord">
        <pc:chgData name="Cartwright, Max" userId="4fdaca64-157b-4f34-aebd-58f672b6a20c" providerId="ADAL" clId="{9B24FA50-177C-4B5A-AA10-BF89D194F6B0}" dt="2024-03-05T20:36:41.196" v="921" actId="1076"/>
        <pc:sldMkLst>
          <pc:docMk/>
          <pc:sldMk cId="807573619" sldId="2147474100"/>
        </pc:sldMkLst>
        <pc:spChg chg="del">
          <ac:chgData name="Cartwright, Max" userId="4fdaca64-157b-4f34-aebd-58f672b6a20c" providerId="ADAL" clId="{9B24FA50-177C-4B5A-AA10-BF89D194F6B0}" dt="2024-03-05T20:09:19.461" v="271" actId="478"/>
          <ac:spMkLst>
            <pc:docMk/>
            <pc:sldMk cId="807573619" sldId="2147474100"/>
            <ac:spMk id="2" creationId="{50543BE8-19BE-6EFE-97EE-8E70FE6E527C}"/>
          </ac:spMkLst>
        </pc:spChg>
        <pc:spChg chg="mod">
          <ac:chgData name="Cartwright, Max" userId="4fdaca64-157b-4f34-aebd-58f672b6a20c" providerId="ADAL" clId="{9B24FA50-177C-4B5A-AA10-BF89D194F6B0}" dt="2024-03-05T20:36:41.196" v="921" actId="1076"/>
          <ac:spMkLst>
            <pc:docMk/>
            <pc:sldMk cId="807573619" sldId="2147474100"/>
            <ac:spMk id="3" creationId="{E7A0A04E-4539-76F3-C369-AD07AF8FA944}"/>
          </ac:spMkLst>
        </pc:spChg>
        <pc:spChg chg="add mod">
          <ac:chgData name="Cartwright, Max" userId="4fdaca64-157b-4f34-aebd-58f672b6a20c" providerId="ADAL" clId="{9B24FA50-177C-4B5A-AA10-BF89D194F6B0}" dt="2024-03-05T20:11:15.724" v="316" actId="1076"/>
          <ac:spMkLst>
            <pc:docMk/>
            <pc:sldMk cId="807573619" sldId="2147474100"/>
            <ac:spMk id="5" creationId="{4CA39B15-9949-C8EF-AD56-299DB327751E}"/>
          </ac:spMkLst>
        </pc:spChg>
        <pc:spChg chg="del">
          <ac:chgData name="Cartwright, Max" userId="4fdaca64-157b-4f34-aebd-58f672b6a20c" providerId="ADAL" clId="{9B24FA50-177C-4B5A-AA10-BF89D194F6B0}" dt="2024-03-05T20:09:19.461" v="271" actId="478"/>
          <ac:spMkLst>
            <pc:docMk/>
            <pc:sldMk cId="807573619" sldId="2147474100"/>
            <ac:spMk id="15" creationId="{84BE40A6-2B20-EF48-FF10-8FE654F2EDF2}"/>
          </ac:spMkLst>
        </pc:spChg>
        <pc:spChg chg="del">
          <ac:chgData name="Cartwright, Max" userId="4fdaca64-157b-4f34-aebd-58f672b6a20c" providerId="ADAL" clId="{9B24FA50-177C-4B5A-AA10-BF89D194F6B0}" dt="2024-03-05T20:09:19.461" v="271" actId="478"/>
          <ac:spMkLst>
            <pc:docMk/>
            <pc:sldMk cId="807573619" sldId="2147474100"/>
            <ac:spMk id="78" creationId="{71140F2D-9581-6B33-D723-68FF23A3D0DD}"/>
          </ac:spMkLst>
        </pc:spChg>
        <pc:spChg chg="del">
          <ac:chgData name="Cartwright, Max" userId="4fdaca64-157b-4f34-aebd-58f672b6a20c" providerId="ADAL" clId="{9B24FA50-177C-4B5A-AA10-BF89D194F6B0}" dt="2024-03-05T20:09:19.461" v="271" actId="478"/>
          <ac:spMkLst>
            <pc:docMk/>
            <pc:sldMk cId="807573619" sldId="2147474100"/>
            <ac:spMk id="81" creationId="{39EF14A7-68C6-D3B6-A2F8-E16CF3B11EC8}"/>
          </ac:spMkLst>
        </pc:spChg>
        <pc:spChg chg="del">
          <ac:chgData name="Cartwright, Max" userId="4fdaca64-157b-4f34-aebd-58f672b6a20c" providerId="ADAL" clId="{9B24FA50-177C-4B5A-AA10-BF89D194F6B0}" dt="2024-03-05T20:09:19.461" v="271" actId="478"/>
          <ac:spMkLst>
            <pc:docMk/>
            <pc:sldMk cId="807573619" sldId="2147474100"/>
            <ac:spMk id="88" creationId="{0B42D45C-9B4B-1ADB-B9F5-5A80B3504D98}"/>
          </ac:spMkLst>
        </pc:spChg>
        <pc:spChg chg="del">
          <ac:chgData name="Cartwright, Max" userId="4fdaca64-157b-4f34-aebd-58f672b6a20c" providerId="ADAL" clId="{9B24FA50-177C-4B5A-AA10-BF89D194F6B0}" dt="2024-03-05T20:09:19.461" v="271" actId="478"/>
          <ac:spMkLst>
            <pc:docMk/>
            <pc:sldMk cId="807573619" sldId="2147474100"/>
            <ac:spMk id="89" creationId="{354EFE6E-37CF-9264-09F0-36887FF3F456}"/>
          </ac:spMkLst>
        </pc:spChg>
        <pc:spChg chg="del">
          <ac:chgData name="Cartwright, Max" userId="4fdaca64-157b-4f34-aebd-58f672b6a20c" providerId="ADAL" clId="{9B24FA50-177C-4B5A-AA10-BF89D194F6B0}" dt="2024-03-05T20:09:19.461" v="271" actId="478"/>
          <ac:spMkLst>
            <pc:docMk/>
            <pc:sldMk cId="807573619" sldId="2147474100"/>
            <ac:spMk id="90" creationId="{EBE76C0C-C9B1-CB50-3106-D5EBF04E1C0D}"/>
          </ac:spMkLst>
        </pc:spChg>
        <pc:spChg chg="del">
          <ac:chgData name="Cartwright, Max" userId="4fdaca64-157b-4f34-aebd-58f672b6a20c" providerId="ADAL" clId="{9B24FA50-177C-4B5A-AA10-BF89D194F6B0}" dt="2024-03-05T20:09:19.461" v="271" actId="478"/>
          <ac:spMkLst>
            <pc:docMk/>
            <pc:sldMk cId="807573619" sldId="2147474100"/>
            <ac:spMk id="91" creationId="{2C1B6095-C1CC-AD7D-BA95-E7A1BD0693FF}"/>
          </ac:spMkLst>
        </pc:spChg>
        <pc:spChg chg="del">
          <ac:chgData name="Cartwright, Max" userId="4fdaca64-157b-4f34-aebd-58f672b6a20c" providerId="ADAL" clId="{9B24FA50-177C-4B5A-AA10-BF89D194F6B0}" dt="2024-03-05T20:09:19.461" v="271" actId="478"/>
          <ac:spMkLst>
            <pc:docMk/>
            <pc:sldMk cId="807573619" sldId="2147474100"/>
            <ac:spMk id="92" creationId="{A4C3E0E1-B0F2-F019-8B67-69687554332F}"/>
          </ac:spMkLst>
        </pc:spChg>
        <pc:spChg chg="del">
          <ac:chgData name="Cartwright, Max" userId="4fdaca64-157b-4f34-aebd-58f672b6a20c" providerId="ADAL" clId="{9B24FA50-177C-4B5A-AA10-BF89D194F6B0}" dt="2024-03-05T20:09:19.461" v="271" actId="478"/>
          <ac:spMkLst>
            <pc:docMk/>
            <pc:sldMk cId="807573619" sldId="2147474100"/>
            <ac:spMk id="94" creationId="{21871C61-CA3E-0740-EEE3-2715DD7763F1}"/>
          </ac:spMkLst>
        </pc:spChg>
        <pc:spChg chg="del">
          <ac:chgData name="Cartwright, Max" userId="4fdaca64-157b-4f34-aebd-58f672b6a20c" providerId="ADAL" clId="{9B24FA50-177C-4B5A-AA10-BF89D194F6B0}" dt="2024-03-05T20:09:19.461" v="271" actId="478"/>
          <ac:spMkLst>
            <pc:docMk/>
            <pc:sldMk cId="807573619" sldId="2147474100"/>
            <ac:spMk id="95" creationId="{78BF1FCE-A2E0-5976-72CC-93B96E9FF949}"/>
          </ac:spMkLst>
        </pc:spChg>
        <pc:spChg chg="del">
          <ac:chgData name="Cartwright, Max" userId="4fdaca64-157b-4f34-aebd-58f672b6a20c" providerId="ADAL" clId="{9B24FA50-177C-4B5A-AA10-BF89D194F6B0}" dt="2024-03-05T20:09:19.461" v="271" actId="478"/>
          <ac:spMkLst>
            <pc:docMk/>
            <pc:sldMk cId="807573619" sldId="2147474100"/>
            <ac:spMk id="128" creationId="{6C47947E-7341-1848-0401-E98FDAC64907}"/>
          </ac:spMkLst>
        </pc:spChg>
        <pc:spChg chg="del">
          <ac:chgData name="Cartwright, Max" userId="4fdaca64-157b-4f34-aebd-58f672b6a20c" providerId="ADAL" clId="{9B24FA50-177C-4B5A-AA10-BF89D194F6B0}" dt="2024-03-05T20:09:19.461" v="271" actId="478"/>
          <ac:spMkLst>
            <pc:docMk/>
            <pc:sldMk cId="807573619" sldId="2147474100"/>
            <ac:spMk id="129" creationId="{4C9A3C9D-C825-C4B0-4D1B-BBC97372EDD2}"/>
          </ac:spMkLst>
        </pc:spChg>
        <pc:spChg chg="del">
          <ac:chgData name="Cartwright, Max" userId="4fdaca64-157b-4f34-aebd-58f672b6a20c" providerId="ADAL" clId="{9B24FA50-177C-4B5A-AA10-BF89D194F6B0}" dt="2024-03-05T20:09:19.461" v="271" actId="478"/>
          <ac:spMkLst>
            <pc:docMk/>
            <pc:sldMk cId="807573619" sldId="2147474100"/>
            <ac:spMk id="130" creationId="{04EA75CA-5F6D-2877-C59B-988A62F16E12}"/>
          </ac:spMkLst>
        </pc:spChg>
        <pc:spChg chg="del">
          <ac:chgData name="Cartwright, Max" userId="4fdaca64-157b-4f34-aebd-58f672b6a20c" providerId="ADAL" clId="{9B24FA50-177C-4B5A-AA10-BF89D194F6B0}" dt="2024-03-05T20:09:19.461" v="271" actId="478"/>
          <ac:spMkLst>
            <pc:docMk/>
            <pc:sldMk cId="807573619" sldId="2147474100"/>
            <ac:spMk id="131" creationId="{91466A21-A73D-B668-A280-7D9DEB296751}"/>
          </ac:spMkLst>
        </pc:spChg>
        <pc:spChg chg="del">
          <ac:chgData name="Cartwright, Max" userId="4fdaca64-157b-4f34-aebd-58f672b6a20c" providerId="ADAL" clId="{9B24FA50-177C-4B5A-AA10-BF89D194F6B0}" dt="2024-03-05T20:09:19.461" v="271" actId="478"/>
          <ac:spMkLst>
            <pc:docMk/>
            <pc:sldMk cId="807573619" sldId="2147474100"/>
            <ac:spMk id="132" creationId="{41F77DE5-FCF4-7E98-BE9A-64A7C27B7D19}"/>
          </ac:spMkLst>
        </pc:spChg>
        <pc:spChg chg="del">
          <ac:chgData name="Cartwright, Max" userId="4fdaca64-157b-4f34-aebd-58f672b6a20c" providerId="ADAL" clId="{9B24FA50-177C-4B5A-AA10-BF89D194F6B0}" dt="2024-03-05T20:09:19.461" v="271" actId="478"/>
          <ac:spMkLst>
            <pc:docMk/>
            <pc:sldMk cId="807573619" sldId="2147474100"/>
            <ac:spMk id="133" creationId="{E9EFC2D7-B86C-0329-A5A4-61E310A64C58}"/>
          </ac:spMkLst>
        </pc:spChg>
        <pc:spChg chg="del">
          <ac:chgData name="Cartwright, Max" userId="4fdaca64-157b-4f34-aebd-58f672b6a20c" providerId="ADAL" clId="{9B24FA50-177C-4B5A-AA10-BF89D194F6B0}" dt="2024-03-05T20:09:19.461" v="271" actId="478"/>
          <ac:spMkLst>
            <pc:docMk/>
            <pc:sldMk cId="807573619" sldId="2147474100"/>
            <ac:spMk id="134" creationId="{197DBD37-4087-34BB-33B8-77CF4BBB841C}"/>
          </ac:spMkLst>
        </pc:spChg>
        <pc:spChg chg="del">
          <ac:chgData name="Cartwright, Max" userId="4fdaca64-157b-4f34-aebd-58f672b6a20c" providerId="ADAL" clId="{9B24FA50-177C-4B5A-AA10-BF89D194F6B0}" dt="2024-03-05T20:09:19.461" v="271" actId="478"/>
          <ac:spMkLst>
            <pc:docMk/>
            <pc:sldMk cId="807573619" sldId="2147474100"/>
            <ac:spMk id="135" creationId="{1A9EE461-FC41-BDAE-0A5C-305D1BBE758D}"/>
          </ac:spMkLst>
        </pc:spChg>
        <pc:spChg chg="del">
          <ac:chgData name="Cartwright, Max" userId="4fdaca64-157b-4f34-aebd-58f672b6a20c" providerId="ADAL" clId="{9B24FA50-177C-4B5A-AA10-BF89D194F6B0}" dt="2024-03-05T20:09:19.461" v="271" actId="478"/>
          <ac:spMkLst>
            <pc:docMk/>
            <pc:sldMk cId="807573619" sldId="2147474100"/>
            <ac:spMk id="136" creationId="{2244E02E-AD45-B8FB-3AD2-9721659FC9B2}"/>
          </ac:spMkLst>
        </pc:spChg>
        <pc:spChg chg="del">
          <ac:chgData name="Cartwright, Max" userId="4fdaca64-157b-4f34-aebd-58f672b6a20c" providerId="ADAL" clId="{9B24FA50-177C-4B5A-AA10-BF89D194F6B0}" dt="2024-03-05T20:09:19.461" v="271" actId="478"/>
          <ac:spMkLst>
            <pc:docMk/>
            <pc:sldMk cId="807573619" sldId="2147474100"/>
            <ac:spMk id="137" creationId="{6F697118-FE42-5531-ED44-3AD7B67A0BE3}"/>
          </ac:spMkLst>
        </pc:spChg>
        <pc:spChg chg="del">
          <ac:chgData name="Cartwright, Max" userId="4fdaca64-157b-4f34-aebd-58f672b6a20c" providerId="ADAL" clId="{9B24FA50-177C-4B5A-AA10-BF89D194F6B0}" dt="2024-03-05T20:09:19.461" v="271" actId="478"/>
          <ac:spMkLst>
            <pc:docMk/>
            <pc:sldMk cId="807573619" sldId="2147474100"/>
            <ac:spMk id="138" creationId="{F833B1BB-3886-AB1A-2D27-EDC6A2AC7015}"/>
          </ac:spMkLst>
        </pc:spChg>
        <pc:spChg chg="del">
          <ac:chgData name="Cartwright, Max" userId="4fdaca64-157b-4f34-aebd-58f672b6a20c" providerId="ADAL" clId="{9B24FA50-177C-4B5A-AA10-BF89D194F6B0}" dt="2024-03-05T20:09:19.461" v="271" actId="478"/>
          <ac:spMkLst>
            <pc:docMk/>
            <pc:sldMk cId="807573619" sldId="2147474100"/>
            <ac:spMk id="139" creationId="{145F195E-95F5-1E3E-C823-ACDDDEA207C5}"/>
          </ac:spMkLst>
        </pc:spChg>
        <pc:spChg chg="del">
          <ac:chgData name="Cartwright, Max" userId="4fdaca64-157b-4f34-aebd-58f672b6a20c" providerId="ADAL" clId="{9B24FA50-177C-4B5A-AA10-BF89D194F6B0}" dt="2024-03-05T20:09:19.461" v="271" actId="478"/>
          <ac:spMkLst>
            <pc:docMk/>
            <pc:sldMk cId="807573619" sldId="2147474100"/>
            <ac:spMk id="140" creationId="{DB7EED99-9AF9-1A3B-E2F1-26547D66B263}"/>
          </ac:spMkLst>
        </pc:spChg>
        <pc:spChg chg="del">
          <ac:chgData name="Cartwright, Max" userId="4fdaca64-157b-4f34-aebd-58f672b6a20c" providerId="ADAL" clId="{9B24FA50-177C-4B5A-AA10-BF89D194F6B0}" dt="2024-03-05T20:09:19.461" v="271" actId="478"/>
          <ac:spMkLst>
            <pc:docMk/>
            <pc:sldMk cId="807573619" sldId="2147474100"/>
            <ac:spMk id="141" creationId="{4A0F2EB7-FD60-F2A9-0211-376C0277F394}"/>
          </ac:spMkLst>
        </pc:spChg>
        <pc:spChg chg="del">
          <ac:chgData name="Cartwright, Max" userId="4fdaca64-157b-4f34-aebd-58f672b6a20c" providerId="ADAL" clId="{9B24FA50-177C-4B5A-AA10-BF89D194F6B0}" dt="2024-03-05T20:09:19.461" v="271" actId="478"/>
          <ac:spMkLst>
            <pc:docMk/>
            <pc:sldMk cId="807573619" sldId="2147474100"/>
            <ac:spMk id="142" creationId="{3DD8148D-31D0-D2E3-25C8-D7E915F5599C}"/>
          </ac:spMkLst>
        </pc:spChg>
        <pc:spChg chg="del">
          <ac:chgData name="Cartwright, Max" userId="4fdaca64-157b-4f34-aebd-58f672b6a20c" providerId="ADAL" clId="{9B24FA50-177C-4B5A-AA10-BF89D194F6B0}" dt="2024-03-05T20:09:19.461" v="271" actId="478"/>
          <ac:spMkLst>
            <pc:docMk/>
            <pc:sldMk cId="807573619" sldId="2147474100"/>
            <ac:spMk id="143" creationId="{45D8EC86-FBD9-CCE6-AE35-8954C8F0D342}"/>
          </ac:spMkLst>
        </pc:spChg>
        <pc:spChg chg="del">
          <ac:chgData name="Cartwright, Max" userId="4fdaca64-157b-4f34-aebd-58f672b6a20c" providerId="ADAL" clId="{9B24FA50-177C-4B5A-AA10-BF89D194F6B0}" dt="2024-03-05T20:09:19.461" v="271" actId="478"/>
          <ac:spMkLst>
            <pc:docMk/>
            <pc:sldMk cId="807573619" sldId="2147474100"/>
            <ac:spMk id="144" creationId="{1A5D59D0-F103-30E0-3490-C179541BCF88}"/>
          </ac:spMkLst>
        </pc:spChg>
        <pc:spChg chg="del">
          <ac:chgData name="Cartwright, Max" userId="4fdaca64-157b-4f34-aebd-58f672b6a20c" providerId="ADAL" clId="{9B24FA50-177C-4B5A-AA10-BF89D194F6B0}" dt="2024-03-05T20:09:19.461" v="271" actId="478"/>
          <ac:spMkLst>
            <pc:docMk/>
            <pc:sldMk cId="807573619" sldId="2147474100"/>
            <ac:spMk id="145" creationId="{18C6833D-23E0-4019-8221-BE204451A8A4}"/>
          </ac:spMkLst>
        </pc:spChg>
        <pc:spChg chg="del">
          <ac:chgData name="Cartwright, Max" userId="4fdaca64-157b-4f34-aebd-58f672b6a20c" providerId="ADAL" clId="{9B24FA50-177C-4B5A-AA10-BF89D194F6B0}" dt="2024-03-05T20:09:19.461" v="271" actId="478"/>
          <ac:spMkLst>
            <pc:docMk/>
            <pc:sldMk cId="807573619" sldId="2147474100"/>
            <ac:spMk id="146" creationId="{9068698D-B808-9AD5-F990-6869FA1FCCB1}"/>
          </ac:spMkLst>
        </pc:spChg>
        <pc:spChg chg="del">
          <ac:chgData name="Cartwright, Max" userId="4fdaca64-157b-4f34-aebd-58f672b6a20c" providerId="ADAL" clId="{9B24FA50-177C-4B5A-AA10-BF89D194F6B0}" dt="2024-03-05T20:09:19.461" v="271" actId="478"/>
          <ac:spMkLst>
            <pc:docMk/>
            <pc:sldMk cId="807573619" sldId="2147474100"/>
            <ac:spMk id="147" creationId="{CBC5BFFD-8506-6578-6FF9-ACBF804B2CF5}"/>
          </ac:spMkLst>
        </pc:spChg>
        <pc:spChg chg="del">
          <ac:chgData name="Cartwright, Max" userId="4fdaca64-157b-4f34-aebd-58f672b6a20c" providerId="ADAL" clId="{9B24FA50-177C-4B5A-AA10-BF89D194F6B0}" dt="2024-03-05T20:09:19.461" v="271" actId="478"/>
          <ac:spMkLst>
            <pc:docMk/>
            <pc:sldMk cId="807573619" sldId="2147474100"/>
            <ac:spMk id="148" creationId="{E481C10E-E961-B853-D703-9F91F422CE27}"/>
          </ac:spMkLst>
        </pc:spChg>
        <pc:spChg chg="del">
          <ac:chgData name="Cartwright, Max" userId="4fdaca64-157b-4f34-aebd-58f672b6a20c" providerId="ADAL" clId="{9B24FA50-177C-4B5A-AA10-BF89D194F6B0}" dt="2024-03-05T20:09:19.461" v="271" actId="478"/>
          <ac:spMkLst>
            <pc:docMk/>
            <pc:sldMk cId="807573619" sldId="2147474100"/>
            <ac:spMk id="150" creationId="{A9CBD0AA-A663-0A63-7D0F-201AF9420FAF}"/>
          </ac:spMkLst>
        </pc:spChg>
        <pc:spChg chg="del">
          <ac:chgData name="Cartwright, Max" userId="4fdaca64-157b-4f34-aebd-58f672b6a20c" providerId="ADAL" clId="{9B24FA50-177C-4B5A-AA10-BF89D194F6B0}" dt="2024-03-05T20:09:19.461" v="271" actId="478"/>
          <ac:spMkLst>
            <pc:docMk/>
            <pc:sldMk cId="807573619" sldId="2147474100"/>
            <ac:spMk id="151" creationId="{10A8490B-D9F1-2B28-E5CA-F6A15152ECE0}"/>
          </ac:spMkLst>
        </pc:spChg>
        <pc:spChg chg="del">
          <ac:chgData name="Cartwright, Max" userId="4fdaca64-157b-4f34-aebd-58f672b6a20c" providerId="ADAL" clId="{9B24FA50-177C-4B5A-AA10-BF89D194F6B0}" dt="2024-03-05T20:09:19.461" v="271" actId="478"/>
          <ac:spMkLst>
            <pc:docMk/>
            <pc:sldMk cId="807573619" sldId="2147474100"/>
            <ac:spMk id="152" creationId="{48D36285-9C8D-107D-F40D-5E397C00FCB7}"/>
          </ac:spMkLst>
        </pc:spChg>
        <pc:spChg chg="del">
          <ac:chgData name="Cartwright, Max" userId="4fdaca64-157b-4f34-aebd-58f672b6a20c" providerId="ADAL" clId="{9B24FA50-177C-4B5A-AA10-BF89D194F6B0}" dt="2024-03-05T20:09:19.461" v="271" actId="478"/>
          <ac:spMkLst>
            <pc:docMk/>
            <pc:sldMk cId="807573619" sldId="2147474100"/>
            <ac:spMk id="153" creationId="{1D3E9285-B2A6-A89D-DFCE-60BD1ECAE22E}"/>
          </ac:spMkLst>
        </pc:spChg>
        <pc:spChg chg="del">
          <ac:chgData name="Cartwright, Max" userId="4fdaca64-157b-4f34-aebd-58f672b6a20c" providerId="ADAL" clId="{9B24FA50-177C-4B5A-AA10-BF89D194F6B0}" dt="2024-03-05T20:09:19.461" v="271" actId="478"/>
          <ac:spMkLst>
            <pc:docMk/>
            <pc:sldMk cId="807573619" sldId="2147474100"/>
            <ac:spMk id="154" creationId="{D3679FCC-C114-A576-D8FD-70402DC57EC4}"/>
          </ac:spMkLst>
        </pc:spChg>
        <pc:spChg chg="del">
          <ac:chgData name="Cartwright, Max" userId="4fdaca64-157b-4f34-aebd-58f672b6a20c" providerId="ADAL" clId="{9B24FA50-177C-4B5A-AA10-BF89D194F6B0}" dt="2024-03-05T20:09:19.461" v="271" actId="478"/>
          <ac:spMkLst>
            <pc:docMk/>
            <pc:sldMk cId="807573619" sldId="2147474100"/>
            <ac:spMk id="155" creationId="{2F5B7D89-48EC-3082-D430-0291424B3744}"/>
          </ac:spMkLst>
        </pc:spChg>
        <pc:spChg chg="del">
          <ac:chgData name="Cartwright, Max" userId="4fdaca64-157b-4f34-aebd-58f672b6a20c" providerId="ADAL" clId="{9B24FA50-177C-4B5A-AA10-BF89D194F6B0}" dt="2024-03-05T20:09:19.461" v="271" actId="478"/>
          <ac:spMkLst>
            <pc:docMk/>
            <pc:sldMk cId="807573619" sldId="2147474100"/>
            <ac:spMk id="156" creationId="{4DCF9669-DE90-407D-6770-D96EDC83063A}"/>
          </ac:spMkLst>
        </pc:spChg>
        <pc:spChg chg="del">
          <ac:chgData name="Cartwright, Max" userId="4fdaca64-157b-4f34-aebd-58f672b6a20c" providerId="ADAL" clId="{9B24FA50-177C-4B5A-AA10-BF89D194F6B0}" dt="2024-03-05T20:09:19.461" v="271" actId="478"/>
          <ac:spMkLst>
            <pc:docMk/>
            <pc:sldMk cId="807573619" sldId="2147474100"/>
            <ac:spMk id="157" creationId="{FB81C576-4C3E-8978-B90A-EB9A3D862179}"/>
          </ac:spMkLst>
        </pc:spChg>
        <pc:spChg chg="del">
          <ac:chgData name="Cartwright, Max" userId="4fdaca64-157b-4f34-aebd-58f672b6a20c" providerId="ADAL" clId="{9B24FA50-177C-4B5A-AA10-BF89D194F6B0}" dt="2024-03-05T20:09:19.461" v="271" actId="478"/>
          <ac:spMkLst>
            <pc:docMk/>
            <pc:sldMk cId="807573619" sldId="2147474100"/>
            <ac:spMk id="160" creationId="{E0B37A83-DEA0-3B56-9EC3-3D4A21449FE5}"/>
          </ac:spMkLst>
        </pc:spChg>
        <pc:spChg chg="del">
          <ac:chgData name="Cartwright, Max" userId="4fdaca64-157b-4f34-aebd-58f672b6a20c" providerId="ADAL" clId="{9B24FA50-177C-4B5A-AA10-BF89D194F6B0}" dt="2024-03-05T20:09:19.461" v="271" actId="478"/>
          <ac:spMkLst>
            <pc:docMk/>
            <pc:sldMk cId="807573619" sldId="2147474100"/>
            <ac:spMk id="164" creationId="{78B207A2-08BE-4686-0E2C-BF9915AE3C4F}"/>
          </ac:spMkLst>
        </pc:spChg>
        <pc:spChg chg="del">
          <ac:chgData name="Cartwright, Max" userId="4fdaca64-157b-4f34-aebd-58f672b6a20c" providerId="ADAL" clId="{9B24FA50-177C-4B5A-AA10-BF89D194F6B0}" dt="2024-03-05T20:09:19.461" v="271" actId="478"/>
          <ac:spMkLst>
            <pc:docMk/>
            <pc:sldMk cId="807573619" sldId="2147474100"/>
            <ac:spMk id="168" creationId="{455B6FA4-5127-CD66-D5CF-F8E646FD8917}"/>
          </ac:spMkLst>
        </pc:spChg>
        <pc:spChg chg="del">
          <ac:chgData name="Cartwright, Max" userId="4fdaca64-157b-4f34-aebd-58f672b6a20c" providerId="ADAL" clId="{9B24FA50-177C-4B5A-AA10-BF89D194F6B0}" dt="2024-03-05T20:09:19.461" v="271" actId="478"/>
          <ac:spMkLst>
            <pc:docMk/>
            <pc:sldMk cId="807573619" sldId="2147474100"/>
            <ac:spMk id="169" creationId="{09ACAC71-744C-D341-80CC-BF1E948E4348}"/>
          </ac:spMkLst>
        </pc:spChg>
        <pc:spChg chg="del">
          <ac:chgData name="Cartwright, Max" userId="4fdaca64-157b-4f34-aebd-58f672b6a20c" providerId="ADAL" clId="{9B24FA50-177C-4B5A-AA10-BF89D194F6B0}" dt="2024-03-05T20:09:19.461" v="271" actId="478"/>
          <ac:spMkLst>
            <pc:docMk/>
            <pc:sldMk cId="807573619" sldId="2147474100"/>
            <ac:spMk id="170" creationId="{4D152F1C-0D48-85A5-3530-CEA8C39F0DE9}"/>
          </ac:spMkLst>
        </pc:spChg>
        <pc:spChg chg="del">
          <ac:chgData name="Cartwright, Max" userId="4fdaca64-157b-4f34-aebd-58f672b6a20c" providerId="ADAL" clId="{9B24FA50-177C-4B5A-AA10-BF89D194F6B0}" dt="2024-03-05T20:09:19.461" v="271" actId="478"/>
          <ac:spMkLst>
            <pc:docMk/>
            <pc:sldMk cId="807573619" sldId="2147474100"/>
            <ac:spMk id="171" creationId="{01C842EF-6766-AB3E-09B9-EA9134902255}"/>
          </ac:spMkLst>
        </pc:spChg>
        <pc:spChg chg="del">
          <ac:chgData name="Cartwright, Max" userId="4fdaca64-157b-4f34-aebd-58f672b6a20c" providerId="ADAL" clId="{9B24FA50-177C-4B5A-AA10-BF89D194F6B0}" dt="2024-03-05T20:09:19.461" v="271" actId="478"/>
          <ac:spMkLst>
            <pc:docMk/>
            <pc:sldMk cId="807573619" sldId="2147474100"/>
            <ac:spMk id="172" creationId="{5FE2AAF1-8D49-AFAB-B624-E7DF38603A12}"/>
          </ac:spMkLst>
        </pc:spChg>
        <pc:spChg chg="del">
          <ac:chgData name="Cartwright, Max" userId="4fdaca64-157b-4f34-aebd-58f672b6a20c" providerId="ADAL" clId="{9B24FA50-177C-4B5A-AA10-BF89D194F6B0}" dt="2024-03-05T20:09:19.461" v="271" actId="478"/>
          <ac:spMkLst>
            <pc:docMk/>
            <pc:sldMk cId="807573619" sldId="2147474100"/>
            <ac:spMk id="173" creationId="{52BB02D2-F2E0-4E7C-A2A9-132AD6940096}"/>
          </ac:spMkLst>
        </pc:spChg>
        <pc:spChg chg="del">
          <ac:chgData name="Cartwright, Max" userId="4fdaca64-157b-4f34-aebd-58f672b6a20c" providerId="ADAL" clId="{9B24FA50-177C-4B5A-AA10-BF89D194F6B0}" dt="2024-03-05T20:09:19.461" v="271" actId="478"/>
          <ac:spMkLst>
            <pc:docMk/>
            <pc:sldMk cId="807573619" sldId="2147474100"/>
            <ac:spMk id="174" creationId="{56192267-FDF3-5BC7-D468-39B2CC0C9A8B}"/>
          </ac:spMkLst>
        </pc:spChg>
        <pc:spChg chg="del">
          <ac:chgData name="Cartwright, Max" userId="4fdaca64-157b-4f34-aebd-58f672b6a20c" providerId="ADAL" clId="{9B24FA50-177C-4B5A-AA10-BF89D194F6B0}" dt="2024-03-05T20:09:19.461" v="271" actId="478"/>
          <ac:spMkLst>
            <pc:docMk/>
            <pc:sldMk cId="807573619" sldId="2147474100"/>
            <ac:spMk id="175" creationId="{FE4EDA7E-86C3-7787-C476-E8A8A0642159}"/>
          </ac:spMkLst>
        </pc:spChg>
        <pc:spChg chg="del">
          <ac:chgData name="Cartwright, Max" userId="4fdaca64-157b-4f34-aebd-58f672b6a20c" providerId="ADAL" clId="{9B24FA50-177C-4B5A-AA10-BF89D194F6B0}" dt="2024-03-05T20:09:19.461" v="271" actId="478"/>
          <ac:spMkLst>
            <pc:docMk/>
            <pc:sldMk cId="807573619" sldId="2147474100"/>
            <ac:spMk id="176" creationId="{40251CC1-F7C9-52B4-0F03-06062978B782}"/>
          </ac:spMkLst>
        </pc:spChg>
        <pc:spChg chg="del">
          <ac:chgData name="Cartwright, Max" userId="4fdaca64-157b-4f34-aebd-58f672b6a20c" providerId="ADAL" clId="{9B24FA50-177C-4B5A-AA10-BF89D194F6B0}" dt="2024-03-05T20:09:19.461" v="271" actId="478"/>
          <ac:spMkLst>
            <pc:docMk/>
            <pc:sldMk cId="807573619" sldId="2147474100"/>
            <ac:spMk id="177" creationId="{74716EBB-D013-602F-A338-4CE9A9A1FE0B}"/>
          </ac:spMkLst>
        </pc:spChg>
        <pc:spChg chg="del">
          <ac:chgData name="Cartwright, Max" userId="4fdaca64-157b-4f34-aebd-58f672b6a20c" providerId="ADAL" clId="{9B24FA50-177C-4B5A-AA10-BF89D194F6B0}" dt="2024-03-05T20:09:19.461" v="271" actId="478"/>
          <ac:spMkLst>
            <pc:docMk/>
            <pc:sldMk cId="807573619" sldId="2147474100"/>
            <ac:spMk id="178" creationId="{AE665E25-10DE-CC9D-4D22-C55EE63D41D2}"/>
          </ac:spMkLst>
        </pc:spChg>
        <pc:spChg chg="del">
          <ac:chgData name="Cartwright, Max" userId="4fdaca64-157b-4f34-aebd-58f672b6a20c" providerId="ADAL" clId="{9B24FA50-177C-4B5A-AA10-BF89D194F6B0}" dt="2024-03-05T20:09:19.461" v="271" actId="478"/>
          <ac:spMkLst>
            <pc:docMk/>
            <pc:sldMk cId="807573619" sldId="2147474100"/>
            <ac:spMk id="179" creationId="{A0DD5B28-AE21-C686-1176-B284FC1BB02F}"/>
          </ac:spMkLst>
        </pc:spChg>
        <pc:spChg chg="del">
          <ac:chgData name="Cartwright, Max" userId="4fdaca64-157b-4f34-aebd-58f672b6a20c" providerId="ADAL" clId="{9B24FA50-177C-4B5A-AA10-BF89D194F6B0}" dt="2024-03-05T20:09:19.461" v="271" actId="478"/>
          <ac:spMkLst>
            <pc:docMk/>
            <pc:sldMk cId="807573619" sldId="2147474100"/>
            <ac:spMk id="180" creationId="{AD5E226D-8814-2B64-B7A8-B309411A0E4C}"/>
          </ac:spMkLst>
        </pc:spChg>
        <pc:grpChg chg="del">
          <ac:chgData name="Cartwright, Max" userId="4fdaca64-157b-4f34-aebd-58f672b6a20c" providerId="ADAL" clId="{9B24FA50-177C-4B5A-AA10-BF89D194F6B0}" dt="2024-03-05T20:09:19.461" v="271" actId="478"/>
          <ac:grpSpMkLst>
            <pc:docMk/>
            <pc:sldMk cId="807573619" sldId="2147474100"/>
            <ac:grpSpMk id="82" creationId="{982C925D-980A-443A-EF7F-11E1A13663F6}"/>
          </ac:grpSpMkLst>
        </pc:grpChg>
        <pc:graphicFrameChg chg="add mod modGraphic">
          <ac:chgData name="Cartwright, Max" userId="4fdaca64-157b-4f34-aebd-58f672b6a20c" providerId="ADAL" clId="{9B24FA50-177C-4B5A-AA10-BF89D194F6B0}" dt="2024-03-05T20:10:04.287" v="288" actId="1036"/>
          <ac:graphicFrameMkLst>
            <pc:docMk/>
            <pc:sldMk cId="807573619" sldId="2147474100"/>
            <ac:graphicFrameMk id="4" creationId="{C54456C2-F87D-4A66-6607-674496A80040}"/>
          </ac:graphicFrameMkLst>
        </pc:graphicFrameChg>
        <pc:cxnChg chg="del mod">
          <ac:chgData name="Cartwright, Max" userId="4fdaca64-157b-4f34-aebd-58f672b6a20c" providerId="ADAL" clId="{9B24FA50-177C-4B5A-AA10-BF89D194F6B0}" dt="2024-03-05T20:09:19.461" v="271" actId="478"/>
          <ac:cxnSpMkLst>
            <pc:docMk/>
            <pc:sldMk cId="807573619" sldId="2147474100"/>
            <ac:cxnSpMk id="93" creationId="{E6E8DD08-C8BD-9BA0-7525-661EDBEB7C23}"/>
          </ac:cxnSpMkLst>
        </pc:cxnChg>
        <pc:cxnChg chg="del">
          <ac:chgData name="Cartwright, Max" userId="4fdaca64-157b-4f34-aebd-58f672b6a20c" providerId="ADAL" clId="{9B24FA50-177C-4B5A-AA10-BF89D194F6B0}" dt="2024-03-05T20:09:19.461" v="271" actId="478"/>
          <ac:cxnSpMkLst>
            <pc:docMk/>
            <pc:sldMk cId="807573619" sldId="2147474100"/>
            <ac:cxnSpMk id="149" creationId="{1918058F-58F7-7C66-CC17-BC25B3FFA8D9}"/>
          </ac:cxnSpMkLst>
        </pc:cxnChg>
      </pc:sldChg>
      <pc:sldChg chg="addSp delSp modSp add mod ord">
        <pc:chgData name="Cartwright, Max" userId="4fdaca64-157b-4f34-aebd-58f672b6a20c" providerId="ADAL" clId="{9B24FA50-177C-4B5A-AA10-BF89D194F6B0}" dt="2024-03-05T20:48:08.333" v="1011" actId="1036"/>
        <pc:sldMkLst>
          <pc:docMk/>
          <pc:sldMk cId="3301828130" sldId="2147474101"/>
        </pc:sldMkLst>
        <pc:spChg chg="mod">
          <ac:chgData name="Cartwright, Max" userId="4fdaca64-157b-4f34-aebd-58f672b6a20c" providerId="ADAL" clId="{9B24FA50-177C-4B5A-AA10-BF89D194F6B0}" dt="2024-03-05T20:36:35.106" v="920" actId="1076"/>
          <ac:spMkLst>
            <pc:docMk/>
            <pc:sldMk cId="3301828130" sldId="2147474101"/>
            <ac:spMk id="3" creationId="{E7A0A04E-4539-76F3-C369-AD07AF8FA944}"/>
          </ac:spMkLst>
        </pc:spChg>
        <pc:spChg chg="mod">
          <ac:chgData name="Cartwright, Max" userId="4fdaca64-157b-4f34-aebd-58f672b6a20c" providerId="ADAL" clId="{9B24FA50-177C-4B5A-AA10-BF89D194F6B0}" dt="2024-03-05T20:12:24.509" v="347" actId="1076"/>
          <ac:spMkLst>
            <pc:docMk/>
            <pc:sldMk cId="3301828130" sldId="2147474101"/>
            <ac:spMk id="5" creationId="{4CA39B15-9949-C8EF-AD56-299DB327751E}"/>
          </ac:spMkLst>
        </pc:spChg>
        <pc:graphicFrameChg chg="add mod modGraphic">
          <ac:chgData name="Cartwright, Max" userId="4fdaca64-157b-4f34-aebd-58f672b6a20c" providerId="ADAL" clId="{9B24FA50-177C-4B5A-AA10-BF89D194F6B0}" dt="2024-03-05T20:48:08.333" v="1011" actId="1036"/>
          <ac:graphicFrameMkLst>
            <pc:docMk/>
            <pc:sldMk cId="3301828130" sldId="2147474101"/>
            <ac:graphicFrameMk id="2" creationId="{D0BCB5DE-6896-5F5C-6600-0AA0464C3ADF}"/>
          </ac:graphicFrameMkLst>
        </pc:graphicFrameChg>
        <pc:graphicFrameChg chg="del">
          <ac:chgData name="Cartwright, Max" userId="4fdaca64-157b-4f34-aebd-58f672b6a20c" providerId="ADAL" clId="{9B24FA50-177C-4B5A-AA10-BF89D194F6B0}" dt="2024-03-05T20:10:26.398" v="300" actId="478"/>
          <ac:graphicFrameMkLst>
            <pc:docMk/>
            <pc:sldMk cId="3301828130" sldId="2147474101"/>
            <ac:graphicFrameMk id="4" creationId="{C54456C2-F87D-4A66-6607-674496A80040}"/>
          </ac:graphicFrameMkLst>
        </pc:graphicFrameChg>
      </pc:sldChg>
      <pc:sldChg chg="addSp modSp add del mod">
        <pc:chgData name="Cartwright, Max" userId="4fdaca64-157b-4f34-aebd-58f672b6a20c" providerId="ADAL" clId="{9B24FA50-177C-4B5A-AA10-BF89D194F6B0}" dt="2024-03-05T20:12:15.186" v="334" actId="47"/>
        <pc:sldMkLst>
          <pc:docMk/>
          <pc:sldMk cId="1404277362" sldId="2147474102"/>
        </pc:sldMkLst>
        <pc:spChg chg="mod">
          <ac:chgData name="Cartwright, Max" userId="4fdaca64-157b-4f34-aebd-58f672b6a20c" providerId="ADAL" clId="{9B24FA50-177C-4B5A-AA10-BF89D194F6B0}" dt="2024-03-05T20:12:04.728" v="333" actId="1076"/>
          <ac:spMkLst>
            <pc:docMk/>
            <pc:sldMk cId="1404277362" sldId="2147474102"/>
            <ac:spMk id="5" creationId="{4CA39B15-9949-C8EF-AD56-299DB327751E}"/>
          </ac:spMkLst>
        </pc:spChg>
        <pc:graphicFrameChg chg="add mod">
          <ac:chgData name="Cartwright, Max" userId="4fdaca64-157b-4f34-aebd-58f672b6a20c" providerId="ADAL" clId="{9B24FA50-177C-4B5A-AA10-BF89D194F6B0}" dt="2024-03-05T20:11:36.967" v="318"/>
          <ac:graphicFrameMkLst>
            <pc:docMk/>
            <pc:sldMk cId="1404277362" sldId="2147474102"/>
            <ac:graphicFrameMk id="2" creationId="{BE4A7AD2-91C8-98B2-7ABB-173B72301019}"/>
          </ac:graphicFrameMkLst>
        </pc:graphicFrameChg>
      </pc:sldChg>
      <pc:sldChg chg="addSp modSp add mod ord">
        <pc:chgData name="Cartwright, Max" userId="4fdaca64-157b-4f34-aebd-58f672b6a20c" providerId="ADAL" clId="{9B24FA50-177C-4B5A-AA10-BF89D194F6B0}" dt="2024-03-05T20:36:28.263" v="919" actId="1036"/>
        <pc:sldMkLst>
          <pc:docMk/>
          <pc:sldMk cId="2894879383" sldId="2147474103"/>
        </pc:sldMkLst>
        <pc:spChg chg="mod">
          <ac:chgData name="Cartwright, Max" userId="4fdaca64-157b-4f34-aebd-58f672b6a20c" providerId="ADAL" clId="{9B24FA50-177C-4B5A-AA10-BF89D194F6B0}" dt="2024-03-05T20:36:28.263" v="919" actId="1036"/>
          <ac:spMkLst>
            <pc:docMk/>
            <pc:sldMk cId="2894879383" sldId="2147474103"/>
            <ac:spMk id="3" creationId="{E7A0A04E-4539-76F3-C369-AD07AF8FA944}"/>
          </ac:spMkLst>
        </pc:spChg>
        <pc:spChg chg="mod">
          <ac:chgData name="Cartwright, Max" userId="4fdaca64-157b-4f34-aebd-58f672b6a20c" providerId="ADAL" clId="{9B24FA50-177C-4B5A-AA10-BF89D194F6B0}" dt="2024-03-05T20:12:01.370" v="332" actId="1076"/>
          <ac:spMkLst>
            <pc:docMk/>
            <pc:sldMk cId="2894879383" sldId="2147474103"/>
            <ac:spMk id="5" creationId="{4CA39B15-9949-C8EF-AD56-299DB327751E}"/>
          </ac:spMkLst>
        </pc:spChg>
        <pc:graphicFrameChg chg="add mod">
          <ac:chgData name="Cartwright, Max" userId="4fdaca64-157b-4f34-aebd-58f672b6a20c" providerId="ADAL" clId="{9B24FA50-177C-4B5A-AA10-BF89D194F6B0}" dt="2024-03-05T20:11:53.615" v="319"/>
          <ac:graphicFrameMkLst>
            <pc:docMk/>
            <pc:sldMk cId="2894879383" sldId="2147474103"/>
            <ac:graphicFrameMk id="2" creationId="{F1AF107A-F151-DF54-AA2A-F9C5CDF5B288}"/>
          </ac:graphicFrameMkLst>
        </pc:graphicFrameChg>
      </pc:sldChg>
      <pc:sldChg chg="addSp delSp modSp add mod ord">
        <pc:chgData name="Cartwright, Max" userId="4fdaca64-157b-4f34-aebd-58f672b6a20c" providerId="ADAL" clId="{9B24FA50-177C-4B5A-AA10-BF89D194F6B0}" dt="2024-03-05T20:36:19.890" v="915" actId="1035"/>
        <pc:sldMkLst>
          <pc:docMk/>
          <pc:sldMk cId="4144516887" sldId="2147474104"/>
        </pc:sldMkLst>
        <pc:spChg chg="mod">
          <ac:chgData name="Cartwright, Max" userId="4fdaca64-157b-4f34-aebd-58f672b6a20c" providerId="ADAL" clId="{9B24FA50-177C-4B5A-AA10-BF89D194F6B0}" dt="2024-03-05T20:36:19.890" v="915" actId="1035"/>
          <ac:spMkLst>
            <pc:docMk/>
            <pc:sldMk cId="4144516887" sldId="2147474104"/>
            <ac:spMk id="3" creationId="{E7A0A04E-4539-76F3-C369-AD07AF8FA944}"/>
          </ac:spMkLst>
        </pc:spChg>
        <pc:spChg chg="mod">
          <ac:chgData name="Cartwright, Max" userId="4fdaca64-157b-4f34-aebd-58f672b6a20c" providerId="ADAL" clId="{9B24FA50-177C-4B5A-AA10-BF89D194F6B0}" dt="2024-03-05T20:14:28.275" v="389" actId="20577"/>
          <ac:spMkLst>
            <pc:docMk/>
            <pc:sldMk cId="4144516887" sldId="2147474104"/>
            <ac:spMk id="5" creationId="{4CA39B15-9949-C8EF-AD56-299DB327751E}"/>
          </ac:spMkLst>
        </pc:spChg>
        <pc:spChg chg="add mod">
          <ac:chgData name="Cartwright, Max" userId="4fdaca64-157b-4f34-aebd-58f672b6a20c" providerId="ADAL" clId="{9B24FA50-177C-4B5A-AA10-BF89D194F6B0}" dt="2024-03-05T20:13:15.044" v="379"/>
          <ac:spMkLst>
            <pc:docMk/>
            <pc:sldMk cId="4144516887" sldId="2147474104"/>
            <ac:spMk id="7" creationId="{E468B12C-49B8-CDFF-6AA1-E7F8BE93031B}"/>
          </ac:spMkLst>
        </pc:spChg>
        <pc:spChg chg="add mod">
          <ac:chgData name="Cartwright, Max" userId="4fdaca64-157b-4f34-aebd-58f672b6a20c" providerId="ADAL" clId="{9B24FA50-177C-4B5A-AA10-BF89D194F6B0}" dt="2024-03-05T20:13:15.044" v="379"/>
          <ac:spMkLst>
            <pc:docMk/>
            <pc:sldMk cId="4144516887" sldId="2147474104"/>
            <ac:spMk id="9" creationId="{4DE9A918-4EEE-C546-2AC4-42B1730C1D85}"/>
          </ac:spMkLst>
        </pc:spChg>
        <pc:spChg chg="add mod">
          <ac:chgData name="Cartwright, Max" userId="4fdaca64-157b-4f34-aebd-58f672b6a20c" providerId="ADAL" clId="{9B24FA50-177C-4B5A-AA10-BF89D194F6B0}" dt="2024-03-05T20:13:15.044" v="379"/>
          <ac:spMkLst>
            <pc:docMk/>
            <pc:sldMk cId="4144516887" sldId="2147474104"/>
            <ac:spMk id="10" creationId="{655D6C3E-E807-6905-1650-0617D2BBB8B5}"/>
          </ac:spMkLst>
        </pc:spChg>
        <pc:spChg chg="add mod">
          <ac:chgData name="Cartwright, Max" userId="4fdaca64-157b-4f34-aebd-58f672b6a20c" providerId="ADAL" clId="{9B24FA50-177C-4B5A-AA10-BF89D194F6B0}" dt="2024-03-05T20:13:15.044" v="379"/>
          <ac:spMkLst>
            <pc:docMk/>
            <pc:sldMk cId="4144516887" sldId="2147474104"/>
            <ac:spMk id="11" creationId="{5E4768D8-7D86-1A98-AE15-7F66D8D62FE4}"/>
          </ac:spMkLst>
        </pc:spChg>
        <pc:spChg chg="add mod">
          <ac:chgData name="Cartwright, Max" userId="4fdaca64-157b-4f34-aebd-58f672b6a20c" providerId="ADAL" clId="{9B24FA50-177C-4B5A-AA10-BF89D194F6B0}" dt="2024-03-05T20:13:15.044" v="379"/>
          <ac:spMkLst>
            <pc:docMk/>
            <pc:sldMk cId="4144516887" sldId="2147474104"/>
            <ac:spMk id="12" creationId="{89EBE345-DE44-554A-A25B-0A14138A9B76}"/>
          </ac:spMkLst>
        </pc:spChg>
        <pc:graphicFrameChg chg="del">
          <ac:chgData name="Cartwright, Max" userId="4fdaca64-157b-4f34-aebd-58f672b6a20c" providerId="ADAL" clId="{9B24FA50-177C-4B5A-AA10-BF89D194F6B0}" dt="2024-03-05T20:12:53.567" v="349" actId="478"/>
          <ac:graphicFrameMkLst>
            <pc:docMk/>
            <pc:sldMk cId="4144516887" sldId="2147474104"/>
            <ac:graphicFrameMk id="2" creationId="{F1AF107A-F151-DF54-AA2A-F9C5CDF5B288}"/>
          </ac:graphicFrameMkLst>
        </pc:graphicFrameChg>
        <pc:graphicFrameChg chg="add mod">
          <ac:chgData name="Cartwright, Max" userId="4fdaca64-157b-4f34-aebd-58f672b6a20c" providerId="ADAL" clId="{9B24FA50-177C-4B5A-AA10-BF89D194F6B0}" dt="2024-03-05T20:13:15.044" v="379"/>
          <ac:graphicFrameMkLst>
            <pc:docMk/>
            <pc:sldMk cId="4144516887" sldId="2147474104"/>
            <ac:graphicFrameMk id="6" creationId="{640CD144-1BC9-FD87-CD60-5B1E4D3675A6}"/>
          </ac:graphicFrameMkLst>
        </pc:graphicFrameChg>
        <pc:graphicFrameChg chg="add mod">
          <ac:chgData name="Cartwright, Max" userId="4fdaca64-157b-4f34-aebd-58f672b6a20c" providerId="ADAL" clId="{9B24FA50-177C-4B5A-AA10-BF89D194F6B0}" dt="2024-03-05T20:13:15.044" v="379"/>
          <ac:graphicFrameMkLst>
            <pc:docMk/>
            <pc:sldMk cId="4144516887" sldId="2147474104"/>
            <ac:graphicFrameMk id="13" creationId="{0A77BF4B-B28F-6D91-7CD1-68DFE13EA694}"/>
          </ac:graphicFrameMkLst>
        </pc:graphicFrameChg>
        <pc:picChg chg="add mod">
          <ac:chgData name="Cartwright, Max" userId="4fdaca64-157b-4f34-aebd-58f672b6a20c" providerId="ADAL" clId="{9B24FA50-177C-4B5A-AA10-BF89D194F6B0}" dt="2024-03-05T20:13:15.044" v="379"/>
          <ac:picMkLst>
            <pc:docMk/>
            <pc:sldMk cId="4144516887" sldId="2147474104"/>
            <ac:picMk id="4" creationId="{2025638D-6CC9-1F6F-F155-EDB8DABFA16B}"/>
          </ac:picMkLst>
        </pc:picChg>
        <pc:cxnChg chg="add mod">
          <ac:chgData name="Cartwright, Max" userId="4fdaca64-157b-4f34-aebd-58f672b6a20c" providerId="ADAL" clId="{9B24FA50-177C-4B5A-AA10-BF89D194F6B0}" dt="2024-03-05T20:13:15.044" v="379"/>
          <ac:cxnSpMkLst>
            <pc:docMk/>
            <pc:sldMk cId="4144516887" sldId="2147474104"/>
            <ac:cxnSpMk id="8" creationId="{5CFE5D63-BAFB-B328-34B8-0B43A779A0E0}"/>
          </ac:cxnSpMkLst>
        </pc:cxnChg>
      </pc:sldChg>
      <pc:sldChg chg="addSp delSp modSp add mod">
        <pc:chgData name="Cartwright, Max" userId="4fdaca64-157b-4f34-aebd-58f672b6a20c" providerId="ADAL" clId="{9B24FA50-177C-4B5A-AA10-BF89D194F6B0}" dt="2024-03-05T20:21:56.935" v="519" actId="1036"/>
        <pc:sldMkLst>
          <pc:docMk/>
          <pc:sldMk cId="1393123966" sldId="2147474105"/>
        </pc:sldMkLst>
        <pc:spChg chg="mod">
          <ac:chgData name="Cartwright, Max" userId="4fdaca64-157b-4f34-aebd-58f672b6a20c" providerId="ADAL" clId="{9B24FA50-177C-4B5A-AA10-BF89D194F6B0}" dt="2024-03-05T20:20:55.948" v="499" actId="1035"/>
          <ac:spMkLst>
            <pc:docMk/>
            <pc:sldMk cId="1393123966" sldId="2147474105"/>
            <ac:spMk id="3" creationId="{E7A0A04E-4539-76F3-C369-AD07AF8FA944}"/>
          </ac:spMkLst>
        </pc:spChg>
        <pc:spChg chg="mod">
          <ac:chgData name="Cartwright, Max" userId="4fdaca64-157b-4f34-aebd-58f672b6a20c" providerId="ADAL" clId="{9B24FA50-177C-4B5A-AA10-BF89D194F6B0}" dt="2024-03-05T20:18:30.428" v="465" actId="1076"/>
          <ac:spMkLst>
            <pc:docMk/>
            <pc:sldMk cId="1393123966" sldId="2147474105"/>
            <ac:spMk id="5" creationId="{4CA39B15-9949-C8EF-AD56-299DB327751E}"/>
          </ac:spMkLst>
        </pc:spChg>
        <pc:spChg chg="del">
          <ac:chgData name="Cartwright, Max" userId="4fdaca64-157b-4f34-aebd-58f672b6a20c" providerId="ADAL" clId="{9B24FA50-177C-4B5A-AA10-BF89D194F6B0}" dt="2024-03-05T20:14:35.786" v="391" actId="478"/>
          <ac:spMkLst>
            <pc:docMk/>
            <pc:sldMk cId="1393123966" sldId="2147474105"/>
            <ac:spMk id="7" creationId="{E468B12C-49B8-CDFF-6AA1-E7F8BE93031B}"/>
          </ac:spMkLst>
        </pc:spChg>
        <pc:spChg chg="del">
          <ac:chgData name="Cartwright, Max" userId="4fdaca64-157b-4f34-aebd-58f672b6a20c" providerId="ADAL" clId="{9B24FA50-177C-4B5A-AA10-BF89D194F6B0}" dt="2024-03-05T20:14:35.786" v="391" actId="478"/>
          <ac:spMkLst>
            <pc:docMk/>
            <pc:sldMk cId="1393123966" sldId="2147474105"/>
            <ac:spMk id="9" creationId="{4DE9A918-4EEE-C546-2AC4-42B1730C1D85}"/>
          </ac:spMkLst>
        </pc:spChg>
        <pc:spChg chg="del">
          <ac:chgData name="Cartwright, Max" userId="4fdaca64-157b-4f34-aebd-58f672b6a20c" providerId="ADAL" clId="{9B24FA50-177C-4B5A-AA10-BF89D194F6B0}" dt="2024-03-05T20:14:35.786" v="391" actId="478"/>
          <ac:spMkLst>
            <pc:docMk/>
            <pc:sldMk cId="1393123966" sldId="2147474105"/>
            <ac:spMk id="10" creationId="{655D6C3E-E807-6905-1650-0617D2BBB8B5}"/>
          </ac:spMkLst>
        </pc:spChg>
        <pc:spChg chg="del">
          <ac:chgData name="Cartwright, Max" userId="4fdaca64-157b-4f34-aebd-58f672b6a20c" providerId="ADAL" clId="{9B24FA50-177C-4B5A-AA10-BF89D194F6B0}" dt="2024-03-05T20:14:35.786" v="391" actId="478"/>
          <ac:spMkLst>
            <pc:docMk/>
            <pc:sldMk cId="1393123966" sldId="2147474105"/>
            <ac:spMk id="11" creationId="{5E4768D8-7D86-1A98-AE15-7F66D8D62FE4}"/>
          </ac:spMkLst>
        </pc:spChg>
        <pc:spChg chg="del">
          <ac:chgData name="Cartwright, Max" userId="4fdaca64-157b-4f34-aebd-58f672b6a20c" providerId="ADAL" clId="{9B24FA50-177C-4B5A-AA10-BF89D194F6B0}" dt="2024-03-05T20:14:35.786" v="391" actId="478"/>
          <ac:spMkLst>
            <pc:docMk/>
            <pc:sldMk cId="1393123966" sldId="2147474105"/>
            <ac:spMk id="12" creationId="{89EBE345-DE44-554A-A25B-0A14138A9B76}"/>
          </ac:spMkLst>
        </pc:spChg>
        <pc:graphicFrameChg chg="add mod ord modGraphic">
          <ac:chgData name="Cartwright, Max" userId="4fdaca64-157b-4f34-aebd-58f672b6a20c" providerId="ADAL" clId="{9B24FA50-177C-4B5A-AA10-BF89D194F6B0}" dt="2024-03-05T20:21:56.935" v="519" actId="1036"/>
          <ac:graphicFrameMkLst>
            <pc:docMk/>
            <pc:sldMk cId="1393123966" sldId="2147474105"/>
            <ac:graphicFrameMk id="2" creationId="{807FA603-02D8-DE95-3361-4796651CA316}"/>
          </ac:graphicFrameMkLst>
        </pc:graphicFrameChg>
        <pc:graphicFrameChg chg="del">
          <ac:chgData name="Cartwright, Max" userId="4fdaca64-157b-4f34-aebd-58f672b6a20c" providerId="ADAL" clId="{9B24FA50-177C-4B5A-AA10-BF89D194F6B0}" dt="2024-03-05T20:14:35.786" v="391" actId="478"/>
          <ac:graphicFrameMkLst>
            <pc:docMk/>
            <pc:sldMk cId="1393123966" sldId="2147474105"/>
            <ac:graphicFrameMk id="6" creationId="{640CD144-1BC9-FD87-CD60-5B1E4D3675A6}"/>
          </ac:graphicFrameMkLst>
        </pc:graphicFrameChg>
        <pc:graphicFrameChg chg="del">
          <ac:chgData name="Cartwright, Max" userId="4fdaca64-157b-4f34-aebd-58f672b6a20c" providerId="ADAL" clId="{9B24FA50-177C-4B5A-AA10-BF89D194F6B0}" dt="2024-03-05T20:14:35.786" v="391" actId="478"/>
          <ac:graphicFrameMkLst>
            <pc:docMk/>
            <pc:sldMk cId="1393123966" sldId="2147474105"/>
            <ac:graphicFrameMk id="13" creationId="{0A77BF4B-B28F-6D91-7CD1-68DFE13EA694}"/>
          </ac:graphicFrameMkLst>
        </pc:graphicFrameChg>
        <pc:picChg chg="del">
          <ac:chgData name="Cartwright, Max" userId="4fdaca64-157b-4f34-aebd-58f672b6a20c" providerId="ADAL" clId="{9B24FA50-177C-4B5A-AA10-BF89D194F6B0}" dt="2024-03-05T20:14:35.786" v="391" actId="478"/>
          <ac:picMkLst>
            <pc:docMk/>
            <pc:sldMk cId="1393123966" sldId="2147474105"/>
            <ac:picMk id="4" creationId="{2025638D-6CC9-1F6F-F155-EDB8DABFA16B}"/>
          </ac:picMkLst>
        </pc:picChg>
        <pc:cxnChg chg="del">
          <ac:chgData name="Cartwright, Max" userId="4fdaca64-157b-4f34-aebd-58f672b6a20c" providerId="ADAL" clId="{9B24FA50-177C-4B5A-AA10-BF89D194F6B0}" dt="2024-03-05T20:14:35.786" v="391" actId="478"/>
          <ac:cxnSpMkLst>
            <pc:docMk/>
            <pc:sldMk cId="1393123966" sldId="2147474105"/>
            <ac:cxnSpMk id="8" creationId="{5CFE5D63-BAFB-B328-34B8-0B43A779A0E0}"/>
          </ac:cxnSpMkLst>
        </pc:cxnChg>
      </pc:sldChg>
      <pc:sldChg chg="addSp delSp modSp add mod">
        <pc:chgData name="Cartwright, Max" userId="4fdaca64-157b-4f34-aebd-58f672b6a20c" providerId="ADAL" clId="{9B24FA50-177C-4B5A-AA10-BF89D194F6B0}" dt="2024-03-05T20:29:34.875" v="735"/>
        <pc:sldMkLst>
          <pc:docMk/>
          <pc:sldMk cId="1302496557" sldId="2147474106"/>
        </pc:sldMkLst>
        <pc:spChg chg="del mod">
          <ac:chgData name="Cartwright, Max" userId="4fdaca64-157b-4f34-aebd-58f672b6a20c" providerId="ADAL" clId="{9B24FA50-177C-4B5A-AA10-BF89D194F6B0}" dt="2024-03-05T20:21:01.286" v="500" actId="478"/>
          <ac:spMkLst>
            <pc:docMk/>
            <pc:sldMk cId="1302496557" sldId="2147474106"/>
            <ac:spMk id="3" creationId="{E7A0A04E-4539-76F3-C369-AD07AF8FA944}"/>
          </ac:spMkLst>
        </pc:spChg>
        <pc:spChg chg="add del mod">
          <ac:chgData name="Cartwright, Max" userId="4fdaca64-157b-4f34-aebd-58f672b6a20c" providerId="ADAL" clId="{9B24FA50-177C-4B5A-AA10-BF89D194F6B0}" dt="2024-03-05T20:21:09.503" v="504" actId="478"/>
          <ac:spMkLst>
            <pc:docMk/>
            <pc:sldMk cId="1302496557" sldId="2147474106"/>
            <ac:spMk id="6" creationId="{CA6985FC-E254-0A2E-1F42-8EE887911357}"/>
          </ac:spMkLst>
        </pc:spChg>
        <pc:spChg chg="add mod">
          <ac:chgData name="Cartwright, Max" userId="4fdaca64-157b-4f34-aebd-58f672b6a20c" providerId="ADAL" clId="{9B24FA50-177C-4B5A-AA10-BF89D194F6B0}" dt="2024-03-05T20:21:06.010" v="503" actId="20577"/>
          <ac:spMkLst>
            <pc:docMk/>
            <pc:sldMk cId="1302496557" sldId="2147474106"/>
            <ac:spMk id="7" creationId="{2D7FDC73-E11B-BFD5-B5B0-AD1682841BF2}"/>
          </ac:spMkLst>
        </pc:spChg>
        <pc:graphicFrameChg chg="add mod ord modGraphic">
          <ac:chgData name="Cartwright, Max" userId="4fdaca64-157b-4f34-aebd-58f672b6a20c" providerId="ADAL" clId="{9B24FA50-177C-4B5A-AA10-BF89D194F6B0}" dt="2024-03-05T20:29:34.875" v="735"/>
          <ac:graphicFrameMkLst>
            <pc:docMk/>
            <pc:sldMk cId="1302496557" sldId="2147474106"/>
            <ac:graphicFrameMk id="2" creationId="{CD256A07-6A6E-B196-7F3B-F50E4455D14B}"/>
          </ac:graphicFrameMkLst>
        </pc:graphicFrameChg>
      </pc:sldChg>
      <pc:sldChg chg="addSp delSp modSp add mod">
        <pc:chgData name="Cartwright, Max" userId="4fdaca64-157b-4f34-aebd-58f672b6a20c" providerId="ADAL" clId="{9B24FA50-177C-4B5A-AA10-BF89D194F6B0}" dt="2024-03-05T20:22:29.675" v="524" actId="1076"/>
        <pc:sldMkLst>
          <pc:docMk/>
          <pc:sldMk cId="2751412619" sldId="2147474107"/>
        </pc:sldMkLst>
        <pc:spChg chg="add mod">
          <ac:chgData name="Cartwright, Max" userId="4fdaca64-157b-4f34-aebd-58f672b6a20c" providerId="ADAL" clId="{9B24FA50-177C-4B5A-AA10-BF89D194F6B0}" dt="2024-03-05T20:22:19.175" v="521" actId="27636"/>
          <ac:spMkLst>
            <pc:docMk/>
            <pc:sldMk cId="2751412619" sldId="2147474107"/>
            <ac:spMk id="2" creationId="{8DAF0583-FC0E-F8D9-8735-8BB2DCA786A8}"/>
          </ac:spMkLst>
        </pc:spChg>
        <pc:spChg chg="del">
          <ac:chgData name="Cartwright, Max" userId="4fdaca64-157b-4f34-aebd-58f672b6a20c" providerId="ADAL" clId="{9B24FA50-177C-4B5A-AA10-BF89D194F6B0}" dt="2024-03-05T20:22:23.534" v="522" actId="478"/>
          <ac:spMkLst>
            <pc:docMk/>
            <pc:sldMk cId="2751412619" sldId="2147474107"/>
            <ac:spMk id="3" creationId="{E7A0A04E-4539-76F3-C369-AD07AF8FA944}"/>
          </ac:spMkLst>
        </pc:spChg>
        <pc:spChg chg="add mod">
          <ac:chgData name="Cartwright, Max" userId="4fdaca64-157b-4f34-aebd-58f672b6a20c" providerId="ADAL" clId="{9B24FA50-177C-4B5A-AA10-BF89D194F6B0}" dt="2024-03-05T20:22:18.992" v="520"/>
          <ac:spMkLst>
            <pc:docMk/>
            <pc:sldMk cId="2751412619" sldId="2147474107"/>
            <ac:spMk id="4" creationId="{00E73B76-4B52-EC91-BD5D-2FCC245D12FE}"/>
          </ac:spMkLst>
        </pc:spChg>
        <pc:spChg chg="mod">
          <ac:chgData name="Cartwright, Max" userId="4fdaca64-157b-4f34-aebd-58f672b6a20c" providerId="ADAL" clId="{9B24FA50-177C-4B5A-AA10-BF89D194F6B0}" dt="2024-03-05T20:22:29.675" v="524" actId="1076"/>
          <ac:spMkLst>
            <pc:docMk/>
            <pc:sldMk cId="2751412619" sldId="2147474107"/>
            <ac:spMk id="5" creationId="{4CA39B15-9949-C8EF-AD56-299DB327751E}"/>
          </ac:spMkLst>
        </pc:spChg>
        <pc:spChg chg="add mod">
          <ac:chgData name="Cartwright, Max" userId="4fdaca64-157b-4f34-aebd-58f672b6a20c" providerId="ADAL" clId="{9B24FA50-177C-4B5A-AA10-BF89D194F6B0}" dt="2024-03-05T20:22:18.992" v="520"/>
          <ac:spMkLst>
            <pc:docMk/>
            <pc:sldMk cId="2751412619" sldId="2147474107"/>
            <ac:spMk id="7" creationId="{8EFC3CDB-E535-7166-64A2-CB2021308523}"/>
          </ac:spMkLst>
        </pc:spChg>
        <pc:spChg chg="add mod">
          <ac:chgData name="Cartwright, Max" userId="4fdaca64-157b-4f34-aebd-58f672b6a20c" providerId="ADAL" clId="{9B24FA50-177C-4B5A-AA10-BF89D194F6B0}" dt="2024-03-05T20:22:18.992" v="520"/>
          <ac:spMkLst>
            <pc:docMk/>
            <pc:sldMk cId="2751412619" sldId="2147474107"/>
            <ac:spMk id="8" creationId="{7B477C90-E981-F680-95B0-FEEDAF5F7433}"/>
          </ac:spMkLst>
        </pc:spChg>
        <pc:spChg chg="add mod">
          <ac:chgData name="Cartwright, Max" userId="4fdaca64-157b-4f34-aebd-58f672b6a20c" providerId="ADAL" clId="{9B24FA50-177C-4B5A-AA10-BF89D194F6B0}" dt="2024-03-05T20:22:18.992" v="520"/>
          <ac:spMkLst>
            <pc:docMk/>
            <pc:sldMk cId="2751412619" sldId="2147474107"/>
            <ac:spMk id="9" creationId="{ACD8AB5B-973C-A4F7-B535-042EC5C5A2CF}"/>
          </ac:spMkLst>
        </pc:spChg>
        <pc:spChg chg="add mod">
          <ac:chgData name="Cartwright, Max" userId="4fdaca64-157b-4f34-aebd-58f672b6a20c" providerId="ADAL" clId="{9B24FA50-177C-4B5A-AA10-BF89D194F6B0}" dt="2024-03-05T20:22:18.992" v="520"/>
          <ac:spMkLst>
            <pc:docMk/>
            <pc:sldMk cId="2751412619" sldId="2147474107"/>
            <ac:spMk id="10" creationId="{83F63585-7A6D-9A5B-3F65-52896F613371}"/>
          </ac:spMkLst>
        </pc:spChg>
        <pc:spChg chg="add mod">
          <ac:chgData name="Cartwright, Max" userId="4fdaca64-157b-4f34-aebd-58f672b6a20c" providerId="ADAL" clId="{9B24FA50-177C-4B5A-AA10-BF89D194F6B0}" dt="2024-03-05T20:22:18.992" v="520"/>
          <ac:spMkLst>
            <pc:docMk/>
            <pc:sldMk cId="2751412619" sldId="2147474107"/>
            <ac:spMk id="11" creationId="{4E6DF629-CF70-E34B-89EC-13E08441830D}"/>
          </ac:spMkLst>
        </pc:spChg>
        <pc:spChg chg="add mod">
          <ac:chgData name="Cartwright, Max" userId="4fdaca64-157b-4f34-aebd-58f672b6a20c" providerId="ADAL" clId="{9B24FA50-177C-4B5A-AA10-BF89D194F6B0}" dt="2024-03-05T20:22:18.992" v="520"/>
          <ac:spMkLst>
            <pc:docMk/>
            <pc:sldMk cId="2751412619" sldId="2147474107"/>
            <ac:spMk id="13" creationId="{D71D4E5A-B7AF-4B6B-41A4-1BE7597A7790}"/>
          </ac:spMkLst>
        </pc:spChg>
        <pc:spChg chg="add mod">
          <ac:chgData name="Cartwright, Max" userId="4fdaca64-157b-4f34-aebd-58f672b6a20c" providerId="ADAL" clId="{9B24FA50-177C-4B5A-AA10-BF89D194F6B0}" dt="2024-03-05T20:22:18.992" v="520"/>
          <ac:spMkLst>
            <pc:docMk/>
            <pc:sldMk cId="2751412619" sldId="2147474107"/>
            <ac:spMk id="14" creationId="{9638DDE8-8F49-CFB5-BBF3-687ACF559495}"/>
          </ac:spMkLst>
        </pc:spChg>
        <pc:spChg chg="add mod">
          <ac:chgData name="Cartwright, Max" userId="4fdaca64-157b-4f34-aebd-58f672b6a20c" providerId="ADAL" clId="{9B24FA50-177C-4B5A-AA10-BF89D194F6B0}" dt="2024-03-05T20:22:18.992" v="520"/>
          <ac:spMkLst>
            <pc:docMk/>
            <pc:sldMk cId="2751412619" sldId="2147474107"/>
            <ac:spMk id="15" creationId="{AC86CC28-982D-25CD-24E1-D0070C23151C}"/>
          </ac:spMkLst>
        </pc:spChg>
        <pc:spChg chg="add mod">
          <ac:chgData name="Cartwright, Max" userId="4fdaca64-157b-4f34-aebd-58f672b6a20c" providerId="ADAL" clId="{9B24FA50-177C-4B5A-AA10-BF89D194F6B0}" dt="2024-03-05T20:22:18.992" v="520"/>
          <ac:spMkLst>
            <pc:docMk/>
            <pc:sldMk cId="2751412619" sldId="2147474107"/>
            <ac:spMk id="16" creationId="{983EB2A9-1227-7FC3-FE76-CBF5100842D4}"/>
          </ac:spMkLst>
        </pc:spChg>
        <pc:spChg chg="add mod">
          <ac:chgData name="Cartwright, Max" userId="4fdaca64-157b-4f34-aebd-58f672b6a20c" providerId="ADAL" clId="{9B24FA50-177C-4B5A-AA10-BF89D194F6B0}" dt="2024-03-05T20:22:18.992" v="520"/>
          <ac:spMkLst>
            <pc:docMk/>
            <pc:sldMk cId="2751412619" sldId="2147474107"/>
            <ac:spMk id="17" creationId="{E4DF2C5C-C5A7-F187-90CE-A36184ED4132}"/>
          </ac:spMkLst>
        </pc:spChg>
        <pc:spChg chg="add mod">
          <ac:chgData name="Cartwright, Max" userId="4fdaca64-157b-4f34-aebd-58f672b6a20c" providerId="ADAL" clId="{9B24FA50-177C-4B5A-AA10-BF89D194F6B0}" dt="2024-03-05T20:22:18.992" v="520"/>
          <ac:spMkLst>
            <pc:docMk/>
            <pc:sldMk cId="2751412619" sldId="2147474107"/>
            <ac:spMk id="18" creationId="{70487533-28E8-8F5C-FC66-A970E8FA2229}"/>
          </ac:spMkLst>
        </pc:spChg>
        <pc:spChg chg="add mod">
          <ac:chgData name="Cartwright, Max" userId="4fdaca64-157b-4f34-aebd-58f672b6a20c" providerId="ADAL" clId="{9B24FA50-177C-4B5A-AA10-BF89D194F6B0}" dt="2024-03-05T20:22:18.992" v="520"/>
          <ac:spMkLst>
            <pc:docMk/>
            <pc:sldMk cId="2751412619" sldId="2147474107"/>
            <ac:spMk id="19" creationId="{1A56E2EE-86C7-28B2-65BC-2632803F3ED5}"/>
          </ac:spMkLst>
        </pc:spChg>
        <pc:spChg chg="add mod">
          <ac:chgData name="Cartwright, Max" userId="4fdaca64-157b-4f34-aebd-58f672b6a20c" providerId="ADAL" clId="{9B24FA50-177C-4B5A-AA10-BF89D194F6B0}" dt="2024-03-05T20:22:18.992" v="520"/>
          <ac:spMkLst>
            <pc:docMk/>
            <pc:sldMk cId="2751412619" sldId="2147474107"/>
            <ac:spMk id="20" creationId="{7091DC8B-67F8-4CCA-BAA5-DD9D4D88BACC}"/>
          </ac:spMkLst>
        </pc:spChg>
        <pc:spChg chg="add mod">
          <ac:chgData name="Cartwright, Max" userId="4fdaca64-157b-4f34-aebd-58f672b6a20c" providerId="ADAL" clId="{9B24FA50-177C-4B5A-AA10-BF89D194F6B0}" dt="2024-03-05T20:22:18.992" v="520"/>
          <ac:spMkLst>
            <pc:docMk/>
            <pc:sldMk cId="2751412619" sldId="2147474107"/>
            <ac:spMk id="21" creationId="{CB0F56DE-6E87-B141-F8FC-F1ACE06441EB}"/>
          </ac:spMkLst>
        </pc:spChg>
        <pc:spChg chg="add mod">
          <ac:chgData name="Cartwright, Max" userId="4fdaca64-157b-4f34-aebd-58f672b6a20c" providerId="ADAL" clId="{9B24FA50-177C-4B5A-AA10-BF89D194F6B0}" dt="2024-03-05T20:22:18.992" v="520"/>
          <ac:spMkLst>
            <pc:docMk/>
            <pc:sldMk cId="2751412619" sldId="2147474107"/>
            <ac:spMk id="22" creationId="{35DABB51-F3E9-C215-96A2-418603063BEB}"/>
          </ac:spMkLst>
        </pc:spChg>
        <pc:spChg chg="add mod">
          <ac:chgData name="Cartwright, Max" userId="4fdaca64-157b-4f34-aebd-58f672b6a20c" providerId="ADAL" clId="{9B24FA50-177C-4B5A-AA10-BF89D194F6B0}" dt="2024-03-05T20:22:18.992" v="520"/>
          <ac:spMkLst>
            <pc:docMk/>
            <pc:sldMk cId="2751412619" sldId="2147474107"/>
            <ac:spMk id="23" creationId="{2998D9F0-2323-44D5-297A-CA9D377331FA}"/>
          </ac:spMkLst>
        </pc:spChg>
        <pc:spChg chg="add mod">
          <ac:chgData name="Cartwright, Max" userId="4fdaca64-157b-4f34-aebd-58f672b6a20c" providerId="ADAL" clId="{9B24FA50-177C-4B5A-AA10-BF89D194F6B0}" dt="2024-03-05T20:22:18.992" v="520"/>
          <ac:spMkLst>
            <pc:docMk/>
            <pc:sldMk cId="2751412619" sldId="2147474107"/>
            <ac:spMk id="24" creationId="{13C1CD52-FA87-6357-0D5C-22DB37298EE7}"/>
          </ac:spMkLst>
        </pc:spChg>
        <pc:spChg chg="add mod">
          <ac:chgData name="Cartwright, Max" userId="4fdaca64-157b-4f34-aebd-58f672b6a20c" providerId="ADAL" clId="{9B24FA50-177C-4B5A-AA10-BF89D194F6B0}" dt="2024-03-05T20:22:18.992" v="520"/>
          <ac:spMkLst>
            <pc:docMk/>
            <pc:sldMk cId="2751412619" sldId="2147474107"/>
            <ac:spMk id="25" creationId="{BEC6D911-E009-4A3D-8964-02E81C567913}"/>
          </ac:spMkLst>
        </pc:spChg>
        <pc:spChg chg="add mod">
          <ac:chgData name="Cartwright, Max" userId="4fdaca64-157b-4f34-aebd-58f672b6a20c" providerId="ADAL" clId="{9B24FA50-177C-4B5A-AA10-BF89D194F6B0}" dt="2024-03-05T20:22:18.992" v="520"/>
          <ac:spMkLst>
            <pc:docMk/>
            <pc:sldMk cId="2751412619" sldId="2147474107"/>
            <ac:spMk id="26" creationId="{58BC2055-0913-D1D4-02B0-BD6EC17AE886}"/>
          </ac:spMkLst>
        </pc:spChg>
        <pc:spChg chg="add mod">
          <ac:chgData name="Cartwright, Max" userId="4fdaca64-157b-4f34-aebd-58f672b6a20c" providerId="ADAL" clId="{9B24FA50-177C-4B5A-AA10-BF89D194F6B0}" dt="2024-03-05T20:22:18.992" v="520"/>
          <ac:spMkLst>
            <pc:docMk/>
            <pc:sldMk cId="2751412619" sldId="2147474107"/>
            <ac:spMk id="27" creationId="{871BC461-B269-5299-F743-B6E84C921FAA}"/>
          </ac:spMkLst>
        </pc:spChg>
        <pc:spChg chg="add mod">
          <ac:chgData name="Cartwright, Max" userId="4fdaca64-157b-4f34-aebd-58f672b6a20c" providerId="ADAL" clId="{9B24FA50-177C-4B5A-AA10-BF89D194F6B0}" dt="2024-03-05T20:22:18.992" v="520"/>
          <ac:spMkLst>
            <pc:docMk/>
            <pc:sldMk cId="2751412619" sldId="2147474107"/>
            <ac:spMk id="28" creationId="{8BF7F4A1-9DFB-DF28-FC40-019C565E96CC}"/>
          </ac:spMkLst>
        </pc:spChg>
        <pc:spChg chg="add mod">
          <ac:chgData name="Cartwright, Max" userId="4fdaca64-157b-4f34-aebd-58f672b6a20c" providerId="ADAL" clId="{9B24FA50-177C-4B5A-AA10-BF89D194F6B0}" dt="2024-03-05T20:22:18.992" v="520"/>
          <ac:spMkLst>
            <pc:docMk/>
            <pc:sldMk cId="2751412619" sldId="2147474107"/>
            <ac:spMk id="29" creationId="{4F7D053F-3C07-A3D2-9F00-82BD172D4F28}"/>
          </ac:spMkLst>
        </pc:spChg>
        <pc:spChg chg="add mod">
          <ac:chgData name="Cartwright, Max" userId="4fdaca64-157b-4f34-aebd-58f672b6a20c" providerId="ADAL" clId="{9B24FA50-177C-4B5A-AA10-BF89D194F6B0}" dt="2024-03-05T20:22:18.992" v="520"/>
          <ac:spMkLst>
            <pc:docMk/>
            <pc:sldMk cId="2751412619" sldId="2147474107"/>
            <ac:spMk id="30" creationId="{FBD19FDC-60E4-87A6-1461-C8782E328DE3}"/>
          </ac:spMkLst>
        </pc:spChg>
        <pc:spChg chg="add mod">
          <ac:chgData name="Cartwright, Max" userId="4fdaca64-157b-4f34-aebd-58f672b6a20c" providerId="ADAL" clId="{9B24FA50-177C-4B5A-AA10-BF89D194F6B0}" dt="2024-03-05T20:22:18.992" v="520"/>
          <ac:spMkLst>
            <pc:docMk/>
            <pc:sldMk cId="2751412619" sldId="2147474107"/>
            <ac:spMk id="31" creationId="{8F0EBF5B-88AE-0471-D5B6-148529CF66D1}"/>
          </ac:spMkLst>
        </pc:spChg>
        <pc:spChg chg="add mod">
          <ac:chgData name="Cartwright, Max" userId="4fdaca64-157b-4f34-aebd-58f672b6a20c" providerId="ADAL" clId="{9B24FA50-177C-4B5A-AA10-BF89D194F6B0}" dt="2024-03-05T20:22:18.992" v="520"/>
          <ac:spMkLst>
            <pc:docMk/>
            <pc:sldMk cId="2751412619" sldId="2147474107"/>
            <ac:spMk id="32" creationId="{F514AD11-FF86-5011-3DC2-183C7602E640}"/>
          </ac:spMkLst>
        </pc:spChg>
        <pc:spChg chg="add mod">
          <ac:chgData name="Cartwright, Max" userId="4fdaca64-157b-4f34-aebd-58f672b6a20c" providerId="ADAL" clId="{9B24FA50-177C-4B5A-AA10-BF89D194F6B0}" dt="2024-03-05T20:22:18.992" v="520"/>
          <ac:spMkLst>
            <pc:docMk/>
            <pc:sldMk cId="2751412619" sldId="2147474107"/>
            <ac:spMk id="33" creationId="{42DFD77E-92B0-8936-16CE-25EA2B12B677}"/>
          </ac:spMkLst>
        </pc:spChg>
        <pc:spChg chg="add mod">
          <ac:chgData name="Cartwright, Max" userId="4fdaca64-157b-4f34-aebd-58f672b6a20c" providerId="ADAL" clId="{9B24FA50-177C-4B5A-AA10-BF89D194F6B0}" dt="2024-03-05T20:22:18.992" v="520"/>
          <ac:spMkLst>
            <pc:docMk/>
            <pc:sldMk cId="2751412619" sldId="2147474107"/>
            <ac:spMk id="34" creationId="{DB8E821D-5B03-5DB9-D85C-C3A734572F84}"/>
          </ac:spMkLst>
        </pc:spChg>
        <pc:spChg chg="add mod">
          <ac:chgData name="Cartwright, Max" userId="4fdaca64-157b-4f34-aebd-58f672b6a20c" providerId="ADAL" clId="{9B24FA50-177C-4B5A-AA10-BF89D194F6B0}" dt="2024-03-05T20:22:18.992" v="520"/>
          <ac:spMkLst>
            <pc:docMk/>
            <pc:sldMk cId="2751412619" sldId="2147474107"/>
            <ac:spMk id="35" creationId="{E9A46DFF-37AF-1D9A-A94C-1EDAA7435D52}"/>
          </ac:spMkLst>
        </pc:spChg>
        <pc:spChg chg="add mod">
          <ac:chgData name="Cartwright, Max" userId="4fdaca64-157b-4f34-aebd-58f672b6a20c" providerId="ADAL" clId="{9B24FA50-177C-4B5A-AA10-BF89D194F6B0}" dt="2024-03-05T20:22:18.992" v="520"/>
          <ac:spMkLst>
            <pc:docMk/>
            <pc:sldMk cId="2751412619" sldId="2147474107"/>
            <ac:spMk id="36" creationId="{7E61375C-4A8F-82E9-C6BF-BF54FFB1696B}"/>
          </ac:spMkLst>
        </pc:spChg>
        <pc:spChg chg="add mod">
          <ac:chgData name="Cartwright, Max" userId="4fdaca64-157b-4f34-aebd-58f672b6a20c" providerId="ADAL" clId="{9B24FA50-177C-4B5A-AA10-BF89D194F6B0}" dt="2024-03-05T20:22:18.992" v="520"/>
          <ac:spMkLst>
            <pc:docMk/>
            <pc:sldMk cId="2751412619" sldId="2147474107"/>
            <ac:spMk id="37" creationId="{0553103C-EA02-B75B-7147-FD6DA553AD34}"/>
          </ac:spMkLst>
        </pc:spChg>
        <pc:spChg chg="add mod">
          <ac:chgData name="Cartwright, Max" userId="4fdaca64-157b-4f34-aebd-58f672b6a20c" providerId="ADAL" clId="{9B24FA50-177C-4B5A-AA10-BF89D194F6B0}" dt="2024-03-05T20:22:18.992" v="520"/>
          <ac:spMkLst>
            <pc:docMk/>
            <pc:sldMk cId="2751412619" sldId="2147474107"/>
            <ac:spMk id="38" creationId="{B408390E-9B39-C9E3-ADDA-1FEF0CF13576}"/>
          </ac:spMkLst>
        </pc:spChg>
        <pc:spChg chg="add mod">
          <ac:chgData name="Cartwright, Max" userId="4fdaca64-157b-4f34-aebd-58f672b6a20c" providerId="ADAL" clId="{9B24FA50-177C-4B5A-AA10-BF89D194F6B0}" dt="2024-03-05T20:22:18.992" v="520"/>
          <ac:spMkLst>
            <pc:docMk/>
            <pc:sldMk cId="2751412619" sldId="2147474107"/>
            <ac:spMk id="39" creationId="{48402356-6E99-BF47-ED64-C24D341B5936}"/>
          </ac:spMkLst>
        </pc:spChg>
        <pc:spChg chg="add del mod">
          <ac:chgData name="Cartwright, Max" userId="4fdaca64-157b-4f34-aebd-58f672b6a20c" providerId="ADAL" clId="{9B24FA50-177C-4B5A-AA10-BF89D194F6B0}" dt="2024-03-05T20:22:25.993" v="523" actId="478"/>
          <ac:spMkLst>
            <pc:docMk/>
            <pc:sldMk cId="2751412619" sldId="2147474107"/>
            <ac:spMk id="41" creationId="{D83573D4-78C9-D5AD-3486-779B218E1CE8}"/>
          </ac:spMkLst>
        </pc:spChg>
        <pc:graphicFrameChg chg="add mod">
          <ac:chgData name="Cartwright, Max" userId="4fdaca64-157b-4f34-aebd-58f672b6a20c" providerId="ADAL" clId="{9B24FA50-177C-4B5A-AA10-BF89D194F6B0}" dt="2024-03-05T20:22:18.992" v="520"/>
          <ac:graphicFrameMkLst>
            <pc:docMk/>
            <pc:sldMk cId="2751412619" sldId="2147474107"/>
            <ac:graphicFrameMk id="6" creationId="{90F47839-8A78-F80B-6AB1-950C093ECF8D}"/>
          </ac:graphicFrameMkLst>
        </pc:graphicFrameChg>
        <pc:graphicFrameChg chg="add mod">
          <ac:chgData name="Cartwright, Max" userId="4fdaca64-157b-4f34-aebd-58f672b6a20c" providerId="ADAL" clId="{9B24FA50-177C-4B5A-AA10-BF89D194F6B0}" dt="2024-03-05T20:22:18.992" v="520"/>
          <ac:graphicFrameMkLst>
            <pc:docMk/>
            <pc:sldMk cId="2751412619" sldId="2147474107"/>
            <ac:graphicFrameMk id="12" creationId="{6412C549-74FC-CC9B-32F2-D027C353A278}"/>
          </ac:graphicFrameMkLst>
        </pc:graphicFrameChg>
      </pc:sldChg>
      <pc:sldChg chg="addSp delSp modSp add mod">
        <pc:chgData name="Cartwright, Max" userId="4fdaca64-157b-4f34-aebd-58f672b6a20c" providerId="ADAL" clId="{9B24FA50-177C-4B5A-AA10-BF89D194F6B0}" dt="2024-03-05T20:29:34.875" v="735"/>
        <pc:sldMkLst>
          <pc:docMk/>
          <pc:sldMk cId="68534792" sldId="2147474108"/>
        </pc:sldMkLst>
        <pc:spChg chg="del">
          <ac:chgData name="Cartwright, Max" userId="4fdaca64-157b-4f34-aebd-58f672b6a20c" providerId="ADAL" clId="{9B24FA50-177C-4B5A-AA10-BF89D194F6B0}" dt="2024-03-05T20:23:24.323" v="526" actId="478"/>
          <ac:spMkLst>
            <pc:docMk/>
            <pc:sldMk cId="68534792" sldId="2147474108"/>
            <ac:spMk id="3" creationId="{E7A0A04E-4539-76F3-C369-AD07AF8FA944}"/>
          </ac:spMkLst>
        </pc:spChg>
        <pc:spChg chg="add del mod">
          <ac:chgData name="Cartwright, Max" userId="4fdaca64-157b-4f34-aebd-58f672b6a20c" providerId="ADAL" clId="{9B24FA50-177C-4B5A-AA10-BF89D194F6B0}" dt="2024-03-05T20:23:25.458" v="527" actId="478"/>
          <ac:spMkLst>
            <pc:docMk/>
            <pc:sldMk cId="68534792" sldId="2147474108"/>
            <ac:spMk id="4" creationId="{46540774-B27E-FDB8-EED8-7421B8F47107}"/>
          </ac:spMkLst>
        </pc:spChg>
        <pc:spChg chg="add del mod">
          <ac:chgData name="Cartwright, Max" userId="4fdaca64-157b-4f34-aebd-58f672b6a20c" providerId="ADAL" clId="{9B24FA50-177C-4B5A-AA10-BF89D194F6B0}" dt="2024-03-05T20:23:53.318" v="533"/>
          <ac:spMkLst>
            <pc:docMk/>
            <pc:sldMk cId="68534792" sldId="2147474108"/>
            <ac:spMk id="6" creationId="{E7922306-4863-BDFC-8943-10304A915D65}"/>
          </ac:spMkLst>
        </pc:spChg>
        <pc:spChg chg="add del mod">
          <ac:chgData name="Cartwright, Max" userId="4fdaca64-157b-4f34-aebd-58f672b6a20c" providerId="ADAL" clId="{9B24FA50-177C-4B5A-AA10-BF89D194F6B0}" dt="2024-03-05T20:23:53.318" v="533"/>
          <ac:spMkLst>
            <pc:docMk/>
            <pc:sldMk cId="68534792" sldId="2147474108"/>
            <ac:spMk id="7" creationId="{1C0BF271-3A05-1B9F-180E-E136F39AB71B}"/>
          </ac:spMkLst>
        </pc:spChg>
        <pc:spChg chg="add del mod">
          <ac:chgData name="Cartwright, Max" userId="4fdaca64-157b-4f34-aebd-58f672b6a20c" providerId="ADAL" clId="{9B24FA50-177C-4B5A-AA10-BF89D194F6B0}" dt="2024-03-05T20:23:53.318" v="533"/>
          <ac:spMkLst>
            <pc:docMk/>
            <pc:sldMk cId="68534792" sldId="2147474108"/>
            <ac:spMk id="8" creationId="{9FAA4DA3-EDD0-F6E3-CC8A-CE20917AEFF1}"/>
          </ac:spMkLst>
        </pc:spChg>
        <pc:spChg chg="add del mod">
          <ac:chgData name="Cartwright, Max" userId="4fdaca64-157b-4f34-aebd-58f672b6a20c" providerId="ADAL" clId="{9B24FA50-177C-4B5A-AA10-BF89D194F6B0}" dt="2024-03-05T20:23:53.318" v="533"/>
          <ac:spMkLst>
            <pc:docMk/>
            <pc:sldMk cId="68534792" sldId="2147474108"/>
            <ac:spMk id="9" creationId="{8F376F77-5E02-7724-AB73-F9D26F327D40}"/>
          </ac:spMkLst>
        </pc:spChg>
        <pc:spChg chg="add del mod">
          <ac:chgData name="Cartwright, Max" userId="4fdaca64-157b-4f34-aebd-58f672b6a20c" providerId="ADAL" clId="{9B24FA50-177C-4B5A-AA10-BF89D194F6B0}" dt="2024-03-05T20:23:53.318" v="533"/>
          <ac:spMkLst>
            <pc:docMk/>
            <pc:sldMk cId="68534792" sldId="2147474108"/>
            <ac:spMk id="10" creationId="{A7A1477B-793A-7EE5-6B44-B9A5F758CA00}"/>
          </ac:spMkLst>
        </pc:spChg>
        <pc:spChg chg="add del mod">
          <ac:chgData name="Cartwright, Max" userId="4fdaca64-157b-4f34-aebd-58f672b6a20c" providerId="ADAL" clId="{9B24FA50-177C-4B5A-AA10-BF89D194F6B0}" dt="2024-03-05T20:23:53.318" v="533"/>
          <ac:spMkLst>
            <pc:docMk/>
            <pc:sldMk cId="68534792" sldId="2147474108"/>
            <ac:spMk id="11" creationId="{35252714-A149-7F7D-1B71-FFB1CC29DDDB}"/>
          </ac:spMkLst>
        </pc:spChg>
        <pc:spChg chg="add del mod">
          <ac:chgData name="Cartwright, Max" userId="4fdaca64-157b-4f34-aebd-58f672b6a20c" providerId="ADAL" clId="{9B24FA50-177C-4B5A-AA10-BF89D194F6B0}" dt="2024-03-05T20:23:53.318" v="533"/>
          <ac:spMkLst>
            <pc:docMk/>
            <pc:sldMk cId="68534792" sldId="2147474108"/>
            <ac:spMk id="12" creationId="{FEF1DB5A-74DB-AFF0-F88A-49568E2F12D3}"/>
          </ac:spMkLst>
        </pc:spChg>
        <pc:spChg chg="add del mod">
          <ac:chgData name="Cartwright, Max" userId="4fdaca64-157b-4f34-aebd-58f672b6a20c" providerId="ADAL" clId="{9B24FA50-177C-4B5A-AA10-BF89D194F6B0}" dt="2024-03-05T20:23:53.318" v="533"/>
          <ac:spMkLst>
            <pc:docMk/>
            <pc:sldMk cId="68534792" sldId="2147474108"/>
            <ac:spMk id="13" creationId="{523B5D58-00AA-03C0-8084-B30B6ECCAE8D}"/>
          </ac:spMkLst>
        </pc:spChg>
        <pc:spChg chg="add del mod">
          <ac:chgData name="Cartwright, Max" userId="4fdaca64-157b-4f34-aebd-58f672b6a20c" providerId="ADAL" clId="{9B24FA50-177C-4B5A-AA10-BF89D194F6B0}" dt="2024-03-05T20:23:53.318" v="533"/>
          <ac:spMkLst>
            <pc:docMk/>
            <pc:sldMk cId="68534792" sldId="2147474108"/>
            <ac:spMk id="14" creationId="{7CCDDEC0-BD52-B777-5153-1DF1FAF80948}"/>
          </ac:spMkLst>
        </pc:spChg>
        <pc:spChg chg="add del mod">
          <ac:chgData name="Cartwright, Max" userId="4fdaca64-157b-4f34-aebd-58f672b6a20c" providerId="ADAL" clId="{9B24FA50-177C-4B5A-AA10-BF89D194F6B0}" dt="2024-03-05T20:23:53.318" v="533"/>
          <ac:spMkLst>
            <pc:docMk/>
            <pc:sldMk cId="68534792" sldId="2147474108"/>
            <ac:spMk id="15" creationId="{338A6452-B7AC-9C9D-12AD-142030656E68}"/>
          </ac:spMkLst>
        </pc:spChg>
        <pc:spChg chg="add del mod">
          <ac:chgData name="Cartwright, Max" userId="4fdaca64-157b-4f34-aebd-58f672b6a20c" providerId="ADAL" clId="{9B24FA50-177C-4B5A-AA10-BF89D194F6B0}" dt="2024-03-05T20:23:53.318" v="533"/>
          <ac:spMkLst>
            <pc:docMk/>
            <pc:sldMk cId="68534792" sldId="2147474108"/>
            <ac:spMk id="16" creationId="{42D090AD-3727-327F-57FE-DDD9DCD4A1DF}"/>
          </ac:spMkLst>
        </pc:spChg>
        <pc:spChg chg="add del mod">
          <ac:chgData name="Cartwright, Max" userId="4fdaca64-157b-4f34-aebd-58f672b6a20c" providerId="ADAL" clId="{9B24FA50-177C-4B5A-AA10-BF89D194F6B0}" dt="2024-03-05T20:23:53.318" v="533"/>
          <ac:spMkLst>
            <pc:docMk/>
            <pc:sldMk cId="68534792" sldId="2147474108"/>
            <ac:spMk id="17" creationId="{73C7B8BE-C29E-CA1D-2A81-ACEFDD045BA1}"/>
          </ac:spMkLst>
        </pc:spChg>
        <pc:spChg chg="add del mod">
          <ac:chgData name="Cartwright, Max" userId="4fdaca64-157b-4f34-aebd-58f672b6a20c" providerId="ADAL" clId="{9B24FA50-177C-4B5A-AA10-BF89D194F6B0}" dt="2024-03-05T20:23:53.318" v="533"/>
          <ac:spMkLst>
            <pc:docMk/>
            <pc:sldMk cId="68534792" sldId="2147474108"/>
            <ac:spMk id="18" creationId="{D47EF8B7-5BB9-C3CA-572F-7DF673CB2E79}"/>
          </ac:spMkLst>
        </pc:spChg>
        <pc:spChg chg="add del mod">
          <ac:chgData name="Cartwright, Max" userId="4fdaca64-157b-4f34-aebd-58f672b6a20c" providerId="ADAL" clId="{9B24FA50-177C-4B5A-AA10-BF89D194F6B0}" dt="2024-03-05T20:23:53.318" v="533"/>
          <ac:spMkLst>
            <pc:docMk/>
            <pc:sldMk cId="68534792" sldId="2147474108"/>
            <ac:spMk id="19" creationId="{59B1C54C-0BC3-7EDD-D2BB-8943978BF92A}"/>
          </ac:spMkLst>
        </pc:spChg>
        <pc:spChg chg="add del mod">
          <ac:chgData name="Cartwright, Max" userId="4fdaca64-157b-4f34-aebd-58f672b6a20c" providerId="ADAL" clId="{9B24FA50-177C-4B5A-AA10-BF89D194F6B0}" dt="2024-03-05T20:23:53.318" v="533"/>
          <ac:spMkLst>
            <pc:docMk/>
            <pc:sldMk cId="68534792" sldId="2147474108"/>
            <ac:spMk id="20" creationId="{60FED3FF-38EA-F988-D698-D6EB4EDB8160}"/>
          </ac:spMkLst>
        </pc:spChg>
        <pc:spChg chg="add del mod">
          <ac:chgData name="Cartwright, Max" userId="4fdaca64-157b-4f34-aebd-58f672b6a20c" providerId="ADAL" clId="{9B24FA50-177C-4B5A-AA10-BF89D194F6B0}" dt="2024-03-05T20:23:53.318" v="533"/>
          <ac:spMkLst>
            <pc:docMk/>
            <pc:sldMk cId="68534792" sldId="2147474108"/>
            <ac:spMk id="21" creationId="{D35449D2-E483-1BC5-6C6A-81CC2BCD7B86}"/>
          </ac:spMkLst>
        </pc:spChg>
        <pc:spChg chg="add del mod">
          <ac:chgData name="Cartwright, Max" userId="4fdaca64-157b-4f34-aebd-58f672b6a20c" providerId="ADAL" clId="{9B24FA50-177C-4B5A-AA10-BF89D194F6B0}" dt="2024-03-05T20:23:53.318" v="533"/>
          <ac:spMkLst>
            <pc:docMk/>
            <pc:sldMk cId="68534792" sldId="2147474108"/>
            <ac:spMk id="22" creationId="{755201FF-6AC1-FCF7-E1A9-7470C50A146A}"/>
          </ac:spMkLst>
        </pc:spChg>
        <pc:spChg chg="add del mod">
          <ac:chgData name="Cartwright, Max" userId="4fdaca64-157b-4f34-aebd-58f672b6a20c" providerId="ADAL" clId="{9B24FA50-177C-4B5A-AA10-BF89D194F6B0}" dt="2024-03-05T20:23:53.318" v="533"/>
          <ac:spMkLst>
            <pc:docMk/>
            <pc:sldMk cId="68534792" sldId="2147474108"/>
            <ac:spMk id="23" creationId="{F5937DF4-6559-D48C-E490-2F3F33B669CF}"/>
          </ac:spMkLst>
        </pc:spChg>
        <pc:spChg chg="add del mod">
          <ac:chgData name="Cartwright, Max" userId="4fdaca64-157b-4f34-aebd-58f672b6a20c" providerId="ADAL" clId="{9B24FA50-177C-4B5A-AA10-BF89D194F6B0}" dt="2024-03-05T20:23:53.318" v="533"/>
          <ac:spMkLst>
            <pc:docMk/>
            <pc:sldMk cId="68534792" sldId="2147474108"/>
            <ac:spMk id="24" creationId="{0B3F5D0F-429D-D62A-1CCB-1ADE60CE1BBF}"/>
          </ac:spMkLst>
        </pc:spChg>
        <pc:spChg chg="add del mod">
          <ac:chgData name="Cartwright, Max" userId="4fdaca64-157b-4f34-aebd-58f672b6a20c" providerId="ADAL" clId="{9B24FA50-177C-4B5A-AA10-BF89D194F6B0}" dt="2024-03-05T20:23:53.318" v="533"/>
          <ac:spMkLst>
            <pc:docMk/>
            <pc:sldMk cId="68534792" sldId="2147474108"/>
            <ac:spMk id="25" creationId="{B37DDD6E-E9B3-5584-1FFF-E1D90DC1A5ED}"/>
          </ac:spMkLst>
        </pc:spChg>
        <pc:spChg chg="add mod">
          <ac:chgData name="Cartwright, Max" userId="4fdaca64-157b-4f34-aebd-58f672b6a20c" providerId="ADAL" clId="{9B24FA50-177C-4B5A-AA10-BF89D194F6B0}" dt="2024-03-05T20:24:08.239" v="568" actId="6549"/>
          <ac:spMkLst>
            <pc:docMk/>
            <pc:sldMk cId="68534792" sldId="2147474108"/>
            <ac:spMk id="26" creationId="{8266DD0D-E714-3EE4-A3E7-8BBE53027674}"/>
          </ac:spMkLst>
        </pc:spChg>
        <pc:spChg chg="add mod">
          <ac:chgData name="Cartwright, Max" userId="4fdaca64-157b-4f34-aebd-58f672b6a20c" providerId="ADAL" clId="{9B24FA50-177C-4B5A-AA10-BF89D194F6B0}" dt="2024-03-05T20:23:53.330" v="534"/>
          <ac:spMkLst>
            <pc:docMk/>
            <pc:sldMk cId="68534792" sldId="2147474108"/>
            <ac:spMk id="27" creationId="{3C7AF95B-029F-AAF6-239E-48EA782E08EC}"/>
          </ac:spMkLst>
        </pc:spChg>
        <pc:spChg chg="add mod">
          <ac:chgData name="Cartwright, Max" userId="4fdaca64-157b-4f34-aebd-58f672b6a20c" providerId="ADAL" clId="{9B24FA50-177C-4B5A-AA10-BF89D194F6B0}" dt="2024-03-05T20:23:53.330" v="534"/>
          <ac:spMkLst>
            <pc:docMk/>
            <pc:sldMk cId="68534792" sldId="2147474108"/>
            <ac:spMk id="28" creationId="{9DC7190A-8565-B193-7BA8-3BCD2156CC63}"/>
          </ac:spMkLst>
        </pc:spChg>
        <pc:spChg chg="add mod">
          <ac:chgData name="Cartwright, Max" userId="4fdaca64-157b-4f34-aebd-58f672b6a20c" providerId="ADAL" clId="{9B24FA50-177C-4B5A-AA10-BF89D194F6B0}" dt="2024-03-05T20:23:53.330" v="534"/>
          <ac:spMkLst>
            <pc:docMk/>
            <pc:sldMk cId="68534792" sldId="2147474108"/>
            <ac:spMk id="29" creationId="{06D9DB67-9009-66F8-8CD7-20E5C7EA3C98}"/>
          </ac:spMkLst>
        </pc:spChg>
        <pc:spChg chg="add mod">
          <ac:chgData name="Cartwright, Max" userId="4fdaca64-157b-4f34-aebd-58f672b6a20c" providerId="ADAL" clId="{9B24FA50-177C-4B5A-AA10-BF89D194F6B0}" dt="2024-03-05T20:23:53.330" v="534"/>
          <ac:spMkLst>
            <pc:docMk/>
            <pc:sldMk cId="68534792" sldId="2147474108"/>
            <ac:spMk id="30" creationId="{CD7E4AFA-FD8D-917D-30D7-826DC15CD118}"/>
          </ac:spMkLst>
        </pc:spChg>
        <pc:spChg chg="add mod">
          <ac:chgData name="Cartwright, Max" userId="4fdaca64-157b-4f34-aebd-58f672b6a20c" providerId="ADAL" clId="{9B24FA50-177C-4B5A-AA10-BF89D194F6B0}" dt="2024-03-05T20:23:53.330" v="534"/>
          <ac:spMkLst>
            <pc:docMk/>
            <pc:sldMk cId="68534792" sldId="2147474108"/>
            <ac:spMk id="31" creationId="{38EC6109-58D8-45CF-F548-BBA3A2C0039E}"/>
          </ac:spMkLst>
        </pc:spChg>
        <pc:spChg chg="add mod">
          <ac:chgData name="Cartwright, Max" userId="4fdaca64-157b-4f34-aebd-58f672b6a20c" providerId="ADAL" clId="{9B24FA50-177C-4B5A-AA10-BF89D194F6B0}" dt="2024-03-05T20:23:53.330" v="534"/>
          <ac:spMkLst>
            <pc:docMk/>
            <pc:sldMk cId="68534792" sldId="2147474108"/>
            <ac:spMk id="32" creationId="{5FB0E92E-29DD-006C-3B8B-E13576DFB1EC}"/>
          </ac:spMkLst>
        </pc:spChg>
        <pc:spChg chg="add mod">
          <ac:chgData name="Cartwright, Max" userId="4fdaca64-157b-4f34-aebd-58f672b6a20c" providerId="ADAL" clId="{9B24FA50-177C-4B5A-AA10-BF89D194F6B0}" dt="2024-03-05T20:23:53.330" v="534"/>
          <ac:spMkLst>
            <pc:docMk/>
            <pc:sldMk cId="68534792" sldId="2147474108"/>
            <ac:spMk id="33" creationId="{1764982F-3381-46C2-9828-2C8C6DC40C1B}"/>
          </ac:spMkLst>
        </pc:spChg>
        <pc:spChg chg="add mod">
          <ac:chgData name="Cartwright, Max" userId="4fdaca64-157b-4f34-aebd-58f672b6a20c" providerId="ADAL" clId="{9B24FA50-177C-4B5A-AA10-BF89D194F6B0}" dt="2024-03-05T20:23:53.330" v="534"/>
          <ac:spMkLst>
            <pc:docMk/>
            <pc:sldMk cId="68534792" sldId="2147474108"/>
            <ac:spMk id="34" creationId="{6763F9A7-E10B-B6EE-71B4-27F4102FB175}"/>
          </ac:spMkLst>
        </pc:spChg>
        <pc:spChg chg="add mod">
          <ac:chgData name="Cartwright, Max" userId="4fdaca64-157b-4f34-aebd-58f672b6a20c" providerId="ADAL" clId="{9B24FA50-177C-4B5A-AA10-BF89D194F6B0}" dt="2024-03-05T20:23:53.330" v="534"/>
          <ac:spMkLst>
            <pc:docMk/>
            <pc:sldMk cId="68534792" sldId="2147474108"/>
            <ac:spMk id="35" creationId="{11FBA4A7-F544-CA7C-D5F6-74BDC1C7549C}"/>
          </ac:spMkLst>
        </pc:spChg>
        <pc:spChg chg="add mod">
          <ac:chgData name="Cartwright, Max" userId="4fdaca64-157b-4f34-aebd-58f672b6a20c" providerId="ADAL" clId="{9B24FA50-177C-4B5A-AA10-BF89D194F6B0}" dt="2024-03-05T20:23:53.330" v="534"/>
          <ac:spMkLst>
            <pc:docMk/>
            <pc:sldMk cId="68534792" sldId="2147474108"/>
            <ac:spMk id="36" creationId="{ADF78E97-6133-5D81-DAC3-F6955425333C}"/>
          </ac:spMkLst>
        </pc:spChg>
        <pc:spChg chg="add mod">
          <ac:chgData name="Cartwright, Max" userId="4fdaca64-157b-4f34-aebd-58f672b6a20c" providerId="ADAL" clId="{9B24FA50-177C-4B5A-AA10-BF89D194F6B0}" dt="2024-03-05T20:23:53.330" v="534"/>
          <ac:spMkLst>
            <pc:docMk/>
            <pc:sldMk cId="68534792" sldId="2147474108"/>
            <ac:spMk id="37" creationId="{AE8919D5-5F46-AC2E-87FC-284F165CAC93}"/>
          </ac:spMkLst>
        </pc:spChg>
        <pc:spChg chg="add mod">
          <ac:chgData name="Cartwright, Max" userId="4fdaca64-157b-4f34-aebd-58f672b6a20c" providerId="ADAL" clId="{9B24FA50-177C-4B5A-AA10-BF89D194F6B0}" dt="2024-03-05T20:23:53.330" v="534"/>
          <ac:spMkLst>
            <pc:docMk/>
            <pc:sldMk cId="68534792" sldId="2147474108"/>
            <ac:spMk id="38" creationId="{ED416809-65A9-6BF0-AA35-5E2D8FF9C657}"/>
          </ac:spMkLst>
        </pc:spChg>
        <pc:spChg chg="add mod">
          <ac:chgData name="Cartwright, Max" userId="4fdaca64-157b-4f34-aebd-58f672b6a20c" providerId="ADAL" clId="{9B24FA50-177C-4B5A-AA10-BF89D194F6B0}" dt="2024-03-05T20:23:53.330" v="534"/>
          <ac:spMkLst>
            <pc:docMk/>
            <pc:sldMk cId="68534792" sldId="2147474108"/>
            <ac:spMk id="39" creationId="{44C4C803-45AB-D03D-37B6-9C84D771B249}"/>
          </ac:spMkLst>
        </pc:spChg>
        <pc:spChg chg="add mod">
          <ac:chgData name="Cartwright, Max" userId="4fdaca64-157b-4f34-aebd-58f672b6a20c" providerId="ADAL" clId="{9B24FA50-177C-4B5A-AA10-BF89D194F6B0}" dt="2024-03-05T20:23:53.330" v="534"/>
          <ac:spMkLst>
            <pc:docMk/>
            <pc:sldMk cId="68534792" sldId="2147474108"/>
            <ac:spMk id="40" creationId="{177601E0-B58B-7EA0-D052-79361B5E63E1}"/>
          </ac:spMkLst>
        </pc:spChg>
        <pc:spChg chg="add mod">
          <ac:chgData name="Cartwright, Max" userId="4fdaca64-157b-4f34-aebd-58f672b6a20c" providerId="ADAL" clId="{9B24FA50-177C-4B5A-AA10-BF89D194F6B0}" dt="2024-03-05T20:23:53.330" v="534"/>
          <ac:spMkLst>
            <pc:docMk/>
            <pc:sldMk cId="68534792" sldId="2147474108"/>
            <ac:spMk id="41" creationId="{C954D54E-56FB-A8F7-33B8-40988C71CA2B}"/>
          </ac:spMkLst>
        </pc:spChg>
        <pc:spChg chg="add mod">
          <ac:chgData name="Cartwright, Max" userId="4fdaca64-157b-4f34-aebd-58f672b6a20c" providerId="ADAL" clId="{9B24FA50-177C-4B5A-AA10-BF89D194F6B0}" dt="2024-03-05T20:23:53.330" v="534"/>
          <ac:spMkLst>
            <pc:docMk/>
            <pc:sldMk cId="68534792" sldId="2147474108"/>
            <ac:spMk id="42" creationId="{2EEEDEA4-C22B-A027-D1A1-F9ADADD71DA9}"/>
          </ac:spMkLst>
        </pc:spChg>
        <pc:spChg chg="add mod">
          <ac:chgData name="Cartwright, Max" userId="4fdaca64-157b-4f34-aebd-58f672b6a20c" providerId="ADAL" clId="{9B24FA50-177C-4B5A-AA10-BF89D194F6B0}" dt="2024-03-05T20:23:53.330" v="534"/>
          <ac:spMkLst>
            <pc:docMk/>
            <pc:sldMk cId="68534792" sldId="2147474108"/>
            <ac:spMk id="43" creationId="{34C7CC8B-B597-2A65-5DD6-8E417E859D5B}"/>
          </ac:spMkLst>
        </pc:spChg>
        <pc:spChg chg="add mod">
          <ac:chgData name="Cartwright, Max" userId="4fdaca64-157b-4f34-aebd-58f672b6a20c" providerId="ADAL" clId="{9B24FA50-177C-4B5A-AA10-BF89D194F6B0}" dt="2024-03-05T20:23:53.330" v="534"/>
          <ac:spMkLst>
            <pc:docMk/>
            <pc:sldMk cId="68534792" sldId="2147474108"/>
            <ac:spMk id="44" creationId="{C08C0E83-40C0-139B-8B88-3D28D8190436}"/>
          </ac:spMkLst>
        </pc:spChg>
        <pc:spChg chg="add mod">
          <ac:chgData name="Cartwright, Max" userId="4fdaca64-157b-4f34-aebd-58f672b6a20c" providerId="ADAL" clId="{9B24FA50-177C-4B5A-AA10-BF89D194F6B0}" dt="2024-03-05T20:29:34.875" v="735"/>
          <ac:spMkLst>
            <pc:docMk/>
            <pc:sldMk cId="68534792" sldId="2147474108"/>
            <ac:spMk id="45" creationId="{9FECB40D-C7EA-CD52-FD02-5C7096BEF2BE}"/>
          </ac:spMkLst>
        </pc:spChg>
        <pc:spChg chg="add mod">
          <ac:chgData name="Cartwright, Max" userId="4fdaca64-157b-4f34-aebd-58f672b6a20c" providerId="ADAL" clId="{9B24FA50-177C-4B5A-AA10-BF89D194F6B0}" dt="2024-03-05T20:24:33.001" v="597" actId="5793"/>
          <ac:spMkLst>
            <pc:docMk/>
            <pc:sldMk cId="68534792" sldId="2147474108"/>
            <ac:spMk id="46" creationId="{5E93D34E-AB33-9D72-90AE-E5C739E6186F}"/>
          </ac:spMkLst>
        </pc:spChg>
      </pc:sldChg>
      <pc:sldChg chg="addSp delSp modSp add mod">
        <pc:chgData name="Cartwright, Max" userId="4fdaca64-157b-4f34-aebd-58f672b6a20c" providerId="ADAL" clId="{9B24FA50-177C-4B5A-AA10-BF89D194F6B0}" dt="2024-03-05T20:36:02.147" v="912" actId="20577"/>
        <pc:sldMkLst>
          <pc:docMk/>
          <pc:sldMk cId="2553721168" sldId="2147474109"/>
        </pc:sldMkLst>
        <pc:spChg chg="del">
          <ac:chgData name="Cartwright, Max" userId="4fdaca64-157b-4f34-aebd-58f672b6a20c" providerId="ADAL" clId="{9B24FA50-177C-4B5A-AA10-BF89D194F6B0}" dt="2024-03-05T20:23:34.123" v="530" actId="478"/>
          <ac:spMkLst>
            <pc:docMk/>
            <pc:sldMk cId="2553721168" sldId="2147474109"/>
            <ac:spMk id="3" creationId="{E7A0A04E-4539-76F3-C369-AD07AF8FA944}"/>
          </ac:spMkLst>
        </pc:spChg>
        <pc:spChg chg="add del mod">
          <ac:chgData name="Cartwright, Max" userId="4fdaca64-157b-4f34-aebd-58f672b6a20c" providerId="ADAL" clId="{9B24FA50-177C-4B5A-AA10-BF89D194F6B0}" dt="2024-03-05T20:23:36.024" v="531" actId="478"/>
          <ac:spMkLst>
            <pc:docMk/>
            <pc:sldMk cId="2553721168" sldId="2147474109"/>
            <ac:spMk id="4" creationId="{815ADBB1-63C2-78BF-5477-7066360DD303}"/>
          </ac:spMkLst>
        </pc:spChg>
        <pc:spChg chg="add del mod">
          <ac:chgData name="Cartwright, Max" userId="4fdaca64-157b-4f34-aebd-58f672b6a20c" providerId="ADAL" clId="{9B24FA50-177C-4B5A-AA10-BF89D194F6B0}" dt="2024-03-05T20:25:36.762" v="665"/>
          <ac:spMkLst>
            <pc:docMk/>
            <pc:sldMk cId="2553721168" sldId="2147474109"/>
            <ac:spMk id="6" creationId="{91189905-77CC-FD88-9B69-2B46424C51D0}"/>
          </ac:spMkLst>
        </pc:spChg>
        <pc:spChg chg="add del mod">
          <ac:chgData name="Cartwright, Max" userId="4fdaca64-157b-4f34-aebd-58f672b6a20c" providerId="ADAL" clId="{9B24FA50-177C-4B5A-AA10-BF89D194F6B0}" dt="2024-03-05T20:25:36.762" v="665"/>
          <ac:spMkLst>
            <pc:docMk/>
            <pc:sldMk cId="2553721168" sldId="2147474109"/>
            <ac:spMk id="7" creationId="{8A2A28DD-BA0A-C9D3-1137-DF738D9CCBA6}"/>
          </ac:spMkLst>
        </pc:spChg>
        <pc:spChg chg="add del mod">
          <ac:chgData name="Cartwright, Max" userId="4fdaca64-157b-4f34-aebd-58f672b6a20c" providerId="ADAL" clId="{9B24FA50-177C-4B5A-AA10-BF89D194F6B0}" dt="2024-03-05T20:25:36.762" v="665"/>
          <ac:spMkLst>
            <pc:docMk/>
            <pc:sldMk cId="2553721168" sldId="2147474109"/>
            <ac:spMk id="8" creationId="{F32FBB5D-2F0E-8D89-B2A6-E65A10D6B9CA}"/>
          </ac:spMkLst>
        </pc:spChg>
        <pc:spChg chg="add del mod">
          <ac:chgData name="Cartwright, Max" userId="4fdaca64-157b-4f34-aebd-58f672b6a20c" providerId="ADAL" clId="{9B24FA50-177C-4B5A-AA10-BF89D194F6B0}" dt="2024-03-05T20:25:36.762" v="665"/>
          <ac:spMkLst>
            <pc:docMk/>
            <pc:sldMk cId="2553721168" sldId="2147474109"/>
            <ac:spMk id="9" creationId="{5D598544-EB96-6562-F13C-4B635E84A2E2}"/>
          </ac:spMkLst>
        </pc:spChg>
        <pc:spChg chg="add del mod">
          <ac:chgData name="Cartwright, Max" userId="4fdaca64-157b-4f34-aebd-58f672b6a20c" providerId="ADAL" clId="{9B24FA50-177C-4B5A-AA10-BF89D194F6B0}" dt="2024-03-05T20:25:36.762" v="665"/>
          <ac:spMkLst>
            <pc:docMk/>
            <pc:sldMk cId="2553721168" sldId="2147474109"/>
            <ac:spMk id="10" creationId="{D1E0CCF1-8F0E-9361-EF8F-A9FFBEC5A453}"/>
          </ac:spMkLst>
        </pc:spChg>
        <pc:spChg chg="add del mod">
          <ac:chgData name="Cartwright, Max" userId="4fdaca64-157b-4f34-aebd-58f672b6a20c" providerId="ADAL" clId="{9B24FA50-177C-4B5A-AA10-BF89D194F6B0}" dt="2024-03-05T20:25:36.762" v="665"/>
          <ac:spMkLst>
            <pc:docMk/>
            <pc:sldMk cId="2553721168" sldId="2147474109"/>
            <ac:spMk id="11" creationId="{9A82E511-D312-0706-E9F4-79DA7D4F97EA}"/>
          </ac:spMkLst>
        </pc:spChg>
        <pc:spChg chg="add del mod">
          <ac:chgData name="Cartwright, Max" userId="4fdaca64-157b-4f34-aebd-58f672b6a20c" providerId="ADAL" clId="{9B24FA50-177C-4B5A-AA10-BF89D194F6B0}" dt="2024-03-05T20:25:36.762" v="665"/>
          <ac:spMkLst>
            <pc:docMk/>
            <pc:sldMk cId="2553721168" sldId="2147474109"/>
            <ac:spMk id="12" creationId="{9FA127E5-CB36-77C7-C1BB-BEEC8575510F}"/>
          </ac:spMkLst>
        </pc:spChg>
        <pc:spChg chg="add del mod">
          <ac:chgData name="Cartwright, Max" userId="4fdaca64-157b-4f34-aebd-58f672b6a20c" providerId="ADAL" clId="{9B24FA50-177C-4B5A-AA10-BF89D194F6B0}" dt="2024-03-05T20:25:36.762" v="665"/>
          <ac:spMkLst>
            <pc:docMk/>
            <pc:sldMk cId="2553721168" sldId="2147474109"/>
            <ac:spMk id="13" creationId="{A6CCE6CE-54AF-E654-EC9E-2C64ABDB4959}"/>
          </ac:spMkLst>
        </pc:spChg>
        <pc:spChg chg="add del mod">
          <ac:chgData name="Cartwright, Max" userId="4fdaca64-157b-4f34-aebd-58f672b6a20c" providerId="ADAL" clId="{9B24FA50-177C-4B5A-AA10-BF89D194F6B0}" dt="2024-03-05T20:25:36.762" v="665"/>
          <ac:spMkLst>
            <pc:docMk/>
            <pc:sldMk cId="2553721168" sldId="2147474109"/>
            <ac:spMk id="14" creationId="{0F589FA5-DE49-6457-8312-419286264264}"/>
          </ac:spMkLst>
        </pc:spChg>
        <pc:spChg chg="add del mod">
          <ac:chgData name="Cartwright, Max" userId="4fdaca64-157b-4f34-aebd-58f672b6a20c" providerId="ADAL" clId="{9B24FA50-177C-4B5A-AA10-BF89D194F6B0}" dt="2024-03-05T20:25:36.762" v="665"/>
          <ac:spMkLst>
            <pc:docMk/>
            <pc:sldMk cId="2553721168" sldId="2147474109"/>
            <ac:spMk id="18" creationId="{A89D32A6-D4AF-115C-D449-9E39834CBD5D}"/>
          </ac:spMkLst>
        </pc:spChg>
        <pc:spChg chg="add del mod">
          <ac:chgData name="Cartwright, Max" userId="4fdaca64-157b-4f34-aebd-58f672b6a20c" providerId="ADAL" clId="{9B24FA50-177C-4B5A-AA10-BF89D194F6B0}" dt="2024-03-05T20:25:36.762" v="665"/>
          <ac:spMkLst>
            <pc:docMk/>
            <pc:sldMk cId="2553721168" sldId="2147474109"/>
            <ac:spMk id="19" creationId="{72D30919-FB72-7CC2-954A-45C34E9B3172}"/>
          </ac:spMkLst>
        </pc:spChg>
        <pc:spChg chg="add del mod">
          <ac:chgData name="Cartwright, Max" userId="4fdaca64-157b-4f34-aebd-58f672b6a20c" providerId="ADAL" clId="{9B24FA50-177C-4B5A-AA10-BF89D194F6B0}" dt="2024-03-05T20:25:36.762" v="665"/>
          <ac:spMkLst>
            <pc:docMk/>
            <pc:sldMk cId="2553721168" sldId="2147474109"/>
            <ac:spMk id="20" creationId="{C071BE85-5914-D387-DC54-FADDBDE8592E}"/>
          </ac:spMkLst>
        </pc:spChg>
        <pc:spChg chg="add del mod">
          <ac:chgData name="Cartwright, Max" userId="4fdaca64-157b-4f34-aebd-58f672b6a20c" providerId="ADAL" clId="{9B24FA50-177C-4B5A-AA10-BF89D194F6B0}" dt="2024-03-05T20:25:36.762" v="665"/>
          <ac:spMkLst>
            <pc:docMk/>
            <pc:sldMk cId="2553721168" sldId="2147474109"/>
            <ac:spMk id="21" creationId="{FA4B40A0-91F8-253C-A1F3-E54D80559A4C}"/>
          </ac:spMkLst>
        </pc:spChg>
        <pc:spChg chg="add del mod">
          <ac:chgData name="Cartwright, Max" userId="4fdaca64-157b-4f34-aebd-58f672b6a20c" providerId="ADAL" clId="{9B24FA50-177C-4B5A-AA10-BF89D194F6B0}" dt="2024-03-05T20:25:36.762" v="665"/>
          <ac:spMkLst>
            <pc:docMk/>
            <pc:sldMk cId="2553721168" sldId="2147474109"/>
            <ac:spMk id="22" creationId="{665C0DB3-B0BE-F164-59C3-C1BBFC1E8CFC}"/>
          </ac:spMkLst>
        </pc:spChg>
        <pc:spChg chg="add del mod">
          <ac:chgData name="Cartwright, Max" userId="4fdaca64-157b-4f34-aebd-58f672b6a20c" providerId="ADAL" clId="{9B24FA50-177C-4B5A-AA10-BF89D194F6B0}" dt="2024-03-05T20:25:36.762" v="665"/>
          <ac:spMkLst>
            <pc:docMk/>
            <pc:sldMk cId="2553721168" sldId="2147474109"/>
            <ac:spMk id="23" creationId="{940E6611-DEB8-56D0-EA14-927BB8D84BF7}"/>
          </ac:spMkLst>
        </pc:spChg>
        <pc:spChg chg="add del mod">
          <ac:chgData name="Cartwright, Max" userId="4fdaca64-157b-4f34-aebd-58f672b6a20c" providerId="ADAL" clId="{9B24FA50-177C-4B5A-AA10-BF89D194F6B0}" dt="2024-03-05T20:25:36.762" v="665"/>
          <ac:spMkLst>
            <pc:docMk/>
            <pc:sldMk cId="2553721168" sldId="2147474109"/>
            <ac:spMk id="24" creationId="{EBD59275-A0EF-2D74-D828-5399470A7AE3}"/>
          </ac:spMkLst>
        </pc:spChg>
        <pc:spChg chg="add del mod">
          <ac:chgData name="Cartwright, Max" userId="4fdaca64-157b-4f34-aebd-58f672b6a20c" providerId="ADAL" clId="{9B24FA50-177C-4B5A-AA10-BF89D194F6B0}" dt="2024-03-05T20:25:36.762" v="665"/>
          <ac:spMkLst>
            <pc:docMk/>
            <pc:sldMk cId="2553721168" sldId="2147474109"/>
            <ac:spMk id="25" creationId="{6A64A5D8-80DF-CFC8-7227-84306C474369}"/>
          </ac:spMkLst>
        </pc:spChg>
        <pc:spChg chg="add del mod">
          <ac:chgData name="Cartwright, Max" userId="4fdaca64-157b-4f34-aebd-58f672b6a20c" providerId="ADAL" clId="{9B24FA50-177C-4B5A-AA10-BF89D194F6B0}" dt="2024-03-05T20:25:36.762" v="665"/>
          <ac:spMkLst>
            <pc:docMk/>
            <pc:sldMk cId="2553721168" sldId="2147474109"/>
            <ac:spMk id="26" creationId="{A6D267D7-19A6-3918-2B56-503C26DC0EB0}"/>
          </ac:spMkLst>
        </pc:spChg>
        <pc:spChg chg="add del mod">
          <ac:chgData name="Cartwright, Max" userId="4fdaca64-157b-4f34-aebd-58f672b6a20c" providerId="ADAL" clId="{9B24FA50-177C-4B5A-AA10-BF89D194F6B0}" dt="2024-03-05T20:25:36.762" v="665"/>
          <ac:spMkLst>
            <pc:docMk/>
            <pc:sldMk cId="2553721168" sldId="2147474109"/>
            <ac:spMk id="30" creationId="{9B97E871-D764-3312-DFCA-B62D7CE8FA0B}"/>
          </ac:spMkLst>
        </pc:spChg>
        <pc:spChg chg="add del mod">
          <ac:chgData name="Cartwright, Max" userId="4fdaca64-157b-4f34-aebd-58f672b6a20c" providerId="ADAL" clId="{9B24FA50-177C-4B5A-AA10-BF89D194F6B0}" dt="2024-03-05T20:25:36.762" v="665"/>
          <ac:spMkLst>
            <pc:docMk/>
            <pc:sldMk cId="2553721168" sldId="2147474109"/>
            <ac:spMk id="31" creationId="{16DABEE0-DFC3-A526-2026-0C77FCC611A2}"/>
          </ac:spMkLst>
        </pc:spChg>
        <pc:spChg chg="add del mod">
          <ac:chgData name="Cartwright, Max" userId="4fdaca64-157b-4f34-aebd-58f672b6a20c" providerId="ADAL" clId="{9B24FA50-177C-4B5A-AA10-BF89D194F6B0}" dt="2024-03-05T20:25:36.762" v="665"/>
          <ac:spMkLst>
            <pc:docMk/>
            <pc:sldMk cId="2553721168" sldId="2147474109"/>
            <ac:spMk id="32" creationId="{8B73DA1D-0722-DB1B-1C41-159CE9EB2907}"/>
          </ac:spMkLst>
        </pc:spChg>
        <pc:spChg chg="add del mod">
          <ac:chgData name="Cartwright, Max" userId="4fdaca64-157b-4f34-aebd-58f672b6a20c" providerId="ADAL" clId="{9B24FA50-177C-4B5A-AA10-BF89D194F6B0}" dt="2024-03-05T20:25:36.762" v="665"/>
          <ac:spMkLst>
            <pc:docMk/>
            <pc:sldMk cId="2553721168" sldId="2147474109"/>
            <ac:spMk id="36" creationId="{2FB6BBF8-B37F-2BA6-919D-A8B122BE445A}"/>
          </ac:spMkLst>
        </pc:spChg>
        <pc:spChg chg="add del mod">
          <ac:chgData name="Cartwright, Max" userId="4fdaca64-157b-4f34-aebd-58f672b6a20c" providerId="ADAL" clId="{9B24FA50-177C-4B5A-AA10-BF89D194F6B0}" dt="2024-03-05T20:25:36.762" v="665"/>
          <ac:spMkLst>
            <pc:docMk/>
            <pc:sldMk cId="2553721168" sldId="2147474109"/>
            <ac:spMk id="37" creationId="{C512F496-C333-E059-0A98-4FEDC13BD1A7}"/>
          </ac:spMkLst>
        </pc:spChg>
        <pc:spChg chg="add mod">
          <ac:chgData name="Cartwright, Max" userId="4fdaca64-157b-4f34-aebd-58f672b6a20c" providerId="ADAL" clId="{9B24FA50-177C-4B5A-AA10-BF89D194F6B0}" dt="2024-03-05T20:25:46.159" v="674" actId="6549"/>
          <ac:spMkLst>
            <pc:docMk/>
            <pc:sldMk cId="2553721168" sldId="2147474109"/>
            <ac:spMk id="38" creationId="{D4E948F2-7453-7236-FC4C-17D04903A7C0}"/>
          </ac:spMkLst>
        </pc:spChg>
        <pc:spChg chg="add mod">
          <ac:chgData name="Cartwright, Max" userId="4fdaca64-157b-4f34-aebd-58f672b6a20c" providerId="ADAL" clId="{9B24FA50-177C-4B5A-AA10-BF89D194F6B0}" dt="2024-03-05T20:25:36.780" v="666"/>
          <ac:spMkLst>
            <pc:docMk/>
            <pc:sldMk cId="2553721168" sldId="2147474109"/>
            <ac:spMk id="39" creationId="{4649C329-C9FC-3160-57EF-7D5BA8141384}"/>
          </ac:spMkLst>
        </pc:spChg>
        <pc:spChg chg="add mod">
          <ac:chgData name="Cartwright, Max" userId="4fdaca64-157b-4f34-aebd-58f672b6a20c" providerId="ADAL" clId="{9B24FA50-177C-4B5A-AA10-BF89D194F6B0}" dt="2024-03-05T20:25:36.780" v="666"/>
          <ac:spMkLst>
            <pc:docMk/>
            <pc:sldMk cId="2553721168" sldId="2147474109"/>
            <ac:spMk id="40" creationId="{DAD301AB-B097-A9CF-C13D-023EC26DA278}"/>
          </ac:spMkLst>
        </pc:spChg>
        <pc:spChg chg="add mod">
          <ac:chgData name="Cartwright, Max" userId="4fdaca64-157b-4f34-aebd-58f672b6a20c" providerId="ADAL" clId="{9B24FA50-177C-4B5A-AA10-BF89D194F6B0}" dt="2024-03-05T20:25:36.780" v="666"/>
          <ac:spMkLst>
            <pc:docMk/>
            <pc:sldMk cId="2553721168" sldId="2147474109"/>
            <ac:spMk id="41" creationId="{322EE989-6394-4BD6-808B-4A67F52FD8F7}"/>
          </ac:spMkLst>
        </pc:spChg>
        <pc:spChg chg="add mod">
          <ac:chgData name="Cartwright, Max" userId="4fdaca64-157b-4f34-aebd-58f672b6a20c" providerId="ADAL" clId="{9B24FA50-177C-4B5A-AA10-BF89D194F6B0}" dt="2024-03-05T20:25:36.780" v="666"/>
          <ac:spMkLst>
            <pc:docMk/>
            <pc:sldMk cId="2553721168" sldId="2147474109"/>
            <ac:spMk id="42" creationId="{0BA870F0-3723-FFE3-532B-7FD78681A73B}"/>
          </ac:spMkLst>
        </pc:spChg>
        <pc:spChg chg="add mod">
          <ac:chgData name="Cartwright, Max" userId="4fdaca64-157b-4f34-aebd-58f672b6a20c" providerId="ADAL" clId="{9B24FA50-177C-4B5A-AA10-BF89D194F6B0}" dt="2024-03-05T20:25:36.780" v="666"/>
          <ac:spMkLst>
            <pc:docMk/>
            <pc:sldMk cId="2553721168" sldId="2147474109"/>
            <ac:spMk id="43" creationId="{790B5F77-D112-DFDE-2D03-3890DA4ABF94}"/>
          </ac:spMkLst>
        </pc:spChg>
        <pc:spChg chg="add mod">
          <ac:chgData name="Cartwright, Max" userId="4fdaca64-157b-4f34-aebd-58f672b6a20c" providerId="ADAL" clId="{9B24FA50-177C-4B5A-AA10-BF89D194F6B0}" dt="2024-03-05T20:25:36.780" v="666"/>
          <ac:spMkLst>
            <pc:docMk/>
            <pc:sldMk cId="2553721168" sldId="2147474109"/>
            <ac:spMk id="44" creationId="{33256FBC-414F-7FC2-29DB-11A413BC31A7}"/>
          </ac:spMkLst>
        </pc:spChg>
        <pc:spChg chg="add del mod">
          <ac:chgData name="Cartwright, Max" userId="4fdaca64-157b-4f34-aebd-58f672b6a20c" providerId="ADAL" clId="{9B24FA50-177C-4B5A-AA10-BF89D194F6B0}" dt="2024-03-05T20:26:54.004" v="684" actId="478"/>
          <ac:spMkLst>
            <pc:docMk/>
            <pc:sldMk cId="2553721168" sldId="2147474109"/>
            <ac:spMk id="45" creationId="{D1F88B0B-74C9-E36E-93DF-6F34129EB170}"/>
          </ac:spMkLst>
        </pc:spChg>
        <pc:spChg chg="add mod">
          <ac:chgData name="Cartwright, Max" userId="4fdaca64-157b-4f34-aebd-58f672b6a20c" providerId="ADAL" clId="{9B24FA50-177C-4B5A-AA10-BF89D194F6B0}" dt="2024-03-05T20:29:34.875" v="735"/>
          <ac:spMkLst>
            <pc:docMk/>
            <pc:sldMk cId="2553721168" sldId="2147474109"/>
            <ac:spMk id="46" creationId="{D274C2F1-2FB3-5C2D-1A17-85983B3DE1F4}"/>
          </ac:spMkLst>
        </pc:spChg>
        <pc:spChg chg="add mod">
          <ac:chgData name="Cartwright, Max" userId="4fdaca64-157b-4f34-aebd-58f672b6a20c" providerId="ADAL" clId="{9B24FA50-177C-4B5A-AA10-BF89D194F6B0}" dt="2024-03-05T20:25:36.780" v="666"/>
          <ac:spMkLst>
            <pc:docMk/>
            <pc:sldMk cId="2553721168" sldId="2147474109"/>
            <ac:spMk id="50" creationId="{CDD92F5C-C09B-74A9-DA61-7515E9C4F1A9}"/>
          </ac:spMkLst>
        </pc:spChg>
        <pc:spChg chg="add mod">
          <ac:chgData name="Cartwright, Max" userId="4fdaca64-157b-4f34-aebd-58f672b6a20c" providerId="ADAL" clId="{9B24FA50-177C-4B5A-AA10-BF89D194F6B0}" dt="2024-03-05T20:25:36.780" v="666"/>
          <ac:spMkLst>
            <pc:docMk/>
            <pc:sldMk cId="2553721168" sldId="2147474109"/>
            <ac:spMk id="51" creationId="{7A3092D2-0B7D-CE67-EB52-CCD78A6B8953}"/>
          </ac:spMkLst>
        </pc:spChg>
        <pc:spChg chg="add mod">
          <ac:chgData name="Cartwright, Max" userId="4fdaca64-157b-4f34-aebd-58f672b6a20c" providerId="ADAL" clId="{9B24FA50-177C-4B5A-AA10-BF89D194F6B0}" dt="2024-03-05T20:25:36.780" v="666"/>
          <ac:spMkLst>
            <pc:docMk/>
            <pc:sldMk cId="2553721168" sldId="2147474109"/>
            <ac:spMk id="52" creationId="{8295543D-921F-884F-B34E-B02D40197D2B}"/>
          </ac:spMkLst>
        </pc:spChg>
        <pc:spChg chg="add mod">
          <ac:chgData name="Cartwright, Max" userId="4fdaca64-157b-4f34-aebd-58f672b6a20c" providerId="ADAL" clId="{9B24FA50-177C-4B5A-AA10-BF89D194F6B0}" dt="2024-03-05T20:25:36.780" v="666"/>
          <ac:spMkLst>
            <pc:docMk/>
            <pc:sldMk cId="2553721168" sldId="2147474109"/>
            <ac:spMk id="53" creationId="{ECBE665A-E58E-9158-EEC9-BE2F85F83302}"/>
          </ac:spMkLst>
        </pc:spChg>
        <pc:spChg chg="add mod">
          <ac:chgData name="Cartwright, Max" userId="4fdaca64-157b-4f34-aebd-58f672b6a20c" providerId="ADAL" clId="{9B24FA50-177C-4B5A-AA10-BF89D194F6B0}" dt="2024-03-05T20:25:36.780" v="666"/>
          <ac:spMkLst>
            <pc:docMk/>
            <pc:sldMk cId="2553721168" sldId="2147474109"/>
            <ac:spMk id="54" creationId="{649BB95E-47AA-5193-3EC5-C39AA58DEAC4}"/>
          </ac:spMkLst>
        </pc:spChg>
        <pc:spChg chg="add mod">
          <ac:chgData name="Cartwright, Max" userId="4fdaca64-157b-4f34-aebd-58f672b6a20c" providerId="ADAL" clId="{9B24FA50-177C-4B5A-AA10-BF89D194F6B0}" dt="2024-03-05T20:25:36.780" v="666"/>
          <ac:spMkLst>
            <pc:docMk/>
            <pc:sldMk cId="2553721168" sldId="2147474109"/>
            <ac:spMk id="55" creationId="{CB2F1409-ADD5-8866-8975-40C00091A512}"/>
          </ac:spMkLst>
        </pc:spChg>
        <pc:spChg chg="add mod">
          <ac:chgData name="Cartwright, Max" userId="4fdaca64-157b-4f34-aebd-58f672b6a20c" providerId="ADAL" clId="{9B24FA50-177C-4B5A-AA10-BF89D194F6B0}" dt="2024-03-05T20:25:36.780" v="666"/>
          <ac:spMkLst>
            <pc:docMk/>
            <pc:sldMk cId="2553721168" sldId="2147474109"/>
            <ac:spMk id="56" creationId="{26C65CC8-BD49-BE69-2C9E-261098B9453A}"/>
          </ac:spMkLst>
        </pc:spChg>
        <pc:spChg chg="add mod">
          <ac:chgData name="Cartwright, Max" userId="4fdaca64-157b-4f34-aebd-58f672b6a20c" providerId="ADAL" clId="{9B24FA50-177C-4B5A-AA10-BF89D194F6B0}" dt="2024-03-05T20:25:36.780" v="666"/>
          <ac:spMkLst>
            <pc:docMk/>
            <pc:sldMk cId="2553721168" sldId="2147474109"/>
            <ac:spMk id="57" creationId="{17206B53-9694-751F-FD92-247A6CA45EA7}"/>
          </ac:spMkLst>
        </pc:spChg>
        <pc:spChg chg="add mod">
          <ac:chgData name="Cartwright, Max" userId="4fdaca64-157b-4f34-aebd-58f672b6a20c" providerId="ADAL" clId="{9B24FA50-177C-4B5A-AA10-BF89D194F6B0}" dt="2024-03-05T20:29:34.875" v="735"/>
          <ac:spMkLst>
            <pc:docMk/>
            <pc:sldMk cId="2553721168" sldId="2147474109"/>
            <ac:spMk id="58" creationId="{8BAB2BFC-DD1B-75CB-1D20-AD750D0A4215}"/>
          </ac:spMkLst>
        </pc:spChg>
        <pc:spChg chg="add mod">
          <ac:chgData name="Cartwright, Max" userId="4fdaca64-157b-4f34-aebd-58f672b6a20c" providerId="ADAL" clId="{9B24FA50-177C-4B5A-AA10-BF89D194F6B0}" dt="2024-03-05T20:25:36.780" v="666"/>
          <ac:spMkLst>
            <pc:docMk/>
            <pc:sldMk cId="2553721168" sldId="2147474109"/>
            <ac:spMk id="62" creationId="{867462D2-81E2-547A-1BCD-CB8488E339FE}"/>
          </ac:spMkLst>
        </pc:spChg>
        <pc:spChg chg="add del mod">
          <ac:chgData name="Cartwright, Max" userId="4fdaca64-157b-4f34-aebd-58f672b6a20c" providerId="ADAL" clId="{9B24FA50-177C-4B5A-AA10-BF89D194F6B0}" dt="2024-03-05T20:26:45.456" v="681" actId="478"/>
          <ac:spMkLst>
            <pc:docMk/>
            <pc:sldMk cId="2553721168" sldId="2147474109"/>
            <ac:spMk id="63" creationId="{43CF4BD5-41F4-81CB-33A8-674BBD0FBC68}"/>
          </ac:spMkLst>
        </pc:spChg>
        <pc:spChg chg="add mod">
          <ac:chgData name="Cartwright, Max" userId="4fdaca64-157b-4f34-aebd-58f672b6a20c" providerId="ADAL" clId="{9B24FA50-177C-4B5A-AA10-BF89D194F6B0}" dt="2024-03-05T20:29:34.875" v="735"/>
          <ac:spMkLst>
            <pc:docMk/>
            <pc:sldMk cId="2553721168" sldId="2147474109"/>
            <ac:spMk id="64" creationId="{BF953882-DE4B-EC62-C256-AFB492626306}"/>
          </ac:spMkLst>
        </pc:spChg>
        <pc:spChg chg="add mod">
          <ac:chgData name="Cartwright, Max" userId="4fdaca64-157b-4f34-aebd-58f672b6a20c" providerId="ADAL" clId="{9B24FA50-177C-4B5A-AA10-BF89D194F6B0}" dt="2024-03-05T20:25:36.780" v="666"/>
          <ac:spMkLst>
            <pc:docMk/>
            <pc:sldMk cId="2553721168" sldId="2147474109"/>
            <ac:spMk id="68" creationId="{2A30D47C-8B27-3A09-84BD-8B1F59D5E0C9}"/>
          </ac:spMkLst>
        </pc:spChg>
        <pc:spChg chg="add mod">
          <ac:chgData name="Cartwright, Max" userId="4fdaca64-157b-4f34-aebd-58f672b6a20c" providerId="ADAL" clId="{9B24FA50-177C-4B5A-AA10-BF89D194F6B0}" dt="2024-03-05T20:27:12.167" v="686" actId="20577"/>
          <ac:spMkLst>
            <pc:docMk/>
            <pc:sldMk cId="2553721168" sldId="2147474109"/>
            <ac:spMk id="69" creationId="{B2C593A0-ED20-CA6F-DDCE-AD69076A303C}"/>
          </ac:spMkLst>
        </pc:spChg>
        <pc:spChg chg="add mod">
          <ac:chgData name="Cartwright, Max" userId="4fdaca64-157b-4f34-aebd-58f672b6a20c" providerId="ADAL" clId="{9B24FA50-177C-4B5A-AA10-BF89D194F6B0}" dt="2024-03-05T20:26:52.159" v="683" actId="14100"/>
          <ac:spMkLst>
            <pc:docMk/>
            <pc:sldMk cId="2553721168" sldId="2147474109"/>
            <ac:spMk id="70" creationId="{15E1AB76-FB02-528B-3B5A-198E99420B36}"/>
          </ac:spMkLst>
        </pc:spChg>
        <pc:spChg chg="add mod">
          <ac:chgData name="Cartwright, Max" userId="4fdaca64-157b-4f34-aebd-58f672b6a20c" providerId="ADAL" clId="{9B24FA50-177C-4B5A-AA10-BF89D194F6B0}" dt="2024-03-05T20:27:00.759" v="685" actId="571"/>
          <ac:spMkLst>
            <pc:docMk/>
            <pc:sldMk cId="2553721168" sldId="2147474109"/>
            <ac:spMk id="71" creationId="{AFA758CD-253B-3211-39E4-14F86134E0B0}"/>
          </ac:spMkLst>
        </pc:spChg>
        <pc:spChg chg="add mod">
          <ac:chgData name="Cartwright, Max" userId="4fdaca64-157b-4f34-aebd-58f672b6a20c" providerId="ADAL" clId="{9B24FA50-177C-4B5A-AA10-BF89D194F6B0}" dt="2024-03-05T20:36:02.147" v="912" actId="20577"/>
          <ac:spMkLst>
            <pc:docMk/>
            <pc:sldMk cId="2553721168" sldId="2147474109"/>
            <ac:spMk id="72" creationId="{4DD3E78F-C88D-FB4E-542B-52E7EBDE29F4}"/>
          </ac:spMkLst>
        </pc:spChg>
        <pc:cxnChg chg="add del mod">
          <ac:chgData name="Cartwright, Max" userId="4fdaca64-157b-4f34-aebd-58f672b6a20c" providerId="ADAL" clId="{9B24FA50-177C-4B5A-AA10-BF89D194F6B0}" dt="2024-03-05T20:25:36.762" v="665"/>
          <ac:cxnSpMkLst>
            <pc:docMk/>
            <pc:sldMk cId="2553721168" sldId="2147474109"/>
            <ac:cxnSpMk id="15" creationId="{BE8F2146-59FD-4F24-653B-1059A435D6BF}"/>
          </ac:cxnSpMkLst>
        </pc:cxnChg>
        <pc:cxnChg chg="add del mod">
          <ac:chgData name="Cartwright, Max" userId="4fdaca64-157b-4f34-aebd-58f672b6a20c" providerId="ADAL" clId="{9B24FA50-177C-4B5A-AA10-BF89D194F6B0}" dt="2024-03-05T20:25:36.762" v="665"/>
          <ac:cxnSpMkLst>
            <pc:docMk/>
            <pc:sldMk cId="2553721168" sldId="2147474109"/>
            <ac:cxnSpMk id="16" creationId="{B146102A-3D90-311F-E52A-E14775526575}"/>
          </ac:cxnSpMkLst>
        </pc:cxnChg>
        <pc:cxnChg chg="add del mod">
          <ac:chgData name="Cartwright, Max" userId="4fdaca64-157b-4f34-aebd-58f672b6a20c" providerId="ADAL" clId="{9B24FA50-177C-4B5A-AA10-BF89D194F6B0}" dt="2024-03-05T20:25:36.762" v="665"/>
          <ac:cxnSpMkLst>
            <pc:docMk/>
            <pc:sldMk cId="2553721168" sldId="2147474109"/>
            <ac:cxnSpMk id="17" creationId="{A80DC68D-4DCF-66AF-DFDA-9B3CECC98A5B}"/>
          </ac:cxnSpMkLst>
        </pc:cxnChg>
        <pc:cxnChg chg="add del mod">
          <ac:chgData name="Cartwright, Max" userId="4fdaca64-157b-4f34-aebd-58f672b6a20c" providerId="ADAL" clId="{9B24FA50-177C-4B5A-AA10-BF89D194F6B0}" dt="2024-03-05T20:25:36.762" v="665"/>
          <ac:cxnSpMkLst>
            <pc:docMk/>
            <pc:sldMk cId="2553721168" sldId="2147474109"/>
            <ac:cxnSpMk id="27" creationId="{A335A370-1B59-B8FA-025D-5F4F16F79D98}"/>
          </ac:cxnSpMkLst>
        </pc:cxnChg>
        <pc:cxnChg chg="add del mod">
          <ac:chgData name="Cartwright, Max" userId="4fdaca64-157b-4f34-aebd-58f672b6a20c" providerId="ADAL" clId="{9B24FA50-177C-4B5A-AA10-BF89D194F6B0}" dt="2024-03-05T20:25:36.762" v="665"/>
          <ac:cxnSpMkLst>
            <pc:docMk/>
            <pc:sldMk cId="2553721168" sldId="2147474109"/>
            <ac:cxnSpMk id="28" creationId="{47F43F7E-13E0-A3F3-0075-578EEC24D9B5}"/>
          </ac:cxnSpMkLst>
        </pc:cxnChg>
        <pc:cxnChg chg="add del mod">
          <ac:chgData name="Cartwright, Max" userId="4fdaca64-157b-4f34-aebd-58f672b6a20c" providerId="ADAL" clId="{9B24FA50-177C-4B5A-AA10-BF89D194F6B0}" dt="2024-03-05T20:25:36.762" v="665"/>
          <ac:cxnSpMkLst>
            <pc:docMk/>
            <pc:sldMk cId="2553721168" sldId="2147474109"/>
            <ac:cxnSpMk id="29" creationId="{B87F6118-F450-9B8B-35E5-D7AB4351ED23}"/>
          </ac:cxnSpMkLst>
        </pc:cxnChg>
        <pc:cxnChg chg="add del mod">
          <ac:chgData name="Cartwright, Max" userId="4fdaca64-157b-4f34-aebd-58f672b6a20c" providerId="ADAL" clId="{9B24FA50-177C-4B5A-AA10-BF89D194F6B0}" dt="2024-03-05T20:25:36.762" v="665"/>
          <ac:cxnSpMkLst>
            <pc:docMk/>
            <pc:sldMk cId="2553721168" sldId="2147474109"/>
            <ac:cxnSpMk id="33" creationId="{5B937732-0ECD-01B6-CBEA-626BB4542548}"/>
          </ac:cxnSpMkLst>
        </pc:cxnChg>
        <pc:cxnChg chg="add del mod">
          <ac:chgData name="Cartwright, Max" userId="4fdaca64-157b-4f34-aebd-58f672b6a20c" providerId="ADAL" clId="{9B24FA50-177C-4B5A-AA10-BF89D194F6B0}" dt="2024-03-05T20:25:36.762" v="665"/>
          <ac:cxnSpMkLst>
            <pc:docMk/>
            <pc:sldMk cId="2553721168" sldId="2147474109"/>
            <ac:cxnSpMk id="34" creationId="{402A38D8-66B1-AABC-0DC9-48FD852FE984}"/>
          </ac:cxnSpMkLst>
        </pc:cxnChg>
        <pc:cxnChg chg="add del mod">
          <ac:chgData name="Cartwright, Max" userId="4fdaca64-157b-4f34-aebd-58f672b6a20c" providerId="ADAL" clId="{9B24FA50-177C-4B5A-AA10-BF89D194F6B0}" dt="2024-03-05T20:25:36.762" v="665"/>
          <ac:cxnSpMkLst>
            <pc:docMk/>
            <pc:sldMk cId="2553721168" sldId="2147474109"/>
            <ac:cxnSpMk id="35" creationId="{2041DBD4-7369-7E1D-9EE7-D7A1A1BD9F5A}"/>
          </ac:cxnSpMkLst>
        </pc:cxnChg>
        <pc:cxnChg chg="add mod">
          <ac:chgData name="Cartwright, Max" userId="4fdaca64-157b-4f34-aebd-58f672b6a20c" providerId="ADAL" clId="{9B24FA50-177C-4B5A-AA10-BF89D194F6B0}" dt="2024-03-05T20:25:36.780" v="666"/>
          <ac:cxnSpMkLst>
            <pc:docMk/>
            <pc:sldMk cId="2553721168" sldId="2147474109"/>
            <ac:cxnSpMk id="47" creationId="{13FC8503-23E6-5322-3511-98FBB82BE718}"/>
          </ac:cxnSpMkLst>
        </pc:cxnChg>
        <pc:cxnChg chg="add mod">
          <ac:chgData name="Cartwright, Max" userId="4fdaca64-157b-4f34-aebd-58f672b6a20c" providerId="ADAL" clId="{9B24FA50-177C-4B5A-AA10-BF89D194F6B0}" dt="2024-03-05T20:25:36.780" v="666"/>
          <ac:cxnSpMkLst>
            <pc:docMk/>
            <pc:sldMk cId="2553721168" sldId="2147474109"/>
            <ac:cxnSpMk id="48" creationId="{7689D064-7A98-F446-50DE-FB91B135A5FE}"/>
          </ac:cxnSpMkLst>
        </pc:cxnChg>
        <pc:cxnChg chg="add mod">
          <ac:chgData name="Cartwright, Max" userId="4fdaca64-157b-4f34-aebd-58f672b6a20c" providerId="ADAL" clId="{9B24FA50-177C-4B5A-AA10-BF89D194F6B0}" dt="2024-03-05T20:25:36.780" v="666"/>
          <ac:cxnSpMkLst>
            <pc:docMk/>
            <pc:sldMk cId="2553721168" sldId="2147474109"/>
            <ac:cxnSpMk id="49" creationId="{2A113257-C28F-0E79-6905-C47F2296BDA9}"/>
          </ac:cxnSpMkLst>
        </pc:cxnChg>
        <pc:cxnChg chg="add mod">
          <ac:chgData name="Cartwright, Max" userId="4fdaca64-157b-4f34-aebd-58f672b6a20c" providerId="ADAL" clId="{9B24FA50-177C-4B5A-AA10-BF89D194F6B0}" dt="2024-03-05T20:25:36.780" v="666"/>
          <ac:cxnSpMkLst>
            <pc:docMk/>
            <pc:sldMk cId="2553721168" sldId="2147474109"/>
            <ac:cxnSpMk id="59" creationId="{5B875A57-69B4-6437-8248-D5950A05B887}"/>
          </ac:cxnSpMkLst>
        </pc:cxnChg>
        <pc:cxnChg chg="add mod">
          <ac:chgData name="Cartwright, Max" userId="4fdaca64-157b-4f34-aebd-58f672b6a20c" providerId="ADAL" clId="{9B24FA50-177C-4B5A-AA10-BF89D194F6B0}" dt="2024-03-05T20:25:36.780" v="666"/>
          <ac:cxnSpMkLst>
            <pc:docMk/>
            <pc:sldMk cId="2553721168" sldId="2147474109"/>
            <ac:cxnSpMk id="60" creationId="{B544669E-DC9B-E134-A35C-1D565F2BB5E8}"/>
          </ac:cxnSpMkLst>
        </pc:cxnChg>
        <pc:cxnChg chg="add mod">
          <ac:chgData name="Cartwright, Max" userId="4fdaca64-157b-4f34-aebd-58f672b6a20c" providerId="ADAL" clId="{9B24FA50-177C-4B5A-AA10-BF89D194F6B0}" dt="2024-03-05T20:25:36.780" v="666"/>
          <ac:cxnSpMkLst>
            <pc:docMk/>
            <pc:sldMk cId="2553721168" sldId="2147474109"/>
            <ac:cxnSpMk id="61" creationId="{851C6386-689F-1D53-878F-393A53CBB142}"/>
          </ac:cxnSpMkLst>
        </pc:cxnChg>
        <pc:cxnChg chg="add mod">
          <ac:chgData name="Cartwright, Max" userId="4fdaca64-157b-4f34-aebd-58f672b6a20c" providerId="ADAL" clId="{9B24FA50-177C-4B5A-AA10-BF89D194F6B0}" dt="2024-03-05T20:25:36.780" v="666"/>
          <ac:cxnSpMkLst>
            <pc:docMk/>
            <pc:sldMk cId="2553721168" sldId="2147474109"/>
            <ac:cxnSpMk id="65" creationId="{253DA712-A348-2E12-9236-0F12BA985B57}"/>
          </ac:cxnSpMkLst>
        </pc:cxnChg>
        <pc:cxnChg chg="add mod">
          <ac:chgData name="Cartwright, Max" userId="4fdaca64-157b-4f34-aebd-58f672b6a20c" providerId="ADAL" clId="{9B24FA50-177C-4B5A-AA10-BF89D194F6B0}" dt="2024-03-05T20:25:36.780" v="666"/>
          <ac:cxnSpMkLst>
            <pc:docMk/>
            <pc:sldMk cId="2553721168" sldId="2147474109"/>
            <ac:cxnSpMk id="66" creationId="{BD65D1CE-43E8-A664-83D5-1D67DA41A500}"/>
          </ac:cxnSpMkLst>
        </pc:cxnChg>
        <pc:cxnChg chg="add mod">
          <ac:chgData name="Cartwright, Max" userId="4fdaca64-157b-4f34-aebd-58f672b6a20c" providerId="ADAL" clId="{9B24FA50-177C-4B5A-AA10-BF89D194F6B0}" dt="2024-03-05T20:25:36.780" v="666"/>
          <ac:cxnSpMkLst>
            <pc:docMk/>
            <pc:sldMk cId="2553721168" sldId="2147474109"/>
            <ac:cxnSpMk id="67" creationId="{4B72445C-3999-DCF4-9B13-C7743073EAF8}"/>
          </ac:cxnSpMkLst>
        </pc:cxnChg>
      </pc:sldChg>
      <pc:sldChg chg="addSp delSp modSp add del mod">
        <pc:chgData name="Cartwright, Max" userId="4fdaca64-157b-4f34-aebd-58f672b6a20c" providerId="ADAL" clId="{9B24FA50-177C-4B5A-AA10-BF89D194F6B0}" dt="2024-03-05T20:21:44.289" v="513"/>
        <pc:sldMkLst>
          <pc:docMk/>
          <pc:sldMk cId="2311759624" sldId="2147474110"/>
        </pc:sldMkLst>
        <pc:spChg chg="del">
          <ac:chgData name="Cartwright, Max" userId="4fdaca64-157b-4f34-aebd-58f672b6a20c" providerId="ADAL" clId="{9B24FA50-177C-4B5A-AA10-BF89D194F6B0}" dt="2024-03-05T20:21:13.639" v="505" actId="478"/>
          <ac:spMkLst>
            <pc:docMk/>
            <pc:sldMk cId="2311759624" sldId="2147474110"/>
            <ac:spMk id="3" creationId="{E7A0A04E-4539-76F3-C369-AD07AF8FA944}"/>
          </ac:spMkLst>
        </pc:spChg>
        <pc:spChg chg="add del mod">
          <ac:chgData name="Cartwright, Max" userId="4fdaca64-157b-4f34-aebd-58f672b6a20c" providerId="ADAL" clId="{9B24FA50-177C-4B5A-AA10-BF89D194F6B0}" dt="2024-03-05T20:21:15.986" v="506" actId="478"/>
          <ac:spMkLst>
            <pc:docMk/>
            <pc:sldMk cId="2311759624" sldId="2147474110"/>
            <ac:spMk id="6" creationId="{200DC1D2-D32A-C9C5-521A-4DAD585B4473}"/>
          </ac:spMkLst>
        </pc:spChg>
        <pc:spChg chg="add mod">
          <ac:chgData name="Cartwright, Max" userId="4fdaca64-157b-4f34-aebd-58f672b6a20c" providerId="ADAL" clId="{9B24FA50-177C-4B5A-AA10-BF89D194F6B0}" dt="2024-03-05T20:21:19.120" v="509" actId="20577"/>
          <ac:spMkLst>
            <pc:docMk/>
            <pc:sldMk cId="2311759624" sldId="2147474110"/>
            <ac:spMk id="7" creationId="{3551227F-9E8D-740D-CBE0-7FD2A8E448AE}"/>
          </ac:spMkLst>
        </pc:spChg>
        <pc:graphicFrameChg chg="mod modGraphic">
          <ac:chgData name="Cartwright, Max" userId="4fdaca64-157b-4f34-aebd-58f672b6a20c" providerId="ADAL" clId="{9B24FA50-177C-4B5A-AA10-BF89D194F6B0}" dt="2024-03-05T20:21:44.289" v="513"/>
          <ac:graphicFrameMkLst>
            <pc:docMk/>
            <pc:sldMk cId="2311759624" sldId="2147474110"/>
            <ac:graphicFrameMk id="2" creationId="{CD256A07-6A6E-B196-7F3B-F50E4455D14B}"/>
          </ac:graphicFrameMkLst>
        </pc:graphicFrameChg>
      </pc:sldChg>
      <pc:sldChg chg="addSp delSp modSp add mod">
        <pc:chgData name="Cartwright, Max" userId="4fdaca64-157b-4f34-aebd-58f672b6a20c" providerId="ADAL" clId="{9B24FA50-177C-4B5A-AA10-BF89D194F6B0}" dt="2024-03-05T20:29:34.875" v="735"/>
        <pc:sldMkLst>
          <pc:docMk/>
          <pc:sldMk cId="3727333396" sldId="2147474111"/>
        </pc:sldMkLst>
        <pc:spChg chg="del">
          <ac:chgData name="Cartwright, Max" userId="4fdaca64-157b-4f34-aebd-58f672b6a20c" providerId="ADAL" clId="{9B24FA50-177C-4B5A-AA10-BF89D194F6B0}" dt="2024-03-05T20:23:28.446" v="528" actId="478"/>
          <ac:spMkLst>
            <pc:docMk/>
            <pc:sldMk cId="3727333396" sldId="2147474111"/>
            <ac:spMk id="3" creationId="{E7A0A04E-4539-76F3-C369-AD07AF8FA944}"/>
          </ac:spMkLst>
        </pc:spChg>
        <pc:spChg chg="add del mod">
          <ac:chgData name="Cartwright, Max" userId="4fdaca64-157b-4f34-aebd-58f672b6a20c" providerId="ADAL" clId="{9B24FA50-177C-4B5A-AA10-BF89D194F6B0}" dt="2024-03-05T20:23:30.910" v="529" actId="478"/>
          <ac:spMkLst>
            <pc:docMk/>
            <pc:sldMk cId="3727333396" sldId="2147474111"/>
            <ac:spMk id="4" creationId="{E7455173-A555-B4F5-EA0A-F11C71C95C26}"/>
          </ac:spMkLst>
        </pc:spChg>
        <pc:spChg chg="mod">
          <ac:chgData name="Cartwright, Max" userId="4fdaca64-157b-4f34-aebd-58f672b6a20c" providerId="ADAL" clId="{9B24FA50-177C-4B5A-AA10-BF89D194F6B0}" dt="2024-03-05T20:24:57.686" v="616" actId="1076"/>
          <ac:spMkLst>
            <pc:docMk/>
            <pc:sldMk cId="3727333396" sldId="2147474111"/>
            <ac:spMk id="5" creationId="{4CA39B15-9949-C8EF-AD56-299DB327751E}"/>
          </ac:spMkLst>
        </pc:spChg>
        <pc:spChg chg="add del mod">
          <ac:chgData name="Cartwright, Max" userId="4fdaca64-157b-4f34-aebd-58f672b6a20c" providerId="ADAL" clId="{9B24FA50-177C-4B5A-AA10-BF89D194F6B0}" dt="2024-03-05T20:24:48.617" v="599"/>
          <ac:spMkLst>
            <pc:docMk/>
            <pc:sldMk cId="3727333396" sldId="2147474111"/>
            <ac:spMk id="6" creationId="{8C03CEED-24B2-D82B-1896-852C5686C804}"/>
          </ac:spMkLst>
        </pc:spChg>
        <pc:spChg chg="add del mod">
          <ac:chgData name="Cartwright, Max" userId="4fdaca64-157b-4f34-aebd-58f672b6a20c" providerId="ADAL" clId="{9B24FA50-177C-4B5A-AA10-BF89D194F6B0}" dt="2024-03-05T20:24:48.617" v="599"/>
          <ac:spMkLst>
            <pc:docMk/>
            <pc:sldMk cId="3727333396" sldId="2147474111"/>
            <ac:spMk id="7" creationId="{3B904AE3-2325-21FC-779F-DB65F0D7B01E}"/>
          </ac:spMkLst>
        </pc:spChg>
        <pc:spChg chg="add mod">
          <ac:chgData name="Cartwright, Max" userId="4fdaca64-157b-4f34-aebd-58f672b6a20c" providerId="ADAL" clId="{9B24FA50-177C-4B5A-AA10-BF89D194F6B0}" dt="2024-03-05T20:24:55.142" v="615" actId="1036"/>
          <ac:spMkLst>
            <pc:docMk/>
            <pc:sldMk cId="3727333396" sldId="2147474111"/>
            <ac:spMk id="14" creationId="{D2D7E358-6DE7-AC81-78A4-C6C9C453B8E3}"/>
          </ac:spMkLst>
        </pc:spChg>
        <pc:spChg chg="add mod">
          <ac:chgData name="Cartwright, Max" userId="4fdaca64-157b-4f34-aebd-58f672b6a20c" providerId="ADAL" clId="{9B24FA50-177C-4B5A-AA10-BF89D194F6B0}" dt="2024-03-05T20:29:34.875" v="735"/>
          <ac:spMkLst>
            <pc:docMk/>
            <pc:sldMk cId="3727333396" sldId="2147474111"/>
            <ac:spMk id="15" creationId="{7114F612-1D6D-A91C-B8FD-07C6097D12EB}"/>
          </ac:spMkLst>
        </pc:spChg>
        <pc:spChg chg="add mod">
          <ac:chgData name="Cartwright, Max" userId="4fdaca64-157b-4f34-aebd-58f672b6a20c" providerId="ADAL" clId="{9B24FA50-177C-4B5A-AA10-BF89D194F6B0}" dt="2024-03-05T20:25:18.892" v="663" actId="20577"/>
          <ac:spMkLst>
            <pc:docMk/>
            <pc:sldMk cId="3727333396" sldId="2147474111"/>
            <ac:spMk id="22" creationId="{9A60AF97-6E43-B267-8FBF-4853A70CA2DC}"/>
          </ac:spMkLst>
        </pc:spChg>
        <pc:grpChg chg="add del mod">
          <ac:chgData name="Cartwright, Max" userId="4fdaca64-157b-4f34-aebd-58f672b6a20c" providerId="ADAL" clId="{9B24FA50-177C-4B5A-AA10-BF89D194F6B0}" dt="2024-03-05T20:24:48.617" v="599"/>
          <ac:grpSpMkLst>
            <pc:docMk/>
            <pc:sldMk cId="3727333396" sldId="2147474111"/>
            <ac:grpSpMk id="10" creationId="{D248B058-7CD2-B18B-C9A4-CA50550930B5}"/>
          </ac:grpSpMkLst>
        </pc:grpChg>
        <pc:grpChg chg="add mod">
          <ac:chgData name="Cartwright, Max" userId="4fdaca64-157b-4f34-aebd-58f672b6a20c" providerId="ADAL" clId="{9B24FA50-177C-4B5A-AA10-BF89D194F6B0}" dt="2024-03-05T20:24:48.628" v="600"/>
          <ac:grpSpMkLst>
            <pc:docMk/>
            <pc:sldMk cId="3727333396" sldId="2147474111"/>
            <ac:grpSpMk id="18" creationId="{1945267C-D67E-6522-A49B-2F0BD2157224}"/>
          </ac:grpSpMkLst>
        </pc:grpChg>
        <pc:picChg chg="mod">
          <ac:chgData name="Cartwright, Max" userId="4fdaca64-157b-4f34-aebd-58f672b6a20c" providerId="ADAL" clId="{9B24FA50-177C-4B5A-AA10-BF89D194F6B0}" dt="2024-03-05T20:24:45.770" v="598"/>
          <ac:picMkLst>
            <pc:docMk/>
            <pc:sldMk cId="3727333396" sldId="2147474111"/>
            <ac:picMk id="11" creationId="{9B7BD27B-10CD-06B0-BD0A-0582E7D5BBAF}"/>
          </ac:picMkLst>
        </pc:picChg>
        <pc:picChg chg="mod">
          <ac:chgData name="Cartwright, Max" userId="4fdaca64-157b-4f34-aebd-58f672b6a20c" providerId="ADAL" clId="{9B24FA50-177C-4B5A-AA10-BF89D194F6B0}" dt="2024-03-05T20:24:45.770" v="598"/>
          <ac:picMkLst>
            <pc:docMk/>
            <pc:sldMk cId="3727333396" sldId="2147474111"/>
            <ac:picMk id="12" creationId="{4E269A2A-09F7-35DC-9103-5D2063314903}"/>
          </ac:picMkLst>
        </pc:picChg>
        <pc:picChg chg="add del mod">
          <ac:chgData name="Cartwright, Max" userId="4fdaca64-157b-4f34-aebd-58f672b6a20c" providerId="ADAL" clId="{9B24FA50-177C-4B5A-AA10-BF89D194F6B0}" dt="2024-03-05T20:24:48.617" v="599"/>
          <ac:picMkLst>
            <pc:docMk/>
            <pc:sldMk cId="3727333396" sldId="2147474111"/>
            <ac:picMk id="13" creationId="{1870BB82-F283-43E6-EFB0-408D2A21D5B7}"/>
          </ac:picMkLst>
        </pc:picChg>
        <pc:picChg chg="mod">
          <ac:chgData name="Cartwright, Max" userId="4fdaca64-157b-4f34-aebd-58f672b6a20c" providerId="ADAL" clId="{9B24FA50-177C-4B5A-AA10-BF89D194F6B0}" dt="2024-03-05T20:24:48.628" v="600"/>
          <ac:picMkLst>
            <pc:docMk/>
            <pc:sldMk cId="3727333396" sldId="2147474111"/>
            <ac:picMk id="19" creationId="{D7582443-EA74-EB7B-F980-1AFCDEBFEE0B}"/>
          </ac:picMkLst>
        </pc:picChg>
        <pc:picChg chg="mod">
          <ac:chgData name="Cartwright, Max" userId="4fdaca64-157b-4f34-aebd-58f672b6a20c" providerId="ADAL" clId="{9B24FA50-177C-4B5A-AA10-BF89D194F6B0}" dt="2024-03-05T20:24:48.628" v="600"/>
          <ac:picMkLst>
            <pc:docMk/>
            <pc:sldMk cId="3727333396" sldId="2147474111"/>
            <ac:picMk id="20" creationId="{B5BF5D75-0166-7550-A443-DD7D22925AFB}"/>
          </ac:picMkLst>
        </pc:picChg>
        <pc:picChg chg="add mod">
          <ac:chgData name="Cartwright, Max" userId="4fdaca64-157b-4f34-aebd-58f672b6a20c" providerId="ADAL" clId="{9B24FA50-177C-4B5A-AA10-BF89D194F6B0}" dt="2024-03-05T20:24:48.628" v="600"/>
          <ac:picMkLst>
            <pc:docMk/>
            <pc:sldMk cId="3727333396" sldId="2147474111"/>
            <ac:picMk id="21" creationId="{89F1E07B-317F-E0CC-F94D-C9583B2BEDC6}"/>
          </ac:picMkLst>
        </pc:picChg>
        <pc:cxnChg chg="add del mod">
          <ac:chgData name="Cartwright, Max" userId="4fdaca64-157b-4f34-aebd-58f672b6a20c" providerId="ADAL" clId="{9B24FA50-177C-4B5A-AA10-BF89D194F6B0}" dt="2024-03-05T20:24:48.617" v="599"/>
          <ac:cxnSpMkLst>
            <pc:docMk/>
            <pc:sldMk cId="3727333396" sldId="2147474111"/>
            <ac:cxnSpMk id="8" creationId="{A894310A-91FC-9E9E-6498-61E6876A7015}"/>
          </ac:cxnSpMkLst>
        </pc:cxnChg>
        <pc:cxnChg chg="add del mod">
          <ac:chgData name="Cartwright, Max" userId="4fdaca64-157b-4f34-aebd-58f672b6a20c" providerId="ADAL" clId="{9B24FA50-177C-4B5A-AA10-BF89D194F6B0}" dt="2024-03-05T20:24:48.617" v="599"/>
          <ac:cxnSpMkLst>
            <pc:docMk/>
            <pc:sldMk cId="3727333396" sldId="2147474111"/>
            <ac:cxnSpMk id="9" creationId="{3205043B-A521-B07F-1CBE-3C84E839B2C1}"/>
          </ac:cxnSpMkLst>
        </pc:cxnChg>
        <pc:cxnChg chg="add mod">
          <ac:chgData name="Cartwright, Max" userId="4fdaca64-157b-4f34-aebd-58f672b6a20c" providerId="ADAL" clId="{9B24FA50-177C-4B5A-AA10-BF89D194F6B0}" dt="2024-03-05T20:24:48.628" v="600"/>
          <ac:cxnSpMkLst>
            <pc:docMk/>
            <pc:sldMk cId="3727333396" sldId="2147474111"/>
            <ac:cxnSpMk id="16" creationId="{84EF3ECD-8153-4081-CD98-544E16E1B40F}"/>
          </ac:cxnSpMkLst>
        </pc:cxnChg>
        <pc:cxnChg chg="add mod">
          <ac:chgData name="Cartwright, Max" userId="4fdaca64-157b-4f34-aebd-58f672b6a20c" providerId="ADAL" clId="{9B24FA50-177C-4B5A-AA10-BF89D194F6B0}" dt="2024-03-05T20:24:48.628" v="600"/>
          <ac:cxnSpMkLst>
            <pc:docMk/>
            <pc:sldMk cId="3727333396" sldId="2147474111"/>
            <ac:cxnSpMk id="17" creationId="{E1777E79-1AED-788F-CD97-1FDB3A01DD33}"/>
          </ac:cxnSpMkLst>
        </pc:cxnChg>
      </pc:sldChg>
      <pc:sldChg chg="addSp delSp modSp add mod">
        <pc:chgData name="Cartwright, Max" userId="4fdaca64-157b-4f34-aebd-58f672b6a20c" providerId="ADAL" clId="{9B24FA50-177C-4B5A-AA10-BF89D194F6B0}" dt="2024-03-05T20:29:34.875" v="735"/>
        <pc:sldMkLst>
          <pc:docMk/>
          <pc:sldMk cId="2411987227" sldId="2147474112"/>
        </pc:sldMkLst>
        <pc:spChg chg="add del mod">
          <ac:chgData name="Cartwright, Max" userId="4fdaca64-157b-4f34-aebd-58f672b6a20c" providerId="ADAL" clId="{9B24FA50-177C-4B5A-AA10-BF89D194F6B0}" dt="2024-03-05T20:28:29.022" v="711"/>
          <ac:spMkLst>
            <pc:docMk/>
            <pc:sldMk cId="2411987227" sldId="2147474112"/>
            <ac:spMk id="2" creationId="{119A5509-3CAC-1DAD-AE82-170A8BCE9821}"/>
          </ac:spMkLst>
        </pc:spChg>
        <pc:spChg chg="mod">
          <ac:chgData name="Cartwright, Max" userId="4fdaca64-157b-4f34-aebd-58f672b6a20c" providerId="ADAL" clId="{9B24FA50-177C-4B5A-AA10-BF89D194F6B0}" dt="2024-03-05T20:28:10.288" v="707" actId="20577"/>
          <ac:spMkLst>
            <pc:docMk/>
            <pc:sldMk cId="2411987227" sldId="2147474112"/>
            <ac:spMk id="3" creationId="{D55919F0-CF74-0672-208A-AF105C584388}"/>
          </ac:spMkLst>
        </pc:spChg>
        <pc:spChg chg="del">
          <ac:chgData name="Cartwright, Max" userId="4fdaca64-157b-4f34-aebd-58f672b6a20c" providerId="ADAL" clId="{9B24FA50-177C-4B5A-AA10-BF89D194F6B0}" dt="2024-03-05T20:28:13.909" v="708" actId="478"/>
          <ac:spMkLst>
            <pc:docMk/>
            <pc:sldMk cId="2411987227" sldId="2147474112"/>
            <ac:spMk id="4" creationId="{3DCDFED0-9748-9D61-3749-8591A927E6B8}"/>
          </ac:spMkLst>
        </pc:spChg>
        <pc:spChg chg="del">
          <ac:chgData name="Cartwright, Max" userId="4fdaca64-157b-4f34-aebd-58f672b6a20c" providerId="ADAL" clId="{9B24FA50-177C-4B5A-AA10-BF89D194F6B0}" dt="2024-03-05T20:28:16.180" v="709" actId="478"/>
          <ac:spMkLst>
            <pc:docMk/>
            <pc:sldMk cId="2411987227" sldId="2147474112"/>
            <ac:spMk id="5" creationId="{AC7B2EB2-2211-2FD0-16CC-072B7D154625}"/>
          </ac:spMkLst>
        </pc:spChg>
        <pc:spChg chg="del">
          <ac:chgData name="Cartwright, Max" userId="4fdaca64-157b-4f34-aebd-58f672b6a20c" providerId="ADAL" clId="{9B24FA50-177C-4B5A-AA10-BF89D194F6B0}" dt="2024-03-05T20:28:16.180" v="709" actId="478"/>
          <ac:spMkLst>
            <pc:docMk/>
            <pc:sldMk cId="2411987227" sldId="2147474112"/>
            <ac:spMk id="6" creationId="{BCD3ECD2-8C2E-B16C-F5FD-2CCB12EAA2D1}"/>
          </ac:spMkLst>
        </pc:spChg>
        <pc:spChg chg="del">
          <ac:chgData name="Cartwright, Max" userId="4fdaca64-157b-4f34-aebd-58f672b6a20c" providerId="ADAL" clId="{9B24FA50-177C-4B5A-AA10-BF89D194F6B0}" dt="2024-03-05T20:28:16.180" v="709" actId="478"/>
          <ac:spMkLst>
            <pc:docMk/>
            <pc:sldMk cId="2411987227" sldId="2147474112"/>
            <ac:spMk id="8" creationId="{40588A26-1292-75E2-932D-729CAD6A6B77}"/>
          </ac:spMkLst>
        </pc:spChg>
        <pc:spChg chg="del">
          <ac:chgData name="Cartwright, Max" userId="4fdaca64-157b-4f34-aebd-58f672b6a20c" providerId="ADAL" clId="{9B24FA50-177C-4B5A-AA10-BF89D194F6B0}" dt="2024-03-05T20:28:16.180" v="709" actId="478"/>
          <ac:spMkLst>
            <pc:docMk/>
            <pc:sldMk cId="2411987227" sldId="2147474112"/>
            <ac:spMk id="9" creationId="{09891D90-93D5-D31D-AED6-36E11D9E9FA9}"/>
          </ac:spMkLst>
        </pc:spChg>
        <pc:spChg chg="del">
          <ac:chgData name="Cartwright, Max" userId="4fdaca64-157b-4f34-aebd-58f672b6a20c" providerId="ADAL" clId="{9B24FA50-177C-4B5A-AA10-BF89D194F6B0}" dt="2024-03-05T20:28:16.180" v="709" actId="478"/>
          <ac:spMkLst>
            <pc:docMk/>
            <pc:sldMk cId="2411987227" sldId="2147474112"/>
            <ac:spMk id="14" creationId="{2D098589-0D81-6D04-CCCD-01CEC592A327}"/>
          </ac:spMkLst>
        </pc:spChg>
        <pc:spChg chg="del">
          <ac:chgData name="Cartwright, Max" userId="4fdaca64-157b-4f34-aebd-58f672b6a20c" providerId="ADAL" clId="{9B24FA50-177C-4B5A-AA10-BF89D194F6B0}" dt="2024-03-05T20:28:16.180" v="709" actId="478"/>
          <ac:spMkLst>
            <pc:docMk/>
            <pc:sldMk cId="2411987227" sldId="2147474112"/>
            <ac:spMk id="15" creationId="{63CAC485-2128-A839-BB8D-A694C5A783E1}"/>
          </ac:spMkLst>
        </pc:spChg>
        <pc:spChg chg="del">
          <ac:chgData name="Cartwright, Max" userId="4fdaca64-157b-4f34-aebd-58f672b6a20c" providerId="ADAL" clId="{9B24FA50-177C-4B5A-AA10-BF89D194F6B0}" dt="2024-03-05T20:28:16.180" v="709" actId="478"/>
          <ac:spMkLst>
            <pc:docMk/>
            <pc:sldMk cId="2411987227" sldId="2147474112"/>
            <ac:spMk id="16" creationId="{C4A40917-4AAB-1E46-69C0-002C65571A8D}"/>
          </ac:spMkLst>
        </pc:spChg>
        <pc:spChg chg="del">
          <ac:chgData name="Cartwright, Max" userId="4fdaca64-157b-4f34-aebd-58f672b6a20c" providerId="ADAL" clId="{9B24FA50-177C-4B5A-AA10-BF89D194F6B0}" dt="2024-03-05T20:28:16.180" v="709" actId="478"/>
          <ac:spMkLst>
            <pc:docMk/>
            <pc:sldMk cId="2411987227" sldId="2147474112"/>
            <ac:spMk id="17" creationId="{E0208C0B-F5AE-BCB8-9564-94CF909EED8E}"/>
          </ac:spMkLst>
        </pc:spChg>
        <pc:spChg chg="del">
          <ac:chgData name="Cartwright, Max" userId="4fdaca64-157b-4f34-aebd-58f672b6a20c" providerId="ADAL" clId="{9B24FA50-177C-4B5A-AA10-BF89D194F6B0}" dt="2024-03-05T20:28:16.180" v="709" actId="478"/>
          <ac:spMkLst>
            <pc:docMk/>
            <pc:sldMk cId="2411987227" sldId="2147474112"/>
            <ac:spMk id="18" creationId="{6D01198E-B478-05A3-EF58-AD2CF3A0DEEB}"/>
          </ac:spMkLst>
        </pc:spChg>
        <pc:spChg chg="del">
          <ac:chgData name="Cartwright, Max" userId="4fdaca64-157b-4f34-aebd-58f672b6a20c" providerId="ADAL" clId="{9B24FA50-177C-4B5A-AA10-BF89D194F6B0}" dt="2024-03-05T20:28:16.180" v="709" actId="478"/>
          <ac:spMkLst>
            <pc:docMk/>
            <pc:sldMk cId="2411987227" sldId="2147474112"/>
            <ac:spMk id="19" creationId="{74BF8699-E291-2FF4-1A6D-81713EB8426F}"/>
          </ac:spMkLst>
        </pc:spChg>
        <pc:spChg chg="del">
          <ac:chgData name="Cartwright, Max" userId="4fdaca64-157b-4f34-aebd-58f672b6a20c" providerId="ADAL" clId="{9B24FA50-177C-4B5A-AA10-BF89D194F6B0}" dt="2024-03-05T20:28:16.180" v="709" actId="478"/>
          <ac:spMkLst>
            <pc:docMk/>
            <pc:sldMk cId="2411987227" sldId="2147474112"/>
            <ac:spMk id="23" creationId="{2F9ECD8C-EBC2-82B4-F88C-27771F3B4E39}"/>
          </ac:spMkLst>
        </pc:spChg>
        <pc:spChg chg="del">
          <ac:chgData name="Cartwright, Max" userId="4fdaca64-157b-4f34-aebd-58f672b6a20c" providerId="ADAL" clId="{9B24FA50-177C-4B5A-AA10-BF89D194F6B0}" dt="2024-03-05T20:28:16.180" v="709" actId="478"/>
          <ac:spMkLst>
            <pc:docMk/>
            <pc:sldMk cId="2411987227" sldId="2147474112"/>
            <ac:spMk id="24" creationId="{E6751B55-0BCE-41F2-0052-4EA9918D9EF0}"/>
          </ac:spMkLst>
        </pc:spChg>
        <pc:spChg chg="del">
          <ac:chgData name="Cartwright, Max" userId="4fdaca64-157b-4f34-aebd-58f672b6a20c" providerId="ADAL" clId="{9B24FA50-177C-4B5A-AA10-BF89D194F6B0}" dt="2024-03-05T20:28:16.180" v="709" actId="478"/>
          <ac:spMkLst>
            <pc:docMk/>
            <pc:sldMk cId="2411987227" sldId="2147474112"/>
            <ac:spMk id="25" creationId="{8BD94D11-69C7-92DF-E698-C65C65FD8706}"/>
          </ac:spMkLst>
        </pc:spChg>
        <pc:spChg chg="del">
          <ac:chgData name="Cartwright, Max" userId="4fdaca64-157b-4f34-aebd-58f672b6a20c" providerId="ADAL" clId="{9B24FA50-177C-4B5A-AA10-BF89D194F6B0}" dt="2024-03-05T20:28:16.180" v="709" actId="478"/>
          <ac:spMkLst>
            <pc:docMk/>
            <pc:sldMk cId="2411987227" sldId="2147474112"/>
            <ac:spMk id="26" creationId="{303C2924-2252-5A40-E2D8-C4C3EA903FD1}"/>
          </ac:spMkLst>
        </pc:spChg>
        <pc:spChg chg="del">
          <ac:chgData name="Cartwright, Max" userId="4fdaca64-157b-4f34-aebd-58f672b6a20c" providerId="ADAL" clId="{9B24FA50-177C-4B5A-AA10-BF89D194F6B0}" dt="2024-03-05T20:28:16.180" v="709" actId="478"/>
          <ac:spMkLst>
            <pc:docMk/>
            <pc:sldMk cId="2411987227" sldId="2147474112"/>
            <ac:spMk id="27" creationId="{A9C7F449-282B-B975-5597-EC520CB3980B}"/>
          </ac:spMkLst>
        </pc:spChg>
        <pc:spChg chg="del">
          <ac:chgData name="Cartwright, Max" userId="4fdaca64-157b-4f34-aebd-58f672b6a20c" providerId="ADAL" clId="{9B24FA50-177C-4B5A-AA10-BF89D194F6B0}" dt="2024-03-05T20:28:16.180" v="709" actId="478"/>
          <ac:spMkLst>
            <pc:docMk/>
            <pc:sldMk cId="2411987227" sldId="2147474112"/>
            <ac:spMk id="28" creationId="{22FBD93E-C8E0-C047-0679-C585C5540EEB}"/>
          </ac:spMkLst>
        </pc:spChg>
        <pc:spChg chg="del">
          <ac:chgData name="Cartwright, Max" userId="4fdaca64-157b-4f34-aebd-58f672b6a20c" providerId="ADAL" clId="{9B24FA50-177C-4B5A-AA10-BF89D194F6B0}" dt="2024-03-05T20:28:16.180" v="709" actId="478"/>
          <ac:spMkLst>
            <pc:docMk/>
            <pc:sldMk cId="2411987227" sldId="2147474112"/>
            <ac:spMk id="69" creationId="{DFB62DB8-782F-EA2B-F8CE-EB8601893B28}"/>
          </ac:spMkLst>
        </pc:spChg>
        <pc:spChg chg="del">
          <ac:chgData name="Cartwright, Max" userId="4fdaca64-157b-4f34-aebd-58f672b6a20c" providerId="ADAL" clId="{9B24FA50-177C-4B5A-AA10-BF89D194F6B0}" dt="2024-03-05T20:28:16.180" v="709" actId="478"/>
          <ac:spMkLst>
            <pc:docMk/>
            <pc:sldMk cId="2411987227" sldId="2147474112"/>
            <ac:spMk id="70" creationId="{113E0F0A-DCED-DF3E-661E-5DE5AE0D8980}"/>
          </ac:spMkLst>
        </pc:spChg>
        <pc:spChg chg="del">
          <ac:chgData name="Cartwright, Max" userId="4fdaca64-157b-4f34-aebd-58f672b6a20c" providerId="ADAL" clId="{9B24FA50-177C-4B5A-AA10-BF89D194F6B0}" dt="2024-03-05T20:28:16.180" v="709" actId="478"/>
          <ac:spMkLst>
            <pc:docMk/>
            <pc:sldMk cId="2411987227" sldId="2147474112"/>
            <ac:spMk id="71" creationId="{5BC0541C-C514-12D0-CDE5-64C12FC7E027}"/>
          </ac:spMkLst>
        </pc:spChg>
        <pc:spChg chg="del">
          <ac:chgData name="Cartwright, Max" userId="4fdaca64-157b-4f34-aebd-58f672b6a20c" providerId="ADAL" clId="{9B24FA50-177C-4B5A-AA10-BF89D194F6B0}" dt="2024-03-05T20:28:16.180" v="709" actId="478"/>
          <ac:spMkLst>
            <pc:docMk/>
            <pc:sldMk cId="2411987227" sldId="2147474112"/>
            <ac:spMk id="72" creationId="{AF78E145-232E-F34A-B367-C2CA31703579}"/>
          </ac:spMkLst>
        </pc:spChg>
        <pc:spChg chg="add del mod">
          <ac:chgData name="Cartwright, Max" userId="4fdaca64-157b-4f34-aebd-58f672b6a20c" providerId="ADAL" clId="{9B24FA50-177C-4B5A-AA10-BF89D194F6B0}" dt="2024-03-05T20:28:29.022" v="711"/>
          <ac:spMkLst>
            <pc:docMk/>
            <pc:sldMk cId="2411987227" sldId="2147474112"/>
            <ac:spMk id="74" creationId="{6D53351B-2125-EF13-61D2-222ACEBAC08D}"/>
          </ac:spMkLst>
        </pc:spChg>
        <pc:spChg chg="add del mod">
          <ac:chgData name="Cartwright, Max" userId="4fdaca64-157b-4f34-aebd-58f672b6a20c" providerId="ADAL" clId="{9B24FA50-177C-4B5A-AA10-BF89D194F6B0}" dt="2024-03-05T20:28:29.022" v="711"/>
          <ac:spMkLst>
            <pc:docMk/>
            <pc:sldMk cId="2411987227" sldId="2147474112"/>
            <ac:spMk id="76" creationId="{19A29805-9F97-A7D2-526D-BC882A283AFD}"/>
          </ac:spMkLst>
        </pc:spChg>
        <pc:spChg chg="add del mod">
          <ac:chgData name="Cartwright, Max" userId="4fdaca64-157b-4f34-aebd-58f672b6a20c" providerId="ADAL" clId="{9B24FA50-177C-4B5A-AA10-BF89D194F6B0}" dt="2024-03-05T20:28:29.022" v="711"/>
          <ac:spMkLst>
            <pc:docMk/>
            <pc:sldMk cId="2411987227" sldId="2147474112"/>
            <ac:spMk id="77" creationId="{4FDDE286-6602-C340-B791-4D80E74D97DF}"/>
          </ac:spMkLst>
        </pc:spChg>
        <pc:spChg chg="mod">
          <ac:chgData name="Cartwright, Max" userId="4fdaca64-157b-4f34-aebd-58f672b6a20c" providerId="ADAL" clId="{9B24FA50-177C-4B5A-AA10-BF89D194F6B0}" dt="2024-03-05T20:28:26.371" v="710"/>
          <ac:spMkLst>
            <pc:docMk/>
            <pc:sldMk cId="2411987227" sldId="2147474112"/>
            <ac:spMk id="79" creationId="{B9715353-16F6-18C1-3F7B-EE50434B71E6}"/>
          </ac:spMkLst>
        </pc:spChg>
        <pc:spChg chg="mod">
          <ac:chgData name="Cartwright, Max" userId="4fdaca64-157b-4f34-aebd-58f672b6a20c" providerId="ADAL" clId="{9B24FA50-177C-4B5A-AA10-BF89D194F6B0}" dt="2024-03-05T20:28:26.371" v="710"/>
          <ac:spMkLst>
            <pc:docMk/>
            <pc:sldMk cId="2411987227" sldId="2147474112"/>
            <ac:spMk id="80" creationId="{D5B9D794-3A0C-BC73-0A20-360FB075478A}"/>
          </ac:spMkLst>
        </pc:spChg>
        <pc:spChg chg="mod">
          <ac:chgData name="Cartwright, Max" userId="4fdaca64-157b-4f34-aebd-58f672b6a20c" providerId="ADAL" clId="{9B24FA50-177C-4B5A-AA10-BF89D194F6B0}" dt="2024-03-05T20:28:26.371" v="710"/>
          <ac:spMkLst>
            <pc:docMk/>
            <pc:sldMk cId="2411987227" sldId="2147474112"/>
            <ac:spMk id="81" creationId="{F0EBF870-5A30-8CFB-431E-1D82C134BC41}"/>
          </ac:spMkLst>
        </pc:spChg>
        <pc:spChg chg="mod">
          <ac:chgData name="Cartwright, Max" userId="4fdaca64-157b-4f34-aebd-58f672b6a20c" providerId="ADAL" clId="{9B24FA50-177C-4B5A-AA10-BF89D194F6B0}" dt="2024-03-05T20:28:26.371" v="710"/>
          <ac:spMkLst>
            <pc:docMk/>
            <pc:sldMk cId="2411987227" sldId="2147474112"/>
            <ac:spMk id="82" creationId="{F22DF4D6-567A-309B-7956-4E766C4A5B0A}"/>
          </ac:spMkLst>
        </pc:spChg>
        <pc:spChg chg="mod">
          <ac:chgData name="Cartwright, Max" userId="4fdaca64-157b-4f34-aebd-58f672b6a20c" providerId="ADAL" clId="{9B24FA50-177C-4B5A-AA10-BF89D194F6B0}" dt="2024-03-05T20:28:26.371" v="710"/>
          <ac:spMkLst>
            <pc:docMk/>
            <pc:sldMk cId="2411987227" sldId="2147474112"/>
            <ac:spMk id="83" creationId="{87BFB8C4-DCD1-4B97-7581-8B3F08501024}"/>
          </ac:spMkLst>
        </pc:spChg>
        <pc:spChg chg="mod">
          <ac:chgData name="Cartwright, Max" userId="4fdaca64-157b-4f34-aebd-58f672b6a20c" providerId="ADAL" clId="{9B24FA50-177C-4B5A-AA10-BF89D194F6B0}" dt="2024-03-05T20:28:26.371" v="710"/>
          <ac:spMkLst>
            <pc:docMk/>
            <pc:sldMk cId="2411987227" sldId="2147474112"/>
            <ac:spMk id="84" creationId="{2F0D09AD-EAAB-A9B7-256B-881DC7989E46}"/>
          </ac:spMkLst>
        </pc:spChg>
        <pc:spChg chg="mod">
          <ac:chgData name="Cartwright, Max" userId="4fdaca64-157b-4f34-aebd-58f672b6a20c" providerId="ADAL" clId="{9B24FA50-177C-4B5A-AA10-BF89D194F6B0}" dt="2024-03-05T20:28:26.371" v="710"/>
          <ac:spMkLst>
            <pc:docMk/>
            <pc:sldMk cId="2411987227" sldId="2147474112"/>
            <ac:spMk id="85" creationId="{335FA57F-2E93-6D34-AF43-5CC1584BC684}"/>
          </ac:spMkLst>
        </pc:spChg>
        <pc:spChg chg="add del mod">
          <ac:chgData name="Cartwright, Max" userId="4fdaca64-157b-4f34-aebd-58f672b6a20c" providerId="ADAL" clId="{9B24FA50-177C-4B5A-AA10-BF89D194F6B0}" dt="2024-03-05T20:28:29.022" v="711"/>
          <ac:spMkLst>
            <pc:docMk/>
            <pc:sldMk cId="2411987227" sldId="2147474112"/>
            <ac:spMk id="86" creationId="{4E72A17D-0F63-8278-6FDA-57A9DFC65595}"/>
          </ac:spMkLst>
        </pc:spChg>
        <pc:spChg chg="add del mod">
          <ac:chgData name="Cartwright, Max" userId="4fdaca64-157b-4f34-aebd-58f672b6a20c" providerId="ADAL" clId="{9B24FA50-177C-4B5A-AA10-BF89D194F6B0}" dt="2024-03-05T20:28:29.022" v="711"/>
          <ac:spMkLst>
            <pc:docMk/>
            <pc:sldMk cId="2411987227" sldId="2147474112"/>
            <ac:spMk id="87" creationId="{0C0FC592-30BD-BCAA-6DE1-72674EDE1D9E}"/>
          </ac:spMkLst>
        </pc:spChg>
        <pc:spChg chg="mod">
          <ac:chgData name="Cartwright, Max" userId="4fdaca64-157b-4f34-aebd-58f672b6a20c" providerId="ADAL" clId="{9B24FA50-177C-4B5A-AA10-BF89D194F6B0}" dt="2024-03-05T20:28:26.371" v="710"/>
          <ac:spMkLst>
            <pc:docMk/>
            <pc:sldMk cId="2411987227" sldId="2147474112"/>
            <ac:spMk id="89" creationId="{183286C6-F129-9B7A-4B50-2D9A8C01205A}"/>
          </ac:spMkLst>
        </pc:spChg>
        <pc:spChg chg="mod">
          <ac:chgData name="Cartwright, Max" userId="4fdaca64-157b-4f34-aebd-58f672b6a20c" providerId="ADAL" clId="{9B24FA50-177C-4B5A-AA10-BF89D194F6B0}" dt="2024-03-05T20:28:26.371" v="710"/>
          <ac:spMkLst>
            <pc:docMk/>
            <pc:sldMk cId="2411987227" sldId="2147474112"/>
            <ac:spMk id="90" creationId="{32E31E42-D441-3C50-26B3-1C3D5D758672}"/>
          </ac:spMkLst>
        </pc:spChg>
        <pc:spChg chg="mod">
          <ac:chgData name="Cartwright, Max" userId="4fdaca64-157b-4f34-aebd-58f672b6a20c" providerId="ADAL" clId="{9B24FA50-177C-4B5A-AA10-BF89D194F6B0}" dt="2024-03-05T20:28:26.371" v="710"/>
          <ac:spMkLst>
            <pc:docMk/>
            <pc:sldMk cId="2411987227" sldId="2147474112"/>
            <ac:spMk id="91" creationId="{93CC5E5B-95FE-B4FE-4C65-7B38685D81B0}"/>
          </ac:spMkLst>
        </pc:spChg>
        <pc:spChg chg="mod">
          <ac:chgData name="Cartwright, Max" userId="4fdaca64-157b-4f34-aebd-58f672b6a20c" providerId="ADAL" clId="{9B24FA50-177C-4B5A-AA10-BF89D194F6B0}" dt="2024-03-05T20:28:26.371" v="710"/>
          <ac:spMkLst>
            <pc:docMk/>
            <pc:sldMk cId="2411987227" sldId="2147474112"/>
            <ac:spMk id="92" creationId="{9EB2BD26-3577-1357-402B-E40421B7A0EA}"/>
          </ac:spMkLst>
        </pc:spChg>
        <pc:spChg chg="mod">
          <ac:chgData name="Cartwright, Max" userId="4fdaca64-157b-4f34-aebd-58f672b6a20c" providerId="ADAL" clId="{9B24FA50-177C-4B5A-AA10-BF89D194F6B0}" dt="2024-03-05T20:28:26.371" v="710"/>
          <ac:spMkLst>
            <pc:docMk/>
            <pc:sldMk cId="2411987227" sldId="2147474112"/>
            <ac:spMk id="93" creationId="{8D4D87E1-8ABF-A586-DBBF-9B5C9ED59A4B}"/>
          </ac:spMkLst>
        </pc:spChg>
        <pc:spChg chg="add del mod">
          <ac:chgData name="Cartwright, Max" userId="4fdaca64-157b-4f34-aebd-58f672b6a20c" providerId="ADAL" clId="{9B24FA50-177C-4B5A-AA10-BF89D194F6B0}" dt="2024-03-05T20:28:29.022" v="711"/>
          <ac:spMkLst>
            <pc:docMk/>
            <pc:sldMk cId="2411987227" sldId="2147474112"/>
            <ac:spMk id="94" creationId="{0274E23F-67BF-C1F7-2EC7-09F78C3CF825}"/>
          </ac:spMkLst>
        </pc:spChg>
        <pc:spChg chg="mod">
          <ac:chgData name="Cartwright, Max" userId="4fdaca64-157b-4f34-aebd-58f672b6a20c" providerId="ADAL" clId="{9B24FA50-177C-4B5A-AA10-BF89D194F6B0}" dt="2024-03-05T20:28:26.371" v="710"/>
          <ac:spMkLst>
            <pc:docMk/>
            <pc:sldMk cId="2411987227" sldId="2147474112"/>
            <ac:spMk id="96" creationId="{E22C2956-8FFD-3FB0-A05E-37FD7557FF58}"/>
          </ac:spMkLst>
        </pc:spChg>
        <pc:spChg chg="mod">
          <ac:chgData name="Cartwright, Max" userId="4fdaca64-157b-4f34-aebd-58f672b6a20c" providerId="ADAL" clId="{9B24FA50-177C-4B5A-AA10-BF89D194F6B0}" dt="2024-03-05T20:28:26.371" v="710"/>
          <ac:spMkLst>
            <pc:docMk/>
            <pc:sldMk cId="2411987227" sldId="2147474112"/>
            <ac:spMk id="97" creationId="{B8FDC0D2-E251-32EC-F6B7-8364B9764D84}"/>
          </ac:spMkLst>
        </pc:spChg>
        <pc:spChg chg="add del mod">
          <ac:chgData name="Cartwright, Max" userId="4fdaca64-157b-4f34-aebd-58f672b6a20c" providerId="ADAL" clId="{9B24FA50-177C-4B5A-AA10-BF89D194F6B0}" dt="2024-03-05T20:28:29.022" v="711"/>
          <ac:spMkLst>
            <pc:docMk/>
            <pc:sldMk cId="2411987227" sldId="2147474112"/>
            <ac:spMk id="98" creationId="{3F3204E5-F318-0BC2-A18C-4CAFEF6ABB54}"/>
          </ac:spMkLst>
        </pc:spChg>
        <pc:spChg chg="add del mod">
          <ac:chgData name="Cartwright, Max" userId="4fdaca64-157b-4f34-aebd-58f672b6a20c" providerId="ADAL" clId="{9B24FA50-177C-4B5A-AA10-BF89D194F6B0}" dt="2024-03-05T20:28:29.022" v="711"/>
          <ac:spMkLst>
            <pc:docMk/>
            <pc:sldMk cId="2411987227" sldId="2147474112"/>
            <ac:spMk id="99" creationId="{B896ACD8-1E89-CFC2-8453-ED1356CB4AED}"/>
          </ac:spMkLst>
        </pc:spChg>
        <pc:spChg chg="add del mod">
          <ac:chgData name="Cartwright, Max" userId="4fdaca64-157b-4f34-aebd-58f672b6a20c" providerId="ADAL" clId="{9B24FA50-177C-4B5A-AA10-BF89D194F6B0}" dt="2024-03-05T20:28:29.022" v="711"/>
          <ac:spMkLst>
            <pc:docMk/>
            <pc:sldMk cId="2411987227" sldId="2147474112"/>
            <ac:spMk id="100" creationId="{F8F7BB67-9B55-A1B1-DC21-214EECD6AC04}"/>
          </ac:spMkLst>
        </pc:spChg>
        <pc:spChg chg="mod">
          <ac:chgData name="Cartwright, Max" userId="4fdaca64-157b-4f34-aebd-58f672b6a20c" providerId="ADAL" clId="{9B24FA50-177C-4B5A-AA10-BF89D194F6B0}" dt="2024-03-05T20:28:26.371" v="710"/>
          <ac:spMkLst>
            <pc:docMk/>
            <pc:sldMk cId="2411987227" sldId="2147474112"/>
            <ac:spMk id="102" creationId="{080C88C4-8F17-7D40-1A21-1459184F62AF}"/>
          </ac:spMkLst>
        </pc:spChg>
        <pc:spChg chg="mod">
          <ac:chgData name="Cartwright, Max" userId="4fdaca64-157b-4f34-aebd-58f672b6a20c" providerId="ADAL" clId="{9B24FA50-177C-4B5A-AA10-BF89D194F6B0}" dt="2024-03-05T20:28:26.371" v="710"/>
          <ac:spMkLst>
            <pc:docMk/>
            <pc:sldMk cId="2411987227" sldId="2147474112"/>
            <ac:spMk id="103" creationId="{AA6BF92D-2308-E654-5BF1-988F5FFCBD76}"/>
          </ac:spMkLst>
        </pc:spChg>
        <pc:spChg chg="mod">
          <ac:chgData name="Cartwright, Max" userId="4fdaca64-157b-4f34-aebd-58f672b6a20c" providerId="ADAL" clId="{9B24FA50-177C-4B5A-AA10-BF89D194F6B0}" dt="2024-03-05T20:28:26.371" v="710"/>
          <ac:spMkLst>
            <pc:docMk/>
            <pc:sldMk cId="2411987227" sldId="2147474112"/>
            <ac:spMk id="104" creationId="{06B8B75E-E0F4-9575-1B19-1345DDE30F5F}"/>
          </ac:spMkLst>
        </pc:spChg>
        <pc:spChg chg="mod">
          <ac:chgData name="Cartwright, Max" userId="4fdaca64-157b-4f34-aebd-58f672b6a20c" providerId="ADAL" clId="{9B24FA50-177C-4B5A-AA10-BF89D194F6B0}" dt="2024-03-05T20:28:26.371" v="710"/>
          <ac:spMkLst>
            <pc:docMk/>
            <pc:sldMk cId="2411987227" sldId="2147474112"/>
            <ac:spMk id="105" creationId="{272F745D-54D7-69AD-5377-CB1EBF28787B}"/>
          </ac:spMkLst>
        </pc:spChg>
        <pc:spChg chg="mod">
          <ac:chgData name="Cartwright, Max" userId="4fdaca64-157b-4f34-aebd-58f672b6a20c" providerId="ADAL" clId="{9B24FA50-177C-4B5A-AA10-BF89D194F6B0}" dt="2024-03-05T20:28:26.371" v="710"/>
          <ac:spMkLst>
            <pc:docMk/>
            <pc:sldMk cId="2411987227" sldId="2147474112"/>
            <ac:spMk id="106" creationId="{B10828E9-35EE-8F5F-7457-93945FF6F2C4}"/>
          </ac:spMkLst>
        </pc:spChg>
        <pc:spChg chg="mod">
          <ac:chgData name="Cartwright, Max" userId="4fdaca64-157b-4f34-aebd-58f672b6a20c" providerId="ADAL" clId="{9B24FA50-177C-4B5A-AA10-BF89D194F6B0}" dt="2024-03-05T20:28:26.371" v="710"/>
          <ac:spMkLst>
            <pc:docMk/>
            <pc:sldMk cId="2411987227" sldId="2147474112"/>
            <ac:spMk id="107" creationId="{847586AF-6189-1C03-7D3A-D7B46657F924}"/>
          </ac:spMkLst>
        </pc:spChg>
        <pc:spChg chg="add del mod">
          <ac:chgData name="Cartwright, Max" userId="4fdaca64-157b-4f34-aebd-58f672b6a20c" providerId="ADAL" clId="{9B24FA50-177C-4B5A-AA10-BF89D194F6B0}" dt="2024-03-05T20:28:29.022" v="711"/>
          <ac:spMkLst>
            <pc:docMk/>
            <pc:sldMk cId="2411987227" sldId="2147474112"/>
            <ac:spMk id="108" creationId="{9DFA880A-AED2-6B4F-7E2C-A111E9E1F751}"/>
          </ac:spMkLst>
        </pc:spChg>
        <pc:spChg chg="add del mod">
          <ac:chgData name="Cartwright, Max" userId="4fdaca64-157b-4f34-aebd-58f672b6a20c" providerId="ADAL" clId="{9B24FA50-177C-4B5A-AA10-BF89D194F6B0}" dt="2024-03-05T20:28:29.022" v="711"/>
          <ac:spMkLst>
            <pc:docMk/>
            <pc:sldMk cId="2411987227" sldId="2147474112"/>
            <ac:spMk id="109" creationId="{73B276F4-E460-C18B-5DCD-48D67CF5CE27}"/>
          </ac:spMkLst>
        </pc:spChg>
        <pc:spChg chg="add del mod">
          <ac:chgData name="Cartwright, Max" userId="4fdaca64-157b-4f34-aebd-58f672b6a20c" providerId="ADAL" clId="{9B24FA50-177C-4B5A-AA10-BF89D194F6B0}" dt="2024-03-05T20:28:29.022" v="711"/>
          <ac:spMkLst>
            <pc:docMk/>
            <pc:sldMk cId="2411987227" sldId="2147474112"/>
            <ac:spMk id="110" creationId="{15FA6538-BBA7-BB46-D6B6-6AC487BEDDDF}"/>
          </ac:spMkLst>
        </pc:spChg>
        <pc:spChg chg="add del mod">
          <ac:chgData name="Cartwright, Max" userId="4fdaca64-157b-4f34-aebd-58f672b6a20c" providerId="ADAL" clId="{9B24FA50-177C-4B5A-AA10-BF89D194F6B0}" dt="2024-03-05T20:28:29.022" v="711"/>
          <ac:spMkLst>
            <pc:docMk/>
            <pc:sldMk cId="2411987227" sldId="2147474112"/>
            <ac:spMk id="111" creationId="{84CBF6A6-9F0D-C222-034F-BFAAA6043151}"/>
          </ac:spMkLst>
        </pc:spChg>
        <pc:spChg chg="add del mod">
          <ac:chgData name="Cartwright, Max" userId="4fdaca64-157b-4f34-aebd-58f672b6a20c" providerId="ADAL" clId="{9B24FA50-177C-4B5A-AA10-BF89D194F6B0}" dt="2024-03-05T20:28:29.022" v="711"/>
          <ac:spMkLst>
            <pc:docMk/>
            <pc:sldMk cId="2411987227" sldId="2147474112"/>
            <ac:spMk id="112" creationId="{C2ABB8BA-AF60-C6D4-FD97-EE5A36733F02}"/>
          </ac:spMkLst>
        </pc:spChg>
        <pc:spChg chg="add del mod">
          <ac:chgData name="Cartwright, Max" userId="4fdaca64-157b-4f34-aebd-58f672b6a20c" providerId="ADAL" clId="{9B24FA50-177C-4B5A-AA10-BF89D194F6B0}" dt="2024-03-05T20:28:29.022" v="711"/>
          <ac:spMkLst>
            <pc:docMk/>
            <pc:sldMk cId="2411987227" sldId="2147474112"/>
            <ac:spMk id="113" creationId="{2134DA20-391C-E9FE-FCCF-6F48A5BF6D6B}"/>
          </ac:spMkLst>
        </pc:spChg>
        <pc:spChg chg="add del mod">
          <ac:chgData name="Cartwright, Max" userId="4fdaca64-157b-4f34-aebd-58f672b6a20c" providerId="ADAL" clId="{9B24FA50-177C-4B5A-AA10-BF89D194F6B0}" dt="2024-03-05T20:28:29.022" v="711"/>
          <ac:spMkLst>
            <pc:docMk/>
            <pc:sldMk cId="2411987227" sldId="2147474112"/>
            <ac:spMk id="114" creationId="{C2EAC5E9-D657-801B-267D-41067ABC1903}"/>
          </ac:spMkLst>
        </pc:spChg>
        <pc:spChg chg="mod">
          <ac:chgData name="Cartwright, Max" userId="4fdaca64-157b-4f34-aebd-58f672b6a20c" providerId="ADAL" clId="{9B24FA50-177C-4B5A-AA10-BF89D194F6B0}" dt="2024-03-05T20:28:26.371" v="710"/>
          <ac:spMkLst>
            <pc:docMk/>
            <pc:sldMk cId="2411987227" sldId="2147474112"/>
            <ac:spMk id="116" creationId="{3B18034A-0B9D-B916-25DA-C5ECEEF1F893}"/>
          </ac:spMkLst>
        </pc:spChg>
        <pc:spChg chg="mod">
          <ac:chgData name="Cartwright, Max" userId="4fdaca64-157b-4f34-aebd-58f672b6a20c" providerId="ADAL" clId="{9B24FA50-177C-4B5A-AA10-BF89D194F6B0}" dt="2024-03-05T20:28:26.371" v="710"/>
          <ac:spMkLst>
            <pc:docMk/>
            <pc:sldMk cId="2411987227" sldId="2147474112"/>
            <ac:spMk id="117" creationId="{3AD255AB-4369-F727-720B-C54BBDA171FA}"/>
          </ac:spMkLst>
        </pc:spChg>
        <pc:spChg chg="mod">
          <ac:chgData name="Cartwright, Max" userId="4fdaca64-157b-4f34-aebd-58f672b6a20c" providerId="ADAL" clId="{9B24FA50-177C-4B5A-AA10-BF89D194F6B0}" dt="2024-03-05T20:28:26.371" v="710"/>
          <ac:spMkLst>
            <pc:docMk/>
            <pc:sldMk cId="2411987227" sldId="2147474112"/>
            <ac:spMk id="118" creationId="{9109F173-5164-EEFC-233D-5E77AEB71C9E}"/>
          </ac:spMkLst>
        </pc:spChg>
        <pc:spChg chg="mod">
          <ac:chgData name="Cartwright, Max" userId="4fdaca64-157b-4f34-aebd-58f672b6a20c" providerId="ADAL" clId="{9B24FA50-177C-4B5A-AA10-BF89D194F6B0}" dt="2024-03-05T20:28:26.371" v="710"/>
          <ac:spMkLst>
            <pc:docMk/>
            <pc:sldMk cId="2411987227" sldId="2147474112"/>
            <ac:spMk id="119" creationId="{A0C9CD33-D3D8-918F-C3A9-6673CAE3BD16}"/>
          </ac:spMkLst>
        </pc:spChg>
        <pc:spChg chg="mod">
          <ac:chgData name="Cartwright, Max" userId="4fdaca64-157b-4f34-aebd-58f672b6a20c" providerId="ADAL" clId="{9B24FA50-177C-4B5A-AA10-BF89D194F6B0}" dt="2024-03-05T20:28:26.371" v="710"/>
          <ac:spMkLst>
            <pc:docMk/>
            <pc:sldMk cId="2411987227" sldId="2147474112"/>
            <ac:spMk id="120" creationId="{71B05413-C7A8-CAC7-D512-B6009C2593E9}"/>
          </ac:spMkLst>
        </pc:spChg>
        <pc:spChg chg="mod">
          <ac:chgData name="Cartwright, Max" userId="4fdaca64-157b-4f34-aebd-58f672b6a20c" providerId="ADAL" clId="{9B24FA50-177C-4B5A-AA10-BF89D194F6B0}" dt="2024-03-05T20:28:26.371" v="710"/>
          <ac:spMkLst>
            <pc:docMk/>
            <pc:sldMk cId="2411987227" sldId="2147474112"/>
            <ac:spMk id="121" creationId="{7D97331C-CFAC-1EE0-6E70-07F6BF045D34}"/>
          </ac:spMkLst>
        </pc:spChg>
        <pc:spChg chg="mod">
          <ac:chgData name="Cartwright, Max" userId="4fdaca64-157b-4f34-aebd-58f672b6a20c" providerId="ADAL" clId="{9B24FA50-177C-4B5A-AA10-BF89D194F6B0}" dt="2024-03-05T20:28:26.371" v="710"/>
          <ac:spMkLst>
            <pc:docMk/>
            <pc:sldMk cId="2411987227" sldId="2147474112"/>
            <ac:spMk id="122" creationId="{008A4656-702B-49E2-78C5-D0E02FE36B7C}"/>
          </ac:spMkLst>
        </pc:spChg>
        <pc:spChg chg="mod">
          <ac:chgData name="Cartwright, Max" userId="4fdaca64-157b-4f34-aebd-58f672b6a20c" providerId="ADAL" clId="{9B24FA50-177C-4B5A-AA10-BF89D194F6B0}" dt="2024-03-05T20:28:26.371" v="710"/>
          <ac:spMkLst>
            <pc:docMk/>
            <pc:sldMk cId="2411987227" sldId="2147474112"/>
            <ac:spMk id="124" creationId="{2CC282C8-D151-43FF-51A8-D9A6A4ABFE1B}"/>
          </ac:spMkLst>
        </pc:spChg>
        <pc:spChg chg="mod">
          <ac:chgData name="Cartwright, Max" userId="4fdaca64-157b-4f34-aebd-58f672b6a20c" providerId="ADAL" clId="{9B24FA50-177C-4B5A-AA10-BF89D194F6B0}" dt="2024-03-05T20:28:26.371" v="710"/>
          <ac:spMkLst>
            <pc:docMk/>
            <pc:sldMk cId="2411987227" sldId="2147474112"/>
            <ac:spMk id="125" creationId="{D8282008-28E7-8918-2738-3D3D4351EA18}"/>
          </ac:spMkLst>
        </pc:spChg>
        <pc:spChg chg="mod">
          <ac:chgData name="Cartwright, Max" userId="4fdaca64-157b-4f34-aebd-58f672b6a20c" providerId="ADAL" clId="{9B24FA50-177C-4B5A-AA10-BF89D194F6B0}" dt="2024-03-05T20:28:26.371" v="710"/>
          <ac:spMkLst>
            <pc:docMk/>
            <pc:sldMk cId="2411987227" sldId="2147474112"/>
            <ac:spMk id="126" creationId="{D8334D19-143F-F82E-7684-D4EB80369D2F}"/>
          </ac:spMkLst>
        </pc:spChg>
        <pc:spChg chg="mod">
          <ac:chgData name="Cartwright, Max" userId="4fdaca64-157b-4f34-aebd-58f672b6a20c" providerId="ADAL" clId="{9B24FA50-177C-4B5A-AA10-BF89D194F6B0}" dt="2024-03-05T20:28:26.371" v="710"/>
          <ac:spMkLst>
            <pc:docMk/>
            <pc:sldMk cId="2411987227" sldId="2147474112"/>
            <ac:spMk id="127" creationId="{8E0126E4-EDED-C2A7-52CA-BF97A4D8542B}"/>
          </ac:spMkLst>
        </pc:spChg>
        <pc:spChg chg="mod">
          <ac:chgData name="Cartwright, Max" userId="4fdaca64-157b-4f34-aebd-58f672b6a20c" providerId="ADAL" clId="{9B24FA50-177C-4B5A-AA10-BF89D194F6B0}" dt="2024-03-05T20:28:26.371" v="710"/>
          <ac:spMkLst>
            <pc:docMk/>
            <pc:sldMk cId="2411987227" sldId="2147474112"/>
            <ac:spMk id="128" creationId="{F878D688-A8E0-7BEC-D3DF-F4969FAF78DD}"/>
          </ac:spMkLst>
        </pc:spChg>
        <pc:spChg chg="add del mod">
          <ac:chgData name="Cartwright, Max" userId="4fdaca64-157b-4f34-aebd-58f672b6a20c" providerId="ADAL" clId="{9B24FA50-177C-4B5A-AA10-BF89D194F6B0}" dt="2024-03-05T20:28:29.022" v="711"/>
          <ac:spMkLst>
            <pc:docMk/>
            <pc:sldMk cId="2411987227" sldId="2147474112"/>
            <ac:spMk id="130" creationId="{43FFF5DB-57E3-B5BB-9830-8C0762C3E69A}"/>
          </ac:spMkLst>
        </pc:spChg>
        <pc:spChg chg="add del mod">
          <ac:chgData name="Cartwright, Max" userId="4fdaca64-157b-4f34-aebd-58f672b6a20c" providerId="ADAL" clId="{9B24FA50-177C-4B5A-AA10-BF89D194F6B0}" dt="2024-03-05T20:28:29.022" v="711"/>
          <ac:spMkLst>
            <pc:docMk/>
            <pc:sldMk cId="2411987227" sldId="2147474112"/>
            <ac:spMk id="131" creationId="{A0630ABE-197E-2157-7E23-FAF1FBBCDC2F}"/>
          </ac:spMkLst>
        </pc:spChg>
        <pc:spChg chg="add del mod">
          <ac:chgData name="Cartwright, Max" userId="4fdaca64-157b-4f34-aebd-58f672b6a20c" providerId="ADAL" clId="{9B24FA50-177C-4B5A-AA10-BF89D194F6B0}" dt="2024-03-05T20:28:29.022" v="711"/>
          <ac:spMkLst>
            <pc:docMk/>
            <pc:sldMk cId="2411987227" sldId="2147474112"/>
            <ac:spMk id="132" creationId="{913D7DD2-CCFB-5CC7-63A8-360209DE23D6}"/>
          </ac:spMkLst>
        </pc:spChg>
        <pc:spChg chg="add del mod">
          <ac:chgData name="Cartwright, Max" userId="4fdaca64-157b-4f34-aebd-58f672b6a20c" providerId="ADAL" clId="{9B24FA50-177C-4B5A-AA10-BF89D194F6B0}" dt="2024-03-05T20:28:29.022" v="711"/>
          <ac:spMkLst>
            <pc:docMk/>
            <pc:sldMk cId="2411987227" sldId="2147474112"/>
            <ac:spMk id="133" creationId="{4FE83437-759E-5A6D-45A1-5C13BC3F0319}"/>
          </ac:spMkLst>
        </pc:spChg>
        <pc:spChg chg="add del mod">
          <ac:chgData name="Cartwright, Max" userId="4fdaca64-157b-4f34-aebd-58f672b6a20c" providerId="ADAL" clId="{9B24FA50-177C-4B5A-AA10-BF89D194F6B0}" dt="2024-03-05T20:28:29.022" v="711"/>
          <ac:spMkLst>
            <pc:docMk/>
            <pc:sldMk cId="2411987227" sldId="2147474112"/>
            <ac:spMk id="134" creationId="{205E1D1C-604E-0950-0FCA-91FE1A252DEC}"/>
          </ac:spMkLst>
        </pc:spChg>
        <pc:spChg chg="add del mod">
          <ac:chgData name="Cartwright, Max" userId="4fdaca64-157b-4f34-aebd-58f672b6a20c" providerId="ADAL" clId="{9B24FA50-177C-4B5A-AA10-BF89D194F6B0}" dt="2024-03-05T20:28:29.022" v="711"/>
          <ac:spMkLst>
            <pc:docMk/>
            <pc:sldMk cId="2411987227" sldId="2147474112"/>
            <ac:spMk id="135" creationId="{B3A89B32-CCBB-CA43-FE00-21CC12320F4F}"/>
          </ac:spMkLst>
        </pc:spChg>
        <pc:spChg chg="add del mod">
          <ac:chgData name="Cartwright, Max" userId="4fdaca64-157b-4f34-aebd-58f672b6a20c" providerId="ADAL" clId="{9B24FA50-177C-4B5A-AA10-BF89D194F6B0}" dt="2024-03-05T20:28:29.022" v="711"/>
          <ac:spMkLst>
            <pc:docMk/>
            <pc:sldMk cId="2411987227" sldId="2147474112"/>
            <ac:spMk id="136" creationId="{1DB2AB48-5DC8-88B2-B9A3-CF1E18475318}"/>
          </ac:spMkLst>
        </pc:spChg>
        <pc:spChg chg="add mod">
          <ac:chgData name="Cartwright, Max" userId="4fdaca64-157b-4f34-aebd-58f672b6a20c" providerId="ADAL" clId="{9B24FA50-177C-4B5A-AA10-BF89D194F6B0}" dt="2024-03-05T20:29:12.874" v="734" actId="20577"/>
          <ac:spMkLst>
            <pc:docMk/>
            <pc:sldMk cId="2411987227" sldId="2147474112"/>
            <ac:spMk id="142" creationId="{597E908B-EA70-6CF5-CDF0-953A3E62B9E8}"/>
          </ac:spMkLst>
        </pc:spChg>
        <pc:spChg chg="add mod">
          <ac:chgData name="Cartwright, Max" userId="4fdaca64-157b-4f34-aebd-58f672b6a20c" providerId="ADAL" clId="{9B24FA50-177C-4B5A-AA10-BF89D194F6B0}" dt="2024-03-05T20:28:38.200" v="725" actId="1036"/>
          <ac:spMkLst>
            <pc:docMk/>
            <pc:sldMk cId="2411987227" sldId="2147474112"/>
            <ac:spMk id="144" creationId="{DB02A6E2-1255-63F4-C9DE-F2A3BA5FAB6F}"/>
          </ac:spMkLst>
        </pc:spChg>
        <pc:spChg chg="add mod">
          <ac:chgData name="Cartwright, Max" userId="4fdaca64-157b-4f34-aebd-58f672b6a20c" providerId="ADAL" clId="{9B24FA50-177C-4B5A-AA10-BF89D194F6B0}" dt="2024-03-05T20:28:38.200" v="725" actId="1036"/>
          <ac:spMkLst>
            <pc:docMk/>
            <pc:sldMk cId="2411987227" sldId="2147474112"/>
            <ac:spMk id="146" creationId="{C9649591-4E12-F2C2-DD1B-810451CB6239}"/>
          </ac:spMkLst>
        </pc:spChg>
        <pc:spChg chg="add mod">
          <ac:chgData name="Cartwright, Max" userId="4fdaca64-157b-4f34-aebd-58f672b6a20c" providerId="ADAL" clId="{9B24FA50-177C-4B5A-AA10-BF89D194F6B0}" dt="2024-03-05T20:28:38.200" v="725" actId="1036"/>
          <ac:spMkLst>
            <pc:docMk/>
            <pc:sldMk cId="2411987227" sldId="2147474112"/>
            <ac:spMk id="147" creationId="{E04A8A85-F206-2907-B975-2470983DDE9D}"/>
          </ac:spMkLst>
        </pc:spChg>
        <pc:spChg chg="mod">
          <ac:chgData name="Cartwright, Max" userId="4fdaca64-157b-4f34-aebd-58f672b6a20c" providerId="ADAL" clId="{9B24FA50-177C-4B5A-AA10-BF89D194F6B0}" dt="2024-03-05T20:28:38.200" v="725" actId="1036"/>
          <ac:spMkLst>
            <pc:docMk/>
            <pc:sldMk cId="2411987227" sldId="2147474112"/>
            <ac:spMk id="149" creationId="{8E688E1F-AA36-1ACD-C114-0F4BC5B74694}"/>
          </ac:spMkLst>
        </pc:spChg>
        <pc:spChg chg="mod">
          <ac:chgData name="Cartwright, Max" userId="4fdaca64-157b-4f34-aebd-58f672b6a20c" providerId="ADAL" clId="{9B24FA50-177C-4B5A-AA10-BF89D194F6B0}" dt="2024-03-05T20:28:38.200" v="725" actId="1036"/>
          <ac:spMkLst>
            <pc:docMk/>
            <pc:sldMk cId="2411987227" sldId="2147474112"/>
            <ac:spMk id="150" creationId="{3EF37959-B3F2-BDFE-65EF-B6B1127CB506}"/>
          </ac:spMkLst>
        </pc:spChg>
        <pc:spChg chg="mod">
          <ac:chgData name="Cartwright, Max" userId="4fdaca64-157b-4f34-aebd-58f672b6a20c" providerId="ADAL" clId="{9B24FA50-177C-4B5A-AA10-BF89D194F6B0}" dt="2024-03-05T20:28:38.200" v="725" actId="1036"/>
          <ac:spMkLst>
            <pc:docMk/>
            <pc:sldMk cId="2411987227" sldId="2147474112"/>
            <ac:spMk id="151" creationId="{EB1A9BDC-AA5E-175D-EF23-69DD8FC15DD9}"/>
          </ac:spMkLst>
        </pc:spChg>
        <pc:spChg chg="mod">
          <ac:chgData name="Cartwright, Max" userId="4fdaca64-157b-4f34-aebd-58f672b6a20c" providerId="ADAL" clId="{9B24FA50-177C-4B5A-AA10-BF89D194F6B0}" dt="2024-03-05T20:28:38.200" v="725" actId="1036"/>
          <ac:spMkLst>
            <pc:docMk/>
            <pc:sldMk cId="2411987227" sldId="2147474112"/>
            <ac:spMk id="152" creationId="{76ECC646-DCBD-B725-9ADD-8FA0D8E0C7CC}"/>
          </ac:spMkLst>
        </pc:spChg>
        <pc:spChg chg="mod">
          <ac:chgData name="Cartwright, Max" userId="4fdaca64-157b-4f34-aebd-58f672b6a20c" providerId="ADAL" clId="{9B24FA50-177C-4B5A-AA10-BF89D194F6B0}" dt="2024-03-05T20:28:38.200" v="725" actId="1036"/>
          <ac:spMkLst>
            <pc:docMk/>
            <pc:sldMk cId="2411987227" sldId="2147474112"/>
            <ac:spMk id="153" creationId="{2938E531-12F7-39DF-4E5F-E184A45FD818}"/>
          </ac:spMkLst>
        </pc:spChg>
        <pc:spChg chg="mod">
          <ac:chgData name="Cartwright, Max" userId="4fdaca64-157b-4f34-aebd-58f672b6a20c" providerId="ADAL" clId="{9B24FA50-177C-4B5A-AA10-BF89D194F6B0}" dt="2024-03-05T20:28:38.200" v="725" actId="1036"/>
          <ac:spMkLst>
            <pc:docMk/>
            <pc:sldMk cId="2411987227" sldId="2147474112"/>
            <ac:spMk id="154" creationId="{88556206-AD7F-E09B-14E5-480F5A538981}"/>
          </ac:spMkLst>
        </pc:spChg>
        <pc:spChg chg="mod">
          <ac:chgData name="Cartwright, Max" userId="4fdaca64-157b-4f34-aebd-58f672b6a20c" providerId="ADAL" clId="{9B24FA50-177C-4B5A-AA10-BF89D194F6B0}" dt="2024-03-05T20:28:38.200" v="725" actId="1036"/>
          <ac:spMkLst>
            <pc:docMk/>
            <pc:sldMk cId="2411987227" sldId="2147474112"/>
            <ac:spMk id="155" creationId="{56333906-DF9F-3B5A-1CB9-02E14D4E0B08}"/>
          </ac:spMkLst>
        </pc:spChg>
        <pc:spChg chg="add mod">
          <ac:chgData name="Cartwright, Max" userId="4fdaca64-157b-4f34-aebd-58f672b6a20c" providerId="ADAL" clId="{9B24FA50-177C-4B5A-AA10-BF89D194F6B0}" dt="2024-03-05T20:28:38.200" v="725" actId="1036"/>
          <ac:spMkLst>
            <pc:docMk/>
            <pc:sldMk cId="2411987227" sldId="2147474112"/>
            <ac:spMk id="156" creationId="{ADB56101-581C-1632-E614-4F6E12D072C9}"/>
          </ac:spMkLst>
        </pc:spChg>
        <pc:spChg chg="add mod">
          <ac:chgData name="Cartwright, Max" userId="4fdaca64-157b-4f34-aebd-58f672b6a20c" providerId="ADAL" clId="{9B24FA50-177C-4B5A-AA10-BF89D194F6B0}" dt="2024-03-05T20:28:38.200" v="725" actId="1036"/>
          <ac:spMkLst>
            <pc:docMk/>
            <pc:sldMk cId="2411987227" sldId="2147474112"/>
            <ac:spMk id="157" creationId="{B08C797B-AA85-B423-5C1F-E55E2F2CC4CA}"/>
          </ac:spMkLst>
        </pc:spChg>
        <pc:spChg chg="mod">
          <ac:chgData name="Cartwright, Max" userId="4fdaca64-157b-4f34-aebd-58f672b6a20c" providerId="ADAL" clId="{9B24FA50-177C-4B5A-AA10-BF89D194F6B0}" dt="2024-03-05T20:28:38.200" v="725" actId="1036"/>
          <ac:spMkLst>
            <pc:docMk/>
            <pc:sldMk cId="2411987227" sldId="2147474112"/>
            <ac:spMk id="159" creationId="{DEFF3A2F-D339-5E62-E0DE-6E500F2EEAF0}"/>
          </ac:spMkLst>
        </pc:spChg>
        <pc:spChg chg="mod">
          <ac:chgData name="Cartwright, Max" userId="4fdaca64-157b-4f34-aebd-58f672b6a20c" providerId="ADAL" clId="{9B24FA50-177C-4B5A-AA10-BF89D194F6B0}" dt="2024-03-05T20:28:38.200" v="725" actId="1036"/>
          <ac:spMkLst>
            <pc:docMk/>
            <pc:sldMk cId="2411987227" sldId="2147474112"/>
            <ac:spMk id="160" creationId="{A572EF39-4C92-D7B5-7F68-E8C41E915B46}"/>
          </ac:spMkLst>
        </pc:spChg>
        <pc:spChg chg="mod">
          <ac:chgData name="Cartwright, Max" userId="4fdaca64-157b-4f34-aebd-58f672b6a20c" providerId="ADAL" clId="{9B24FA50-177C-4B5A-AA10-BF89D194F6B0}" dt="2024-03-05T20:28:38.200" v="725" actId="1036"/>
          <ac:spMkLst>
            <pc:docMk/>
            <pc:sldMk cId="2411987227" sldId="2147474112"/>
            <ac:spMk id="161" creationId="{DCCAF833-1178-18EB-F135-5D62DE8850FE}"/>
          </ac:spMkLst>
        </pc:spChg>
        <pc:spChg chg="mod">
          <ac:chgData name="Cartwright, Max" userId="4fdaca64-157b-4f34-aebd-58f672b6a20c" providerId="ADAL" clId="{9B24FA50-177C-4B5A-AA10-BF89D194F6B0}" dt="2024-03-05T20:28:38.200" v="725" actId="1036"/>
          <ac:spMkLst>
            <pc:docMk/>
            <pc:sldMk cId="2411987227" sldId="2147474112"/>
            <ac:spMk id="162" creationId="{B3E4DDFC-1DD1-65A5-E0A8-1F6B56E128D1}"/>
          </ac:spMkLst>
        </pc:spChg>
        <pc:spChg chg="mod">
          <ac:chgData name="Cartwright, Max" userId="4fdaca64-157b-4f34-aebd-58f672b6a20c" providerId="ADAL" clId="{9B24FA50-177C-4B5A-AA10-BF89D194F6B0}" dt="2024-03-05T20:28:38.200" v="725" actId="1036"/>
          <ac:spMkLst>
            <pc:docMk/>
            <pc:sldMk cId="2411987227" sldId="2147474112"/>
            <ac:spMk id="163" creationId="{B4F42C5F-C2F9-9520-9EE0-109D3C221536}"/>
          </ac:spMkLst>
        </pc:spChg>
        <pc:spChg chg="add mod">
          <ac:chgData name="Cartwright, Max" userId="4fdaca64-157b-4f34-aebd-58f672b6a20c" providerId="ADAL" clId="{9B24FA50-177C-4B5A-AA10-BF89D194F6B0}" dt="2024-03-05T20:28:38.200" v="725" actId="1036"/>
          <ac:spMkLst>
            <pc:docMk/>
            <pc:sldMk cId="2411987227" sldId="2147474112"/>
            <ac:spMk id="164" creationId="{88E45FF2-9330-8E73-C534-1E73948E6987}"/>
          </ac:spMkLst>
        </pc:spChg>
        <pc:spChg chg="mod">
          <ac:chgData name="Cartwright, Max" userId="4fdaca64-157b-4f34-aebd-58f672b6a20c" providerId="ADAL" clId="{9B24FA50-177C-4B5A-AA10-BF89D194F6B0}" dt="2024-03-05T20:28:38.200" v="725" actId="1036"/>
          <ac:spMkLst>
            <pc:docMk/>
            <pc:sldMk cId="2411987227" sldId="2147474112"/>
            <ac:spMk id="166" creationId="{F170654B-A30D-A665-1A4A-474B6E25E85D}"/>
          </ac:spMkLst>
        </pc:spChg>
        <pc:spChg chg="mod">
          <ac:chgData name="Cartwright, Max" userId="4fdaca64-157b-4f34-aebd-58f672b6a20c" providerId="ADAL" clId="{9B24FA50-177C-4B5A-AA10-BF89D194F6B0}" dt="2024-03-05T20:28:38.200" v="725" actId="1036"/>
          <ac:spMkLst>
            <pc:docMk/>
            <pc:sldMk cId="2411987227" sldId="2147474112"/>
            <ac:spMk id="167" creationId="{D3052955-E03B-FE83-4765-645C78057A22}"/>
          </ac:spMkLst>
        </pc:spChg>
        <pc:spChg chg="add mod">
          <ac:chgData name="Cartwright, Max" userId="4fdaca64-157b-4f34-aebd-58f672b6a20c" providerId="ADAL" clId="{9B24FA50-177C-4B5A-AA10-BF89D194F6B0}" dt="2024-03-05T20:28:38.200" v="725" actId="1036"/>
          <ac:spMkLst>
            <pc:docMk/>
            <pc:sldMk cId="2411987227" sldId="2147474112"/>
            <ac:spMk id="168" creationId="{AB941B2B-17D1-9DDD-992A-1440109786C9}"/>
          </ac:spMkLst>
        </pc:spChg>
        <pc:spChg chg="add mod">
          <ac:chgData name="Cartwright, Max" userId="4fdaca64-157b-4f34-aebd-58f672b6a20c" providerId="ADAL" clId="{9B24FA50-177C-4B5A-AA10-BF89D194F6B0}" dt="2024-03-05T20:28:38.200" v="725" actId="1036"/>
          <ac:spMkLst>
            <pc:docMk/>
            <pc:sldMk cId="2411987227" sldId="2147474112"/>
            <ac:spMk id="169" creationId="{1880EAF7-86FD-35D7-932B-C857B027B8CE}"/>
          </ac:spMkLst>
        </pc:spChg>
        <pc:spChg chg="add mod">
          <ac:chgData name="Cartwright, Max" userId="4fdaca64-157b-4f34-aebd-58f672b6a20c" providerId="ADAL" clId="{9B24FA50-177C-4B5A-AA10-BF89D194F6B0}" dt="2024-03-05T20:28:38.200" v="725" actId="1036"/>
          <ac:spMkLst>
            <pc:docMk/>
            <pc:sldMk cId="2411987227" sldId="2147474112"/>
            <ac:spMk id="170" creationId="{5553FB73-CD0E-47F9-10F9-B96FDEF9D608}"/>
          </ac:spMkLst>
        </pc:spChg>
        <pc:spChg chg="mod">
          <ac:chgData name="Cartwright, Max" userId="4fdaca64-157b-4f34-aebd-58f672b6a20c" providerId="ADAL" clId="{9B24FA50-177C-4B5A-AA10-BF89D194F6B0}" dt="2024-03-05T20:28:38.200" v="725" actId="1036"/>
          <ac:spMkLst>
            <pc:docMk/>
            <pc:sldMk cId="2411987227" sldId="2147474112"/>
            <ac:spMk id="172" creationId="{62CB226E-8BBA-22F2-5201-54E3812A2632}"/>
          </ac:spMkLst>
        </pc:spChg>
        <pc:spChg chg="mod">
          <ac:chgData name="Cartwright, Max" userId="4fdaca64-157b-4f34-aebd-58f672b6a20c" providerId="ADAL" clId="{9B24FA50-177C-4B5A-AA10-BF89D194F6B0}" dt="2024-03-05T20:28:38.200" v="725" actId="1036"/>
          <ac:spMkLst>
            <pc:docMk/>
            <pc:sldMk cId="2411987227" sldId="2147474112"/>
            <ac:spMk id="173" creationId="{19578D3B-A781-F29E-4CC5-0C880698943E}"/>
          </ac:spMkLst>
        </pc:spChg>
        <pc:spChg chg="mod">
          <ac:chgData name="Cartwright, Max" userId="4fdaca64-157b-4f34-aebd-58f672b6a20c" providerId="ADAL" clId="{9B24FA50-177C-4B5A-AA10-BF89D194F6B0}" dt="2024-03-05T20:28:38.200" v="725" actId="1036"/>
          <ac:spMkLst>
            <pc:docMk/>
            <pc:sldMk cId="2411987227" sldId="2147474112"/>
            <ac:spMk id="174" creationId="{99B2ADE4-AA2F-6E07-7D87-7A626BD000DF}"/>
          </ac:spMkLst>
        </pc:spChg>
        <pc:spChg chg="mod">
          <ac:chgData name="Cartwright, Max" userId="4fdaca64-157b-4f34-aebd-58f672b6a20c" providerId="ADAL" clId="{9B24FA50-177C-4B5A-AA10-BF89D194F6B0}" dt="2024-03-05T20:28:38.200" v="725" actId="1036"/>
          <ac:spMkLst>
            <pc:docMk/>
            <pc:sldMk cId="2411987227" sldId="2147474112"/>
            <ac:spMk id="175" creationId="{ACFE0D8A-1904-AEE8-1EEE-7B077FCA78C1}"/>
          </ac:spMkLst>
        </pc:spChg>
        <pc:spChg chg="mod">
          <ac:chgData name="Cartwright, Max" userId="4fdaca64-157b-4f34-aebd-58f672b6a20c" providerId="ADAL" clId="{9B24FA50-177C-4B5A-AA10-BF89D194F6B0}" dt="2024-03-05T20:28:38.200" v="725" actId="1036"/>
          <ac:spMkLst>
            <pc:docMk/>
            <pc:sldMk cId="2411987227" sldId="2147474112"/>
            <ac:spMk id="176" creationId="{B777D384-0D5D-1A1D-8773-F2F3916A36C8}"/>
          </ac:spMkLst>
        </pc:spChg>
        <pc:spChg chg="mod">
          <ac:chgData name="Cartwright, Max" userId="4fdaca64-157b-4f34-aebd-58f672b6a20c" providerId="ADAL" clId="{9B24FA50-177C-4B5A-AA10-BF89D194F6B0}" dt="2024-03-05T20:28:38.200" v="725" actId="1036"/>
          <ac:spMkLst>
            <pc:docMk/>
            <pc:sldMk cId="2411987227" sldId="2147474112"/>
            <ac:spMk id="177" creationId="{5DFDE992-3A00-82E4-87FB-C37AE76B9162}"/>
          </ac:spMkLst>
        </pc:spChg>
        <pc:spChg chg="add mod">
          <ac:chgData name="Cartwright, Max" userId="4fdaca64-157b-4f34-aebd-58f672b6a20c" providerId="ADAL" clId="{9B24FA50-177C-4B5A-AA10-BF89D194F6B0}" dt="2024-03-05T20:28:38.200" v="725" actId="1036"/>
          <ac:spMkLst>
            <pc:docMk/>
            <pc:sldMk cId="2411987227" sldId="2147474112"/>
            <ac:spMk id="178" creationId="{E2F1B665-2E4A-A856-1E20-9FF16CA52FAD}"/>
          </ac:spMkLst>
        </pc:spChg>
        <pc:spChg chg="add mod">
          <ac:chgData name="Cartwright, Max" userId="4fdaca64-157b-4f34-aebd-58f672b6a20c" providerId="ADAL" clId="{9B24FA50-177C-4B5A-AA10-BF89D194F6B0}" dt="2024-03-05T20:28:38.200" v="725" actId="1036"/>
          <ac:spMkLst>
            <pc:docMk/>
            <pc:sldMk cId="2411987227" sldId="2147474112"/>
            <ac:spMk id="179" creationId="{0333AB19-23BB-3CF9-3BE2-F13E708DB7D0}"/>
          </ac:spMkLst>
        </pc:spChg>
        <pc:spChg chg="add mod">
          <ac:chgData name="Cartwright, Max" userId="4fdaca64-157b-4f34-aebd-58f672b6a20c" providerId="ADAL" clId="{9B24FA50-177C-4B5A-AA10-BF89D194F6B0}" dt="2024-03-05T20:28:38.200" v="725" actId="1036"/>
          <ac:spMkLst>
            <pc:docMk/>
            <pc:sldMk cId="2411987227" sldId="2147474112"/>
            <ac:spMk id="180" creationId="{A20E253D-9C02-5BAE-3C28-657D2E503E54}"/>
          </ac:spMkLst>
        </pc:spChg>
        <pc:spChg chg="add mod">
          <ac:chgData name="Cartwright, Max" userId="4fdaca64-157b-4f34-aebd-58f672b6a20c" providerId="ADAL" clId="{9B24FA50-177C-4B5A-AA10-BF89D194F6B0}" dt="2024-03-05T20:29:34.875" v="735"/>
          <ac:spMkLst>
            <pc:docMk/>
            <pc:sldMk cId="2411987227" sldId="2147474112"/>
            <ac:spMk id="181" creationId="{3A927419-0135-B367-8703-61CD2E96E443}"/>
          </ac:spMkLst>
        </pc:spChg>
        <pc:spChg chg="add mod">
          <ac:chgData name="Cartwright, Max" userId="4fdaca64-157b-4f34-aebd-58f672b6a20c" providerId="ADAL" clId="{9B24FA50-177C-4B5A-AA10-BF89D194F6B0}" dt="2024-03-05T20:28:38.200" v="725" actId="1036"/>
          <ac:spMkLst>
            <pc:docMk/>
            <pc:sldMk cId="2411987227" sldId="2147474112"/>
            <ac:spMk id="182" creationId="{AA7E84DD-A195-7E46-35A5-7A99242CD3AE}"/>
          </ac:spMkLst>
        </pc:spChg>
        <pc:spChg chg="add mod">
          <ac:chgData name="Cartwright, Max" userId="4fdaca64-157b-4f34-aebd-58f672b6a20c" providerId="ADAL" clId="{9B24FA50-177C-4B5A-AA10-BF89D194F6B0}" dt="2024-03-05T20:28:38.200" v="725" actId="1036"/>
          <ac:spMkLst>
            <pc:docMk/>
            <pc:sldMk cId="2411987227" sldId="2147474112"/>
            <ac:spMk id="183" creationId="{2A4297F1-D3E7-2B6C-81C2-422965163C27}"/>
          </ac:spMkLst>
        </pc:spChg>
        <pc:spChg chg="add mod">
          <ac:chgData name="Cartwright, Max" userId="4fdaca64-157b-4f34-aebd-58f672b6a20c" providerId="ADAL" clId="{9B24FA50-177C-4B5A-AA10-BF89D194F6B0}" dt="2024-03-05T20:28:38.200" v="725" actId="1036"/>
          <ac:spMkLst>
            <pc:docMk/>
            <pc:sldMk cId="2411987227" sldId="2147474112"/>
            <ac:spMk id="184" creationId="{6CC2E6F0-8A52-BD5F-4C35-DB4ED0377547}"/>
          </ac:spMkLst>
        </pc:spChg>
        <pc:spChg chg="mod">
          <ac:chgData name="Cartwright, Max" userId="4fdaca64-157b-4f34-aebd-58f672b6a20c" providerId="ADAL" clId="{9B24FA50-177C-4B5A-AA10-BF89D194F6B0}" dt="2024-03-05T20:28:38.200" v="725" actId="1036"/>
          <ac:spMkLst>
            <pc:docMk/>
            <pc:sldMk cId="2411987227" sldId="2147474112"/>
            <ac:spMk id="186" creationId="{80FB7322-0009-7117-FC82-283A4AE712F9}"/>
          </ac:spMkLst>
        </pc:spChg>
        <pc:spChg chg="mod">
          <ac:chgData name="Cartwright, Max" userId="4fdaca64-157b-4f34-aebd-58f672b6a20c" providerId="ADAL" clId="{9B24FA50-177C-4B5A-AA10-BF89D194F6B0}" dt="2024-03-05T20:28:38.200" v="725" actId="1036"/>
          <ac:spMkLst>
            <pc:docMk/>
            <pc:sldMk cId="2411987227" sldId="2147474112"/>
            <ac:spMk id="187" creationId="{E31EE333-5F59-30FF-CF50-71303E14D4E9}"/>
          </ac:spMkLst>
        </pc:spChg>
        <pc:spChg chg="mod">
          <ac:chgData name="Cartwright, Max" userId="4fdaca64-157b-4f34-aebd-58f672b6a20c" providerId="ADAL" clId="{9B24FA50-177C-4B5A-AA10-BF89D194F6B0}" dt="2024-03-05T20:28:38.200" v="725" actId="1036"/>
          <ac:spMkLst>
            <pc:docMk/>
            <pc:sldMk cId="2411987227" sldId="2147474112"/>
            <ac:spMk id="188" creationId="{D2ED3754-01FF-B925-3AD3-A7DB731164A9}"/>
          </ac:spMkLst>
        </pc:spChg>
        <pc:spChg chg="mod">
          <ac:chgData name="Cartwright, Max" userId="4fdaca64-157b-4f34-aebd-58f672b6a20c" providerId="ADAL" clId="{9B24FA50-177C-4B5A-AA10-BF89D194F6B0}" dt="2024-03-05T20:28:38.200" v="725" actId="1036"/>
          <ac:spMkLst>
            <pc:docMk/>
            <pc:sldMk cId="2411987227" sldId="2147474112"/>
            <ac:spMk id="189" creationId="{65C6591B-D674-F05C-EE87-D72CAC93AC74}"/>
          </ac:spMkLst>
        </pc:spChg>
        <pc:spChg chg="mod">
          <ac:chgData name="Cartwright, Max" userId="4fdaca64-157b-4f34-aebd-58f672b6a20c" providerId="ADAL" clId="{9B24FA50-177C-4B5A-AA10-BF89D194F6B0}" dt="2024-03-05T20:28:38.200" v="725" actId="1036"/>
          <ac:spMkLst>
            <pc:docMk/>
            <pc:sldMk cId="2411987227" sldId="2147474112"/>
            <ac:spMk id="190" creationId="{F5702706-A0E1-372B-6855-865CA8B25E3B}"/>
          </ac:spMkLst>
        </pc:spChg>
        <pc:spChg chg="mod">
          <ac:chgData name="Cartwright, Max" userId="4fdaca64-157b-4f34-aebd-58f672b6a20c" providerId="ADAL" clId="{9B24FA50-177C-4B5A-AA10-BF89D194F6B0}" dt="2024-03-05T20:28:38.200" v="725" actId="1036"/>
          <ac:spMkLst>
            <pc:docMk/>
            <pc:sldMk cId="2411987227" sldId="2147474112"/>
            <ac:spMk id="191" creationId="{CBA680EF-196F-BCC0-4AAC-57CD9A0763AF}"/>
          </ac:spMkLst>
        </pc:spChg>
        <pc:spChg chg="mod">
          <ac:chgData name="Cartwright, Max" userId="4fdaca64-157b-4f34-aebd-58f672b6a20c" providerId="ADAL" clId="{9B24FA50-177C-4B5A-AA10-BF89D194F6B0}" dt="2024-03-05T20:28:38.200" v="725" actId="1036"/>
          <ac:spMkLst>
            <pc:docMk/>
            <pc:sldMk cId="2411987227" sldId="2147474112"/>
            <ac:spMk id="192" creationId="{170BE837-E517-E1E8-BA3D-A4132975C752}"/>
          </ac:spMkLst>
        </pc:spChg>
        <pc:spChg chg="mod">
          <ac:chgData name="Cartwright, Max" userId="4fdaca64-157b-4f34-aebd-58f672b6a20c" providerId="ADAL" clId="{9B24FA50-177C-4B5A-AA10-BF89D194F6B0}" dt="2024-03-05T20:28:38.200" v="725" actId="1036"/>
          <ac:spMkLst>
            <pc:docMk/>
            <pc:sldMk cId="2411987227" sldId="2147474112"/>
            <ac:spMk id="194" creationId="{A934E6B8-8F13-47EC-C6AA-704B28902EC7}"/>
          </ac:spMkLst>
        </pc:spChg>
        <pc:spChg chg="mod">
          <ac:chgData name="Cartwright, Max" userId="4fdaca64-157b-4f34-aebd-58f672b6a20c" providerId="ADAL" clId="{9B24FA50-177C-4B5A-AA10-BF89D194F6B0}" dt="2024-03-05T20:28:38.200" v="725" actId="1036"/>
          <ac:spMkLst>
            <pc:docMk/>
            <pc:sldMk cId="2411987227" sldId="2147474112"/>
            <ac:spMk id="195" creationId="{9C62D262-C5D3-5F44-E26B-0127DBA63520}"/>
          </ac:spMkLst>
        </pc:spChg>
        <pc:spChg chg="mod">
          <ac:chgData name="Cartwright, Max" userId="4fdaca64-157b-4f34-aebd-58f672b6a20c" providerId="ADAL" clId="{9B24FA50-177C-4B5A-AA10-BF89D194F6B0}" dt="2024-03-05T20:28:38.200" v="725" actId="1036"/>
          <ac:spMkLst>
            <pc:docMk/>
            <pc:sldMk cId="2411987227" sldId="2147474112"/>
            <ac:spMk id="196" creationId="{5DF1AF39-12A6-1F9B-E3C7-C195D35C3FDE}"/>
          </ac:spMkLst>
        </pc:spChg>
        <pc:spChg chg="mod">
          <ac:chgData name="Cartwright, Max" userId="4fdaca64-157b-4f34-aebd-58f672b6a20c" providerId="ADAL" clId="{9B24FA50-177C-4B5A-AA10-BF89D194F6B0}" dt="2024-03-05T20:28:38.200" v="725" actId="1036"/>
          <ac:spMkLst>
            <pc:docMk/>
            <pc:sldMk cId="2411987227" sldId="2147474112"/>
            <ac:spMk id="197" creationId="{DF3C2C21-9FA5-9D1B-6E11-FF295B037A9F}"/>
          </ac:spMkLst>
        </pc:spChg>
        <pc:spChg chg="mod">
          <ac:chgData name="Cartwright, Max" userId="4fdaca64-157b-4f34-aebd-58f672b6a20c" providerId="ADAL" clId="{9B24FA50-177C-4B5A-AA10-BF89D194F6B0}" dt="2024-03-05T20:28:38.200" v="725" actId="1036"/>
          <ac:spMkLst>
            <pc:docMk/>
            <pc:sldMk cId="2411987227" sldId="2147474112"/>
            <ac:spMk id="198" creationId="{9E9704FD-AC4D-C62E-7F49-F54CF16C6D88}"/>
          </ac:spMkLst>
        </pc:spChg>
        <pc:spChg chg="add mod">
          <ac:chgData name="Cartwright, Max" userId="4fdaca64-157b-4f34-aebd-58f672b6a20c" providerId="ADAL" clId="{9B24FA50-177C-4B5A-AA10-BF89D194F6B0}" dt="2024-03-05T20:28:38.200" v="725" actId="1036"/>
          <ac:spMkLst>
            <pc:docMk/>
            <pc:sldMk cId="2411987227" sldId="2147474112"/>
            <ac:spMk id="200" creationId="{B4512049-187A-D6AC-F176-A1E2B74E79E5}"/>
          </ac:spMkLst>
        </pc:spChg>
        <pc:spChg chg="add mod">
          <ac:chgData name="Cartwright, Max" userId="4fdaca64-157b-4f34-aebd-58f672b6a20c" providerId="ADAL" clId="{9B24FA50-177C-4B5A-AA10-BF89D194F6B0}" dt="2024-03-05T20:28:38.200" v="725" actId="1036"/>
          <ac:spMkLst>
            <pc:docMk/>
            <pc:sldMk cId="2411987227" sldId="2147474112"/>
            <ac:spMk id="201" creationId="{C1EA08AD-9C60-DBC4-118C-4D74EDF57815}"/>
          </ac:spMkLst>
        </pc:spChg>
        <pc:spChg chg="add mod">
          <ac:chgData name="Cartwright, Max" userId="4fdaca64-157b-4f34-aebd-58f672b6a20c" providerId="ADAL" clId="{9B24FA50-177C-4B5A-AA10-BF89D194F6B0}" dt="2024-03-05T20:28:38.200" v="725" actId="1036"/>
          <ac:spMkLst>
            <pc:docMk/>
            <pc:sldMk cId="2411987227" sldId="2147474112"/>
            <ac:spMk id="202" creationId="{CC45157A-2989-20EE-2007-B6ECA776185B}"/>
          </ac:spMkLst>
        </pc:spChg>
        <pc:spChg chg="add mod">
          <ac:chgData name="Cartwright, Max" userId="4fdaca64-157b-4f34-aebd-58f672b6a20c" providerId="ADAL" clId="{9B24FA50-177C-4B5A-AA10-BF89D194F6B0}" dt="2024-03-05T20:28:38.200" v="725" actId="1036"/>
          <ac:spMkLst>
            <pc:docMk/>
            <pc:sldMk cId="2411987227" sldId="2147474112"/>
            <ac:spMk id="203" creationId="{5A7538D4-B480-F222-E22F-C893B3CEC27C}"/>
          </ac:spMkLst>
        </pc:spChg>
        <pc:spChg chg="add mod">
          <ac:chgData name="Cartwright, Max" userId="4fdaca64-157b-4f34-aebd-58f672b6a20c" providerId="ADAL" clId="{9B24FA50-177C-4B5A-AA10-BF89D194F6B0}" dt="2024-03-05T20:28:38.200" v="725" actId="1036"/>
          <ac:spMkLst>
            <pc:docMk/>
            <pc:sldMk cId="2411987227" sldId="2147474112"/>
            <ac:spMk id="204" creationId="{4D3A22E1-4E4E-38A5-D7FA-C6912196EE3E}"/>
          </ac:spMkLst>
        </pc:spChg>
        <pc:spChg chg="add mod">
          <ac:chgData name="Cartwright, Max" userId="4fdaca64-157b-4f34-aebd-58f672b6a20c" providerId="ADAL" clId="{9B24FA50-177C-4B5A-AA10-BF89D194F6B0}" dt="2024-03-05T20:28:38.200" v="725" actId="1036"/>
          <ac:spMkLst>
            <pc:docMk/>
            <pc:sldMk cId="2411987227" sldId="2147474112"/>
            <ac:spMk id="205" creationId="{FBCE7D9C-EA02-6951-066E-5E6B68277047}"/>
          </ac:spMkLst>
        </pc:spChg>
        <pc:spChg chg="add mod">
          <ac:chgData name="Cartwright, Max" userId="4fdaca64-157b-4f34-aebd-58f672b6a20c" providerId="ADAL" clId="{9B24FA50-177C-4B5A-AA10-BF89D194F6B0}" dt="2024-03-05T20:28:38.200" v="725" actId="1036"/>
          <ac:spMkLst>
            <pc:docMk/>
            <pc:sldMk cId="2411987227" sldId="2147474112"/>
            <ac:spMk id="206" creationId="{2FD49DFE-19EC-66FC-5C41-D1CFFA9C6481}"/>
          </ac:spMkLst>
        </pc:spChg>
        <pc:spChg chg="add mod">
          <ac:chgData name="Cartwright, Max" userId="4fdaca64-157b-4f34-aebd-58f672b6a20c" providerId="ADAL" clId="{9B24FA50-177C-4B5A-AA10-BF89D194F6B0}" dt="2024-03-05T20:29:02.302" v="730" actId="1076"/>
          <ac:spMkLst>
            <pc:docMk/>
            <pc:sldMk cId="2411987227" sldId="2147474112"/>
            <ac:spMk id="212" creationId="{E9E9EF0F-AF07-BFD0-050D-40D1F632CE4D}"/>
          </ac:spMkLst>
        </pc:spChg>
        <pc:grpChg chg="del">
          <ac:chgData name="Cartwright, Max" userId="4fdaca64-157b-4f34-aebd-58f672b6a20c" providerId="ADAL" clId="{9B24FA50-177C-4B5A-AA10-BF89D194F6B0}" dt="2024-03-05T20:28:16.180" v="709" actId="478"/>
          <ac:grpSpMkLst>
            <pc:docMk/>
            <pc:sldMk cId="2411987227" sldId="2147474112"/>
            <ac:grpSpMk id="20" creationId="{B14E38CE-DA1A-05AA-F9E2-D0FEAF3F3FC2}"/>
          </ac:grpSpMkLst>
        </pc:grpChg>
        <pc:grpChg chg="del">
          <ac:chgData name="Cartwright, Max" userId="4fdaca64-157b-4f34-aebd-58f672b6a20c" providerId="ADAL" clId="{9B24FA50-177C-4B5A-AA10-BF89D194F6B0}" dt="2024-03-05T20:28:16.180" v="709" actId="478"/>
          <ac:grpSpMkLst>
            <pc:docMk/>
            <pc:sldMk cId="2411987227" sldId="2147474112"/>
            <ac:grpSpMk id="31" creationId="{9BF4C074-83A0-097F-B8EF-D5A120C83C0D}"/>
          </ac:grpSpMkLst>
        </pc:grpChg>
        <pc:grpChg chg="add del mod">
          <ac:chgData name="Cartwright, Max" userId="4fdaca64-157b-4f34-aebd-58f672b6a20c" providerId="ADAL" clId="{9B24FA50-177C-4B5A-AA10-BF89D194F6B0}" dt="2024-03-05T20:28:29.022" v="711"/>
          <ac:grpSpMkLst>
            <pc:docMk/>
            <pc:sldMk cId="2411987227" sldId="2147474112"/>
            <ac:grpSpMk id="78" creationId="{1B0299FE-A840-7274-FE7C-860CFE56E242}"/>
          </ac:grpSpMkLst>
        </pc:grpChg>
        <pc:grpChg chg="add del mod">
          <ac:chgData name="Cartwright, Max" userId="4fdaca64-157b-4f34-aebd-58f672b6a20c" providerId="ADAL" clId="{9B24FA50-177C-4B5A-AA10-BF89D194F6B0}" dt="2024-03-05T20:28:29.022" v="711"/>
          <ac:grpSpMkLst>
            <pc:docMk/>
            <pc:sldMk cId="2411987227" sldId="2147474112"/>
            <ac:grpSpMk id="88" creationId="{B157A124-AE64-8A53-D1D7-1100A7DBBCCF}"/>
          </ac:grpSpMkLst>
        </pc:grpChg>
        <pc:grpChg chg="add del mod">
          <ac:chgData name="Cartwright, Max" userId="4fdaca64-157b-4f34-aebd-58f672b6a20c" providerId="ADAL" clId="{9B24FA50-177C-4B5A-AA10-BF89D194F6B0}" dt="2024-03-05T20:28:29.022" v="711"/>
          <ac:grpSpMkLst>
            <pc:docMk/>
            <pc:sldMk cId="2411987227" sldId="2147474112"/>
            <ac:grpSpMk id="95" creationId="{53DC1C5B-D169-9FA8-2A5E-C799BE497276}"/>
          </ac:grpSpMkLst>
        </pc:grpChg>
        <pc:grpChg chg="add del mod">
          <ac:chgData name="Cartwright, Max" userId="4fdaca64-157b-4f34-aebd-58f672b6a20c" providerId="ADAL" clId="{9B24FA50-177C-4B5A-AA10-BF89D194F6B0}" dt="2024-03-05T20:28:29.022" v="711"/>
          <ac:grpSpMkLst>
            <pc:docMk/>
            <pc:sldMk cId="2411987227" sldId="2147474112"/>
            <ac:grpSpMk id="101" creationId="{3A51DDEA-7C81-AF5F-8CF1-B595CF646711}"/>
          </ac:grpSpMkLst>
        </pc:grpChg>
        <pc:grpChg chg="add del mod">
          <ac:chgData name="Cartwright, Max" userId="4fdaca64-157b-4f34-aebd-58f672b6a20c" providerId="ADAL" clId="{9B24FA50-177C-4B5A-AA10-BF89D194F6B0}" dt="2024-03-05T20:28:29.022" v="711"/>
          <ac:grpSpMkLst>
            <pc:docMk/>
            <pc:sldMk cId="2411987227" sldId="2147474112"/>
            <ac:grpSpMk id="115" creationId="{3D21A1D3-82AF-E732-FCA1-D33F901C29C3}"/>
          </ac:grpSpMkLst>
        </pc:grpChg>
        <pc:grpChg chg="add del mod">
          <ac:chgData name="Cartwright, Max" userId="4fdaca64-157b-4f34-aebd-58f672b6a20c" providerId="ADAL" clId="{9B24FA50-177C-4B5A-AA10-BF89D194F6B0}" dt="2024-03-05T20:28:29.022" v="711"/>
          <ac:grpSpMkLst>
            <pc:docMk/>
            <pc:sldMk cId="2411987227" sldId="2147474112"/>
            <ac:grpSpMk id="123" creationId="{9AAC0952-AA0D-744D-4D34-F34695C5F2F3}"/>
          </ac:grpSpMkLst>
        </pc:grpChg>
        <pc:grpChg chg="add mod">
          <ac:chgData name="Cartwright, Max" userId="4fdaca64-157b-4f34-aebd-58f672b6a20c" providerId="ADAL" clId="{9B24FA50-177C-4B5A-AA10-BF89D194F6B0}" dt="2024-03-05T20:28:38.200" v="725" actId="1036"/>
          <ac:grpSpMkLst>
            <pc:docMk/>
            <pc:sldMk cId="2411987227" sldId="2147474112"/>
            <ac:grpSpMk id="148" creationId="{D78BA56B-DD66-B653-579D-06BF009C253B}"/>
          </ac:grpSpMkLst>
        </pc:grpChg>
        <pc:grpChg chg="add mod">
          <ac:chgData name="Cartwright, Max" userId="4fdaca64-157b-4f34-aebd-58f672b6a20c" providerId="ADAL" clId="{9B24FA50-177C-4B5A-AA10-BF89D194F6B0}" dt="2024-03-05T20:28:38.200" v="725" actId="1036"/>
          <ac:grpSpMkLst>
            <pc:docMk/>
            <pc:sldMk cId="2411987227" sldId="2147474112"/>
            <ac:grpSpMk id="158" creationId="{578EB1ED-CF6B-5CEB-3081-11103F9CC973}"/>
          </ac:grpSpMkLst>
        </pc:grpChg>
        <pc:grpChg chg="add mod">
          <ac:chgData name="Cartwright, Max" userId="4fdaca64-157b-4f34-aebd-58f672b6a20c" providerId="ADAL" clId="{9B24FA50-177C-4B5A-AA10-BF89D194F6B0}" dt="2024-03-05T20:28:38.200" v="725" actId="1036"/>
          <ac:grpSpMkLst>
            <pc:docMk/>
            <pc:sldMk cId="2411987227" sldId="2147474112"/>
            <ac:grpSpMk id="165" creationId="{E72B2CFC-C22F-77D4-AD9E-7F18E40A0FB1}"/>
          </ac:grpSpMkLst>
        </pc:grpChg>
        <pc:grpChg chg="add mod">
          <ac:chgData name="Cartwright, Max" userId="4fdaca64-157b-4f34-aebd-58f672b6a20c" providerId="ADAL" clId="{9B24FA50-177C-4B5A-AA10-BF89D194F6B0}" dt="2024-03-05T20:28:38.200" v="725" actId="1036"/>
          <ac:grpSpMkLst>
            <pc:docMk/>
            <pc:sldMk cId="2411987227" sldId="2147474112"/>
            <ac:grpSpMk id="171" creationId="{B3205E23-D70E-CFAC-FC0C-BB5B3ACB7CA3}"/>
          </ac:grpSpMkLst>
        </pc:grpChg>
        <pc:grpChg chg="add mod">
          <ac:chgData name="Cartwright, Max" userId="4fdaca64-157b-4f34-aebd-58f672b6a20c" providerId="ADAL" clId="{9B24FA50-177C-4B5A-AA10-BF89D194F6B0}" dt="2024-03-05T20:28:38.200" v="725" actId="1036"/>
          <ac:grpSpMkLst>
            <pc:docMk/>
            <pc:sldMk cId="2411987227" sldId="2147474112"/>
            <ac:grpSpMk id="185" creationId="{D5A2B38D-456C-17C1-E003-C944FD7903F8}"/>
          </ac:grpSpMkLst>
        </pc:grpChg>
        <pc:grpChg chg="add mod">
          <ac:chgData name="Cartwright, Max" userId="4fdaca64-157b-4f34-aebd-58f672b6a20c" providerId="ADAL" clId="{9B24FA50-177C-4B5A-AA10-BF89D194F6B0}" dt="2024-03-05T20:28:38.200" v="725" actId="1036"/>
          <ac:grpSpMkLst>
            <pc:docMk/>
            <pc:sldMk cId="2411987227" sldId="2147474112"/>
            <ac:grpSpMk id="193" creationId="{8EF86B93-E963-7422-DA88-1A072CC5FC32}"/>
          </ac:grpSpMkLst>
        </pc:grpChg>
        <pc:cxnChg chg="del">
          <ac:chgData name="Cartwright, Max" userId="4fdaca64-157b-4f34-aebd-58f672b6a20c" providerId="ADAL" clId="{9B24FA50-177C-4B5A-AA10-BF89D194F6B0}" dt="2024-03-05T20:28:16.180" v="709" actId="478"/>
          <ac:cxnSpMkLst>
            <pc:docMk/>
            <pc:sldMk cId="2411987227" sldId="2147474112"/>
            <ac:cxnSpMk id="7" creationId="{F54A4E13-17C9-6659-9FA7-9105C57A35F1}"/>
          </ac:cxnSpMkLst>
        </pc:cxnChg>
        <pc:cxnChg chg="del">
          <ac:chgData name="Cartwright, Max" userId="4fdaca64-157b-4f34-aebd-58f672b6a20c" providerId="ADAL" clId="{9B24FA50-177C-4B5A-AA10-BF89D194F6B0}" dt="2024-03-05T20:28:16.180" v="709" actId="478"/>
          <ac:cxnSpMkLst>
            <pc:docMk/>
            <pc:sldMk cId="2411987227" sldId="2147474112"/>
            <ac:cxnSpMk id="10" creationId="{0B3CA05F-DABA-A334-4AAD-5D548C91D99E}"/>
          </ac:cxnSpMkLst>
        </pc:cxnChg>
        <pc:cxnChg chg="del">
          <ac:chgData name="Cartwright, Max" userId="4fdaca64-157b-4f34-aebd-58f672b6a20c" providerId="ADAL" clId="{9B24FA50-177C-4B5A-AA10-BF89D194F6B0}" dt="2024-03-05T20:28:16.180" v="709" actId="478"/>
          <ac:cxnSpMkLst>
            <pc:docMk/>
            <pc:sldMk cId="2411987227" sldId="2147474112"/>
            <ac:cxnSpMk id="11" creationId="{C637C575-84C4-6E7E-27B9-5E660D69088E}"/>
          </ac:cxnSpMkLst>
        </pc:cxnChg>
        <pc:cxnChg chg="del">
          <ac:chgData name="Cartwright, Max" userId="4fdaca64-157b-4f34-aebd-58f672b6a20c" providerId="ADAL" clId="{9B24FA50-177C-4B5A-AA10-BF89D194F6B0}" dt="2024-03-05T20:28:16.180" v="709" actId="478"/>
          <ac:cxnSpMkLst>
            <pc:docMk/>
            <pc:sldMk cId="2411987227" sldId="2147474112"/>
            <ac:cxnSpMk id="12" creationId="{492FFC53-DEBC-AAB6-C4BF-C1D47F687D30}"/>
          </ac:cxnSpMkLst>
        </pc:cxnChg>
        <pc:cxnChg chg="del">
          <ac:chgData name="Cartwright, Max" userId="4fdaca64-157b-4f34-aebd-58f672b6a20c" providerId="ADAL" clId="{9B24FA50-177C-4B5A-AA10-BF89D194F6B0}" dt="2024-03-05T20:28:16.180" v="709" actId="478"/>
          <ac:cxnSpMkLst>
            <pc:docMk/>
            <pc:sldMk cId="2411987227" sldId="2147474112"/>
            <ac:cxnSpMk id="13" creationId="{55585004-C969-B46F-5274-12CF6020F2B2}"/>
          </ac:cxnSpMkLst>
        </pc:cxnChg>
        <pc:cxnChg chg="del">
          <ac:chgData name="Cartwright, Max" userId="4fdaca64-157b-4f34-aebd-58f672b6a20c" providerId="ADAL" clId="{9B24FA50-177C-4B5A-AA10-BF89D194F6B0}" dt="2024-03-05T20:28:16.180" v="709" actId="478"/>
          <ac:cxnSpMkLst>
            <pc:docMk/>
            <pc:sldMk cId="2411987227" sldId="2147474112"/>
            <ac:cxnSpMk id="29" creationId="{8031BBEF-384F-8CB5-3B64-2E75D20F8CFC}"/>
          </ac:cxnSpMkLst>
        </pc:cxnChg>
        <pc:cxnChg chg="del">
          <ac:chgData name="Cartwright, Max" userId="4fdaca64-157b-4f34-aebd-58f672b6a20c" providerId="ADAL" clId="{9B24FA50-177C-4B5A-AA10-BF89D194F6B0}" dt="2024-03-05T20:28:16.180" v="709" actId="478"/>
          <ac:cxnSpMkLst>
            <pc:docMk/>
            <pc:sldMk cId="2411987227" sldId="2147474112"/>
            <ac:cxnSpMk id="30" creationId="{95FDF548-067A-B9C0-8861-1DD7822842C9}"/>
          </ac:cxnSpMkLst>
        </pc:cxnChg>
        <pc:cxnChg chg="add del mod">
          <ac:chgData name="Cartwright, Max" userId="4fdaca64-157b-4f34-aebd-58f672b6a20c" providerId="ADAL" clId="{9B24FA50-177C-4B5A-AA10-BF89D194F6B0}" dt="2024-03-05T20:28:29.022" v="711"/>
          <ac:cxnSpMkLst>
            <pc:docMk/>
            <pc:sldMk cId="2411987227" sldId="2147474112"/>
            <ac:cxnSpMk id="73" creationId="{F8852907-EDB9-6AA1-7ABB-88B8119E161A}"/>
          </ac:cxnSpMkLst>
        </pc:cxnChg>
        <pc:cxnChg chg="add del mod">
          <ac:chgData name="Cartwright, Max" userId="4fdaca64-157b-4f34-aebd-58f672b6a20c" providerId="ADAL" clId="{9B24FA50-177C-4B5A-AA10-BF89D194F6B0}" dt="2024-03-05T20:28:29.022" v="711"/>
          <ac:cxnSpMkLst>
            <pc:docMk/>
            <pc:sldMk cId="2411987227" sldId="2147474112"/>
            <ac:cxnSpMk id="75" creationId="{7C1269F1-5A5F-D454-D2EC-83FE513B400D}"/>
          </ac:cxnSpMkLst>
        </pc:cxnChg>
        <pc:cxnChg chg="add del mod">
          <ac:chgData name="Cartwright, Max" userId="4fdaca64-157b-4f34-aebd-58f672b6a20c" providerId="ADAL" clId="{9B24FA50-177C-4B5A-AA10-BF89D194F6B0}" dt="2024-03-05T20:28:29.022" v="711"/>
          <ac:cxnSpMkLst>
            <pc:docMk/>
            <pc:sldMk cId="2411987227" sldId="2147474112"/>
            <ac:cxnSpMk id="129" creationId="{2A9DAB37-C3D1-127D-D45A-0B7F8AE61283}"/>
          </ac:cxnSpMkLst>
        </pc:cxnChg>
        <pc:cxnChg chg="add del mod">
          <ac:chgData name="Cartwright, Max" userId="4fdaca64-157b-4f34-aebd-58f672b6a20c" providerId="ADAL" clId="{9B24FA50-177C-4B5A-AA10-BF89D194F6B0}" dt="2024-03-05T20:28:29.022" v="711"/>
          <ac:cxnSpMkLst>
            <pc:docMk/>
            <pc:sldMk cId="2411987227" sldId="2147474112"/>
            <ac:cxnSpMk id="137" creationId="{1E99FB3D-049D-8350-6815-F5AED7B68B2D}"/>
          </ac:cxnSpMkLst>
        </pc:cxnChg>
        <pc:cxnChg chg="add del mod">
          <ac:chgData name="Cartwright, Max" userId="4fdaca64-157b-4f34-aebd-58f672b6a20c" providerId="ADAL" clId="{9B24FA50-177C-4B5A-AA10-BF89D194F6B0}" dt="2024-03-05T20:28:29.022" v="711"/>
          <ac:cxnSpMkLst>
            <pc:docMk/>
            <pc:sldMk cId="2411987227" sldId="2147474112"/>
            <ac:cxnSpMk id="138" creationId="{D22E6933-62F2-AC8E-0C51-7E65ACD80D1E}"/>
          </ac:cxnSpMkLst>
        </pc:cxnChg>
        <pc:cxnChg chg="add del mod">
          <ac:chgData name="Cartwright, Max" userId="4fdaca64-157b-4f34-aebd-58f672b6a20c" providerId="ADAL" clId="{9B24FA50-177C-4B5A-AA10-BF89D194F6B0}" dt="2024-03-05T20:28:29.022" v="711"/>
          <ac:cxnSpMkLst>
            <pc:docMk/>
            <pc:sldMk cId="2411987227" sldId="2147474112"/>
            <ac:cxnSpMk id="139" creationId="{669E29C9-1DC5-D96B-97C6-BD5E16C96B17}"/>
          </ac:cxnSpMkLst>
        </pc:cxnChg>
        <pc:cxnChg chg="add del mod">
          <ac:chgData name="Cartwright, Max" userId="4fdaca64-157b-4f34-aebd-58f672b6a20c" providerId="ADAL" clId="{9B24FA50-177C-4B5A-AA10-BF89D194F6B0}" dt="2024-03-05T20:28:29.022" v="711"/>
          <ac:cxnSpMkLst>
            <pc:docMk/>
            <pc:sldMk cId="2411987227" sldId="2147474112"/>
            <ac:cxnSpMk id="140" creationId="{35B8ADBC-F73F-F02E-B10C-BF09F4D34049}"/>
          </ac:cxnSpMkLst>
        </pc:cxnChg>
        <pc:cxnChg chg="add del mod">
          <ac:chgData name="Cartwright, Max" userId="4fdaca64-157b-4f34-aebd-58f672b6a20c" providerId="ADAL" clId="{9B24FA50-177C-4B5A-AA10-BF89D194F6B0}" dt="2024-03-05T20:28:29.022" v="711"/>
          <ac:cxnSpMkLst>
            <pc:docMk/>
            <pc:sldMk cId="2411987227" sldId="2147474112"/>
            <ac:cxnSpMk id="141" creationId="{4CA0B7DA-868A-3117-BEFC-4B4D71D5D43C}"/>
          </ac:cxnSpMkLst>
        </pc:cxnChg>
        <pc:cxnChg chg="add mod">
          <ac:chgData name="Cartwright, Max" userId="4fdaca64-157b-4f34-aebd-58f672b6a20c" providerId="ADAL" clId="{9B24FA50-177C-4B5A-AA10-BF89D194F6B0}" dt="2024-03-05T20:28:38.200" v="725" actId="1036"/>
          <ac:cxnSpMkLst>
            <pc:docMk/>
            <pc:sldMk cId="2411987227" sldId="2147474112"/>
            <ac:cxnSpMk id="143" creationId="{3BF8E67B-C462-9DA6-1146-CD7A06B01E8A}"/>
          </ac:cxnSpMkLst>
        </pc:cxnChg>
        <pc:cxnChg chg="add mod">
          <ac:chgData name="Cartwright, Max" userId="4fdaca64-157b-4f34-aebd-58f672b6a20c" providerId="ADAL" clId="{9B24FA50-177C-4B5A-AA10-BF89D194F6B0}" dt="2024-03-05T20:28:38.200" v="725" actId="1036"/>
          <ac:cxnSpMkLst>
            <pc:docMk/>
            <pc:sldMk cId="2411987227" sldId="2147474112"/>
            <ac:cxnSpMk id="145" creationId="{63575297-23D9-2043-C00C-09B94D4DC048}"/>
          </ac:cxnSpMkLst>
        </pc:cxnChg>
        <pc:cxnChg chg="add mod">
          <ac:chgData name="Cartwright, Max" userId="4fdaca64-157b-4f34-aebd-58f672b6a20c" providerId="ADAL" clId="{9B24FA50-177C-4B5A-AA10-BF89D194F6B0}" dt="2024-03-05T20:28:38.200" v="725" actId="1036"/>
          <ac:cxnSpMkLst>
            <pc:docMk/>
            <pc:sldMk cId="2411987227" sldId="2147474112"/>
            <ac:cxnSpMk id="199" creationId="{319F9036-496F-82D3-1FFB-4BC13C203F8B}"/>
          </ac:cxnSpMkLst>
        </pc:cxnChg>
        <pc:cxnChg chg="add mod">
          <ac:chgData name="Cartwright, Max" userId="4fdaca64-157b-4f34-aebd-58f672b6a20c" providerId="ADAL" clId="{9B24FA50-177C-4B5A-AA10-BF89D194F6B0}" dt="2024-03-05T20:28:38.200" v="725" actId="1036"/>
          <ac:cxnSpMkLst>
            <pc:docMk/>
            <pc:sldMk cId="2411987227" sldId="2147474112"/>
            <ac:cxnSpMk id="207" creationId="{1E7D6BC6-B4B9-64B1-42C5-51CBC31EF347}"/>
          </ac:cxnSpMkLst>
        </pc:cxnChg>
        <pc:cxnChg chg="add mod">
          <ac:chgData name="Cartwright, Max" userId="4fdaca64-157b-4f34-aebd-58f672b6a20c" providerId="ADAL" clId="{9B24FA50-177C-4B5A-AA10-BF89D194F6B0}" dt="2024-03-05T20:28:38.200" v="725" actId="1036"/>
          <ac:cxnSpMkLst>
            <pc:docMk/>
            <pc:sldMk cId="2411987227" sldId="2147474112"/>
            <ac:cxnSpMk id="208" creationId="{0459D881-9ED2-165E-D6B8-F909211D1691}"/>
          </ac:cxnSpMkLst>
        </pc:cxnChg>
        <pc:cxnChg chg="add mod">
          <ac:chgData name="Cartwright, Max" userId="4fdaca64-157b-4f34-aebd-58f672b6a20c" providerId="ADAL" clId="{9B24FA50-177C-4B5A-AA10-BF89D194F6B0}" dt="2024-03-05T20:28:38.200" v="725" actId="1036"/>
          <ac:cxnSpMkLst>
            <pc:docMk/>
            <pc:sldMk cId="2411987227" sldId="2147474112"/>
            <ac:cxnSpMk id="209" creationId="{2E703A9D-16FB-30D3-5D19-F54E398FAF81}"/>
          </ac:cxnSpMkLst>
        </pc:cxnChg>
        <pc:cxnChg chg="add mod">
          <ac:chgData name="Cartwright, Max" userId="4fdaca64-157b-4f34-aebd-58f672b6a20c" providerId="ADAL" clId="{9B24FA50-177C-4B5A-AA10-BF89D194F6B0}" dt="2024-03-05T20:28:38.200" v="725" actId="1036"/>
          <ac:cxnSpMkLst>
            <pc:docMk/>
            <pc:sldMk cId="2411987227" sldId="2147474112"/>
            <ac:cxnSpMk id="210" creationId="{E1D80132-B5F9-221C-C71F-AD018CFBFCDA}"/>
          </ac:cxnSpMkLst>
        </pc:cxnChg>
        <pc:cxnChg chg="add mod">
          <ac:chgData name="Cartwright, Max" userId="4fdaca64-157b-4f34-aebd-58f672b6a20c" providerId="ADAL" clId="{9B24FA50-177C-4B5A-AA10-BF89D194F6B0}" dt="2024-03-05T20:28:38.200" v="725" actId="1036"/>
          <ac:cxnSpMkLst>
            <pc:docMk/>
            <pc:sldMk cId="2411987227" sldId="2147474112"/>
            <ac:cxnSpMk id="211" creationId="{81551C70-A638-A096-B184-FBA648BC46CA}"/>
          </ac:cxnSpMkLst>
        </pc:cxnChg>
      </pc:sldChg>
      <pc:sldChg chg="addSp delSp modSp add mod">
        <pc:chgData name="Cartwright, Max" userId="4fdaca64-157b-4f34-aebd-58f672b6a20c" providerId="ADAL" clId="{9B24FA50-177C-4B5A-AA10-BF89D194F6B0}" dt="2024-03-05T20:30:57.510" v="786" actId="20577"/>
        <pc:sldMkLst>
          <pc:docMk/>
          <pc:sldMk cId="1213705177" sldId="2147474113"/>
        </pc:sldMkLst>
        <pc:spChg chg="add del mod">
          <ac:chgData name="Cartwright, Max" userId="4fdaca64-157b-4f34-aebd-58f672b6a20c" providerId="ADAL" clId="{9B24FA50-177C-4B5A-AA10-BF89D194F6B0}" dt="2024-03-05T20:30:27.949" v="741" actId="478"/>
          <ac:spMkLst>
            <pc:docMk/>
            <pc:sldMk cId="1213705177" sldId="2147474113"/>
            <ac:spMk id="2" creationId="{6EBD66C7-475E-782E-8E1D-B6F2FC960AFF}"/>
          </ac:spMkLst>
        </pc:spChg>
        <pc:spChg chg="mod">
          <ac:chgData name="Cartwright, Max" userId="4fdaca64-157b-4f34-aebd-58f672b6a20c" providerId="ADAL" clId="{9B24FA50-177C-4B5A-AA10-BF89D194F6B0}" dt="2024-03-05T20:30:57.510" v="786" actId="20577"/>
          <ac:spMkLst>
            <pc:docMk/>
            <pc:sldMk cId="1213705177" sldId="2147474113"/>
            <ac:spMk id="3" creationId="{D55919F0-CF74-0672-208A-AF105C584388}"/>
          </ac:spMkLst>
        </pc:spChg>
        <pc:spChg chg="add mod">
          <ac:chgData name="Cartwright, Max" userId="4fdaca64-157b-4f34-aebd-58f672b6a20c" providerId="ADAL" clId="{9B24FA50-177C-4B5A-AA10-BF89D194F6B0}" dt="2024-03-05T20:30:21.840" v="740"/>
          <ac:spMkLst>
            <pc:docMk/>
            <pc:sldMk cId="1213705177" sldId="2147474113"/>
            <ac:spMk id="5" creationId="{119FFD17-A2DA-F74E-9057-89572F4F0F7C}"/>
          </ac:spMkLst>
        </pc:spChg>
        <pc:spChg chg="add mod">
          <ac:chgData name="Cartwright, Max" userId="4fdaca64-157b-4f34-aebd-58f672b6a20c" providerId="ADAL" clId="{9B24FA50-177C-4B5A-AA10-BF89D194F6B0}" dt="2024-03-05T20:30:34.061" v="743" actId="1076"/>
          <ac:spMkLst>
            <pc:docMk/>
            <pc:sldMk cId="1213705177" sldId="2147474113"/>
            <ac:spMk id="6" creationId="{1AA4EF79-6D30-40E2-BB3E-32E2007B1FFD}"/>
          </ac:spMkLst>
        </pc:spChg>
        <pc:spChg chg="add mod">
          <ac:chgData name="Cartwright, Max" userId="4fdaca64-157b-4f34-aebd-58f672b6a20c" providerId="ADAL" clId="{9B24FA50-177C-4B5A-AA10-BF89D194F6B0}" dt="2024-03-05T20:30:31.037" v="742" actId="1076"/>
          <ac:spMkLst>
            <pc:docMk/>
            <pc:sldMk cId="1213705177" sldId="2147474113"/>
            <ac:spMk id="8" creationId="{0FC11A24-1C94-770E-AEE9-EAB1535A997B}"/>
          </ac:spMkLst>
        </pc:spChg>
        <pc:spChg chg="del">
          <ac:chgData name="Cartwright, Max" userId="4fdaca64-157b-4f34-aebd-58f672b6a20c" providerId="ADAL" clId="{9B24FA50-177C-4B5A-AA10-BF89D194F6B0}" dt="2024-03-05T20:30:00.424" v="737" actId="478"/>
          <ac:spMkLst>
            <pc:docMk/>
            <pc:sldMk cId="1213705177" sldId="2147474113"/>
            <ac:spMk id="142" creationId="{597E908B-EA70-6CF5-CDF0-953A3E62B9E8}"/>
          </ac:spMkLst>
        </pc:spChg>
        <pc:spChg chg="del">
          <ac:chgData name="Cartwright, Max" userId="4fdaca64-157b-4f34-aebd-58f672b6a20c" providerId="ADAL" clId="{9B24FA50-177C-4B5A-AA10-BF89D194F6B0}" dt="2024-03-05T20:30:00.424" v="737" actId="478"/>
          <ac:spMkLst>
            <pc:docMk/>
            <pc:sldMk cId="1213705177" sldId="2147474113"/>
            <ac:spMk id="144" creationId="{DB02A6E2-1255-63F4-C9DE-F2A3BA5FAB6F}"/>
          </ac:spMkLst>
        </pc:spChg>
        <pc:spChg chg="del">
          <ac:chgData name="Cartwright, Max" userId="4fdaca64-157b-4f34-aebd-58f672b6a20c" providerId="ADAL" clId="{9B24FA50-177C-4B5A-AA10-BF89D194F6B0}" dt="2024-03-05T20:30:00.424" v="737" actId="478"/>
          <ac:spMkLst>
            <pc:docMk/>
            <pc:sldMk cId="1213705177" sldId="2147474113"/>
            <ac:spMk id="146" creationId="{C9649591-4E12-F2C2-DD1B-810451CB6239}"/>
          </ac:spMkLst>
        </pc:spChg>
        <pc:spChg chg="del">
          <ac:chgData name="Cartwright, Max" userId="4fdaca64-157b-4f34-aebd-58f672b6a20c" providerId="ADAL" clId="{9B24FA50-177C-4B5A-AA10-BF89D194F6B0}" dt="2024-03-05T20:30:00.424" v="737" actId="478"/>
          <ac:spMkLst>
            <pc:docMk/>
            <pc:sldMk cId="1213705177" sldId="2147474113"/>
            <ac:spMk id="147" creationId="{E04A8A85-F206-2907-B975-2470983DDE9D}"/>
          </ac:spMkLst>
        </pc:spChg>
        <pc:spChg chg="del">
          <ac:chgData name="Cartwright, Max" userId="4fdaca64-157b-4f34-aebd-58f672b6a20c" providerId="ADAL" clId="{9B24FA50-177C-4B5A-AA10-BF89D194F6B0}" dt="2024-03-05T20:30:00.424" v="737" actId="478"/>
          <ac:spMkLst>
            <pc:docMk/>
            <pc:sldMk cId="1213705177" sldId="2147474113"/>
            <ac:spMk id="156" creationId="{ADB56101-581C-1632-E614-4F6E12D072C9}"/>
          </ac:spMkLst>
        </pc:spChg>
        <pc:spChg chg="del">
          <ac:chgData name="Cartwright, Max" userId="4fdaca64-157b-4f34-aebd-58f672b6a20c" providerId="ADAL" clId="{9B24FA50-177C-4B5A-AA10-BF89D194F6B0}" dt="2024-03-05T20:30:00.424" v="737" actId="478"/>
          <ac:spMkLst>
            <pc:docMk/>
            <pc:sldMk cId="1213705177" sldId="2147474113"/>
            <ac:spMk id="157" creationId="{B08C797B-AA85-B423-5C1F-E55E2F2CC4CA}"/>
          </ac:spMkLst>
        </pc:spChg>
        <pc:spChg chg="del">
          <ac:chgData name="Cartwright, Max" userId="4fdaca64-157b-4f34-aebd-58f672b6a20c" providerId="ADAL" clId="{9B24FA50-177C-4B5A-AA10-BF89D194F6B0}" dt="2024-03-05T20:30:00.424" v="737" actId="478"/>
          <ac:spMkLst>
            <pc:docMk/>
            <pc:sldMk cId="1213705177" sldId="2147474113"/>
            <ac:spMk id="164" creationId="{88E45FF2-9330-8E73-C534-1E73948E6987}"/>
          </ac:spMkLst>
        </pc:spChg>
        <pc:spChg chg="del">
          <ac:chgData name="Cartwright, Max" userId="4fdaca64-157b-4f34-aebd-58f672b6a20c" providerId="ADAL" clId="{9B24FA50-177C-4B5A-AA10-BF89D194F6B0}" dt="2024-03-05T20:30:00.424" v="737" actId="478"/>
          <ac:spMkLst>
            <pc:docMk/>
            <pc:sldMk cId="1213705177" sldId="2147474113"/>
            <ac:spMk id="168" creationId="{AB941B2B-17D1-9DDD-992A-1440109786C9}"/>
          </ac:spMkLst>
        </pc:spChg>
        <pc:spChg chg="del">
          <ac:chgData name="Cartwright, Max" userId="4fdaca64-157b-4f34-aebd-58f672b6a20c" providerId="ADAL" clId="{9B24FA50-177C-4B5A-AA10-BF89D194F6B0}" dt="2024-03-05T20:30:00.424" v="737" actId="478"/>
          <ac:spMkLst>
            <pc:docMk/>
            <pc:sldMk cId="1213705177" sldId="2147474113"/>
            <ac:spMk id="169" creationId="{1880EAF7-86FD-35D7-932B-C857B027B8CE}"/>
          </ac:spMkLst>
        </pc:spChg>
        <pc:spChg chg="del">
          <ac:chgData name="Cartwright, Max" userId="4fdaca64-157b-4f34-aebd-58f672b6a20c" providerId="ADAL" clId="{9B24FA50-177C-4B5A-AA10-BF89D194F6B0}" dt="2024-03-05T20:30:00.424" v="737" actId="478"/>
          <ac:spMkLst>
            <pc:docMk/>
            <pc:sldMk cId="1213705177" sldId="2147474113"/>
            <ac:spMk id="170" creationId="{5553FB73-CD0E-47F9-10F9-B96FDEF9D608}"/>
          </ac:spMkLst>
        </pc:spChg>
        <pc:spChg chg="del">
          <ac:chgData name="Cartwright, Max" userId="4fdaca64-157b-4f34-aebd-58f672b6a20c" providerId="ADAL" clId="{9B24FA50-177C-4B5A-AA10-BF89D194F6B0}" dt="2024-03-05T20:30:00.424" v="737" actId="478"/>
          <ac:spMkLst>
            <pc:docMk/>
            <pc:sldMk cId="1213705177" sldId="2147474113"/>
            <ac:spMk id="178" creationId="{E2F1B665-2E4A-A856-1E20-9FF16CA52FAD}"/>
          </ac:spMkLst>
        </pc:spChg>
        <pc:spChg chg="del">
          <ac:chgData name="Cartwright, Max" userId="4fdaca64-157b-4f34-aebd-58f672b6a20c" providerId="ADAL" clId="{9B24FA50-177C-4B5A-AA10-BF89D194F6B0}" dt="2024-03-05T20:30:00.424" v="737" actId="478"/>
          <ac:spMkLst>
            <pc:docMk/>
            <pc:sldMk cId="1213705177" sldId="2147474113"/>
            <ac:spMk id="179" creationId="{0333AB19-23BB-3CF9-3BE2-F13E708DB7D0}"/>
          </ac:spMkLst>
        </pc:spChg>
        <pc:spChg chg="del">
          <ac:chgData name="Cartwright, Max" userId="4fdaca64-157b-4f34-aebd-58f672b6a20c" providerId="ADAL" clId="{9B24FA50-177C-4B5A-AA10-BF89D194F6B0}" dt="2024-03-05T20:30:00.424" v="737" actId="478"/>
          <ac:spMkLst>
            <pc:docMk/>
            <pc:sldMk cId="1213705177" sldId="2147474113"/>
            <ac:spMk id="180" creationId="{A20E253D-9C02-5BAE-3C28-657D2E503E54}"/>
          </ac:spMkLst>
        </pc:spChg>
        <pc:spChg chg="del">
          <ac:chgData name="Cartwright, Max" userId="4fdaca64-157b-4f34-aebd-58f672b6a20c" providerId="ADAL" clId="{9B24FA50-177C-4B5A-AA10-BF89D194F6B0}" dt="2024-03-05T20:30:00.424" v="737" actId="478"/>
          <ac:spMkLst>
            <pc:docMk/>
            <pc:sldMk cId="1213705177" sldId="2147474113"/>
            <ac:spMk id="181" creationId="{3A927419-0135-B367-8703-61CD2E96E443}"/>
          </ac:spMkLst>
        </pc:spChg>
        <pc:spChg chg="del">
          <ac:chgData name="Cartwright, Max" userId="4fdaca64-157b-4f34-aebd-58f672b6a20c" providerId="ADAL" clId="{9B24FA50-177C-4B5A-AA10-BF89D194F6B0}" dt="2024-03-05T20:30:00.424" v="737" actId="478"/>
          <ac:spMkLst>
            <pc:docMk/>
            <pc:sldMk cId="1213705177" sldId="2147474113"/>
            <ac:spMk id="182" creationId="{AA7E84DD-A195-7E46-35A5-7A99242CD3AE}"/>
          </ac:spMkLst>
        </pc:spChg>
        <pc:spChg chg="del">
          <ac:chgData name="Cartwright, Max" userId="4fdaca64-157b-4f34-aebd-58f672b6a20c" providerId="ADAL" clId="{9B24FA50-177C-4B5A-AA10-BF89D194F6B0}" dt="2024-03-05T20:30:00.424" v="737" actId="478"/>
          <ac:spMkLst>
            <pc:docMk/>
            <pc:sldMk cId="1213705177" sldId="2147474113"/>
            <ac:spMk id="183" creationId="{2A4297F1-D3E7-2B6C-81C2-422965163C27}"/>
          </ac:spMkLst>
        </pc:spChg>
        <pc:spChg chg="del">
          <ac:chgData name="Cartwright, Max" userId="4fdaca64-157b-4f34-aebd-58f672b6a20c" providerId="ADAL" clId="{9B24FA50-177C-4B5A-AA10-BF89D194F6B0}" dt="2024-03-05T20:30:00.424" v="737" actId="478"/>
          <ac:spMkLst>
            <pc:docMk/>
            <pc:sldMk cId="1213705177" sldId="2147474113"/>
            <ac:spMk id="184" creationId="{6CC2E6F0-8A52-BD5F-4C35-DB4ED0377547}"/>
          </ac:spMkLst>
        </pc:spChg>
        <pc:spChg chg="del">
          <ac:chgData name="Cartwright, Max" userId="4fdaca64-157b-4f34-aebd-58f672b6a20c" providerId="ADAL" clId="{9B24FA50-177C-4B5A-AA10-BF89D194F6B0}" dt="2024-03-05T20:30:00.424" v="737" actId="478"/>
          <ac:spMkLst>
            <pc:docMk/>
            <pc:sldMk cId="1213705177" sldId="2147474113"/>
            <ac:spMk id="200" creationId="{B4512049-187A-D6AC-F176-A1E2B74E79E5}"/>
          </ac:spMkLst>
        </pc:spChg>
        <pc:spChg chg="del">
          <ac:chgData name="Cartwright, Max" userId="4fdaca64-157b-4f34-aebd-58f672b6a20c" providerId="ADAL" clId="{9B24FA50-177C-4B5A-AA10-BF89D194F6B0}" dt="2024-03-05T20:30:00.424" v="737" actId="478"/>
          <ac:spMkLst>
            <pc:docMk/>
            <pc:sldMk cId="1213705177" sldId="2147474113"/>
            <ac:spMk id="201" creationId="{C1EA08AD-9C60-DBC4-118C-4D74EDF57815}"/>
          </ac:spMkLst>
        </pc:spChg>
        <pc:spChg chg="del">
          <ac:chgData name="Cartwright, Max" userId="4fdaca64-157b-4f34-aebd-58f672b6a20c" providerId="ADAL" clId="{9B24FA50-177C-4B5A-AA10-BF89D194F6B0}" dt="2024-03-05T20:30:00.424" v="737" actId="478"/>
          <ac:spMkLst>
            <pc:docMk/>
            <pc:sldMk cId="1213705177" sldId="2147474113"/>
            <ac:spMk id="202" creationId="{CC45157A-2989-20EE-2007-B6ECA776185B}"/>
          </ac:spMkLst>
        </pc:spChg>
        <pc:spChg chg="del">
          <ac:chgData name="Cartwright, Max" userId="4fdaca64-157b-4f34-aebd-58f672b6a20c" providerId="ADAL" clId="{9B24FA50-177C-4B5A-AA10-BF89D194F6B0}" dt="2024-03-05T20:30:00.424" v="737" actId="478"/>
          <ac:spMkLst>
            <pc:docMk/>
            <pc:sldMk cId="1213705177" sldId="2147474113"/>
            <ac:spMk id="203" creationId="{5A7538D4-B480-F222-E22F-C893B3CEC27C}"/>
          </ac:spMkLst>
        </pc:spChg>
        <pc:spChg chg="del">
          <ac:chgData name="Cartwright, Max" userId="4fdaca64-157b-4f34-aebd-58f672b6a20c" providerId="ADAL" clId="{9B24FA50-177C-4B5A-AA10-BF89D194F6B0}" dt="2024-03-05T20:30:00.424" v="737" actId="478"/>
          <ac:spMkLst>
            <pc:docMk/>
            <pc:sldMk cId="1213705177" sldId="2147474113"/>
            <ac:spMk id="204" creationId="{4D3A22E1-4E4E-38A5-D7FA-C6912196EE3E}"/>
          </ac:spMkLst>
        </pc:spChg>
        <pc:spChg chg="del">
          <ac:chgData name="Cartwright, Max" userId="4fdaca64-157b-4f34-aebd-58f672b6a20c" providerId="ADAL" clId="{9B24FA50-177C-4B5A-AA10-BF89D194F6B0}" dt="2024-03-05T20:30:00.424" v="737" actId="478"/>
          <ac:spMkLst>
            <pc:docMk/>
            <pc:sldMk cId="1213705177" sldId="2147474113"/>
            <ac:spMk id="205" creationId="{FBCE7D9C-EA02-6951-066E-5E6B68277047}"/>
          </ac:spMkLst>
        </pc:spChg>
        <pc:spChg chg="del">
          <ac:chgData name="Cartwright, Max" userId="4fdaca64-157b-4f34-aebd-58f672b6a20c" providerId="ADAL" clId="{9B24FA50-177C-4B5A-AA10-BF89D194F6B0}" dt="2024-03-05T20:30:00.424" v="737" actId="478"/>
          <ac:spMkLst>
            <pc:docMk/>
            <pc:sldMk cId="1213705177" sldId="2147474113"/>
            <ac:spMk id="206" creationId="{2FD49DFE-19EC-66FC-5C41-D1CFFA9C6481}"/>
          </ac:spMkLst>
        </pc:spChg>
        <pc:spChg chg="mod">
          <ac:chgData name="Cartwright, Max" userId="4fdaca64-157b-4f34-aebd-58f672b6a20c" providerId="ADAL" clId="{9B24FA50-177C-4B5A-AA10-BF89D194F6B0}" dt="2024-03-05T20:30:55.509" v="784" actId="1076"/>
          <ac:spMkLst>
            <pc:docMk/>
            <pc:sldMk cId="1213705177" sldId="2147474113"/>
            <ac:spMk id="212" creationId="{E9E9EF0F-AF07-BFD0-050D-40D1F632CE4D}"/>
          </ac:spMkLst>
        </pc:spChg>
        <pc:grpChg chg="del">
          <ac:chgData name="Cartwright, Max" userId="4fdaca64-157b-4f34-aebd-58f672b6a20c" providerId="ADAL" clId="{9B24FA50-177C-4B5A-AA10-BF89D194F6B0}" dt="2024-03-05T20:30:00.424" v="737" actId="478"/>
          <ac:grpSpMkLst>
            <pc:docMk/>
            <pc:sldMk cId="1213705177" sldId="2147474113"/>
            <ac:grpSpMk id="148" creationId="{D78BA56B-DD66-B653-579D-06BF009C253B}"/>
          </ac:grpSpMkLst>
        </pc:grpChg>
        <pc:grpChg chg="del">
          <ac:chgData name="Cartwright, Max" userId="4fdaca64-157b-4f34-aebd-58f672b6a20c" providerId="ADAL" clId="{9B24FA50-177C-4B5A-AA10-BF89D194F6B0}" dt="2024-03-05T20:30:00.424" v="737" actId="478"/>
          <ac:grpSpMkLst>
            <pc:docMk/>
            <pc:sldMk cId="1213705177" sldId="2147474113"/>
            <ac:grpSpMk id="158" creationId="{578EB1ED-CF6B-5CEB-3081-11103F9CC973}"/>
          </ac:grpSpMkLst>
        </pc:grpChg>
        <pc:grpChg chg="del">
          <ac:chgData name="Cartwright, Max" userId="4fdaca64-157b-4f34-aebd-58f672b6a20c" providerId="ADAL" clId="{9B24FA50-177C-4B5A-AA10-BF89D194F6B0}" dt="2024-03-05T20:30:00.424" v="737" actId="478"/>
          <ac:grpSpMkLst>
            <pc:docMk/>
            <pc:sldMk cId="1213705177" sldId="2147474113"/>
            <ac:grpSpMk id="165" creationId="{E72B2CFC-C22F-77D4-AD9E-7F18E40A0FB1}"/>
          </ac:grpSpMkLst>
        </pc:grpChg>
        <pc:grpChg chg="del">
          <ac:chgData name="Cartwright, Max" userId="4fdaca64-157b-4f34-aebd-58f672b6a20c" providerId="ADAL" clId="{9B24FA50-177C-4B5A-AA10-BF89D194F6B0}" dt="2024-03-05T20:30:00.424" v="737" actId="478"/>
          <ac:grpSpMkLst>
            <pc:docMk/>
            <pc:sldMk cId="1213705177" sldId="2147474113"/>
            <ac:grpSpMk id="171" creationId="{B3205E23-D70E-CFAC-FC0C-BB5B3ACB7CA3}"/>
          </ac:grpSpMkLst>
        </pc:grpChg>
        <pc:grpChg chg="del">
          <ac:chgData name="Cartwright, Max" userId="4fdaca64-157b-4f34-aebd-58f672b6a20c" providerId="ADAL" clId="{9B24FA50-177C-4B5A-AA10-BF89D194F6B0}" dt="2024-03-05T20:30:00.424" v="737" actId="478"/>
          <ac:grpSpMkLst>
            <pc:docMk/>
            <pc:sldMk cId="1213705177" sldId="2147474113"/>
            <ac:grpSpMk id="185" creationId="{D5A2B38D-456C-17C1-E003-C944FD7903F8}"/>
          </ac:grpSpMkLst>
        </pc:grpChg>
        <pc:grpChg chg="del">
          <ac:chgData name="Cartwright, Max" userId="4fdaca64-157b-4f34-aebd-58f672b6a20c" providerId="ADAL" clId="{9B24FA50-177C-4B5A-AA10-BF89D194F6B0}" dt="2024-03-05T20:30:00.424" v="737" actId="478"/>
          <ac:grpSpMkLst>
            <pc:docMk/>
            <pc:sldMk cId="1213705177" sldId="2147474113"/>
            <ac:grpSpMk id="193" creationId="{8EF86B93-E963-7422-DA88-1A072CC5FC32}"/>
          </ac:grpSpMkLst>
        </pc:grpChg>
        <pc:graphicFrameChg chg="add mod">
          <ac:chgData name="Cartwright, Max" userId="4fdaca64-157b-4f34-aebd-58f672b6a20c" providerId="ADAL" clId="{9B24FA50-177C-4B5A-AA10-BF89D194F6B0}" dt="2024-03-05T20:30:21.840" v="740"/>
          <ac:graphicFrameMkLst>
            <pc:docMk/>
            <pc:sldMk cId="1213705177" sldId="2147474113"/>
            <ac:graphicFrameMk id="7" creationId="{F09AD3DE-54A7-DD92-2123-3432F75CB9A8}"/>
          </ac:graphicFrameMkLst>
        </pc:graphicFrameChg>
        <pc:cxnChg chg="add mod">
          <ac:chgData name="Cartwright, Max" userId="4fdaca64-157b-4f34-aebd-58f672b6a20c" providerId="ADAL" clId="{9B24FA50-177C-4B5A-AA10-BF89D194F6B0}" dt="2024-03-05T20:30:21.840" v="740"/>
          <ac:cxnSpMkLst>
            <pc:docMk/>
            <pc:sldMk cId="1213705177" sldId="2147474113"/>
            <ac:cxnSpMk id="4" creationId="{3150330C-0B66-4D17-AC79-A7B9E4C63D42}"/>
          </ac:cxnSpMkLst>
        </pc:cxnChg>
        <pc:cxnChg chg="del">
          <ac:chgData name="Cartwright, Max" userId="4fdaca64-157b-4f34-aebd-58f672b6a20c" providerId="ADAL" clId="{9B24FA50-177C-4B5A-AA10-BF89D194F6B0}" dt="2024-03-05T20:30:00.424" v="737" actId="478"/>
          <ac:cxnSpMkLst>
            <pc:docMk/>
            <pc:sldMk cId="1213705177" sldId="2147474113"/>
            <ac:cxnSpMk id="143" creationId="{3BF8E67B-C462-9DA6-1146-CD7A06B01E8A}"/>
          </ac:cxnSpMkLst>
        </pc:cxnChg>
        <pc:cxnChg chg="del">
          <ac:chgData name="Cartwright, Max" userId="4fdaca64-157b-4f34-aebd-58f672b6a20c" providerId="ADAL" clId="{9B24FA50-177C-4B5A-AA10-BF89D194F6B0}" dt="2024-03-05T20:30:00.424" v="737" actId="478"/>
          <ac:cxnSpMkLst>
            <pc:docMk/>
            <pc:sldMk cId="1213705177" sldId="2147474113"/>
            <ac:cxnSpMk id="145" creationId="{63575297-23D9-2043-C00C-09B94D4DC048}"/>
          </ac:cxnSpMkLst>
        </pc:cxnChg>
        <pc:cxnChg chg="del">
          <ac:chgData name="Cartwright, Max" userId="4fdaca64-157b-4f34-aebd-58f672b6a20c" providerId="ADAL" clId="{9B24FA50-177C-4B5A-AA10-BF89D194F6B0}" dt="2024-03-05T20:30:00.424" v="737" actId="478"/>
          <ac:cxnSpMkLst>
            <pc:docMk/>
            <pc:sldMk cId="1213705177" sldId="2147474113"/>
            <ac:cxnSpMk id="199" creationId="{319F9036-496F-82D3-1FFB-4BC13C203F8B}"/>
          </ac:cxnSpMkLst>
        </pc:cxnChg>
        <pc:cxnChg chg="del">
          <ac:chgData name="Cartwright, Max" userId="4fdaca64-157b-4f34-aebd-58f672b6a20c" providerId="ADAL" clId="{9B24FA50-177C-4B5A-AA10-BF89D194F6B0}" dt="2024-03-05T20:30:00.424" v="737" actId="478"/>
          <ac:cxnSpMkLst>
            <pc:docMk/>
            <pc:sldMk cId="1213705177" sldId="2147474113"/>
            <ac:cxnSpMk id="207" creationId="{1E7D6BC6-B4B9-64B1-42C5-51CBC31EF347}"/>
          </ac:cxnSpMkLst>
        </pc:cxnChg>
        <pc:cxnChg chg="del">
          <ac:chgData name="Cartwright, Max" userId="4fdaca64-157b-4f34-aebd-58f672b6a20c" providerId="ADAL" clId="{9B24FA50-177C-4B5A-AA10-BF89D194F6B0}" dt="2024-03-05T20:30:00.424" v="737" actId="478"/>
          <ac:cxnSpMkLst>
            <pc:docMk/>
            <pc:sldMk cId="1213705177" sldId="2147474113"/>
            <ac:cxnSpMk id="208" creationId="{0459D881-9ED2-165E-D6B8-F909211D1691}"/>
          </ac:cxnSpMkLst>
        </pc:cxnChg>
        <pc:cxnChg chg="del">
          <ac:chgData name="Cartwright, Max" userId="4fdaca64-157b-4f34-aebd-58f672b6a20c" providerId="ADAL" clId="{9B24FA50-177C-4B5A-AA10-BF89D194F6B0}" dt="2024-03-05T20:30:00.424" v="737" actId="478"/>
          <ac:cxnSpMkLst>
            <pc:docMk/>
            <pc:sldMk cId="1213705177" sldId="2147474113"/>
            <ac:cxnSpMk id="209" creationId="{2E703A9D-16FB-30D3-5D19-F54E398FAF81}"/>
          </ac:cxnSpMkLst>
        </pc:cxnChg>
        <pc:cxnChg chg="del">
          <ac:chgData name="Cartwright, Max" userId="4fdaca64-157b-4f34-aebd-58f672b6a20c" providerId="ADAL" clId="{9B24FA50-177C-4B5A-AA10-BF89D194F6B0}" dt="2024-03-05T20:30:00.424" v="737" actId="478"/>
          <ac:cxnSpMkLst>
            <pc:docMk/>
            <pc:sldMk cId="1213705177" sldId="2147474113"/>
            <ac:cxnSpMk id="210" creationId="{E1D80132-B5F9-221C-C71F-AD018CFBFCDA}"/>
          </ac:cxnSpMkLst>
        </pc:cxnChg>
        <pc:cxnChg chg="del">
          <ac:chgData name="Cartwright, Max" userId="4fdaca64-157b-4f34-aebd-58f672b6a20c" providerId="ADAL" clId="{9B24FA50-177C-4B5A-AA10-BF89D194F6B0}" dt="2024-03-05T20:30:00.424" v="737" actId="478"/>
          <ac:cxnSpMkLst>
            <pc:docMk/>
            <pc:sldMk cId="1213705177" sldId="2147474113"/>
            <ac:cxnSpMk id="211" creationId="{81551C70-A638-A096-B184-FBA648BC46CA}"/>
          </ac:cxnSpMkLst>
        </pc:cxnChg>
      </pc:sldChg>
      <pc:sldChg chg="addSp delSp modSp add mod">
        <pc:chgData name="Cartwright, Max" userId="4fdaca64-157b-4f34-aebd-58f672b6a20c" providerId="ADAL" clId="{9B24FA50-177C-4B5A-AA10-BF89D194F6B0}" dt="2024-03-05T20:32:52.682" v="832" actId="1076"/>
        <pc:sldMkLst>
          <pc:docMk/>
          <pc:sldMk cId="3523945655" sldId="2147474114"/>
        </pc:sldMkLst>
        <pc:spChg chg="add del mod">
          <ac:chgData name="Cartwright, Max" userId="4fdaca64-157b-4f34-aebd-58f672b6a20c" providerId="ADAL" clId="{9B24FA50-177C-4B5A-AA10-BF89D194F6B0}" dt="2024-03-05T20:32:41.721" v="826"/>
          <ac:spMkLst>
            <pc:docMk/>
            <pc:sldMk cId="3523945655" sldId="2147474114"/>
            <ac:spMk id="2" creationId="{1AC7362B-0870-2962-D024-F8E4044B88E3}"/>
          </ac:spMkLst>
        </pc:spChg>
        <pc:spChg chg="mod">
          <ac:chgData name="Cartwright, Max" userId="4fdaca64-157b-4f34-aebd-58f672b6a20c" providerId="ADAL" clId="{9B24FA50-177C-4B5A-AA10-BF89D194F6B0}" dt="2024-03-05T20:32:11.280" v="820" actId="20577"/>
          <ac:spMkLst>
            <pc:docMk/>
            <pc:sldMk cId="3523945655" sldId="2147474114"/>
            <ac:spMk id="3" creationId="{D55919F0-CF74-0672-208A-AF105C584388}"/>
          </ac:spMkLst>
        </pc:spChg>
        <pc:spChg chg="add del mod">
          <ac:chgData name="Cartwright, Max" userId="4fdaca64-157b-4f34-aebd-58f672b6a20c" providerId="ADAL" clId="{9B24FA50-177C-4B5A-AA10-BF89D194F6B0}" dt="2024-03-05T20:32:41.721" v="826"/>
          <ac:spMkLst>
            <pc:docMk/>
            <pc:sldMk cId="3523945655" sldId="2147474114"/>
            <ac:spMk id="4" creationId="{BE026772-F234-CDD0-6800-CE2EC1B8B081}"/>
          </ac:spMkLst>
        </pc:spChg>
        <pc:spChg chg="add del mod">
          <ac:chgData name="Cartwright, Max" userId="4fdaca64-157b-4f34-aebd-58f672b6a20c" providerId="ADAL" clId="{9B24FA50-177C-4B5A-AA10-BF89D194F6B0}" dt="2024-03-05T20:32:41.721" v="826"/>
          <ac:spMkLst>
            <pc:docMk/>
            <pc:sldMk cId="3523945655" sldId="2147474114"/>
            <ac:spMk id="5" creationId="{E0DAA75B-405A-92C3-5825-A961FE933284}"/>
          </ac:spMkLst>
        </pc:spChg>
        <pc:spChg chg="add del mod">
          <ac:chgData name="Cartwright, Max" userId="4fdaca64-157b-4f34-aebd-58f672b6a20c" providerId="ADAL" clId="{9B24FA50-177C-4B5A-AA10-BF89D194F6B0}" dt="2024-03-05T20:32:41.721" v="826"/>
          <ac:spMkLst>
            <pc:docMk/>
            <pc:sldMk cId="3523945655" sldId="2147474114"/>
            <ac:spMk id="6" creationId="{B5B13073-DC7D-6F47-7165-A2EC7C56F72C}"/>
          </ac:spMkLst>
        </pc:spChg>
        <pc:spChg chg="add del mod">
          <ac:chgData name="Cartwright, Max" userId="4fdaca64-157b-4f34-aebd-58f672b6a20c" providerId="ADAL" clId="{9B24FA50-177C-4B5A-AA10-BF89D194F6B0}" dt="2024-03-05T20:32:41.721" v="826"/>
          <ac:spMkLst>
            <pc:docMk/>
            <pc:sldMk cId="3523945655" sldId="2147474114"/>
            <ac:spMk id="7" creationId="{8EA8ACDD-7A9B-8553-E7F6-DBC837B5A178}"/>
          </ac:spMkLst>
        </pc:spChg>
        <pc:spChg chg="add del mod">
          <ac:chgData name="Cartwright, Max" userId="4fdaca64-157b-4f34-aebd-58f672b6a20c" providerId="ADAL" clId="{9B24FA50-177C-4B5A-AA10-BF89D194F6B0}" dt="2024-03-05T20:32:41.721" v="826"/>
          <ac:spMkLst>
            <pc:docMk/>
            <pc:sldMk cId="3523945655" sldId="2147474114"/>
            <ac:spMk id="8" creationId="{CD5BDDB1-278A-2CAA-B44F-D885073FB8CF}"/>
          </ac:spMkLst>
        </pc:spChg>
        <pc:spChg chg="add del mod">
          <ac:chgData name="Cartwright, Max" userId="4fdaca64-157b-4f34-aebd-58f672b6a20c" providerId="ADAL" clId="{9B24FA50-177C-4B5A-AA10-BF89D194F6B0}" dt="2024-03-05T20:32:41.721" v="826"/>
          <ac:spMkLst>
            <pc:docMk/>
            <pc:sldMk cId="3523945655" sldId="2147474114"/>
            <ac:spMk id="9" creationId="{DDBBEDDA-9036-67C2-634A-80788E7FECC8}"/>
          </ac:spMkLst>
        </pc:spChg>
        <pc:spChg chg="add del mod">
          <ac:chgData name="Cartwright, Max" userId="4fdaca64-157b-4f34-aebd-58f672b6a20c" providerId="ADAL" clId="{9B24FA50-177C-4B5A-AA10-BF89D194F6B0}" dt="2024-03-05T20:32:41.721" v="826"/>
          <ac:spMkLst>
            <pc:docMk/>
            <pc:sldMk cId="3523945655" sldId="2147474114"/>
            <ac:spMk id="10" creationId="{42C31445-93AC-F62C-8EF8-857EB6BCDD4C}"/>
          </ac:spMkLst>
        </pc:spChg>
        <pc:spChg chg="add del mod">
          <ac:chgData name="Cartwright, Max" userId="4fdaca64-157b-4f34-aebd-58f672b6a20c" providerId="ADAL" clId="{9B24FA50-177C-4B5A-AA10-BF89D194F6B0}" dt="2024-03-05T20:32:41.721" v="826"/>
          <ac:spMkLst>
            <pc:docMk/>
            <pc:sldMk cId="3523945655" sldId="2147474114"/>
            <ac:spMk id="11" creationId="{26E93189-BF82-5AD8-C663-17D18A2B588B}"/>
          </ac:spMkLst>
        </pc:spChg>
        <pc:spChg chg="add del mod">
          <ac:chgData name="Cartwright, Max" userId="4fdaca64-157b-4f34-aebd-58f672b6a20c" providerId="ADAL" clId="{9B24FA50-177C-4B5A-AA10-BF89D194F6B0}" dt="2024-03-05T20:32:41.721" v="826"/>
          <ac:spMkLst>
            <pc:docMk/>
            <pc:sldMk cId="3523945655" sldId="2147474114"/>
            <ac:spMk id="12" creationId="{C1798F82-2729-7374-B381-836F04CED26F}"/>
          </ac:spMkLst>
        </pc:spChg>
        <pc:spChg chg="add del mod">
          <ac:chgData name="Cartwright, Max" userId="4fdaca64-157b-4f34-aebd-58f672b6a20c" providerId="ADAL" clId="{9B24FA50-177C-4B5A-AA10-BF89D194F6B0}" dt="2024-03-05T20:32:41.721" v="826"/>
          <ac:spMkLst>
            <pc:docMk/>
            <pc:sldMk cId="3523945655" sldId="2147474114"/>
            <ac:spMk id="13" creationId="{634A0D72-66EF-3014-A468-F9CE2843D1D9}"/>
          </ac:spMkLst>
        </pc:spChg>
        <pc:spChg chg="add del mod">
          <ac:chgData name="Cartwright, Max" userId="4fdaca64-157b-4f34-aebd-58f672b6a20c" providerId="ADAL" clId="{9B24FA50-177C-4B5A-AA10-BF89D194F6B0}" dt="2024-03-05T20:32:41.721" v="826"/>
          <ac:spMkLst>
            <pc:docMk/>
            <pc:sldMk cId="3523945655" sldId="2147474114"/>
            <ac:spMk id="14" creationId="{75429EA5-7849-9CA1-72DB-EC20E2AB0C64}"/>
          </ac:spMkLst>
        </pc:spChg>
        <pc:spChg chg="add del mod">
          <ac:chgData name="Cartwright, Max" userId="4fdaca64-157b-4f34-aebd-58f672b6a20c" providerId="ADAL" clId="{9B24FA50-177C-4B5A-AA10-BF89D194F6B0}" dt="2024-03-05T20:32:41.721" v="826"/>
          <ac:spMkLst>
            <pc:docMk/>
            <pc:sldMk cId="3523945655" sldId="2147474114"/>
            <ac:spMk id="15" creationId="{76942AA4-6292-D25C-BC0B-219B78BCA8BF}"/>
          </ac:spMkLst>
        </pc:spChg>
        <pc:spChg chg="add del mod">
          <ac:chgData name="Cartwright, Max" userId="4fdaca64-157b-4f34-aebd-58f672b6a20c" providerId="ADAL" clId="{9B24FA50-177C-4B5A-AA10-BF89D194F6B0}" dt="2024-03-05T20:32:41.721" v="826"/>
          <ac:spMkLst>
            <pc:docMk/>
            <pc:sldMk cId="3523945655" sldId="2147474114"/>
            <ac:spMk id="16" creationId="{D3F3E653-85F3-2A97-7196-D32769DFA644}"/>
          </ac:spMkLst>
        </pc:spChg>
        <pc:spChg chg="add del mod">
          <ac:chgData name="Cartwright, Max" userId="4fdaca64-157b-4f34-aebd-58f672b6a20c" providerId="ADAL" clId="{9B24FA50-177C-4B5A-AA10-BF89D194F6B0}" dt="2024-03-05T20:32:41.721" v="826"/>
          <ac:spMkLst>
            <pc:docMk/>
            <pc:sldMk cId="3523945655" sldId="2147474114"/>
            <ac:spMk id="17" creationId="{2016A364-F049-7F13-8BC8-548A533ED761}"/>
          </ac:spMkLst>
        </pc:spChg>
        <pc:spChg chg="add del mod">
          <ac:chgData name="Cartwright, Max" userId="4fdaca64-157b-4f34-aebd-58f672b6a20c" providerId="ADAL" clId="{9B24FA50-177C-4B5A-AA10-BF89D194F6B0}" dt="2024-03-05T20:32:41.721" v="826"/>
          <ac:spMkLst>
            <pc:docMk/>
            <pc:sldMk cId="3523945655" sldId="2147474114"/>
            <ac:spMk id="18" creationId="{E5A52B40-E77C-8C74-06E4-EEC428918D75}"/>
          </ac:spMkLst>
        </pc:spChg>
        <pc:spChg chg="add del mod">
          <ac:chgData name="Cartwright, Max" userId="4fdaca64-157b-4f34-aebd-58f672b6a20c" providerId="ADAL" clId="{9B24FA50-177C-4B5A-AA10-BF89D194F6B0}" dt="2024-03-05T20:32:41.721" v="826"/>
          <ac:spMkLst>
            <pc:docMk/>
            <pc:sldMk cId="3523945655" sldId="2147474114"/>
            <ac:spMk id="19" creationId="{7361AC66-A100-A9BC-4EFE-B93C4E8B5DF3}"/>
          </ac:spMkLst>
        </pc:spChg>
        <pc:spChg chg="add del mod">
          <ac:chgData name="Cartwright, Max" userId="4fdaca64-157b-4f34-aebd-58f672b6a20c" providerId="ADAL" clId="{9B24FA50-177C-4B5A-AA10-BF89D194F6B0}" dt="2024-03-05T20:32:41.721" v="826"/>
          <ac:spMkLst>
            <pc:docMk/>
            <pc:sldMk cId="3523945655" sldId="2147474114"/>
            <ac:spMk id="20" creationId="{A565A1F0-08FD-F7F5-C384-B7D42ED6DDD0}"/>
          </ac:spMkLst>
        </pc:spChg>
        <pc:spChg chg="add del mod">
          <ac:chgData name="Cartwright, Max" userId="4fdaca64-157b-4f34-aebd-58f672b6a20c" providerId="ADAL" clId="{9B24FA50-177C-4B5A-AA10-BF89D194F6B0}" dt="2024-03-05T20:32:41.721" v="826"/>
          <ac:spMkLst>
            <pc:docMk/>
            <pc:sldMk cId="3523945655" sldId="2147474114"/>
            <ac:spMk id="21" creationId="{48676BF1-AA4D-A997-31EC-45F138BF6D8B}"/>
          </ac:spMkLst>
        </pc:spChg>
        <pc:spChg chg="add del mod">
          <ac:chgData name="Cartwright, Max" userId="4fdaca64-157b-4f34-aebd-58f672b6a20c" providerId="ADAL" clId="{9B24FA50-177C-4B5A-AA10-BF89D194F6B0}" dt="2024-03-05T20:32:41.721" v="826"/>
          <ac:spMkLst>
            <pc:docMk/>
            <pc:sldMk cId="3523945655" sldId="2147474114"/>
            <ac:spMk id="22" creationId="{79A4E605-D4B5-BCF1-B179-C2DF54A47A2F}"/>
          </ac:spMkLst>
        </pc:spChg>
        <pc:spChg chg="add del mod">
          <ac:chgData name="Cartwright, Max" userId="4fdaca64-157b-4f34-aebd-58f672b6a20c" providerId="ADAL" clId="{9B24FA50-177C-4B5A-AA10-BF89D194F6B0}" dt="2024-03-05T20:32:41.721" v="826"/>
          <ac:spMkLst>
            <pc:docMk/>
            <pc:sldMk cId="3523945655" sldId="2147474114"/>
            <ac:spMk id="23" creationId="{A3A12F99-14BE-79F5-EE39-5D7FAE91648B}"/>
          </ac:spMkLst>
        </pc:spChg>
        <pc:spChg chg="add del mod">
          <ac:chgData name="Cartwright, Max" userId="4fdaca64-157b-4f34-aebd-58f672b6a20c" providerId="ADAL" clId="{9B24FA50-177C-4B5A-AA10-BF89D194F6B0}" dt="2024-03-05T20:32:41.721" v="826"/>
          <ac:spMkLst>
            <pc:docMk/>
            <pc:sldMk cId="3523945655" sldId="2147474114"/>
            <ac:spMk id="24" creationId="{F571F88E-0F8A-56FD-577E-594670CCDADA}"/>
          </ac:spMkLst>
        </pc:spChg>
        <pc:spChg chg="add del mod">
          <ac:chgData name="Cartwright, Max" userId="4fdaca64-157b-4f34-aebd-58f672b6a20c" providerId="ADAL" clId="{9B24FA50-177C-4B5A-AA10-BF89D194F6B0}" dt="2024-03-05T20:32:41.721" v="826"/>
          <ac:spMkLst>
            <pc:docMk/>
            <pc:sldMk cId="3523945655" sldId="2147474114"/>
            <ac:spMk id="25" creationId="{C8491DE5-6772-6140-50FE-DBADB83ECABC}"/>
          </ac:spMkLst>
        </pc:spChg>
        <pc:spChg chg="add del mod">
          <ac:chgData name="Cartwright, Max" userId="4fdaca64-157b-4f34-aebd-58f672b6a20c" providerId="ADAL" clId="{9B24FA50-177C-4B5A-AA10-BF89D194F6B0}" dt="2024-03-05T20:32:41.721" v="826"/>
          <ac:spMkLst>
            <pc:docMk/>
            <pc:sldMk cId="3523945655" sldId="2147474114"/>
            <ac:spMk id="26" creationId="{BD16836C-5BA1-8520-2C2D-A116BB8C00C2}"/>
          </ac:spMkLst>
        </pc:spChg>
        <pc:spChg chg="add del mod">
          <ac:chgData name="Cartwright, Max" userId="4fdaca64-157b-4f34-aebd-58f672b6a20c" providerId="ADAL" clId="{9B24FA50-177C-4B5A-AA10-BF89D194F6B0}" dt="2024-03-05T20:32:41.721" v="826"/>
          <ac:spMkLst>
            <pc:docMk/>
            <pc:sldMk cId="3523945655" sldId="2147474114"/>
            <ac:spMk id="27" creationId="{DE91DDF4-DB27-B510-AF1E-06F6C00F91E9}"/>
          </ac:spMkLst>
        </pc:spChg>
        <pc:spChg chg="add del mod">
          <ac:chgData name="Cartwright, Max" userId="4fdaca64-157b-4f34-aebd-58f672b6a20c" providerId="ADAL" clId="{9B24FA50-177C-4B5A-AA10-BF89D194F6B0}" dt="2024-03-05T20:32:41.721" v="826"/>
          <ac:spMkLst>
            <pc:docMk/>
            <pc:sldMk cId="3523945655" sldId="2147474114"/>
            <ac:spMk id="28" creationId="{0B2D2F8A-BFB4-9C16-A027-A88751405439}"/>
          </ac:spMkLst>
        </pc:spChg>
        <pc:spChg chg="add del mod">
          <ac:chgData name="Cartwright, Max" userId="4fdaca64-157b-4f34-aebd-58f672b6a20c" providerId="ADAL" clId="{9B24FA50-177C-4B5A-AA10-BF89D194F6B0}" dt="2024-03-05T20:32:41.721" v="826"/>
          <ac:spMkLst>
            <pc:docMk/>
            <pc:sldMk cId="3523945655" sldId="2147474114"/>
            <ac:spMk id="29" creationId="{F40DEC58-0613-F715-4F28-0F66BAFB265E}"/>
          </ac:spMkLst>
        </pc:spChg>
        <pc:spChg chg="add del mod">
          <ac:chgData name="Cartwright, Max" userId="4fdaca64-157b-4f34-aebd-58f672b6a20c" providerId="ADAL" clId="{9B24FA50-177C-4B5A-AA10-BF89D194F6B0}" dt="2024-03-05T20:32:41.721" v="826"/>
          <ac:spMkLst>
            <pc:docMk/>
            <pc:sldMk cId="3523945655" sldId="2147474114"/>
            <ac:spMk id="30" creationId="{FA9F38A8-F00E-4367-406B-9662E73E5F8B}"/>
          </ac:spMkLst>
        </pc:spChg>
        <pc:spChg chg="add del mod">
          <ac:chgData name="Cartwright, Max" userId="4fdaca64-157b-4f34-aebd-58f672b6a20c" providerId="ADAL" clId="{9B24FA50-177C-4B5A-AA10-BF89D194F6B0}" dt="2024-03-05T20:32:41.721" v="826"/>
          <ac:spMkLst>
            <pc:docMk/>
            <pc:sldMk cId="3523945655" sldId="2147474114"/>
            <ac:spMk id="31" creationId="{1079B4C5-780D-FDF9-AEFB-9C208505AB53}"/>
          </ac:spMkLst>
        </pc:spChg>
        <pc:spChg chg="add del mod">
          <ac:chgData name="Cartwright, Max" userId="4fdaca64-157b-4f34-aebd-58f672b6a20c" providerId="ADAL" clId="{9B24FA50-177C-4B5A-AA10-BF89D194F6B0}" dt="2024-03-05T20:32:41.721" v="826"/>
          <ac:spMkLst>
            <pc:docMk/>
            <pc:sldMk cId="3523945655" sldId="2147474114"/>
            <ac:spMk id="192" creationId="{9DD2BDD6-1F30-95CA-5D33-B4EEE14ED62F}"/>
          </ac:spMkLst>
        </pc:spChg>
        <pc:spChg chg="add del mod">
          <ac:chgData name="Cartwright, Max" userId="4fdaca64-157b-4f34-aebd-58f672b6a20c" providerId="ADAL" clId="{9B24FA50-177C-4B5A-AA10-BF89D194F6B0}" dt="2024-03-05T20:32:41.721" v="826"/>
          <ac:spMkLst>
            <pc:docMk/>
            <pc:sldMk cId="3523945655" sldId="2147474114"/>
            <ac:spMk id="193" creationId="{69485C0D-8A60-5B68-935D-7F85EA5DA36F}"/>
          </ac:spMkLst>
        </pc:spChg>
        <pc:spChg chg="add del mod">
          <ac:chgData name="Cartwright, Max" userId="4fdaca64-157b-4f34-aebd-58f672b6a20c" providerId="ADAL" clId="{9B24FA50-177C-4B5A-AA10-BF89D194F6B0}" dt="2024-03-05T20:32:41.721" v="826"/>
          <ac:spMkLst>
            <pc:docMk/>
            <pc:sldMk cId="3523945655" sldId="2147474114"/>
            <ac:spMk id="194" creationId="{707C4B08-326B-F9A2-0BB3-E35D04481CE6}"/>
          </ac:spMkLst>
        </pc:spChg>
        <pc:spChg chg="add del mod">
          <ac:chgData name="Cartwright, Max" userId="4fdaca64-157b-4f34-aebd-58f672b6a20c" providerId="ADAL" clId="{9B24FA50-177C-4B5A-AA10-BF89D194F6B0}" dt="2024-03-05T20:32:41.721" v="826"/>
          <ac:spMkLst>
            <pc:docMk/>
            <pc:sldMk cId="3523945655" sldId="2147474114"/>
            <ac:spMk id="195" creationId="{F5940960-9607-1E6F-7FC7-930CF91423EB}"/>
          </ac:spMkLst>
        </pc:spChg>
        <pc:spChg chg="add del mod">
          <ac:chgData name="Cartwright, Max" userId="4fdaca64-157b-4f34-aebd-58f672b6a20c" providerId="ADAL" clId="{9B24FA50-177C-4B5A-AA10-BF89D194F6B0}" dt="2024-03-05T20:32:41.721" v="826"/>
          <ac:spMkLst>
            <pc:docMk/>
            <pc:sldMk cId="3523945655" sldId="2147474114"/>
            <ac:spMk id="196" creationId="{35531F81-BD30-955D-E763-A572EC34C738}"/>
          </ac:spMkLst>
        </pc:spChg>
        <pc:spChg chg="add del mod">
          <ac:chgData name="Cartwright, Max" userId="4fdaca64-157b-4f34-aebd-58f672b6a20c" providerId="ADAL" clId="{9B24FA50-177C-4B5A-AA10-BF89D194F6B0}" dt="2024-03-05T20:32:41.721" v="826"/>
          <ac:spMkLst>
            <pc:docMk/>
            <pc:sldMk cId="3523945655" sldId="2147474114"/>
            <ac:spMk id="197" creationId="{A73AE3C6-9018-9762-85D1-82F53E770383}"/>
          </ac:spMkLst>
        </pc:spChg>
        <pc:spChg chg="add del mod">
          <ac:chgData name="Cartwright, Max" userId="4fdaca64-157b-4f34-aebd-58f672b6a20c" providerId="ADAL" clId="{9B24FA50-177C-4B5A-AA10-BF89D194F6B0}" dt="2024-03-05T20:32:41.721" v="826"/>
          <ac:spMkLst>
            <pc:docMk/>
            <pc:sldMk cId="3523945655" sldId="2147474114"/>
            <ac:spMk id="198" creationId="{38FBA2AD-C927-2F3C-87B6-DC5D7BBA51B0}"/>
          </ac:spMkLst>
        </pc:spChg>
        <pc:spChg chg="add del mod">
          <ac:chgData name="Cartwright, Max" userId="4fdaca64-157b-4f34-aebd-58f672b6a20c" providerId="ADAL" clId="{9B24FA50-177C-4B5A-AA10-BF89D194F6B0}" dt="2024-03-05T20:32:41.721" v="826"/>
          <ac:spMkLst>
            <pc:docMk/>
            <pc:sldMk cId="3523945655" sldId="2147474114"/>
            <ac:spMk id="199" creationId="{6775FDC2-F7FF-D34C-31A8-2ED7E69DF353}"/>
          </ac:spMkLst>
        </pc:spChg>
        <pc:spChg chg="add del mod">
          <ac:chgData name="Cartwright, Max" userId="4fdaca64-157b-4f34-aebd-58f672b6a20c" providerId="ADAL" clId="{9B24FA50-177C-4B5A-AA10-BF89D194F6B0}" dt="2024-03-05T20:32:41.721" v="826"/>
          <ac:spMkLst>
            <pc:docMk/>
            <pc:sldMk cId="3523945655" sldId="2147474114"/>
            <ac:spMk id="200" creationId="{BC27011C-951A-F8C8-E1CE-43FC831673A6}"/>
          </ac:spMkLst>
        </pc:spChg>
        <pc:spChg chg="add del mod">
          <ac:chgData name="Cartwright, Max" userId="4fdaca64-157b-4f34-aebd-58f672b6a20c" providerId="ADAL" clId="{9B24FA50-177C-4B5A-AA10-BF89D194F6B0}" dt="2024-03-05T20:32:41.721" v="826"/>
          <ac:spMkLst>
            <pc:docMk/>
            <pc:sldMk cId="3523945655" sldId="2147474114"/>
            <ac:spMk id="201" creationId="{327207D3-D0E8-E27B-0709-427EAC069FD9}"/>
          </ac:spMkLst>
        </pc:spChg>
        <pc:spChg chg="add del mod">
          <ac:chgData name="Cartwright, Max" userId="4fdaca64-157b-4f34-aebd-58f672b6a20c" providerId="ADAL" clId="{9B24FA50-177C-4B5A-AA10-BF89D194F6B0}" dt="2024-03-05T20:32:41.721" v="826"/>
          <ac:spMkLst>
            <pc:docMk/>
            <pc:sldMk cId="3523945655" sldId="2147474114"/>
            <ac:spMk id="202" creationId="{31B6E6D3-E811-C303-D9EC-2DBCA9A18DB2}"/>
          </ac:spMkLst>
        </pc:spChg>
        <pc:spChg chg="add del mod">
          <ac:chgData name="Cartwright, Max" userId="4fdaca64-157b-4f34-aebd-58f672b6a20c" providerId="ADAL" clId="{9B24FA50-177C-4B5A-AA10-BF89D194F6B0}" dt="2024-03-05T20:32:41.721" v="826"/>
          <ac:spMkLst>
            <pc:docMk/>
            <pc:sldMk cId="3523945655" sldId="2147474114"/>
            <ac:spMk id="203" creationId="{C3800318-9BAB-8FFE-886F-7ADF7438A561}"/>
          </ac:spMkLst>
        </pc:spChg>
        <pc:spChg chg="add del mod">
          <ac:chgData name="Cartwright, Max" userId="4fdaca64-157b-4f34-aebd-58f672b6a20c" providerId="ADAL" clId="{9B24FA50-177C-4B5A-AA10-BF89D194F6B0}" dt="2024-03-05T20:32:41.721" v="826"/>
          <ac:spMkLst>
            <pc:docMk/>
            <pc:sldMk cId="3523945655" sldId="2147474114"/>
            <ac:spMk id="204" creationId="{7A4832AD-E6C0-E541-683A-3B2C514F8729}"/>
          </ac:spMkLst>
        </pc:spChg>
        <pc:spChg chg="add del mod">
          <ac:chgData name="Cartwright, Max" userId="4fdaca64-157b-4f34-aebd-58f672b6a20c" providerId="ADAL" clId="{9B24FA50-177C-4B5A-AA10-BF89D194F6B0}" dt="2024-03-05T20:32:41.721" v="826"/>
          <ac:spMkLst>
            <pc:docMk/>
            <pc:sldMk cId="3523945655" sldId="2147474114"/>
            <ac:spMk id="205" creationId="{8220CB1D-514A-DBE1-58C4-5303C17628C3}"/>
          </ac:spMkLst>
        </pc:spChg>
        <pc:spChg chg="add del mod">
          <ac:chgData name="Cartwright, Max" userId="4fdaca64-157b-4f34-aebd-58f672b6a20c" providerId="ADAL" clId="{9B24FA50-177C-4B5A-AA10-BF89D194F6B0}" dt="2024-03-05T20:32:41.721" v="826"/>
          <ac:spMkLst>
            <pc:docMk/>
            <pc:sldMk cId="3523945655" sldId="2147474114"/>
            <ac:spMk id="206" creationId="{F1482AE0-E4B1-C6F2-B73C-AD4A623224FD}"/>
          </ac:spMkLst>
        </pc:spChg>
        <pc:spChg chg="add del mod">
          <ac:chgData name="Cartwright, Max" userId="4fdaca64-157b-4f34-aebd-58f672b6a20c" providerId="ADAL" clId="{9B24FA50-177C-4B5A-AA10-BF89D194F6B0}" dt="2024-03-05T20:32:41.721" v="826"/>
          <ac:spMkLst>
            <pc:docMk/>
            <pc:sldMk cId="3523945655" sldId="2147474114"/>
            <ac:spMk id="207" creationId="{E5B45924-4468-2E75-B443-E8F537BE68A6}"/>
          </ac:spMkLst>
        </pc:spChg>
        <pc:spChg chg="add del mod">
          <ac:chgData name="Cartwright, Max" userId="4fdaca64-157b-4f34-aebd-58f672b6a20c" providerId="ADAL" clId="{9B24FA50-177C-4B5A-AA10-BF89D194F6B0}" dt="2024-03-05T20:32:41.721" v="826"/>
          <ac:spMkLst>
            <pc:docMk/>
            <pc:sldMk cId="3523945655" sldId="2147474114"/>
            <ac:spMk id="208" creationId="{A45376C6-05C3-15DE-CCF7-D86B699E15C3}"/>
          </ac:spMkLst>
        </pc:spChg>
        <pc:spChg chg="add del mod">
          <ac:chgData name="Cartwright, Max" userId="4fdaca64-157b-4f34-aebd-58f672b6a20c" providerId="ADAL" clId="{9B24FA50-177C-4B5A-AA10-BF89D194F6B0}" dt="2024-03-05T20:32:41.721" v="826"/>
          <ac:spMkLst>
            <pc:docMk/>
            <pc:sldMk cId="3523945655" sldId="2147474114"/>
            <ac:spMk id="210" creationId="{067D5CEB-2054-B64D-E21D-F521FFD43E1B}"/>
          </ac:spMkLst>
        </pc:spChg>
        <pc:spChg chg="add del mod">
          <ac:chgData name="Cartwright, Max" userId="4fdaca64-157b-4f34-aebd-58f672b6a20c" providerId="ADAL" clId="{9B24FA50-177C-4B5A-AA10-BF89D194F6B0}" dt="2024-03-05T20:32:41.721" v="826"/>
          <ac:spMkLst>
            <pc:docMk/>
            <pc:sldMk cId="3523945655" sldId="2147474114"/>
            <ac:spMk id="211" creationId="{545CC2DC-AB9F-F166-6A60-1B0019B25FA7}"/>
          </ac:spMkLst>
        </pc:spChg>
        <pc:spChg chg="add del mod">
          <ac:chgData name="Cartwright, Max" userId="4fdaca64-157b-4f34-aebd-58f672b6a20c" providerId="ADAL" clId="{9B24FA50-177C-4B5A-AA10-BF89D194F6B0}" dt="2024-03-05T20:32:41.721" v="826"/>
          <ac:spMkLst>
            <pc:docMk/>
            <pc:sldMk cId="3523945655" sldId="2147474114"/>
            <ac:spMk id="213" creationId="{A0A8DACC-8C29-102D-90D7-945A13FC6CCE}"/>
          </ac:spMkLst>
        </pc:spChg>
        <pc:spChg chg="add del mod">
          <ac:chgData name="Cartwright, Max" userId="4fdaca64-157b-4f34-aebd-58f672b6a20c" providerId="ADAL" clId="{9B24FA50-177C-4B5A-AA10-BF89D194F6B0}" dt="2024-03-05T20:32:41.721" v="826"/>
          <ac:spMkLst>
            <pc:docMk/>
            <pc:sldMk cId="3523945655" sldId="2147474114"/>
            <ac:spMk id="214" creationId="{5616AC1B-85D5-2014-DEED-7A5DB7A3B9AE}"/>
          </ac:spMkLst>
        </pc:spChg>
        <pc:spChg chg="add del mod">
          <ac:chgData name="Cartwright, Max" userId="4fdaca64-157b-4f34-aebd-58f672b6a20c" providerId="ADAL" clId="{9B24FA50-177C-4B5A-AA10-BF89D194F6B0}" dt="2024-03-05T20:32:41.721" v="826"/>
          <ac:spMkLst>
            <pc:docMk/>
            <pc:sldMk cId="3523945655" sldId="2147474114"/>
            <ac:spMk id="215" creationId="{BFD582AA-7B95-95C7-4A1A-084A23703C58}"/>
          </ac:spMkLst>
        </pc:spChg>
        <pc:spChg chg="add del mod">
          <ac:chgData name="Cartwright, Max" userId="4fdaca64-157b-4f34-aebd-58f672b6a20c" providerId="ADAL" clId="{9B24FA50-177C-4B5A-AA10-BF89D194F6B0}" dt="2024-03-05T20:32:41.721" v="826"/>
          <ac:spMkLst>
            <pc:docMk/>
            <pc:sldMk cId="3523945655" sldId="2147474114"/>
            <ac:spMk id="216" creationId="{247215D1-1608-49AD-2C72-BD7086A1F23B}"/>
          </ac:spMkLst>
        </pc:spChg>
        <pc:spChg chg="add del mod">
          <ac:chgData name="Cartwright, Max" userId="4fdaca64-157b-4f34-aebd-58f672b6a20c" providerId="ADAL" clId="{9B24FA50-177C-4B5A-AA10-BF89D194F6B0}" dt="2024-03-05T20:32:41.721" v="826"/>
          <ac:spMkLst>
            <pc:docMk/>
            <pc:sldMk cId="3523945655" sldId="2147474114"/>
            <ac:spMk id="217" creationId="{0373FAA1-AB90-0B00-55A0-72CA384262F1}"/>
          </ac:spMkLst>
        </pc:spChg>
        <pc:spChg chg="add del mod">
          <ac:chgData name="Cartwright, Max" userId="4fdaca64-157b-4f34-aebd-58f672b6a20c" providerId="ADAL" clId="{9B24FA50-177C-4B5A-AA10-BF89D194F6B0}" dt="2024-03-05T20:32:41.721" v="826"/>
          <ac:spMkLst>
            <pc:docMk/>
            <pc:sldMk cId="3523945655" sldId="2147474114"/>
            <ac:spMk id="218" creationId="{7D642801-5D2C-872B-DBB2-B38042797857}"/>
          </ac:spMkLst>
        </pc:spChg>
        <pc:spChg chg="add del mod">
          <ac:chgData name="Cartwright, Max" userId="4fdaca64-157b-4f34-aebd-58f672b6a20c" providerId="ADAL" clId="{9B24FA50-177C-4B5A-AA10-BF89D194F6B0}" dt="2024-03-05T20:32:41.721" v="826"/>
          <ac:spMkLst>
            <pc:docMk/>
            <pc:sldMk cId="3523945655" sldId="2147474114"/>
            <ac:spMk id="219" creationId="{F59F4F51-7336-4365-7769-F85C3A36E77D}"/>
          </ac:spMkLst>
        </pc:spChg>
        <pc:spChg chg="add del mod">
          <ac:chgData name="Cartwright, Max" userId="4fdaca64-157b-4f34-aebd-58f672b6a20c" providerId="ADAL" clId="{9B24FA50-177C-4B5A-AA10-BF89D194F6B0}" dt="2024-03-05T20:32:41.721" v="826"/>
          <ac:spMkLst>
            <pc:docMk/>
            <pc:sldMk cId="3523945655" sldId="2147474114"/>
            <ac:spMk id="220" creationId="{808A8730-AEEE-3BFE-DB9E-60ED592B19E0}"/>
          </ac:spMkLst>
        </pc:spChg>
        <pc:spChg chg="add del mod">
          <ac:chgData name="Cartwright, Max" userId="4fdaca64-157b-4f34-aebd-58f672b6a20c" providerId="ADAL" clId="{9B24FA50-177C-4B5A-AA10-BF89D194F6B0}" dt="2024-03-05T20:32:41.721" v="826"/>
          <ac:spMkLst>
            <pc:docMk/>
            <pc:sldMk cId="3523945655" sldId="2147474114"/>
            <ac:spMk id="221" creationId="{7D48BA03-6BEB-C801-DA4C-BA7FCCB3D42B}"/>
          </ac:spMkLst>
        </pc:spChg>
        <pc:spChg chg="add del mod">
          <ac:chgData name="Cartwright, Max" userId="4fdaca64-157b-4f34-aebd-58f672b6a20c" providerId="ADAL" clId="{9B24FA50-177C-4B5A-AA10-BF89D194F6B0}" dt="2024-03-05T20:32:41.721" v="826"/>
          <ac:spMkLst>
            <pc:docMk/>
            <pc:sldMk cId="3523945655" sldId="2147474114"/>
            <ac:spMk id="222" creationId="{29E7EAB6-60BA-434C-80D4-9E75199C9BBC}"/>
          </ac:spMkLst>
        </pc:spChg>
        <pc:spChg chg="add del mod">
          <ac:chgData name="Cartwright, Max" userId="4fdaca64-157b-4f34-aebd-58f672b6a20c" providerId="ADAL" clId="{9B24FA50-177C-4B5A-AA10-BF89D194F6B0}" dt="2024-03-05T20:32:41.721" v="826"/>
          <ac:spMkLst>
            <pc:docMk/>
            <pc:sldMk cId="3523945655" sldId="2147474114"/>
            <ac:spMk id="223" creationId="{86FA7219-ECD3-09F1-3074-E1EEE5B3DD2E}"/>
          </ac:spMkLst>
        </pc:spChg>
        <pc:spChg chg="add del mod">
          <ac:chgData name="Cartwright, Max" userId="4fdaca64-157b-4f34-aebd-58f672b6a20c" providerId="ADAL" clId="{9B24FA50-177C-4B5A-AA10-BF89D194F6B0}" dt="2024-03-05T20:32:41.721" v="826"/>
          <ac:spMkLst>
            <pc:docMk/>
            <pc:sldMk cId="3523945655" sldId="2147474114"/>
            <ac:spMk id="224" creationId="{5C8A9784-85B8-F7A4-1DCE-F9C32D0430C2}"/>
          </ac:spMkLst>
        </pc:spChg>
        <pc:spChg chg="add del mod">
          <ac:chgData name="Cartwright, Max" userId="4fdaca64-157b-4f34-aebd-58f672b6a20c" providerId="ADAL" clId="{9B24FA50-177C-4B5A-AA10-BF89D194F6B0}" dt="2024-03-05T20:32:41.721" v="826"/>
          <ac:spMkLst>
            <pc:docMk/>
            <pc:sldMk cId="3523945655" sldId="2147474114"/>
            <ac:spMk id="225" creationId="{789C6800-B5B2-C31E-8E7A-236ADB6A7611}"/>
          </ac:spMkLst>
        </pc:spChg>
        <pc:spChg chg="add del mod">
          <ac:chgData name="Cartwright, Max" userId="4fdaca64-157b-4f34-aebd-58f672b6a20c" providerId="ADAL" clId="{9B24FA50-177C-4B5A-AA10-BF89D194F6B0}" dt="2024-03-05T20:32:41.721" v="826"/>
          <ac:spMkLst>
            <pc:docMk/>
            <pc:sldMk cId="3523945655" sldId="2147474114"/>
            <ac:spMk id="226" creationId="{06931548-B82D-F1DA-735D-87EFA55CA358}"/>
          </ac:spMkLst>
        </pc:spChg>
        <pc:spChg chg="add del mod">
          <ac:chgData name="Cartwright, Max" userId="4fdaca64-157b-4f34-aebd-58f672b6a20c" providerId="ADAL" clId="{9B24FA50-177C-4B5A-AA10-BF89D194F6B0}" dt="2024-03-05T20:32:41.721" v="826"/>
          <ac:spMkLst>
            <pc:docMk/>
            <pc:sldMk cId="3523945655" sldId="2147474114"/>
            <ac:spMk id="227" creationId="{E9CB4582-1BF1-5480-A58C-04BFF7E74390}"/>
          </ac:spMkLst>
        </pc:spChg>
        <pc:spChg chg="add del mod">
          <ac:chgData name="Cartwright, Max" userId="4fdaca64-157b-4f34-aebd-58f672b6a20c" providerId="ADAL" clId="{9B24FA50-177C-4B5A-AA10-BF89D194F6B0}" dt="2024-03-05T20:32:41.721" v="826"/>
          <ac:spMkLst>
            <pc:docMk/>
            <pc:sldMk cId="3523945655" sldId="2147474114"/>
            <ac:spMk id="228" creationId="{84B72A26-55AB-4533-E0FF-F699F0484EDC}"/>
          </ac:spMkLst>
        </pc:spChg>
        <pc:spChg chg="add del mod">
          <ac:chgData name="Cartwright, Max" userId="4fdaca64-157b-4f34-aebd-58f672b6a20c" providerId="ADAL" clId="{9B24FA50-177C-4B5A-AA10-BF89D194F6B0}" dt="2024-03-05T20:32:41.721" v="826"/>
          <ac:spMkLst>
            <pc:docMk/>
            <pc:sldMk cId="3523945655" sldId="2147474114"/>
            <ac:spMk id="229" creationId="{B3BD152C-EE09-AEC7-638A-BE234B848D0F}"/>
          </ac:spMkLst>
        </pc:spChg>
        <pc:spChg chg="add del mod">
          <ac:chgData name="Cartwright, Max" userId="4fdaca64-157b-4f34-aebd-58f672b6a20c" providerId="ADAL" clId="{9B24FA50-177C-4B5A-AA10-BF89D194F6B0}" dt="2024-03-05T20:32:41.721" v="826"/>
          <ac:spMkLst>
            <pc:docMk/>
            <pc:sldMk cId="3523945655" sldId="2147474114"/>
            <ac:spMk id="230" creationId="{4E1038B7-83E5-EF44-A77B-6281704303C6}"/>
          </ac:spMkLst>
        </pc:spChg>
        <pc:spChg chg="add del mod">
          <ac:chgData name="Cartwright, Max" userId="4fdaca64-157b-4f34-aebd-58f672b6a20c" providerId="ADAL" clId="{9B24FA50-177C-4B5A-AA10-BF89D194F6B0}" dt="2024-03-05T20:32:41.721" v="826"/>
          <ac:spMkLst>
            <pc:docMk/>
            <pc:sldMk cId="3523945655" sldId="2147474114"/>
            <ac:spMk id="231" creationId="{81C7E81C-B26B-1B54-9C67-A5614ECDB198}"/>
          </ac:spMkLst>
        </pc:spChg>
        <pc:spChg chg="add del mod">
          <ac:chgData name="Cartwright, Max" userId="4fdaca64-157b-4f34-aebd-58f672b6a20c" providerId="ADAL" clId="{9B24FA50-177C-4B5A-AA10-BF89D194F6B0}" dt="2024-03-05T20:32:41.721" v="826"/>
          <ac:spMkLst>
            <pc:docMk/>
            <pc:sldMk cId="3523945655" sldId="2147474114"/>
            <ac:spMk id="232" creationId="{B8FEFEDA-695E-50F4-7590-B0EE995327E4}"/>
          </ac:spMkLst>
        </pc:spChg>
        <pc:spChg chg="add del mod">
          <ac:chgData name="Cartwright, Max" userId="4fdaca64-157b-4f34-aebd-58f672b6a20c" providerId="ADAL" clId="{9B24FA50-177C-4B5A-AA10-BF89D194F6B0}" dt="2024-03-05T20:32:41.721" v="826"/>
          <ac:spMkLst>
            <pc:docMk/>
            <pc:sldMk cId="3523945655" sldId="2147474114"/>
            <ac:spMk id="233" creationId="{8CA2FE3D-9BF3-65F1-A8AE-A11A3AF1E6C0}"/>
          </ac:spMkLst>
        </pc:spChg>
        <pc:spChg chg="add del mod">
          <ac:chgData name="Cartwright, Max" userId="4fdaca64-157b-4f34-aebd-58f672b6a20c" providerId="ADAL" clId="{9B24FA50-177C-4B5A-AA10-BF89D194F6B0}" dt="2024-03-05T20:32:47.697" v="830"/>
          <ac:spMkLst>
            <pc:docMk/>
            <pc:sldMk cId="3523945655" sldId="2147474114"/>
            <ac:spMk id="234" creationId="{E5A68C62-07B8-9187-D6EF-B2EF7E5401C8}"/>
          </ac:spMkLst>
        </pc:spChg>
        <pc:spChg chg="add del mod">
          <ac:chgData name="Cartwright, Max" userId="4fdaca64-157b-4f34-aebd-58f672b6a20c" providerId="ADAL" clId="{9B24FA50-177C-4B5A-AA10-BF89D194F6B0}" dt="2024-03-05T20:32:47.697" v="830"/>
          <ac:spMkLst>
            <pc:docMk/>
            <pc:sldMk cId="3523945655" sldId="2147474114"/>
            <ac:spMk id="235" creationId="{BDEF42E5-6024-CF1C-FFE8-41345465AF1F}"/>
          </ac:spMkLst>
        </pc:spChg>
        <pc:spChg chg="add del mod">
          <ac:chgData name="Cartwright, Max" userId="4fdaca64-157b-4f34-aebd-58f672b6a20c" providerId="ADAL" clId="{9B24FA50-177C-4B5A-AA10-BF89D194F6B0}" dt="2024-03-05T20:32:47.697" v="830"/>
          <ac:spMkLst>
            <pc:docMk/>
            <pc:sldMk cId="3523945655" sldId="2147474114"/>
            <ac:spMk id="236" creationId="{5BF2F22E-430F-DB95-4EB1-679566F100CF}"/>
          </ac:spMkLst>
        </pc:spChg>
        <pc:spChg chg="add del mod">
          <ac:chgData name="Cartwright, Max" userId="4fdaca64-157b-4f34-aebd-58f672b6a20c" providerId="ADAL" clId="{9B24FA50-177C-4B5A-AA10-BF89D194F6B0}" dt="2024-03-05T20:32:47.697" v="830"/>
          <ac:spMkLst>
            <pc:docMk/>
            <pc:sldMk cId="3523945655" sldId="2147474114"/>
            <ac:spMk id="237" creationId="{ED529113-1882-0E17-696B-AFE983077EA1}"/>
          </ac:spMkLst>
        </pc:spChg>
        <pc:spChg chg="add del mod">
          <ac:chgData name="Cartwright, Max" userId="4fdaca64-157b-4f34-aebd-58f672b6a20c" providerId="ADAL" clId="{9B24FA50-177C-4B5A-AA10-BF89D194F6B0}" dt="2024-03-05T20:32:47.697" v="830"/>
          <ac:spMkLst>
            <pc:docMk/>
            <pc:sldMk cId="3523945655" sldId="2147474114"/>
            <ac:spMk id="238" creationId="{34CE1351-B626-AA2F-2B24-CC188D30FBCC}"/>
          </ac:spMkLst>
        </pc:spChg>
        <pc:spChg chg="add del mod">
          <ac:chgData name="Cartwright, Max" userId="4fdaca64-157b-4f34-aebd-58f672b6a20c" providerId="ADAL" clId="{9B24FA50-177C-4B5A-AA10-BF89D194F6B0}" dt="2024-03-05T20:32:47.697" v="830"/>
          <ac:spMkLst>
            <pc:docMk/>
            <pc:sldMk cId="3523945655" sldId="2147474114"/>
            <ac:spMk id="239" creationId="{A011AEB7-12B7-728E-064C-84F9DE393714}"/>
          </ac:spMkLst>
        </pc:spChg>
        <pc:spChg chg="add del mod">
          <ac:chgData name="Cartwright, Max" userId="4fdaca64-157b-4f34-aebd-58f672b6a20c" providerId="ADAL" clId="{9B24FA50-177C-4B5A-AA10-BF89D194F6B0}" dt="2024-03-05T20:32:47.697" v="830"/>
          <ac:spMkLst>
            <pc:docMk/>
            <pc:sldMk cId="3523945655" sldId="2147474114"/>
            <ac:spMk id="240" creationId="{6E3BF446-AF06-3A4D-1AAD-95293EEEDC3C}"/>
          </ac:spMkLst>
        </pc:spChg>
        <pc:spChg chg="add del mod">
          <ac:chgData name="Cartwright, Max" userId="4fdaca64-157b-4f34-aebd-58f672b6a20c" providerId="ADAL" clId="{9B24FA50-177C-4B5A-AA10-BF89D194F6B0}" dt="2024-03-05T20:32:47.697" v="830"/>
          <ac:spMkLst>
            <pc:docMk/>
            <pc:sldMk cId="3523945655" sldId="2147474114"/>
            <ac:spMk id="241" creationId="{FCEA4F79-80C6-13AD-0902-1FD98EE8BB8B}"/>
          </ac:spMkLst>
        </pc:spChg>
        <pc:spChg chg="add del mod">
          <ac:chgData name="Cartwright, Max" userId="4fdaca64-157b-4f34-aebd-58f672b6a20c" providerId="ADAL" clId="{9B24FA50-177C-4B5A-AA10-BF89D194F6B0}" dt="2024-03-05T20:32:47.697" v="830"/>
          <ac:spMkLst>
            <pc:docMk/>
            <pc:sldMk cId="3523945655" sldId="2147474114"/>
            <ac:spMk id="242" creationId="{646A7CF4-0DA1-6644-99DB-50D35CB95611}"/>
          </ac:spMkLst>
        </pc:spChg>
        <pc:spChg chg="add del mod">
          <ac:chgData name="Cartwright, Max" userId="4fdaca64-157b-4f34-aebd-58f672b6a20c" providerId="ADAL" clId="{9B24FA50-177C-4B5A-AA10-BF89D194F6B0}" dt="2024-03-05T20:32:47.697" v="830"/>
          <ac:spMkLst>
            <pc:docMk/>
            <pc:sldMk cId="3523945655" sldId="2147474114"/>
            <ac:spMk id="243" creationId="{85AFD86F-593B-8875-9C23-19D37BF52B65}"/>
          </ac:spMkLst>
        </pc:spChg>
        <pc:spChg chg="add del mod">
          <ac:chgData name="Cartwright, Max" userId="4fdaca64-157b-4f34-aebd-58f672b6a20c" providerId="ADAL" clId="{9B24FA50-177C-4B5A-AA10-BF89D194F6B0}" dt="2024-03-05T20:32:47.697" v="830"/>
          <ac:spMkLst>
            <pc:docMk/>
            <pc:sldMk cId="3523945655" sldId="2147474114"/>
            <ac:spMk id="244" creationId="{399244F4-D8ED-D1C6-01BF-68E79B3C0C3F}"/>
          </ac:spMkLst>
        </pc:spChg>
        <pc:spChg chg="add del mod">
          <ac:chgData name="Cartwright, Max" userId="4fdaca64-157b-4f34-aebd-58f672b6a20c" providerId="ADAL" clId="{9B24FA50-177C-4B5A-AA10-BF89D194F6B0}" dt="2024-03-05T20:32:47.697" v="830"/>
          <ac:spMkLst>
            <pc:docMk/>
            <pc:sldMk cId="3523945655" sldId="2147474114"/>
            <ac:spMk id="245" creationId="{30733412-832D-D3AA-4D00-898BDA9BAA04}"/>
          </ac:spMkLst>
        </pc:spChg>
        <pc:spChg chg="add del mod">
          <ac:chgData name="Cartwright, Max" userId="4fdaca64-157b-4f34-aebd-58f672b6a20c" providerId="ADAL" clId="{9B24FA50-177C-4B5A-AA10-BF89D194F6B0}" dt="2024-03-05T20:32:47.697" v="830"/>
          <ac:spMkLst>
            <pc:docMk/>
            <pc:sldMk cId="3523945655" sldId="2147474114"/>
            <ac:spMk id="246" creationId="{98FA1A64-DA92-0FED-634B-1BD96FA28B6D}"/>
          </ac:spMkLst>
        </pc:spChg>
        <pc:spChg chg="add del mod">
          <ac:chgData name="Cartwright, Max" userId="4fdaca64-157b-4f34-aebd-58f672b6a20c" providerId="ADAL" clId="{9B24FA50-177C-4B5A-AA10-BF89D194F6B0}" dt="2024-03-05T20:32:47.697" v="830"/>
          <ac:spMkLst>
            <pc:docMk/>
            <pc:sldMk cId="3523945655" sldId="2147474114"/>
            <ac:spMk id="247" creationId="{57DC43B3-4686-5569-D6E6-5338BD5742BF}"/>
          </ac:spMkLst>
        </pc:spChg>
        <pc:spChg chg="add del mod">
          <ac:chgData name="Cartwright, Max" userId="4fdaca64-157b-4f34-aebd-58f672b6a20c" providerId="ADAL" clId="{9B24FA50-177C-4B5A-AA10-BF89D194F6B0}" dt="2024-03-05T20:32:47.697" v="830"/>
          <ac:spMkLst>
            <pc:docMk/>
            <pc:sldMk cId="3523945655" sldId="2147474114"/>
            <ac:spMk id="248" creationId="{906C3820-4D6D-EE47-2E88-8C4A26417632}"/>
          </ac:spMkLst>
        </pc:spChg>
        <pc:spChg chg="add del mod">
          <ac:chgData name="Cartwright, Max" userId="4fdaca64-157b-4f34-aebd-58f672b6a20c" providerId="ADAL" clId="{9B24FA50-177C-4B5A-AA10-BF89D194F6B0}" dt="2024-03-05T20:32:47.697" v="830"/>
          <ac:spMkLst>
            <pc:docMk/>
            <pc:sldMk cId="3523945655" sldId="2147474114"/>
            <ac:spMk id="249" creationId="{FE7AD0CF-01B5-FB36-EFF2-74DB72DFD469}"/>
          </ac:spMkLst>
        </pc:spChg>
        <pc:spChg chg="add del mod">
          <ac:chgData name="Cartwright, Max" userId="4fdaca64-157b-4f34-aebd-58f672b6a20c" providerId="ADAL" clId="{9B24FA50-177C-4B5A-AA10-BF89D194F6B0}" dt="2024-03-05T20:32:47.697" v="830"/>
          <ac:spMkLst>
            <pc:docMk/>
            <pc:sldMk cId="3523945655" sldId="2147474114"/>
            <ac:spMk id="250" creationId="{0D467D43-5F8C-2573-A53F-D87D3F7C0841}"/>
          </ac:spMkLst>
        </pc:spChg>
        <pc:spChg chg="add del mod">
          <ac:chgData name="Cartwright, Max" userId="4fdaca64-157b-4f34-aebd-58f672b6a20c" providerId="ADAL" clId="{9B24FA50-177C-4B5A-AA10-BF89D194F6B0}" dt="2024-03-05T20:32:47.697" v="830"/>
          <ac:spMkLst>
            <pc:docMk/>
            <pc:sldMk cId="3523945655" sldId="2147474114"/>
            <ac:spMk id="251" creationId="{3AC09E17-8521-6DD4-287A-4C4D2B3EDCF3}"/>
          </ac:spMkLst>
        </pc:spChg>
        <pc:spChg chg="add del mod">
          <ac:chgData name="Cartwright, Max" userId="4fdaca64-157b-4f34-aebd-58f672b6a20c" providerId="ADAL" clId="{9B24FA50-177C-4B5A-AA10-BF89D194F6B0}" dt="2024-03-05T20:32:47.697" v="830"/>
          <ac:spMkLst>
            <pc:docMk/>
            <pc:sldMk cId="3523945655" sldId="2147474114"/>
            <ac:spMk id="252" creationId="{2707886E-F41A-1633-6303-620262E9B5D4}"/>
          </ac:spMkLst>
        </pc:spChg>
        <pc:spChg chg="add del mod">
          <ac:chgData name="Cartwright, Max" userId="4fdaca64-157b-4f34-aebd-58f672b6a20c" providerId="ADAL" clId="{9B24FA50-177C-4B5A-AA10-BF89D194F6B0}" dt="2024-03-05T20:32:47.697" v="830"/>
          <ac:spMkLst>
            <pc:docMk/>
            <pc:sldMk cId="3523945655" sldId="2147474114"/>
            <ac:spMk id="253" creationId="{AD16ED95-808D-2942-863F-D2775051ECA4}"/>
          </ac:spMkLst>
        </pc:spChg>
        <pc:spChg chg="add del mod">
          <ac:chgData name="Cartwright, Max" userId="4fdaca64-157b-4f34-aebd-58f672b6a20c" providerId="ADAL" clId="{9B24FA50-177C-4B5A-AA10-BF89D194F6B0}" dt="2024-03-05T20:32:47.697" v="830"/>
          <ac:spMkLst>
            <pc:docMk/>
            <pc:sldMk cId="3523945655" sldId="2147474114"/>
            <ac:spMk id="254" creationId="{14DB61BA-C67E-03D0-23D8-881ABF25DABC}"/>
          </ac:spMkLst>
        </pc:spChg>
        <pc:spChg chg="add del mod">
          <ac:chgData name="Cartwright, Max" userId="4fdaca64-157b-4f34-aebd-58f672b6a20c" providerId="ADAL" clId="{9B24FA50-177C-4B5A-AA10-BF89D194F6B0}" dt="2024-03-05T20:32:47.697" v="830"/>
          <ac:spMkLst>
            <pc:docMk/>
            <pc:sldMk cId="3523945655" sldId="2147474114"/>
            <ac:spMk id="255" creationId="{78CA5269-7B83-F5EB-CE15-7DC8CF1AB9E8}"/>
          </ac:spMkLst>
        </pc:spChg>
        <pc:spChg chg="add del mod">
          <ac:chgData name="Cartwright, Max" userId="4fdaca64-157b-4f34-aebd-58f672b6a20c" providerId="ADAL" clId="{9B24FA50-177C-4B5A-AA10-BF89D194F6B0}" dt="2024-03-05T20:32:47.697" v="830"/>
          <ac:spMkLst>
            <pc:docMk/>
            <pc:sldMk cId="3523945655" sldId="2147474114"/>
            <ac:spMk id="256" creationId="{A52591BB-4C65-29BC-10A8-0E5BACF087B8}"/>
          </ac:spMkLst>
        </pc:spChg>
        <pc:spChg chg="add del mod">
          <ac:chgData name="Cartwright, Max" userId="4fdaca64-157b-4f34-aebd-58f672b6a20c" providerId="ADAL" clId="{9B24FA50-177C-4B5A-AA10-BF89D194F6B0}" dt="2024-03-05T20:32:47.697" v="830"/>
          <ac:spMkLst>
            <pc:docMk/>
            <pc:sldMk cId="3523945655" sldId="2147474114"/>
            <ac:spMk id="257" creationId="{1F5CC7E6-60A1-FD04-BBDF-A2392902EBD3}"/>
          </ac:spMkLst>
        </pc:spChg>
        <pc:spChg chg="add del mod">
          <ac:chgData name="Cartwright, Max" userId="4fdaca64-157b-4f34-aebd-58f672b6a20c" providerId="ADAL" clId="{9B24FA50-177C-4B5A-AA10-BF89D194F6B0}" dt="2024-03-05T20:32:47.697" v="830"/>
          <ac:spMkLst>
            <pc:docMk/>
            <pc:sldMk cId="3523945655" sldId="2147474114"/>
            <ac:spMk id="258" creationId="{EFF9E727-1089-B3A8-D4C5-97D113C166C9}"/>
          </ac:spMkLst>
        </pc:spChg>
        <pc:spChg chg="add del mod">
          <ac:chgData name="Cartwright, Max" userId="4fdaca64-157b-4f34-aebd-58f672b6a20c" providerId="ADAL" clId="{9B24FA50-177C-4B5A-AA10-BF89D194F6B0}" dt="2024-03-05T20:32:47.697" v="830"/>
          <ac:spMkLst>
            <pc:docMk/>
            <pc:sldMk cId="3523945655" sldId="2147474114"/>
            <ac:spMk id="259" creationId="{10AB520B-4BCA-BA9F-EDD5-B660F6994621}"/>
          </ac:spMkLst>
        </pc:spChg>
        <pc:spChg chg="add del mod">
          <ac:chgData name="Cartwright, Max" userId="4fdaca64-157b-4f34-aebd-58f672b6a20c" providerId="ADAL" clId="{9B24FA50-177C-4B5A-AA10-BF89D194F6B0}" dt="2024-03-05T20:32:47.697" v="830"/>
          <ac:spMkLst>
            <pc:docMk/>
            <pc:sldMk cId="3523945655" sldId="2147474114"/>
            <ac:spMk id="260" creationId="{75613EB2-648F-116D-F7B9-01B488C3E1C4}"/>
          </ac:spMkLst>
        </pc:spChg>
        <pc:spChg chg="add del mod">
          <ac:chgData name="Cartwright, Max" userId="4fdaca64-157b-4f34-aebd-58f672b6a20c" providerId="ADAL" clId="{9B24FA50-177C-4B5A-AA10-BF89D194F6B0}" dt="2024-03-05T20:32:47.697" v="830"/>
          <ac:spMkLst>
            <pc:docMk/>
            <pc:sldMk cId="3523945655" sldId="2147474114"/>
            <ac:spMk id="261" creationId="{2E3BBBB1-8347-3822-4868-4D091F2B2D3E}"/>
          </ac:spMkLst>
        </pc:spChg>
        <pc:spChg chg="add del mod">
          <ac:chgData name="Cartwright, Max" userId="4fdaca64-157b-4f34-aebd-58f672b6a20c" providerId="ADAL" clId="{9B24FA50-177C-4B5A-AA10-BF89D194F6B0}" dt="2024-03-05T20:32:47.697" v="830"/>
          <ac:spMkLst>
            <pc:docMk/>
            <pc:sldMk cId="3523945655" sldId="2147474114"/>
            <ac:spMk id="262" creationId="{CD69EE89-7221-7064-2E71-76E9F7524346}"/>
          </ac:spMkLst>
        </pc:spChg>
        <pc:spChg chg="add del mod">
          <ac:chgData name="Cartwright, Max" userId="4fdaca64-157b-4f34-aebd-58f672b6a20c" providerId="ADAL" clId="{9B24FA50-177C-4B5A-AA10-BF89D194F6B0}" dt="2024-03-05T20:32:47.697" v="830"/>
          <ac:spMkLst>
            <pc:docMk/>
            <pc:sldMk cId="3523945655" sldId="2147474114"/>
            <ac:spMk id="263" creationId="{1FA71A14-9C7C-9A92-D437-365B2FF77AC8}"/>
          </ac:spMkLst>
        </pc:spChg>
        <pc:spChg chg="add del mod">
          <ac:chgData name="Cartwright, Max" userId="4fdaca64-157b-4f34-aebd-58f672b6a20c" providerId="ADAL" clId="{9B24FA50-177C-4B5A-AA10-BF89D194F6B0}" dt="2024-03-05T20:32:47.697" v="830"/>
          <ac:spMkLst>
            <pc:docMk/>
            <pc:sldMk cId="3523945655" sldId="2147474114"/>
            <ac:spMk id="264" creationId="{8B59DF95-0FD4-ADA6-216A-DE3C0C7D3298}"/>
          </ac:spMkLst>
        </pc:spChg>
        <pc:spChg chg="add del mod">
          <ac:chgData name="Cartwright, Max" userId="4fdaca64-157b-4f34-aebd-58f672b6a20c" providerId="ADAL" clId="{9B24FA50-177C-4B5A-AA10-BF89D194F6B0}" dt="2024-03-05T20:32:47.697" v="830"/>
          <ac:spMkLst>
            <pc:docMk/>
            <pc:sldMk cId="3523945655" sldId="2147474114"/>
            <ac:spMk id="265" creationId="{5C68FD25-E671-4A62-C841-6D10D1CF18A4}"/>
          </ac:spMkLst>
        </pc:spChg>
        <pc:spChg chg="add del mod">
          <ac:chgData name="Cartwright, Max" userId="4fdaca64-157b-4f34-aebd-58f672b6a20c" providerId="ADAL" clId="{9B24FA50-177C-4B5A-AA10-BF89D194F6B0}" dt="2024-03-05T20:32:47.697" v="830"/>
          <ac:spMkLst>
            <pc:docMk/>
            <pc:sldMk cId="3523945655" sldId="2147474114"/>
            <ac:spMk id="266" creationId="{EC1AC967-14ED-7AAE-C7BB-5DEE8CE77338}"/>
          </ac:spMkLst>
        </pc:spChg>
        <pc:spChg chg="add del mod">
          <ac:chgData name="Cartwright, Max" userId="4fdaca64-157b-4f34-aebd-58f672b6a20c" providerId="ADAL" clId="{9B24FA50-177C-4B5A-AA10-BF89D194F6B0}" dt="2024-03-05T20:32:47.697" v="830"/>
          <ac:spMkLst>
            <pc:docMk/>
            <pc:sldMk cId="3523945655" sldId="2147474114"/>
            <ac:spMk id="267" creationId="{546A4194-CCD2-38D0-2A85-C06BC74CA1FA}"/>
          </ac:spMkLst>
        </pc:spChg>
        <pc:spChg chg="add del mod">
          <ac:chgData name="Cartwright, Max" userId="4fdaca64-157b-4f34-aebd-58f672b6a20c" providerId="ADAL" clId="{9B24FA50-177C-4B5A-AA10-BF89D194F6B0}" dt="2024-03-05T20:32:47.697" v="830"/>
          <ac:spMkLst>
            <pc:docMk/>
            <pc:sldMk cId="3523945655" sldId="2147474114"/>
            <ac:spMk id="268" creationId="{95FAAB27-6BCD-DBB9-2749-32FD86F3B3C6}"/>
          </ac:spMkLst>
        </pc:spChg>
        <pc:spChg chg="add del mod">
          <ac:chgData name="Cartwright, Max" userId="4fdaca64-157b-4f34-aebd-58f672b6a20c" providerId="ADAL" clId="{9B24FA50-177C-4B5A-AA10-BF89D194F6B0}" dt="2024-03-05T20:32:47.697" v="830"/>
          <ac:spMkLst>
            <pc:docMk/>
            <pc:sldMk cId="3523945655" sldId="2147474114"/>
            <ac:spMk id="269" creationId="{1713AAA7-B24C-E3D0-E1D7-7F5CDEDBA1B6}"/>
          </ac:spMkLst>
        </pc:spChg>
        <pc:spChg chg="add del mod">
          <ac:chgData name="Cartwright, Max" userId="4fdaca64-157b-4f34-aebd-58f672b6a20c" providerId="ADAL" clId="{9B24FA50-177C-4B5A-AA10-BF89D194F6B0}" dt="2024-03-05T20:32:47.697" v="830"/>
          <ac:spMkLst>
            <pc:docMk/>
            <pc:sldMk cId="3523945655" sldId="2147474114"/>
            <ac:spMk id="270" creationId="{51E5853C-70F6-66AB-BC18-3D724FAF39F2}"/>
          </ac:spMkLst>
        </pc:spChg>
        <pc:spChg chg="add del mod">
          <ac:chgData name="Cartwright, Max" userId="4fdaca64-157b-4f34-aebd-58f672b6a20c" providerId="ADAL" clId="{9B24FA50-177C-4B5A-AA10-BF89D194F6B0}" dt="2024-03-05T20:32:47.697" v="830"/>
          <ac:spMkLst>
            <pc:docMk/>
            <pc:sldMk cId="3523945655" sldId="2147474114"/>
            <ac:spMk id="271" creationId="{0F1521CB-B026-A1B5-3EFD-FF0308D5D78B}"/>
          </ac:spMkLst>
        </pc:spChg>
        <pc:spChg chg="add del mod">
          <ac:chgData name="Cartwright, Max" userId="4fdaca64-157b-4f34-aebd-58f672b6a20c" providerId="ADAL" clId="{9B24FA50-177C-4B5A-AA10-BF89D194F6B0}" dt="2024-03-05T20:32:47.697" v="830"/>
          <ac:spMkLst>
            <pc:docMk/>
            <pc:sldMk cId="3523945655" sldId="2147474114"/>
            <ac:spMk id="272" creationId="{A0628645-6373-2481-88DD-6B4E680F0BEF}"/>
          </ac:spMkLst>
        </pc:spChg>
        <pc:spChg chg="add del mod">
          <ac:chgData name="Cartwright, Max" userId="4fdaca64-157b-4f34-aebd-58f672b6a20c" providerId="ADAL" clId="{9B24FA50-177C-4B5A-AA10-BF89D194F6B0}" dt="2024-03-05T20:32:47.697" v="830"/>
          <ac:spMkLst>
            <pc:docMk/>
            <pc:sldMk cId="3523945655" sldId="2147474114"/>
            <ac:spMk id="273" creationId="{9BFF11EF-066B-1108-BA69-24AFC26A81B8}"/>
          </ac:spMkLst>
        </pc:spChg>
        <pc:spChg chg="add del mod">
          <ac:chgData name="Cartwright, Max" userId="4fdaca64-157b-4f34-aebd-58f672b6a20c" providerId="ADAL" clId="{9B24FA50-177C-4B5A-AA10-BF89D194F6B0}" dt="2024-03-05T20:32:47.697" v="830"/>
          <ac:spMkLst>
            <pc:docMk/>
            <pc:sldMk cId="3523945655" sldId="2147474114"/>
            <ac:spMk id="274" creationId="{D07ADB14-514F-DB79-65AA-41F45273D0EA}"/>
          </ac:spMkLst>
        </pc:spChg>
        <pc:spChg chg="add del mod">
          <ac:chgData name="Cartwright, Max" userId="4fdaca64-157b-4f34-aebd-58f672b6a20c" providerId="ADAL" clId="{9B24FA50-177C-4B5A-AA10-BF89D194F6B0}" dt="2024-03-05T20:32:47.697" v="830"/>
          <ac:spMkLst>
            <pc:docMk/>
            <pc:sldMk cId="3523945655" sldId="2147474114"/>
            <ac:spMk id="275" creationId="{593A10C9-3A82-589C-C1B7-48084730656E}"/>
          </ac:spMkLst>
        </pc:spChg>
        <pc:spChg chg="add del mod">
          <ac:chgData name="Cartwright, Max" userId="4fdaca64-157b-4f34-aebd-58f672b6a20c" providerId="ADAL" clId="{9B24FA50-177C-4B5A-AA10-BF89D194F6B0}" dt="2024-03-05T20:32:47.697" v="830"/>
          <ac:spMkLst>
            <pc:docMk/>
            <pc:sldMk cId="3523945655" sldId="2147474114"/>
            <ac:spMk id="276" creationId="{0A8A01CC-FE2F-8510-D0E9-C7207333782C}"/>
          </ac:spMkLst>
        </pc:spChg>
        <pc:spChg chg="add del mod">
          <ac:chgData name="Cartwright, Max" userId="4fdaca64-157b-4f34-aebd-58f672b6a20c" providerId="ADAL" clId="{9B24FA50-177C-4B5A-AA10-BF89D194F6B0}" dt="2024-03-05T20:32:47.697" v="830"/>
          <ac:spMkLst>
            <pc:docMk/>
            <pc:sldMk cId="3523945655" sldId="2147474114"/>
            <ac:spMk id="277" creationId="{97B5DFA8-2177-373F-E353-19DCE22FE94F}"/>
          </ac:spMkLst>
        </pc:spChg>
        <pc:spChg chg="add del mod">
          <ac:chgData name="Cartwright, Max" userId="4fdaca64-157b-4f34-aebd-58f672b6a20c" providerId="ADAL" clId="{9B24FA50-177C-4B5A-AA10-BF89D194F6B0}" dt="2024-03-05T20:32:47.697" v="830"/>
          <ac:spMkLst>
            <pc:docMk/>
            <pc:sldMk cId="3523945655" sldId="2147474114"/>
            <ac:spMk id="278" creationId="{DF812862-BDE7-3088-4E5C-611CF4412F40}"/>
          </ac:spMkLst>
        </pc:spChg>
        <pc:spChg chg="add del mod">
          <ac:chgData name="Cartwright, Max" userId="4fdaca64-157b-4f34-aebd-58f672b6a20c" providerId="ADAL" clId="{9B24FA50-177C-4B5A-AA10-BF89D194F6B0}" dt="2024-03-05T20:32:47.697" v="830"/>
          <ac:spMkLst>
            <pc:docMk/>
            <pc:sldMk cId="3523945655" sldId="2147474114"/>
            <ac:spMk id="279" creationId="{9020DD9B-28B2-733F-422F-02943FC4C73B}"/>
          </ac:spMkLst>
        </pc:spChg>
        <pc:spChg chg="add del mod">
          <ac:chgData name="Cartwright, Max" userId="4fdaca64-157b-4f34-aebd-58f672b6a20c" providerId="ADAL" clId="{9B24FA50-177C-4B5A-AA10-BF89D194F6B0}" dt="2024-03-05T20:32:47.697" v="830"/>
          <ac:spMkLst>
            <pc:docMk/>
            <pc:sldMk cId="3523945655" sldId="2147474114"/>
            <ac:spMk id="281" creationId="{57D72EA9-CCBA-BE38-6E54-CDD2949E5043}"/>
          </ac:spMkLst>
        </pc:spChg>
        <pc:spChg chg="add del mod">
          <ac:chgData name="Cartwright, Max" userId="4fdaca64-157b-4f34-aebd-58f672b6a20c" providerId="ADAL" clId="{9B24FA50-177C-4B5A-AA10-BF89D194F6B0}" dt="2024-03-05T20:32:47.697" v="830"/>
          <ac:spMkLst>
            <pc:docMk/>
            <pc:sldMk cId="3523945655" sldId="2147474114"/>
            <ac:spMk id="282" creationId="{6B5B175C-92D5-286C-F2B5-04903D02C7D0}"/>
          </ac:spMkLst>
        </pc:spChg>
        <pc:spChg chg="add del mod">
          <ac:chgData name="Cartwright, Max" userId="4fdaca64-157b-4f34-aebd-58f672b6a20c" providerId="ADAL" clId="{9B24FA50-177C-4B5A-AA10-BF89D194F6B0}" dt="2024-03-05T20:32:47.697" v="830"/>
          <ac:spMkLst>
            <pc:docMk/>
            <pc:sldMk cId="3523945655" sldId="2147474114"/>
            <ac:spMk id="283" creationId="{0C4CE678-114D-8D71-9CF0-33B6830E0700}"/>
          </ac:spMkLst>
        </pc:spChg>
        <pc:spChg chg="add del mod">
          <ac:chgData name="Cartwright, Max" userId="4fdaca64-157b-4f34-aebd-58f672b6a20c" providerId="ADAL" clId="{9B24FA50-177C-4B5A-AA10-BF89D194F6B0}" dt="2024-03-05T20:32:47.697" v="830"/>
          <ac:spMkLst>
            <pc:docMk/>
            <pc:sldMk cId="3523945655" sldId="2147474114"/>
            <ac:spMk id="284" creationId="{A8166D79-308F-9C01-5E16-DBFE731A2F6F}"/>
          </ac:spMkLst>
        </pc:spChg>
        <pc:spChg chg="add del mod">
          <ac:chgData name="Cartwright, Max" userId="4fdaca64-157b-4f34-aebd-58f672b6a20c" providerId="ADAL" clId="{9B24FA50-177C-4B5A-AA10-BF89D194F6B0}" dt="2024-03-05T20:32:47.697" v="830"/>
          <ac:spMkLst>
            <pc:docMk/>
            <pc:sldMk cId="3523945655" sldId="2147474114"/>
            <ac:spMk id="285" creationId="{A618AA8B-3C06-C7E9-AC08-520698DBC1F7}"/>
          </ac:spMkLst>
        </pc:spChg>
        <pc:spChg chg="add del mod">
          <ac:chgData name="Cartwright, Max" userId="4fdaca64-157b-4f34-aebd-58f672b6a20c" providerId="ADAL" clId="{9B24FA50-177C-4B5A-AA10-BF89D194F6B0}" dt="2024-03-05T20:32:47.697" v="830"/>
          <ac:spMkLst>
            <pc:docMk/>
            <pc:sldMk cId="3523945655" sldId="2147474114"/>
            <ac:spMk id="286" creationId="{D49C9DB0-9EF9-CEE6-B8FB-1B090A9235FD}"/>
          </ac:spMkLst>
        </pc:spChg>
        <pc:spChg chg="add del mod">
          <ac:chgData name="Cartwright, Max" userId="4fdaca64-157b-4f34-aebd-58f672b6a20c" providerId="ADAL" clId="{9B24FA50-177C-4B5A-AA10-BF89D194F6B0}" dt="2024-03-05T20:32:47.697" v="830"/>
          <ac:spMkLst>
            <pc:docMk/>
            <pc:sldMk cId="3523945655" sldId="2147474114"/>
            <ac:spMk id="287" creationId="{1B7AFDD8-341E-4848-F464-CE2FBF4A5294}"/>
          </ac:spMkLst>
        </pc:spChg>
        <pc:spChg chg="add del mod">
          <ac:chgData name="Cartwright, Max" userId="4fdaca64-157b-4f34-aebd-58f672b6a20c" providerId="ADAL" clId="{9B24FA50-177C-4B5A-AA10-BF89D194F6B0}" dt="2024-03-05T20:32:47.697" v="830"/>
          <ac:spMkLst>
            <pc:docMk/>
            <pc:sldMk cId="3523945655" sldId="2147474114"/>
            <ac:spMk id="288" creationId="{51CA5787-0992-2F4C-B977-3B80E40ECD86}"/>
          </ac:spMkLst>
        </pc:spChg>
        <pc:spChg chg="add del mod">
          <ac:chgData name="Cartwright, Max" userId="4fdaca64-157b-4f34-aebd-58f672b6a20c" providerId="ADAL" clId="{9B24FA50-177C-4B5A-AA10-BF89D194F6B0}" dt="2024-03-05T20:32:47.697" v="830"/>
          <ac:spMkLst>
            <pc:docMk/>
            <pc:sldMk cId="3523945655" sldId="2147474114"/>
            <ac:spMk id="289" creationId="{48ACE767-12F8-1C91-127D-677A2A764ED6}"/>
          </ac:spMkLst>
        </pc:spChg>
        <pc:spChg chg="add del mod">
          <ac:chgData name="Cartwright, Max" userId="4fdaca64-157b-4f34-aebd-58f672b6a20c" providerId="ADAL" clId="{9B24FA50-177C-4B5A-AA10-BF89D194F6B0}" dt="2024-03-05T20:32:47.697" v="830"/>
          <ac:spMkLst>
            <pc:docMk/>
            <pc:sldMk cId="3523945655" sldId="2147474114"/>
            <ac:spMk id="290" creationId="{4D39FB0C-0C1D-B108-DE57-4237218B1586}"/>
          </ac:spMkLst>
        </pc:spChg>
        <pc:spChg chg="add del mod">
          <ac:chgData name="Cartwright, Max" userId="4fdaca64-157b-4f34-aebd-58f672b6a20c" providerId="ADAL" clId="{9B24FA50-177C-4B5A-AA10-BF89D194F6B0}" dt="2024-03-05T20:32:47.697" v="830"/>
          <ac:spMkLst>
            <pc:docMk/>
            <pc:sldMk cId="3523945655" sldId="2147474114"/>
            <ac:spMk id="291" creationId="{6ECE5DE7-C61B-59DD-5220-40986AC542E9}"/>
          </ac:spMkLst>
        </pc:spChg>
        <pc:spChg chg="add del mod">
          <ac:chgData name="Cartwright, Max" userId="4fdaca64-157b-4f34-aebd-58f672b6a20c" providerId="ADAL" clId="{9B24FA50-177C-4B5A-AA10-BF89D194F6B0}" dt="2024-03-05T20:32:47.697" v="830"/>
          <ac:spMkLst>
            <pc:docMk/>
            <pc:sldMk cId="3523945655" sldId="2147474114"/>
            <ac:spMk id="292" creationId="{7E7421F6-67FD-4B6D-305E-3555724760C3}"/>
          </ac:spMkLst>
        </pc:spChg>
        <pc:spChg chg="add del mod">
          <ac:chgData name="Cartwright, Max" userId="4fdaca64-157b-4f34-aebd-58f672b6a20c" providerId="ADAL" clId="{9B24FA50-177C-4B5A-AA10-BF89D194F6B0}" dt="2024-03-05T20:32:47.697" v="830"/>
          <ac:spMkLst>
            <pc:docMk/>
            <pc:sldMk cId="3523945655" sldId="2147474114"/>
            <ac:spMk id="293" creationId="{5CC73A52-807D-E0A8-5DD6-54DC23B9BC88}"/>
          </ac:spMkLst>
        </pc:spChg>
        <pc:spChg chg="add del mod">
          <ac:chgData name="Cartwright, Max" userId="4fdaca64-157b-4f34-aebd-58f672b6a20c" providerId="ADAL" clId="{9B24FA50-177C-4B5A-AA10-BF89D194F6B0}" dt="2024-03-05T20:32:47.697" v="830"/>
          <ac:spMkLst>
            <pc:docMk/>
            <pc:sldMk cId="3523945655" sldId="2147474114"/>
            <ac:spMk id="294" creationId="{8FEF36B5-937F-404A-D573-12626CA728F6}"/>
          </ac:spMkLst>
        </pc:spChg>
        <pc:spChg chg="add del mod">
          <ac:chgData name="Cartwright, Max" userId="4fdaca64-157b-4f34-aebd-58f672b6a20c" providerId="ADAL" clId="{9B24FA50-177C-4B5A-AA10-BF89D194F6B0}" dt="2024-03-05T20:32:47.697" v="830"/>
          <ac:spMkLst>
            <pc:docMk/>
            <pc:sldMk cId="3523945655" sldId="2147474114"/>
            <ac:spMk id="295" creationId="{92835F98-A44C-F4C3-7DC3-1EA2265925AC}"/>
          </ac:spMkLst>
        </pc:spChg>
        <pc:spChg chg="add del mod">
          <ac:chgData name="Cartwright, Max" userId="4fdaca64-157b-4f34-aebd-58f672b6a20c" providerId="ADAL" clId="{9B24FA50-177C-4B5A-AA10-BF89D194F6B0}" dt="2024-03-05T20:32:47.697" v="830"/>
          <ac:spMkLst>
            <pc:docMk/>
            <pc:sldMk cId="3523945655" sldId="2147474114"/>
            <ac:spMk id="296" creationId="{6CEE8B23-EB91-267D-4D47-87FB26E9A6A0}"/>
          </ac:spMkLst>
        </pc:spChg>
        <pc:spChg chg="add del mod">
          <ac:chgData name="Cartwright, Max" userId="4fdaca64-157b-4f34-aebd-58f672b6a20c" providerId="ADAL" clId="{9B24FA50-177C-4B5A-AA10-BF89D194F6B0}" dt="2024-03-05T20:32:47.697" v="830"/>
          <ac:spMkLst>
            <pc:docMk/>
            <pc:sldMk cId="3523945655" sldId="2147474114"/>
            <ac:spMk id="297" creationId="{CA527C31-12F3-64F9-600A-D0B925023F64}"/>
          </ac:spMkLst>
        </pc:spChg>
        <pc:spChg chg="add del mod">
          <ac:chgData name="Cartwright, Max" userId="4fdaca64-157b-4f34-aebd-58f672b6a20c" providerId="ADAL" clId="{9B24FA50-177C-4B5A-AA10-BF89D194F6B0}" dt="2024-03-05T20:32:47.697" v="830"/>
          <ac:spMkLst>
            <pc:docMk/>
            <pc:sldMk cId="3523945655" sldId="2147474114"/>
            <ac:spMk id="298" creationId="{BBB440C9-BE38-D76A-08C6-3AD9C0C21BFD}"/>
          </ac:spMkLst>
        </pc:spChg>
        <pc:spChg chg="add del mod">
          <ac:chgData name="Cartwright, Max" userId="4fdaca64-157b-4f34-aebd-58f672b6a20c" providerId="ADAL" clId="{9B24FA50-177C-4B5A-AA10-BF89D194F6B0}" dt="2024-03-05T20:32:47.697" v="830"/>
          <ac:spMkLst>
            <pc:docMk/>
            <pc:sldMk cId="3523945655" sldId="2147474114"/>
            <ac:spMk id="299" creationId="{D3C5B414-98D6-3DE0-BEBF-4E3B030706F3}"/>
          </ac:spMkLst>
        </pc:spChg>
        <pc:spChg chg="add del mod">
          <ac:chgData name="Cartwright, Max" userId="4fdaca64-157b-4f34-aebd-58f672b6a20c" providerId="ADAL" clId="{9B24FA50-177C-4B5A-AA10-BF89D194F6B0}" dt="2024-03-05T20:32:47.697" v="830"/>
          <ac:spMkLst>
            <pc:docMk/>
            <pc:sldMk cId="3523945655" sldId="2147474114"/>
            <ac:spMk id="300" creationId="{B93C36F8-CC51-49A3-85AC-D2DD5BAB0BEF}"/>
          </ac:spMkLst>
        </pc:spChg>
        <pc:spChg chg="add del mod">
          <ac:chgData name="Cartwright, Max" userId="4fdaca64-157b-4f34-aebd-58f672b6a20c" providerId="ADAL" clId="{9B24FA50-177C-4B5A-AA10-BF89D194F6B0}" dt="2024-03-05T20:32:47.697" v="830"/>
          <ac:spMkLst>
            <pc:docMk/>
            <pc:sldMk cId="3523945655" sldId="2147474114"/>
            <ac:spMk id="301" creationId="{EDA925D7-C09F-9F22-F6D7-4E4389A5CA37}"/>
          </ac:spMkLst>
        </pc:spChg>
        <pc:spChg chg="add del mod">
          <ac:chgData name="Cartwright, Max" userId="4fdaca64-157b-4f34-aebd-58f672b6a20c" providerId="ADAL" clId="{9B24FA50-177C-4B5A-AA10-BF89D194F6B0}" dt="2024-03-05T20:32:47.697" v="830"/>
          <ac:spMkLst>
            <pc:docMk/>
            <pc:sldMk cId="3523945655" sldId="2147474114"/>
            <ac:spMk id="302" creationId="{A416BCA7-3B33-7AB9-3F99-66BBDA24810A}"/>
          </ac:spMkLst>
        </pc:spChg>
        <pc:spChg chg="add del mod">
          <ac:chgData name="Cartwright, Max" userId="4fdaca64-157b-4f34-aebd-58f672b6a20c" providerId="ADAL" clId="{9B24FA50-177C-4B5A-AA10-BF89D194F6B0}" dt="2024-03-05T20:32:47.697" v="830"/>
          <ac:spMkLst>
            <pc:docMk/>
            <pc:sldMk cId="3523945655" sldId="2147474114"/>
            <ac:spMk id="303" creationId="{4E8E4E82-E8A3-6684-D708-16A9455B31C8}"/>
          </ac:spMkLst>
        </pc:spChg>
        <pc:spChg chg="add mod">
          <ac:chgData name="Cartwright, Max" userId="4fdaca64-157b-4f34-aebd-58f672b6a20c" providerId="ADAL" clId="{9B24FA50-177C-4B5A-AA10-BF89D194F6B0}" dt="2024-03-05T20:32:47.741" v="831"/>
          <ac:spMkLst>
            <pc:docMk/>
            <pc:sldMk cId="3523945655" sldId="2147474114"/>
            <ac:spMk id="304" creationId="{D531E8A8-11CC-0521-B47A-D8884D53F6BF}"/>
          </ac:spMkLst>
        </pc:spChg>
        <pc:spChg chg="add mod">
          <ac:chgData name="Cartwright, Max" userId="4fdaca64-157b-4f34-aebd-58f672b6a20c" providerId="ADAL" clId="{9B24FA50-177C-4B5A-AA10-BF89D194F6B0}" dt="2024-03-05T20:32:47.741" v="831"/>
          <ac:spMkLst>
            <pc:docMk/>
            <pc:sldMk cId="3523945655" sldId="2147474114"/>
            <ac:spMk id="305" creationId="{5D517C40-BDDC-8A3E-3966-1C81D21DAE4D}"/>
          </ac:spMkLst>
        </pc:spChg>
        <pc:spChg chg="add mod">
          <ac:chgData name="Cartwright, Max" userId="4fdaca64-157b-4f34-aebd-58f672b6a20c" providerId="ADAL" clId="{9B24FA50-177C-4B5A-AA10-BF89D194F6B0}" dt="2024-03-05T20:32:47.741" v="831"/>
          <ac:spMkLst>
            <pc:docMk/>
            <pc:sldMk cId="3523945655" sldId="2147474114"/>
            <ac:spMk id="306" creationId="{024B0435-2CC7-DAB7-1515-8E41EED6E95F}"/>
          </ac:spMkLst>
        </pc:spChg>
        <pc:spChg chg="add mod">
          <ac:chgData name="Cartwright, Max" userId="4fdaca64-157b-4f34-aebd-58f672b6a20c" providerId="ADAL" clId="{9B24FA50-177C-4B5A-AA10-BF89D194F6B0}" dt="2024-03-05T20:32:47.741" v="831"/>
          <ac:spMkLst>
            <pc:docMk/>
            <pc:sldMk cId="3523945655" sldId="2147474114"/>
            <ac:spMk id="307" creationId="{81291CCB-B619-3A15-95AC-EC1696F0BCBB}"/>
          </ac:spMkLst>
        </pc:spChg>
        <pc:spChg chg="add mod">
          <ac:chgData name="Cartwright, Max" userId="4fdaca64-157b-4f34-aebd-58f672b6a20c" providerId="ADAL" clId="{9B24FA50-177C-4B5A-AA10-BF89D194F6B0}" dt="2024-03-05T20:32:47.741" v="831"/>
          <ac:spMkLst>
            <pc:docMk/>
            <pc:sldMk cId="3523945655" sldId="2147474114"/>
            <ac:spMk id="308" creationId="{29696E92-39D7-0B9D-FE70-9DD1279C33AA}"/>
          </ac:spMkLst>
        </pc:spChg>
        <pc:spChg chg="add mod">
          <ac:chgData name="Cartwright, Max" userId="4fdaca64-157b-4f34-aebd-58f672b6a20c" providerId="ADAL" clId="{9B24FA50-177C-4B5A-AA10-BF89D194F6B0}" dt="2024-03-05T20:32:47.741" v="831"/>
          <ac:spMkLst>
            <pc:docMk/>
            <pc:sldMk cId="3523945655" sldId="2147474114"/>
            <ac:spMk id="309" creationId="{86925113-B4FA-1755-8341-C25923B70E63}"/>
          </ac:spMkLst>
        </pc:spChg>
        <pc:spChg chg="add mod">
          <ac:chgData name="Cartwright, Max" userId="4fdaca64-157b-4f34-aebd-58f672b6a20c" providerId="ADAL" clId="{9B24FA50-177C-4B5A-AA10-BF89D194F6B0}" dt="2024-03-05T20:32:47.741" v="831"/>
          <ac:spMkLst>
            <pc:docMk/>
            <pc:sldMk cId="3523945655" sldId="2147474114"/>
            <ac:spMk id="310" creationId="{9F47040F-BE33-4531-1FA0-69D5348ACE61}"/>
          </ac:spMkLst>
        </pc:spChg>
        <pc:spChg chg="add mod">
          <ac:chgData name="Cartwright, Max" userId="4fdaca64-157b-4f34-aebd-58f672b6a20c" providerId="ADAL" clId="{9B24FA50-177C-4B5A-AA10-BF89D194F6B0}" dt="2024-03-05T20:32:47.741" v="831"/>
          <ac:spMkLst>
            <pc:docMk/>
            <pc:sldMk cId="3523945655" sldId="2147474114"/>
            <ac:spMk id="311" creationId="{BE6A4E8E-8504-AE07-D83E-29376A87F37B}"/>
          </ac:spMkLst>
        </pc:spChg>
        <pc:spChg chg="add mod">
          <ac:chgData name="Cartwright, Max" userId="4fdaca64-157b-4f34-aebd-58f672b6a20c" providerId="ADAL" clId="{9B24FA50-177C-4B5A-AA10-BF89D194F6B0}" dt="2024-03-05T20:32:47.741" v="831"/>
          <ac:spMkLst>
            <pc:docMk/>
            <pc:sldMk cId="3523945655" sldId="2147474114"/>
            <ac:spMk id="312" creationId="{232A4FCE-86D4-3273-D5D8-FF219526B9B8}"/>
          </ac:spMkLst>
        </pc:spChg>
        <pc:spChg chg="add mod">
          <ac:chgData name="Cartwright, Max" userId="4fdaca64-157b-4f34-aebd-58f672b6a20c" providerId="ADAL" clId="{9B24FA50-177C-4B5A-AA10-BF89D194F6B0}" dt="2024-03-05T20:32:47.741" v="831"/>
          <ac:spMkLst>
            <pc:docMk/>
            <pc:sldMk cId="3523945655" sldId="2147474114"/>
            <ac:spMk id="313" creationId="{7E84DFEF-44AA-2982-525A-FFB76E28755C}"/>
          </ac:spMkLst>
        </pc:spChg>
        <pc:spChg chg="add mod">
          <ac:chgData name="Cartwright, Max" userId="4fdaca64-157b-4f34-aebd-58f672b6a20c" providerId="ADAL" clId="{9B24FA50-177C-4B5A-AA10-BF89D194F6B0}" dt="2024-03-05T20:32:47.741" v="831"/>
          <ac:spMkLst>
            <pc:docMk/>
            <pc:sldMk cId="3523945655" sldId="2147474114"/>
            <ac:spMk id="314" creationId="{477EA1C1-2AB3-E4E0-DC0C-CB04328C135C}"/>
          </ac:spMkLst>
        </pc:spChg>
        <pc:spChg chg="add mod">
          <ac:chgData name="Cartwright, Max" userId="4fdaca64-157b-4f34-aebd-58f672b6a20c" providerId="ADAL" clId="{9B24FA50-177C-4B5A-AA10-BF89D194F6B0}" dt="2024-03-05T20:32:47.741" v="831"/>
          <ac:spMkLst>
            <pc:docMk/>
            <pc:sldMk cId="3523945655" sldId="2147474114"/>
            <ac:spMk id="315" creationId="{1892B16D-119C-1B48-05C7-FB9C98BA48DE}"/>
          </ac:spMkLst>
        </pc:spChg>
        <pc:spChg chg="add mod">
          <ac:chgData name="Cartwright, Max" userId="4fdaca64-157b-4f34-aebd-58f672b6a20c" providerId="ADAL" clId="{9B24FA50-177C-4B5A-AA10-BF89D194F6B0}" dt="2024-03-05T20:32:47.741" v="831"/>
          <ac:spMkLst>
            <pc:docMk/>
            <pc:sldMk cId="3523945655" sldId="2147474114"/>
            <ac:spMk id="316" creationId="{9D12E8A1-F290-2FDC-2424-8F09C251498F}"/>
          </ac:spMkLst>
        </pc:spChg>
        <pc:spChg chg="add mod">
          <ac:chgData name="Cartwright, Max" userId="4fdaca64-157b-4f34-aebd-58f672b6a20c" providerId="ADAL" clId="{9B24FA50-177C-4B5A-AA10-BF89D194F6B0}" dt="2024-03-05T20:32:47.741" v="831"/>
          <ac:spMkLst>
            <pc:docMk/>
            <pc:sldMk cId="3523945655" sldId="2147474114"/>
            <ac:spMk id="317" creationId="{CA0CD4EA-DA4B-F702-3ADE-41C5AC7B8108}"/>
          </ac:spMkLst>
        </pc:spChg>
        <pc:spChg chg="add mod">
          <ac:chgData name="Cartwright, Max" userId="4fdaca64-157b-4f34-aebd-58f672b6a20c" providerId="ADAL" clId="{9B24FA50-177C-4B5A-AA10-BF89D194F6B0}" dt="2024-03-05T20:32:47.741" v="831"/>
          <ac:spMkLst>
            <pc:docMk/>
            <pc:sldMk cId="3523945655" sldId="2147474114"/>
            <ac:spMk id="318" creationId="{B5465976-0509-C4BA-C2A0-058F58E5F794}"/>
          </ac:spMkLst>
        </pc:spChg>
        <pc:spChg chg="add mod">
          <ac:chgData name="Cartwright, Max" userId="4fdaca64-157b-4f34-aebd-58f672b6a20c" providerId="ADAL" clId="{9B24FA50-177C-4B5A-AA10-BF89D194F6B0}" dt="2024-03-05T20:32:47.741" v="831"/>
          <ac:spMkLst>
            <pc:docMk/>
            <pc:sldMk cId="3523945655" sldId="2147474114"/>
            <ac:spMk id="319" creationId="{2B3C3B9F-F17B-71DA-FC9D-22AF8F623149}"/>
          </ac:spMkLst>
        </pc:spChg>
        <pc:spChg chg="add mod">
          <ac:chgData name="Cartwright, Max" userId="4fdaca64-157b-4f34-aebd-58f672b6a20c" providerId="ADAL" clId="{9B24FA50-177C-4B5A-AA10-BF89D194F6B0}" dt="2024-03-05T20:32:47.741" v="831"/>
          <ac:spMkLst>
            <pc:docMk/>
            <pc:sldMk cId="3523945655" sldId="2147474114"/>
            <ac:spMk id="320" creationId="{8CA7E777-5187-B932-D11E-7836042EBC2D}"/>
          </ac:spMkLst>
        </pc:spChg>
        <pc:spChg chg="add mod">
          <ac:chgData name="Cartwright, Max" userId="4fdaca64-157b-4f34-aebd-58f672b6a20c" providerId="ADAL" clId="{9B24FA50-177C-4B5A-AA10-BF89D194F6B0}" dt="2024-03-05T20:32:47.741" v="831"/>
          <ac:spMkLst>
            <pc:docMk/>
            <pc:sldMk cId="3523945655" sldId="2147474114"/>
            <ac:spMk id="321" creationId="{36D14CF5-AF8D-C973-B1CC-9F6D05DA6037}"/>
          </ac:spMkLst>
        </pc:spChg>
        <pc:spChg chg="add mod">
          <ac:chgData name="Cartwright, Max" userId="4fdaca64-157b-4f34-aebd-58f672b6a20c" providerId="ADAL" clId="{9B24FA50-177C-4B5A-AA10-BF89D194F6B0}" dt="2024-03-05T20:32:47.741" v="831"/>
          <ac:spMkLst>
            <pc:docMk/>
            <pc:sldMk cId="3523945655" sldId="2147474114"/>
            <ac:spMk id="322" creationId="{3F61F620-7DA5-47E6-04EB-428C2A01E939}"/>
          </ac:spMkLst>
        </pc:spChg>
        <pc:spChg chg="add mod">
          <ac:chgData name="Cartwright, Max" userId="4fdaca64-157b-4f34-aebd-58f672b6a20c" providerId="ADAL" clId="{9B24FA50-177C-4B5A-AA10-BF89D194F6B0}" dt="2024-03-05T20:32:47.741" v="831"/>
          <ac:spMkLst>
            <pc:docMk/>
            <pc:sldMk cId="3523945655" sldId="2147474114"/>
            <ac:spMk id="323" creationId="{D27311F1-3CB0-5F94-CA66-356AB0F360E0}"/>
          </ac:spMkLst>
        </pc:spChg>
        <pc:spChg chg="add mod">
          <ac:chgData name="Cartwright, Max" userId="4fdaca64-157b-4f34-aebd-58f672b6a20c" providerId="ADAL" clId="{9B24FA50-177C-4B5A-AA10-BF89D194F6B0}" dt="2024-03-05T20:32:47.741" v="831"/>
          <ac:spMkLst>
            <pc:docMk/>
            <pc:sldMk cId="3523945655" sldId="2147474114"/>
            <ac:spMk id="324" creationId="{B7B2190F-603E-9E83-A88F-4E9E6FE00A55}"/>
          </ac:spMkLst>
        </pc:spChg>
        <pc:spChg chg="add mod">
          <ac:chgData name="Cartwright, Max" userId="4fdaca64-157b-4f34-aebd-58f672b6a20c" providerId="ADAL" clId="{9B24FA50-177C-4B5A-AA10-BF89D194F6B0}" dt="2024-03-05T20:32:47.741" v="831"/>
          <ac:spMkLst>
            <pc:docMk/>
            <pc:sldMk cId="3523945655" sldId="2147474114"/>
            <ac:spMk id="325" creationId="{3C00649E-DE39-DCA3-09D6-99EF381F09CC}"/>
          </ac:spMkLst>
        </pc:spChg>
        <pc:spChg chg="add mod">
          <ac:chgData name="Cartwright, Max" userId="4fdaca64-157b-4f34-aebd-58f672b6a20c" providerId="ADAL" clId="{9B24FA50-177C-4B5A-AA10-BF89D194F6B0}" dt="2024-03-05T20:32:47.741" v="831"/>
          <ac:spMkLst>
            <pc:docMk/>
            <pc:sldMk cId="3523945655" sldId="2147474114"/>
            <ac:spMk id="326" creationId="{C67D6B05-9D27-4305-8FEB-B4EACA8646FC}"/>
          </ac:spMkLst>
        </pc:spChg>
        <pc:spChg chg="add mod">
          <ac:chgData name="Cartwright, Max" userId="4fdaca64-157b-4f34-aebd-58f672b6a20c" providerId="ADAL" clId="{9B24FA50-177C-4B5A-AA10-BF89D194F6B0}" dt="2024-03-05T20:32:47.741" v="831"/>
          <ac:spMkLst>
            <pc:docMk/>
            <pc:sldMk cId="3523945655" sldId="2147474114"/>
            <ac:spMk id="327" creationId="{38E95529-DB80-590B-3FD1-FF4A004B4FBA}"/>
          </ac:spMkLst>
        </pc:spChg>
        <pc:spChg chg="add mod">
          <ac:chgData name="Cartwright, Max" userId="4fdaca64-157b-4f34-aebd-58f672b6a20c" providerId="ADAL" clId="{9B24FA50-177C-4B5A-AA10-BF89D194F6B0}" dt="2024-03-05T20:32:47.741" v="831"/>
          <ac:spMkLst>
            <pc:docMk/>
            <pc:sldMk cId="3523945655" sldId="2147474114"/>
            <ac:spMk id="328" creationId="{B2566398-7C2B-184F-0033-DB125E9ACA2D}"/>
          </ac:spMkLst>
        </pc:spChg>
        <pc:spChg chg="add mod">
          <ac:chgData name="Cartwright, Max" userId="4fdaca64-157b-4f34-aebd-58f672b6a20c" providerId="ADAL" clId="{9B24FA50-177C-4B5A-AA10-BF89D194F6B0}" dt="2024-03-05T20:32:47.741" v="831"/>
          <ac:spMkLst>
            <pc:docMk/>
            <pc:sldMk cId="3523945655" sldId="2147474114"/>
            <ac:spMk id="329" creationId="{9B30A15F-172B-1C46-3794-F0D95819D432}"/>
          </ac:spMkLst>
        </pc:spChg>
        <pc:spChg chg="add mod">
          <ac:chgData name="Cartwright, Max" userId="4fdaca64-157b-4f34-aebd-58f672b6a20c" providerId="ADAL" clId="{9B24FA50-177C-4B5A-AA10-BF89D194F6B0}" dt="2024-03-05T20:32:47.741" v="831"/>
          <ac:spMkLst>
            <pc:docMk/>
            <pc:sldMk cId="3523945655" sldId="2147474114"/>
            <ac:spMk id="330" creationId="{BD04655F-8A85-DC77-1C29-4F3D748E41E6}"/>
          </ac:spMkLst>
        </pc:spChg>
        <pc:spChg chg="add mod">
          <ac:chgData name="Cartwright, Max" userId="4fdaca64-157b-4f34-aebd-58f672b6a20c" providerId="ADAL" clId="{9B24FA50-177C-4B5A-AA10-BF89D194F6B0}" dt="2024-03-05T20:32:47.741" v="831"/>
          <ac:spMkLst>
            <pc:docMk/>
            <pc:sldMk cId="3523945655" sldId="2147474114"/>
            <ac:spMk id="331" creationId="{6CA81B2C-B3E1-2661-CAA6-0A0ED59B3417}"/>
          </ac:spMkLst>
        </pc:spChg>
        <pc:spChg chg="add mod">
          <ac:chgData name="Cartwright, Max" userId="4fdaca64-157b-4f34-aebd-58f672b6a20c" providerId="ADAL" clId="{9B24FA50-177C-4B5A-AA10-BF89D194F6B0}" dt="2024-03-05T20:32:47.741" v="831"/>
          <ac:spMkLst>
            <pc:docMk/>
            <pc:sldMk cId="3523945655" sldId="2147474114"/>
            <ac:spMk id="332" creationId="{718BDD80-4F97-0DC9-9EA3-2CD5DEA43354}"/>
          </ac:spMkLst>
        </pc:spChg>
        <pc:spChg chg="add mod">
          <ac:chgData name="Cartwright, Max" userId="4fdaca64-157b-4f34-aebd-58f672b6a20c" providerId="ADAL" clId="{9B24FA50-177C-4B5A-AA10-BF89D194F6B0}" dt="2024-03-05T20:32:47.741" v="831"/>
          <ac:spMkLst>
            <pc:docMk/>
            <pc:sldMk cId="3523945655" sldId="2147474114"/>
            <ac:spMk id="333" creationId="{D30F1FFF-6562-B09B-AC14-60FE73462B81}"/>
          </ac:spMkLst>
        </pc:spChg>
        <pc:spChg chg="add mod">
          <ac:chgData name="Cartwright, Max" userId="4fdaca64-157b-4f34-aebd-58f672b6a20c" providerId="ADAL" clId="{9B24FA50-177C-4B5A-AA10-BF89D194F6B0}" dt="2024-03-05T20:32:47.741" v="831"/>
          <ac:spMkLst>
            <pc:docMk/>
            <pc:sldMk cId="3523945655" sldId="2147474114"/>
            <ac:spMk id="334" creationId="{7C8DD2EA-80F4-BA66-1CCC-36E7DC1C552B}"/>
          </ac:spMkLst>
        </pc:spChg>
        <pc:spChg chg="add mod">
          <ac:chgData name="Cartwright, Max" userId="4fdaca64-157b-4f34-aebd-58f672b6a20c" providerId="ADAL" clId="{9B24FA50-177C-4B5A-AA10-BF89D194F6B0}" dt="2024-03-05T20:32:47.741" v="831"/>
          <ac:spMkLst>
            <pc:docMk/>
            <pc:sldMk cId="3523945655" sldId="2147474114"/>
            <ac:spMk id="335" creationId="{66686A8F-9BAD-F191-49D6-B223C48A8809}"/>
          </ac:spMkLst>
        </pc:spChg>
        <pc:spChg chg="add mod">
          <ac:chgData name="Cartwright, Max" userId="4fdaca64-157b-4f34-aebd-58f672b6a20c" providerId="ADAL" clId="{9B24FA50-177C-4B5A-AA10-BF89D194F6B0}" dt="2024-03-05T20:32:47.741" v="831"/>
          <ac:spMkLst>
            <pc:docMk/>
            <pc:sldMk cId="3523945655" sldId="2147474114"/>
            <ac:spMk id="336" creationId="{180A3F3E-7BC5-6FDB-1F7E-89C0EE2E51BE}"/>
          </ac:spMkLst>
        </pc:spChg>
        <pc:spChg chg="add mod">
          <ac:chgData name="Cartwright, Max" userId="4fdaca64-157b-4f34-aebd-58f672b6a20c" providerId="ADAL" clId="{9B24FA50-177C-4B5A-AA10-BF89D194F6B0}" dt="2024-03-05T20:32:47.741" v="831"/>
          <ac:spMkLst>
            <pc:docMk/>
            <pc:sldMk cId="3523945655" sldId="2147474114"/>
            <ac:spMk id="337" creationId="{5683796F-2F95-EE36-65BE-BCD77364D6E9}"/>
          </ac:spMkLst>
        </pc:spChg>
        <pc:spChg chg="add mod">
          <ac:chgData name="Cartwright, Max" userId="4fdaca64-157b-4f34-aebd-58f672b6a20c" providerId="ADAL" clId="{9B24FA50-177C-4B5A-AA10-BF89D194F6B0}" dt="2024-03-05T20:32:47.741" v="831"/>
          <ac:spMkLst>
            <pc:docMk/>
            <pc:sldMk cId="3523945655" sldId="2147474114"/>
            <ac:spMk id="338" creationId="{67930093-C043-D06D-9393-61CC8DC1BF57}"/>
          </ac:spMkLst>
        </pc:spChg>
        <pc:spChg chg="add mod">
          <ac:chgData name="Cartwright, Max" userId="4fdaca64-157b-4f34-aebd-58f672b6a20c" providerId="ADAL" clId="{9B24FA50-177C-4B5A-AA10-BF89D194F6B0}" dt="2024-03-05T20:32:47.741" v="831"/>
          <ac:spMkLst>
            <pc:docMk/>
            <pc:sldMk cId="3523945655" sldId="2147474114"/>
            <ac:spMk id="339" creationId="{8D14C0F3-66FF-8066-E831-081D3B1D2C7E}"/>
          </ac:spMkLst>
        </pc:spChg>
        <pc:spChg chg="add mod">
          <ac:chgData name="Cartwright, Max" userId="4fdaca64-157b-4f34-aebd-58f672b6a20c" providerId="ADAL" clId="{9B24FA50-177C-4B5A-AA10-BF89D194F6B0}" dt="2024-03-05T20:32:47.741" v="831"/>
          <ac:spMkLst>
            <pc:docMk/>
            <pc:sldMk cId="3523945655" sldId="2147474114"/>
            <ac:spMk id="340" creationId="{E38E8FAC-8F91-98B1-A36A-A49F8D0C5E85}"/>
          </ac:spMkLst>
        </pc:spChg>
        <pc:spChg chg="add mod">
          <ac:chgData name="Cartwright, Max" userId="4fdaca64-157b-4f34-aebd-58f672b6a20c" providerId="ADAL" clId="{9B24FA50-177C-4B5A-AA10-BF89D194F6B0}" dt="2024-03-05T20:32:47.741" v="831"/>
          <ac:spMkLst>
            <pc:docMk/>
            <pc:sldMk cId="3523945655" sldId="2147474114"/>
            <ac:spMk id="341" creationId="{D02DF3BF-E98A-E4DA-3C98-519AC48C8804}"/>
          </ac:spMkLst>
        </pc:spChg>
        <pc:spChg chg="add mod">
          <ac:chgData name="Cartwright, Max" userId="4fdaca64-157b-4f34-aebd-58f672b6a20c" providerId="ADAL" clId="{9B24FA50-177C-4B5A-AA10-BF89D194F6B0}" dt="2024-03-05T20:32:47.741" v="831"/>
          <ac:spMkLst>
            <pc:docMk/>
            <pc:sldMk cId="3523945655" sldId="2147474114"/>
            <ac:spMk id="342" creationId="{4BD46B2E-F866-286F-2816-CC84AE5D81F0}"/>
          </ac:spMkLst>
        </pc:spChg>
        <pc:spChg chg="add mod">
          <ac:chgData name="Cartwright, Max" userId="4fdaca64-157b-4f34-aebd-58f672b6a20c" providerId="ADAL" clId="{9B24FA50-177C-4B5A-AA10-BF89D194F6B0}" dt="2024-03-05T20:32:47.741" v="831"/>
          <ac:spMkLst>
            <pc:docMk/>
            <pc:sldMk cId="3523945655" sldId="2147474114"/>
            <ac:spMk id="343" creationId="{DACD6D1B-8B64-6112-1381-61CC7D5E8F5D}"/>
          </ac:spMkLst>
        </pc:spChg>
        <pc:spChg chg="add mod">
          <ac:chgData name="Cartwright, Max" userId="4fdaca64-157b-4f34-aebd-58f672b6a20c" providerId="ADAL" clId="{9B24FA50-177C-4B5A-AA10-BF89D194F6B0}" dt="2024-03-05T20:32:47.741" v="831"/>
          <ac:spMkLst>
            <pc:docMk/>
            <pc:sldMk cId="3523945655" sldId="2147474114"/>
            <ac:spMk id="344" creationId="{FA15AB65-512B-22B6-5821-72B61DAEC44E}"/>
          </ac:spMkLst>
        </pc:spChg>
        <pc:spChg chg="add mod">
          <ac:chgData name="Cartwright, Max" userId="4fdaca64-157b-4f34-aebd-58f672b6a20c" providerId="ADAL" clId="{9B24FA50-177C-4B5A-AA10-BF89D194F6B0}" dt="2024-03-05T20:32:47.741" v="831"/>
          <ac:spMkLst>
            <pc:docMk/>
            <pc:sldMk cId="3523945655" sldId="2147474114"/>
            <ac:spMk id="345" creationId="{F6DEA940-8F75-9D5A-19D5-300FA65C51BD}"/>
          </ac:spMkLst>
        </pc:spChg>
        <pc:spChg chg="add mod">
          <ac:chgData name="Cartwright, Max" userId="4fdaca64-157b-4f34-aebd-58f672b6a20c" providerId="ADAL" clId="{9B24FA50-177C-4B5A-AA10-BF89D194F6B0}" dt="2024-03-05T20:32:47.741" v="831"/>
          <ac:spMkLst>
            <pc:docMk/>
            <pc:sldMk cId="3523945655" sldId="2147474114"/>
            <ac:spMk id="346" creationId="{5DD8EF36-515C-BBCC-4175-8B8423CD1F91}"/>
          </ac:spMkLst>
        </pc:spChg>
        <pc:spChg chg="add mod">
          <ac:chgData name="Cartwright, Max" userId="4fdaca64-157b-4f34-aebd-58f672b6a20c" providerId="ADAL" clId="{9B24FA50-177C-4B5A-AA10-BF89D194F6B0}" dt="2024-03-05T20:32:47.741" v="831"/>
          <ac:spMkLst>
            <pc:docMk/>
            <pc:sldMk cId="3523945655" sldId="2147474114"/>
            <ac:spMk id="347" creationId="{71A70792-79F5-2D3C-A533-B41050A2A523}"/>
          </ac:spMkLst>
        </pc:spChg>
        <pc:spChg chg="add mod">
          <ac:chgData name="Cartwright, Max" userId="4fdaca64-157b-4f34-aebd-58f672b6a20c" providerId="ADAL" clId="{9B24FA50-177C-4B5A-AA10-BF89D194F6B0}" dt="2024-03-05T20:32:47.741" v="831"/>
          <ac:spMkLst>
            <pc:docMk/>
            <pc:sldMk cId="3523945655" sldId="2147474114"/>
            <ac:spMk id="348" creationId="{F9F9AF14-5AFA-7D85-D083-91621E464CAB}"/>
          </ac:spMkLst>
        </pc:spChg>
        <pc:spChg chg="add mod">
          <ac:chgData name="Cartwright, Max" userId="4fdaca64-157b-4f34-aebd-58f672b6a20c" providerId="ADAL" clId="{9B24FA50-177C-4B5A-AA10-BF89D194F6B0}" dt="2024-03-05T20:32:47.741" v="831"/>
          <ac:spMkLst>
            <pc:docMk/>
            <pc:sldMk cId="3523945655" sldId="2147474114"/>
            <ac:spMk id="349" creationId="{E8856FD1-9ADC-C56F-D0B1-2E42E1404F0B}"/>
          </ac:spMkLst>
        </pc:spChg>
        <pc:spChg chg="add mod">
          <ac:chgData name="Cartwright, Max" userId="4fdaca64-157b-4f34-aebd-58f672b6a20c" providerId="ADAL" clId="{9B24FA50-177C-4B5A-AA10-BF89D194F6B0}" dt="2024-03-05T20:32:47.741" v="831"/>
          <ac:spMkLst>
            <pc:docMk/>
            <pc:sldMk cId="3523945655" sldId="2147474114"/>
            <ac:spMk id="351" creationId="{CEFE4048-69A9-56E4-B383-677C211AAC43}"/>
          </ac:spMkLst>
        </pc:spChg>
        <pc:spChg chg="add mod">
          <ac:chgData name="Cartwright, Max" userId="4fdaca64-157b-4f34-aebd-58f672b6a20c" providerId="ADAL" clId="{9B24FA50-177C-4B5A-AA10-BF89D194F6B0}" dt="2024-03-05T20:32:47.741" v="831"/>
          <ac:spMkLst>
            <pc:docMk/>
            <pc:sldMk cId="3523945655" sldId="2147474114"/>
            <ac:spMk id="352" creationId="{C2EE40C4-3CDF-BC70-5C41-217B49653B40}"/>
          </ac:spMkLst>
        </pc:spChg>
        <pc:spChg chg="add mod">
          <ac:chgData name="Cartwright, Max" userId="4fdaca64-157b-4f34-aebd-58f672b6a20c" providerId="ADAL" clId="{9B24FA50-177C-4B5A-AA10-BF89D194F6B0}" dt="2024-03-05T20:32:47.741" v="831"/>
          <ac:spMkLst>
            <pc:docMk/>
            <pc:sldMk cId="3523945655" sldId="2147474114"/>
            <ac:spMk id="353" creationId="{FE453CFC-24CF-0E22-8BAA-6F0E3C6BA51F}"/>
          </ac:spMkLst>
        </pc:spChg>
        <pc:spChg chg="add mod">
          <ac:chgData name="Cartwright, Max" userId="4fdaca64-157b-4f34-aebd-58f672b6a20c" providerId="ADAL" clId="{9B24FA50-177C-4B5A-AA10-BF89D194F6B0}" dt="2024-03-05T20:32:47.741" v="831"/>
          <ac:spMkLst>
            <pc:docMk/>
            <pc:sldMk cId="3523945655" sldId="2147474114"/>
            <ac:spMk id="354" creationId="{0761662F-E5C1-B104-982D-25DE4B46C799}"/>
          </ac:spMkLst>
        </pc:spChg>
        <pc:spChg chg="add mod">
          <ac:chgData name="Cartwright, Max" userId="4fdaca64-157b-4f34-aebd-58f672b6a20c" providerId="ADAL" clId="{9B24FA50-177C-4B5A-AA10-BF89D194F6B0}" dt="2024-03-05T20:32:47.741" v="831"/>
          <ac:spMkLst>
            <pc:docMk/>
            <pc:sldMk cId="3523945655" sldId="2147474114"/>
            <ac:spMk id="355" creationId="{0DA7FE5B-FE29-DEA5-B2CC-EA4351DBA1EC}"/>
          </ac:spMkLst>
        </pc:spChg>
        <pc:spChg chg="add mod">
          <ac:chgData name="Cartwright, Max" userId="4fdaca64-157b-4f34-aebd-58f672b6a20c" providerId="ADAL" clId="{9B24FA50-177C-4B5A-AA10-BF89D194F6B0}" dt="2024-03-05T20:32:47.741" v="831"/>
          <ac:spMkLst>
            <pc:docMk/>
            <pc:sldMk cId="3523945655" sldId="2147474114"/>
            <ac:spMk id="356" creationId="{5F8DFA1E-5471-01FE-28A9-E5109AD1DC3F}"/>
          </ac:spMkLst>
        </pc:spChg>
        <pc:spChg chg="add mod">
          <ac:chgData name="Cartwright, Max" userId="4fdaca64-157b-4f34-aebd-58f672b6a20c" providerId="ADAL" clId="{9B24FA50-177C-4B5A-AA10-BF89D194F6B0}" dt="2024-03-05T20:32:47.741" v="831"/>
          <ac:spMkLst>
            <pc:docMk/>
            <pc:sldMk cId="3523945655" sldId="2147474114"/>
            <ac:spMk id="357" creationId="{069E3F40-F8AD-0B9A-7DE5-3CDEEE6CF5A4}"/>
          </ac:spMkLst>
        </pc:spChg>
        <pc:spChg chg="add mod">
          <ac:chgData name="Cartwright, Max" userId="4fdaca64-157b-4f34-aebd-58f672b6a20c" providerId="ADAL" clId="{9B24FA50-177C-4B5A-AA10-BF89D194F6B0}" dt="2024-03-05T20:32:47.741" v="831"/>
          <ac:spMkLst>
            <pc:docMk/>
            <pc:sldMk cId="3523945655" sldId="2147474114"/>
            <ac:spMk id="358" creationId="{29F35CBD-1709-85F3-CBD0-684DAB0E0FBD}"/>
          </ac:spMkLst>
        </pc:spChg>
        <pc:spChg chg="add mod">
          <ac:chgData name="Cartwright, Max" userId="4fdaca64-157b-4f34-aebd-58f672b6a20c" providerId="ADAL" clId="{9B24FA50-177C-4B5A-AA10-BF89D194F6B0}" dt="2024-03-05T20:32:47.741" v="831"/>
          <ac:spMkLst>
            <pc:docMk/>
            <pc:sldMk cId="3523945655" sldId="2147474114"/>
            <ac:spMk id="359" creationId="{B75ABA89-484E-031D-D096-F6D08B5B1C53}"/>
          </ac:spMkLst>
        </pc:spChg>
        <pc:spChg chg="add mod">
          <ac:chgData name="Cartwright, Max" userId="4fdaca64-157b-4f34-aebd-58f672b6a20c" providerId="ADAL" clId="{9B24FA50-177C-4B5A-AA10-BF89D194F6B0}" dt="2024-03-05T20:32:47.741" v="831"/>
          <ac:spMkLst>
            <pc:docMk/>
            <pc:sldMk cId="3523945655" sldId="2147474114"/>
            <ac:spMk id="360" creationId="{8C295281-78B4-BCEB-14EB-2B9ECE931E13}"/>
          </ac:spMkLst>
        </pc:spChg>
        <pc:spChg chg="add mod">
          <ac:chgData name="Cartwright, Max" userId="4fdaca64-157b-4f34-aebd-58f672b6a20c" providerId="ADAL" clId="{9B24FA50-177C-4B5A-AA10-BF89D194F6B0}" dt="2024-03-05T20:32:47.741" v="831"/>
          <ac:spMkLst>
            <pc:docMk/>
            <pc:sldMk cId="3523945655" sldId="2147474114"/>
            <ac:spMk id="361" creationId="{304A4CFE-D9B4-937E-68C1-B755C66D7880}"/>
          </ac:spMkLst>
        </pc:spChg>
        <pc:spChg chg="add mod">
          <ac:chgData name="Cartwright, Max" userId="4fdaca64-157b-4f34-aebd-58f672b6a20c" providerId="ADAL" clId="{9B24FA50-177C-4B5A-AA10-BF89D194F6B0}" dt="2024-03-05T20:32:47.741" v="831"/>
          <ac:spMkLst>
            <pc:docMk/>
            <pc:sldMk cId="3523945655" sldId="2147474114"/>
            <ac:spMk id="362" creationId="{1C6DFC72-99C1-C2E5-56A9-EB4A34138EA5}"/>
          </ac:spMkLst>
        </pc:spChg>
        <pc:spChg chg="add mod">
          <ac:chgData name="Cartwright, Max" userId="4fdaca64-157b-4f34-aebd-58f672b6a20c" providerId="ADAL" clId="{9B24FA50-177C-4B5A-AA10-BF89D194F6B0}" dt="2024-03-05T20:32:47.741" v="831"/>
          <ac:spMkLst>
            <pc:docMk/>
            <pc:sldMk cId="3523945655" sldId="2147474114"/>
            <ac:spMk id="363" creationId="{B164B875-9C99-12D0-8C37-3A772D88B09C}"/>
          </ac:spMkLst>
        </pc:spChg>
        <pc:spChg chg="add mod">
          <ac:chgData name="Cartwright, Max" userId="4fdaca64-157b-4f34-aebd-58f672b6a20c" providerId="ADAL" clId="{9B24FA50-177C-4B5A-AA10-BF89D194F6B0}" dt="2024-03-05T20:32:52.682" v="832" actId="1076"/>
          <ac:spMkLst>
            <pc:docMk/>
            <pc:sldMk cId="3523945655" sldId="2147474114"/>
            <ac:spMk id="364" creationId="{3F1F2CCA-8297-206F-0115-6ECBAB0D3A87}"/>
          </ac:spMkLst>
        </pc:spChg>
        <pc:spChg chg="add mod">
          <ac:chgData name="Cartwright, Max" userId="4fdaca64-157b-4f34-aebd-58f672b6a20c" providerId="ADAL" clId="{9B24FA50-177C-4B5A-AA10-BF89D194F6B0}" dt="2024-03-05T20:32:47.741" v="831"/>
          <ac:spMkLst>
            <pc:docMk/>
            <pc:sldMk cId="3523945655" sldId="2147474114"/>
            <ac:spMk id="365" creationId="{9B13A606-4BB2-5FEA-8882-C10D72938487}"/>
          </ac:spMkLst>
        </pc:spChg>
        <pc:spChg chg="add mod">
          <ac:chgData name="Cartwright, Max" userId="4fdaca64-157b-4f34-aebd-58f672b6a20c" providerId="ADAL" clId="{9B24FA50-177C-4B5A-AA10-BF89D194F6B0}" dt="2024-03-05T20:32:47.741" v="831"/>
          <ac:spMkLst>
            <pc:docMk/>
            <pc:sldMk cId="3523945655" sldId="2147474114"/>
            <ac:spMk id="366" creationId="{991A8AA6-874E-27EE-C63C-F2A2560EF98F}"/>
          </ac:spMkLst>
        </pc:spChg>
        <pc:spChg chg="add mod">
          <ac:chgData name="Cartwright, Max" userId="4fdaca64-157b-4f34-aebd-58f672b6a20c" providerId="ADAL" clId="{9B24FA50-177C-4B5A-AA10-BF89D194F6B0}" dt="2024-03-05T20:32:47.741" v="831"/>
          <ac:spMkLst>
            <pc:docMk/>
            <pc:sldMk cId="3523945655" sldId="2147474114"/>
            <ac:spMk id="367" creationId="{7D419612-012C-110F-C881-681915685D95}"/>
          </ac:spMkLst>
        </pc:spChg>
        <pc:spChg chg="add mod">
          <ac:chgData name="Cartwright, Max" userId="4fdaca64-157b-4f34-aebd-58f672b6a20c" providerId="ADAL" clId="{9B24FA50-177C-4B5A-AA10-BF89D194F6B0}" dt="2024-03-05T20:32:47.741" v="831"/>
          <ac:spMkLst>
            <pc:docMk/>
            <pc:sldMk cId="3523945655" sldId="2147474114"/>
            <ac:spMk id="368" creationId="{C2D70FEF-F7B4-9282-9F16-57FD3FB10443}"/>
          </ac:spMkLst>
        </pc:spChg>
        <pc:spChg chg="add mod">
          <ac:chgData name="Cartwright, Max" userId="4fdaca64-157b-4f34-aebd-58f672b6a20c" providerId="ADAL" clId="{9B24FA50-177C-4B5A-AA10-BF89D194F6B0}" dt="2024-03-05T20:32:47.741" v="831"/>
          <ac:spMkLst>
            <pc:docMk/>
            <pc:sldMk cId="3523945655" sldId="2147474114"/>
            <ac:spMk id="369" creationId="{CC9233C1-E35D-2516-5742-767EC91C628B}"/>
          </ac:spMkLst>
        </pc:spChg>
        <pc:spChg chg="add mod">
          <ac:chgData name="Cartwright, Max" userId="4fdaca64-157b-4f34-aebd-58f672b6a20c" providerId="ADAL" clId="{9B24FA50-177C-4B5A-AA10-BF89D194F6B0}" dt="2024-03-05T20:32:47.741" v="831"/>
          <ac:spMkLst>
            <pc:docMk/>
            <pc:sldMk cId="3523945655" sldId="2147474114"/>
            <ac:spMk id="370" creationId="{9C1EBCD9-5E2C-A8BB-9230-4DC050F75CFD}"/>
          </ac:spMkLst>
        </pc:spChg>
        <pc:spChg chg="add mod">
          <ac:chgData name="Cartwright, Max" userId="4fdaca64-157b-4f34-aebd-58f672b6a20c" providerId="ADAL" clId="{9B24FA50-177C-4B5A-AA10-BF89D194F6B0}" dt="2024-03-05T20:32:47.741" v="831"/>
          <ac:spMkLst>
            <pc:docMk/>
            <pc:sldMk cId="3523945655" sldId="2147474114"/>
            <ac:spMk id="371" creationId="{C73E3A3B-E864-CD7A-2B4B-3612C8D64138}"/>
          </ac:spMkLst>
        </pc:spChg>
        <pc:spChg chg="add mod">
          <ac:chgData name="Cartwright, Max" userId="4fdaca64-157b-4f34-aebd-58f672b6a20c" providerId="ADAL" clId="{9B24FA50-177C-4B5A-AA10-BF89D194F6B0}" dt="2024-03-05T20:32:47.741" v="831"/>
          <ac:spMkLst>
            <pc:docMk/>
            <pc:sldMk cId="3523945655" sldId="2147474114"/>
            <ac:spMk id="372" creationId="{98946D77-EE29-1803-0EEB-6B4F4A1E44C5}"/>
          </ac:spMkLst>
        </pc:spChg>
        <pc:spChg chg="add mod">
          <ac:chgData name="Cartwright, Max" userId="4fdaca64-157b-4f34-aebd-58f672b6a20c" providerId="ADAL" clId="{9B24FA50-177C-4B5A-AA10-BF89D194F6B0}" dt="2024-03-05T20:32:47.741" v="831"/>
          <ac:spMkLst>
            <pc:docMk/>
            <pc:sldMk cId="3523945655" sldId="2147474114"/>
            <ac:spMk id="373" creationId="{010A4934-742F-E863-B9F0-213562248504}"/>
          </ac:spMkLst>
        </pc:spChg>
        <pc:cxnChg chg="add del mod">
          <ac:chgData name="Cartwright, Max" userId="4fdaca64-157b-4f34-aebd-58f672b6a20c" providerId="ADAL" clId="{9B24FA50-177C-4B5A-AA10-BF89D194F6B0}" dt="2024-03-05T20:32:41.721" v="826"/>
          <ac:cxnSpMkLst>
            <pc:docMk/>
            <pc:sldMk cId="3523945655" sldId="2147474114"/>
            <ac:cxnSpMk id="209" creationId="{6570D010-10F5-D64A-9A20-333F23B2341E}"/>
          </ac:cxnSpMkLst>
        </pc:cxnChg>
        <pc:cxnChg chg="add del mod">
          <ac:chgData name="Cartwright, Max" userId="4fdaca64-157b-4f34-aebd-58f672b6a20c" providerId="ADAL" clId="{9B24FA50-177C-4B5A-AA10-BF89D194F6B0}" dt="2024-03-05T20:32:47.697" v="830"/>
          <ac:cxnSpMkLst>
            <pc:docMk/>
            <pc:sldMk cId="3523945655" sldId="2147474114"/>
            <ac:cxnSpMk id="280" creationId="{B801B8EF-5D66-F376-49BA-E77AF2753BCB}"/>
          </ac:cxnSpMkLst>
        </pc:cxnChg>
        <pc:cxnChg chg="add mod">
          <ac:chgData name="Cartwright, Max" userId="4fdaca64-157b-4f34-aebd-58f672b6a20c" providerId="ADAL" clId="{9B24FA50-177C-4B5A-AA10-BF89D194F6B0}" dt="2024-03-05T20:32:47.741" v="831"/>
          <ac:cxnSpMkLst>
            <pc:docMk/>
            <pc:sldMk cId="3523945655" sldId="2147474114"/>
            <ac:cxnSpMk id="350" creationId="{2B05C5B3-45B2-15A7-6F15-C7F4EC432E08}"/>
          </ac:cxnSpMkLst>
        </pc:cxnChg>
      </pc:sldChg>
      <pc:sldChg chg="addSp delSp modSp add mod">
        <pc:chgData name="Cartwright, Max" userId="4fdaca64-157b-4f34-aebd-58f672b6a20c" providerId="ADAL" clId="{9B24FA50-177C-4B5A-AA10-BF89D194F6B0}" dt="2024-03-05T20:46:34.067" v="985"/>
        <pc:sldMkLst>
          <pc:docMk/>
          <pc:sldMk cId="3753178280" sldId="2147474115"/>
        </pc:sldMkLst>
        <pc:spChg chg="del">
          <ac:chgData name="Cartwright, Max" userId="4fdaca64-157b-4f34-aebd-58f672b6a20c" providerId="ADAL" clId="{9B24FA50-177C-4B5A-AA10-BF89D194F6B0}" dt="2024-03-05T20:33:15.440" v="834" actId="478"/>
          <ac:spMkLst>
            <pc:docMk/>
            <pc:sldMk cId="3753178280" sldId="2147474115"/>
            <ac:spMk id="3" creationId="{D55919F0-CF74-0672-208A-AF105C584388}"/>
          </ac:spMkLst>
        </pc:spChg>
        <pc:spChg chg="add del mod">
          <ac:chgData name="Cartwright, Max" userId="4fdaca64-157b-4f34-aebd-58f672b6a20c" providerId="ADAL" clId="{9B24FA50-177C-4B5A-AA10-BF89D194F6B0}" dt="2024-03-05T20:33:17.117" v="835" actId="478"/>
          <ac:spMkLst>
            <pc:docMk/>
            <pc:sldMk cId="3753178280" sldId="2147474115"/>
            <ac:spMk id="4" creationId="{FC78ED61-E9B1-DB23-3AB7-CCA05DCD8575}"/>
          </ac:spMkLst>
        </pc:spChg>
        <pc:spChg chg="add del mod">
          <ac:chgData name="Cartwright, Max" userId="4fdaca64-157b-4f34-aebd-58f672b6a20c" providerId="ADAL" clId="{9B24FA50-177C-4B5A-AA10-BF89D194F6B0}" dt="2024-03-05T20:33:22.218" v="837"/>
          <ac:spMkLst>
            <pc:docMk/>
            <pc:sldMk cId="3753178280" sldId="2147474115"/>
            <ac:spMk id="5" creationId="{2890D7BD-112B-474A-E028-CE743063016C}"/>
          </ac:spMkLst>
        </pc:spChg>
        <pc:spChg chg="add del mod">
          <ac:chgData name="Cartwright, Max" userId="4fdaca64-157b-4f34-aebd-58f672b6a20c" providerId="ADAL" clId="{9B24FA50-177C-4B5A-AA10-BF89D194F6B0}" dt="2024-03-05T20:33:22.218" v="837"/>
          <ac:spMkLst>
            <pc:docMk/>
            <pc:sldMk cId="3753178280" sldId="2147474115"/>
            <ac:spMk id="6" creationId="{19E6155F-4BB6-2782-3724-E25672AB9EB1}"/>
          </ac:spMkLst>
        </pc:spChg>
        <pc:spChg chg="add del mod">
          <ac:chgData name="Cartwright, Max" userId="4fdaca64-157b-4f34-aebd-58f672b6a20c" providerId="ADAL" clId="{9B24FA50-177C-4B5A-AA10-BF89D194F6B0}" dt="2024-03-05T20:33:22.218" v="837"/>
          <ac:spMkLst>
            <pc:docMk/>
            <pc:sldMk cId="3753178280" sldId="2147474115"/>
            <ac:spMk id="7" creationId="{C9ED54BC-58B9-6EC1-FF3F-E7B411834EDE}"/>
          </ac:spMkLst>
        </pc:spChg>
        <pc:spChg chg="add del mod">
          <ac:chgData name="Cartwright, Max" userId="4fdaca64-157b-4f34-aebd-58f672b6a20c" providerId="ADAL" clId="{9B24FA50-177C-4B5A-AA10-BF89D194F6B0}" dt="2024-03-05T20:33:22.218" v="837"/>
          <ac:spMkLst>
            <pc:docMk/>
            <pc:sldMk cId="3753178280" sldId="2147474115"/>
            <ac:spMk id="8" creationId="{37F310E2-B362-CE88-17CC-9AF442509F47}"/>
          </ac:spMkLst>
        </pc:spChg>
        <pc:spChg chg="add del mod">
          <ac:chgData name="Cartwright, Max" userId="4fdaca64-157b-4f34-aebd-58f672b6a20c" providerId="ADAL" clId="{9B24FA50-177C-4B5A-AA10-BF89D194F6B0}" dt="2024-03-05T20:33:22.218" v="837"/>
          <ac:spMkLst>
            <pc:docMk/>
            <pc:sldMk cId="3753178280" sldId="2147474115"/>
            <ac:spMk id="9" creationId="{AA9ABFA2-3976-D3FB-DDC5-2281164CBDBF}"/>
          </ac:spMkLst>
        </pc:spChg>
        <pc:spChg chg="add del mod">
          <ac:chgData name="Cartwright, Max" userId="4fdaca64-157b-4f34-aebd-58f672b6a20c" providerId="ADAL" clId="{9B24FA50-177C-4B5A-AA10-BF89D194F6B0}" dt="2024-03-05T20:33:22.218" v="837"/>
          <ac:spMkLst>
            <pc:docMk/>
            <pc:sldMk cId="3753178280" sldId="2147474115"/>
            <ac:spMk id="10" creationId="{12F6DF1E-2744-7019-D1F4-8D922D68BFEA}"/>
          </ac:spMkLst>
        </pc:spChg>
        <pc:spChg chg="add del mod">
          <ac:chgData name="Cartwright, Max" userId="4fdaca64-157b-4f34-aebd-58f672b6a20c" providerId="ADAL" clId="{9B24FA50-177C-4B5A-AA10-BF89D194F6B0}" dt="2024-03-05T20:33:22.218" v="837"/>
          <ac:spMkLst>
            <pc:docMk/>
            <pc:sldMk cId="3753178280" sldId="2147474115"/>
            <ac:spMk id="11" creationId="{B9C3E3A0-41DC-52AE-61A0-735E846A975D}"/>
          </ac:spMkLst>
        </pc:spChg>
        <pc:spChg chg="add del mod">
          <ac:chgData name="Cartwright, Max" userId="4fdaca64-157b-4f34-aebd-58f672b6a20c" providerId="ADAL" clId="{9B24FA50-177C-4B5A-AA10-BF89D194F6B0}" dt="2024-03-05T20:33:22.218" v="837"/>
          <ac:spMkLst>
            <pc:docMk/>
            <pc:sldMk cId="3753178280" sldId="2147474115"/>
            <ac:spMk id="12" creationId="{873703F2-A1B2-214C-937F-7C998384314E}"/>
          </ac:spMkLst>
        </pc:spChg>
        <pc:spChg chg="add del mod">
          <ac:chgData name="Cartwright, Max" userId="4fdaca64-157b-4f34-aebd-58f672b6a20c" providerId="ADAL" clId="{9B24FA50-177C-4B5A-AA10-BF89D194F6B0}" dt="2024-03-05T20:33:22.218" v="837"/>
          <ac:spMkLst>
            <pc:docMk/>
            <pc:sldMk cId="3753178280" sldId="2147474115"/>
            <ac:spMk id="13" creationId="{4A6D3F53-325F-2233-AF8F-377CDC2FD361}"/>
          </ac:spMkLst>
        </pc:spChg>
        <pc:spChg chg="add del mod">
          <ac:chgData name="Cartwright, Max" userId="4fdaca64-157b-4f34-aebd-58f672b6a20c" providerId="ADAL" clId="{9B24FA50-177C-4B5A-AA10-BF89D194F6B0}" dt="2024-03-05T20:33:22.218" v="837"/>
          <ac:spMkLst>
            <pc:docMk/>
            <pc:sldMk cId="3753178280" sldId="2147474115"/>
            <ac:spMk id="14" creationId="{DE97835E-19C1-160D-6838-1713ED8F3333}"/>
          </ac:spMkLst>
        </pc:spChg>
        <pc:spChg chg="add del mod">
          <ac:chgData name="Cartwright, Max" userId="4fdaca64-157b-4f34-aebd-58f672b6a20c" providerId="ADAL" clId="{9B24FA50-177C-4B5A-AA10-BF89D194F6B0}" dt="2024-03-05T20:33:22.218" v="837"/>
          <ac:spMkLst>
            <pc:docMk/>
            <pc:sldMk cId="3753178280" sldId="2147474115"/>
            <ac:spMk id="15" creationId="{43B5B5CD-6D57-0535-7BFD-76191F57DE3F}"/>
          </ac:spMkLst>
        </pc:spChg>
        <pc:spChg chg="add del mod">
          <ac:chgData name="Cartwright, Max" userId="4fdaca64-157b-4f34-aebd-58f672b6a20c" providerId="ADAL" clId="{9B24FA50-177C-4B5A-AA10-BF89D194F6B0}" dt="2024-03-05T20:33:22.218" v="837"/>
          <ac:spMkLst>
            <pc:docMk/>
            <pc:sldMk cId="3753178280" sldId="2147474115"/>
            <ac:spMk id="16" creationId="{CB2E10E0-695D-E9AD-F82F-CC69DBAEE427}"/>
          </ac:spMkLst>
        </pc:spChg>
        <pc:spChg chg="add del mod">
          <ac:chgData name="Cartwright, Max" userId="4fdaca64-157b-4f34-aebd-58f672b6a20c" providerId="ADAL" clId="{9B24FA50-177C-4B5A-AA10-BF89D194F6B0}" dt="2024-03-05T20:33:22.218" v="837"/>
          <ac:spMkLst>
            <pc:docMk/>
            <pc:sldMk cId="3753178280" sldId="2147474115"/>
            <ac:spMk id="17" creationId="{EAD697FA-131F-01EC-327C-B30BB2FD7844}"/>
          </ac:spMkLst>
        </pc:spChg>
        <pc:spChg chg="add del mod">
          <ac:chgData name="Cartwright, Max" userId="4fdaca64-157b-4f34-aebd-58f672b6a20c" providerId="ADAL" clId="{9B24FA50-177C-4B5A-AA10-BF89D194F6B0}" dt="2024-03-05T20:33:22.218" v="837"/>
          <ac:spMkLst>
            <pc:docMk/>
            <pc:sldMk cId="3753178280" sldId="2147474115"/>
            <ac:spMk id="18" creationId="{6EE0E8CE-ED7D-1CA9-97F5-3BACC5DED5FF}"/>
          </ac:spMkLst>
        </pc:spChg>
        <pc:spChg chg="add del mod">
          <ac:chgData name="Cartwright, Max" userId="4fdaca64-157b-4f34-aebd-58f672b6a20c" providerId="ADAL" clId="{9B24FA50-177C-4B5A-AA10-BF89D194F6B0}" dt="2024-03-05T20:33:22.218" v="837"/>
          <ac:spMkLst>
            <pc:docMk/>
            <pc:sldMk cId="3753178280" sldId="2147474115"/>
            <ac:spMk id="19" creationId="{9FEB06FA-7EF1-15E1-7F6A-A94F7CC78092}"/>
          </ac:spMkLst>
        </pc:spChg>
        <pc:spChg chg="add del mod">
          <ac:chgData name="Cartwright, Max" userId="4fdaca64-157b-4f34-aebd-58f672b6a20c" providerId="ADAL" clId="{9B24FA50-177C-4B5A-AA10-BF89D194F6B0}" dt="2024-03-05T20:33:22.218" v="837"/>
          <ac:spMkLst>
            <pc:docMk/>
            <pc:sldMk cId="3753178280" sldId="2147474115"/>
            <ac:spMk id="20" creationId="{810FCE2A-04F5-55C6-014B-02E43DE9CD92}"/>
          </ac:spMkLst>
        </pc:spChg>
        <pc:spChg chg="add del mod">
          <ac:chgData name="Cartwright, Max" userId="4fdaca64-157b-4f34-aebd-58f672b6a20c" providerId="ADAL" clId="{9B24FA50-177C-4B5A-AA10-BF89D194F6B0}" dt="2024-03-05T20:33:22.218" v="837"/>
          <ac:spMkLst>
            <pc:docMk/>
            <pc:sldMk cId="3753178280" sldId="2147474115"/>
            <ac:spMk id="21" creationId="{9652B405-86DC-7666-C44B-74B0D53E83AE}"/>
          </ac:spMkLst>
        </pc:spChg>
        <pc:spChg chg="add del mod">
          <ac:chgData name="Cartwright, Max" userId="4fdaca64-157b-4f34-aebd-58f672b6a20c" providerId="ADAL" clId="{9B24FA50-177C-4B5A-AA10-BF89D194F6B0}" dt="2024-03-05T20:33:22.218" v="837"/>
          <ac:spMkLst>
            <pc:docMk/>
            <pc:sldMk cId="3753178280" sldId="2147474115"/>
            <ac:spMk id="22" creationId="{CA3225A8-2ECE-0E8B-EE0C-DDF972912FF0}"/>
          </ac:spMkLst>
        </pc:spChg>
        <pc:spChg chg="add del mod">
          <ac:chgData name="Cartwright, Max" userId="4fdaca64-157b-4f34-aebd-58f672b6a20c" providerId="ADAL" clId="{9B24FA50-177C-4B5A-AA10-BF89D194F6B0}" dt="2024-03-05T20:33:22.218" v="837"/>
          <ac:spMkLst>
            <pc:docMk/>
            <pc:sldMk cId="3753178280" sldId="2147474115"/>
            <ac:spMk id="23" creationId="{FB43991A-D79D-9E8E-B7AF-B2B0F44D6F40}"/>
          </ac:spMkLst>
        </pc:spChg>
        <pc:spChg chg="add del mod">
          <ac:chgData name="Cartwright, Max" userId="4fdaca64-157b-4f34-aebd-58f672b6a20c" providerId="ADAL" clId="{9B24FA50-177C-4B5A-AA10-BF89D194F6B0}" dt="2024-03-05T20:33:22.218" v="837"/>
          <ac:spMkLst>
            <pc:docMk/>
            <pc:sldMk cId="3753178280" sldId="2147474115"/>
            <ac:spMk id="24" creationId="{81FC8428-42BF-E0D4-D0D8-086FC25A818E}"/>
          </ac:spMkLst>
        </pc:spChg>
        <pc:spChg chg="add del mod">
          <ac:chgData name="Cartwright, Max" userId="4fdaca64-157b-4f34-aebd-58f672b6a20c" providerId="ADAL" clId="{9B24FA50-177C-4B5A-AA10-BF89D194F6B0}" dt="2024-03-05T20:33:22.218" v="837"/>
          <ac:spMkLst>
            <pc:docMk/>
            <pc:sldMk cId="3753178280" sldId="2147474115"/>
            <ac:spMk id="25" creationId="{D676F70F-A316-19C8-6276-87CA1190B0BC}"/>
          </ac:spMkLst>
        </pc:spChg>
        <pc:spChg chg="add del mod">
          <ac:chgData name="Cartwright, Max" userId="4fdaca64-157b-4f34-aebd-58f672b6a20c" providerId="ADAL" clId="{9B24FA50-177C-4B5A-AA10-BF89D194F6B0}" dt="2024-03-05T20:33:22.218" v="837"/>
          <ac:spMkLst>
            <pc:docMk/>
            <pc:sldMk cId="3753178280" sldId="2147474115"/>
            <ac:spMk id="26" creationId="{8FF3FD2E-0F61-034B-2AA0-C7846C5CD421}"/>
          </ac:spMkLst>
        </pc:spChg>
        <pc:spChg chg="add del mod">
          <ac:chgData name="Cartwright, Max" userId="4fdaca64-157b-4f34-aebd-58f672b6a20c" providerId="ADAL" clId="{9B24FA50-177C-4B5A-AA10-BF89D194F6B0}" dt="2024-03-05T20:33:22.218" v="837"/>
          <ac:spMkLst>
            <pc:docMk/>
            <pc:sldMk cId="3753178280" sldId="2147474115"/>
            <ac:spMk id="27" creationId="{9E13F2C6-8635-86A5-44C2-DF89D96772AC}"/>
          </ac:spMkLst>
        </pc:spChg>
        <pc:spChg chg="add del mod">
          <ac:chgData name="Cartwright, Max" userId="4fdaca64-157b-4f34-aebd-58f672b6a20c" providerId="ADAL" clId="{9B24FA50-177C-4B5A-AA10-BF89D194F6B0}" dt="2024-03-05T20:33:22.218" v="837"/>
          <ac:spMkLst>
            <pc:docMk/>
            <pc:sldMk cId="3753178280" sldId="2147474115"/>
            <ac:spMk id="28" creationId="{63E07E6B-92EC-6E5A-180D-CDCA44215498}"/>
          </ac:spMkLst>
        </pc:spChg>
        <pc:spChg chg="add del mod">
          <ac:chgData name="Cartwright, Max" userId="4fdaca64-157b-4f34-aebd-58f672b6a20c" providerId="ADAL" clId="{9B24FA50-177C-4B5A-AA10-BF89D194F6B0}" dt="2024-03-05T20:33:22.218" v="837"/>
          <ac:spMkLst>
            <pc:docMk/>
            <pc:sldMk cId="3753178280" sldId="2147474115"/>
            <ac:spMk id="29" creationId="{4519E3EA-7329-18BE-BA12-E21E78EA397C}"/>
          </ac:spMkLst>
        </pc:spChg>
        <pc:spChg chg="mod">
          <ac:chgData name="Cartwright, Max" userId="4fdaca64-157b-4f34-aebd-58f672b6a20c" providerId="ADAL" clId="{9B24FA50-177C-4B5A-AA10-BF89D194F6B0}" dt="2024-03-05T20:33:18.589" v="836"/>
          <ac:spMkLst>
            <pc:docMk/>
            <pc:sldMk cId="3753178280" sldId="2147474115"/>
            <ac:spMk id="31" creationId="{E536FB0C-2391-F1C7-D45D-62A8CF6F42D8}"/>
          </ac:spMkLst>
        </pc:spChg>
        <pc:spChg chg="mod">
          <ac:chgData name="Cartwright, Max" userId="4fdaca64-157b-4f34-aebd-58f672b6a20c" providerId="ADAL" clId="{9B24FA50-177C-4B5A-AA10-BF89D194F6B0}" dt="2024-03-05T20:33:18.589" v="836"/>
          <ac:spMkLst>
            <pc:docMk/>
            <pc:sldMk cId="3753178280" sldId="2147474115"/>
            <ac:spMk id="192" creationId="{F505593B-5EE6-91DE-6DB2-7ADCEA3C7BFE}"/>
          </ac:spMkLst>
        </pc:spChg>
        <pc:spChg chg="mod">
          <ac:chgData name="Cartwright, Max" userId="4fdaca64-157b-4f34-aebd-58f672b6a20c" providerId="ADAL" clId="{9B24FA50-177C-4B5A-AA10-BF89D194F6B0}" dt="2024-03-05T20:33:18.589" v="836"/>
          <ac:spMkLst>
            <pc:docMk/>
            <pc:sldMk cId="3753178280" sldId="2147474115"/>
            <ac:spMk id="193" creationId="{3D8C6A61-BD79-5B6D-354B-02A226B7200F}"/>
          </ac:spMkLst>
        </pc:spChg>
        <pc:spChg chg="add del mod">
          <ac:chgData name="Cartwright, Max" userId="4fdaca64-157b-4f34-aebd-58f672b6a20c" providerId="ADAL" clId="{9B24FA50-177C-4B5A-AA10-BF89D194F6B0}" dt="2024-03-05T20:33:22.218" v="837"/>
          <ac:spMkLst>
            <pc:docMk/>
            <pc:sldMk cId="3753178280" sldId="2147474115"/>
            <ac:spMk id="194" creationId="{57615BAC-CB59-3609-61D4-1BE5D8CEB2EB}"/>
          </ac:spMkLst>
        </pc:spChg>
        <pc:spChg chg="add del mod">
          <ac:chgData name="Cartwright, Max" userId="4fdaca64-157b-4f34-aebd-58f672b6a20c" providerId="ADAL" clId="{9B24FA50-177C-4B5A-AA10-BF89D194F6B0}" dt="2024-03-05T20:33:22.218" v="837"/>
          <ac:spMkLst>
            <pc:docMk/>
            <pc:sldMk cId="3753178280" sldId="2147474115"/>
            <ac:spMk id="195" creationId="{9C5BBC3E-0DF1-34C9-EBB4-A7BD64C7C578}"/>
          </ac:spMkLst>
        </pc:spChg>
        <pc:spChg chg="add del mod">
          <ac:chgData name="Cartwright, Max" userId="4fdaca64-157b-4f34-aebd-58f672b6a20c" providerId="ADAL" clId="{9B24FA50-177C-4B5A-AA10-BF89D194F6B0}" dt="2024-03-05T20:33:22.218" v="837"/>
          <ac:spMkLst>
            <pc:docMk/>
            <pc:sldMk cId="3753178280" sldId="2147474115"/>
            <ac:spMk id="196" creationId="{7DA16F25-44AC-7DC5-4B63-E6491081AC0E}"/>
          </ac:spMkLst>
        </pc:spChg>
        <pc:spChg chg="add del mod">
          <ac:chgData name="Cartwright, Max" userId="4fdaca64-157b-4f34-aebd-58f672b6a20c" providerId="ADAL" clId="{9B24FA50-177C-4B5A-AA10-BF89D194F6B0}" dt="2024-03-05T20:33:22.218" v="837"/>
          <ac:spMkLst>
            <pc:docMk/>
            <pc:sldMk cId="3753178280" sldId="2147474115"/>
            <ac:spMk id="197" creationId="{382A2764-0000-7E2A-717A-AF1108D1DD61}"/>
          </ac:spMkLst>
        </pc:spChg>
        <pc:spChg chg="add del mod">
          <ac:chgData name="Cartwright, Max" userId="4fdaca64-157b-4f34-aebd-58f672b6a20c" providerId="ADAL" clId="{9B24FA50-177C-4B5A-AA10-BF89D194F6B0}" dt="2024-03-05T20:33:22.218" v="837"/>
          <ac:spMkLst>
            <pc:docMk/>
            <pc:sldMk cId="3753178280" sldId="2147474115"/>
            <ac:spMk id="198" creationId="{1039A635-1ADF-A31D-E4E1-B4B3CF0C6505}"/>
          </ac:spMkLst>
        </pc:spChg>
        <pc:spChg chg="add del mod">
          <ac:chgData name="Cartwright, Max" userId="4fdaca64-157b-4f34-aebd-58f672b6a20c" providerId="ADAL" clId="{9B24FA50-177C-4B5A-AA10-BF89D194F6B0}" dt="2024-03-05T20:33:22.218" v="837"/>
          <ac:spMkLst>
            <pc:docMk/>
            <pc:sldMk cId="3753178280" sldId="2147474115"/>
            <ac:spMk id="199" creationId="{953BECDF-C56F-151E-3310-DF5B2E3E240E}"/>
          </ac:spMkLst>
        </pc:spChg>
        <pc:spChg chg="mod">
          <ac:chgData name="Cartwright, Max" userId="4fdaca64-157b-4f34-aebd-58f672b6a20c" providerId="ADAL" clId="{9B24FA50-177C-4B5A-AA10-BF89D194F6B0}" dt="2024-03-05T20:33:18.589" v="836"/>
          <ac:spMkLst>
            <pc:docMk/>
            <pc:sldMk cId="3753178280" sldId="2147474115"/>
            <ac:spMk id="201" creationId="{D62D71FB-EAA0-23CD-F6F2-37AB62D1C3D4}"/>
          </ac:spMkLst>
        </pc:spChg>
        <pc:spChg chg="mod">
          <ac:chgData name="Cartwright, Max" userId="4fdaca64-157b-4f34-aebd-58f672b6a20c" providerId="ADAL" clId="{9B24FA50-177C-4B5A-AA10-BF89D194F6B0}" dt="2024-03-05T20:33:18.589" v="836"/>
          <ac:spMkLst>
            <pc:docMk/>
            <pc:sldMk cId="3753178280" sldId="2147474115"/>
            <ac:spMk id="202" creationId="{F624AF82-0597-5E41-1243-10FC88940E58}"/>
          </ac:spMkLst>
        </pc:spChg>
        <pc:spChg chg="mod">
          <ac:chgData name="Cartwright, Max" userId="4fdaca64-157b-4f34-aebd-58f672b6a20c" providerId="ADAL" clId="{9B24FA50-177C-4B5A-AA10-BF89D194F6B0}" dt="2024-03-05T20:33:18.589" v="836"/>
          <ac:spMkLst>
            <pc:docMk/>
            <pc:sldMk cId="3753178280" sldId="2147474115"/>
            <ac:spMk id="204" creationId="{41417141-2466-090F-76D0-79FFBEBF9FE4}"/>
          </ac:spMkLst>
        </pc:spChg>
        <pc:spChg chg="mod">
          <ac:chgData name="Cartwright, Max" userId="4fdaca64-157b-4f34-aebd-58f672b6a20c" providerId="ADAL" clId="{9B24FA50-177C-4B5A-AA10-BF89D194F6B0}" dt="2024-03-05T20:33:18.589" v="836"/>
          <ac:spMkLst>
            <pc:docMk/>
            <pc:sldMk cId="3753178280" sldId="2147474115"/>
            <ac:spMk id="205" creationId="{286BA411-01F1-707C-B30B-25BBFCB4A4DC}"/>
          </ac:spMkLst>
        </pc:spChg>
        <pc:spChg chg="mod">
          <ac:chgData name="Cartwright, Max" userId="4fdaca64-157b-4f34-aebd-58f672b6a20c" providerId="ADAL" clId="{9B24FA50-177C-4B5A-AA10-BF89D194F6B0}" dt="2024-03-05T20:33:18.589" v="836"/>
          <ac:spMkLst>
            <pc:docMk/>
            <pc:sldMk cId="3753178280" sldId="2147474115"/>
            <ac:spMk id="206" creationId="{81EEBFEE-1C87-DAB3-081B-A65390B4BA01}"/>
          </ac:spMkLst>
        </pc:spChg>
        <pc:spChg chg="mod">
          <ac:chgData name="Cartwright, Max" userId="4fdaca64-157b-4f34-aebd-58f672b6a20c" providerId="ADAL" clId="{9B24FA50-177C-4B5A-AA10-BF89D194F6B0}" dt="2024-03-05T20:33:18.589" v="836"/>
          <ac:spMkLst>
            <pc:docMk/>
            <pc:sldMk cId="3753178280" sldId="2147474115"/>
            <ac:spMk id="207" creationId="{4AE353C9-159E-9A78-812D-483AC1C3B80C}"/>
          </ac:spMkLst>
        </pc:spChg>
        <pc:spChg chg="mod">
          <ac:chgData name="Cartwright, Max" userId="4fdaca64-157b-4f34-aebd-58f672b6a20c" providerId="ADAL" clId="{9B24FA50-177C-4B5A-AA10-BF89D194F6B0}" dt="2024-03-05T20:33:18.589" v="836"/>
          <ac:spMkLst>
            <pc:docMk/>
            <pc:sldMk cId="3753178280" sldId="2147474115"/>
            <ac:spMk id="208" creationId="{74802934-5ECA-8046-2885-941F70266DFA}"/>
          </ac:spMkLst>
        </pc:spChg>
        <pc:spChg chg="add del mod">
          <ac:chgData name="Cartwright, Max" userId="4fdaca64-157b-4f34-aebd-58f672b6a20c" providerId="ADAL" clId="{9B24FA50-177C-4B5A-AA10-BF89D194F6B0}" dt="2024-03-05T20:33:22.218" v="837"/>
          <ac:spMkLst>
            <pc:docMk/>
            <pc:sldMk cId="3753178280" sldId="2147474115"/>
            <ac:spMk id="209" creationId="{3FD5554E-B4A5-7F17-9830-7917E9F3835C}"/>
          </ac:spMkLst>
        </pc:spChg>
        <pc:spChg chg="add del mod">
          <ac:chgData name="Cartwright, Max" userId="4fdaca64-157b-4f34-aebd-58f672b6a20c" providerId="ADAL" clId="{9B24FA50-177C-4B5A-AA10-BF89D194F6B0}" dt="2024-03-05T20:33:22.218" v="837"/>
          <ac:spMkLst>
            <pc:docMk/>
            <pc:sldMk cId="3753178280" sldId="2147474115"/>
            <ac:spMk id="210" creationId="{A810304E-D907-FB0C-BC1B-ED8E8FC01BCD}"/>
          </ac:spMkLst>
        </pc:spChg>
        <pc:spChg chg="add del mod">
          <ac:chgData name="Cartwright, Max" userId="4fdaca64-157b-4f34-aebd-58f672b6a20c" providerId="ADAL" clId="{9B24FA50-177C-4B5A-AA10-BF89D194F6B0}" dt="2024-03-05T20:33:22.218" v="837"/>
          <ac:spMkLst>
            <pc:docMk/>
            <pc:sldMk cId="3753178280" sldId="2147474115"/>
            <ac:spMk id="211" creationId="{2D1E5B1D-A3F9-1EE4-E00C-9A9FC34B5B16}"/>
          </ac:spMkLst>
        </pc:spChg>
        <pc:spChg chg="mod ord">
          <ac:chgData name="Cartwright, Max" userId="4fdaca64-157b-4f34-aebd-58f672b6a20c" providerId="ADAL" clId="{9B24FA50-177C-4B5A-AA10-BF89D194F6B0}" dt="2024-03-05T20:33:53.118" v="849" actId="166"/>
          <ac:spMkLst>
            <pc:docMk/>
            <pc:sldMk cId="3753178280" sldId="2147474115"/>
            <ac:spMk id="212" creationId="{E9E9EF0F-AF07-BFD0-050D-40D1F632CE4D}"/>
          </ac:spMkLst>
        </pc:spChg>
        <pc:spChg chg="add del mod">
          <ac:chgData name="Cartwright, Max" userId="4fdaca64-157b-4f34-aebd-58f672b6a20c" providerId="ADAL" clId="{9B24FA50-177C-4B5A-AA10-BF89D194F6B0}" dt="2024-03-05T20:33:22.218" v="837"/>
          <ac:spMkLst>
            <pc:docMk/>
            <pc:sldMk cId="3753178280" sldId="2147474115"/>
            <ac:spMk id="213" creationId="{3B7F445E-7394-1984-C9F5-1EFB625C07C0}"/>
          </ac:spMkLst>
        </pc:spChg>
        <pc:spChg chg="add del mod">
          <ac:chgData name="Cartwright, Max" userId="4fdaca64-157b-4f34-aebd-58f672b6a20c" providerId="ADAL" clId="{9B24FA50-177C-4B5A-AA10-BF89D194F6B0}" dt="2024-03-05T20:33:22.218" v="837"/>
          <ac:spMkLst>
            <pc:docMk/>
            <pc:sldMk cId="3753178280" sldId="2147474115"/>
            <ac:spMk id="214" creationId="{B0820E79-C4F6-F511-1631-B827AE130DBD}"/>
          </ac:spMkLst>
        </pc:spChg>
        <pc:spChg chg="add del mod">
          <ac:chgData name="Cartwright, Max" userId="4fdaca64-157b-4f34-aebd-58f672b6a20c" providerId="ADAL" clId="{9B24FA50-177C-4B5A-AA10-BF89D194F6B0}" dt="2024-03-05T20:33:22.218" v="837"/>
          <ac:spMkLst>
            <pc:docMk/>
            <pc:sldMk cId="3753178280" sldId="2147474115"/>
            <ac:spMk id="215" creationId="{CE6B8C48-A2E8-06ED-7E1A-5A2C443E49EB}"/>
          </ac:spMkLst>
        </pc:spChg>
        <pc:spChg chg="add del mod">
          <ac:chgData name="Cartwright, Max" userId="4fdaca64-157b-4f34-aebd-58f672b6a20c" providerId="ADAL" clId="{9B24FA50-177C-4B5A-AA10-BF89D194F6B0}" dt="2024-03-05T20:33:22.218" v="837"/>
          <ac:spMkLst>
            <pc:docMk/>
            <pc:sldMk cId="3753178280" sldId="2147474115"/>
            <ac:spMk id="216" creationId="{D14040E1-75EA-ADE6-20A9-F244C3D3C116}"/>
          </ac:spMkLst>
        </pc:spChg>
        <pc:spChg chg="add del mod">
          <ac:chgData name="Cartwright, Max" userId="4fdaca64-157b-4f34-aebd-58f672b6a20c" providerId="ADAL" clId="{9B24FA50-177C-4B5A-AA10-BF89D194F6B0}" dt="2024-03-05T20:33:22.218" v="837"/>
          <ac:spMkLst>
            <pc:docMk/>
            <pc:sldMk cId="3753178280" sldId="2147474115"/>
            <ac:spMk id="235" creationId="{5DBA7D03-D93C-44A9-484C-026CBC5B06D0}"/>
          </ac:spMkLst>
        </pc:spChg>
        <pc:spChg chg="add del mod">
          <ac:chgData name="Cartwright, Max" userId="4fdaca64-157b-4f34-aebd-58f672b6a20c" providerId="ADAL" clId="{9B24FA50-177C-4B5A-AA10-BF89D194F6B0}" dt="2024-03-05T20:33:22.218" v="837"/>
          <ac:spMkLst>
            <pc:docMk/>
            <pc:sldMk cId="3753178280" sldId="2147474115"/>
            <ac:spMk id="236" creationId="{EEE5511C-BDB1-0E95-D54E-42F1DC6A6ABC}"/>
          </ac:spMkLst>
        </pc:spChg>
        <pc:spChg chg="add del mod">
          <ac:chgData name="Cartwright, Max" userId="4fdaca64-157b-4f34-aebd-58f672b6a20c" providerId="ADAL" clId="{9B24FA50-177C-4B5A-AA10-BF89D194F6B0}" dt="2024-03-05T20:33:22.218" v="837"/>
          <ac:spMkLst>
            <pc:docMk/>
            <pc:sldMk cId="3753178280" sldId="2147474115"/>
            <ac:spMk id="251" creationId="{060DC3E0-39CA-0C8A-623B-66796DD7E9BE}"/>
          </ac:spMkLst>
        </pc:spChg>
        <pc:spChg chg="add del mod">
          <ac:chgData name="Cartwright, Max" userId="4fdaca64-157b-4f34-aebd-58f672b6a20c" providerId="ADAL" clId="{9B24FA50-177C-4B5A-AA10-BF89D194F6B0}" dt="2024-03-05T20:33:22.218" v="837"/>
          <ac:spMkLst>
            <pc:docMk/>
            <pc:sldMk cId="3753178280" sldId="2147474115"/>
            <ac:spMk id="252" creationId="{A2A8146D-2986-9572-F592-F61160653D74}"/>
          </ac:spMkLst>
        </pc:spChg>
        <pc:spChg chg="add del mod">
          <ac:chgData name="Cartwright, Max" userId="4fdaca64-157b-4f34-aebd-58f672b6a20c" providerId="ADAL" clId="{9B24FA50-177C-4B5A-AA10-BF89D194F6B0}" dt="2024-03-05T20:33:22.218" v="837"/>
          <ac:spMkLst>
            <pc:docMk/>
            <pc:sldMk cId="3753178280" sldId="2147474115"/>
            <ac:spMk id="253" creationId="{D9FB7B6B-FB15-E80A-344E-8FB8EF509E87}"/>
          </ac:spMkLst>
        </pc:spChg>
        <pc:spChg chg="add del mod">
          <ac:chgData name="Cartwright, Max" userId="4fdaca64-157b-4f34-aebd-58f672b6a20c" providerId="ADAL" clId="{9B24FA50-177C-4B5A-AA10-BF89D194F6B0}" dt="2024-03-05T20:33:22.218" v="837"/>
          <ac:spMkLst>
            <pc:docMk/>
            <pc:sldMk cId="3753178280" sldId="2147474115"/>
            <ac:spMk id="254" creationId="{78A6A3DB-6A60-88CA-CF7C-8C1EE724654A}"/>
          </ac:spMkLst>
        </pc:spChg>
        <pc:spChg chg="add del mod">
          <ac:chgData name="Cartwright, Max" userId="4fdaca64-157b-4f34-aebd-58f672b6a20c" providerId="ADAL" clId="{9B24FA50-177C-4B5A-AA10-BF89D194F6B0}" dt="2024-03-05T20:33:22.218" v="837"/>
          <ac:spMkLst>
            <pc:docMk/>
            <pc:sldMk cId="3753178280" sldId="2147474115"/>
            <ac:spMk id="255" creationId="{63B8B5F8-3F13-9D20-AAB7-30541F244DF3}"/>
          </ac:spMkLst>
        </pc:spChg>
        <pc:spChg chg="add del mod">
          <ac:chgData name="Cartwright, Max" userId="4fdaca64-157b-4f34-aebd-58f672b6a20c" providerId="ADAL" clId="{9B24FA50-177C-4B5A-AA10-BF89D194F6B0}" dt="2024-03-05T20:33:22.218" v="837"/>
          <ac:spMkLst>
            <pc:docMk/>
            <pc:sldMk cId="3753178280" sldId="2147474115"/>
            <ac:spMk id="256" creationId="{022E4B51-7F88-7776-C349-6A87A723395C}"/>
          </ac:spMkLst>
        </pc:spChg>
        <pc:spChg chg="mod">
          <ac:chgData name="Cartwright, Max" userId="4fdaca64-157b-4f34-aebd-58f672b6a20c" providerId="ADAL" clId="{9B24FA50-177C-4B5A-AA10-BF89D194F6B0}" dt="2024-03-05T20:33:18.589" v="836"/>
          <ac:spMkLst>
            <pc:docMk/>
            <pc:sldMk cId="3753178280" sldId="2147474115"/>
            <ac:spMk id="258" creationId="{AC1EF63D-4E67-F5F2-B90E-6517F4A7D213}"/>
          </ac:spMkLst>
        </pc:spChg>
        <pc:spChg chg="mod">
          <ac:chgData name="Cartwright, Max" userId="4fdaca64-157b-4f34-aebd-58f672b6a20c" providerId="ADAL" clId="{9B24FA50-177C-4B5A-AA10-BF89D194F6B0}" dt="2024-03-05T20:33:18.589" v="836"/>
          <ac:spMkLst>
            <pc:docMk/>
            <pc:sldMk cId="3753178280" sldId="2147474115"/>
            <ac:spMk id="259" creationId="{C282FA53-EC9D-7844-53E3-93965BC58BEC}"/>
          </ac:spMkLst>
        </pc:spChg>
        <pc:spChg chg="add del mod">
          <ac:chgData name="Cartwright, Max" userId="4fdaca64-157b-4f34-aebd-58f672b6a20c" providerId="ADAL" clId="{9B24FA50-177C-4B5A-AA10-BF89D194F6B0}" dt="2024-03-05T20:33:22.218" v="837"/>
          <ac:spMkLst>
            <pc:docMk/>
            <pc:sldMk cId="3753178280" sldId="2147474115"/>
            <ac:spMk id="260" creationId="{82A3B0AF-4656-AFA4-51C3-C447967E7CF7}"/>
          </ac:spMkLst>
        </pc:spChg>
        <pc:spChg chg="add del mod">
          <ac:chgData name="Cartwright, Max" userId="4fdaca64-157b-4f34-aebd-58f672b6a20c" providerId="ADAL" clId="{9B24FA50-177C-4B5A-AA10-BF89D194F6B0}" dt="2024-03-05T20:33:22.218" v="837"/>
          <ac:spMkLst>
            <pc:docMk/>
            <pc:sldMk cId="3753178280" sldId="2147474115"/>
            <ac:spMk id="261" creationId="{3BCA9CFB-D008-FABB-884A-C7A2C165ED58}"/>
          </ac:spMkLst>
        </pc:spChg>
        <pc:spChg chg="add del mod">
          <ac:chgData name="Cartwright, Max" userId="4fdaca64-157b-4f34-aebd-58f672b6a20c" providerId="ADAL" clId="{9B24FA50-177C-4B5A-AA10-BF89D194F6B0}" dt="2024-03-05T20:33:22.218" v="837"/>
          <ac:spMkLst>
            <pc:docMk/>
            <pc:sldMk cId="3753178280" sldId="2147474115"/>
            <ac:spMk id="262" creationId="{1C935CA3-F9E3-9B4F-3513-0569E66A5372}"/>
          </ac:spMkLst>
        </pc:spChg>
        <pc:spChg chg="add del mod">
          <ac:chgData name="Cartwright, Max" userId="4fdaca64-157b-4f34-aebd-58f672b6a20c" providerId="ADAL" clId="{9B24FA50-177C-4B5A-AA10-BF89D194F6B0}" dt="2024-03-05T20:33:22.218" v="837"/>
          <ac:spMkLst>
            <pc:docMk/>
            <pc:sldMk cId="3753178280" sldId="2147474115"/>
            <ac:spMk id="269" creationId="{D144A87F-294F-62CF-29F2-371868F23AA5}"/>
          </ac:spMkLst>
        </pc:spChg>
        <pc:spChg chg="add del mod">
          <ac:chgData name="Cartwright, Max" userId="4fdaca64-157b-4f34-aebd-58f672b6a20c" providerId="ADAL" clId="{9B24FA50-177C-4B5A-AA10-BF89D194F6B0}" dt="2024-03-05T20:33:22.218" v="837"/>
          <ac:spMkLst>
            <pc:docMk/>
            <pc:sldMk cId="3753178280" sldId="2147474115"/>
            <ac:spMk id="270" creationId="{E1F6EAAB-FE38-31AF-9A3C-3165A88ADFB2}"/>
          </ac:spMkLst>
        </pc:spChg>
        <pc:spChg chg="add del mod">
          <ac:chgData name="Cartwright, Max" userId="4fdaca64-157b-4f34-aebd-58f672b6a20c" providerId="ADAL" clId="{9B24FA50-177C-4B5A-AA10-BF89D194F6B0}" dt="2024-03-05T20:33:22.218" v="837"/>
          <ac:spMkLst>
            <pc:docMk/>
            <pc:sldMk cId="3753178280" sldId="2147474115"/>
            <ac:spMk id="271" creationId="{AE5ED946-DC3A-CE89-5225-050FE8D9B205}"/>
          </ac:spMkLst>
        </pc:spChg>
        <pc:spChg chg="add del mod">
          <ac:chgData name="Cartwright, Max" userId="4fdaca64-157b-4f34-aebd-58f672b6a20c" providerId="ADAL" clId="{9B24FA50-177C-4B5A-AA10-BF89D194F6B0}" dt="2024-03-05T20:33:22.218" v="837"/>
          <ac:spMkLst>
            <pc:docMk/>
            <pc:sldMk cId="3753178280" sldId="2147474115"/>
            <ac:spMk id="272" creationId="{5B14DB66-25AC-14AA-5DEF-D343FC390C0E}"/>
          </ac:spMkLst>
        </pc:spChg>
        <pc:spChg chg="add del mod">
          <ac:chgData name="Cartwright, Max" userId="4fdaca64-157b-4f34-aebd-58f672b6a20c" providerId="ADAL" clId="{9B24FA50-177C-4B5A-AA10-BF89D194F6B0}" dt="2024-03-05T20:33:22.218" v="837"/>
          <ac:spMkLst>
            <pc:docMk/>
            <pc:sldMk cId="3753178280" sldId="2147474115"/>
            <ac:spMk id="273" creationId="{2985ECB8-A2D3-425B-E5EB-6256B74F589B}"/>
          </ac:spMkLst>
        </pc:spChg>
        <pc:spChg chg="add del mod">
          <ac:chgData name="Cartwright, Max" userId="4fdaca64-157b-4f34-aebd-58f672b6a20c" providerId="ADAL" clId="{9B24FA50-177C-4B5A-AA10-BF89D194F6B0}" dt="2024-03-05T20:33:22.218" v="837"/>
          <ac:spMkLst>
            <pc:docMk/>
            <pc:sldMk cId="3753178280" sldId="2147474115"/>
            <ac:spMk id="274" creationId="{486AFFC5-EA13-0DAB-0A44-594C06A05894}"/>
          </ac:spMkLst>
        </pc:spChg>
        <pc:spChg chg="add del mod">
          <ac:chgData name="Cartwright, Max" userId="4fdaca64-157b-4f34-aebd-58f672b6a20c" providerId="ADAL" clId="{9B24FA50-177C-4B5A-AA10-BF89D194F6B0}" dt="2024-03-05T20:33:22.218" v="837"/>
          <ac:spMkLst>
            <pc:docMk/>
            <pc:sldMk cId="3753178280" sldId="2147474115"/>
            <ac:spMk id="275" creationId="{03849F19-A11C-24A8-FD9A-4A2665A70297}"/>
          </ac:spMkLst>
        </pc:spChg>
        <pc:spChg chg="add del mod">
          <ac:chgData name="Cartwright, Max" userId="4fdaca64-157b-4f34-aebd-58f672b6a20c" providerId="ADAL" clId="{9B24FA50-177C-4B5A-AA10-BF89D194F6B0}" dt="2024-03-05T20:33:22.218" v="837"/>
          <ac:spMkLst>
            <pc:docMk/>
            <pc:sldMk cId="3753178280" sldId="2147474115"/>
            <ac:spMk id="276" creationId="{DE16A288-DD1C-702B-1214-5F4560EA51FB}"/>
          </ac:spMkLst>
        </pc:spChg>
        <pc:spChg chg="add del mod">
          <ac:chgData name="Cartwright, Max" userId="4fdaca64-157b-4f34-aebd-58f672b6a20c" providerId="ADAL" clId="{9B24FA50-177C-4B5A-AA10-BF89D194F6B0}" dt="2024-03-05T20:33:22.218" v="837"/>
          <ac:spMkLst>
            <pc:docMk/>
            <pc:sldMk cId="3753178280" sldId="2147474115"/>
            <ac:spMk id="277" creationId="{E63F2EE4-3C1A-7B43-76AE-F511B159A382}"/>
          </ac:spMkLst>
        </pc:spChg>
        <pc:spChg chg="add del mod">
          <ac:chgData name="Cartwright, Max" userId="4fdaca64-157b-4f34-aebd-58f672b6a20c" providerId="ADAL" clId="{9B24FA50-177C-4B5A-AA10-BF89D194F6B0}" dt="2024-03-05T20:33:22.218" v="837"/>
          <ac:spMkLst>
            <pc:docMk/>
            <pc:sldMk cId="3753178280" sldId="2147474115"/>
            <ac:spMk id="278" creationId="{A5598FE2-9407-50FA-D519-999876BD4DBE}"/>
          </ac:spMkLst>
        </pc:spChg>
        <pc:spChg chg="add del mod">
          <ac:chgData name="Cartwright, Max" userId="4fdaca64-157b-4f34-aebd-58f672b6a20c" providerId="ADAL" clId="{9B24FA50-177C-4B5A-AA10-BF89D194F6B0}" dt="2024-03-05T20:33:22.218" v="837"/>
          <ac:spMkLst>
            <pc:docMk/>
            <pc:sldMk cId="3753178280" sldId="2147474115"/>
            <ac:spMk id="279" creationId="{6167C143-20CF-FC09-B5B3-C599A63A17D4}"/>
          </ac:spMkLst>
        </pc:spChg>
        <pc:spChg chg="add del mod">
          <ac:chgData name="Cartwright, Max" userId="4fdaca64-157b-4f34-aebd-58f672b6a20c" providerId="ADAL" clId="{9B24FA50-177C-4B5A-AA10-BF89D194F6B0}" dt="2024-03-05T20:33:22.218" v="837"/>
          <ac:spMkLst>
            <pc:docMk/>
            <pc:sldMk cId="3753178280" sldId="2147474115"/>
            <ac:spMk id="280" creationId="{39140004-0BD9-4966-530F-BB0FE226737D}"/>
          </ac:spMkLst>
        </pc:spChg>
        <pc:spChg chg="add del mod">
          <ac:chgData name="Cartwright, Max" userId="4fdaca64-157b-4f34-aebd-58f672b6a20c" providerId="ADAL" clId="{9B24FA50-177C-4B5A-AA10-BF89D194F6B0}" dt="2024-03-05T20:33:22.218" v="837"/>
          <ac:spMkLst>
            <pc:docMk/>
            <pc:sldMk cId="3753178280" sldId="2147474115"/>
            <ac:spMk id="281" creationId="{9EC0DAC5-6017-7F29-0980-88501F46B32E}"/>
          </ac:spMkLst>
        </pc:spChg>
        <pc:spChg chg="add del mod">
          <ac:chgData name="Cartwright, Max" userId="4fdaca64-157b-4f34-aebd-58f672b6a20c" providerId="ADAL" clId="{9B24FA50-177C-4B5A-AA10-BF89D194F6B0}" dt="2024-03-05T20:33:22.218" v="837"/>
          <ac:spMkLst>
            <pc:docMk/>
            <pc:sldMk cId="3753178280" sldId="2147474115"/>
            <ac:spMk id="282" creationId="{F071E777-BFC9-6A51-EBAD-9B7762B98B9A}"/>
          </ac:spMkLst>
        </pc:spChg>
        <pc:spChg chg="add del mod">
          <ac:chgData name="Cartwright, Max" userId="4fdaca64-157b-4f34-aebd-58f672b6a20c" providerId="ADAL" clId="{9B24FA50-177C-4B5A-AA10-BF89D194F6B0}" dt="2024-03-05T20:33:22.218" v="837"/>
          <ac:spMkLst>
            <pc:docMk/>
            <pc:sldMk cId="3753178280" sldId="2147474115"/>
            <ac:spMk id="283" creationId="{BAD92701-286C-549F-7414-E215A889EAB3}"/>
          </ac:spMkLst>
        </pc:spChg>
        <pc:spChg chg="add del mod">
          <ac:chgData name="Cartwright, Max" userId="4fdaca64-157b-4f34-aebd-58f672b6a20c" providerId="ADAL" clId="{9B24FA50-177C-4B5A-AA10-BF89D194F6B0}" dt="2024-03-05T20:33:22.218" v="837"/>
          <ac:spMkLst>
            <pc:docMk/>
            <pc:sldMk cId="3753178280" sldId="2147474115"/>
            <ac:spMk id="284" creationId="{2234FCC9-426A-068A-3380-ECB29EE8D35D}"/>
          </ac:spMkLst>
        </pc:spChg>
        <pc:spChg chg="add del mod">
          <ac:chgData name="Cartwright, Max" userId="4fdaca64-157b-4f34-aebd-58f672b6a20c" providerId="ADAL" clId="{9B24FA50-177C-4B5A-AA10-BF89D194F6B0}" dt="2024-03-05T20:33:22.218" v="837"/>
          <ac:spMkLst>
            <pc:docMk/>
            <pc:sldMk cId="3753178280" sldId="2147474115"/>
            <ac:spMk id="285" creationId="{BC382BAB-92D4-9898-CFDF-420BA9F5950D}"/>
          </ac:spMkLst>
        </pc:spChg>
        <pc:spChg chg="add del mod">
          <ac:chgData name="Cartwright, Max" userId="4fdaca64-157b-4f34-aebd-58f672b6a20c" providerId="ADAL" clId="{9B24FA50-177C-4B5A-AA10-BF89D194F6B0}" dt="2024-03-05T20:33:22.218" v="837"/>
          <ac:spMkLst>
            <pc:docMk/>
            <pc:sldMk cId="3753178280" sldId="2147474115"/>
            <ac:spMk id="286" creationId="{BBE6EC98-9EC7-F811-3AF6-E24B4E0540A0}"/>
          </ac:spMkLst>
        </pc:spChg>
        <pc:spChg chg="add del mod">
          <ac:chgData name="Cartwright, Max" userId="4fdaca64-157b-4f34-aebd-58f672b6a20c" providerId="ADAL" clId="{9B24FA50-177C-4B5A-AA10-BF89D194F6B0}" dt="2024-03-05T20:33:22.218" v="837"/>
          <ac:spMkLst>
            <pc:docMk/>
            <pc:sldMk cId="3753178280" sldId="2147474115"/>
            <ac:spMk id="287" creationId="{1538696A-3A6E-3384-24E6-3B954D3B5789}"/>
          </ac:spMkLst>
        </pc:spChg>
        <pc:spChg chg="add del mod">
          <ac:chgData name="Cartwright, Max" userId="4fdaca64-157b-4f34-aebd-58f672b6a20c" providerId="ADAL" clId="{9B24FA50-177C-4B5A-AA10-BF89D194F6B0}" dt="2024-03-05T20:33:22.218" v="837"/>
          <ac:spMkLst>
            <pc:docMk/>
            <pc:sldMk cId="3753178280" sldId="2147474115"/>
            <ac:spMk id="288" creationId="{31D09839-3A4A-EB18-717B-44ED66ABFE3F}"/>
          </ac:spMkLst>
        </pc:spChg>
        <pc:spChg chg="add del mod">
          <ac:chgData name="Cartwright, Max" userId="4fdaca64-157b-4f34-aebd-58f672b6a20c" providerId="ADAL" clId="{9B24FA50-177C-4B5A-AA10-BF89D194F6B0}" dt="2024-03-05T20:33:22.218" v="837"/>
          <ac:spMkLst>
            <pc:docMk/>
            <pc:sldMk cId="3753178280" sldId="2147474115"/>
            <ac:spMk id="289" creationId="{761DE17A-2A26-EDF0-3E86-E7921E10C6F8}"/>
          </ac:spMkLst>
        </pc:spChg>
        <pc:spChg chg="add del mod">
          <ac:chgData name="Cartwright, Max" userId="4fdaca64-157b-4f34-aebd-58f672b6a20c" providerId="ADAL" clId="{9B24FA50-177C-4B5A-AA10-BF89D194F6B0}" dt="2024-03-05T20:33:22.218" v="837"/>
          <ac:spMkLst>
            <pc:docMk/>
            <pc:sldMk cId="3753178280" sldId="2147474115"/>
            <ac:spMk id="290" creationId="{A33DE8A3-A3E1-6A36-E987-35A16A1232EE}"/>
          </ac:spMkLst>
        </pc:spChg>
        <pc:spChg chg="add del mod">
          <ac:chgData name="Cartwright, Max" userId="4fdaca64-157b-4f34-aebd-58f672b6a20c" providerId="ADAL" clId="{9B24FA50-177C-4B5A-AA10-BF89D194F6B0}" dt="2024-03-05T20:33:22.218" v="837"/>
          <ac:spMkLst>
            <pc:docMk/>
            <pc:sldMk cId="3753178280" sldId="2147474115"/>
            <ac:spMk id="291" creationId="{5CFAD794-D621-9691-48AE-B22CA2420942}"/>
          </ac:spMkLst>
        </pc:spChg>
        <pc:spChg chg="add del mod">
          <ac:chgData name="Cartwright, Max" userId="4fdaca64-157b-4f34-aebd-58f672b6a20c" providerId="ADAL" clId="{9B24FA50-177C-4B5A-AA10-BF89D194F6B0}" dt="2024-03-05T20:33:22.218" v="837"/>
          <ac:spMkLst>
            <pc:docMk/>
            <pc:sldMk cId="3753178280" sldId="2147474115"/>
            <ac:spMk id="292" creationId="{1D8468D2-EC3F-FB9B-A142-728A6B37FB15}"/>
          </ac:spMkLst>
        </pc:spChg>
        <pc:spChg chg="add del mod">
          <ac:chgData name="Cartwright, Max" userId="4fdaca64-157b-4f34-aebd-58f672b6a20c" providerId="ADAL" clId="{9B24FA50-177C-4B5A-AA10-BF89D194F6B0}" dt="2024-03-05T20:33:22.218" v="837"/>
          <ac:spMkLst>
            <pc:docMk/>
            <pc:sldMk cId="3753178280" sldId="2147474115"/>
            <ac:spMk id="293" creationId="{733896F3-627C-9A18-F907-3502BA563374}"/>
          </ac:spMkLst>
        </pc:spChg>
        <pc:spChg chg="add del mod">
          <ac:chgData name="Cartwright, Max" userId="4fdaca64-157b-4f34-aebd-58f672b6a20c" providerId="ADAL" clId="{9B24FA50-177C-4B5A-AA10-BF89D194F6B0}" dt="2024-03-05T20:33:22.218" v="837"/>
          <ac:spMkLst>
            <pc:docMk/>
            <pc:sldMk cId="3753178280" sldId="2147474115"/>
            <ac:spMk id="294" creationId="{4428130B-3BFC-A72A-5C35-17B2923B1213}"/>
          </ac:spMkLst>
        </pc:spChg>
        <pc:spChg chg="add del mod">
          <ac:chgData name="Cartwright, Max" userId="4fdaca64-157b-4f34-aebd-58f672b6a20c" providerId="ADAL" clId="{9B24FA50-177C-4B5A-AA10-BF89D194F6B0}" dt="2024-03-05T20:33:22.218" v="837"/>
          <ac:spMkLst>
            <pc:docMk/>
            <pc:sldMk cId="3753178280" sldId="2147474115"/>
            <ac:spMk id="295" creationId="{66B7F00D-88A3-7DB0-5CDB-FA8C44518DDA}"/>
          </ac:spMkLst>
        </pc:spChg>
        <pc:spChg chg="add del mod">
          <ac:chgData name="Cartwright, Max" userId="4fdaca64-157b-4f34-aebd-58f672b6a20c" providerId="ADAL" clId="{9B24FA50-177C-4B5A-AA10-BF89D194F6B0}" dt="2024-03-05T20:33:22.218" v="837"/>
          <ac:spMkLst>
            <pc:docMk/>
            <pc:sldMk cId="3753178280" sldId="2147474115"/>
            <ac:spMk id="296" creationId="{CBF9479E-DF31-C691-6B5A-4536413B1FDE}"/>
          </ac:spMkLst>
        </pc:spChg>
        <pc:spChg chg="add del mod">
          <ac:chgData name="Cartwright, Max" userId="4fdaca64-157b-4f34-aebd-58f672b6a20c" providerId="ADAL" clId="{9B24FA50-177C-4B5A-AA10-BF89D194F6B0}" dt="2024-03-05T20:33:22.218" v="837"/>
          <ac:spMkLst>
            <pc:docMk/>
            <pc:sldMk cId="3753178280" sldId="2147474115"/>
            <ac:spMk id="297" creationId="{2E0E8348-D17F-A4DC-1DE2-B1393746F87F}"/>
          </ac:spMkLst>
        </pc:spChg>
        <pc:spChg chg="add del mod">
          <ac:chgData name="Cartwright, Max" userId="4fdaca64-157b-4f34-aebd-58f672b6a20c" providerId="ADAL" clId="{9B24FA50-177C-4B5A-AA10-BF89D194F6B0}" dt="2024-03-05T20:33:22.218" v="837"/>
          <ac:spMkLst>
            <pc:docMk/>
            <pc:sldMk cId="3753178280" sldId="2147474115"/>
            <ac:spMk id="298" creationId="{BBA85876-2BE7-8590-5C2C-DDC1EE93CEF8}"/>
          </ac:spMkLst>
        </pc:spChg>
        <pc:spChg chg="add del mod">
          <ac:chgData name="Cartwright, Max" userId="4fdaca64-157b-4f34-aebd-58f672b6a20c" providerId="ADAL" clId="{9B24FA50-177C-4B5A-AA10-BF89D194F6B0}" dt="2024-03-05T20:33:22.218" v="837"/>
          <ac:spMkLst>
            <pc:docMk/>
            <pc:sldMk cId="3753178280" sldId="2147474115"/>
            <ac:spMk id="299" creationId="{1A99B997-5FCC-F4B4-1D75-6B295951AF7D}"/>
          </ac:spMkLst>
        </pc:spChg>
        <pc:spChg chg="add del mod">
          <ac:chgData name="Cartwright, Max" userId="4fdaca64-157b-4f34-aebd-58f672b6a20c" providerId="ADAL" clId="{9B24FA50-177C-4B5A-AA10-BF89D194F6B0}" dt="2024-03-05T20:33:22.218" v="837"/>
          <ac:spMkLst>
            <pc:docMk/>
            <pc:sldMk cId="3753178280" sldId="2147474115"/>
            <ac:spMk id="300" creationId="{A32C1A5A-FBAE-EED8-8C0D-50DC6AF0D7AD}"/>
          </ac:spMkLst>
        </pc:spChg>
        <pc:spChg chg="add del mod">
          <ac:chgData name="Cartwright, Max" userId="4fdaca64-157b-4f34-aebd-58f672b6a20c" providerId="ADAL" clId="{9B24FA50-177C-4B5A-AA10-BF89D194F6B0}" dt="2024-03-05T20:33:22.218" v="837"/>
          <ac:spMkLst>
            <pc:docMk/>
            <pc:sldMk cId="3753178280" sldId="2147474115"/>
            <ac:spMk id="301" creationId="{B9C9D32A-3C81-2D4F-5029-3565224F712F}"/>
          </ac:spMkLst>
        </pc:spChg>
        <pc:spChg chg="add del mod">
          <ac:chgData name="Cartwright, Max" userId="4fdaca64-157b-4f34-aebd-58f672b6a20c" providerId="ADAL" clId="{9B24FA50-177C-4B5A-AA10-BF89D194F6B0}" dt="2024-03-05T20:33:22.218" v="837"/>
          <ac:spMkLst>
            <pc:docMk/>
            <pc:sldMk cId="3753178280" sldId="2147474115"/>
            <ac:spMk id="302" creationId="{DC742C22-635E-4BCE-17B1-9D6F044322CA}"/>
          </ac:spMkLst>
        </pc:spChg>
        <pc:spChg chg="add del mod">
          <ac:chgData name="Cartwright, Max" userId="4fdaca64-157b-4f34-aebd-58f672b6a20c" providerId="ADAL" clId="{9B24FA50-177C-4B5A-AA10-BF89D194F6B0}" dt="2024-03-05T20:33:22.218" v="837"/>
          <ac:spMkLst>
            <pc:docMk/>
            <pc:sldMk cId="3753178280" sldId="2147474115"/>
            <ac:spMk id="303" creationId="{5826B63D-806E-32EB-F211-D6F345636F67}"/>
          </ac:spMkLst>
        </pc:spChg>
        <pc:spChg chg="add del mod">
          <ac:chgData name="Cartwright, Max" userId="4fdaca64-157b-4f34-aebd-58f672b6a20c" providerId="ADAL" clId="{9B24FA50-177C-4B5A-AA10-BF89D194F6B0}" dt="2024-03-05T20:33:22.218" v="837"/>
          <ac:spMkLst>
            <pc:docMk/>
            <pc:sldMk cId="3753178280" sldId="2147474115"/>
            <ac:spMk id="304" creationId="{4DA4B9E7-1222-88F6-6FE9-5489F1BAB02F}"/>
          </ac:spMkLst>
        </pc:spChg>
        <pc:spChg chg="add del mod">
          <ac:chgData name="Cartwright, Max" userId="4fdaca64-157b-4f34-aebd-58f672b6a20c" providerId="ADAL" clId="{9B24FA50-177C-4B5A-AA10-BF89D194F6B0}" dt="2024-03-05T20:33:22.218" v="837"/>
          <ac:spMkLst>
            <pc:docMk/>
            <pc:sldMk cId="3753178280" sldId="2147474115"/>
            <ac:spMk id="306" creationId="{F8DDB6B6-B84C-BADD-FF1E-F0CA71AC0231}"/>
          </ac:spMkLst>
        </pc:spChg>
        <pc:spChg chg="add del mod">
          <ac:chgData name="Cartwright, Max" userId="4fdaca64-157b-4f34-aebd-58f672b6a20c" providerId="ADAL" clId="{9B24FA50-177C-4B5A-AA10-BF89D194F6B0}" dt="2024-03-05T20:33:22.218" v="837"/>
          <ac:spMkLst>
            <pc:docMk/>
            <pc:sldMk cId="3753178280" sldId="2147474115"/>
            <ac:spMk id="307" creationId="{39FE58D1-B5C7-DCCE-B136-3F9192B9F017}"/>
          </ac:spMkLst>
        </pc:spChg>
        <pc:spChg chg="add del mod">
          <ac:chgData name="Cartwright, Max" userId="4fdaca64-157b-4f34-aebd-58f672b6a20c" providerId="ADAL" clId="{9B24FA50-177C-4B5A-AA10-BF89D194F6B0}" dt="2024-03-05T20:33:22.218" v="837"/>
          <ac:spMkLst>
            <pc:docMk/>
            <pc:sldMk cId="3753178280" sldId="2147474115"/>
            <ac:spMk id="308" creationId="{01723596-D2C6-A232-2D19-955C622AB9CE}"/>
          </ac:spMkLst>
        </pc:spChg>
        <pc:spChg chg="add del mod">
          <ac:chgData name="Cartwright, Max" userId="4fdaca64-157b-4f34-aebd-58f672b6a20c" providerId="ADAL" clId="{9B24FA50-177C-4B5A-AA10-BF89D194F6B0}" dt="2024-03-05T20:33:22.218" v="837"/>
          <ac:spMkLst>
            <pc:docMk/>
            <pc:sldMk cId="3753178280" sldId="2147474115"/>
            <ac:spMk id="309" creationId="{16D352F2-1B75-E31B-3DCC-EA39BD42EFB0}"/>
          </ac:spMkLst>
        </pc:spChg>
        <pc:spChg chg="add del mod">
          <ac:chgData name="Cartwright, Max" userId="4fdaca64-157b-4f34-aebd-58f672b6a20c" providerId="ADAL" clId="{9B24FA50-177C-4B5A-AA10-BF89D194F6B0}" dt="2024-03-05T20:33:22.218" v="837"/>
          <ac:spMkLst>
            <pc:docMk/>
            <pc:sldMk cId="3753178280" sldId="2147474115"/>
            <ac:spMk id="310" creationId="{F340C7AD-C475-052D-D8C9-00912AB28740}"/>
          </ac:spMkLst>
        </pc:spChg>
        <pc:spChg chg="add del mod">
          <ac:chgData name="Cartwright, Max" userId="4fdaca64-157b-4f34-aebd-58f672b6a20c" providerId="ADAL" clId="{9B24FA50-177C-4B5A-AA10-BF89D194F6B0}" dt="2024-03-05T20:33:22.218" v="837"/>
          <ac:spMkLst>
            <pc:docMk/>
            <pc:sldMk cId="3753178280" sldId="2147474115"/>
            <ac:spMk id="311" creationId="{07363906-F826-D4E0-E805-59F2A78D8E24}"/>
          </ac:spMkLst>
        </pc:spChg>
        <pc:spChg chg="add del mod">
          <ac:chgData name="Cartwright, Max" userId="4fdaca64-157b-4f34-aebd-58f672b6a20c" providerId="ADAL" clId="{9B24FA50-177C-4B5A-AA10-BF89D194F6B0}" dt="2024-03-05T20:33:22.218" v="837"/>
          <ac:spMkLst>
            <pc:docMk/>
            <pc:sldMk cId="3753178280" sldId="2147474115"/>
            <ac:spMk id="312" creationId="{16A2082A-2433-0397-4027-751D3C1C5036}"/>
          </ac:spMkLst>
        </pc:spChg>
        <pc:spChg chg="add del mod">
          <ac:chgData name="Cartwright, Max" userId="4fdaca64-157b-4f34-aebd-58f672b6a20c" providerId="ADAL" clId="{9B24FA50-177C-4B5A-AA10-BF89D194F6B0}" dt="2024-03-05T20:33:22.218" v="837"/>
          <ac:spMkLst>
            <pc:docMk/>
            <pc:sldMk cId="3753178280" sldId="2147474115"/>
            <ac:spMk id="313" creationId="{9B8EFFC3-8ACA-F572-C68D-C0088ED47107}"/>
          </ac:spMkLst>
        </pc:spChg>
        <pc:spChg chg="add del mod">
          <ac:chgData name="Cartwright, Max" userId="4fdaca64-157b-4f34-aebd-58f672b6a20c" providerId="ADAL" clId="{9B24FA50-177C-4B5A-AA10-BF89D194F6B0}" dt="2024-03-05T20:33:22.218" v="837"/>
          <ac:spMkLst>
            <pc:docMk/>
            <pc:sldMk cId="3753178280" sldId="2147474115"/>
            <ac:spMk id="314" creationId="{E17074C0-FC41-D3F8-A59E-3DA84AC7337F}"/>
          </ac:spMkLst>
        </pc:spChg>
        <pc:spChg chg="add del mod">
          <ac:chgData name="Cartwright, Max" userId="4fdaca64-157b-4f34-aebd-58f672b6a20c" providerId="ADAL" clId="{9B24FA50-177C-4B5A-AA10-BF89D194F6B0}" dt="2024-03-05T20:33:22.218" v="837"/>
          <ac:spMkLst>
            <pc:docMk/>
            <pc:sldMk cId="3753178280" sldId="2147474115"/>
            <ac:spMk id="315" creationId="{1035621D-F884-9E21-AADD-20678B9786F2}"/>
          </ac:spMkLst>
        </pc:spChg>
        <pc:spChg chg="add del mod">
          <ac:chgData name="Cartwright, Max" userId="4fdaca64-157b-4f34-aebd-58f672b6a20c" providerId="ADAL" clId="{9B24FA50-177C-4B5A-AA10-BF89D194F6B0}" dt="2024-03-05T20:33:22.218" v="837"/>
          <ac:spMkLst>
            <pc:docMk/>
            <pc:sldMk cId="3753178280" sldId="2147474115"/>
            <ac:spMk id="316" creationId="{D2EDDD4B-14FA-0B0E-681F-47D57FA97590}"/>
          </ac:spMkLst>
        </pc:spChg>
        <pc:spChg chg="add del mod">
          <ac:chgData name="Cartwright, Max" userId="4fdaca64-157b-4f34-aebd-58f672b6a20c" providerId="ADAL" clId="{9B24FA50-177C-4B5A-AA10-BF89D194F6B0}" dt="2024-03-05T20:33:22.218" v="837"/>
          <ac:spMkLst>
            <pc:docMk/>
            <pc:sldMk cId="3753178280" sldId="2147474115"/>
            <ac:spMk id="317" creationId="{DF7BCDE2-FEDA-3FF0-4CC2-FB31B6C61581}"/>
          </ac:spMkLst>
        </pc:spChg>
        <pc:spChg chg="add del mod">
          <ac:chgData name="Cartwright, Max" userId="4fdaca64-157b-4f34-aebd-58f672b6a20c" providerId="ADAL" clId="{9B24FA50-177C-4B5A-AA10-BF89D194F6B0}" dt="2024-03-05T20:33:22.218" v="837"/>
          <ac:spMkLst>
            <pc:docMk/>
            <pc:sldMk cId="3753178280" sldId="2147474115"/>
            <ac:spMk id="318" creationId="{130515D2-90E1-8CEF-0A4C-D1B924AB8D7C}"/>
          </ac:spMkLst>
        </pc:spChg>
        <pc:spChg chg="add del mod">
          <ac:chgData name="Cartwright, Max" userId="4fdaca64-157b-4f34-aebd-58f672b6a20c" providerId="ADAL" clId="{9B24FA50-177C-4B5A-AA10-BF89D194F6B0}" dt="2024-03-05T20:33:22.218" v="837"/>
          <ac:spMkLst>
            <pc:docMk/>
            <pc:sldMk cId="3753178280" sldId="2147474115"/>
            <ac:spMk id="319" creationId="{5E98D7C7-3613-AF63-246E-527A9DF6D307}"/>
          </ac:spMkLst>
        </pc:spChg>
        <pc:spChg chg="add del mod">
          <ac:chgData name="Cartwright, Max" userId="4fdaca64-157b-4f34-aebd-58f672b6a20c" providerId="ADAL" clId="{9B24FA50-177C-4B5A-AA10-BF89D194F6B0}" dt="2024-03-05T20:33:22.218" v="837"/>
          <ac:spMkLst>
            <pc:docMk/>
            <pc:sldMk cId="3753178280" sldId="2147474115"/>
            <ac:spMk id="320" creationId="{08E36B0B-4550-F32E-A946-612D7F877F6F}"/>
          </ac:spMkLst>
        </pc:spChg>
        <pc:spChg chg="add del mod">
          <ac:chgData name="Cartwright, Max" userId="4fdaca64-157b-4f34-aebd-58f672b6a20c" providerId="ADAL" clId="{9B24FA50-177C-4B5A-AA10-BF89D194F6B0}" dt="2024-03-05T20:33:22.218" v="837"/>
          <ac:spMkLst>
            <pc:docMk/>
            <pc:sldMk cId="3753178280" sldId="2147474115"/>
            <ac:spMk id="321" creationId="{3399AD73-873C-C61E-5ABB-114B14F7CC63}"/>
          </ac:spMkLst>
        </pc:spChg>
        <pc:spChg chg="add del mod">
          <ac:chgData name="Cartwright, Max" userId="4fdaca64-157b-4f34-aebd-58f672b6a20c" providerId="ADAL" clId="{9B24FA50-177C-4B5A-AA10-BF89D194F6B0}" dt="2024-03-05T20:33:22.218" v="837"/>
          <ac:spMkLst>
            <pc:docMk/>
            <pc:sldMk cId="3753178280" sldId="2147474115"/>
            <ac:spMk id="322" creationId="{45C24E8B-E333-9828-FAAF-395FD4228726}"/>
          </ac:spMkLst>
        </pc:spChg>
        <pc:spChg chg="add del mod">
          <ac:chgData name="Cartwright, Max" userId="4fdaca64-157b-4f34-aebd-58f672b6a20c" providerId="ADAL" clId="{9B24FA50-177C-4B5A-AA10-BF89D194F6B0}" dt="2024-03-05T20:33:22.218" v="837"/>
          <ac:spMkLst>
            <pc:docMk/>
            <pc:sldMk cId="3753178280" sldId="2147474115"/>
            <ac:spMk id="323" creationId="{1BCB1102-4E2E-04E7-FB75-5E43D7AD1AD6}"/>
          </ac:spMkLst>
        </pc:spChg>
        <pc:spChg chg="add del mod">
          <ac:chgData name="Cartwright, Max" userId="4fdaca64-157b-4f34-aebd-58f672b6a20c" providerId="ADAL" clId="{9B24FA50-177C-4B5A-AA10-BF89D194F6B0}" dt="2024-03-05T20:33:22.218" v="837"/>
          <ac:spMkLst>
            <pc:docMk/>
            <pc:sldMk cId="3753178280" sldId="2147474115"/>
            <ac:spMk id="324" creationId="{8E4ABFF3-0120-8A3E-EA9E-34153CA2E6DC}"/>
          </ac:spMkLst>
        </pc:spChg>
        <pc:spChg chg="add del mod">
          <ac:chgData name="Cartwright, Max" userId="4fdaca64-157b-4f34-aebd-58f672b6a20c" providerId="ADAL" clId="{9B24FA50-177C-4B5A-AA10-BF89D194F6B0}" dt="2024-03-05T20:33:22.218" v="837"/>
          <ac:spMkLst>
            <pc:docMk/>
            <pc:sldMk cId="3753178280" sldId="2147474115"/>
            <ac:spMk id="325" creationId="{C3870852-BAB1-0114-8E23-A4CA3E3B3853}"/>
          </ac:spMkLst>
        </pc:spChg>
        <pc:spChg chg="add del mod">
          <ac:chgData name="Cartwright, Max" userId="4fdaca64-157b-4f34-aebd-58f672b6a20c" providerId="ADAL" clId="{9B24FA50-177C-4B5A-AA10-BF89D194F6B0}" dt="2024-03-05T20:33:22.218" v="837"/>
          <ac:spMkLst>
            <pc:docMk/>
            <pc:sldMk cId="3753178280" sldId="2147474115"/>
            <ac:spMk id="326" creationId="{8E959F22-C70B-B19B-B00F-AD834A75FD84}"/>
          </ac:spMkLst>
        </pc:spChg>
        <pc:spChg chg="add del mod">
          <ac:chgData name="Cartwright, Max" userId="4fdaca64-157b-4f34-aebd-58f672b6a20c" providerId="ADAL" clId="{9B24FA50-177C-4B5A-AA10-BF89D194F6B0}" dt="2024-03-05T20:33:22.218" v="837"/>
          <ac:spMkLst>
            <pc:docMk/>
            <pc:sldMk cId="3753178280" sldId="2147474115"/>
            <ac:spMk id="329" creationId="{E7F77AE2-E0C2-F273-0FB9-F70A817DD12F}"/>
          </ac:spMkLst>
        </pc:spChg>
        <pc:spChg chg="add del mod">
          <ac:chgData name="Cartwright, Max" userId="4fdaca64-157b-4f34-aebd-58f672b6a20c" providerId="ADAL" clId="{9B24FA50-177C-4B5A-AA10-BF89D194F6B0}" dt="2024-03-05T20:33:22.218" v="837"/>
          <ac:spMkLst>
            <pc:docMk/>
            <pc:sldMk cId="3753178280" sldId="2147474115"/>
            <ac:spMk id="330" creationId="{F81A82BC-C890-4172-42DC-AB31BCC3541C}"/>
          </ac:spMkLst>
        </pc:spChg>
        <pc:spChg chg="add del mod">
          <ac:chgData name="Cartwright, Max" userId="4fdaca64-157b-4f34-aebd-58f672b6a20c" providerId="ADAL" clId="{9B24FA50-177C-4B5A-AA10-BF89D194F6B0}" dt="2024-03-05T20:33:22.218" v="837"/>
          <ac:spMkLst>
            <pc:docMk/>
            <pc:sldMk cId="3753178280" sldId="2147474115"/>
            <ac:spMk id="331" creationId="{4EE3E33A-0275-B65B-6DBE-B7B3A32D588E}"/>
          </ac:spMkLst>
        </pc:spChg>
        <pc:spChg chg="add del mod">
          <ac:chgData name="Cartwright, Max" userId="4fdaca64-157b-4f34-aebd-58f672b6a20c" providerId="ADAL" clId="{9B24FA50-177C-4B5A-AA10-BF89D194F6B0}" dt="2024-03-05T20:33:22.218" v="837"/>
          <ac:spMkLst>
            <pc:docMk/>
            <pc:sldMk cId="3753178280" sldId="2147474115"/>
            <ac:spMk id="332" creationId="{A2A8B018-3072-C1A1-642B-C91423DC967E}"/>
          </ac:spMkLst>
        </pc:spChg>
        <pc:spChg chg="add del mod">
          <ac:chgData name="Cartwright, Max" userId="4fdaca64-157b-4f34-aebd-58f672b6a20c" providerId="ADAL" clId="{9B24FA50-177C-4B5A-AA10-BF89D194F6B0}" dt="2024-03-05T20:33:22.218" v="837"/>
          <ac:spMkLst>
            <pc:docMk/>
            <pc:sldMk cId="3753178280" sldId="2147474115"/>
            <ac:spMk id="333" creationId="{D1E24B95-F7C0-A213-1440-C1B02267A659}"/>
          </ac:spMkLst>
        </pc:spChg>
        <pc:spChg chg="add del mod">
          <ac:chgData name="Cartwright, Max" userId="4fdaca64-157b-4f34-aebd-58f672b6a20c" providerId="ADAL" clId="{9B24FA50-177C-4B5A-AA10-BF89D194F6B0}" dt="2024-03-05T20:33:22.218" v="837"/>
          <ac:spMkLst>
            <pc:docMk/>
            <pc:sldMk cId="3753178280" sldId="2147474115"/>
            <ac:spMk id="334" creationId="{076FBB6F-5149-0DD7-B7F6-E29F91ECAF24}"/>
          </ac:spMkLst>
        </pc:spChg>
        <pc:spChg chg="add del mod">
          <ac:chgData name="Cartwright, Max" userId="4fdaca64-157b-4f34-aebd-58f672b6a20c" providerId="ADAL" clId="{9B24FA50-177C-4B5A-AA10-BF89D194F6B0}" dt="2024-03-05T20:33:22.218" v="837"/>
          <ac:spMkLst>
            <pc:docMk/>
            <pc:sldMk cId="3753178280" sldId="2147474115"/>
            <ac:spMk id="335" creationId="{2C257F3F-D390-BFB6-FC31-034F5F106196}"/>
          </ac:spMkLst>
        </pc:spChg>
        <pc:spChg chg="add del mod">
          <ac:chgData name="Cartwright, Max" userId="4fdaca64-157b-4f34-aebd-58f672b6a20c" providerId="ADAL" clId="{9B24FA50-177C-4B5A-AA10-BF89D194F6B0}" dt="2024-03-05T20:33:22.218" v="837"/>
          <ac:spMkLst>
            <pc:docMk/>
            <pc:sldMk cId="3753178280" sldId="2147474115"/>
            <ac:spMk id="336" creationId="{4EC78DFC-7DEA-026C-A57E-466F37B96BFE}"/>
          </ac:spMkLst>
        </pc:spChg>
        <pc:spChg chg="add del mod">
          <ac:chgData name="Cartwright, Max" userId="4fdaca64-157b-4f34-aebd-58f672b6a20c" providerId="ADAL" clId="{9B24FA50-177C-4B5A-AA10-BF89D194F6B0}" dt="2024-03-05T20:33:22.218" v="837"/>
          <ac:spMkLst>
            <pc:docMk/>
            <pc:sldMk cId="3753178280" sldId="2147474115"/>
            <ac:spMk id="337" creationId="{9B66B57E-18AC-C135-5A37-DB36FBE84D7C}"/>
          </ac:spMkLst>
        </pc:spChg>
        <pc:spChg chg="add del mod">
          <ac:chgData name="Cartwright, Max" userId="4fdaca64-157b-4f34-aebd-58f672b6a20c" providerId="ADAL" clId="{9B24FA50-177C-4B5A-AA10-BF89D194F6B0}" dt="2024-03-05T20:33:22.218" v="837"/>
          <ac:spMkLst>
            <pc:docMk/>
            <pc:sldMk cId="3753178280" sldId="2147474115"/>
            <ac:spMk id="338" creationId="{FFF3D8C8-C839-D008-EE5A-C965B6A1B645}"/>
          </ac:spMkLst>
        </pc:spChg>
        <pc:spChg chg="add del mod">
          <ac:chgData name="Cartwright, Max" userId="4fdaca64-157b-4f34-aebd-58f672b6a20c" providerId="ADAL" clId="{9B24FA50-177C-4B5A-AA10-BF89D194F6B0}" dt="2024-03-05T20:33:22.218" v="837"/>
          <ac:spMkLst>
            <pc:docMk/>
            <pc:sldMk cId="3753178280" sldId="2147474115"/>
            <ac:spMk id="339" creationId="{30C8FC77-EF42-05C3-8D6E-C212FF39C24C}"/>
          </ac:spMkLst>
        </pc:spChg>
        <pc:spChg chg="add del mod">
          <ac:chgData name="Cartwright, Max" userId="4fdaca64-157b-4f34-aebd-58f672b6a20c" providerId="ADAL" clId="{9B24FA50-177C-4B5A-AA10-BF89D194F6B0}" dt="2024-03-05T20:33:22.218" v="837"/>
          <ac:spMkLst>
            <pc:docMk/>
            <pc:sldMk cId="3753178280" sldId="2147474115"/>
            <ac:spMk id="341" creationId="{C3F7B301-F469-DEF5-F047-053365A59AD6}"/>
          </ac:spMkLst>
        </pc:spChg>
        <pc:spChg chg="add del mod">
          <ac:chgData name="Cartwright, Max" userId="4fdaca64-157b-4f34-aebd-58f672b6a20c" providerId="ADAL" clId="{9B24FA50-177C-4B5A-AA10-BF89D194F6B0}" dt="2024-03-05T20:33:22.218" v="837"/>
          <ac:spMkLst>
            <pc:docMk/>
            <pc:sldMk cId="3753178280" sldId="2147474115"/>
            <ac:spMk id="342" creationId="{7D6BBCA7-D322-9217-50B3-838D1325DF13}"/>
          </ac:spMkLst>
        </pc:spChg>
        <pc:spChg chg="add del mod">
          <ac:chgData name="Cartwright, Max" userId="4fdaca64-157b-4f34-aebd-58f672b6a20c" providerId="ADAL" clId="{9B24FA50-177C-4B5A-AA10-BF89D194F6B0}" dt="2024-03-05T20:33:22.218" v="837"/>
          <ac:spMkLst>
            <pc:docMk/>
            <pc:sldMk cId="3753178280" sldId="2147474115"/>
            <ac:spMk id="343" creationId="{5F6D6D78-957C-3CCD-A958-4FF2FD51F001}"/>
          </ac:spMkLst>
        </pc:spChg>
        <pc:spChg chg="add del mod">
          <ac:chgData name="Cartwright, Max" userId="4fdaca64-157b-4f34-aebd-58f672b6a20c" providerId="ADAL" clId="{9B24FA50-177C-4B5A-AA10-BF89D194F6B0}" dt="2024-03-05T20:33:22.218" v="837"/>
          <ac:spMkLst>
            <pc:docMk/>
            <pc:sldMk cId="3753178280" sldId="2147474115"/>
            <ac:spMk id="344" creationId="{2064F7EE-3A40-D077-B769-08EF2B8B6902}"/>
          </ac:spMkLst>
        </pc:spChg>
        <pc:spChg chg="add del mod">
          <ac:chgData name="Cartwright, Max" userId="4fdaca64-157b-4f34-aebd-58f672b6a20c" providerId="ADAL" clId="{9B24FA50-177C-4B5A-AA10-BF89D194F6B0}" dt="2024-03-05T20:33:22.218" v="837"/>
          <ac:spMkLst>
            <pc:docMk/>
            <pc:sldMk cId="3753178280" sldId="2147474115"/>
            <ac:spMk id="345" creationId="{D66FF275-CC79-7E75-57E0-8FD30A90181C}"/>
          </ac:spMkLst>
        </pc:spChg>
        <pc:spChg chg="add del mod">
          <ac:chgData name="Cartwright, Max" userId="4fdaca64-157b-4f34-aebd-58f672b6a20c" providerId="ADAL" clId="{9B24FA50-177C-4B5A-AA10-BF89D194F6B0}" dt="2024-03-05T20:33:22.218" v="837"/>
          <ac:spMkLst>
            <pc:docMk/>
            <pc:sldMk cId="3753178280" sldId="2147474115"/>
            <ac:spMk id="346" creationId="{67310903-9C77-0E75-9868-4710129729BA}"/>
          </ac:spMkLst>
        </pc:spChg>
        <pc:spChg chg="add del mod">
          <ac:chgData name="Cartwright, Max" userId="4fdaca64-157b-4f34-aebd-58f672b6a20c" providerId="ADAL" clId="{9B24FA50-177C-4B5A-AA10-BF89D194F6B0}" dt="2024-03-05T20:33:22.218" v="837"/>
          <ac:spMkLst>
            <pc:docMk/>
            <pc:sldMk cId="3753178280" sldId="2147474115"/>
            <ac:spMk id="347" creationId="{52C7B23C-6510-A600-88FA-1F3F2E89D254}"/>
          </ac:spMkLst>
        </pc:spChg>
        <pc:spChg chg="add del mod">
          <ac:chgData name="Cartwright, Max" userId="4fdaca64-157b-4f34-aebd-58f672b6a20c" providerId="ADAL" clId="{9B24FA50-177C-4B5A-AA10-BF89D194F6B0}" dt="2024-03-05T20:33:22.218" v="837"/>
          <ac:spMkLst>
            <pc:docMk/>
            <pc:sldMk cId="3753178280" sldId="2147474115"/>
            <ac:spMk id="349" creationId="{D3448207-6182-E13B-EB3A-17FF2A2D6B5B}"/>
          </ac:spMkLst>
        </pc:spChg>
        <pc:spChg chg="add del mod">
          <ac:chgData name="Cartwright, Max" userId="4fdaca64-157b-4f34-aebd-58f672b6a20c" providerId="ADAL" clId="{9B24FA50-177C-4B5A-AA10-BF89D194F6B0}" dt="2024-03-05T20:33:22.218" v="837"/>
          <ac:spMkLst>
            <pc:docMk/>
            <pc:sldMk cId="3753178280" sldId="2147474115"/>
            <ac:spMk id="350" creationId="{523937CB-83D3-A817-0F69-B7A19FEBAA22}"/>
          </ac:spMkLst>
        </pc:spChg>
        <pc:spChg chg="add del mod">
          <ac:chgData name="Cartwright, Max" userId="4fdaca64-157b-4f34-aebd-58f672b6a20c" providerId="ADAL" clId="{9B24FA50-177C-4B5A-AA10-BF89D194F6B0}" dt="2024-03-05T20:33:22.218" v="837"/>
          <ac:spMkLst>
            <pc:docMk/>
            <pc:sldMk cId="3753178280" sldId="2147474115"/>
            <ac:spMk id="351" creationId="{4FDD2253-507D-D8A7-01F7-FBE996E8045D}"/>
          </ac:spMkLst>
        </pc:spChg>
        <pc:spChg chg="add del mod">
          <ac:chgData name="Cartwright, Max" userId="4fdaca64-157b-4f34-aebd-58f672b6a20c" providerId="ADAL" clId="{9B24FA50-177C-4B5A-AA10-BF89D194F6B0}" dt="2024-03-05T20:33:22.218" v="837"/>
          <ac:spMkLst>
            <pc:docMk/>
            <pc:sldMk cId="3753178280" sldId="2147474115"/>
            <ac:spMk id="352" creationId="{E07BC129-5A40-6200-6093-4B0133A53527}"/>
          </ac:spMkLst>
        </pc:spChg>
        <pc:spChg chg="add del mod">
          <ac:chgData name="Cartwright, Max" userId="4fdaca64-157b-4f34-aebd-58f672b6a20c" providerId="ADAL" clId="{9B24FA50-177C-4B5A-AA10-BF89D194F6B0}" dt="2024-03-05T20:33:22.218" v="837"/>
          <ac:spMkLst>
            <pc:docMk/>
            <pc:sldMk cId="3753178280" sldId="2147474115"/>
            <ac:spMk id="353" creationId="{564E5987-03B5-6C42-AE73-2CA72A9F4C38}"/>
          </ac:spMkLst>
        </pc:spChg>
        <pc:spChg chg="add del mod">
          <ac:chgData name="Cartwright, Max" userId="4fdaca64-157b-4f34-aebd-58f672b6a20c" providerId="ADAL" clId="{9B24FA50-177C-4B5A-AA10-BF89D194F6B0}" dt="2024-03-05T20:33:22.218" v="837"/>
          <ac:spMkLst>
            <pc:docMk/>
            <pc:sldMk cId="3753178280" sldId="2147474115"/>
            <ac:spMk id="354" creationId="{E4781D21-CF82-FB4F-D567-7AFD759F84F8}"/>
          </ac:spMkLst>
        </pc:spChg>
        <pc:spChg chg="add del mod">
          <ac:chgData name="Cartwright, Max" userId="4fdaca64-157b-4f34-aebd-58f672b6a20c" providerId="ADAL" clId="{9B24FA50-177C-4B5A-AA10-BF89D194F6B0}" dt="2024-03-05T20:33:22.218" v="837"/>
          <ac:spMkLst>
            <pc:docMk/>
            <pc:sldMk cId="3753178280" sldId="2147474115"/>
            <ac:spMk id="357" creationId="{A72B0721-78D7-A7CD-7A73-85A1E7D11F26}"/>
          </ac:spMkLst>
        </pc:spChg>
        <pc:spChg chg="add del mod">
          <ac:chgData name="Cartwright, Max" userId="4fdaca64-157b-4f34-aebd-58f672b6a20c" providerId="ADAL" clId="{9B24FA50-177C-4B5A-AA10-BF89D194F6B0}" dt="2024-03-05T20:33:22.218" v="837"/>
          <ac:spMkLst>
            <pc:docMk/>
            <pc:sldMk cId="3753178280" sldId="2147474115"/>
            <ac:spMk id="358" creationId="{32551E9F-0939-3EA7-F13D-E9A2FF91FBFE}"/>
          </ac:spMkLst>
        </pc:spChg>
        <pc:spChg chg="add del mod">
          <ac:chgData name="Cartwright, Max" userId="4fdaca64-157b-4f34-aebd-58f672b6a20c" providerId="ADAL" clId="{9B24FA50-177C-4B5A-AA10-BF89D194F6B0}" dt="2024-03-05T20:33:22.218" v="837"/>
          <ac:spMkLst>
            <pc:docMk/>
            <pc:sldMk cId="3753178280" sldId="2147474115"/>
            <ac:spMk id="359" creationId="{F1634DBC-C51B-2431-3410-59693F5BF029}"/>
          </ac:spMkLst>
        </pc:spChg>
        <pc:spChg chg="add del mod">
          <ac:chgData name="Cartwright, Max" userId="4fdaca64-157b-4f34-aebd-58f672b6a20c" providerId="ADAL" clId="{9B24FA50-177C-4B5A-AA10-BF89D194F6B0}" dt="2024-03-05T20:33:22.218" v="837"/>
          <ac:spMkLst>
            <pc:docMk/>
            <pc:sldMk cId="3753178280" sldId="2147474115"/>
            <ac:spMk id="360" creationId="{423E11FB-7CE2-51B9-70FF-91B8D8665290}"/>
          </ac:spMkLst>
        </pc:spChg>
        <pc:spChg chg="add del mod">
          <ac:chgData name="Cartwright, Max" userId="4fdaca64-157b-4f34-aebd-58f672b6a20c" providerId="ADAL" clId="{9B24FA50-177C-4B5A-AA10-BF89D194F6B0}" dt="2024-03-05T20:33:22.218" v="837"/>
          <ac:spMkLst>
            <pc:docMk/>
            <pc:sldMk cId="3753178280" sldId="2147474115"/>
            <ac:spMk id="361" creationId="{1776181C-7C64-7994-FA56-C44C326D8CFA}"/>
          </ac:spMkLst>
        </pc:spChg>
        <pc:spChg chg="add del mod">
          <ac:chgData name="Cartwright, Max" userId="4fdaca64-157b-4f34-aebd-58f672b6a20c" providerId="ADAL" clId="{9B24FA50-177C-4B5A-AA10-BF89D194F6B0}" dt="2024-03-05T20:33:22.218" v="837"/>
          <ac:spMkLst>
            <pc:docMk/>
            <pc:sldMk cId="3753178280" sldId="2147474115"/>
            <ac:spMk id="362" creationId="{0C1D6CEE-9B53-9A85-4DBF-DAFAEBD3DB61}"/>
          </ac:spMkLst>
        </pc:spChg>
        <pc:spChg chg="add del mod">
          <ac:chgData name="Cartwright, Max" userId="4fdaca64-157b-4f34-aebd-58f672b6a20c" providerId="ADAL" clId="{9B24FA50-177C-4B5A-AA10-BF89D194F6B0}" dt="2024-03-05T20:33:22.218" v="837"/>
          <ac:spMkLst>
            <pc:docMk/>
            <pc:sldMk cId="3753178280" sldId="2147474115"/>
            <ac:spMk id="363" creationId="{A29C6420-037B-4806-5720-EF1C45565843}"/>
          </ac:spMkLst>
        </pc:spChg>
        <pc:spChg chg="add del mod">
          <ac:chgData name="Cartwright, Max" userId="4fdaca64-157b-4f34-aebd-58f672b6a20c" providerId="ADAL" clId="{9B24FA50-177C-4B5A-AA10-BF89D194F6B0}" dt="2024-03-05T20:33:22.218" v="837"/>
          <ac:spMkLst>
            <pc:docMk/>
            <pc:sldMk cId="3753178280" sldId="2147474115"/>
            <ac:spMk id="364" creationId="{86B01447-7942-439D-39C9-A6756FB7BB3C}"/>
          </ac:spMkLst>
        </pc:spChg>
        <pc:spChg chg="add del mod">
          <ac:chgData name="Cartwright, Max" userId="4fdaca64-157b-4f34-aebd-58f672b6a20c" providerId="ADAL" clId="{9B24FA50-177C-4B5A-AA10-BF89D194F6B0}" dt="2024-03-05T20:33:22.218" v="837"/>
          <ac:spMkLst>
            <pc:docMk/>
            <pc:sldMk cId="3753178280" sldId="2147474115"/>
            <ac:spMk id="365" creationId="{9AA7BA74-BF82-E7C8-A650-D5FE653500BC}"/>
          </ac:spMkLst>
        </pc:spChg>
        <pc:spChg chg="add del mod">
          <ac:chgData name="Cartwright, Max" userId="4fdaca64-157b-4f34-aebd-58f672b6a20c" providerId="ADAL" clId="{9B24FA50-177C-4B5A-AA10-BF89D194F6B0}" dt="2024-03-05T20:33:22.218" v="837"/>
          <ac:spMkLst>
            <pc:docMk/>
            <pc:sldMk cId="3753178280" sldId="2147474115"/>
            <ac:spMk id="366" creationId="{93B189BE-A255-8871-65EC-5CE0B9E444F8}"/>
          </ac:spMkLst>
        </pc:spChg>
        <pc:spChg chg="add del mod">
          <ac:chgData name="Cartwright, Max" userId="4fdaca64-157b-4f34-aebd-58f672b6a20c" providerId="ADAL" clId="{9B24FA50-177C-4B5A-AA10-BF89D194F6B0}" dt="2024-03-05T20:33:22.218" v="837"/>
          <ac:spMkLst>
            <pc:docMk/>
            <pc:sldMk cId="3753178280" sldId="2147474115"/>
            <ac:spMk id="367" creationId="{79EE92FD-659A-91DB-86BB-A292B162CA28}"/>
          </ac:spMkLst>
        </pc:spChg>
        <pc:spChg chg="add mod">
          <ac:chgData name="Cartwright, Max" userId="4fdaca64-157b-4f34-aebd-58f672b6a20c" providerId="ADAL" clId="{9B24FA50-177C-4B5A-AA10-BF89D194F6B0}" dt="2024-03-05T20:33:45.459" v="847" actId="1037"/>
          <ac:spMkLst>
            <pc:docMk/>
            <pc:sldMk cId="3753178280" sldId="2147474115"/>
            <ac:spMk id="368" creationId="{0BB6580F-0DDA-F971-F297-DBADCA388D0B}"/>
          </ac:spMkLst>
        </pc:spChg>
        <pc:spChg chg="add mod">
          <ac:chgData name="Cartwright, Max" userId="4fdaca64-157b-4f34-aebd-58f672b6a20c" providerId="ADAL" clId="{9B24FA50-177C-4B5A-AA10-BF89D194F6B0}" dt="2024-03-05T20:33:45.459" v="847" actId="1037"/>
          <ac:spMkLst>
            <pc:docMk/>
            <pc:sldMk cId="3753178280" sldId="2147474115"/>
            <ac:spMk id="369" creationId="{C38CF5E4-7381-BD09-557D-2A852E99237F}"/>
          </ac:spMkLst>
        </pc:spChg>
        <pc:spChg chg="add mod">
          <ac:chgData name="Cartwright, Max" userId="4fdaca64-157b-4f34-aebd-58f672b6a20c" providerId="ADAL" clId="{9B24FA50-177C-4B5A-AA10-BF89D194F6B0}" dt="2024-03-05T20:33:45.459" v="847" actId="1037"/>
          <ac:spMkLst>
            <pc:docMk/>
            <pc:sldMk cId="3753178280" sldId="2147474115"/>
            <ac:spMk id="370" creationId="{4403F058-1247-85E2-4EBD-E5D8CE620470}"/>
          </ac:spMkLst>
        </pc:spChg>
        <pc:spChg chg="add mod">
          <ac:chgData name="Cartwright, Max" userId="4fdaca64-157b-4f34-aebd-58f672b6a20c" providerId="ADAL" clId="{9B24FA50-177C-4B5A-AA10-BF89D194F6B0}" dt="2024-03-05T20:33:45.459" v="847" actId="1037"/>
          <ac:spMkLst>
            <pc:docMk/>
            <pc:sldMk cId="3753178280" sldId="2147474115"/>
            <ac:spMk id="371" creationId="{1C549C0D-7248-2E0E-D420-C445BE83A48E}"/>
          </ac:spMkLst>
        </pc:spChg>
        <pc:spChg chg="add mod">
          <ac:chgData name="Cartwright, Max" userId="4fdaca64-157b-4f34-aebd-58f672b6a20c" providerId="ADAL" clId="{9B24FA50-177C-4B5A-AA10-BF89D194F6B0}" dt="2024-03-05T20:33:45.459" v="847" actId="1037"/>
          <ac:spMkLst>
            <pc:docMk/>
            <pc:sldMk cId="3753178280" sldId="2147474115"/>
            <ac:spMk id="372" creationId="{82298F40-CCDF-3835-CF91-E7E8D99A8D63}"/>
          </ac:spMkLst>
        </pc:spChg>
        <pc:spChg chg="add mod">
          <ac:chgData name="Cartwright, Max" userId="4fdaca64-157b-4f34-aebd-58f672b6a20c" providerId="ADAL" clId="{9B24FA50-177C-4B5A-AA10-BF89D194F6B0}" dt="2024-03-05T20:33:45.459" v="847" actId="1037"/>
          <ac:spMkLst>
            <pc:docMk/>
            <pc:sldMk cId="3753178280" sldId="2147474115"/>
            <ac:spMk id="373" creationId="{8F2273CE-D4BF-0B6B-3582-05EDFD8535EB}"/>
          </ac:spMkLst>
        </pc:spChg>
        <pc:spChg chg="add mod">
          <ac:chgData name="Cartwright, Max" userId="4fdaca64-157b-4f34-aebd-58f672b6a20c" providerId="ADAL" clId="{9B24FA50-177C-4B5A-AA10-BF89D194F6B0}" dt="2024-03-05T20:33:45.459" v="847" actId="1037"/>
          <ac:spMkLst>
            <pc:docMk/>
            <pc:sldMk cId="3753178280" sldId="2147474115"/>
            <ac:spMk id="374" creationId="{E232E775-E87E-580E-0E11-4F856AEC77CA}"/>
          </ac:spMkLst>
        </pc:spChg>
        <pc:spChg chg="add mod">
          <ac:chgData name="Cartwright, Max" userId="4fdaca64-157b-4f34-aebd-58f672b6a20c" providerId="ADAL" clId="{9B24FA50-177C-4B5A-AA10-BF89D194F6B0}" dt="2024-03-05T20:33:45.459" v="847" actId="1037"/>
          <ac:spMkLst>
            <pc:docMk/>
            <pc:sldMk cId="3753178280" sldId="2147474115"/>
            <ac:spMk id="375" creationId="{E91412D5-BF32-F7F2-1601-53BAC6F51EEB}"/>
          </ac:spMkLst>
        </pc:spChg>
        <pc:spChg chg="add mod">
          <ac:chgData name="Cartwright, Max" userId="4fdaca64-157b-4f34-aebd-58f672b6a20c" providerId="ADAL" clId="{9B24FA50-177C-4B5A-AA10-BF89D194F6B0}" dt="2024-03-05T20:33:45.459" v="847" actId="1037"/>
          <ac:spMkLst>
            <pc:docMk/>
            <pc:sldMk cId="3753178280" sldId="2147474115"/>
            <ac:spMk id="376" creationId="{8DDB9040-801C-ED6B-BC70-DC991227056F}"/>
          </ac:spMkLst>
        </pc:spChg>
        <pc:spChg chg="add mod">
          <ac:chgData name="Cartwright, Max" userId="4fdaca64-157b-4f34-aebd-58f672b6a20c" providerId="ADAL" clId="{9B24FA50-177C-4B5A-AA10-BF89D194F6B0}" dt="2024-03-05T20:33:45.459" v="847" actId="1037"/>
          <ac:spMkLst>
            <pc:docMk/>
            <pc:sldMk cId="3753178280" sldId="2147474115"/>
            <ac:spMk id="377" creationId="{DB21F8CF-D758-1CB4-24FB-D8567309C132}"/>
          </ac:spMkLst>
        </pc:spChg>
        <pc:spChg chg="add mod">
          <ac:chgData name="Cartwright, Max" userId="4fdaca64-157b-4f34-aebd-58f672b6a20c" providerId="ADAL" clId="{9B24FA50-177C-4B5A-AA10-BF89D194F6B0}" dt="2024-03-05T20:33:45.459" v="847" actId="1037"/>
          <ac:spMkLst>
            <pc:docMk/>
            <pc:sldMk cId="3753178280" sldId="2147474115"/>
            <ac:spMk id="378" creationId="{A10E9FFD-EFA8-AB29-31E9-019C0AE61EE1}"/>
          </ac:spMkLst>
        </pc:spChg>
        <pc:spChg chg="add mod">
          <ac:chgData name="Cartwright, Max" userId="4fdaca64-157b-4f34-aebd-58f672b6a20c" providerId="ADAL" clId="{9B24FA50-177C-4B5A-AA10-BF89D194F6B0}" dt="2024-03-05T20:33:45.459" v="847" actId="1037"/>
          <ac:spMkLst>
            <pc:docMk/>
            <pc:sldMk cId="3753178280" sldId="2147474115"/>
            <ac:spMk id="379" creationId="{D3BE154A-D978-0389-FFF2-7079716A63B5}"/>
          </ac:spMkLst>
        </pc:spChg>
        <pc:spChg chg="add mod">
          <ac:chgData name="Cartwright, Max" userId="4fdaca64-157b-4f34-aebd-58f672b6a20c" providerId="ADAL" clId="{9B24FA50-177C-4B5A-AA10-BF89D194F6B0}" dt="2024-03-05T20:33:45.459" v="847" actId="1037"/>
          <ac:spMkLst>
            <pc:docMk/>
            <pc:sldMk cId="3753178280" sldId="2147474115"/>
            <ac:spMk id="380" creationId="{83CEA563-FFF2-1974-EA05-64F011E9D5FC}"/>
          </ac:spMkLst>
        </pc:spChg>
        <pc:spChg chg="add mod">
          <ac:chgData name="Cartwright, Max" userId="4fdaca64-157b-4f34-aebd-58f672b6a20c" providerId="ADAL" clId="{9B24FA50-177C-4B5A-AA10-BF89D194F6B0}" dt="2024-03-05T20:33:45.459" v="847" actId="1037"/>
          <ac:spMkLst>
            <pc:docMk/>
            <pc:sldMk cId="3753178280" sldId="2147474115"/>
            <ac:spMk id="381" creationId="{153B80F2-A07E-8F33-E213-BE667DF9EC60}"/>
          </ac:spMkLst>
        </pc:spChg>
        <pc:spChg chg="add mod">
          <ac:chgData name="Cartwright, Max" userId="4fdaca64-157b-4f34-aebd-58f672b6a20c" providerId="ADAL" clId="{9B24FA50-177C-4B5A-AA10-BF89D194F6B0}" dt="2024-03-05T20:33:45.459" v="847" actId="1037"/>
          <ac:spMkLst>
            <pc:docMk/>
            <pc:sldMk cId="3753178280" sldId="2147474115"/>
            <ac:spMk id="382" creationId="{B54450F6-3464-7904-7341-3BF321D9848C}"/>
          </ac:spMkLst>
        </pc:spChg>
        <pc:spChg chg="add mod">
          <ac:chgData name="Cartwright, Max" userId="4fdaca64-157b-4f34-aebd-58f672b6a20c" providerId="ADAL" clId="{9B24FA50-177C-4B5A-AA10-BF89D194F6B0}" dt="2024-03-05T20:33:45.459" v="847" actId="1037"/>
          <ac:spMkLst>
            <pc:docMk/>
            <pc:sldMk cId="3753178280" sldId="2147474115"/>
            <ac:spMk id="383" creationId="{9C84768E-E419-DD61-D33B-7BCE0B06976B}"/>
          </ac:spMkLst>
        </pc:spChg>
        <pc:spChg chg="add mod">
          <ac:chgData name="Cartwright, Max" userId="4fdaca64-157b-4f34-aebd-58f672b6a20c" providerId="ADAL" clId="{9B24FA50-177C-4B5A-AA10-BF89D194F6B0}" dt="2024-03-05T20:33:45.459" v="847" actId="1037"/>
          <ac:spMkLst>
            <pc:docMk/>
            <pc:sldMk cId="3753178280" sldId="2147474115"/>
            <ac:spMk id="384" creationId="{A5124BE1-C38D-61EC-6B90-4C99F87001C6}"/>
          </ac:spMkLst>
        </pc:spChg>
        <pc:spChg chg="add mod">
          <ac:chgData name="Cartwright, Max" userId="4fdaca64-157b-4f34-aebd-58f672b6a20c" providerId="ADAL" clId="{9B24FA50-177C-4B5A-AA10-BF89D194F6B0}" dt="2024-03-05T20:33:45.459" v="847" actId="1037"/>
          <ac:spMkLst>
            <pc:docMk/>
            <pc:sldMk cId="3753178280" sldId="2147474115"/>
            <ac:spMk id="385" creationId="{F98A017C-E296-83E5-C89C-E51E720B9FCB}"/>
          </ac:spMkLst>
        </pc:spChg>
        <pc:spChg chg="add mod">
          <ac:chgData name="Cartwright, Max" userId="4fdaca64-157b-4f34-aebd-58f672b6a20c" providerId="ADAL" clId="{9B24FA50-177C-4B5A-AA10-BF89D194F6B0}" dt="2024-03-05T20:33:45.459" v="847" actId="1037"/>
          <ac:spMkLst>
            <pc:docMk/>
            <pc:sldMk cId="3753178280" sldId="2147474115"/>
            <ac:spMk id="386" creationId="{51891EC5-5E8A-43FB-E0B0-C720718BB388}"/>
          </ac:spMkLst>
        </pc:spChg>
        <pc:spChg chg="add mod">
          <ac:chgData name="Cartwright, Max" userId="4fdaca64-157b-4f34-aebd-58f672b6a20c" providerId="ADAL" clId="{9B24FA50-177C-4B5A-AA10-BF89D194F6B0}" dt="2024-03-05T20:33:45.459" v="847" actId="1037"/>
          <ac:spMkLst>
            <pc:docMk/>
            <pc:sldMk cId="3753178280" sldId="2147474115"/>
            <ac:spMk id="387" creationId="{1C43BB9D-9611-D2CD-AFF9-A614F49BEF6D}"/>
          </ac:spMkLst>
        </pc:spChg>
        <pc:spChg chg="add mod">
          <ac:chgData name="Cartwright, Max" userId="4fdaca64-157b-4f34-aebd-58f672b6a20c" providerId="ADAL" clId="{9B24FA50-177C-4B5A-AA10-BF89D194F6B0}" dt="2024-03-05T20:33:45.459" v="847" actId="1037"/>
          <ac:spMkLst>
            <pc:docMk/>
            <pc:sldMk cId="3753178280" sldId="2147474115"/>
            <ac:spMk id="388" creationId="{A8C6B05E-7842-6B4E-5FC1-2D1DB4A8DC07}"/>
          </ac:spMkLst>
        </pc:spChg>
        <pc:spChg chg="add mod">
          <ac:chgData name="Cartwright, Max" userId="4fdaca64-157b-4f34-aebd-58f672b6a20c" providerId="ADAL" clId="{9B24FA50-177C-4B5A-AA10-BF89D194F6B0}" dt="2024-03-05T20:33:45.459" v="847" actId="1037"/>
          <ac:spMkLst>
            <pc:docMk/>
            <pc:sldMk cId="3753178280" sldId="2147474115"/>
            <ac:spMk id="389" creationId="{28C5E0EE-7683-6B80-9836-C1BADC30AB3C}"/>
          </ac:spMkLst>
        </pc:spChg>
        <pc:spChg chg="add mod">
          <ac:chgData name="Cartwright, Max" userId="4fdaca64-157b-4f34-aebd-58f672b6a20c" providerId="ADAL" clId="{9B24FA50-177C-4B5A-AA10-BF89D194F6B0}" dt="2024-03-05T20:33:45.459" v="847" actId="1037"/>
          <ac:spMkLst>
            <pc:docMk/>
            <pc:sldMk cId="3753178280" sldId="2147474115"/>
            <ac:spMk id="390" creationId="{0902CE16-D088-8BE0-2647-66B77F1A3619}"/>
          </ac:spMkLst>
        </pc:spChg>
        <pc:spChg chg="add mod">
          <ac:chgData name="Cartwright, Max" userId="4fdaca64-157b-4f34-aebd-58f672b6a20c" providerId="ADAL" clId="{9B24FA50-177C-4B5A-AA10-BF89D194F6B0}" dt="2024-03-05T20:33:45.459" v="847" actId="1037"/>
          <ac:spMkLst>
            <pc:docMk/>
            <pc:sldMk cId="3753178280" sldId="2147474115"/>
            <ac:spMk id="391" creationId="{E9F4C4F1-7404-6A95-0D4F-EF0BCD7E33DE}"/>
          </ac:spMkLst>
        </pc:spChg>
        <pc:spChg chg="add mod">
          <ac:chgData name="Cartwright, Max" userId="4fdaca64-157b-4f34-aebd-58f672b6a20c" providerId="ADAL" clId="{9B24FA50-177C-4B5A-AA10-BF89D194F6B0}" dt="2024-03-05T20:33:45.459" v="847" actId="1037"/>
          <ac:spMkLst>
            <pc:docMk/>
            <pc:sldMk cId="3753178280" sldId="2147474115"/>
            <ac:spMk id="392" creationId="{18BF75F9-60AA-D975-9B04-8B4637D3FE0B}"/>
          </ac:spMkLst>
        </pc:spChg>
        <pc:spChg chg="mod">
          <ac:chgData name="Cartwright, Max" userId="4fdaca64-157b-4f34-aebd-58f672b6a20c" providerId="ADAL" clId="{9B24FA50-177C-4B5A-AA10-BF89D194F6B0}" dt="2024-03-05T20:33:45.459" v="847" actId="1037"/>
          <ac:spMkLst>
            <pc:docMk/>
            <pc:sldMk cId="3753178280" sldId="2147474115"/>
            <ac:spMk id="394" creationId="{FD4D9FD4-9EDC-1C98-3699-0C99DE9D662F}"/>
          </ac:spMkLst>
        </pc:spChg>
        <pc:spChg chg="mod">
          <ac:chgData name="Cartwright, Max" userId="4fdaca64-157b-4f34-aebd-58f672b6a20c" providerId="ADAL" clId="{9B24FA50-177C-4B5A-AA10-BF89D194F6B0}" dt="2024-03-05T20:33:45.459" v="847" actId="1037"/>
          <ac:spMkLst>
            <pc:docMk/>
            <pc:sldMk cId="3753178280" sldId="2147474115"/>
            <ac:spMk id="395" creationId="{6996F5DC-C6D7-AE9B-83AD-FF7EEC027823}"/>
          </ac:spMkLst>
        </pc:spChg>
        <pc:spChg chg="mod">
          <ac:chgData name="Cartwright, Max" userId="4fdaca64-157b-4f34-aebd-58f672b6a20c" providerId="ADAL" clId="{9B24FA50-177C-4B5A-AA10-BF89D194F6B0}" dt="2024-03-05T20:33:45.459" v="847" actId="1037"/>
          <ac:spMkLst>
            <pc:docMk/>
            <pc:sldMk cId="3753178280" sldId="2147474115"/>
            <ac:spMk id="396" creationId="{4A59A475-C75A-C124-9C3D-4BAE063A8C12}"/>
          </ac:spMkLst>
        </pc:spChg>
        <pc:spChg chg="add mod">
          <ac:chgData name="Cartwright, Max" userId="4fdaca64-157b-4f34-aebd-58f672b6a20c" providerId="ADAL" clId="{9B24FA50-177C-4B5A-AA10-BF89D194F6B0}" dt="2024-03-05T20:33:45.459" v="847" actId="1037"/>
          <ac:spMkLst>
            <pc:docMk/>
            <pc:sldMk cId="3753178280" sldId="2147474115"/>
            <ac:spMk id="397" creationId="{486754BB-AF83-C268-A5E9-6F917E426DF6}"/>
          </ac:spMkLst>
        </pc:spChg>
        <pc:spChg chg="add mod">
          <ac:chgData name="Cartwright, Max" userId="4fdaca64-157b-4f34-aebd-58f672b6a20c" providerId="ADAL" clId="{9B24FA50-177C-4B5A-AA10-BF89D194F6B0}" dt="2024-03-05T20:33:45.459" v="847" actId="1037"/>
          <ac:spMkLst>
            <pc:docMk/>
            <pc:sldMk cId="3753178280" sldId="2147474115"/>
            <ac:spMk id="398" creationId="{AF89A991-2ADC-507A-AEFD-A8D0EE36F895}"/>
          </ac:spMkLst>
        </pc:spChg>
        <pc:spChg chg="add mod">
          <ac:chgData name="Cartwright, Max" userId="4fdaca64-157b-4f34-aebd-58f672b6a20c" providerId="ADAL" clId="{9B24FA50-177C-4B5A-AA10-BF89D194F6B0}" dt="2024-03-05T20:33:45.459" v="847" actId="1037"/>
          <ac:spMkLst>
            <pc:docMk/>
            <pc:sldMk cId="3753178280" sldId="2147474115"/>
            <ac:spMk id="399" creationId="{66A1ED83-B84F-3860-B5B7-727753993924}"/>
          </ac:spMkLst>
        </pc:spChg>
        <pc:spChg chg="add mod">
          <ac:chgData name="Cartwright, Max" userId="4fdaca64-157b-4f34-aebd-58f672b6a20c" providerId="ADAL" clId="{9B24FA50-177C-4B5A-AA10-BF89D194F6B0}" dt="2024-03-05T20:33:45.459" v="847" actId="1037"/>
          <ac:spMkLst>
            <pc:docMk/>
            <pc:sldMk cId="3753178280" sldId="2147474115"/>
            <ac:spMk id="400" creationId="{F0A1BFA1-D100-A775-FE16-81F71C938410}"/>
          </ac:spMkLst>
        </pc:spChg>
        <pc:spChg chg="add mod">
          <ac:chgData name="Cartwright, Max" userId="4fdaca64-157b-4f34-aebd-58f672b6a20c" providerId="ADAL" clId="{9B24FA50-177C-4B5A-AA10-BF89D194F6B0}" dt="2024-03-05T20:33:45.459" v="847" actId="1037"/>
          <ac:spMkLst>
            <pc:docMk/>
            <pc:sldMk cId="3753178280" sldId="2147474115"/>
            <ac:spMk id="401" creationId="{34907CDB-6CFF-110B-C69B-771CF41D39CF}"/>
          </ac:spMkLst>
        </pc:spChg>
        <pc:spChg chg="add mod">
          <ac:chgData name="Cartwright, Max" userId="4fdaca64-157b-4f34-aebd-58f672b6a20c" providerId="ADAL" clId="{9B24FA50-177C-4B5A-AA10-BF89D194F6B0}" dt="2024-03-05T20:33:45.459" v="847" actId="1037"/>
          <ac:spMkLst>
            <pc:docMk/>
            <pc:sldMk cId="3753178280" sldId="2147474115"/>
            <ac:spMk id="402" creationId="{9576AFA8-875F-D850-CEB0-82D8931D19F8}"/>
          </ac:spMkLst>
        </pc:spChg>
        <pc:spChg chg="mod">
          <ac:chgData name="Cartwright, Max" userId="4fdaca64-157b-4f34-aebd-58f672b6a20c" providerId="ADAL" clId="{9B24FA50-177C-4B5A-AA10-BF89D194F6B0}" dt="2024-03-05T20:33:45.459" v="847" actId="1037"/>
          <ac:spMkLst>
            <pc:docMk/>
            <pc:sldMk cId="3753178280" sldId="2147474115"/>
            <ac:spMk id="404" creationId="{0B664E20-F1D3-5352-DD8D-560A619F26DB}"/>
          </ac:spMkLst>
        </pc:spChg>
        <pc:spChg chg="mod">
          <ac:chgData name="Cartwright, Max" userId="4fdaca64-157b-4f34-aebd-58f672b6a20c" providerId="ADAL" clId="{9B24FA50-177C-4B5A-AA10-BF89D194F6B0}" dt="2024-03-05T20:33:45.459" v="847" actId="1037"/>
          <ac:spMkLst>
            <pc:docMk/>
            <pc:sldMk cId="3753178280" sldId="2147474115"/>
            <ac:spMk id="405" creationId="{21A04B6D-4FDB-A25F-E93E-2BBA1725B2C8}"/>
          </ac:spMkLst>
        </pc:spChg>
        <pc:spChg chg="mod">
          <ac:chgData name="Cartwright, Max" userId="4fdaca64-157b-4f34-aebd-58f672b6a20c" providerId="ADAL" clId="{9B24FA50-177C-4B5A-AA10-BF89D194F6B0}" dt="2024-03-05T20:33:45.459" v="847" actId="1037"/>
          <ac:spMkLst>
            <pc:docMk/>
            <pc:sldMk cId="3753178280" sldId="2147474115"/>
            <ac:spMk id="407" creationId="{404F8F59-CC95-5EEC-B325-884BEEC17EB2}"/>
          </ac:spMkLst>
        </pc:spChg>
        <pc:spChg chg="mod">
          <ac:chgData name="Cartwright, Max" userId="4fdaca64-157b-4f34-aebd-58f672b6a20c" providerId="ADAL" clId="{9B24FA50-177C-4B5A-AA10-BF89D194F6B0}" dt="2024-03-05T20:33:45.459" v="847" actId="1037"/>
          <ac:spMkLst>
            <pc:docMk/>
            <pc:sldMk cId="3753178280" sldId="2147474115"/>
            <ac:spMk id="408" creationId="{F6D18262-6304-4EF3-8528-A7EE0A42CD3A}"/>
          </ac:spMkLst>
        </pc:spChg>
        <pc:spChg chg="mod">
          <ac:chgData name="Cartwright, Max" userId="4fdaca64-157b-4f34-aebd-58f672b6a20c" providerId="ADAL" clId="{9B24FA50-177C-4B5A-AA10-BF89D194F6B0}" dt="2024-03-05T20:33:45.459" v="847" actId="1037"/>
          <ac:spMkLst>
            <pc:docMk/>
            <pc:sldMk cId="3753178280" sldId="2147474115"/>
            <ac:spMk id="409" creationId="{2AFCCAF2-F258-B1F4-CA0A-9CF0CD5BB89B}"/>
          </ac:spMkLst>
        </pc:spChg>
        <pc:spChg chg="mod">
          <ac:chgData name="Cartwright, Max" userId="4fdaca64-157b-4f34-aebd-58f672b6a20c" providerId="ADAL" clId="{9B24FA50-177C-4B5A-AA10-BF89D194F6B0}" dt="2024-03-05T20:33:45.459" v="847" actId="1037"/>
          <ac:spMkLst>
            <pc:docMk/>
            <pc:sldMk cId="3753178280" sldId="2147474115"/>
            <ac:spMk id="410" creationId="{3E3BB3C9-8DD2-A7CE-41F4-0BB525EFA888}"/>
          </ac:spMkLst>
        </pc:spChg>
        <pc:spChg chg="mod">
          <ac:chgData name="Cartwright, Max" userId="4fdaca64-157b-4f34-aebd-58f672b6a20c" providerId="ADAL" clId="{9B24FA50-177C-4B5A-AA10-BF89D194F6B0}" dt="2024-03-05T20:33:45.459" v="847" actId="1037"/>
          <ac:spMkLst>
            <pc:docMk/>
            <pc:sldMk cId="3753178280" sldId="2147474115"/>
            <ac:spMk id="411" creationId="{1655FFE8-3D89-9B66-00BF-88A8A7E3AFF5}"/>
          </ac:spMkLst>
        </pc:spChg>
        <pc:spChg chg="add mod">
          <ac:chgData name="Cartwright, Max" userId="4fdaca64-157b-4f34-aebd-58f672b6a20c" providerId="ADAL" clId="{9B24FA50-177C-4B5A-AA10-BF89D194F6B0}" dt="2024-03-05T20:33:45.459" v="847" actId="1037"/>
          <ac:spMkLst>
            <pc:docMk/>
            <pc:sldMk cId="3753178280" sldId="2147474115"/>
            <ac:spMk id="412" creationId="{2984A489-6C8C-038F-2B1D-0389EEE86BB8}"/>
          </ac:spMkLst>
        </pc:spChg>
        <pc:spChg chg="add mod">
          <ac:chgData name="Cartwright, Max" userId="4fdaca64-157b-4f34-aebd-58f672b6a20c" providerId="ADAL" clId="{9B24FA50-177C-4B5A-AA10-BF89D194F6B0}" dt="2024-03-05T20:33:45.459" v="847" actId="1037"/>
          <ac:spMkLst>
            <pc:docMk/>
            <pc:sldMk cId="3753178280" sldId="2147474115"/>
            <ac:spMk id="413" creationId="{F5C25640-C171-7067-B9A5-1D85FAA611A2}"/>
          </ac:spMkLst>
        </pc:spChg>
        <pc:spChg chg="add mod">
          <ac:chgData name="Cartwright, Max" userId="4fdaca64-157b-4f34-aebd-58f672b6a20c" providerId="ADAL" clId="{9B24FA50-177C-4B5A-AA10-BF89D194F6B0}" dt="2024-03-05T20:33:45.459" v="847" actId="1037"/>
          <ac:spMkLst>
            <pc:docMk/>
            <pc:sldMk cId="3753178280" sldId="2147474115"/>
            <ac:spMk id="414" creationId="{8A1373A4-5AAC-65E2-C442-1C614EFDA58D}"/>
          </ac:spMkLst>
        </pc:spChg>
        <pc:spChg chg="add mod">
          <ac:chgData name="Cartwright, Max" userId="4fdaca64-157b-4f34-aebd-58f672b6a20c" providerId="ADAL" clId="{9B24FA50-177C-4B5A-AA10-BF89D194F6B0}" dt="2024-03-05T20:33:45.459" v="847" actId="1037"/>
          <ac:spMkLst>
            <pc:docMk/>
            <pc:sldMk cId="3753178280" sldId="2147474115"/>
            <ac:spMk id="415" creationId="{A99D32DD-991B-A2AB-E13A-16F000ED5830}"/>
          </ac:spMkLst>
        </pc:spChg>
        <pc:spChg chg="add mod">
          <ac:chgData name="Cartwright, Max" userId="4fdaca64-157b-4f34-aebd-58f672b6a20c" providerId="ADAL" clId="{9B24FA50-177C-4B5A-AA10-BF89D194F6B0}" dt="2024-03-05T20:33:45.459" v="847" actId="1037"/>
          <ac:spMkLst>
            <pc:docMk/>
            <pc:sldMk cId="3753178280" sldId="2147474115"/>
            <ac:spMk id="416" creationId="{5C2DDD4E-176A-4730-2C56-079E91AD2997}"/>
          </ac:spMkLst>
        </pc:spChg>
        <pc:spChg chg="add mod">
          <ac:chgData name="Cartwright, Max" userId="4fdaca64-157b-4f34-aebd-58f672b6a20c" providerId="ADAL" clId="{9B24FA50-177C-4B5A-AA10-BF89D194F6B0}" dt="2024-03-05T20:33:45.459" v="847" actId="1037"/>
          <ac:spMkLst>
            <pc:docMk/>
            <pc:sldMk cId="3753178280" sldId="2147474115"/>
            <ac:spMk id="417" creationId="{67F091C4-159F-2941-AA4F-320828BEDC1E}"/>
          </ac:spMkLst>
        </pc:spChg>
        <pc:spChg chg="add mod">
          <ac:chgData name="Cartwright, Max" userId="4fdaca64-157b-4f34-aebd-58f672b6a20c" providerId="ADAL" clId="{9B24FA50-177C-4B5A-AA10-BF89D194F6B0}" dt="2024-03-05T20:33:45.459" v="847" actId="1037"/>
          <ac:spMkLst>
            <pc:docMk/>
            <pc:sldMk cId="3753178280" sldId="2147474115"/>
            <ac:spMk id="418" creationId="{FD726092-9527-9F0E-7A04-46657A73ACEA}"/>
          </ac:spMkLst>
        </pc:spChg>
        <pc:spChg chg="add mod">
          <ac:chgData name="Cartwright, Max" userId="4fdaca64-157b-4f34-aebd-58f672b6a20c" providerId="ADAL" clId="{9B24FA50-177C-4B5A-AA10-BF89D194F6B0}" dt="2024-03-05T20:33:45.459" v="847" actId="1037"/>
          <ac:spMkLst>
            <pc:docMk/>
            <pc:sldMk cId="3753178280" sldId="2147474115"/>
            <ac:spMk id="437" creationId="{2C889563-DFF7-5EF3-57F7-95E48834F783}"/>
          </ac:spMkLst>
        </pc:spChg>
        <pc:spChg chg="add mod">
          <ac:chgData name="Cartwright, Max" userId="4fdaca64-157b-4f34-aebd-58f672b6a20c" providerId="ADAL" clId="{9B24FA50-177C-4B5A-AA10-BF89D194F6B0}" dt="2024-03-05T20:33:45.459" v="847" actId="1037"/>
          <ac:spMkLst>
            <pc:docMk/>
            <pc:sldMk cId="3753178280" sldId="2147474115"/>
            <ac:spMk id="438" creationId="{4A1732A1-1F38-DE50-F796-EE4FBE29B0FC}"/>
          </ac:spMkLst>
        </pc:spChg>
        <pc:spChg chg="add mod">
          <ac:chgData name="Cartwright, Max" userId="4fdaca64-157b-4f34-aebd-58f672b6a20c" providerId="ADAL" clId="{9B24FA50-177C-4B5A-AA10-BF89D194F6B0}" dt="2024-03-05T20:33:45.459" v="847" actId="1037"/>
          <ac:spMkLst>
            <pc:docMk/>
            <pc:sldMk cId="3753178280" sldId="2147474115"/>
            <ac:spMk id="453" creationId="{FCCA557C-D247-C32A-2F7B-0B574AE1F1E5}"/>
          </ac:spMkLst>
        </pc:spChg>
        <pc:spChg chg="add mod">
          <ac:chgData name="Cartwright, Max" userId="4fdaca64-157b-4f34-aebd-58f672b6a20c" providerId="ADAL" clId="{9B24FA50-177C-4B5A-AA10-BF89D194F6B0}" dt="2024-03-05T20:33:45.459" v="847" actId="1037"/>
          <ac:spMkLst>
            <pc:docMk/>
            <pc:sldMk cId="3753178280" sldId="2147474115"/>
            <ac:spMk id="454" creationId="{892793A3-A9B2-9B8A-5257-A23AC74415BC}"/>
          </ac:spMkLst>
        </pc:spChg>
        <pc:spChg chg="add mod">
          <ac:chgData name="Cartwright, Max" userId="4fdaca64-157b-4f34-aebd-58f672b6a20c" providerId="ADAL" clId="{9B24FA50-177C-4B5A-AA10-BF89D194F6B0}" dt="2024-03-05T20:33:45.459" v="847" actId="1037"/>
          <ac:spMkLst>
            <pc:docMk/>
            <pc:sldMk cId="3753178280" sldId="2147474115"/>
            <ac:spMk id="455" creationId="{FAB7461D-7E98-D037-A110-C5B7C4CF8DDE}"/>
          </ac:spMkLst>
        </pc:spChg>
        <pc:spChg chg="add mod">
          <ac:chgData name="Cartwright, Max" userId="4fdaca64-157b-4f34-aebd-58f672b6a20c" providerId="ADAL" clId="{9B24FA50-177C-4B5A-AA10-BF89D194F6B0}" dt="2024-03-05T20:33:45.459" v="847" actId="1037"/>
          <ac:spMkLst>
            <pc:docMk/>
            <pc:sldMk cId="3753178280" sldId="2147474115"/>
            <ac:spMk id="456" creationId="{7A70322A-9873-C058-963D-39CAAA3018F5}"/>
          </ac:spMkLst>
        </pc:spChg>
        <pc:spChg chg="add mod">
          <ac:chgData name="Cartwright, Max" userId="4fdaca64-157b-4f34-aebd-58f672b6a20c" providerId="ADAL" clId="{9B24FA50-177C-4B5A-AA10-BF89D194F6B0}" dt="2024-03-05T20:33:45.459" v="847" actId="1037"/>
          <ac:spMkLst>
            <pc:docMk/>
            <pc:sldMk cId="3753178280" sldId="2147474115"/>
            <ac:spMk id="457" creationId="{0C509C0C-2BF6-DC00-8E97-8091D4775C39}"/>
          </ac:spMkLst>
        </pc:spChg>
        <pc:spChg chg="add mod">
          <ac:chgData name="Cartwright, Max" userId="4fdaca64-157b-4f34-aebd-58f672b6a20c" providerId="ADAL" clId="{9B24FA50-177C-4B5A-AA10-BF89D194F6B0}" dt="2024-03-05T20:33:45.459" v="847" actId="1037"/>
          <ac:spMkLst>
            <pc:docMk/>
            <pc:sldMk cId="3753178280" sldId="2147474115"/>
            <ac:spMk id="458" creationId="{EA1A06B4-8B74-D70A-E44F-2F2F2394EF67}"/>
          </ac:spMkLst>
        </pc:spChg>
        <pc:spChg chg="mod">
          <ac:chgData name="Cartwright, Max" userId="4fdaca64-157b-4f34-aebd-58f672b6a20c" providerId="ADAL" clId="{9B24FA50-177C-4B5A-AA10-BF89D194F6B0}" dt="2024-03-05T20:33:45.459" v="847" actId="1037"/>
          <ac:spMkLst>
            <pc:docMk/>
            <pc:sldMk cId="3753178280" sldId="2147474115"/>
            <ac:spMk id="460" creationId="{355636A7-BC3B-B1E5-843D-347D54B5DE63}"/>
          </ac:spMkLst>
        </pc:spChg>
        <pc:spChg chg="mod">
          <ac:chgData name="Cartwright, Max" userId="4fdaca64-157b-4f34-aebd-58f672b6a20c" providerId="ADAL" clId="{9B24FA50-177C-4B5A-AA10-BF89D194F6B0}" dt="2024-03-05T20:33:45.459" v="847" actId="1037"/>
          <ac:spMkLst>
            <pc:docMk/>
            <pc:sldMk cId="3753178280" sldId="2147474115"/>
            <ac:spMk id="461" creationId="{23D6F801-543A-FCF7-D657-4A7623BC4CD1}"/>
          </ac:spMkLst>
        </pc:spChg>
        <pc:spChg chg="add mod">
          <ac:chgData name="Cartwright, Max" userId="4fdaca64-157b-4f34-aebd-58f672b6a20c" providerId="ADAL" clId="{9B24FA50-177C-4B5A-AA10-BF89D194F6B0}" dt="2024-03-05T20:33:45.459" v="847" actId="1037"/>
          <ac:spMkLst>
            <pc:docMk/>
            <pc:sldMk cId="3753178280" sldId="2147474115"/>
            <ac:spMk id="462" creationId="{532E48B6-F18F-57C2-B96D-588FA1ACD33E}"/>
          </ac:spMkLst>
        </pc:spChg>
        <pc:spChg chg="add mod">
          <ac:chgData name="Cartwright, Max" userId="4fdaca64-157b-4f34-aebd-58f672b6a20c" providerId="ADAL" clId="{9B24FA50-177C-4B5A-AA10-BF89D194F6B0}" dt="2024-03-05T20:33:45.459" v="847" actId="1037"/>
          <ac:spMkLst>
            <pc:docMk/>
            <pc:sldMk cId="3753178280" sldId="2147474115"/>
            <ac:spMk id="463" creationId="{5EAF3DD2-F0E7-1199-9C15-15B1CD1C8781}"/>
          </ac:spMkLst>
        </pc:spChg>
        <pc:spChg chg="add mod">
          <ac:chgData name="Cartwright, Max" userId="4fdaca64-157b-4f34-aebd-58f672b6a20c" providerId="ADAL" clId="{9B24FA50-177C-4B5A-AA10-BF89D194F6B0}" dt="2024-03-05T20:33:45.459" v="847" actId="1037"/>
          <ac:spMkLst>
            <pc:docMk/>
            <pc:sldMk cId="3753178280" sldId="2147474115"/>
            <ac:spMk id="464" creationId="{11738A4F-7912-48ED-1D5F-8B78B4B33243}"/>
          </ac:spMkLst>
        </pc:spChg>
        <pc:spChg chg="add mod">
          <ac:chgData name="Cartwright, Max" userId="4fdaca64-157b-4f34-aebd-58f672b6a20c" providerId="ADAL" clId="{9B24FA50-177C-4B5A-AA10-BF89D194F6B0}" dt="2024-03-05T20:33:45.459" v="847" actId="1037"/>
          <ac:spMkLst>
            <pc:docMk/>
            <pc:sldMk cId="3753178280" sldId="2147474115"/>
            <ac:spMk id="471" creationId="{0AC50DBA-0E81-4C5A-3450-E502A4493988}"/>
          </ac:spMkLst>
        </pc:spChg>
        <pc:spChg chg="add mod">
          <ac:chgData name="Cartwright, Max" userId="4fdaca64-157b-4f34-aebd-58f672b6a20c" providerId="ADAL" clId="{9B24FA50-177C-4B5A-AA10-BF89D194F6B0}" dt="2024-03-05T20:46:34.067" v="985"/>
          <ac:spMkLst>
            <pc:docMk/>
            <pc:sldMk cId="3753178280" sldId="2147474115"/>
            <ac:spMk id="472" creationId="{6B4C8C22-410B-BBC2-52FD-B268F96F448E}"/>
          </ac:spMkLst>
        </pc:spChg>
        <pc:spChg chg="add mod">
          <ac:chgData name="Cartwright, Max" userId="4fdaca64-157b-4f34-aebd-58f672b6a20c" providerId="ADAL" clId="{9B24FA50-177C-4B5A-AA10-BF89D194F6B0}" dt="2024-03-05T20:33:45.459" v="847" actId="1037"/>
          <ac:spMkLst>
            <pc:docMk/>
            <pc:sldMk cId="3753178280" sldId="2147474115"/>
            <ac:spMk id="473" creationId="{6BAF8F18-A448-8536-337B-FD19F1395AC4}"/>
          </ac:spMkLst>
        </pc:spChg>
        <pc:spChg chg="add mod">
          <ac:chgData name="Cartwright, Max" userId="4fdaca64-157b-4f34-aebd-58f672b6a20c" providerId="ADAL" clId="{9B24FA50-177C-4B5A-AA10-BF89D194F6B0}" dt="2024-03-05T20:33:45.459" v="847" actId="1037"/>
          <ac:spMkLst>
            <pc:docMk/>
            <pc:sldMk cId="3753178280" sldId="2147474115"/>
            <ac:spMk id="474" creationId="{53CB27CE-BEA5-AE34-5402-23A4DBB98A3D}"/>
          </ac:spMkLst>
        </pc:spChg>
        <pc:spChg chg="add mod">
          <ac:chgData name="Cartwright, Max" userId="4fdaca64-157b-4f34-aebd-58f672b6a20c" providerId="ADAL" clId="{9B24FA50-177C-4B5A-AA10-BF89D194F6B0}" dt="2024-03-05T20:33:45.459" v="847" actId="1037"/>
          <ac:spMkLst>
            <pc:docMk/>
            <pc:sldMk cId="3753178280" sldId="2147474115"/>
            <ac:spMk id="475" creationId="{A290661D-BF73-E4E9-23AA-030366D3F76D}"/>
          </ac:spMkLst>
        </pc:spChg>
        <pc:spChg chg="add mod">
          <ac:chgData name="Cartwright, Max" userId="4fdaca64-157b-4f34-aebd-58f672b6a20c" providerId="ADAL" clId="{9B24FA50-177C-4B5A-AA10-BF89D194F6B0}" dt="2024-03-05T20:33:45.459" v="847" actId="1037"/>
          <ac:spMkLst>
            <pc:docMk/>
            <pc:sldMk cId="3753178280" sldId="2147474115"/>
            <ac:spMk id="476" creationId="{AC62B098-2398-DAF1-237A-011AFE6924B1}"/>
          </ac:spMkLst>
        </pc:spChg>
        <pc:spChg chg="add mod">
          <ac:chgData name="Cartwright, Max" userId="4fdaca64-157b-4f34-aebd-58f672b6a20c" providerId="ADAL" clId="{9B24FA50-177C-4B5A-AA10-BF89D194F6B0}" dt="2024-03-05T20:33:45.459" v="847" actId="1037"/>
          <ac:spMkLst>
            <pc:docMk/>
            <pc:sldMk cId="3753178280" sldId="2147474115"/>
            <ac:spMk id="477" creationId="{D8E36EE3-ECDA-F3AE-BC94-EA3D84ECD821}"/>
          </ac:spMkLst>
        </pc:spChg>
        <pc:spChg chg="add mod">
          <ac:chgData name="Cartwright, Max" userId="4fdaca64-157b-4f34-aebd-58f672b6a20c" providerId="ADAL" clId="{9B24FA50-177C-4B5A-AA10-BF89D194F6B0}" dt="2024-03-05T20:33:45.459" v="847" actId="1037"/>
          <ac:spMkLst>
            <pc:docMk/>
            <pc:sldMk cId="3753178280" sldId="2147474115"/>
            <ac:spMk id="478" creationId="{E8D15D36-084C-865F-98A1-FA277D83B4DB}"/>
          </ac:spMkLst>
        </pc:spChg>
        <pc:spChg chg="add mod">
          <ac:chgData name="Cartwright, Max" userId="4fdaca64-157b-4f34-aebd-58f672b6a20c" providerId="ADAL" clId="{9B24FA50-177C-4B5A-AA10-BF89D194F6B0}" dt="2024-03-05T20:33:45.459" v="847" actId="1037"/>
          <ac:spMkLst>
            <pc:docMk/>
            <pc:sldMk cId="3753178280" sldId="2147474115"/>
            <ac:spMk id="479" creationId="{14A730A0-BB18-1750-CBEF-45BDB6379900}"/>
          </ac:spMkLst>
        </pc:spChg>
        <pc:spChg chg="add mod">
          <ac:chgData name="Cartwright, Max" userId="4fdaca64-157b-4f34-aebd-58f672b6a20c" providerId="ADAL" clId="{9B24FA50-177C-4B5A-AA10-BF89D194F6B0}" dt="2024-03-05T20:33:45.459" v="847" actId="1037"/>
          <ac:spMkLst>
            <pc:docMk/>
            <pc:sldMk cId="3753178280" sldId="2147474115"/>
            <ac:spMk id="480" creationId="{5AC2FF1A-6E5E-4915-CA78-81154D20631E}"/>
          </ac:spMkLst>
        </pc:spChg>
        <pc:spChg chg="add mod">
          <ac:chgData name="Cartwright, Max" userId="4fdaca64-157b-4f34-aebd-58f672b6a20c" providerId="ADAL" clId="{9B24FA50-177C-4B5A-AA10-BF89D194F6B0}" dt="2024-03-05T20:33:45.459" v="847" actId="1037"/>
          <ac:spMkLst>
            <pc:docMk/>
            <pc:sldMk cId="3753178280" sldId="2147474115"/>
            <ac:spMk id="481" creationId="{23FF5223-A96B-70AD-9B57-F0394C81A424}"/>
          </ac:spMkLst>
        </pc:spChg>
        <pc:spChg chg="add mod">
          <ac:chgData name="Cartwright, Max" userId="4fdaca64-157b-4f34-aebd-58f672b6a20c" providerId="ADAL" clId="{9B24FA50-177C-4B5A-AA10-BF89D194F6B0}" dt="2024-03-05T20:33:45.459" v="847" actId="1037"/>
          <ac:spMkLst>
            <pc:docMk/>
            <pc:sldMk cId="3753178280" sldId="2147474115"/>
            <ac:spMk id="482" creationId="{B1940CE6-775D-9156-D650-B73D1C4B6C93}"/>
          </ac:spMkLst>
        </pc:spChg>
        <pc:spChg chg="add mod">
          <ac:chgData name="Cartwright, Max" userId="4fdaca64-157b-4f34-aebd-58f672b6a20c" providerId="ADAL" clId="{9B24FA50-177C-4B5A-AA10-BF89D194F6B0}" dt="2024-03-05T20:33:45.459" v="847" actId="1037"/>
          <ac:spMkLst>
            <pc:docMk/>
            <pc:sldMk cId="3753178280" sldId="2147474115"/>
            <ac:spMk id="483" creationId="{C49A5E08-2369-388E-E437-796067623024}"/>
          </ac:spMkLst>
        </pc:spChg>
        <pc:spChg chg="add mod">
          <ac:chgData name="Cartwright, Max" userId="4fdaca64-157b-4f34-aebd-58f672b6a20c" providerId="ADAL" clId="{9B24FA50-177C-4B5A-AA10-BF89D194F6B0}" dt="2024-03-05T20:33:45.459" v="847" actId="1037"/>
          <ac:spMkLst>
            <pc:docMk/>
            <pc:sldMk cId="3753178280" sldId="2147474115"/>
            <ac:spMk id="484" creationId="{1DED2C9C-943F-ED47-BD16-F1F37D4350A5}"/>
          </ac:spMkLst>
        </pc:spChg>
        <pc:spChg chg="add mod">
          <ac:chgData name="Cartwright, Max" userId="4fdaca64-157b-4f34-aebd-58f672b6a20c" providerId="ADAL" clId="{9B24FA50-177C-4B5A-AA10-BF89D194F6B0}" dt="2024-03-05T20:33:45.459" v="847" actId="1037"/>
          <ac:spMkLst>
            <pc:docMk/>
            <pc:sldMk cId="3753178280" sldId="2147474115"/>
            <ac:spMk id="485" creationId="{F13A74BC-84F4-679E-711A-1CBEA6D7018D}"/>
          </ac:spMkLst>
        </pc:spChg>
        <pc:spChg chg="add mod">
          <ac:chgData name="Cartwright, Max" userId="4fdaca64-157b-4f34-aebd-58f672b6a20c" providerId="ADAL" clId="{9B24FA50-177C-4B5A-AA10-BF89D194F6B0}" dt="2024-03-05T20:33:45.459" v="847" actId="1037"/>
          <ac:spMkLst>
            <pc:docMk/>
            <pc:sldMk cId="3753178280" sldId="2147474115"/>
            <ac:spMk id="486" creationId="{35D0065D-E2AB-743E-5AD9-2B724801F168}"/>
          </ac:spMkLst>
        </pc:spChg>
        <pc:spChg chg="add mod">
          <ac:chgData name="Cartwright, Max" userId="4fdaca64-157b-4f34-aebd-58f672b6a20c" providerId="ADAL" clId="{9B24FA50-177C-4B5A-AA10-BF89D194F6B0}" dt="2024-03-05T20:33:45.459" v="847" actId="1037"/>
          <ac:spMkLst>
            <pc:docMk/>
            <pc:sldMk cId="3753178280" sldId="2147474115"/>
            <ac:spMk id="487" creationId="{24AB78A2-3503-0A8C-995F-1BA83A7E3DBD}"/>
          </ac:spMkLst>
        </pc:spChg>
        <pc:spChg chg="add mod">
          <ac:chgData name="Cartwright, Max" userId="4fdaca64-157b-4f34-aebd-58f672b6a20c" providerId="ADAL" clId="{9B24FA50-177C-4B5A-AA10-BF89D194F6B0}" dt="2024-03-05T20:33:45.459" v="847" actId="1037"/>
          <ac:spMkLst>
            <pc:docMk/>
            <pc:sldMk cId="3753178280" sldId="2147474115"/>
            <ac:spMk id="488" creationId="{50DFD4E0-9BE5-E5B6-46AB-0DC0B65FA45F}"/>
          </ac:spMkLst>
        </pc:spChg>
        <pc:spChg chg="add mod">
          <ac:chgData name="Cartwright, Max" userId="4fdaca64-157b-4f34-aebd-58f672b6a20c" providerId="ADAL" clId="{9B24FA50-177C-4B5A-AA10-BF89D194F6B0}" dt="2024-03-05T20:33:45.459" v="847" actId="1037"/>
          <ac:spMkLst>
            <pc:docMk/>
            <pc:sldMk cId="3753178280" sldId="2147474115"/>
            <ac:spMk id="489" creationId="{C54A599A-F937-B8F9-682F-3E5C1AF11167}"/>
          </ac:spMkLst>
        </pc:spChg>
        <pc:spChg chg="add mod">
          <ac:chgData name="Cartwright, Max" userId="4fdaca64-157b-4f34-aebd-58f672b6a20c" providerId="ADAL" clId="{9B24FA50-177C-4B5A-AA10-BF89D194F6B0}" dt="2024-03-05T20:33:45.459" v="847" actId="1037"/>
          <ac:spMkLst>
            <pc:docMk/>
            <pc:sldMk cId="3753178280" sldId="2147474115"/>
            <ac:spMk id="490" creationId="{F4F3E41C-AFE1-916D-1FA6-A4DB438234F4}"/>
          </ac:spMkLst>
        </pc:spChg>
        <pc:spChg chg="add mod">
          <ac:chgData name="Cartwright, Max" userId="4fdaca64-157b-4f34-aebd-58f672b6a20c" providerId="ADAL" clId="{9B24FA50-177C-4B5A-AA10-BF89D194F6B0}" dt="2024-03-05T20:33:45.459" v="847" actId="1037"/>
          <ac:spMkLst>
            <pc:docMk/>
            <pc:sldMk cId="3753178280" sldId="2147474115"/>
            <ac:spMk id="491" creationId="{4C5A4F6F-638C-6F17-DFAF-DC608419D21C}"/>
          </ac:spMkLst>
        </pc:spChg>
        <pc:spChg chg="add mod">
          <ac:chgData name="Cartwright, Max" userId="4fdaca64-157b-4f34-aebd-58f672b6a20c" providerId="ADAL" clId="{9B24FA50-177C-4B5A-AA10-BF89D194F6B0}" dt="2024-03-05T20:33:45.459" v="847" actId="1037"/>
          <ac:spMkLst>
            <pc:docMk/>
            <pc:sldMk cId="3753178280" sldId="2147474115"/>
            <ac:spMk id="492" creationId="{D9E99FF6-DD1A-6082-E3D8-ABF9E9486A78}"/>
          </ac:spMkLst>
        </pc:spChg>
        <pc:spChg chg="add mod">
          <ac:chgData name="Cartwright, Max" userId="4fdaca64-157b-4f34-aebd-58f672b6a20c" providerId="ADAL" clId="{9B24FA50-177C-4B5A-AA10-BF89D194F6B0}" dt="2024-03-05T20:33:45.459" v="847" actId="1037"/>
          <ac:spMkLst>
            <pc:docMk/>
            <pc:sldMk cId="3753178280" sldId="2147474115"/>
            <ac:spMk id="493" creationId="{06956FEE-1AC6-D1AE-2ED4-436638373117}"/>
          </ac:spMkLst>
        </pc:spChg>
        <pc:spChg chg="add mod">
          <ac:chgData name="Cartwright, Max" userId="4fdaca64-157b-4f34-aebd-58f672b6a20c" providerId="ADAL" clId="{9B24FA50-177C-4B5A-AA10-BF89D194F6B0}" dt="2024-03-05T20:33:45.459" v="847" actId="1037"/>
          <ac:spMkLst>
            <pc:docMk/>
            <pc:sldMk cId="3753178280" sldId="2147474115"/>
            <ac:spMk id="494" creationId="{B453F4CE-3D68-0D02-F20D-75DD0F23EE9B}"/>
          </ac:spMkLst>
        </pc:spChg>
        <pc:spChg chg="add mod">
          <ac:chgData name="Cartwright, Max" userId="4fdaca64-157b-4f34-aebd-58f672b6a20c" providerId="ADAL" clId="{9B24FA50-177C-4B5A-AA10-BF89D194F6B0}" dt="2024-03-05T20:33:45.459" v="847" actId="1037"/>
          <ac:spMkLst>
            <pc:docMk/>
            <pc:sldMk cId="3753178280" sldId="2147474115"/>
            <ac:spMk id="495" creationId="{31D56180-18BC-6EFD-62A5-58C4AA3D3750}"/>
          </ac:spMkLst>
        </pc:spChg>
        <pc:spChg chg="add mod">
          <ac:chgData name="Cartwright, Max" userId="4fdaca64-157b-4f34-aebd-58f672b6a20c" providerId="ADAL" clId="{9B24FA50-177C-4B5A-AA10-BF89D194F6B0}" dt="2024-03-05T20:33:45.459" v="847" actId="1037"/>
          <ac:spMkLst>
            <pc:docMk/>
            <pc:sldMk cId="3753178280" sldId="2147474115"/>
            <ac:spMk id="496" creationId="{A93CA9D5-F758-64B0-417B-402987B90001}"/>
          </ac:spMkLst>
        </pc:spChg>
        <pc:spChg chg="add mod">
          <ac:chgData name="Cartwright, Max" userId="4fdaca64-157b-4f34-aebd-58f672b6a20c" providerId="ADAL" clId="{9B24FA50-177C-4B5A-AA10-BF89D194F6B0}" dt="2024-03-05T20:33:45.459" v="847" actId="1037"/>
          <ac:spMkLst>
            <pc:docMk/>
            <pc:sldMk cId="3753178280" sldId="2147474115"/>
            <ac:spMk id="497" creationId="{2C647E84-ABD5-A061-E371-D941AAEF5F70}"/>
          </ac:spMkLst>
        </pc:spChg>
        <pc:spChg chg="add mod">
          <ac:chgData name="Cartwright, Max" userId="4fdaca64-157b-4f34-aebd-58f672b6a20c" providerId="ADAL" clId="{9B24FA50-177C-4B5A-AA10-BF89D194F6B0}" dt="2024-03-05T20:33:45.459" v="847" actId="1037"/>
          <ac:spMkLst>
            <pc:docMk/>
            <pc:sldMk cId="3753178280" sldId="2147474115"/>
            <ac:spMk id="498" creationId="{8E0F2F86-E6FA-BFFA-C219-3A70EB3C1401}"/>
          </ac:spMkLst>
        </pc:spChg>
        <pc:spChg chg="add mod">
          <ac:chgData name="Cartwright, Max" userId="4fdaca64-157b-4f34-aebd-58f672b6a20c" providerId="ADAL" clId="{9B24FA50-177C-4B5A-AA10-BF89D194F6B0}" dt="2024-03-05T20:33:45.459" v="847" actId="1037"/>
          <ac:spMkLst>
            <pc:docMk/>
            <pc:sldMk cId="3753178280" sldId="2147474115"/>
            <ac:spMk id="499" creationId="{BCF02601-2D14-4617-26EE-FC066B9C8638}"/>
          </ac:spMkLst>
        </pc:spChg>
        <pc:spChg chg="add mod">
          <ac:chgData name="Cartwright, Max" userId="4fdaca64-157b-4f34-aebd-58f672b6a20c" providerId="ADAL" clId="{9B24FA50-177C-4B5A-AA10-BF89D194F6B0}" dt="2024-03-05T20:33:45.459" v="847" actId="1037"/>
          <ac:spMkLst>
            <pc:docMk/>
            <pc:sldMk cId="3753178280" sldId="2147474115"/>
            <ac:spMk id="500" creationId="{4D55BA42-DA49-E44F-4018-3414E2AFCB14}"/>
          </ac:spMkLst>
        </pc:spChg>
        <pc:spChg chg="add mod">
          <ac:chgData name="Cartwright, Max" userId="4fdaca64-157b-4f34-aebd-58f672b6a20c" providerId="ADAL" clId="{9B24FA50-177C-4B5A-AA10-BF89D194F6B0}" dt="2024-03-05T20:33:45.459" v="847" actId="1037"/>
          <ac:spMkLst>
            <pc:docMk/>
            <pc:sldMk cId="3753178280" sldId="2147474115"/>
            <ac:spMk id="501" creationId="{BDB34E23-D216-4545-904C-FB3D4805C56F}"/>
          </ac:spMkLst>
        </pc:spChg>
        <pc:spChg chg="add mod">
          <ac:chgData name="Cartwright, Max" userId="4fdaca64-157b-4f34-aebd-58f672b6a20c" providerId="ADAL" clId="{9B24FA50-177C-4B5A-AA10-BF89D194F6B0}" dt="2024-03-05T20:33:45.459" v="847" actId="1037"/>
          <ac:spMkLst>
            <pc:docMk/>
            <pc:sldMk cId="3753178280" sldId="2147474115"/>
            <ac:spMk id="502" creationId="{C95E8860-EA36-BFA8-246F-A0022D275411}"/>
          </ac:spMkLst>
        </pc:spChg>
        <pc:spChg chg="add mod">
          <ac:chgData name="Cartwright, Max" userId="4fdaca64-157b-4f34-aebd-58f672b6a20c" providerId="ADAL" clId="{9B24FA50-177C-4B5A-AA10-BF89D194F6B0}" dt="2024-03-05T20:33:45.459" v="847" actId="1037"/>
          <ac:spMkLst>
            <pc:docMk/>
            <pc:sldMk cId="3753178280" sldId="2147474115"/>
            <ac:spMk id="503" creationId="{AAF9809A-8A57-AED9-1A32-C368C3C9E5F9}"/>
          </ac:spMkLst>
        </pc:spChg>
        <pc:spChg chg="add mod">
          <ac:chgData name="Cartwright, Max" userId="4fdaca64-157b-4f34-aebd-58f672b6a20c" providerId="ADAL" clId="{9B24FA50-177C-4B5A-AA10-BF89D194F6B0}" dt="2024-03-05T20:33:45.459" v="847" actId="1037"/>
          <ac:spMkLst>
            <pc:docMk/>
            <pc:sldMk cId="3753178280" sldId="2147474115"/>
            <ac:spMk id="504" creationId="{4508B96F-DB59-C234-1AA1-D3EA470B2BB1}"/>
          </ac:spMkLst>
        </pc:spChg>
        <pc:spChg chg="add mod">
          <ac:chgData name="Cartwright, Max" userId="4fdaca64-157b-4f34-aebd-58f672b6a20c" providerId="ADAL" clId="{9B24FA50-177C-4B5A-AA10-BF89D194F6B0}" dt="2024-03-05T20:33:45.459" v="847" actId="1037"/>
          <ac:spMkLst>
            <pc:docMk/>
            <pc:sldMk cId="3753178280" sldId="2147474115"/>
            <ac:spMk id="505" creationId="{19DDE29F-E98A-57E0-405A-D55A03443395}"/>
          </ac:spMkLst>
        </pc:spChg>
        <pc:spChg chg="add mod">
          <ac:chgData name="Cartwright, Max" userId="4fdaca64-157b-4f34-aebd-58f672b6a20c" providerId="ADAL" clId="{9B24FA50-177C-4B5A-AA10-BF89D194F6B0}" dt="2024-03-05T20:33:45.459" v="847" actId="1037"/>
          <ac:spMkLst>
            <pc:docMk/>
            <pc:sldMk cId="3753178280" sldId="2147474115"/>
            <ac:spMk id="506" creationId="{A56BA048-5B52-D8D3-3339-92D1631BC11F}"/>
          </ac:spMkLst>
        </pc:spChg>
        <pc:spChg chg="add mod">
          <ac:chgData name="Cartwright, Max" userId="4fdaca64-157b-4f34-aebd-58f672b6a20c" providerId="ADAL" clId="{9B24FA50-177C-4B5A-AA10-BF89D194F6B0}" dt="2024-03-05T20:33:45.459" v="847" actId="1037"/>
          <ac:spMkLst>
            <pc:docMk/>
            <pc:sldMk cId="3753178280" sldId="2147474115"/>
            <ac:spMk id="508" creationId="{B4200E81-487B-7B2B-30CC-074F0E650728}"/>
          </ac:spMkLst>
        </pc:spChg>
        <pc:spChg chg="add mod">
          <ac:chgData name="Cartwright, Max" userId="4fdaca64-157b-4f34-aebd-58f672b6a20c" providerId="ADAL" clId="{9B24FA50-177C-4B5A-AA10-BF89D194F6B0}" dt="2024-03-05T20:33:45.459" v="847" actId="1037"/>
          <ac:spMkLst>
            <pc:docMk/>
            <pc:sldMk cId="3753178280" sldId="2147474115"/>
            <ac:spMk id="509" creationId="{F3A1E4FC-901C-65D2-119F-56D22885219E}"/>
          </ac:spMkLst>
        </pc:spChg>
        <pc:spChg chg="add mod">
          <ac:chgData name="Cartwright, Max" userId="4fdaca64-157b-4f34-aebd-58f672b6a20c" providerId="ADAL" clId="{9B24FA50-177C-4B5A-AA10-BF89D194F6B0}" dt="2024-03-05T20:33:45.459" v="847" actId="1037"/>
          <ac:spMkLst>
            <pc:docMk/>
            <pc:sldMk cId="3753178280" sldId="2147474115"/>
            <ac:spMk id="510" creationId="{97596206-5A0D-6FDB-EFAD-EA6B398EF2CC}"/>
          </ac:spMkLst>
        </pc:spChg>
        <pc:spChg chg="add mod">
          <ac:chgData name="Cartwright, Max" userId="4fdaca64-157b-4f34-aebd-58f672b6a20c" providerId="ADAL" clId="{9B24FA50-177C-4B5A-AA10-BF89D194F6B0}" dt="2024-03-05T20:33:45.459" v="847" actId="1037"/>
          <ac:spMkLst>
            <pc:docMk/>
            <pc:sldMk cId="3753178280" sldId="2147474115"/>
            <ac:spMk id="511" creationId="{481D0247-2B23-3097-D040-708C54638A88}"/>
          </ac:spMkLst>
        </pc:spChg>
        <pc:spChg chg="add mod">
          <ac:chgData name="Cartwright, Max" userId="4fdaca64-157b-4f34-aebd-58f672b6a20c" providerId="ADAL" clId="{9B24FA50-177C-4B5A-AA10-BF89D194F6B0}" dt="2024-03-05T20:33:45.459" v="847" actId="1037"/>
          <ac:spMkLst>
            <pc:docMk/>
            <pc:sldMk cId="3753178280" sldId="2147474115"/>
            <ac:spMk id="512" creationId="{F4E71DB4-9AD8-BB1A-6CAE-3DF6A95086EC}"/>
          </ac:spMkLst>
        </pc:spChg>
        <pc:spChg chg="add mod">
          <ac:chgData name="Cartwright, Max" userId="4fdaca64-157b-4f34-aebd-58f672b6a20c" providerId="ADAL" clId="{9B24FA50-177C-4B5A-AA10-BF89D194F6B0}" dt="2024-03-05T20:33:45.459" v="847" actId="1037"/>
          <ac:spMkLst>
            <pc:docMk/>
            <pc:sldMk cId="3753178280" sldId="2147474115"/>
            <ac:spMk id="513" creationId="{5BAC1D4C-EE5D-1890-F6AF-C29C1DA94292}"/>
          </ac:spMkLst>
        </pc:spChg>
        <pc:spChg chg="add mod">
          <ac:chgData name="Cartwright, Max" userId="4fdaca64-157b-4f34-aebd-58f672b6a20c" providerId="ADAL" clId="{9B24FA50-177C-4B5A-AA10-BF89D194F6B0}" dt="2024-03-05T20:33:45.459" v="847" actId="1037"/>
          <ac:spMkLst>
            <pc:docMk/>
            <pc:sldMk cId="3753178280" sldId="2147474115"/>
            <ac:spMk id="514" creationId="{9BE46C50-2C4A-D05D-6251-AD9C46667528}"/>
          </ac:spMkLst>
        </pc:spChg>
        <pc:spChg chg="add mod">
          <ac:chgData name="Cartwright, Max" userId="4fdaca64-157b-4f34-aebd-58f672b6a20c" providerId="ADAL" clId="{9B24FA50-177C-4B5A-AA10-BF89D194F6B0}" dt="2024-03-05T20:33:45.459" v="847" actId="1037"/>
          <ac:spMkLst>
            <pc:docMk/>
            <pc:sldMk cId="3753178280" sldId="2147474115"/>
            <ac:spMk id="515" creationId="{C5DE6AE0-D668-FBF9-1B7E-47A1840504B4}"/>
          </ac:spMkLst>
        </pc:spChg>
        <pc:spChg chg="add mod">
          <ac:chgData name="Cartwright, Max" userId="4fdaca64-157b-4f34-aebd-58f672b6a20c" providerId="ADAL" clId="{9B24FA50-177C-4B5A-AA10-BF89D194F6B0}" dt="2024-03-05T20:33:45.459" v="847" actId="1037"/>
          <ac:spMkLst>
            <pc:docMk/>
            <pc:sldMk cId="3753178280" sldId="2147474115"/>
            <ac:spMk id="516" creationId="{DC05C5F5-C48A-1AD3-AD0D-3D40A1FE7131}"/>
          </ac:spMkLst>
        </pc:spChg>
        <pc:spChg chg="add mod">
          <ac:chgData name="Cartwright, Max" userId="4fdaca64-157b-4f34-aebd-58f672b6a20c" providerId="ADAL" clId="{9B24FA50-177C-4B5A-AA10-BF89D194F6B0}" dt="2024-03-05T20:33:45.459" v="847" actId="1037"/>
          <ac:spMkLst>
            <pc:docMk/>
            <pc:sldMk cId="3753178280" sldId="2147474115"/>
            <ac:spMk id="517" creationId="{115A6A61-781B-00DE-B158-4DC1FD312E58}"/>
          </ac:spMkLst>
        </pc:spChg>
        <pc:spChg chg="add mod">
          <ac:chgData name="Cartwright, Max" userId="4fdaca64-157b-4f34-aebd-58f672b6a20c" providerId="ADAL" clId="{9B24FA50-177C-4B5A-AA10-BF89D194F6B0}" dt="2024-03-05T20:33:45.459" v="847" actId="1037"/>
          <ac:spMkLst>
            <pc:docMk/>
            <pc:sldMk cId="3753178280" sldId="2147474115"/>
            <ac:spMk id="518" creationId="{30F86E4B-9177-F970-D089-0F01E8DB3B65}"/>
          </ac:spMkLst>
        </pc:spChg>
        <pc:spChg chg="add mod">
          <ac:chgData name="Cartwright, Max" userId="4fdaca64-157b-4f34-aebd-58f672b6a20c" providerId="ADAL" clId="{9B24FA50-177C-4B5A-AA10-BF89D194F6B0}" dt="2024-03-05T20:33:45.459" v="847" actId="1037"/>
          <ac:spMkLst>
            <pc:docMk/>
            <pc:sldMk cId="3753178280" sldId="2147474115"/>
            <ac:spMk id="519" creationId="{468B41C3-F697-332B-7A3E-A004F358C196}"/>
          </ac:spMkLst>
        </pc:spChg>
        <pc:spChg chg="add mod">
          <ac:chgData name="Cartwright, Max" userId="4fdaca64-157b-4f34-aebd-58f672b6a20c" providerId="ADAL" clId="{9B24FA50-177C-4B5A-AA10-BF89D194F6B0}" dt="2024-03-05T20:33:45.459" v="847" actId="1037"/>
          <ac:spMkLst>
            <pc:docMk/>
            <pc:sldMk cId="3753178280" sldId="2147474115"/>
            <ac:spMk id="520" creationId="{94F8C2B5-0666-2732-03BB-295AC62D11AC}"/>
          </ac:spMkLst>
        </pc:spChg>
        <pc:spChg chg="add mod">
          <ac:chgData name="Cartwright, Max" userId="4fdaca64-157b-4f34-aebd-58f672b6a20c" providerId="ADAL" clId="{9B24FA50-177C-4B5A-AA10-BF89D194F6B0}" dt="2024-03-05T20:33:45.459" v="847" actId="1037"/>
          <ac:spMkLst>
            <pc:docMk/>
            <pc:sldMk cId="3753178280" sldId="2147474115"/>
            <ac:spMk id="521" creationId="{A505E7AA-73A4-4DB8-2177-7912FE9F4DCC}"/>
          </ac:spMkLst>
        </pc:spChg>
        <pc:spChg chg="add mod">
          <ac:chgData name="Cartwright, Max" userId="4fdaca64-157b-4f34-aebd-58f672b6a20c" providerId="ADAL" clId="{9B24FA50-177C-4B5A-AA10-BF89D194F6B0}" dt="2024-03-05T20:33:45.459" v="847" actId="1037"/>
          <ac:spMkLst>
            <pc:docMk/>
            <pc:sldMk cId="3753178280" sldId="2147474115"/>
            <ac:spMk id="522" creationId="{22DB8F6E-D187-8EF5-295D-29C3BD453C3A}"/>
          </ac:spMkLst>
        </pc:spChg>
        <pc:spChg chg="add mod">
          <ac:chgData name="Cartwright, Max" userId="4fdaca64-157b-4f34-aebd-58f672b6a20c" providerId="ADAL" clId="{9B24FA50-177C-4B5A-AA10-BF89D194F6B0}" dt="2024-03-05T20:33:45.459" v="847" actId="1037"/>
          <ac:spMkLst>
            <pc:docMk/>
            <pc:sldMk cId="3753178280" sldId="2147474115"/>
            <ac:spMk id="523" creationId="{50963CA5-E286-1B91-6C20-5E0A518F4F6D}"/>
          </ac:spMkLst>
        </pc:spChg>
        <pc:spChg chg="add mod">
          <ac:chgData name="Cartwright, Max" userId="4fdaca64-157b-4f34-aebd-58f672b6a20c" providerId="ADAL" clId="{9B24FA50-177C-4B5A-AA10-BF89D194F6B0}" dt="2024-03-05T20:33:45.459" v="847" actId="1037"/>
          <ac:spMkLst>
            <pc:docMk/>
            <pc:sldMk cId="3753178280" sldId="2147474115"/>
            <ac:spMk id="524" creationId="{D0A8557B-08C5-8389-00F3-7E9097B2EFAD}"/>
          </ac:spMkLst>
        </pc:spChg>
        <pc:spChg chg="add mod">
          <ac:chgData name="Cartwright, Max" userId="4fdaca64-157b-4f34-aebd-58f672b6a20c" providerId="ADAL" clId="{9B24FA50-177C-4B5A-AA10-BF89D194F6B0}" dt="2024-03-05T20:33:45.459" v="847" actId="1037"/>
          <ac:spMkLst>
            <pc:docMk/>
            <pc:sldMk cId="3753178280" sldId="2147474115"/>
            <ac:spMk id="525" creationId="{8353C642-F58E-0076-A14F-FE738661F422}"/>
          </ac:spMkLst>
        </pc:spChg>
        <pc:spChg chg="add mod">
          <ac:chgData name="Cartwright, Max" userId="4fdaca64-157b-4f34-aebd-58f672b6a20c" providerId="ADAL" clId="{9B24FA50-177C-4B5A-AA10-BF89D194F6B0}" dt="2024-03-05T20:33:45.459" v="847" actId="1037"/>
          <ac:spMkLst>
            <pc:docMk/>
            <pc:sldMk cId="3753178280" sldId="2147474115"/>
            <ac:spMk id="526" creationId="{68524742-41AA-E7E8-9ED1-0E50E4F99B60}"/>
          </ac:spMkLst>
        </pc:spChg>
        <pc:spChg chg="add mod">
          <ac:chgData name="Cartwright, Max" userId="4fdaca64-157b-4f34-aebd-58f672b6a20c" providerId="ADAL" clId="{9B24FA50-177C-4B5A-AA10-BF89D194F6B0}" dt="2024-03-05T20:33:45.459" v="847" actId="1037"/>
          <ac:spMkLst>
            <pc:docMk/>
            <pc:sldMk cId="3753178280" sldId="2147474115"/>
            <ac:spMk id="527" creationId="{D189ED96-0F23-1DF1-2DA7-A9369D07C759}"/>
          </ac:spMkLst>
        </pc:spChg>
        <pc:spChg chg="add mod">
          <ac:chgData name="Cartwright, Max" userId="4fdaca64-157b-4f34-aebd-58f672b6a20c" providerId="ADAL" clId="{9B24FA50-177C-4B5A-AA10-BF89D194F6B0}" dt="2024-03-05T20:33:45.459" v="847" actId="1037"/>
          <ac:spMkLst>
            <pc:docMk/>
            <pc:sldMk cId="3753178280" sldId="2147474115"/>
            <ac:spMk id="528" creationId="{5AA15B04-8AA0-5F10-3CB2-8F1425E37C0A}"/>
          </ac:spMkLst>
        </pc:spChg>
        <pc:spChg chg="add mod">
          <ac:chgData name="Cartwright, Max" userId="4fdaca64-157b-4f34-aebd-58f672b6a20c" providerId="ADAL" clId="{9B24FA50-177C-4B5A-AA10-BF89D194F6B0}" dt="2024-03-05T20:33:45.459" v="847" actId="1037"/>
          <ac:spMkLst>
            <pc:docMk/>
            <pc:sldMk cId="3753178280" sldId="2147474115"/>
            <ac:spMk id="531" creationId="{2000311E-63B1-B4F6-20F6-313464979293}"/>
          </ac:spMkLst>
        </pc:spChg>
        <pc:spChg chg="add mod">
          <ac:chgData name="Cartwright, Max" userId="4fdaca64-157b-4f34-aebd-58f672b6a20c" providerId="ADAL" clId="{9B24FA50-177C-4B5A-AA10-BF89D194F6B0}" dt="2024-03-05T20:33:45.459" v="847" actId="1037"/>
          <ac:spMkLst>
            <pc:docMk/>
            <pc:sldMk cId="3753178280" sldId="2147474115"/>
            <ac:spMk id="532" creationId="{970E523A-EF13-DE4E-CF4C-BC2C5AB7663E}"/>
          </ac:spMkLst>
        </pc:spChg>
        <pc:spChg chg="add mod">
          <ac:chgData name="Cartwright, Max" userId="4fdaca64-157b-4f34-aebd-58f672b6a20c" providerId="ADAL" clId="{9B24FA50-177C-4B5A-AA10-BF89D194F6B0}" dt="2024-03-05T20:33:45.459" v="847" actId="1037"/>
          <ac:spMkLst>
            <pc:docMk/>
            <pc:sldMk cId="3753178280" sldId="2147474115"/>
            <ac:spMk id="533" creationId="{A726F186-EB61-5909-2CFA-2324396A4E5A}"/>
          </ac:spMkLst>
        </pc:spChg>
        <pc:spChg chg="add mod">
          <ac:chgData name="Cartwright, Max" userId="4fdaca64-157b-4f34-aebd-58f672b6a20c" providerId="ADAL" clId="{9B24FA50-177C-4B5A-AA10-BF89D194F6B0}" dt="2024-03-05T20:33:45.459" v="847" actId="1037"/>
          <ac:spMkLst>
            <pc:docMk/>
            <pc:sldMk cId="3753178280" sldId="2147474115"/>
            <ac:spMk id="534" creationId="{CAE0762E-ABDA-919A-5858-4F72596A3D86}"/>
          </ac:spMkLst>
        </pc:spChg>
        <pc:spChg chg="add mod">
          <ac:chgData name="Cartwright, Max" userId="4fdaca64-157b-4f34-aebd-58f672b6a20c" providerId="ADAL" clId="{9B24FA50-177C-4B5A-AA10-BF89D194F6B0}" dt="2024-03-05T20:33:45.459" v="847" actId="1037"/>
          <ac:spMkLst>
            <pc:docMk/>
            <pc:sldMk cId="3753178280" sldId="2147474115"/>
            <ac:spMk id="535" creationId="{147F0212-4089-9B8E-7E32-EC57247BAC9C}"/>
          </ac:spMkLst>
        </pc:spChg>
        <pc:spChg chg="add mod">
          <ac:chgData name="Cartwright, Max" userId="4fdaca64-157b-4f34-aebd-58f672b6a20c" providerId="ADAL" clId="{9B24FA50-177C-4B5A-AA10-BF89D194F6B0}" dt="2024-03-05T20:33:45.459" v="847" actId="1037"/>
          <ac:spMkLst>
            <pc:docMk/>
            <pc:sldMk cId="3753178280" sldId="2147474115"/>
            <ac:spMk id="536" creationId="{B2BC4E37-51E9-390D-C463-320005ACF0AD}"/>
          </ac:spMkLst>
        </pc:spChg>
        <pc:spChg chg="add mod">
          <ac:chgData name="Cartwright, Max" userId="4fdaca64-157b-4f34-aebd-58f672b6a20c" providerId="ADAL" clId="{9B24FA50-177C-4B5A-AA10-BF89D194F6B0}" dt="2024-03-05T20:33:45.459" v="847" actId="1037"/>
          <ac:spMkLst>
            <pc:docMk/>
            <pc:sldMk cId="3753178280" sldId="2147474115"/>
            <ac:spMk id="537" creationId="{5B88D2C9-1ED5-77A9-E982-9F83F036D4E0}"/>
          </ac:spMkLst>
        </pc:spChg>
        <pc:spChg chg="add mod">
          <ac:chgData name="Cartwright, Max" userId="4fdaca64-157b-4f34-aebd-58f672b6a20c" providerId="ADAL" clId="{9B24FA50-177C-4B5A-AA10-BF89D194F6B0}" dt="2024-03-05T20:33:45.459" v="847" actId="1037"/>
          <ac:spMkLst>
            <pc:docMk/>
            <pc:sldMk cId="3753178280" sldId="2147474115"/>
            <ac:spMk id="538" creationId="{3C46D745-CCB2-22DE-BE73-585CF0A26BE1}"/>
          </ac:spMkLst>
        </pc:spChg>
        <pc:spChg chg="add mod">
          <ac:chgData name="Cartwright, Max" userId="4fdaca64-157b-4f34-aebd-58f672b6a20c" providerId="ADAL" clId="{9B24FA50-177C-4B5A-AA10-BF89D194F6B0}" dt="2024-03-05T20:33:45.459" v="847" actId="1037"/>
          <ac:spMkLst>
            <pc:docMk/>
            <pc:sldMk cId="3753178280" sldId="2147474115"/>
            <ac:spMk id="539" creationId="{8843D91D-B8E1-7622-8301-F7274A8F4BC3}"/>
          </ac:spMkLst>
        </pc:spChg>
        <pc:spChg chg="add mod">
          <ac:chgData name="Cartwright, Max" userId="4fdaca64-157b-4f34-aebd-58f672b6a20c" providerId="ADAL" clId="{9B24FA50-177C-4B5A-AA10-BF89D194F6B0}" dt="2024-03-05T20:33:45.459" v="847" actId="1037"/>
          <ac:spMkLst>
            <pc:docMk/>
            <pc:sldMk cId="3753178280" sldId="2147474115"/>
            <ac:spMk id="540" creationId="{5AC7089B-5951-7E1E-771F-08353D4D4295}"/>
          </ac:spMkLst>
        </pc:spChg>
        <pc:spChg chg="add mod">
          <ac:chgData name="Cartwright, Max" userId="4fdaca64-157b-4f34-aebd-58f672b6a20c" providerId="ADAL" clId="{9B24FA50-177C-4B5A-AA10-BF89D194F6B0}" dt="2024-03-05T20:33:45.459" v="847" actId="1037"/>
          <ac:spMkLst>
            <pc:docMk/>
            <pc:sldMk cId="3753178280" sldId="2147474115"/>
            <ac:spMk id="541" creationId="{E14BB279-12CD-364D-D6AB-123628B18E5E}"/>
          </ac:spMkLst>
        </pc:spChg>
        <pc:spChg chg="add mod">
          <ac:chgData name="Cartwright, Max" userId="4fdaca64-157b-4f34-aebd-58f672b6a20c" providerId="ADAL" clId="{9B24FA50-177C-4B5A-AA10-BF89D194F6B0}" dt="2024-03-05T20:33:45.459" v="847" actId="1037"/>
          <ac:spMkLst>
            <pc:docMk/>
            <pc:sldMk cId="3753178280" sldId="2147474115"/>
            <ac:spMk id="543" creationId="{A9286572-8DED-3851-17CC-81FF64162519}"/>
          </ac:spMkLst>
        </pc:spChg>
        <pc:spChg chg="add mod">
          <ac:chgData name="Cartwright, Max" userId="4fdaca64-157b-4f34-aebd-58f672b6a20c" providerId="ADAL" clId="{9B24FA50-177C-4B5A-AA10-BF89D194F6B0}" dt="2024-03-05T20:33:45.459" v="847" actId="1037"/>
          <ac:spMkLst>
            <pc:docMk/>
            <pc:sldMk cId="3753178280" sldId="2147474115"/>
            <ac:spMk id="544" creationId="{6E75B95B-02B1-0157-77D6-53016864E1F9}"/>
          </ac:spMkLst>
        </pc:spChg>
        <pc:spChg chg="add mod">
          <ac:chgData name="Cartwright, Max" userId="4fdaca64-157b-4f34-aebd-58f672b6a20c" providerId="ADAL" clId="{9B24FA50-177C-4B5A-AA10-BF89D194F6B0}" dt="2024-03-05T20:33:45.459" v="847" actId="1037"/>
          <ac:spMkLst>
            <pc:docMk/>
            <pc:sldMk cId="3753178280" sldId="2147474115"/>
            <ac:spMk id="545" creationId="{84948ABF-6837-E159-F7DF-C00E505BB6F6}"/>
          </ac:spMkLst>
        </pc:spChg>
        <pc:spChg chg="add mod">
          <ac:chgData name="Cartwright, Max" userId="4fdaca64-157b-4f34-aebd-58f672b6a20c" providerId="ADAL" clId="{9B24FA50-177C-4B5A-AA10-BF89D194F6B0}" dt="2024-03-05T20:33:45.459" v="847" actId="1037"/>
          <ac:spMkLst>
            <pc:docMk/>
            <pc:sldMk cId="3753178280" sldId="2147474115"/>
            <ac:spMk id="546" creationId="{BB7201FA-F63D-3D9B-27EF-C102E9CB2D74}"/>
          </ac:spMkLst>
        </pc:spChg>
        <pc:spChg chg="add mod">
          <ac:chgData name="Cartwright, Max" userId="4fdaca64-157b-4f34-aebd-58f672b6a20c" providerId="ADAL" clId="{9B24FA50-177C-4B5A-AA10-BF89D194F6B0}" dt="2024-03-05T20:33:45.459" v="847" actId="1037"/>
          <ac:spMkLst>
            <pc:docMk/>
            <pc:sldMk cId="3753178280" sldId="2147474115"/>
            <ac:spMk id="547" creationId="{26654052-348F-A9EE-F868-89F23471E0FF}"/>
          </ac:spMkLst>
        </pc:spChg>
        <pc:spChg chg="add mod">
          <ac:chgData name="Cartwright, Max" userId="4fdaca64-157b-4f34-aebd-58f672b6a20c" providerId="ADAL" clId="{9B24FA50-177C-4B5A-AA10-BF89D194F6B0}" dt="2024-03-05T20:33:45.459" v="847" actId="1037"/>
          <ac:spMkLst>
            <pc:docMk/>
            <pc:sldMk cId="3753178280" sldId="2147474115"/>
            <ac:spMk id="548" creationId="{C333A6E2-0FC6-2198-C2E7-4D9E2223ACDD}"/>
          </ac:spMkLst>
        </pc:spChg>
        <pc:spChg chg="add mod">
          <ac:chgData name="Cartwright, Max" userId="4fdaca64-157b-4f34-aebd-58f672b6a20c" providerId="ADAL" clId="{9B24FA50-177C-4B5A-AA10-BF89D194F6B0}" dt="2024-03-05T20:33:45.459" v="847" actId="1037"/>
          <ac:spMkLst>
            <pc:docMk/>
            <pc:sldMk cId="3753178280" sldId="2147474115"/>
            <ac:spMk id="549" creationId="{89693B0C-2659-C77E-7475-05409FB2EAC4}"/>
          </ac:spMkLst>
        </pc:spChg>
        <pc:spChg chg="add mod">
          <ac:chgData name="Cartwright, Max" userId="4fdaca64-157b-4f34-aebd-58f672b6a20c" providerId="ADAL" clId="{9B24FA50-177C-4B5A-AA10-BF89D194F6B0}" dt="2024-03-05T20:33:45.459" v="847" actId="1037"/>
          <ac:spMkLst>
            <pc:docMk/>
            <pc:sldMk cId="3753178280" sldId="2147474115"/>
            <ac:spMk id="551" creationId="{09CCB001-5243-760A-26F4-CDD75B9433B2}"/>
          </ac:spMkLst>
        </pc:spChg>
        <pc:spChg chg="add mod">
          <ac:chgData name="Cartwright, Max" userId="4fdaca64-157b-4f34-aebd-58f672b6a20c" providerId="ADAL" clId="{9B24FA50-177C-4B5A-AA10-BF89D194F6B0}" dt="2024-03-05T20:33:45.459" v="847" actId="1037"/>
          <ac:spMkLst>
            <pc:docMk/>
            <pc:sldMk cId="3753178280" sldId="2147474115"/>
            <ac:spMk id="552" creationId="{913F0439-13EF-8195-D531-FD72922BAEAA}"/>
          </ac:spMkLst>
        </pc:spChg>
        <pc:spChg chg="add mod">
          <ac:chgData name="Cartwright, Max" userId="4fdaca64-157b-4f34-aebd-58f672b6a20c" providerId="ADAL" clId="{9B24FA50-177C-4B5A-AA10-BF89D194F6B0}" dt="2024-03-05T20:33:45.459" v="847" actId="1037"/>
          <ac:spMkLst>
            <pc:docMk/>
            <pc:sldMk cId="3753178280" sldId="2147474115"/>
            <ac:spMk id="553" creationId="{753E9F61-6761-F598-42FB-E6A72B8CED39}"/>
          </ac:spMkLst>
        </pc:spChg>
        <pc:spChg chg="add mod">
          <ac:chgData name="Cartwright, Max" userId="4fdaca64-157b-4f34-aebd-58f672b6a20c" providerId="ADAL" clId="{9B24FA50-177C-4B5A-AA10-BF89D194F6B0}" dt="2024-03-05T20:33:45.459" v="847" actId="1037"/>
          <ac:spMkLst>
            <pc:docMk/>
            <pc:sldMk cId="3753178280" sldId="2147474115"/>
            <ac:spMk id="554" creationId="{0DF248CC-31AA-CFD7-0098-F2CF63C6ED7C}"/>
          </ac:spMkLst>
        </pc:spChg>
        <pc:spChg chg="add mod">
          <ac:chgData name="Cartwright, Max" userId="4fdaca64-157b-4f34-aebd-58f672b6a20c" providerId="ADAL" clId="{9B24FA50-177C-4B5A-AA10-BF89D194F6B0}" dt="2024-03-05T20:33:45.459" v="847" actId="1037"/>
          <ac:spMkLst>
            <pc:docMk/>
            <pc:sldMk cId="3753178280" sldId="2147474115"/>
            <ac:spMk id="555" creationId="{50424356-7489-6248-7AA6-174DFD898962}"/>
          </ac:spMkLst>
        </pc:spChg>
        <pc:spChg chg="add mod">
          <ac:chgData name="Cartwright, Max" userId="4fdaca64-157b-4f34-aebd-58f672b6a20c" providerId="ADAL" clId="{9B24FA50-177C-4B5A-AA10-BF89D194F6B0}" dt="2024-03-05T20:33:45.459" v="847" actId="1037"/>
          <ac:spMkLst>
            <pc:docMk/>
            <pc:sldMk cId="3753178280" sldId="2147474115"/>
            <ac:spMk id="556" creationId="{B1B87F6D-DD76-B5CA-6BC6-9732AD5F4601}"/>
          </ac:spMkLst>
        </pc:spChg>
        <pc:spChg chg="add mod">
          <ac:chgData name="Cartwright, Max" userId="4fdaca64-157b-4f34-aebd-58f672b6a20c" providerId="ADAL" clId="{9B24FA50-177C-4B5A-AA10-BF89D194F6B0}" dt="2024-03-05T20:33:45.459" v="847" actId="1037"/>
          <ac:spMkLst>
            <pc:docMk/>
            <pc:sldMk cId="3753178280" sldId="2147474115"/>
            <ac:spMk id="559" creationId="{96AED540-3D3A-17D7-6A2A-879C4E11BBC7}"/>
          </ac:spMkLst>
        </pc:spChg>
        <pc:spChg chg="add mod">
          <ac:chgData name="Cartwright, Max" userId="4fdaca64-157b-4f34-aebd-58f672b6a20c" providerId="ADAL" clId="{9B24FA50-177C-4B5A-AA10-BF89D194F6B0}" dt="2024-03-05T20:33:45.459" v="847" actId="1037"/>
          <ac:spMkLst>
            <pc:docMk/>
            <pc:sldMk cId="3753178280" sldId="2147474115"/>
            <ac:spMk id="560" creationId="{7039D8FB-4FCC-1AA2-155C-4AAB0F420F7F}"/>
          </ac:spMkLst>
        </pc:spChg>
        <pc:spChg chg="add mod">
          <ac:chgData name="Cartwright, Max" userId="4fdaca64-157b-4f34-aebd-58f672b6a20c" providerId="ADAL" clId="{9B24FA50-177C-4B5A-AA10-BF89D194F6B0}" dt="2024-03-05T20:33:45.459" v="847" actId="1037"/>
          <ac:spMkLst>
            <pc:docMk/>
            <pc:sldMk cId="3753178280" sldId="2147474115"/>
            <ac:spMk id="561" creationId="{73D758C6-C924-7118-A2F8-B191ABAE6307}"/>
          </ac:spMkLst>
        </pc:spChg>
        <pc:spChg chg="add mod">
          <ac:chgData name="Cartwright, Max" userId="4fdaca64-157b-4f34-aebd-58f672b6a20c" providerId="ADAL" clId="{9B24FA50-177C-4B5A-AA10-BF89D194F6B0}" dt="2024-03-05T20:33:45.459" v="847" actId="1037"/>
          <ac:spMkLst>
            <pc:docMk/>
            <pc:sldMk cId="3753178280" sldId="2147474115"/>
            <ac:spMk id="562" creationId="{39243ED9-A1D7-D13B-5A8B-ADAF9ABBBF86}"/>
          </ac:spMkLst>
        </pc:spChg>
        <pc:spChg chg="add mod">
          <ac:chgData name="Cartwright, Max" userId="4fdaca64-157b-4f34-aebd-58f672b6a20c" providerId="ADAL" clId="{9B24FA50-177C-4B5A-AA10-BF89D194F6B0}" dt="2024-03-05T20:33:45.459" v="847" actId="1037"/>
          <ac:spMkLst>
            <pc:docMk/>
            <pc:sldMk cId="3753178280" sldId="2147474115"/>
            <ac:spMk id="563" creationId="{472C7F76-066E-4F27-28C6-F6B2A784409B}"/>
          </ac:spMkLst>
        </pc:spChg>
        <pc:spChg chg="add mod">
          <ac:chgData name="Cartwright, Max" userId="4fdaca64-157b-4f34-aebd-58f672b6a20c" providerId="ADAL" clId="{9B24FA50-177C-4B5A-AA10-BF89D194F6B0}" dt="2024-03-05T20:33:45.459" v="847" actId="1037"/>
          <ac:spMkLst>
            <pc:docMk/>
            <pc:sldMk cId="3753178280" sldId="2147474115"/>
            <ac:spMk id="564" creationId="{212552CB-69AC-987A-4701-F03858D48449}"/>
          </ac:spMkLst>
        </pc:spChg>
        <pc:spChg chg="add mod">
          <ac:chgData name="Cartwright, Max" userId="4fdaca64-157b-4f34-aebd-58f672b6a20c" providerId="ADAL" clId="{9B24FA50-177C-4B5A-AA10-BF89D194F6B0}" dt="2024-03-05T20:33:45.459" v="847" actId="1037"/>
          <ac:spMkLst>
            <pc:docMk/>
            <pc:sldMk cId="3753178280" sldId="2147474115"/>
            <ac:spMk id="565" creationId="{46D39E27-DC95-2D1C-68D2-DB1E507C115F}"/>
          </ac:spMkLst>
        </pc:spChg>
        <pc:spChg chg="add mod">
          <ac:chgData name="Cartwright, Max" userId="4fdaca64-157b-4f34-aebd-58f672b6a20c" providerId="ADAL" clId="{9B24FA50-177C-4B5A-AA10-BF89D194F6B0}" dt="2024-03-05T20:33:45.459" v="847" actId="1037"/>
          <ac:spMkLst>
            <pc:docMk/>
            <pc:sldMk cId="3753178280" sldId="2147474115"/>
            <ac:spMk id="566" creationId="{E42D11C2-238B-8959-3830-FB3A71D1CB90}"/>
          </ac:spMkLst>
        </pc:spChg>
        <pc:spChg chg="add mod">
          <ac:chgData name="Cartwright, Max" userId="4fdaca64-157b-4f34-aebd-58f672b6a20c" providerId="ADAL" clId="{9B24FA50-177C-4B5A-AA10-BF89D194F6B0}" dt="2024-03-05T20:33:45.459" v="847" actId="1037"/>
          <ac:spMkLst>
            <pc:docMk/>
            <pc:sldMk cId="3753178280" sldId="2147474115"/>
            <ac:spMk id="567" creationId="{47675E72-A0D7-7AC5-860C-ABE711F28C1B}"/>
          </ac:spMkLst>
        </pc:spChg>
        <pc:spChg chg="add mod">
          <ac:chgData name="Cartwright, Max" userId="4fdaca64-157b-4f34-aebd-58f672b6a20c" providerId="ADAL" clId="{9B24FA50-177C-4B5A-AA10-BF89D194F6B0}" dt="2024-03-05T20:33:45.459" v="847" actId="1037"/>
          <ac:spMkLst>
            <pc:docMk/>
            <pc:sldMk cId="3753178280" sldId="2147474115"/>
            <ac:spMk id="568" creationId="{82538010-5E19-FC0E-9BE6-F786B8AE416E}"/>
          </ac:spMkLst>
        </pc:spChg>
        <pc:spChg chg="add mod">
          <ac:chgData name="Cartwright, Max" userId="4fdaca64-157b-4f34-aebd-58f672b6a20c" providerId="ADAL" clId="{9B24FA50-177C-4B5A-AA10-BF89D194F6B0}" dt="2024-03-05T20:33:45.459" v="847" actId="1037"/>
          <ac:spMkLst>
            <pc:docMk/>
            <pc:sldMk cId="3753178280" sldId="2147474115"/>
            <ac:spMk id="569" creationId="{696406C9-1C72-E4A9-6986-40A247004A0A}"/>
          </ac:spMkLst>
        </pc:spChg>
        <pc:grpChg chg="add del mod">
          <ac:chgData name="Cartwright, Max" userId="4fdaca64-157b-4f34-aebd-58f672b6a20c" providerId="ADAL" clId="{9B24FA50-177C-4B5A-AA10-BF89D194F6B0}" dt="2024-03-05T20:33:22.218" v="837"/>
          <ac:grpSpMkLst>
            <pc:docMk/>
            <pc:sldMk cId="3753178280" sldId="2147474115"/>
            <ac:grpSpMk id="30" creationId="{E8940C9B-9478-8047-05FC-C78DDE4CF29C}"/>
          </ac:grpSpMkLst>
        </pc:grpChg>
        <pc:grpChg chg="add del mod">
          <ac:chgData name="Cartwright, Max" userId="4fdaca64-157b-4f34-aebd-58f672b6a20c" providerId="ADAL" clId="{9B24FA50-177C-4B5A-AA10-BF89D194F6B0}" dt="2024-03-05T20:33:22.218" v="837"/>
          <ac:grpSpMkLst>
            <pc:docMk/>
            <pc:sldMk cId="3753178280" sldId="2147474115"/>
            <ac:grpSpMk id="200" creationId="{80F8BBE6-2D3E-4B80-1C0C-06F6608CA7E1}"/>
          </ac:grpSpMkLst>
        </pc:grpChg>
        <pc:grpChg chg="add del mod">
          <ac:chgData name="Cartwright, Max" userId="4fdaca64-157b-4f34-aebd-58f672b6a20c" providerId="ADAL" clId="{9B24FA50-177C-4B5A-AA10-BF89D194F6B0}" dt="2024-03-05T20:33:22.218" v="837"/>
          <ac:grpSpMkLst>
            <pc:docMk/>
            <pc:sldMk cId="3753178280" sldId="2147474115"/>
            <ac:grpSpMk id="203" creationId="{8D44EE6E-D19D-1ED4-6164-DE74FD9B12DD}"/>
          </ac:grpSpMkLst>
        </pc:grpChg>
        <pc:grpChg chg="add del mod">
          <ac:chgData name="Cartwright, Max" userId="4fdaca64-157b-4f34-aebd-58f672b6a20c" providerId="ADAL" clId="{9B24FA50-177C-4B5A-AA10-BF89D194F6B0}" dt="2024-03-05T20:33:22.218" v="837"/>
          <ac:grpSpMkLst>
            <pc:docMk/>
            <pc:sldMk cId="3753178280" sldId="2147474115"/>
            <ac:grpSpMk id="257" creationId="{85241B4C-3B6E-F9E4-4E30-4F46C4EF7267}"/>
          </ac:grpSpMkLst>
        </pc:grpChg>
        <pc:grpChg chg="add mod">
          <ac:chgData name="Cartwright, Max" userId="4fdaca64-157b-4f34-aebd-58f672b6a20c" providerId="ADAL" clId="{9B24FA50-177C-4B5A-AA10-BF89D194F6B0}" dt="2024-03-05T20:33:45.459" v="847" actId="1037"/>
          <ac:grpSpMkLst>
            <pc:docMk/>
            <pc:sldMk cId="3753178280" sldId="2147474115"/>
            <ac:grpSpMk id="393" creationId="{CB9F8139-A3D9-4329-74C6-6256EF2963A4}"/>
          </ac:grpSpMkLst>
        </pc:grpChg>
        <pc:grpChg chg="add mod">
          <ac:chgData name="Cartwright, Max" userId="4fdaca64-157b-4f34-aebd-58f672b6a20c" providerId="ADAL" clId="{9B24FA50-177C-4B5A-AA10-BF89D194F6B0}" dt="2024-03-05T20:33:45.459" v="847" actId="1037"/>
          <ac:grpSpMkLst>
            <pc:docMk/>
            <pc:sldMk cId="3753178280" sldId="2147474115"/>
            <ac:grpSpMk id="403" creationId="{5C899C15-3BEE-A130-F05E-98508DFBD76A}"/>
          </ac:grpSpMkLst>
        </pc:grpChg>
        <pc:grpChg chg="add mod">
          <ac:chgData name="Cartwright, Max" userId="4fdaca64-157b-4f34-aebd-58f672b6a20c" providerId="ADAL" clId="{9B24FA50-177C-4B5A-AA10-BF89D194F6B0}" dt="2024-03-05T20:33:45.459" v="847" actId="1037"/>
          <ac:grpSpMkLst>
            <pc:docMk/>
            <pc:sldMk cId="3753178280" sldId="2147474115"/>
            <ac:grpSpMk id="406" creationId="{A3766647-03C5-C689-26BE-9F495ADAB99B}"/>
          </ac:grpSpMkLst>
        </pc:grpChg>
        <pc:grpChg chg="add mod">
          <ac:chgData name="Cartwright, Max" userId="4fdaca64-157b-4f34-aebd-58f672b6a20c" providerId="ADAL" clId="{9B24FA50-177C-4B5A-AA10-BF89D194F6B0}" dt="2024-03-05T20:33:45.459" v="847" actId="1037"/>
          <ac:grpSpMkLst>
            <pc:docMk/>
            <pc:sldMk cId="3753178280" sldId="2147474115"/>
            <ac:grpSpMk id="459" creationId="{CD0DB756-0009-CF7D-7FA4-F18CE4BBEBF2}"/>
          </ac:grpSpMkLst>
        </pc:grpChg>
        <pc:picChg chg="add del mod">
          <ac:chgData name="Cartwright, Max" userId="4fdaca64-157b-4f34-aebd-58f672b6a20c" providerId="ADAL" clId="{9B24FA50-177C-4B5A-AA10-BF89D194F6B0}" dt="2024-03-05T20:33:22.218" v="837"/>
          <ac:picMkLst>
            <pc:docMk/>
            <pc:sldMk cId="3753178280" sldId="2147474115"/>
            <ac:picMk id="217" creationId="{ECE88112-46F5-BAFC-8706-FB2926590784}"/>
          </ac:picMkLst>
        </pc:picChg>
        <pc:picChg chg="add del mod">
          <ac:chgData name="Cartwright, Max" userId="4fdaca64-157b-4f34-aebd-58f672b6a20c" providerId="ADAL" clId="{9B24FA50-177C-4B5A-AA10-BF89D194F6B0}" dt="2024-03-05T20:33:22.218" v="837"/>
          <ac:picMkLst>
            <pc:docMk/>
            <pc:sldMk cId="3753178280" sldId="2147474115"/>
            <ac:picMk id="218" creationId="{B96BD80F-C690-FD40-94FB-B465E19D515A}"/>
          </ac:picMkLst>
        </pc:picChg>
        <pc:picChg chg="add del mod">
          <ac:chgData name="Cartwright, Max" userId="4fdaca64-157b-4f34-aebd-58f672b6a20c" providerId="ADAL" clId="{9B24FA50-177C-4B5A-AA10-BF89D194F6B0}" dt="2024-03-05T20:33:22.218" v="837"/>
          <ac:picMkLst>
            <pc:docMk/>
            <pc:sldMk cId="3753178280" sldId="2147474115"/>
            <ac:picMk id="219" creationId="{1F2C35E1-17CD-06FA-25DF-09AFFBB0621F}"/>
          </ac:picMkLst>
        </pc:picChg>
        <pc:picChg chg="add del mod">
          <ac:chgData name="Cartwright, Max" userId="4fdaca64-157b-4f34-aebd-58f672b6a20c" providerId="ADAL" clId="{9B24FA50-177C-4B5A-AA10-BF89D194F6B0}" dt="2024-03-05T20:33:22.218" v="837"/>
          <ac:picMkLst>
            <pc:docMk/>
            <pc:sldMk cId="3753178280" sldId="2147474115"/>
            <ac:picMk id="220" creationId="{C7D20421-80C3-9EF6-E1C0-A9CD6FA385A8}"/>
          </ac:picMkLst>
        </pc:picChg>
        <pc:picChg chg="add del mod">
          <ac:chgData name="Cartwright, Max" userId="4fdaca64-157b-4f34-aebd-58f672b6a20c" providerId="ADAL" clId="{9B24FA50-177C-4B5A-AA10-BF89D194F6B0}" dt="2024-03-05T20:33:22.218" v="837"/>
          <ac:picMkLst>
            <pc:docMk/>
            <pc:sldMk cId="3753178280" sldId="2147474115"/>
            <ac:picMk id="221" creationId="{3DB3BB3C-CB15-00D9-346F-73E158437A1C}"/>
          </ac:picMkLst>
        </pc:picChg>
        <pc:picChg chg="add del mod">
          <ac:chgData name="Cartwright, Max" userId="4fdaca64-157b-4f34-aebd-58f672b6a20c" providerId="ADAL" clId="{9B24FA50-177C-4B5A-AA10-BF89D194F6B0}" dt="2024-03-05T20:33:22.218" v="837"/>
          <ac:picMkLst>
            <pc:docMk/>
            <pc:sldMk cId="3753178280" sldId="2147474115"/>
            <ac:picMk id="222" creationId="{8E192B2F-7468-B5C1-5419-88FFB2EF39E2}"/>
          </ac:picMkLst>
        </pc:picChg>
        <pc:picChg chg="add del mod">
          <ac:chgData name="Cartwright, Max" userId="4fdaca64-157b-4f34-aebd-58f672b6a20c" providerId="ADAL" clId="{9B24FA50-177C-4B5A-AA10-BF89D194F6B0}" dt="2024-03-05T20:33:22.218" v="837"/>
          <ac:picMkLst>
            <pc:docMk/>
            <pc:sldMk cId="3753178280" sldId="2147474115"/>
            <ac:picMk id="223" creationId="{DBDD39A4-ACB7-4CAB-1EAF-ED7C6DD2540D}"/>
          </ac:picMkLst>
        </pc:picChg>
        <pc:picChg chg="add del mod">
          <ac:chgData name="Cartwright, Max" userId="4fdaca64-157b-4f34-aebd-58f672b6a20c" providerId="ADAL" clId="{9B24FA50-177C-4B5A-AA10-BF89D194F6B0}" dt="2024-03-05T20:33:22.218" v="837"/>
          <ac:picMkLst>
            <pc:docMk/>
            <pc:sldMk cId="3753178280" sldId="2147474115"/>
            <ac:picMk id="224" creationId="{4D5C984C-3AE2-0BF9-8C2E-E3E19248D56B}"/>
          </ac:picMkLst>
        </pc:picChg>
        <pc:picChg chg="add del mod">
          <ac:chgData name="Cartwright, Max" userId="4fdaca64-157b-4f34-aebd-58f672b6a20c" providerId="ADAL" clId="{9B24FA50-177C-4B5A-AA10-BF89D194F6B0}" dt="2024-03-05T20:33:22.218" v="837"/>
          <ac:picMkLst>
            <pc:docMk/>
            <pc:sldMk cId="3753178280" sldId="2147474115"/>
            <ac:picMk id="225" creationId="{9CB572A1-91CB-E1CE-2F77-E95C5F4B56AC}"/>
          </ac:picMkLst>
        </pc:picChg>
        <pc:picChg chg="add del mod">
          <ac:chgData name="Cartwright, Max" userId="4fdaca64-157b-4f34-aebd-58f672b6a20c" providerId="ADAL" clId="{9B24FA50-177C-4B5A-AA10-BF89D194F6B0}" dt="2024-03-05T20:33:22.218" v="837"/>
          <ac:picMkLst>
            <pc:docMk/>
            <pc:sldMk cId="3753178280" sldId="2147474115"/>
            <ac:picMk id="226" creationId="{5C7FDD61-35D4-B170-66E4-1395A579505F}"/>
          </ac:picMkLst>
        </pc:picChg>
        <pc:picChg chg="add del mod">
          <ac:chgData name="Cartwright, Max" userId="4fdaca64-157b-4f34-aebd-58f672b6a20c" providerId="ADAL" clId="{9B24FA50-177C-4B5A-AA10-BF89D194F6B0}" dt="2024-03-05T20:33:22.218" v="837"/>
          <ac:picMkLst>
            <pc:docMk/>
            <pc:sldMk cId="3753178280" sldId="2147474115"/>
            <ac:picMk id="227" creationId="{6F1804BA-4B60-DBB6-55BE-FE33F5FEB1B2}"/>
          </ac:picMkLst>
        </pc:picChg>
        <pc:picChg chg="add del mod">
          <ac:chgData name="Cartwright, Max" userId="4fdaca64-157b-4f34-aebd-58f672b6a20c" providerId="ADAL" clId="{9B24FA50-177C-4B5A-AA10-BF89D194F6B0}" dt="2024-03-05T20:33:22.218" v="837"/>
          <ac:picMkLst>
            <pc:docMk/>
            <pc:sldMk cId="3753178280" sldId="2147474115"/>
            <ac:picMk id="228" creationId="{33D36F31-B5DB-E1D2-2568-5E5A13D6538C}"/>
          </ac:picMkLst>
        </pc:picChg>
        <pc:picChg chg="add del mod">
          <ac:chgData name="Cartwright, Max" userId="4fdaca64-157b-4f34-aebd-58f672b6a20c" providerId="ADAL" clId="{9B24FA50-177C-4B5A-AA10-BF89D194F6B0}" dt="2024-03-05T20:33:22.218" v="837"/>
          <ac:picMkLst>
            <pc:docMk/>
            <pc:sldMk cId="3753178280" sldId="2147474115"/>
            <ac:picMk id="229" creationId="{FC7943F8-1AF7-D7A1-BBB4-82E08FCEBA6D}"/>
          </ac:picMkLst>
        </pc:picChg>
        <pc:picChg chg="add del mod">
          <ac:chgData name="Cartwright, Max" userId="4fdaca64-157b-4f34-aebd-58f672b6a20c" providerId="ADAL" clId="{9B24FA50-177C-4B5A-AA10-BF89D194F6B0}" dt="2024-03-05T20:33:22.218" v="837"/>
          <ac:picMkLst>
            <pc:docMk/>
            <pc:sldMk cId="3753178280" sldId="2147474115"/>
            <ac:picMk id="230" creationId="{AED1A23B-1C12-67C5-2A97-609F7A3247A4}"/>
          </ac:picMkLst>
        </pc:picChg>
        <pc:picChg chg="add del mod">
          <ac:chgData name="Cartwright, Max" userId="4fdaca64-157b-4f34-aebd-58f672b6a20c" providerId="ADAL" clId="{9B24FA50-177C-4B5A-AA10-BF89D194F6B0}" dt="2024-03-05T20:33:22.218" v="837"/>
          <ac:picMkLst>
            <pc:docMk/>
            <pc:sldMk cId="3753178280" sldId="2147474115"/>
            <ac:picMk id="231" creationId="{D499762C-DAB2-2177-FCD8-B6129081EBB5}"/>
          </ac:picMkLst>
        </pc:picChg>
        <pc:picChg chg="add del mod">
          <ac:chgData name="Cartwright, Max" userId="4fdaca64-157b-4f34-aebd-58f672b6a20c" providerId="ADAL" clId="{9B24FA50-177C-4B5A-AA10-BF89D194F6B0}" dt="2024-03-05T20:33:22.218" v="837"/>
          <ac:picMkLst>
            <pc:docMk/>
            <pc:sldMk cId="3753178280" sldId="2147474115"/>
            <ac:picMk id="232" creationId="{9ED8A0B7-6E41-2A40-4786-A0387FCC3D96}"/>
          </ac:picMkLst>
        </pc:picChg>
        <pc:picChg chg="add del mod">
          <ac:chgData name="Cartwright, Max" userId="4fdaca64-157b-4f34-aebd-58f672b6a20c" providerId="ADAL" clId="{9B24FA50-177C-4B5A-AA10-BF89D194F6B0}" dt="2024-03-05T20:33:22.218" v="837"/>
          <ac:picMkLst>
            <pc:docMk/>
            <pc:sldMk cId="3753178280" sldId="2147474115"/>
            <ac:picMk id="233" creationId="{67847C8C-C012-CFEC-F940-C55D923392B9}"/>
          </ac:picMkLst>
        </pc:picChg>
        <pc:picChg chg="add del mod">
          <ac:chgData name="Cartwright, Max" userId="4fdaca64-157b-4f34-aebd-58f672b6a20c" providerId="ADAL" clId="{9B24FA50-177C-4B5A-AA10-BF89D194F6B0}" dt="2024-03-05T20:33:22.218" v="837"/>
          <ac:picMkLst>
            <pc:docMk/>
            <pc:sldMk cId="3753178280" sldId="2147474115"/>
            <ac:picMk id="234" creationId="{11039E94-7048-3CD4-DEBC-DA5304F32615}"/>
          </ac:picMkLst>
        </pc:picChg>
        <pc:picChg chg="add del mod">
          <ac:chgData name="Cartwright, Max" userId="4fdaca64-157b-4f34-aebd-58f672b6a20c" providerId="ADAL" clId="{9B24FA50-177C-4B5A-AA10-BF89D194F6B0}" dt="2024-03-05T20:33:22.218" v="837"/>
          <ac:picMkLst>
            <pc:docMk/>
            <pc:sldMk cId="3753178280" sldId="2147474115"/>
            <ac:picMk id="237" creationId="{8C869FD7-1A72-4DA2-008F-A760C5264BF5}"/>
          </ac:picMkLst>
        </pc:picChg>
        <pc:picChg chg="add del mod">
          <ac:chgData name="Cartwright, Max" userId="4fdaca64-157b-4f34-aebd-58f672b6a20c" providerId="ADAL" clId="{9B24FA50-177C-4B5A-AA10-BF89D194F6B0}" dt="2024-03-05T20:33:22.218" v="837"/>
          <ac:picMkLst>
            <pc:docMk/>
            <pc:sldMk cId="3753178280" sldId="2147474115"/>
            <ac:picMk id="238" creationId="{2F7D6EF4-52B6-E7A9-2BF1-BD9881106797}"/>
          </ac:picMkLst>
        </pc:picChg>
        <pc:picChg chg="add del mod">
          <ac:chgData name="Cartwright, Max" userId="4fdaca64-157b-4f34-aebd-58f672b6a20c" providerId="ADAL" clId="{9B24FA50-177C-4B5A-AA10-BF89D194F6B0}" dt="2024-03-05T20:33:22.218" v="837"/>
          <ac:picMkLst>
            <pc:docMk/>
            <pc:sldMk cId="3753178280" sldId="2147474115"/>
            <ac:picMk id="239" creationId="{1B6FDB64-07A5-AD6D-FF87-D552C26246AA}"/>
          </ac:picMkLst>
        </pc:picChg>
        <pc:picChg chg="add del mod">
          <ac:chgData name="Cartwright, Max" userId="4fdaca64-157b-4f34-aebd-58f672b6a20c" providerId="ADAL" clId="{9B24FA50-177C-4B5A-AA10-BF89D194F6B0}" dt="2024-03-05T20:33:22.218" v="837"/>
          <ac:picMkLst>
            <pc:docMk/>
            <pc:sldMk cId="3753178280" sldId="2147474115"/>
            <ac:picMk id="240" creationId="{1BD877F4-81B3-6E78-EB11-7E02309773CD}"/>
          </ac:picMkLst>
        </pc:picChg>
        <pc:picChg chg="add del mod">
          <ac:chgData name="Cartwright, Max" userId="4fdaca64-157b-4f34-aebd-58f672b6a20c" providerId="ADAL" clId="{9B24FA50-177C-4B5A-AA10-BF89D194F6B0}" dt="2024-03-05T20:33:22.218" v="837"/>
          <ac:picMkLst>
            <pc:docMk/>
            <pc:sldMk cId="3753178280" sldId="2147474115"/>
            <ac:picMk id="241" creationId="{3484AE3D-90E6-0D3B-915A-C36F73533D0E}"/>
          </ac:picMkLst>
        </pc:picChg>
        <pc:picChg chg="add del mod">
          <ac:chgData name="Cartwright, Max" userId="4fdaca64-157b-4f34-aebd-58f672b6a20c" providerId="ADAL" clId="{9B24FA50-177C-4B5A-AA10-BF89D194F6B0}" dt="2024-03-05T20:33:22.218" v="837"/>
          <ac:picMkLst>
            <pc:docMk/>
            <pc:sldMk cId="3753178280" sldId="2147474115"/>
            <ac:picMk id="242" creationId="{76B36002-04BD-D472-11C6-FCB7279E6105}"/>
          </ac:picMkLst>
        </pc:picChg>
        <pc:picChg chg="add del mod">
          <ac:chgData name="Cartwright, Max" userId="4fdaca64-157b-4f34-aebd-58f672b6a20c" providerId="ADAL" clId="{9B24FA50-177C-4B5A-AA10-BF89D194F6B0}" dt="2024-03-05T20:33:22.218" v="837"/>
          <ac:picMkLst>
            <pc:docMk/>
            <pc:sldMk cId="3753178280" sldId="2147474115"/>
            <ac:picMk id="243" creationId="{47CAFE45-CB3E-1DD2-DC40-D957028AF824}"/>
          </ac:picMkLst>
        </pc:picChg>
        <pc:picChg chg="add del mod">
          <ac:chgData name="Cartwright, Max" userId="4fdaca64-157b-4f34-aebd-58f672b6a20c" providerId="ADAL" clId="{9B24FA50-177C-4B5A-AA10-BF89D194F6B0}" dt="2024-03-05T20:33:22.218" v="837"/>
          <ac:picMkLst>
            <pc:docMk/>
            <pc:sldMk cId="3753178280" sldId="2147474115"/>
            <ac:picMk id="244" creationId="{8DFF573F-1CC9-2B4C-B479-31EC89D9863C}"/>
          </ac:picMkLst>
        </pc:picChg>
        <pc:picChg chg="add del mod">
          <ac:chgData name="Cartwright, Max" userId="4fdaca64-157b-4f34-aebd-58f672b6a20c" providerId="ADAL" clId="{9B24FA50-177C-4B5A-AA10-BF89D194F6B0}" dt="2024-03-05T20:33:22.218" v="837"/>
          <ac:picMkLst>
            <pc:docMk/>
            <pc:sldMk cId="3753178280" sldId="2147474115"/>
            <ac:picMk id="245" creationId="{2B5220D2-0D08-83DE-4530-684F6CB7E806}"/>
          </ac:picMkLst>
        </pc:picChg>
        <pc:picChg chg="add del mod">
          <ac:chgData name="Cartwright, Max" userId="4fdaca64-157b-4f34-aebd-58f672b6a20c" providerId="ADAL" clId="{9B24FA50-177C-4B5A-AA10-BF89D194F6B0}" dt="2024-03-05T20:33:22.218" v="837"/>
          <ac:picMkLst>
            <pc:docMk/>
            <pc:sldMk cId="3753178280" sldId="2147474115"/>
            <ac:picMk id="246" creationId="{6E3FE422-F22E-5D3F-8702-44E7E621AEB5}"/>
          </ac:picMkLst>
        </pc:picChg>
        <pc:picChg chg="add del mod">
          <ac:chgData name="Cartwright, Max" userId="4fdaca64-157b-4f34-aebd-58f672b6a20c" providerId="ADAL" clId="{9B24FA50-177C-4B5A-AA10-BF89D194F6B0}" dt="2024-03-05T20:33:22.218" v="837"/>
          <ac:picMkLst>
            <pc:docMk/>
            <pc:sldMk cId="3753178280" sldId="2147474115"/>
            <ac:picMk id="247" creationId="{39F876A3-04FE-49AE-C806-8048557AD5A0}"/>
          </ac:picMkLst>
        </pc:picChg>
        <pc:picChg chg="add del mod">
          <ac:chgData name="Cartwright, Max" userId="4fdaca64-157b-4f34-aebd-58f672b6a20c" providerId="ADAL" clId="{9B24FA50-177C-4B5A-AA10-BF89D194F6B0}" dt="2024-03-05T20:33:22.218" v="837"/>
          <ac:picMkLst>
            <pc:docMk/>
            <pc:sldMk cId="3753178280" sldId="2147474115"/>
            <ac:picMk id="248" creationId="{26E4E9E9-2DE4-740E-40A4-A06CA0FB4500}"/>
          </ac:picMkLst>
        </pc:picChg>
        <pc:picChg chg="add del mod">
          <ac:chgData name="Cartwright, Max" userId="4fdaca64-157b-4f34-aebd-58f672b6a20c" providerId="ADAL" clId="{9B24FA50-177C-4B5A-AA10-BF89D194F6B0}" dt="2024-03-05T20:33:22.218" v="837"/>
          <ac:picMkLst>
            <pc:docMk/>
            <pc:sldMk cId="3753178280" sldId="2147474115"/>
            <ac:picMk id="249" creationId="{FC55E8C2-C8CA-55E5-1E25-CA4558EF5C65}"/>
          </ac:picMkLst>
        </pc:picChg>
        <pc:picChg chg="add del mod">
          <ac:chgData name="Cartwright, Max" userId="4fdaca64-157b-4f34-aebd-58f672b6a20c" providerId="ADAL" clId="{9B24FA50-177C-4B5A-AA10-BF89D194F6B0}" dt="2024-03-05T20:33:22.218" v="837"/>
          <ac:picMkLst>
            <pc:docMk/>
            <pc:sldMk cId="3753178280" sldId="2147474115"/>
            <ac:picMk id="250" creationId="{E05D423F-A33C-8B0A-46B7-6963AC08FE39}"/>
          </ac:picMkLst>
        </pc:picChg>
        <pc:picChg chg="add del mod">
          <ac:chgData name="Cartwright, Max" userId="4fdaca64-157b-4f34-aebd-58f672b6a20c" providerId="ADAL" clId="{9B24FA50-177C-4B5A-AA10-BF89D194F6B0}" dt="2024-03-05T20:33:22.218" v="837"/>
          <ac:picMkLst>
            <pc:docMk/>
            <pc:sldMk cId="3753178280" sldId="2147474115"/>
            <ac:picMk id="305" creationId="{EF0345A5-999C-4C90-6718-599005D8AA1A}"/>
          </ac:picMkLst>
        </pc:picChg>
        <pc:picChg chg="add mod">
          <ac:chgData name="Cartwright, Max" userId="4fdaca64-157b-4f34-aebd-58f672b6a20c" providerId="ADAL" clId="{9B24FA50-177C-4B5A-AA10-BF89D194F6B0}" dt="2024-03-05T20:33:45.459" v="847" actId="1037"/>
          <ac:picMkLst>
            <pc:docMk/>
            <pc:sldMk cId="3753178280" sldId="2147474115"/>
            <ac:picMk id="419" creationId="{E1CA28D0-280D-2D68-7EE9-7ABA0911F1E5}"/>
          </ac:picMkLst>
        </pc:picChg>
        <pc:picChg chg="add mod">
          <ac:chgData name="Cartwright, Max" userId="4fdaca64-157b-4f34-aebd-58f672b6a20c" providerId="ADAL" clId="{9B24FA50-177C-4B5A-AA10-BF89D194F6B0}" dt="2024-03-05T20:33:45.459" v="847" actId="1037"/>
          <ac:picMkLst>
            <pc:docMk/>
            <pc:sldMk cId="3753178280" sldId="2147474115"/>
            <ac:picMk id="420" creationId="{17449AD2-1A4F-3DE0-963E-8F45233B0D34}"/>
          </ac:picMkLst>
        </pc:picChg>
        <pc:picChg chg="add mod">
          <ac:chgData name="Cartwright, Max" userId="4fdaca64-157b-4f34-aebd-58f672b6a20c" providerId="ADAL" clId="{9B24FA50-177C-4B5A-AA10-BF89D194F6B0}" dt="2024-03-05T20:33:45.459" v="847" actId="1037"/>
          <ac:picMkLst>
            <pc:docMk/>
            <pc:sldMk cId="3753178280" sldId="2147474115"/>
            <ac:picMk id="421" creationId="{80659222-CF5F-E861-D7D3-CDBE028BA5B1}"/>
          </ac:picMkLst>
        </pc:picChg>
        <pc:picChg chg="add mod">
          <ac:chgData name="Cartwright, Max" userId="4fdaca64-157b-4f34-aebd-58f672b6a20c" providerId="ADAL" clId="{9B24FA50-177C-4B5A-AA10-BF89D194F6B0}" dt="2024-03-05T20:33:45.459" v="847" actId="1037"/>
          <ac:picMkLst>
            <pc:docMk/>
            <pc:sldMk cId="3753178280" sldId="2147474115"/>
            <ac:picMk id="422" creationId="{A9692DFB-5D56-EE0E-B3D8-9D54342D9BF0}"/>
          </ac:picMkLst>
        </pc:picChg>
        <pc:picChg chg="add mod">
          <ac:chgData name="Cartwright, Max" userId="4fdaca64-157b-4f34-aebd-58f672b6a20c" providerId="ADAL" clId="{9B24FA50-177C-4B5A-AA10-BF89D194F6B0}" dt="2024-03-05T20:33:45.459" v="847" actId="1037"/>
          <ac:picMkLst>
            <pc:docMk/>
            <pc:sldMk cId="3753178280" sldId="2147474115"/>
            <ac:picMk id="423" creationId="{1FEBEDEA-E439-C833-7331-33B885DC4BC9}"/>
          </ac:picMkLst>
        </pc:picChg>
        <pc:picChg chg="add mod">
          <ac:chgData name="Cartwright, Max" userId="4fdaca64-157b-4f34-aebd-58f672b6a20c" providerId="ADAL" clId="{9B24FA50-177C-4B5A-AA10-BF89D194F6B0}" dt="2024-03-05T20:33:45.459" v="847" actId="1037"/>
          <ac:picMkLst>
            <pc:docMk/>
            <pc:sldMk cId="3753178280" sldId="2147474115"/>
            <ac:picMk id="424" creationId="{E121341B-7928-7D06-C88F-F334D3D6EF50}"/>
          </ac:picMkLst>
        </pc:picChg>
        <pc:picChg chg="add mod">
          <ac:chgData name="Cartwright, Max" userId="4fdaca64-157b-4f34-aebd-58f672b6a20c" providerId="ADAL" clId="{9B24FA50-177C-4B5A-AA10-BF89D194F6B0}" dt="2024-03-05T20:33:45.459" v="847" actId="1037"/>
          <ac:picMkLst>
            <pc:docMk/>
            <pc:sldMk cId="3753178280" sldId="2147474115"/>
            <ac:picMk id="425" creationId="{4150AB02-750C-3E92-BAF2-0F9282E64FA8}"/>
          </ac:picMkLst>
        </pc:picChg>
        <pc:picChg chg="add mod">
          <ac:chgData name="Cartwright, Max" userId="4fdaca64-157b-4f34-aebd-58f672b6a20c" providerId="ADAL" clId="{9B24FA50-177C-4B5A-AA10-BF89D194F6B0}" dt="2024-03-05T20:33:45.459" v="847" actId="1037"/>
          <ac:picMkLst>
            <pc:docMk/>
            <pc:sldMk cId="3753178280" sldId="2147474115"/>
            <ac:picMk id="426" creationId="{87E2387C-6B9E-DD8B-AC1D-5E01AC54438A}"/>
          </ac:picMkLst>
        </pc:picChg>
        <pc:picChg chg="add mod">
          <ac:chgData name="Cartwright, Max" userId="4fdaca64-157b-4f34-aebd-58f672b6a20c" providerId="ADAL" clId="{9B24FA50-177C-4B5A-AA10-BF89D194F6B0}" dt="2024-03-05T20:33:45.459" v="847" actId="1037"/>
          <ac:picMkLst>
            <pc:docMk/>
            <pc:sldMk cId="3753178280" sldId="2147474115"/>
            <ac:picMk id="427" creationId="{9F35933F-AC98-048A-0DCC-3157AD07E296}"/>
          </ac:picMkLst>
        </pc:picChg>
        <pc:picChg chg="add mod">
          <ac:chgData name="Cartwright, Max" userId="4fdaca64-157b-4f34-aebd-58f672b6a20c" providerId="ADAL" clId="{9B24FA50-177C-4B5A-AA10-BF89D194F6B0}" dt="2024-03-05T20:33:45.459" v="847" actId="1037"/>
          <ac:picMkLst>
            <pc:docMk/>
            <pc:sldMk cId="3753178280" sldId="2147474115"/>
            <ac:picMk id="428" creationId="{8140699B-95DC-DEC4-FFA5-CAC4F2C8C45F}"/>
          </ac:picMkLst>
        </pc:picChg>
        <pc:picChg chg="add mod">
          <ac:chgData name="Cartwright, Max" userId="4fdaca64-157b-4f34-aebd-58f672b6a20c" providerId="ADAL" clId="{9B24FA50-177C-4B5A-AA10-BF89D194F6B0}" dt="2024-03-05T20:33:45.459" v="847" actId="1037"/>
          <ac:picMkLst>
            <pc:docMk/>
            <pc:sldMk cId="3753178280" sldId="2147474115"/>
            <ac:picMk id="429" creationId="{F18818C4-8DBD-72EB-8CD8-20FF16D41E92}"/>
          </ac:picMkLst>
        </pc:picChg>
        <pc:picChg chg="add mod">
          <ac:chgData name="Cartwright, Max" userId="4fdaca64-157b-4f34-aebd-58f672b6a20c" providerId="ADAL" clId="{9B24FA50-177C-4B5A-AA10-BF89D194F6B0}" dt="2024-03-05T20:33:45.459" v="847" actId="1037"/>
          <ac:picMkLst>
            <pc:docMk/>
            <pc:sldMk cId="3753178280" sldId="2147474115"/>
            <ac:picMk id="430" creationId="{1030EA72-18C3-0E78-C9B7-05588D65FEE0}"/>
          </ac:picMkLst>
        </pc:picChg>
        <pc:picChg chg="add mod">
          <ac:chgData name="Cartwright, Max" userId="4fdaca64-157b-4f34-aebd-58f672b6a20c" providerId="ADAL" clId="{9B24FA50-177C-4B5A-AA10-BF89D194F6B0}" dt="2024-03-05T20:33:45.459" v="847" actId="1037"/>
          <ac:picMkLst>
            <pc:docMk/>
            <pc:sldMk cId="3753178280" sldId="2147474115"/>
            <ac:picMk id="431" creationId="{CC193EFD-15C4-97CE-948B-9021A9CCF87A}"/>
          </ac:picMkLst>
        </pc:picChg>
        <pc:picChg chg="add mod">
          <ac:chgData name="Cartwright, Max" userId="4fdaca64-157b-4f34-aebd-58f672b6a20c" providerId="ADAL" clId="{9B24FA50-177C-4B5A-AA10-BF89D194F6B0}" dt="2024-03-05T20:33:45.459" v="847" actId="1037"/>
          <ac:picMkLst>
            <pc:docMk/>
            <pc:sldMk cId="3753178280" sldId="2147474115"/>
            <ac:picMk id="432" creationId="{60E2E811-962F-908B-927B-E0330A99B36E}"/>
          </ac:picMkLst>
        </pc:picChg>
        <pc:picChg chg="add mod">
          <ac:chgData name="Cartwright, Max" userId="4fdaca64-157b-4f34-aebd-58f672b6a20c" providerId="ADAL" clId="{9B24FA50-177C-4B5A-AA10-BF89D194F6B0}" dt="2024-03-05T20:33:45.459" v="847" actId="1037"/>
          <ac:picMkLst>
            <pc:docMk/>
            <pc:sldMk cId="3753178280" sldId="2147474115"/>
            <ac:picMk id="433" creationId="{FA32CBBA-45E2-4806-76AC-B24C8C1CD247}"/>
          </ac:picMkLst>
        </pc:picChg>
        <pc:picChg chg="add mod">
          <ac:chgData name="Cartwright, Max" userId="4fdaca64-157b-4f34-aebd-58f672b6a20c" providerId="ADAL" clId="{9B24FA50-177C-4B5A-AA10-BF89D194F6B0}" dt="2024-03-05T20:33:45.459" v="847" actId="1037"/>
          <ac:picMkLst>
            <pc:docMk/>
            <pc:sldMk cId="3753178280" sldId="2147474115"/>
            <ac:picMk id="434" creationId="{BADDB5BD-8553-0235-8CDC-1C38D5817A71}"/>
          </ac:picMkLst>
        </pc:picChg>
        <pc:picChg chg="add mod">
          <ac:chgData name="Cartwright, Max" userId="4fdaca64-157b-4f34-aebd-58f672b6a20c" providerId="ADAL" clId="{9B24FA50-177C-4B5A-AA10-BF89D194F6B0}" dt="2024-03-05T20:33:45.459" v="847" actId="1037"/>
          <ac:picMkLst>
            <pc:docMk/>
            <pc:sldMk cId="3753178280" sldId="2147474115"/>
            <ac:picMk id="435" creationId="{B8ACEDAD-D15B-D91D-D349-5A915E000AED}"/>
          </ac:picMkLst>
        </pc:picChg>
        <pc:picChg chg="add mod">
          <ac:chgData name="Cartwright, Max" userId="4fdaca64-157b-4f34-aebd-58f672b6a20c" providerId="ADAL" clId="{9B24FA50-177C-4B5A-AA10-BF89D194F6B0}" dt="2024-03-05T20:33:45.459" v="847" actId="1037"/>
          <ac:picMkLst>
            <pc:docMk/>
            <pc:sldMk cId="3753178280" sldId="2147474115"/>
            <ac:picMk id="436" creationId="{5796CB7C-B6FC-102D-BD1D-CA1AFFAC8AAA}"/>
          </ac:picMkLst>
        </pc:picChg>
        <pc:picChg chg="add mod">
          <ac:chgData name="Cartwright, Max" userId="4fdaca64-157b-4f34-aebd-58f672b6a20c" providerId="ADAL" clId="{9B24FA50-177C-4B5A-AA10-BF89D194F6B0}" dt="2024-03-05T20:33:45.459" v="847" actId="1037"/>
          <ac:picMkLst>
            <pc:docMk/>
            <pc:sldMk cId="3753178280" sldId="2147474115"/>
            <ac:picMk id="439" creationId="{5D9730D4-F17A-26B0-64C4-209ED63BB754}"/>
          </ac:picMkLst>
        </pc:picChg>
        <pc:picChg chg="add mod">
          <ac:chgData name="Cartwright, Max" userId="4fdaca64-157b-4f34-aebd-58f672b6a20c" providerId="ADAL" clId="{9B24FA50-177C-4B5A-AA10-BF89D194F6B0}" dt="2024-03-05T20:33:45.459" v="847" actId="1037"/>
          <ac:picMkLst>
            <pc:docMk/>
            <pc:sldMk cId="3753178280" sldId="2147474115"/>
            <ac:picMk id="440" creationId="{BD5775B5-9EA0-CF55-B6C8-6CC684A93772}"/>
          </ac:picMkLst>
        </pc:picChg>
        <pc:picChg chg="add mod">
          <ac:chgData name="Cartwright, Max" userId="4fdaca64-157b-4f34-aebd-58f672b6a20c" providerId="ADAL" clId="{9B24FA50-177C-4B5A-AA10-BF89D194F6B0}" dt="2024-03-05T20:33:45.459" v="847" actId="1037"/>
          <ac:picMkLst>
            <pc:docMk/>
            <pc:sldMk cId="3753178280" sldId="2147474115"/>
            <ac:picMk id="441" creationId="{6B76F266-2F97-943A-2691-1D0099EF62FE}"/>
          </ac:picMkLst>
        </pc:picChg>
        <pc:picChg chg="add mod">
          <ac:chgData name="Cartwright, Max" userId="4fdaca64-157b-4f34-aebd-58f672b6a20c" providerId="ADAL" clId="{9B24FA50-177C-4B5A-AA10-BF89D194F6B0}" dt="2024-03-05T20:33:45.459" v="847" actId="1037"/>
          <ac:picMkLst>
            <pc:docMk/>
            <pc:sldMk cId="3753178280" sldId="2147474115"/>
            <ac:picMk id="442" creationId="{5CB3579D-D3CE-9655-F2A2-E49908769980}"/>
          </ac:picMkLst>
        </pc:picChg>
        <pc:picChg chg="add mod">
          <ac:chgData name="Cartwright, Max" userId="4fdaca64-157b-4f34-aebd-58f672b6a20c" providerId="ADAL" clId="{9B24FA50-177C-4B5A-AA10-BF89D194F6B0}" dt="2024-03-05T20:33:45.459" v="847" actId="1037"/>
          <ac:picMkLst>
            <pc:docMk/>
            <pc:sldMk cId="3753178280" sldId="2147474115"/>
            <ac:picMk id="443" creationId="{331BB139-635E-7299-F5EB-38284F611531}"/>
          </ac:picMkLst>
        </pc:picChg>
        <pc:picChg chg="add mod">
          <ac:chgData name="Cartwright, Max" userId="4fdaca64-157b-4f34-aebd-58f672b6a20c" providerId="ADAL" clId="{9B24FA50-177C-4B5A-AA10-BF89D194F6B0}" dt="2024-03-05T20:33:45.459" v="847" actId="1037"/>
          <ac:picMkLst>
            <pc:docMk/>
            <pc:sldMk cId="3753178280" sldId="2147474115"/>
            <ac:picMk id="444" creationId="{44C3FC17-001A-40B9-9000-14A036538E95}"/>
          </ac:picMkLst>
        </pc:picChg>
        <pc:picChg chg="add mod">
          <ac:chgData name="Cartwright, Max" userId="4fdaca64-157b-4f34-aebd-58f672b6a20c" providerId="ADAL" clId="{9B24FA50-177C-4B5A-AA10-BF89D194F6B0}" dt="2024-03-05T20:33:45.459" v="847" actId="1037"/>
          <ac:picMkLst>
            <pc:docMk/>
            <pc:sldMk cId="3753178280" sldId="2147474115"/>
            <ac:picMk id="445" creationId="{B27B688C-D7DC-FB50-7A1C-39FAD7C32191}"/>
          </ac:picMkLst>
        </pc:picChg>
        <pc:picChg chg="add mod">
          <ac:chgData name="Cartwright, Max" userId="4fdaca64-157b-4f34-aebd-58f672b6a20c" providerId="ADAL" clId="{9B24FA50-177C-4B5A-AA10-BF89D194F6B0}" dt="2024-03-05T20:33:45.459" v="847" actId="1037"/>
          <ac:picMkLst>
            <pc:docMk/>
            <pc:sldMk cId="3753178280" sldId="2147474115"/>
            <ac:picMk id="446" creationId="{2A113FE8-768D-E530-5B67-778302F6888F}"/>
          </ac:picMkLst>
        </pc:picChg>
        <pc:picChg chg="add mod">
          <ac:chgData name="Cartwright, Max" userId="4fdaca64-157b-4f34-aebd-58f672b6a20c" providerId="ADAL" clId="{9B24FA50-177C-4B5A-AA10-BF89D194F6B0}" dt="2024-03-05T20:33:45.459" v="847" actId="1037"/>
          <ac:picMkLst>
            <pc:docMk/>
            <pc:sldMk cId="3753178280" sldId="2147474115"/>
            <ac:picMk id="447" creationId="{7F17CF64-309E-C229-973E-C7CC2282E48F}"/>
          </ac:picMkLst>
        </pc:picChg>
        <pc:picChg chg="add mod">
          <ac:chgData name="Cartwright, Max" userId="4fdaca64-157b-4f34-aebd-58f672b6a20c" providerId="ADAL" clId="{9B24FA50-177C-4B5A-AA10-BF89D194F6B0}" dt="2024-03-05T20:33:45.459" v="847" actId="1037"/>
          <ac:picMkLst>
            <pc:docMk/>
            <pc:sldMk cId="3753178280" sldId="2147474115"/>
            <ac:picMk id="448" creationId="{BA98BCC5-C025-B320-5AFE-37F5404DE930}"/>
          </ac:picMkLst>
        </pc:picChg>
        <pc:picChg chg="add mod">
          <ac:chgData name="Cartwright, Max" userId="4fdaca64-157b-4f34-aebd-58f672b6a20c" providerId="ADAL" clId="{9B24FA50-177C-4B5A-AA10-BF89D194F6B0}" dt="2024-03-05T20:33:45.459" v="847" actId="1037"/>
          <ac:picMkLst>
            <pc:docMk/>
            <pc:sldMk cId="3753178280" sldId="2147474115"/>
            <ac:picMk id="449" creationId="{4D372F54-A2D4-1416-3477-2BB1730972F8}"/>
          </ac:picMkLst>
        </pc:picChg>
        <pc:picChg chg="add mod">
          <ac:chgData name="Cartwright, Max" userId="4fdaca64-157b-4f34-aebd-58f672b6a20c" providerId="ADAL" clId="{9B24FA50-177C-4B5A-AA10-BF89D194F6B0}" dt="2024-03-05T20:33:45.459" v="847" actId="1037"/>
          <ac:picMkLst>
            <pc:docMk/>
            <pc:sldMk cId="3753178280" sldId="2147474115"/>
            <ac:picMk id="450" creationId="{AF6D0312-CA73-8573-6239-910E489A6D8A}"/>
          </ac:picMkLst>
        </pc:picChg>
        <pc:picChg chg="add mod">
          <ac:chgData name="Cartwright, Max" userId="4fdaca64-157b-4f34-aebd-58f672b6a20c" providerId="ADAL" clId="{9B24FA50-177C-4B5A-AA10-BF89D194F6B0}" dt="2024-03-05T20:33:45.459" v="847" actId="1037"/>
          <ac:picMkLst>
            <pc:docMk/>
            <pc:sldMk cId="3753178280" sldId="2147474115"/>
            <ac:picMk id="451" creationId="{AE215CF2-BCA9-1F96-6617-246F3851349C}"/>
          </ac:picMkLst>
        </pc:picChg>
        <pc:picChg chg="add mod">
          <ac:chgData name="Cartwright, Max" userId="4fdaca64-157b-4f34-aebd-58f672b6a20c" providerId="ADAL" clId="{9B24FA50-177C-4B5A-AA10-BF89D194F6B0}" dt="2024-03-05T20:33:45.459" v="847" actId="1037"/>
          <ac:picMkLst>
            <pc:docMk/>
            <pc:sldMk cId="3753178280" sldId="2147474115"/>
            <ac:picMk id="452" creationId="{1D0747A0-33CC-1CA9-4399-CC829BE13E94}"/>
          </ac:picMkLst>
        </pc:picChg>
        <pc:picChg chg="add mod">
          <ac:chgData name="Cartwright, Max" userId="4fdaca64-157b-4f34-aebd-58f672b6a20c" providerId="ADAL" clId="{9B24FA50-177C-4B5A-AA10-BF89D194F6B0}" dt="2024-03-05T20:33:45.459" v="847" actId="1037"/>
          <ac:picMkLst>
            <pc:docMk/>
            <pc:sldMk cId="3753178280" sldId="2147474115"/>
            <ac:picMk id="507" creationId="{74BEAC4E-AB35-B775-5744-3ED2BF8A80BF}"/>
          </ac:picMkLst>
        </pc:picChg>
        <pc:cxnChg chg="add del mod">
          <ac:chgData name="Cartwright, Max" userId="4fdaca64-157b-4f34-aebd-58f672b6a20c" providerId="ADAL" clId="{9B24FA50-177C-4B5A-AA10-BF89D194F6B0}" dt="2024-03-05T20:33:22.218" v="837"/>
          <ac:cxnSpMkLst>
            <pc:docMk/>
            <pc:sldMk cId="3753178280" sldId="2147474115"/>
            <ac:cxnSpMk id="263" creationId="{93CF2BF7-BD84-DD94-B2D6-814281038A0B}"/>
          </ac:cxnSpMkLst>
        </pc:cxnChg>
        <pc:cxnChg chg="add del mod">
          <ac:chgData name="Cartwright, Max" userId="4fdaca64-157b-4f34-aebd-58f672b6a20c" providerId="ADAL" clId="{9B24FA50-177C-4B5A-AA10-BF89D194F6B0}" dt="2024-03-05T20:33:22.218" v="837"/>
          <ac:cxnSpMkLst>
            <pc:docMk/>
            <pc:sldMk cId="3753178280" sldId="2147474115"/>
            <ac:cxnSpMk id="264" creationId="{85DEB242-ABAA-F65F-F20A-324D355B6D33}"/>
          </ac:cxnSpMkLst>
        </pc:cxnChg>
        <pc:cxnChg chg="add del mod">
          <ac:chgData name="Cartwright, Max" userId="4fdaca64-157b-4f34-aebd-58f672b6a20c" providerId="ADAL" clId="{9B24FA50-177C-4B5A-AA10-BF89D194F6B0}" dt="2024-03-05T20:33:22.218" v="837"/>
          <ac:cxnSpMkLst>
            <pc:docMk/>
            <pc:sldMk cId="3753178280" sldId="2147474115"/>
            <ac:cxnSpMk id="265" creationId="{E11F413C-74E8-B304-9B49-9A6E69BEBC3E}"/>
          </ac:cxnSpMkLst>
        </pc:cxnChg>
        <pc:cxnChg chg="add del mod">
          <ac:chgData name="Cartwright, Max" userId="4fdaca64-157b-4f34-aebd-58f672b6a20c" providerId="ADAL" clId="{9B24FA50-177C-4B5A-AA10-BF89D194F6B0}" dt="2024-03-05T20:33:22.218" v="837"/>
          <ac:cxnSpMkLst>
            <pc:docMk/>
            <pc:sldMk cId="3753178280" sldId="2147474115"/>
            <ac:cxnSpMk id="266" creationId="{AD57BD9B-E95A-3908-46F9-FA3B798E5505}"/>
          </ac:cxnSpMkLst>
        </pc:cxnChg>
        <pc:cxnChg chg="add del mod">
          <ac:chgData name="Cartwright, Max" userId="4fdaca64-157b-4f34-aebd-58f672b6a20c" providerId="ADAL" clId="{9B24FA50-177C-4B5A-AA10-BF89D194F6B0}" dt="2024-03-05T20:33:22.218" v="837"/>
          <ac:cxnSpMkLst>
            <pc:docMk/>
            <pc:sldMk cId="3753178280" sldId="2147474115"/>
            <ac:cxnSpMk id="267" creationId="{2B87C516-AFE9-6194-6ECC-56EEBA9FA80B}"/>
          </ac:cxnSpMkLst>
        </pc:cxnChg>
        <pc:cxnChg chg="add del mod">
          <ac:chgData name="Cartwright, Max" userId="4fdaca64-157b-4f34-aebd-58f672b6a20c" providerId="ADAL" clId="{9B24FA50-177C-4B5A-AA10-BF89D194F6B0}" dt="2024-03-05T20:33:22.218" v="837"/>
          <ac:cxnSpMkLst>
            <pc:docMk/>
            <pc:sldMk cId="3753178280" sldId="2147474115"/>
            <ac:cxnSpMk id="268" creationId="{BF5E32F6-E9DD-E2A9-E403-9EEA271BC9D1}"/>
          </ac:cxnSpMkLst>
        </pc:cxnChg>
        <pc:cxnChg chg="add del mod">
          <ac:chgData name="Cartwright, Max" userId="4fdaca64-157b-4f34-aebd-58f672b6a20c" providerId="ADAL" clId="{9B24FA50-177C-4B5A-AA10-BF89D194F6B0}" dt="2024-03-05T20:33:22.218" v="837"/>
          <ac:cxnSpMkLst>
            <pc:docMk/>
            <pc:sldMk cId="3753178280" sldId="2147474115"/>
            <ac:cxnSpMk id="327" creationId="{98BE455B-B317-335A-E9F0-74C59612B18D}"/>
          </ac:cxnSpMkLst>
        </pc:cxnChg>
        <pc:cxnChg chg="add del mod">
          <ac:chgData name="Cartwright, Max" userId="4fdaca64-157b-4f34-aebd-58f672b6a20c" providerId="ADAL" clId="{9B24FA50-177C-4B5A-AA10-BF89D194F6B0}" dt="2024-03-05T20:33:22.218" v="837"/>
          <ac:cxnSpMkLst>
            <pc:docMk/>
            <pc:sldMk cId="3753178280" sldId="2147474115"/>
            <ac:cxnSpMk id="328" creationId="{8AEA85D1-7341-C28F-D97B-1C593A20F0CC}"/>
          </ac:cxnSpMkLst>
        </pc:cxnChg>
        <pc:cxnChg chg="add del mod">
          <ac:chgData name="Cartwright, Max" userId="4fdaca64-157b-4f34-aebd-58f672b6a20c" providerId="ADAL" clId="{9B24FA50-177C-4B5A-AA10-BF89D194F6B0}" dt="2024-03-05T20:33:22.218" v="837"/>
          <ac:cxnSpMkLst>
            <pc:docMk/>
            <pc:sldMk cId="3753178280" sldId="2147474115"/>
            <ac:cxnSpMk id="340" creationId="{0BDEA553-8385-A791-6559-B63428914BAD}"/>
          </ac:cxnSpMkLst>
        </pc:cxnChg>
        <pc:cxnChg chg="add del mod">
          <ac:chgData name="Cartwright, Max" userId="4fdaca64-157b-4f34-aebd-58f672b6a20c" providerId="ADAL" clId="{9B24FA50-177C-4B5A-AA10-BF89D194F6B0}" dt="2024-03-05T20:33:22.218" v="837"/>
          <ac:cxnSpMkLst>
            <pc:docMk/>
            <pc:sldMk cId="3753178280" sldId="2147474115"/>
            <ac:cxnSpMk id="348" creationId="{396AB866-963E-6F88-157D-8D8F5CDA838B}"/>
          </ac:cxnSpMkLst>
        </pc:cxnChg>
        <pc:cxnChg chg="add del mod">
          <ac:chgData name="Cartwright, Max" userId="4fdaca64-157b-4f34-aebd-58f672b6a20c" providerId="ADAL" clId="{9B24FA50-177C-4B5A-AA10-BF89D194F6B0}" dt="2024-03-05T20:33:22.218" v="837"/>
          <ac:cxnSpMkLst>
            <pc:docMk/>
            <pc:sldMk cId="3753178280" sldId="2147474115"/>
            <ac:cxnSpMk id="355" creationId="{69F8409C-CE9C-FF27-B282-13090218CDF2}"/>
          </ac:cxnSpMkLst>
        </pc:cxnChg>
        <pc:cxnChg chg="add del mod">
          <ac:chgData name="Cartwright, Max" userId="4fdaca64-157b-4f34-aebd-58f672b6a20c" providerId="ADAL" clId="{9B24FA50-177C-4B5A-AA10-BF89D194F6B0}" dt="2024-03-05T20:33:22.218" v="837"/>
          <ac:cxnSpMkLst>
            <pc:docMk/>
            <pc:sldMk cId="3753178280" sldId="2147474115"/>
            <ac:cxnSpMk id="356" creationId="{9902CA4C-1C1D-FD0C-D334-FC8E54F764A6}"/>
          </ac:cxnSpMkLst>
        </pc:cxnChg>
        <pc:cxnChg chg="add mod">
          <ac:chgData name="Cartwright, Max" userId="4fdaca64-157b-4f34-aebd-58f672b6a20c" providerId="ADAL" clId="{9B24FA50-177C-4B5A-AA10-BF89D194F6B0}" dt="2024-03-05T20:33:45.459" v="847" actId="1037"/>
          <ac:cxnSpMkLst>
            <pc:docMk/>
            <pc:sldMk cId="3753178280" sldId="2147474115"/>
            <ac:cxnSpMk id="465" creationId="{CB838F02-CD71-43CE-E89F-5C6E6E69AF48}"/>
          </ac:cxnSpMkLst>
        </pc:cxnChg>
        <pc:cxnChg chg="add mod">
          <ac:chgData name="Cartwright, Max" userId="4fdaca64-157b-4f34-aebd-58f672b6a20c" providerId="ADAL" clId="{9B24FA50-177C-4B5A-AA10-BF89D194F6B0}" dt="2024-03-05T20:33:45.459" v="847" actId="1037"/>
          <ac:cxnSpMkLst>
            <pc:docMk/>
            <pc:sldMk cId="3753178280" sldId="2147474115"/>
            <ac:cxnSpMk id="466" creationId="{23A46CC3-433A-30BA-7372-F0DB1B6E6C12}"/>
          </ac:cxnSpMkLst>
        </pc:cxnChg>
        <pc:cxnChg chg="add mod">
          <ac:chgData name="Cartwright, Max" userId="4fdaca64-157b-4f34-aebd-58f672b6a20c" providerId="ADAL" clId="{9B24FA50-177C-4B5A-AA10-BF89D194F6B0}" dt="2024-03-05T20:33:45.459" v="847" actId="1037"/>
          <ac:cxnSpMkLst>
            <pc:docMk/>
            <pc:sldMk cId="3753178280" sldId="2147474115"/>
            <ac:cxnSpMk id="467" creationId="{A67E75A2-538B-0564-4101-989BF37C45B9}"/>
          </ac:cxnSpMkLst>
        </pc:cxnChg>
        <pc:cxnChg chg="add mod">
          <ac:chgData name="Cartwright, Max" userId="4fdaca64-157b-4f34-aebd-58f672b6a20c" providerId="ADAL" clId="{9B24FA50-177C-4B5A-AA10-BF89D194F6B0}" dt="2024-03-05T20:33:45.459" v="847" actId="1037"/>
          <ac:cxnSpMkLst>
            <pc:docMk/>
            <pc:sldMk cId="3753178280" sldId="2147474115"/>
            <ac:cxnSpMk id="468" creationId="{D566C4E0-E502-DA24-3640-94B991B6AF09}"/>
          </ac:cxnSpMkLst>
        </pc:cxnChg>
        <pc:cxnChg chg="add mod">
          <ac:chgData name="Cartwright, Max" userId="4fdaca64-157b-4f34-aebd-58f672b6a20c" providerId="ADAL" clId="{9B24FA50-177C-4B5A-AA10-BF89D194F6B0}" dt="2024-03-05T20:33:45.459" v="847" actId="1037"/>
          <ac:cxnSpMkLst>
            <pc:docMk/>
            <pc:sldMk cId="3753178280" sldId="2147474115"/>
            <ac:cxnSpMk id="469" creationId="{7D2017C0-B865-EB38-22E7-BE434B8BF0E5}"/>
          </ac:cxnSpMkLst>
        </pc:cxnChg>
        <pc:cxnChg chg="add mod">
          <ac:chgData name="Cartwright, Max" userId="4fdaca64-157b-4f34-aebd-58f672b6a20c" providerId="ADAL" clId="{9B24FA50-177C-4B5A-AA10-BF89D194F6B0}" dt="2024-03-05T20:33:45.459" v="847" actId="1037"/>
          <ac:cxnSpMkLst>
            <pc:docMk/>
            <pc:sldMk cId="3753178280" sldId="2147474115"/>
            <ac:cxnSpMk id="470" creationId="{4EDE4853-049F-B93C-B10D-A29BAB63B1B5}"/>
          </ac:cxnSpMkLst>
        </pc:cxnChg>
        <pc:cxnChg chg="add mod">
          <ac:chgData name="Cartwright, Max" userId="4fdaca64-157b-4f34-aebd-58f672b6a20c" providerId="ADAL" clId="{9B24FA50-177C-4B5A-AA10-BF89D194F6B0}" dt="2024-03-05T20:33:45.459" v="847" actId="1037"/>
          <ac:cxnSpMkLst>
            <pc:docMk/>
            <pc:sldMk cId="3753178280" sldId="2147474115"/>
            <ac:cxnSpMk id="529" creationId="{B38B4D45-DDE2-6FF7-E487-83A8AAF71BC0}"/>
          </ac:cxnSpMkLst>
        </pc:cxnChg>
        <pc:cxnChg chg="add mod">
          <ac:chgData name="Cartwright, Max" userId="4fdaca64-157b-4f34-aebd-58f672b6a20c" providerId="ADAL" clId="{9B24FA50-177C-4B5A-AA10-BF89D194F6B0}" dt="2024-03-05T20:33:45.459" v="847" actId="1037"/>
          <ac:cxnSpMkLst>
            <pc:docMk/>
            <pc:sldMk cId="3753178280" sldId="2147474115"/>
            <ac:cxnSpMk id="530" creationId="{84C230A6-06F8-2710-BE9C-50FFA7D32BDA}"/>
          </ac:cxnSpMkLst>
        </pc:cxnChg>
        <pc:cxnChg chg="add mod">
          <ac:chgData name="Cartwright, Max" userId="4fdaca64-157b-4f34-aebd-58f672b6a20c" providerId="ADAL" clId="{9B24FA50-177C-4B5A-AA10-BF89D194F6B0}" dt="2024-03-05T20:33:45.459" v="847" actId="1037"/>
          <ac:cxnSpMkLst>
            <pc:docMk/>
            <pc:sldMk cId="3753178280" sldId="2147474115"/>
            <ac:cxnSpMk id="542" creationId="{D76C892E-5DD7-30D2-EDF3-2013F6904AB2}"/>
          </ac:cxnSpMkLst>
        </pc:cxnChg>
        <pc:cxnChg chg="add mod">
          <ac:chgData name="Cartwright, Max" userId="4fdaca64-157b-4f34-aebd-58f672b6a20c" providerId="ADAL" clId="{9B24FA50-177C-4B5A-AA10-BF89D194F6B0}" dt="2024-03-05T20:33:45.459" v="847" actId="1037"/>
          <ac:cxnSpMkLst>
            <pc:docMk/>
            <pc:sldMk cId="3753178280" sldId="2147474115"/>
            <ac:cxnSpMk id="550" creationId="{CBA77212-F5B8-BD5F-0094-86DBDE44667D}"/>
          </ac:cxnSpMkLst>
        </pc:cxnChg>
        <pc:cxnChg chg="add mod">
          <ac:chgData name="Cartwright, Max" userId="4fdaca64-157b-4f34-aebd-58f672b6a20c" providerId="ADAL" clId="{9B24FA50-177C-4B5A-AA10-BF89D194F6B0}" dt="2024-03-05T20:33:45.459" v="847" actId="1037"/>
          <ac:cxnSpMkLst>
            <pc:docMk/>
            <pc:sldMk cId="3753178280" sldId="2147474115"/>
            <ac:cxnSpMk id="557" creationId="{304EC0D3-323A-58C9-5084-ADF86B50F5DF}"/>
          </ac:cxnSpMkLst>
        </pc:cxnChg>
        <pc:cxnChg chg="add mod">
          <ac:chgData name="Cartwright, Max" userId="4fdaca64-157b-4f34-aebd-58f672b6a20c" providerId="ADAL" clId="{9B24FA50-177C-4B5A-AA10-BF89D194F6B0}" dt="2024-03-05T20:33:45.459" v="847" actId="1037"/>
          <ac:cxnSpMkLst>
            <pc:docMk/>
            <pc:sldMk cId="3753178280" sldId="2147474115"/>
            <ac:cxnSpMk id="558" creationId="{E763201A-98D0-4C66-CE09-8E072881D019}"/>
          </ac:cxnSpMkLst>
        </pc:cxnChg>
      </pc:sldChg>
      <pc:sldChg chg="addSp delSp modSp add mod">
        <pc:chgData name="Cartwright, Max" userId="4fdaca64-157b-4f34-aebd-58f672b6a20c" providerId="ADAL" clId="{9B24FA50-177C-4B5A-AA10-BF89D194F6B0}" dt="2024-03-05T20:31:52.420" v="801" actId="1076"/>
        <pc:sldMkLst>
          <pc:docMk/>
          <pc:sldMk cId="3242958873" sldId="2147474116"/>
        </pc:sldMkLst>
        <pc:spChg chg="del">
          <ac:chgData name="Cartwright, Max" userId="4fdaca64-157b-4f34-aebd-58f672b6a20c" providerId="ADAL" clId="{9B24FA50-177C-4B5A-AA10-BF89D194F6B0}" dt="2024-03-05T20:31:20.395" v="788" actId="478"/>
          <ac:spMkLst>
            <pc:docMk/>
            <pc:sldMk cId="3242958873" sldId="2147474116"/>
            <ac:spMk id="8" creationId="{0FC11A24-1C94-770E-AEE9-EAB1535A997B}"/>
          </ac:spMkLst>
        </pc:spChg>
        <pc:spChg chg="add mod">
          <ac:chgData name="Cartwright, Max" userId="4fdaca64-157b-4f34-aebd-58f672b6a20c" providerId="ADAL" clId="{9B24FA50-177C-4B5A-AA10-BF89D194F6B0}" dt="2024-03-05T20:31:52.420" v="801" actId="1076"/>
          <ac:spMkLst>
            <pc:docMk/>
            <pc:sldMk cId="3242958873" sldId="2147474116"/>
            <ac:spMk id="9" creationId="{3D54C89B-1399-C1AC-A358-E4B00D566802}"/>
          </ac:spMkLst>
        </pc:spChg>
        <pc:graphicFrameChg chg="add mod">
          <ac:chgData name="Cartwright, Max" userId="4fdaca64-157b-4f34-aebd-58f672b6a20c" providerId="ADAL" clId="{9B24FA50-177C-4B5A-AA10-BF89D194F6B0}" dt="2024-03-05T20:31:43.845" v="799" actId="1036"/>
          <ac:graphicFrameMkLst>
            <pc:docMk/>
            <pc:sldMk cId="3242958873" sldId="2147474116"/>
            <ac:graphicFrameMk id="2" creationId="{42CF93B9-C784-7E13-276D-B1E923BEDE02}"/>
          </ac:graphicFrameMkLst>
        </pc:graphicFrameChg>
        <pc:graphicFrameChg chg="del">
          <ac:chgData name="Cartwright, Max" userId="4fdaca64-157b-4f34-aebd-58f672b6a20c" providerId="ADAL" clId="{9B24FA50-177C-4B5A-AA10-BF89D194F6B0}" dt="2024-03-05T20:31:20.395" v="788" actId="478"/>
          <ac:graphicFrameMkLst>
            <pc:docMk/>
            <pc:sldMk cId="3242958873" sldId="2147474116"/>
            <ac:graphicFrameMk id="7" creationId="{F09AD3DE-54A7-DD92-2123-3432F75CB9A8}"/>
          </ac:graphicFrameMkLst>
        </pc:graphicFrameChg>
      </pc:sldChg>
      <pc:sldChg chg="addSp delSp modSp add mod">
        <pc:chgData name="Cartwright, Max" userId="4fdaca64-157b-4f34-aebd-58f672b6a20c" providerId="ADAL" clId="{9B24FA50-177C-4B5A-AA10-BF89D194F6B0}" dt="2024-03-05T20:39:47.422" v="984" actId="20577"/>
        <pc:sldMkLst>
          <pc:docMk/>
          <pc:sldMk cId="2479366280" sldId="2147474117"/>
        </pc:sldMkLst>
        <pc:spChg chg="mod">
          <ac:chgData name="Cartwright, Max" userId="4fdaca64-157b-4f34-aebd-58f672b6a20c" providerId="ADAL" clId="{9B24FA50-177C-4B5A-AA10-BF89D194F6B0}" dt="2024-03-05T20:37:44.883" v="925" actId="1076"/>
          <ac:spMkLst>
            <pc:docMk/>
            <pc:sldMk cId="2479366280" sldId="2147474117"/>
            <ac:spMk id="2" creationId="{A12F6D44-E7A3-0ABE-257B-CE6CFD018E5C}"/>
          </ac:spMkLst>
        </pc:spChg>
        <pc:spChg chg="mod">
          <ac:chgData name="Cartwright, Max" userId="4fdaca64-157b-4f34-aebd-58f672b6a20c" providerId="ADAL" clId="{9B24FA50-177C-4B5A-AA10-BF89D194F6B0}" dt="2024-03-05T20:38:07.886" v="943" actId="20577"/>
          <ac:spMkLst>
            <pc:docMk/>
            <pc:sldMk cId="2479366280" sldId="2147474117"/>
            <ac:spMk id="3" creationId="{E7A0A04E-4539-76F3-C369-AD07AF8FA944}"/>
          </ac:spMkLst>
        </pc:spChg>
        <pc:spChg chg="del">
          <ac:chgData name="Cartwright, Max" userId="4fdaca64-157b-4f34-aebd-58f672b6a20c" providerId="ADAL" clId="{9B24FA50-177C-4B5A-AA10-BF89D194F6B0}" dt="2024-03-05T20:38:03.143" v="928" actId="478"/>
          <ac:spMkLst>
            <pc:docMk/>
            <pc:sldMk cId="2479366280" sldId="2147474117"/>
            <ac:spMk id="4" creationId="{706B6A75-28EE-1CEB-7E72-360E7BA43EB4}"/>
          </ac:spMkLst>
        </pc:spChg>
        <pc:spChg chg="del">
          <ac:chgData name="Cartwright, Max" userId="4fdaca64-157b-4f34-aebd-58f672b6a20c" providerId="ADAL" clId="{9B24FA50-177C-4B5A-AA10-BF89D194F6B0}" dt="2024-03-05T20:38:03.143" v="928" actId="478"/>
          <ac:spMkLst>
            <pc:docMk/>
            <pc:sldMk cId="2479366280" sldId="2147474117"/>
            <ac:spMk id="5" creationId="{C180034C-E859-B2E5-597F-47AA58FED094}"/>
          </ac:spMkLst>
        </pc:spChg>
        <pc:spChg chg="del">
          <ac:chgData name="Cartwright, Max" userId="4fdaca64-157b-4f34-aebd-58f672b6a20c" providerId="ADAL" clId="{9B24FA50-177C-4B5A-AA10-BF89D194F6B0}" dt="2024-03-05T20:38:03.143" v="928" actId="478"/>
          <ac:spMkLst>
            <pc:docMk/>
            <pc:sldMk cId="2479366280" sldId="2147474117"/>
            <ac:spMk id="16" creationId="{323917D4-59EC-69F8-6FB5-6A37B28BDB35}"/>
          </ac:spMkLst>
        </pc:spChg>
        <pc:spChg chg="del">
          <ac:chgData name="Cartwright, Max" userId="4fdaca64-157b-4f34-aebd-58f672b6a20c" providerId="ADAL" clId="{9B24FA50-177C-4B5A-AA10-BF89D194F6B0}" dt="2024-03-05T20:38:03.143" v="928" actId="478"/>
          <ac:spMkLst>
            <pc:docMk/>
            <pc:sldMk cId="2479366280" sldId="2147474117"/>
            <ac:spMk id="17" creationId="{7EE8758F-CE2A-406C-25A5-24AADC136BEB}"/>
          </ac:spMkLst>
        </pc:spChg>
        <pc:spChg chg="del">
          <ac:chgData name="Cartwright, Max" userId="4fdaca64-157b-4f34-aebd-58f672b6a20c" providerId="ADAL" clId="{9B24FA50-177C-4B5A-AA10-BF89D194F6B0}" dt="2024-03-05T20:38:03.143" v="928" actId="478"/>
          <ac:spMkLst>
            <pc:docMk/>
            <pc:sldMk cId="2479366280" sldId="2147474117"/>
            <ac:spMk id="18" creationId="{E3CE930B-6579-D0D0-A55B-55BA0970A65A}"/>
          </ac:spMkLst>
        </pc:spChg>
        <pc:spChg chg="del">
          <ac:chgData name="Cartwright, Max" userId="4fdaca64-157b-4f34-aebd-58f672b6a20c" providerId="ADAL" clId="{9B24FA50-177C-4B5A-AA10-BF89D194F6B0}" dt="2024-03-05T20:38:03.143" v="928" actId="478"/>
          <ac:spMkLst>
            <pc:docMk/>
            <pc:sldMk cId="2479366280" sldId="2147474117"/>
            <ac:spMk id="19" creationId="{6E2E7925-F87A-5A21-091A-AE06F240E47F}"/>
          </ac:spMkLst>
        </pc:spChg>
        <pc:spChg chg="del">
          <ac:chgData name="Cartwright, Max" userId="4fdaca64-157b-4f34-aebd-58f672b6a20c" providerId="ADAL" clId="{9B24FA50-177C-4B5A-AA10-BF89D194F6B0}" dt="2024-03-05T20:38:03.143" v="928" actId="478"/>
          <ac:spMkLst>
            <pc:docMk/>
            <pc:sldMk cId="2479366280" sldId="2147474117"/>
            <ac:spMk id="20" creationId="{509D5C8D-8ABD-06CA-F858-FF0498BAECB4}"/>
          </ac:spMkLst>
        </pc:spChg>
        <pc:spChg chg="del">
          <ac:chgData name="Cartwright, Max" userId="4fdaca64-157b-4f34-aebd-58f672b6a20c" providerId="ADAL" clId="{9B24FA50-177C-4B5A-AA10-BF89D194F6B0}" dt="2024-03-05T20:38:03.143" v="928" actId="478"/>
          <ac:spMkLst>
            <pc:docMk/>
            <pc:sldMk cId="2479366280" sldId="2147474117"/>
            <ac:spMk id="21" creationId="{86A9E356-8DCA-1DD8-2A15-B34268754DA4}"/>
          </ac:spMkLst>
        </pc:spChg>
        <pc:spChg chg="del">
          <ac:chgData name="Cartwright, Max" userId="4fdaca64-157b-4f34-aebd-58f672b6a20c" providerId="ADAL" clId="{9B24FA50-177C-4B5A-AA10-BF89D194F6B0}" dt="2024-03-05T20:38:03.143" v="928" actId="478"/>
          <ac:spMkLst>
            <pc:docMk/>
            <pc:sldMk cId="2479366280" sldId="2147474117"/>
            <ac:spMk id="22" creationId="{C8AEB16C-B524-FEC4-CF7B-4F32BD03B7A4}"/>
          </ac:spMkLst>
        </pc:spChg>
        <pc:spChg chg="del">
          <ac:chgData name="Cartwright, Max" userId="4fdaca64-157b-4f34-aebd-58f672b6a20c" providerId="ADAL" clId="{9B24FA50-177C-4B5A-AA10-BF89D194F6B0}" dt="2024-03-05T20:38:03.143" v="928" actId="478"/>
          <ac:spMkLst>
            <pc:docMk/>
            <pc:sldMk cId="2479366280" sldId="2147474117"/>
            <ac:spMk id="23" creationId="{3C1EC9D6-9A54-FB80-1934-F123AEA2D776}"/>
          </ac:spMkLst>
        </pc:spChg>
        <pc:spChg chg="del">
          <ac:chgData name="Cartwright, Max" userId="4fdaca64-157b-4f34-aebd-58f672b6a20c" providerId="ADAL" clId="{9B24FA50-177C-4B5A-AA10-BF89D194F6B0}" dt="2024-03-05T20:38:03.143" v="928" actId="478"/>
          <ac:spMkLst>
            <pc:docMk/>
            <pc:sldMk cId="2479366280" sldId="2147474117"/>
            <ac:spMk id="24" creationId="{B2E8C7B2-49F0-F8F5-8B5B-40C4277DBDF1}"/>
          </ac:spMkLst>
        </pc:spChg>
        <pc:spChg chg="del">
          <ac:chgData name="Cartwright, Max" userId="4fdaca64-157b-4f34-aebd-58f672b6a20c" providerId="ADAL" clId="{9B24FA50-177C-4B5A-AA10-BF89D194F6B0}" dt="2024-03-05T20:38:03.143" v="928" actId="478"/>
          <ac:spMkLst>
            <pc:docMk/>
            <pc:sldMk cId="2479366280" sldId="2147474117"/>
            <ac:spMk id="25" creationId="{C65A9B1D-85D4-6894-1C87-58A9458231E9}"/>
          </ac:spMkLst>
        </pc:spChg>
        <pc:spChg chg="del">
          <ac:chgData name="Cartwright, Max" userId="4fdaca64-157b-4f34-aebd-58f672b6a20c" providerId="ADAL" clId="{9B24FA50-177C-4B5A-AA10-BF89D194F6B0}" dt="2024-03-05T20:38:03.143" v="928" actId="478"/>
          <ac:spMkLst>
            <pc:docMk/>
            <pc:sldMk cId="2479366280" sldId="2147474117"/>
            <ac:spMk id="26" creationId="{FB02089F-7999-44B7-7BDF-5E837335AFD2}"/>
          </ac:spMkLst>
        </pc:spChg>
        <pc:spChg chg="del">
          <ac:chgData name="Cartwright, Max" userId="4fdaca64-157b-4f34-aebd-58f672b6a20c" providerId="ADAL" clId="{9B24FA50-177C-4B5A-AA10-BF89D194F6B0}" dt="2024-03-05T20:38:03.143" v="928" actId="478"/>
          <ac:spMkLst>
            <pc:docMk/>
            <pc:sldMk cId="2479366280" sldId="2147474117"/>
            <ac:spMk id="27" creationId="{5F4D5FDD-8F0B-B331-6ADC-FEA916B2E436}"/>
          </ac:spMkLst>
        </pc:spChg>
        <pc:spChg chg="del">
          <ac:chgData name="Cartwright, Max" userId="4fdaca64-157b-4f34-aebd-58f672b6a20c" providerId="ADAL" clId="{9B24FA50-177C-4B5A-AA10-BF89D194F6B0}" dt="2024-03-05T20:38:03.143" v="928" actId="478"/>
          <ac:spMkLst>
            <pc:docMk/>
            <pc:sldMk cId="2479366280" sldId="2147474117"/>
            <ac:spMk id="28" creationId="{6618089D-87C0-6293-AAD2-BB3037CF2215}"/>
          </ac:spMkLst>
        </pc:spChg>
        <pc:spChg chg="del">
          <ac:chgData name="Cartwright, Max" userId="4fdaca64-157b-4f34-aebd-58f672b6a20c" providerId="ADAL" clId="{9B24FA50-177C-4B5A-AA10-BF89D194F6B0}" dt="2024-03-05T20:38:03.143" v="928" actId="478"/>
          <ac:spMkLst>
            <pc:docMk/>
            <pc:sldMk cId="2479366280" sldId="2147474117"/>
            <ac:spMk id="29" creationId="{8F9AC9CE-EE22-8999-C91E-7C53927F2574}"/>
          </ac:spMkLst>
        </pc:spChg>
        <pc:spChg chg="del">
          <ac:chgData name="Cartwright, Max" userId="4fdaca64-157b-4f34-aebd-58f672b6a20c" providerId="ADAL" clId="{9B24FA50-177C-4B5A-AA10-BF89D194F6B0}" dt="2024-03-05T20:38:03.143" v="928" actId="478"/>
          <ac:spMkLst>
            <pc:docMk/>
            <pc:sldMk cId="2479366280" sldId="2147474117"/>
            <ac:spMk id="30" creationId="{5E82B770-D54A-FBF8-FE78-3CD59F1E0B3C}"/>
          </ac:spMkLst>
        </pc:spChg>
        <pc:spChg chg="del">
          <ac:chgData name="Cartwright, Max" userId="4fdaca64-157b-4f34-aebd-58f672b6a20c" providerId="ADAL" clId="{9B24FA50-177C-4B5A-AA10-BF89D194F6B0}" dt="2024-03-05T20:38:03.143" v="928" actId="478"/>
          <ac:spMkLst>
            <pc:docMk/>
            <pc:sldMk cId="2479366280" sldId="2147474117"/>
            <ac:spMk id="31" creationId="{F6EDAFA3-CF5D-6CD1-3F04-F26402155D40}"/>
          </ac:spMkLst>
        </pc:spChg>
        <pc:spChg chg="del">
          <ac:chgData name="Cartwright, Max" userId="4fdaca64-157b-4f34-aebd-58f672b6a20c" providerId="ADAL" clId="{9B24FA50-177C-4B5A-AA10-BF89D194F6B0}" dt="2024-03-05T20:38:03.143" v="928" actId="478"/>
          <ac:spMkLst>
            <pc:docMk/>
            <pc:sldMk cId="2479366280" sldId="2147474117"/>
            <ac:spMk id="64" creationId="{56C8ED0B-81D8-46AA-6AD3-9599BED25299}"/>
          </ac:spMkLst>
        </pc:spChg>
        <pc:spChg chg="del">
          <ac:chgData name="Cartwright, Max" userId="4fdaca64-157b-4f34-aebd-58f672b6a20c" providerId="ADAL" clId="{9B24FA50-177C-4B5A-AA10-BF89D194F6B0}" dt="2024-03-05T20:38:03.143" v="928" actId="478"/>
          <ac:spMkLst>
            <pc:docMk/>
            <pc:sldMk cId="2479366280" sldId="2147474117"/>
            <ac:spMk id="65" creationId="{DD795179-BE8A-87C7-2CC3-B660419A6194}"/>
          </ac:spMkLst>
        </pc:spChg>
        <pc:spChg chg="del">
          <ac:chgData name="Cartwright, Max" userId="4fdaca64-157b-4f34-aebd-58f672b6a20c" providerId="ADAL" clId="{9B24FA50-177C-4B5A-AA10-BF89D194F6B0}" dt="2024-03-05T20:38:03.143" v="928" actId="478"/>
          <ac:spMkLst>
            <pc:docMk/>
            <pc:sldMk cId="2479366280" sldId="2147474117"/>
            <ac:spMk id="66" creationId="{29E59022-4BF3-E29E-C12E-B58C08FA9385}"/>
          </ac:spMkLst>
        </pc:spChg>
        <pc:spChg chg="del">
          <ac:chgData name="Cartwright, Max" userId="4fdaca64-157b-4f34-aebd-58f672b6a20c" providerId="ADAL" clId="{9B24FA50-177C-4B5A-AA10-BF89D194F6B0}" dt="2024-03-05T20:38:03.143" v="928" actId="478"/>
          <ac:spMkLst>
            <pc:docMk/>
            <pc:sldMk cId="2479366280" sldId="2147474117"/>
            <ac:spMk id="67" creationId="{3E936388-8B97-58FF-A34C-E612EA3AE1DB}"/>
          </ac:spMkLst>
        </pc:spChg>
        <pc:spChg chg="del">
          <ac:chgData name="Cartwright, Max" userId="4fdaca64-157b-4f34-aebd-58f672b6a20c" providerId="ADAL" clId="{9B24FA50-177C-4B5A-AA10-BF89D194F6B0}" dt="2024-03-05T20:38:03.143" v="928" actId="478"/>
          <ac:spMkLst>
            <pc:docMk/>
            <pc:sldMk cId="2479366280" sldId="2147474117"/>
            <ac:spMk id="68" creationId="{6EC92D07-E96C-E6F1-6144-5C016A8483E5}"/>
          </ac:spMkLst>
        </pc:spChg>
        <pc:spChg chg="del">
          <ac:chgData name="Cartwright, Max" userId="4fdaca64-157b-4f34-aebd-58f672b6a20c" providerId="ADAL" clId="{9B24FA50-177C-4B5A-AA10-BF89D194F6B0}" dt="2024-03-05T20:38:03.143" v="928" actId="478"/>
          <ac:spMkLst>
            <pc:docMk/>
            <pc:sldMk cId="2479366280" sldId="2147474117"/>
            <ac:spMk id="69" creationId="{5D7DF35D-547B-CEF6-8912-5239B47DA582}"/>
          </ac:spMkLst>
        </pc:spChg>
        <pc:spChg chg="del">
          <ac:chgData name="Cartwright, Max" userId="4fdaca64-157b-4f34-aebd-58f672b6a20c" providerId="ADAL" clId="{9B24FA50-177C-4B5A-AA10-BF89D194F6B0}" dt="2024-03-05T20:38:03.143" v="928" actId="478"/>
          <ac:spMkLst>
            <pc:docMk/>
            <pc:sldMk cId="2479366280" sldId="2147474117"/>
            <ac:spMk id="70" creationId="{FAE2441E-7556-7B01-38DD-4F7576311E9F}"/>
          </ac:spMkLst>
        </pc:spChg>
        <pc:spChg chg="del">
          <ac:chgData name="Cartwright, Max" userId="4fdaca64-157b-4f34-aebd-58f672b6a20c" providerId="ADAL" clId="{9B24FA50-177C-4B5A-AA10-BF89D194F6B0}" dt="2024-03-05T20:38:03.143" v="928" actId="478"/>
          <ac:spMkLst>
            <pc:docMk/>
            <pc:sldMk cId="2479366280" sldId="2147474117"/>
            <ac:spMk id="71" creationId="{CFB73E41-28E5-5B6A-78F2-6DDBCEC42C75}"/>
          </ac:spMkLst>
        </pc:spChg>
        <pc:spChg chg="del">
          <ac:chgData name="Cartwright, Max" userId="4fdaca64-157b-4f34-aebd-58f672b6a20c" providerId="ADAL" clId="{9B24FA50-177C-4B5A-AA10-BF89D194F6B0}" dt="2024-03-05T20:38:03.143" v="928" actId="478"/>
          <ac:spMkLst>
            <pc:docMk/>
            <pc:sldMk cId="2479366280" sldId="2147474117"/>
            <ac:spMk id="72" creationId="{8BE5E1E7-CD92-CE60-9C08-362CA75D1DE5}"/>
          </ac:spMkLst>
        </pc:spChg>
        <pc:spChg chg="del">
          <ac:chgData name="Cartwright, Max" userId="4fdaca64-157b-4f34-aebd-58f672b6a20c" providerId="ADAL" clId="{9B24FA50-177C-4B5A-AA10-BF89D194F6B0}" dt="2024-03-05T20:38:03.143" v="928" actId="478"/>
          <ac:spMkLst>
            <pc:docMk/>
            <pc:sldMk cId="2479366280" sldId="2147474117"/>
            <ac:spMk id="73" creationId="{DA88CA85-FB53-C64C-A159-419AAEA605FC}"/>
          </ac:spMkLst>
        </pc:spChg>
        <pc:spChg chg="del">
          <ac:chgData name="Cartwright, Max" userId="4fdaca64-157b-4f34-aebd-58f672b6a20c" providerId="ADAL" clId="{9B24FA50-177C-4B5A-AA10-BF89D194F6B0}" dt="2024-03-05T20:38:03.143" v="928" actId="478"/>
          <ac:spMkLst>
            <pc:docMk/>
            <pc:sldMk cId="2479366280" sldId="2147474117"/>
            <ac:spMk id="74" creationId="{09C7C15D-2C82-6EBF-7732-7EE3199114C7}"/>
          </ac:spMkLst>
        </pc:spChg>
        <pc:spChg chg="del">
          <ac:chgData name="Cartwright, Max" userId="4fdaca64-157b-4f34-aebd-58f672b6a20c" providerId="ADAL" clId="{9B24FA50-177C-4B5A-AA10-BF89D194F6B0}" dt="2024-03-05T20:38:03.143" v="928" actId="478"/>
          <ac:spMkLst>
            <pc:docMk/>
            <pc:sldMk cId="2479366280" sldId="2147474117"/>
            <ac:spMk id="75" creationId="{91FCB2E9-EFCE-A69F-5B43-74088B169490}"/>
          </ac:spMkLst>
        </pc:spChg>
        <pc:spChg chg="del">
          <ac:chgData name="Cartwright, Max" userId="4fdaca64-157b-4f34-aebd-58f672b6a20c" providerId="ADAL" clId="{9B24FA50-177C-4B5A-AA10-BF89D194F6B0}" dt="2024-03-05T20:38:03.143" v="928" actId="478"/>
          <ac:spMkLst>
            <pc:docMk/>
            <pc:sldMk cId="2479366280" sldId="2147474117"/>
            <ac:spMk id="76" creationId="{660483A6-BF2E-831F-93A1-BC2E4F558646}"/>
          </ac:spMkLst>
        </pc:spChg>
        <pc:spChg chg="del">
          <ac:chgData name="Cartwright, Max" userId="4fdaca64-157b-4f34-aebd-58f672b6a20c" providerId="ADAL" clId="{9B24FA50-177C-4B5A-AA10-BF89D194F6B0}" dt="2024-03-05T20:38:03.143" v="928" actId="478"/>
          <ac:spMkLst>
            <pc:docMk/>
            <pc:sldMk cId="2479366280" sldId="2147474117"/>
            <ac:spMk id="77" creationId="{74A95E0F-3AB5-937B-3315-BED95511C67C}"/>
          </ac:spMkLst>
        </pc:spChg>
        <pc:spChg chg="mod">
          <ac:chgData name="Cartwright, Max" userId="4fdaca64-157b-4f34-aebd-58f672b6a20c" providerId="ADAL" clId="{9B24FA50-177C-4B5A-AA10-BF89D194F6B0}" dt="2024-03-05T20:38:16.427" v="944"/>
          <ac:spMkLst>
            <pc:docMk/>
            <pc:sldMk cId="2479366280" sldId="2147474117"/>
            <ac:spMk id="78" creationId="{7CBCF4FD-D9E1-6343-D484-59776C93E131}"/>
          </ac:spMkLst>
        </pc:spChg>
        <pc:spChg chg="del">
          <ac:chgData name="Cartwright, Max" userId="4fdaca64-157b-4f34-aebd-58f672b6a20c" providerId="ADAL" clId="{9B24FA50-177C-4B5A-AA10-BF89D194F6B0}" dt="2024-03-05T20:38:03.143" v="928" actId="478"/>
          <ac:spMkLst>
            <pc:docMk/>
            <pc:sldMk cId="2479366280" sldId="2147474117"/>
            <ac:spMk id="79" creationId="{CD85CC9E-C76C-99A6-0AA7-D23EBC90B81C}"/>
          </ac:spMkLst>
        </pc:spChg>
        <pc:spChg chg="del">
          <ac:chgData name="Cartwright, Max" userId="4fdaca64-157b-4f34-aebd-58f672b6a20c" providerId="ADAL" clId="{9B24FA50-177C-4B5A-AA10-BF89D194F6B0}" dt="2024-03-05T20:38:03.143" v="928" actId="478"/>
          <ac:spMkLst>
            <pc:docMk/>
            <pc:sldMk cId="2479366280" sldId="2147474117"/>
            <ac:spMk id="80" creationId="{D12F3023-A010-953A-C779-351443104C21}"/>
          </ac:spMkLst>
        </pc:spChg>
        <pc:spChg chg="mod">
          <ac:chgData name="Cartwright, Max" userId="4fdaca64-157b-4f34-aebd-58f672b6a20c" providerId="ADAL" clId="{9B24FA50-177C-4B5A-AA10-BF89D194F6B0}" dt="2024-03-05T20:38:16.427" v="944"/>
          <ac:spMkLst>
            <pc:docMk/>
            <pc:sldMk cId="2479366280" sldId="2147474117"/>
            <ac:spMk id="81" creationId="{4524D220-D0DC-72B8-D0EE-3B1D88E83343}"/>
          </ac:spMkLst>
        </pc:spChg>
        <pc:spChg chg="mod">
          <ac:chgData name="Cartwright, Max" userId="4fdaca64-157b-4f34-aebd-58f672b6a20c" providerId="ADAL" clId="{9B24FA50-177C-4B5A-AA10-BF89D194F6B0}" dt="2024-03-05T20:38:16.427" v="944"/>
          <ac:spMkLst>
            <pc:docMk/>
            <pc:sldMk cId="2479366280" sldId="2147474117"/>
            <ac:spMk id="86" creationId="{F8F76BCC-3923-2DDF-1875-AA47B239417C}"/>
          </ac:spMkLst>
        </pc:spChg>
        <pc:spChg chg="mod">
          <ac:chgData name="Cartwright, Max" userId="4fdaca64-157b-4f34-aebd-58f672b6a20c" providerId="ADAL" clId="{9B24FA50-177C-4B5A-AA10-BF89D194F6B0}" dt="2024-03-05T20:38:16.427" v="944"/>
          <ac:spMkLst>
            <pc:docMk/>
            <pc:sldMk cId="2479366280" sldId="2147474117"/>
            <ac:spMk id="87" creationId="{DD97FC48-53CA-85AC-B15A-14245467B6DC}"/>
          </ac:spMkLst>
        </pc:spChg>
        <pc:spChg chg="mod">
          <ac:chgData name="Cartwright, Max" userId="4fdaca64-157b-4f34-aebd-58f672b6a20c" providerId="ADAL" clId="{9B24FA50-177C-4B5A-AA10-BF89D194F6B0}" dt="2024-03-05T20:38:16.427" v="944"/>
          <ac:spMkLst>
            <pc:docMk/>
            <pc:sldMk cId="2479366280" sldId="2147474117"/>
            <ac:spMk id="88" creationId="{03E7E87A-49F4-2548-495D-4F584CFFD8BA}"/>
          </ac:spMkLst>
        </pc:spChg>
        <pc:spChg chg="mod">
          <ac:chgData name="Cartwright, Max" userId="4fdaca64-157b-4f34-aebd-58f672b6a20c" providerId="ADAL" clId="{9B24FA50-177C-4B5A-AA10-BF89D194F6B0}" dt="2024-03-05T20:38:16.427" v="944"/>
          <ac:spMkLst>
            <pc:docMk/>
            <pc:sldMk cId="2479366280" sldId="2147474117"/>
            <ac:spMk id="89" creationId="{C66092B7-7478-3545-3864-20881F6EA457}"/>
          </ac:spMkLst>
        </pc:spChg>
        <pc:spChg chg="mod">
          <ac:chgData name="Cartwright, Max" userId="4fdaca64-157b-4f34-aebd-58f672b6a20c" providerId="ADAL" clId="{9B24FA50-177C-4B5A-AA10-BF89D194F6B0}" dt="2024-03-05T20:38:16.427" v="944"/>
          <ac:spMkLst>
            <pc:docMk/>
            <pc:sldMk cId="2479366280" sldId="2147474117"/>
            <ac:spMk id="90" creationId="{4682A793-DE0F-A58B-D6DF-2D681C5389C1}"/>
          </ac:spMkLst>
        </pc:spChg>
        <pc:spChg chg="mod">
          <ac:chgData name="Cartwright, Max" userId="4fdaca64-157b-4f34-aebd-58f672b6a20c" providerId="ADAL" clId="{9B24FA50-177C-4B5A-AA10-BF89D194F6B0}" dt="2024-03-05T20:38:16.427" v="944"/>
          <ac:spMkLst>
            <pc:docMk/>
            <pc:sldMk cId="2479366280" sldId="2147474117"/>
            <ac:spMk id="92" creationId="{FE710C76-6A6A-BACA-80D6-75F2D2E03824}"/>
          </ac:spMkLst>
        </pc:spChg>
        <pc:spChg chg="mod">
          <ac:chgData name="Cartwright, Max" userId="4fdaca64-157b-4f34-aebd-58f672b6a20c" providerId="ADAL" clId="{9B24FA50-177C-4B5A-AA10-BF89D194F6B0}" dt="2024-03-05T20:38:16.427" v="944"/>
          <ac:spMkLst>
            <pc:docMk/>
            <pc:sldMk cId="2479366280" sldId="2147474117"/>
            <ac:spMk id="93" creationId="{730926E1-C612-0EF3-1E53-428ACDDA04A3}"/>
          </ac:spMkLst>
        </pc:spChg>
        <pc:spChg chg="mod">
          <ac:chgData name="Cartwright, Max" userId="4fdaca64-157b-4f34-aebd-58f672b6a20c" providerId="ADAL" clId="{9B24FA50-177C-4B5A-AA10-BF89D194F6B0}" dt="2024-03-05T20:38:16.427" v="944"/>
          <ac:spMkLst>
            <pc:docMk/>
            <pc:sldMk cId="2479366280" sldId="2147474117"/>
            <ac:spMk id="128" creationId="{570463CB-31BC-E06F-90A9-E06DA746F603}"/>
          </ac:spMkLst>
        </pc:spChg>
        <pc:spChg chg="mod">
          <ac:chgData name="Cartwright, Max" userId="4fdaca64-157b-4f34-aebd-58f672b6a20c" providerId="ADAL" clId="{9B24FA50-177C-4B5A-AA10-BF89D194F6B0}" dt="2024-03-05T20:38:16.427" v="944"/>
          <ac:spMkLst>
            <pc:docMk/>
            <pc:sldMk cId="2479366280" sldId="2147474117"/>
            <ac:spMk id="129" creationId="{530F734A-BAF3-F811-61B5-57E043D2A223}"/>
          </ac:spMkLst>
        </pc:spChg>
        <pc:spChg chg="mod">
          <ac:chgData name="Cartwright, Max" userId="4fdaca64-157b-4f34-aebd-58f672b6a20c" providerId="ADAL" clId="{9B24FA50-177C-4B5A-AA10-BF89D194F6B0}" dt="2024-03-05T20:38:16.427" v="944"/>
          <ac:spMkLst>
            <pc:docMk/>
            <pc:sldMk cId="2479366280" sldId="2147474117"/>
            <ac:spMk id="130" creationId="{A8FFC77F-6815-EBED-5A6A-29E891BEF240}"/>
          </ac:spMkLst>
        </pc:spChg>
        <pc:spChg chg="mod">
          <ac:chgData name="Cartwright, Max" userId="4fdaca64-157b-4f34-aebd-58f672b6a20c" providerId="ADAL" clId="{9B24FA50-177C-4B5A-AA10-BF89D194F6B0}" dt="2024-03-05T20:38:16.427" v="944"/>
          <ac:spMkLst>
            <pc:docMk/>
            <pc:sldMk cId="2479366280" sldId="2147474117"/>
            <ac:spMk id="133" creationId="{EC402260-F00E-CAF6-F5B0-88BB584D4C66}"/>
          </ac:spMkLst>
        </pc:spChg>
        <pc:spChg chg="mod">
          <ac:chgData name="Cartwright, Max" userId="4fdaca64-157b-4f34-aebd-58f672b6a20c" providerId="ADAL" clId="{9B24FA50-177C-4B5A-AA10-BF89D194F6B0}" dt="2024-03-05T20:38:16.427" v="944"/>
          <ac:spMkLst>
            <pc:docMk/>
            <pc:sldMk cId="2479366280" sldId="2147474117"/>
            <ac:spMk id="134" creationId="{164F5F98-95F0-505E-0392-4050A69B1549}"/>
          </ac:spMkLst>
        </pc:spChg>
        <pc:spChg chg="mod">
          <ac:chgData name="Cartwright, Max" userId="4fdaca64-157b-4f34-aebd-58f672b6a20c" providerId="ADAL" clId="{9B24FA50-177C-4B5A-AA10-BF89D194F6B0}" dt="2024-03-05T20:38:16.427" v="944"/>
          <ac:spMkLst>
            <pc:docMk/>
            <pc:sldMk cId="2479366280" sldId="2147474117"/>
            <ac:spMk id="135" creationId="{6DC0BE6C-0D42-D149-CF17-5C6D5AB3972F}"/>
          </ac:spMkLst>
        </pc:spChg>
        <pc:spChg chg="mod">
          <ac:chgData name="Cartwright, Max" userId="4fdaca64-157b-4f34-aebd-58f672b6a20c" providerId="ADAL" clId="{9B24FA50-177C-4B5A-AA10-BF89D194F6B0}" dt="2024-03-05T20:38:16.427" v="944"/>
          <ac:spMkLst>
            <pc:docMk/>
            <pc:sldMk cId="2479366280" sldId="2147474117"/>
            <ac:spMk id="136" creationId="{6C81F679-363F-BA29-E3A8-DDB86C4D9A34}"/>
          </ac:spMkLst>
        </pc:spChg>
        <pc:spChg chg="mod">
          <ac:chgData name="Cartwright, Max" userId="4fdaca64-157b-4f34-aebd-58f672b6a20c" providerId="ADAL" clId="{9B24FA50-177C-4B5A-AA10-BF89D194F6B0}" dt="2024-03-05T20:38:16.427" v="944"/>
          <ac:spMkLst>
            <pc:docMk/>
            <pc:sldMk cId="2479366280" sldId="2147474117"/>
            <ac:spMk id="137" creationId="{3273956A-38B2-BA68-4AED-EF5AE18038E2}"/>
          </ac:spMkLst>
        </pc:spChg>
        <pc:spChg chg="mod">
          <ac:chgData name="Cartwright, Max" userId="4fdaca64-157b-4f34-aebd-58f672b6a20c" providerId="ADAL" clId="{9B24FA50-177C-4B5A-AA10-BF89D194F6B0}" dt="2024-03-05T20:38:16.427" v="944"/>
          <ac:spMkLst>
            <pc:docMk/>
            <pc:sldMk cId="2479366280" sldId="2147474117"/>
            <ac:spMk id="138" creationId="{F8A40232-66ED-E957-0BD6-152FBBA822B3}"/>
          </ac:spMkLst>
        </pc:spChg>
        <pc:spChg chg="mod">
          <ac:chgData name="Cartwright, Max" userId="4fdaca64-157b-4f34-aebd-58f672b6a20c" providerId="ADAL" clId="{9B24FA50-177C-4B5A-AA10-BF89D194F6B0}" dt="2024-03-05T20:38:16.427" v="944"/>
          <ac:spMkLst>
            <pc:docMk/>
            <pc:sldMk cId="2479366280" sldId="2147474117"/>
            <ac:spMk id="139" creationId="{AA277938-C07F-9E79-A00A-41DDE5392DE1}"/>
          </ac:spMkLst>
        </pc:spChg>
        <pc:spChg chg="mod">
          <ac:chgData name="Cartwright, Max" userId="4fdaca64-157b-4f34-aebd-58f672b6a20c" providerId="ADAL" clId="{9B24FA50-177C-4B5A-AA10-BF89D194F6B0}" dt="2024-03-05T20:38:16.427" v="944"/>
          <ac:spMkLst>
            <pc:docMk/>
            <pc:sldMk cId="2479366280" sldId="2147474117"/>
            <ac:spMk id="140" creationId="{DE4D2B39-18DC-7A10-4406-2BAE3B1823FA}"/>
          </ac:spMkLst>
        </pc:spChg>
        <pc:spChg chg="mod">
          <ac:chgData name="Cartwright, Max" userId="4fdaca64-157b-4f34-aebd-58f672b6a20c" providerId="ADAL" clId="{9B24FA50-177C-4B5A-AA10-BF89D194F6B0}" dt="2024-03-05T20:38:16.427" v="944"/>
          <ac:spMkLst>
            <pc:docMk/>
            <pc:sldMk cId="2479366280" sldId="2147474117"/>
            <ac:spMk id="141" creationId="{C94DA35A-6815-F1C1-2749-11C108BA8257}"/>
          </ac:spMkLst>
        </pc:spChg>
        <pc:spChg chg="mod">
          <ac:chgData name="Cartwright, Max" userId="4fdaca64-157b-4f34-aebd-58f672b6a20c" providerId="ADAL" clId="{9B24FA50-177C-4B5A-AA10-BF89D194F6B0}" dt="2024-03-05T20:38:16.427" v="944"/>
          <ac:spMkLst>
            <pc:docMk/>
            <pc:sldMk cId="2479366280" sldId="2147474117"/>
            <ac:spMk id="142" creationId="{C1AEB1A0-F5D9-07C9-B549-2518B3D2C010}"/>
          </ac:spMkLst>
        </pc:spChg>
        <pc:spChg chg="add del mod">
          <ac:chgData name="Cartwright, Max" userId="4fdaca64-157b-4f34-aebd-58f672b6a20c" providerId="ADAL" clId="{9B24FA50-177C-4B5A-AA10-BF89D194F6B0}" dt="2024-03-05T20:38:19.650" v="945"/>
          <ac:spMkLst>
            <pc:docMk/>
            <pc:sldMk cId="2479366280" sldId="2147474117"/>
            <ac:spMk id="143" creationId="{16F33844-B747-323F-83AF-B57387F273BF}"/>
          </ac:spMkLst>
        </pc:spChg>
        <pc:spChg chg="add del mod">
          <ac:chgData name="Cartwright, Max" userId="4fdaca64-157b-4f34-aebd-58f672b6a20c" providerId="ADAL" clId="{9B24FA50-177C-4B5A-AA10-BF89D194F6B0}" dt="2024-03-05T20:38:19.650" v="945"/>
          <ac:spMkLst>
            <pc:docMk/>
            <pc:sldMk cId="2479366280" sldId="2147474117"/>
            <ac:spMk id="146" creationId="{1C4BB5B1-440B-9F36-DA21-AB96EAF2E115}"/>
          </ac:spMkLst>
        </pc:spChg>
        <pc:spChg chg="add del mod">
          <ac:chgData name="Cartwright, Max" userId="4fdaca64-157b-4f34-aebd-58f672b6a20c" providerId="ADAL" clId="{9B24FA50-177C-4B5A-AA10-BF89D194F6B0}" dt="2024-03-05T20:38:19.650" v="945"/>
          <ac:spMkLst>
            <pc:docMk/>
            <pc:sldMk cId="2479366280" sldId="2147474117"/>
            <ac:spMk id="148" creationId="{2B84AD63-347A-67F0-0413-80B14551D0EB}"/>
          </ac:spMkLst>
        </pc:spChg>
        <pc:spChg chg="add del mod">
          <ac:chgData name="Cartwright, Max" userId="4fdaca64-157b-4f34-aebd-58f672b6a20c" providerId="ADAL" clId="{9B24FA50-177C-4B5A-AA10-BF89D194F6B0}" dt="2024-03-05T20:38:19.650" v="945"/>
          <ac:spMkLst>
            <pc:docMk/>
            <pc:sldMk cId="2479366280" sldId="2147474117"/>
            <ac:spMk id="149" creationId="{74FE68FE-2786-74F5-EE1F-AE62F357EF7B}"/>
          </ac:spMkLst>
        </pc:spChg>
        <pc:spChg chg="add del mod">
          <ac:chgData name="Cartwright, Max" userId="4fdaca64-157b-4f34-aebd-58f672b6a20c" providerId="ADAL" clId="{9B24FA50-177C-4B5A-AA10-BF89D194F6B0}" dt="2024-03-05T20:38:19.650" v="945"/>
          <ac:spMkLst>
            <pc:docMk/>
            <pc:sldMk cId="2479366280" sldId="2147474117"/>
            <ac:spMk id="150" creationId="{06A288B7-24F1-3A4B-41FD-ED3845636418}"/>
          </ac:spMkLst>
        </pc:spChg>
        <pc:spChg chg="add del mod">
          <ac:chgData name="Cartwright, Max" userId="4fdaca64-157b-4f34-aebd-58f672b6a20c" providerId="ADAL" clId="{9B24FA50-177C-4B5A-AA10-BF89D194F6B0}" dt="2024-03-05T20:38:19.650" v="945"/>
          <ac:spMkLst>
            <pc:docMk/>
            <pc:sldMk cId="2479366280" sldId="2147474117"/>
            <ac:spMk id="151" creationId="{9764E55B-417D-0086-2EB0-D22112E296C9}"/>
          </ac:spMkLst>
        </pc:spChg>
        <pc:spChg chg="add del mod">
          <ac:chgData name="Cartwright, Max" userId="4fdaca64-157b-4f34-aebd-58f672b6a20c" providerId="ADAL" clId="{9B24FA50-177C-4B5A-AA10-BF89D194F6B0}" dt="2024-03-05T20:38:19.650" v="945"/>
          <ac:spMkLst>
            <pc:docMk/>
            <pc:sldMk cId="2479366280" sldId="2147474117"/>
            <ac:spMk id="152" creationId="{55447266-4866-6ACF-57A8-79F8D7050263}"/>
          </ac:spMkLst>
        </pc:spChg>
        <pc:spChg chg="add del mod">
          <ac:chgData name="Cartwright, Max" userId="4fdaca64-157b-4f34-aebd-58f672b6a20c" providerId="ADAL" clId="{9B24FA50-177C-4B5A-AA10-BF89D194F6B0}" dt="2024-03-05T20:38:19.650" v="945"/>
          <ac:spMkLst>
            <pc:docMk/>
            <pc:sldMk cId="2479366280" sldId="2147474117"/>
            <ac:spMk id="153" creationId="{C71B9549-A42C-EA6A-3FB0-50852DCA47FA}"/>
          </ac:spMkLst>
        </pc:spChg>
        <pc:spChg chg="add del mod">
          <ac:chgData name="Cartwright, Max" userId="4fdaca64-157b-4f34-aebd-58f672b6a20c" providerId="ADAL" clId="{9B24FA50-177C-4B5A-AA10-BF89D194F6B0}" dt="2024-03-05T20:38:19.650" v="945"/>
          <ac:spMkLst>
            <pc:docMk/>
            <pc:sldMk cId="2479366280" sldId="2147474117"/>
            <ac:spMk id="154" creationId="{EA57FC72-DE52-7F20-171D-70404D33CA0B}"/>
          </ac:spMkLst>
        </pc:spChg>
        <pc:spChg chg="add del mod">
          <ac:chgData name="Cartwright, Max" userId="4fdaca64-157b-4f34-aebd-58f672b6a20c" providerId="ADAL" clId="{9B24FA50-177C-4B5A-AA10-BF89D194F6B0}" dt="2024-03-05T20:38:19.650" v="945"/>
          <ac:spMkLst>
            <pc:docMk/>
            <pc:sldMk cId="2479366280" sldId="2147474117"/>
            <ac:spMk id="156" creationId="{5237BCD4-121B-A965-9C6A-E246DDC37812}"/>
          </ac:spMkLst>
        </pc:spChg>
        <pc:spChg chg="add del mod">
          <ac:chgData name="Cartwright, Max" userId="4fdaca64-157b-4f34-aebd-58f672b6a20c" providerId="ADAL" clId="{9B24FA50-177C-4B5A-AA10-BF89D194F6B0}" dt="2024-03-05T20:38:19.650" v="945"/>
          <ac:spMkLst>
            <pc:docMk/>
            <pc:sldMk cId="2479366280" sldId="2147474117"/>
            <ac:spMk id="157" creationId="{78AE85D7-72F3-CCF5-083E-5DE39C768303}"/>
          </ac:spMkLst>
        </pc:spChg>
        <pc:spChg chg="del">
          <ac:chgData name="Cartwright, Max" userId="4fdaca64-157b-4f34-aebd-58f672b6a20c" providerId="ADAL" clId="{9B24FA50-177C-4B5A-AA10-BF89D194F6B0}" dt="2024-03-05T20:38:03.143" v="928" actId="478"/>
          <ac:spMkLst>
            <pc:docMk/>
            <pc:sldMk cId="2479366280" sldId="2147474117"/>
            <ac:spMk id="158" creationId="{065D6069-35D1-F6CE-68FA-DAB7FF59AAE4}"/>
          </ac:spMkLst>
        </pc:spChg>
        <pc:spChg chg="del">
          <ac:chgData name="Cartwright, Max" userId="4fdaca64-157b-4f34-aebd-58f672b6a20c" providerId="ADAL" clId="{9B24FA50-177C-4B5A-AA10-BF89D194F6B0}" dt="2024-03-05T20:38:03.143" v="928" actId="478"/>
          <ac:spMkLst>
            <pc:docMk/>
            <pc:sldMk cId="2479366280" sldId="2147474117"/>
            <ac:spMk id="159" creationId="{3E74D0DB-5D9F-2161-28F6-5F9454CB384D}"/>
          </ac:spMkLst>
        </pc:spChg>
        <pc:spChg chg="del">
          <ac:chgData name="Cartwright, Max" userId="4fdaca64-157b-4f34-aebd-58f672b6a20c" providerId="ADAL" clId="{9B24FA50-177C-4B5A-AA10-BF89D194F6B0}" dt="2024-03-05T20:38:03.143" v="928" actId="478"/>
          <ac:spMkLst>
            <pc:docMk/>
            <pc:sldMk cId="2479366280" sldId="2147474117"/>
            <ac:spMk id="161" creationId="{D33F3196-94FF-53A9-BF8E-DF5118DDD82D}"/>
          </ac:spMkLst>
        </pc:spChg>
        <pc:spChg chg="del">
          <ac:chgData name="Cartwright, Max" userId="4fdaca64-157b-4f34-aebd-58f672b6a20c" providerId="ADAL" clId="{9B24FA50-177C-4B5A-AA10-BF89D194F6B0}" dt="2024-03-05T20:38:03.143" v="928" actId="478"/>
          <ac:spMkLst>
            <pc:docMk/>
            <pc:sldMk cId="2479366280" sldId="2147474117"/>
            <ac:spMk id="162" creationId="{5E165112-15A1-D585-19AD-FF403D4091AB}"/>
          </ac:spMkLst>
        </pc:spChg>
        <pc:spChg chg="del">
          <ac:chgData name="Cartwright, Max" userId="4fdaca64-157b-4f34-aebd-58f672b6a20c" providerId="ADAL" clId="{9B24FA50-177C-4B5A-AA10-BF89D194F6B0}" dt="2024-03-05T20:38:03.143" v="928" actId="478"/>
          <ac:spMkLst>
            <pc:docMk/>
            <pc:sldMk cId="2479366280" sldId="2147474117"/>
            <ac:spMk id="163" creationId="{A5DD8720-9485-51AF-3716-5D7E07F0CCBC}"/>
          </ac:spMkLst>
        </pc:spChg>
        <pc:spChg chg="del">
          <ac:chgData name="Cartwright, Max" userId="4fdaca64-157b-4f34-aebd-58f672b6a20c" providerId="ADAL" clId="{9B24FA50-177C-4B5A-AA10-BF89D194F6B0}" dt="2024-03-05T20:38:03.143" v="928" actId="478"/>
          <ac:spMkLst>
            <pc:docMk/>
            <pc:sldMk cId="2479366280" sldId="2147474117"/>
            <ac:spMk id="165" creationId="{B944EC0A-0D17-C1E5-594F-EF5F09298951}"/>
          </ac:spMkLst>
        </pc:spChg>
        <pc:spChg chg="add del mod">
          <ac:chgData name="Cartwright, Max" userId="4fdaca64-157b-4f34-aebd-58f672b6a20c" providerId="ADAL" clId="{9B24FA50-177C-4B5A-AA10-BF89D194F6B0}" dt="2024-03-05T20:38:19.650" v="945"/>
          <ac:spMkLst>
            <pc:docMk/>
            <pc:sldMk cId="2479366280" sldId="2147474117"/>
            <ac:spMk id="174" creationId="{AC671E78-B17C-8FBF-3260-61FB07A7CF5A}"/>
          </ac:spMkLst>
        </pc:spChg>
        <pc:spChg chg="add del mod">
          <ac:chgData name="Cartwright, Max" userId="4fdaca64-157b-4f34-aebd-58f672b6a20c" providerId="ADAL" clId="{9B24FA50-177C-4B5A-AA10-BF89D194F6B0}" dt="2024-03-05T20:38:19.650" v="945"/>
          <ac:spMkLst>
            <pc:docMk/>
            <pc:sldMk cId="2479366280" sldId="2147474117"/>
            <ac:spMk id="176" creationId="{B572073F-0AEA-E2B5-9464-929D785F29E7}"/>
          </ac:spMkLst>
        </pc:spChg>
        <pc:spChg chg="add del mod">
          <ac:chgData name="Cartwright, Max" userId="4fdaca64-157b-4f34-aebd-58f672b6a20c" providerId="ADAL" clId="{9B24FA50-177C-4B5A-AA10-BF89D194F6B0}" dt="2024-03-05T20:38:19.650" v="945"/>
          <ac:spMkLst>
            <pc:docMk/>
            <pc:sldMk cId="2479366280" sldId="2147474117"/>
            <ac:spMk id="178" creationId="{9A073AF4-DC0A-B706-ABCC-516F63E6410D}"/>
          </ac:spMkLst>
        </pc:spChg>
        <pc:spChg chg="add del mod">
          <ac:chgData name="Cartwright, Max" userId="4fdaca64-157b-4f34-aebd-58f672b6a20c" providerId="ADAL" clId="{9B24FA50-177C-4B5A-AA10-BF89D194F6B0}" dt="2024-03-05T20:38:19.650" v="945"/>
          <ac:spMkLst>
            <pc:docMk/>
            <pc:sldMk cId="2479366280" sldId="2147474117"/>
            <ac:spMk id="180" creationId="{9072CE09-28EC-0650-8ED6-E76B421366DD}"/>
          </ac:spMkLst>
        </pc:spChg>
        <pc:spChg chg="mod">
          <ac:chgData name="Cartwright, Max" userId="4fdaca64-157b-4f34-aebd-58f672b6a20c" providerId="ADAL" clId="{9B24FA50-177C-4B5A-AA10-BF89D194F6B0}" dt="2024-03-05T20:38:19.666" v="946"/>
          <ac:spMkLst>
            <pc:docMk/>
            <pc:sldMk cId="2479366280" sldId="2147474117"/>
            <ac:spMk id="182" creationId="{77FC7064-A75B-758A-53A6-657E410AC2B6}"/>
          </ac:spMkLst>
        </pc:spChg>
        <pc:spChg chg="mod">
          <ac:chgData name="Cartwright, Max" userId="4fdaca64-157b-4f34-aebd-58f672b6a20c" providerId="ADAL" clId="{9B24FA50-177C-4B5A-AA10-BF89D194F6B0}" dt="2024-03-05T20:38:19.666" v="946"/>
          <ac:spMkLst>
            <pc:docMk/>
            <pc:sldMk cId="2479366280" sldId="2147474117"/>
            <ac:spMk id="183" creationId="{0C39CF1C-271C-F2F5-2D8F-9E364588DF1A}"/>
          </ac:spMkLst>
        </pc:spChg>
        <pc:spChg chg="mod">
          <ac:chgData name="Cartwright, Max" userId="4fdaca64-157b-4f34-aebd-58f672b6a20c" providerId="ADAL" clId="{9B24FA50-177C-4B5A-AA10-BF89D194F6B0}" dt="2024-03-05T20:38:19.666" v="946"/>
          <ac:spMkLst>
            <pc:docMk/>
            <pc:sldMk cId="2479366280" sldId="2147474117"/>
            <ac:spMk id="188" creationId="{E8E2384E-A4E0-57D2-9BDB-6D848891E1C2}"/>
          </ac:spMkLst>
        </pc:spChg>
        <pc:spChg chg="mod">
          <ac:chgData name="Cartwright, Max" userId="4fdaca64-157b-4f34-aebd-58f672b6a20c" providerId="ADAL" clId="{9B24FA50-177C-4B5A-AA10-BF89D194F6B0}" dt="2024-03-05T20:38:19.666" v="946"/>
          <ac:spMkLst>
            <pc:docMk/>
            <pc:sldMk cId="2479366280" sldId="2147474117"/>
            <ac:spMk id="189" creationId="{3EAA6DB2-B76D-F94D-64B9-07F8FB01F29E}"/>
          </ac:spMkLst>
        </pc:spChg>
        <pc:spChg chg="mod">
          <ac:chgData name="Cartwright, Max" userId="4fdaca64-157b-4f34-aebd-58f672b6a20c" providerId="ADAL" clId="{9B24FA50-177C-4B5A-AA10-BF89D194F6B0}" dt="2024-03-05T20:38:19.666" v="946"/>
          <ac:spMkLst>
            <pc:docMk/>
            <pc:sldMk cId="2479366280" sldId="2147474117"/>
            <ac:spMk id="190" creationId="{5719564D-B0B5-9235-DA26-A0668BBC46FB}"/>
          </ac:spMkLst>
        </pc:spChg>
        <pc:spChg chg="mod">
          <ac:chgData name="Cartwright, Max" userId="4fdaca64-157b-4f34-aebd-58f672b6a20c" providerId="ADAL" clId="{9B24FA50-177C-4B5A-AA10-BF89D194F6B0}" dt="2024-03-05T20:38:19.666" v="946"/>
          <ac:spMkLst>
            <pc:docMk/>
            <pc:sldMk cId="2479366280" sldId="2147474117"/>
            <ac:spMk id="191" creationId="{8088F708-FDCC-26E3-00FC-5857086D44EE}"/>
          </ac:spMkLst>
        </pc:spChg>
        <pc:spChg chg="mod">
          <ac:chgData name="Cartwright, Max" userId="4fdaca64-157b-4f34-aebd-58f672b6a20c" providerId="ADAL" clId="{9B24FA50-177C-4B5A-AA10-BF89D194F6B0}" dt="2024-03-05T20:38:19.666" v="946"/>
          <ac:spMkLst>
            <pc:docMk/>
            <pc:sldMk cId="2479366280" sldId="2147474117"/>
            <ac:spMk id="192" creationId="{C4385A94-3573-9A26-9513-D6319CB8C257}"/>
          </ac:spMkLst>
        </pc:spChg>
        <pc:spChg chg="mod">
          <ac:chgData name="Cartwright, Max" userId="4fdaca64-157b-4f34-aebd-58f672b6a20c" providerId="ADAL" clId="{9B24FA50-177C-4B5A-AA10-BF89D194F6B0}" dt="2024-03-05T20:38:19.666" v="946"/>
          <ac:spMkLst>
            <pc:docMk/>
            <pc:sldMk cId="2479366280" sldId="2147474117"/>
            <ac:spMk id="194" creationId="{7CF7844C-39B9-4E6B-EB09-046B05ACC964}"/>
          </ac:spMkLst>
        </pc:spChg>
        <pc:spChg chg="mod">
          <ac:chgData name="Cartwright, Max" userId="4fdaca64-157b-4f34-aebd-58f672b6a20c" providerId="ADAL" clId="{9B24FA50-177C-4B5A-AA10-BF89D194F6B0}" dt="2024-03-05T20:38:19.666" v="946"/>
          <ac:spMkLst>
            <pc:docMk/>
            <pc:sldMk cId="2479366280" sldId="2147474117"/>
            <ac:spMk id="195" creationId="{3D8B3B11-2D56-9AB0-E2C6-4BA243DFB205}"/>
          </ac:spMkLst>
        </pc:spChg>
        <pc:spChg chg="mod">
          <ac:chgData name="Cartwright, Max" userId="4fdaca64-157b-4f34-aebd-58f672b6a20c" providerId="ADAL" clId="{9B24FA50-177C-4B5A-AA10-BF89D194F6B0}" dt="2024-03-05T20:38:19.666" v="946"/>
          <ac:spMkLst>
            <pc:docMk/>
            <pc:sldMk cId="2479366280" sldId="2147474117"/>
            <ac:spMk id="198" creationId="{0E3800CD-5AE0-485F-C6D7-6FE12539C430}"/>
          </ac:spMkLst>
        </pc:spChg>
        <pc:spChg chg="mod">
          <ac:chgData name="Cartwright, Max" userId="4fdaca64-157b-4f34-aebd-58f672b6a20c" providerId="ADAL" clId="{9B24FA50-177C-4B5A-AA10-BF89D194F6B0}" dt="2024-03-05T20:38:19.666" v="946"/>
          <ac:spMkLst>
            <pc:docMk/>
            <pc:sldMk cId="2479366280" sldId="2147474117"/>
            <ac:spMk id="199" creationId="{4D42E977-BD27-BD5E-2F60-29D0D8DE2E9E}"/>
          </ac:spMkLst>
        </pc:spChg>
        <pc:spChg chg="mod">
          <ac:chgData name="Cartwright, Max" userId="4fdaca64-157b-4f34-aebd-58f672b6a20c" providerId="ADAL" clId="{9B24FA50-177C-4B5A-AA10-BF89D194F6B0}" dt="2024-03-05T20:38:19.666" v="946"/>
          <ac:spMkLst>
            <pc:docMk/>
            <pc:sldMk cId="2479366280" sldId="2147474117"/>
            <ac:spMk id="200" creationId="{8058890A-ACCC-3C41-7649-45A1248D9704}"/>
          </ac:spMkLst>
        </pc:spChg>
        <pc:spChg chg="mod">
          <ac:chgData name="Cartwright, Max" userId="4fdaca64-157b-4f34-aebd-58f672b6a20c" providerId="ADAL" clId="{9B24FA50-177C-4B5A-AA10-BF89D194F6B0}" dt="2024-03-05T20:38:19.666" v="946"/>
          <ac:spMkLst>
            <pc:docMk/>
            <pc:sldMk cId="2479366280" sldId="2147474117"/>
            <ac:spMk id="203" creationId="{5D36A53C-FEA2-BFFC-EA5B-BEAD9A5E40D8}"/>
          </ac:spMkLst>
        </pc:spChg>
        <pc:spChg chg="mod">
          <ac:chgData name="Cartwright, Max" userId="4fdaca64-157b-4f34-aebd-58f672b6a20c" providerId="ADAL" clId="{9B24FA50-177C-4B5A-AA10-BF89D194F6B0}" dt="2024-03-05T20:38:19.666" v="946"/>
          <ac:spMkLst>
            <pc:docMk/>
            <pc:sldMk cId="2479366280" sldId="2147474117"/>
            <ac:spMk id="204" creationId="{DF68F4BC-EE4A-A629-3DAB-3EAE7BA4A330}"/>
          </ac:spMkLst>
        </pc:spChg>
        <pc:spChg chg="mod">
          <ac:chgData name="Cartwright, Max" userId="4fdaca64-157b-4f34-aebd-58f672b6a20c" providerId="ADAL" clId="{9B24FA50-177C-4B5A-AA10-BF89D194F6B0}" dt="2024-03-05T20:38:19.666" v="946"/>
          <ac:spMkLst>
            <pc:docMk/>
            <pc:sldMk cId="2479366280" sldId="2147474117"/>
            <ac:spMk id="205" creationId="{BDF5B1FF-0F2C-862B-F0FA-0882DB371E9E}"/>
          </ac:spMkLst>
        </pc:spChg>
        <pc:spChg chg="mod">
          <ac:chgData name="Cartwright, Max" userId="4fdaca64-157b-4f34-aebd-58f672b6a20c" providerId="ADAL" clId="{9B24FA50-177C-4B5A-AA10-BF89D194F6B0}" dt="2024-03-05T20:38:19.666" v="946"/>
          <ac:spMkLst>
            <pc:docMk/>
            <pc:sldMk cId="2479366280" sldId="2147474117"/>
            <ac:spMk id="206" creationId="{4125F554-4615-3577-65BE-20E6ED4D18FB}"/>
          </ac:spMkLst>
        </pc:spChg>
        <pc:spChg chg="mod">
          <ac:chgData name="Cartwright, Max" userId="4fdaca64-157b-4f34-aebd-58f672b6a20c" providerId="ADAL" clId="{9B24FA50-177C-4B5A-AA10-BF89D194F6B0}" dt="2024-03-05T20:38:19.666" v="946"/>
          <ac:spMkLst>
            <pc:docMk/>
            <pc:sldMk cId="2479366280" sldId="2147474117"/>
            <ac:spMk id="207" creationId="{714B43DA-71FC-AAAD-07C1-42C04E507008}"/>
          </ac:spMkLst>
        </pc:spChg>
        <pc:spChg chg="mod">
          <ac:chgData name="Cartwright, Max" userId="4fdaca64-157b-4f34-aebd-58f672b6a20c" providerId="ADAL" clId="{9B24FA50-177C-4B5A-AA10-BF89D194F6B0}" dt="2024-03-05T20:38:19.666" v="946"/>
          <ac:spMkLst>
            <pc:docMk/>
            <pc:sldMk cId="2479366280" sldId="2147474117"/>
            <ac:spMk id="208" creationId="{F875ECC6-9296-B453-4E2B-16DD1FE6110A}"/>
          </ac:spMkLst>
        </pc:spChg>
        <pc:spChg chg="mod">
          <ac:chgData name="Cartwright, Max" userId="4fdaca64-157b-4f34-aebd-58f672b6a20c" providerId="ADAL" clId="{9B24FA50-177C-4B5A-AA10-BF89D194F6B0}" dt="2024-03-05T20:38:19.666" v="946"/>
          <ac:spMkLst>
            <pc:docMk/>
            <pc:sldMk cId="2479366280" sldId="2147474117"/>
            <ac:spMk id="209" creationId="{05BB46B5-B64F-2A57-0675-7268B69D8361}"/>
          </ac:spMkLst>
        </pc:spChg>
        <pc:spChg chg="mod">
          <ac:chgData name="Cartwright, Max" userId="4fdaca64-157b-4f34-aebd-58f672b6a20c" providerId="ADAL" clId="{9B24FA50-177C-4B5A-AA10-BF89D194F6B0}" dt="2024-03-05T20:38:19.666" v="946"/>
          <ac:spMkLst>
            <pc:docMk/>
            <pc:sldMk cId="2479366280" sldId="2147474117"/>
            <ac:spMk id="210" creationId="{109CE760-C597-2247-5C16-793DB509E3D6}"/>
          </ac:spMkLst>
        </pc:spChg>
        <pc:spChg chg="mod">
          <ac:chgData name="Cartwright, Max" userId="4fdaca64-157b-4f34-aebd-58f672b6a20c" providerId="ADAL" clId="{9B24FA50-177C-4B5A-AA10-BF89D194F6B0}" dt="2024-03-05T20:38:19.666" v="946"/>
          <ac:spMkLst>
            <pc:docMk/>
            <pc:sldMk cId="2479366280" sldId="2147474117"/>
            <ac:spMk id="211" creationId="{85554BB6-BA1C-BC9F-49BC-FE7856ED03AB}"/>
          </ac:spMkLst>
        </pc:spChg>
        <pc:spChg chg="mod">
          <ac:chgData name="Cartwright, Max" userId="4fdaca64-157b-4f34-aebd-58f672b6a20c" providerId="ADAL" clId="{9B24FA50-177C-4B5A-AA10-BF89D194F6B0}" dt="2024-03-05T20:38:19.666" v="946"/>
          <ac:spMkLst>
            <pc:docMk/>
            <pc:sldMk cId="2479366280" sldId="2147474117"/>
            <ac:spMk id="212" creationId="{E1A84A27-3BE6-3CDB-CFF9-B17E971F37A7}"/>
          </ac:spMkLst>
        </pc:spChg>
        <pc:spChg chg="add mod">
          <ac:chgData name="Cartwright, Max" userId="4fdaca64-157b-4f34-aebd-58f672b6a20c" providerId="ADAL" clId="{9B24FA50-177C-4B5A-AA10-BF89D194F6B0}" dt="2024-03-05T20:38:46.487" v="971" actId="1036"/>
          <ac:spMkLst>
            <pc:docMk/>
            <pc:sldMk cId="2479366280" sldId="2147474117"/>
            <ac:spMk id="213" creationId="{A0C2A1E6-D645-C681-9650-AFAB79DAB0A6}"/>
          </ac:spMkLst>
        </pc:spChg>
        <pc:spChg chg="add mod">
          <ac:chgData name="Cartwright, Max" userId="4fdaca64-157b-4f34-aebd-58f672b6a20c" providerId="ADAL" clId="{9B24FA50-177C-4B5A-AA10-BF89D194F6B0}" dt="2024-03-05T20:38:46.487" v="971" actId="1036"/>
          <ac:spMkLst>
            <pc:docMk/>
            <pc:sldMk cId="2479366280" sldId="2147474117"/>
            <ac:spMk id="216" creationId="{8533B157-4669-60C0-EA65-A9501FC3C32B}"/>
          </ac:spMkLst>
        </pc:spChg>
        <pc:spChg chg="add mod">
          <ac:chgData name="Cartwright, Max" userId="4fdaca64-157b-4f34-aebd-58f672b6a20c" providerId="ADAL" clId="{9B24FA50-177C-4B5A-AA10-BF89D194F6B0}" dt="2024-03-05T20:38:46.487" v="971" actId="1036"/>
          <ac:spMkLst>
            <pc:docMk/>
            <pc:sldMk cId="2479366280" sldId="2147474117"/>
            <ac:spMk id="218" creationId="{2E4AB39C-EFE1-B9AB-6582-A7A0F0C3B671}"/>
          </ac:spMkLst>
        </pc:spChg>
        <pc:spChg chg="add mod">
          <ac:chgData name="Cartwright, Max" userId="4fdaca64-157b-4f34-aebd-58f672b6a20c" providerId="ADAL" clId="{9B24FA50-177C-4B5A-AA10-BF89D194F6B0}" dt="2024-03-05T20:38:46.487" v="971" actId="1036"/>
          <ac:spMkLst>
            <pc:docMk/>
            <pc:sldMk cId="2479366280" sldId="2147474117"/>
            <ac:spMk id="219" creationId="{181CBA81-3DE9-24E3-83B4-C9D3B2ED7D7A}"/>
          </ac:spMkLst>
        </pc:spChg>
        <pc:spChg chg="add mod">
          <ac:chgData name="Cartwright, Max" userId="4fdaca64-157b-4f34-aebd-58f672b6a20c" providerId="ADAL" clId="{9B24FA50-177C-4B5A-AA10-BF89D194F6B0}" dt="2024-03-05T20:38:46.487" v="971" actId="1036"/>
          <ac:spMkLst>
            <pc:docMk/>
            <pc:sldMk cId="2479366280" sldId="2147474117"/>
            <ac:spMk id="220" creationId="{118B2BE8-325A-B246-FDC0-945DA5741EA2}"/>
          </ac:spMkLst>
        </pc:spChg>
        <pc:spChg chg="add mod">
          <ac:chgData name="Cartwright, Max" userId="4fdaca64-157b-4f34-aebd-58f672b6a20c" providerId="ADAL" clId="{9B24FA50-177C-4B5A-AA10-BF89D194F6B0}" dt="2024-03-05T20:38:46.487" v="971" actId="1036"/>
          <ac:spMkLst>
            <pc:docMk/>
            <pc:sldMk cId="2479366280" sldId="2147474117"/>
            <ac:spMk id="221" creationId="{1FB6392F-5C23-44FB-A26B-6B90225218F5}"/>
          </ac:spMkLst>
        </pc:spChg>
        <pc:spChg chg="add mod">
          <ac:chgData name="Cartwright, Max" userId="4fdaca64-157b-4f34-aebd-58f672b6a20c" providerId="ADAL" clId="{9B24FA50-177C-4B5A-AA10-BF89D194F6B0}" dt="2024-03-05T20:38:46.487" v="971" actId="1036"/>
          <ac:spMkLst>
            <pc:docMk/>
            <pc:sldMk cId="2479366280" sldId="2147474117"/>
            <ac:spMk id="222" creationId="{37740886-E24D-A6E7-7963-F18CD2A08F68}"/>
          </ac:spMkLst>
        </pc:spChg>
        <pc:spChg chg="add mod">
          <ac:chgData name="Cartwright, Max" userId="4fdaca64-157b-4f34-aebd-58f672b6a20c" providerId="ADAL" clId="{9B24FA50-177C-4B5A-AA10-BF89D194F6B0}" dt="2024-03-05T20:38:46.487" v="971" actId="1036"/>
          <ac:spMkLst>
            <pc:docMk/>
            <pc:sldMk cId="2479366280" sldId="2147474117"/>
            <ac:spMk id="223" creationId="{9BB350E5-1C37-BFD0-492D-CE40864217D7}"/>
          </ac:spMkLst>
        </pc:spChg>
        <pc:spChg chg="add mod">
          <ac:chgData name="Cartwright, Max" userId="4fdaca64-157b-4f34-aebd-58f672b6a20c" providerId="ADAL" clId="{9B24FA50-177C-4B5A-AA10-BF89D194F6B0}" dt="2024-03-05T20:38:46.487" v="971" actId="1036"/>
          <ac:spMkLst>
            <pc:docMk/>
            <pc:sldMk cId="2479366280" sldId="2147474117"/>
            <ac:spMk id="224" creationId="{7D9038E8-ED98-D910-B87D-897813FE178B}"/>
          </ac:spMkLst>
        </pc:spChg>
        <pc:spChg chg="add mod">
          <ac:chgData name="Cartwright, Max" userId="4fdaca64-157b-4f34-aebd-58f672b6a20c" providerId="ADAL" clId="{9B24FA50-177C-4B5A-AA10-BF89D194F6B0}" dt="2024-03-05T20:38:46.487" v="971" actId="1036"/>
          <ac:spMkLst>
            <pc:docMk/>
            <pc:sldMk cId="2479366280" sldId="2147474117"/>
            <ac:spMk id="226" creationId="{372B9C91-D4DD-D208-128A-E3C28B69C022}"/>
          </ac:spMkLst>
        </pc:spChg>
        <pc:spChg chg="add mod">
          <ac:chgData name="Cartwright, Max" userId="4fdaca64-157b-4f34-aebd-58f672b6a20c" providerId="ADAL" clId="{9B24FA50-177C-4B5A-AA10-BF89D194F6B0}" dt="2024-03-05T20:38:46.487" v="971" actId="1036"/>
          <ac:spMkLst>
            <pc:docMk/>
            <pc:sldMk cId="2479366280" sldId="2147474117"/>
            <ac:spMk id="227" creationId="{BC701842-F695-867F-F2FF-C27498C70CE8}"/>
          </ac:spMkLst>
        </pc:spChg>
        <pc:spChg chg="add mod">
          <ac:chgData name="Cartwright, Max" userId="4fdaca64-157b-4f34-aebd-58f672b6a20c" providerId="ADAL" clId="{9B24FA50-177C-4B5A-AA10-BF89D194F6B0}" dt="2024-03-05T20:38:46.487" v="971" actId="1036"/>
          <ac:spMkLst>
            <pc:docMk/>
            <pc:sldMk cId="2479366280" sldId="2147474117"/>
            <ac:spMk id="237" creationId="{986E05A8-F061-5F32-BB77-D9F69188A2D4}"/>
          </ac:spMkLst>
        </pc:spChg>
        <pc:spChg chg="add mod">
          <ac:chgData name="Cartwright, Max" userId="4fdaca64-157b-4f34-aebd-58f672b6a20c" providerId="ADAL" clId="{9B24FA50-177C-4B5A-AA10-BF89D194F6B0}" dt="2024-03-05T20:38:46.487" v="971" actId="1036"/>
          <ac:spMkLst>
            <pc:docMk/>
            <pc:sldMk cId="2479366280" sldId="2147474117"/>
            <ac:spMk id="239" creationId="{68CB47B6-3ECF-FDFF-255E-451B1F42A70D}"/>
          </ac:spMkLst>
        </pc:spChg>
        <pc:spChg chg="add mod">
          <ac:chgData name="Cartwright, Max" userId="4fdaca64-157b-4f34-aebd-58f672b6a20c" providerId="ADAL" clId="{9B24FA50-177C-4B5A-AA10-BF89D194F6B0}" dt="2024-03-05T20:38:46.487" v="971" actId="1036"/>
          <ac:spMkLst>
            <pc:docMk/>
            <pc:sldMk cId="2479366280" sldId="2147474117"/>
            <ac:spMk id="241" creationId="{C19EEDD8-0EBF-4719-E873-50525B42895B}"/>
          </ac:spMkLst>
        </pc:spChg>
        <pc:spChg chg="add del mod">
          <ac:chgData name="Cartwright, Max" userId="4fdaca64-157b-4f34-aebd-58f672b6a20c" providerId="ADAL" clId="{9B24FA50-177C-4B5A-AA10-BF89D194F6B0}" dt="2024-03-05T20:38:40.524" v="948" actId="478"/>
          <ac:spMkLst>
            <pc:docMk/>
            <pc:sldMk cId="2479366280" sldId="2147474117"/>
            <ac:spMk id="243" creationId="{80CE1DF2-8CFE-DF70-29CC-E47B85E94091}"/>
          </ac:spMkLst>
        </pc:spChg>
        <pc:spChg chg="add mod">
          <ac:chgData name="Cartwright, Max" userId="4fdaca64-157b-4f34-aebd-58f672b6a20c" providerId="ADAL" clId="{9B24FA50-177C-4B5A-AA10-BF89D194F6B0}" dt="2024-03-05T20:39:47.422" v="984" actId="20577"/>
          <ac:spMkLst>
            <pc:docMk/>
            <pc:sldMk cId="2479366280" sldId="2147474117"/>
            <ac:spMk id="244" creationId="{7899635A-0504-159A-E37A-54D4A6384C2E}"/>
          </ac:spMkLst>
        </pc:spChg>
        <pc:grpChg chg="del">
          <ac:chgData name="Cartwright, Max" userId="4fdaca64-157b-4f34-aebd-58f672b6a20c" providerId="ADAL" clId="{9B24FA50-177C-4B5A-AA10-BF89D194F6B0}" dt="2024-03-05T20:38:03.143" v="928" actId="478"/>
          <ac:grpSpMkLst>
            <pc:docMk/>
            <pc:sldMk cId="2479366280" sldId="2147474117"/>
            <ac:grpSpMk id="6" creationId="{91F1EEB7-EA7A-D5C8-DE54-4BA7B14A4BFE}"/>
          </ac:grpSpMkLst>
        </pc:grpChg>
        <pc:grpChg chg="del">
          <ac:chgData name="Cartwright, Max" userId="4fdaca64-157b-4f34-aebd-58f672b6a20c" providerId="ADAL" clId="{9B24FA50-177C-4B5A-AA10-BF89D194F6B0}" dt="2024-03-05T20:38:03.143" v="928" actId="478"/>
          <ac:grpSpMkLst>
            <pc:docMk/>
            <pc:sldMk cId="2479366280" sldId="2147474117"/>
            <ac:grpSpMk id="9" creationId="{E84670E2-B3A9-2243-6FE8-B3E0AA34B5D4}"/>
          </ac:grpSpMkLst>
        </pc:grpChg>
        <pc:grpChg chg="add del mod">
          <ac:chgData name="Cartwright, Max" userId="4fdaca64-157b-4f34-aebd-58f672b6a20c" providerId="ADAL" clId="{9B24FA50-177C-4B5A-AA10-BF89D194F6B0}" dt="2024-03-05T20:38:19.650" v="945"/>
          <ac:grpSpMkLst>
            <pc:docMk/>
            <pc:sldMk cId="2479366280" sldId="2147474117"/>
            <ac:grpSpMk id="15" creationId="{7E6472B1-AF5D-D02F-4A55-5A7700536BCF}"/>
          </ac:grpSpMkLst>
        </pc:grpChg>
        <pc:grpChg chg="mod">
          <ac:chgData name="Cartwright, Max" userId="4fdaca64-157b-4f34-aebd-58f672b6a20c" providerId="ADAL" clId="{9B24FA50-177C-4B5A-AA10-BF89D194F6B0}" dt="2024-03-05T20:38:16.427" v="944"/>
          <ac:grpSpMkLst>
            <pc:docMk/>
            <pc:sldMk cId="2479366280" sldId="2147474117"/>
            <ac:grpSpMk id="82" creationId="{7FCE4621-93CE-EB6A-663F-A6686A265FA7}"/>
          </ac:grpSpMkLst>
        </pc:grpChg>
        <pc:grpChg chg="mod">
          <ac:chgData name="Cartwright, Max" userId="4fdaca64-157b-4f34-aebd-58f672b6a20c" providerId="ADAL" clId="{9B24FA50-177C-4B5A-AA10-BF89D194F6B0}" dt="2024-03-05T20:38:16.427" v="944"/>
          <ac:grpSpMkLst>
            <pc:docMk/>
            <pc:sldMk cId="2479366280" sldId="2147474117"/>
            <ac:grpSpMk id="83" creationId="{3C62F276-FB64-393E-5391-9BFA13DEBD9E}"/>
          </ac:grpSpMkLst>
        </pc:grpChg>
        <pc:grpChg chg="mod">
          <ac:chgData name="Cartwright, Max" userId="4fdaca64-157b-4f34-aebd-58f672b6a20c" providerId="ADAL" clId="{9B24FA50-177C-4B5A-AA10-BF89D194F6B0}" dt="2024-03-05T20:38:16.427" v="944"/>
          <ac:grpSpMkLst>
            <pc:docMk/>
            <pc:sldMk cId="2479366280" sldId="2147474117"/>
            <ac:grpSpMk id="84" creationId="{32A2C9CE-AEC5-630F-25AB-BA9075CF1207}"/>
          </ac:grpSpMkLst>
        </pc:grpChg>
        <pc:grpChg chg="mod">
          <ac:chgData name="Cartwright, Max" userId="4fdaca64-157b-4f34-aebd-58f672b6a20c" providerId="ADAL" clId="{9B24FA50-177C-4B5A-AA10-BF89D194F6B0}" dt="2024-03-05T20:38:16.427" v="944"/>
          <ac:grpSpMkLst>
            <pc:docMk/>
            <pc:sldMk cId="2479366280" sldId="2147474117"/>
            <ac:grpSpMk id="85" creationId="{6FC6E29B-7F01-F942-E38F-06D7E1B88C5E}"/>
          </ac:grpSpMkLst>
        </pc:grpChg>
        <pc:grpChg chg="mod">
          <ac:chgData name="Cartwright, Max" userId="4fdaca64-157b-4f34-aebd-58f672b6a20c" providerId="ADAL" clId="{9B24FA50-177C-4B5A-AA10-BF89D194F6B0}" dt="2024-03-05T20:38:16.427" v="944"/>
          <ac:grpSpMkLst>
            <pc:docMk/>
            <pc:sldMk cId="2479366280" sldId="2147474117"/>
            <ac:grpSpMk id="91" creationId="{CDF9A599-401E-9560-8EC7-724C1287FA52}"/>
          </ac:grpSpMkLst>
        </pc:grpChg>
        <pc:grpChg chg="mod">
          <ac:chgData name="Cartwright, Max" userId="4fdaca64-157b-4f34-aebd-58f672b6a20c" providerId="ADAL" clId="{9B24FA50-177C-4B5A-AA10-BF89D194F6B0}" dt="2024-03-05T20:38:16.427" v="944"/>
          <ac:grpSpMkLst>
            <pc:docMk/>
            <pc:sldMk cId="2479366280" sldId="2147474117"/>
            <ac:grpSpMk id="95" creationId="{F4ACF879-5960-9F67-EBCF-B76B77947EAD}"/>
          </ac:grpSpMkLst>
        </pc:grpChg>
        <pc:grpChg chg="add mod">
          <ac:chgData name="Cartwright, Max" userId="4fdaca64-157b-4f34-aebd-58f672b6a20c" providerId="ADAL" clId="{9B24FA50-177C-4B5A-AA10-BF89D194F6B0}" dt="2024-03-05T20:38:46.487" v="971" actId="1036"/>
          <ac:grpSpMkLst>
            <pc:docMk/>
            <pc:sldMk cId="2479366280" sldId="2147474117"/>
            <ac:grpSpMk id="181" creationId="{0D8C28DA-257D-F168-C6ED-4C49573C9B6E}"/>
          </ac:grpSpMkLst>
        </pc:grpChg>
        <pc:grpChg chg="mod">
          <ac:chgData name="Cartwright, Max" userId="4fdaca64-157b-4f34-aebd-58f672b6a20c" providerId="ADAL" clId="{9B24FA50-177C-4B5A-AA10-BF89D194F6B0}" dt="2024-03-05T20:38:19.666" v="946"/>
          <ac:grpSpMkLst>
            <pc:docMk/>
            <pc:sldMk cId="2479366280" sldId="2147474117"/>
            <ac:grpSpMk id="184" creationId="{7397F1EB-61C9-F48B-E940-6E098A83F8D0}"/>
          </ac:grpSpMkLst>
        </pc:grpChg>
        <pc:grpChg chg="mod">
          <ac:chgData name="Cartwright, Max" userId="4fdaca64-157b-4f34-aebd-58f672b6a20c" providerId="ADAL" clId="{9B24FA50-177C-4B5A-AA10-BF89D194F6B0}" dt="2024-03-05T20:38:19.666" v="946"/>
          <ac:grpSpMkLst>
            <pc:docMk/>
            <pc:sldMk cId="2479366280" sldId="2147474117"/>
            <ac:grpSpMk id="185" creationId="{50552E12-8C92-E89A-9639-7C7359DD13AE}"/>
          </ac:grpSpMkLst>
        </pc:grpChg>
        <pc:grpChg chg="mod">
          <ac:chgData name="Cartwright, Max" userId="4fdaca64-157b-4f34-aebd-58f672b6a20c" providerId="ADAL" clId="{9B24FA50-177C-4B5A-AA10-BF89D194F6B0}" dt="2024-03-05T20:38:19.666" v="946"/>
          <ac:grpSpMkLst>
            <pc:docMk/>
            <pc:sldMk cId="2479366280" sldId="2147474117"/>
            <ac:grpSpMk id="186" creationId="{BF574D6E-2F03-AE0C-42E6-505FF0F7929C}"/>
          </ac:grpSpMkLst>
        </pc:grpChg>
        <pc:grpChg chg="mod">
          <ac:chgData name="Cartwright, Max" userId="4fdaca64-157b-4f34-aebd-58f672b6a20c" providerId="ADAL" clId="{9B24FA50-177C-4B5A-AA10-BF89D194F6B0}" dt="2024-03-05T20:38:19.666" v="946"/>
          <ac:grpSpMkLst>
            <pc:docMk/>
            <pc:sldMk cId="2479366280" sldId="2147474117"/>
            <ac:grpSpMk id="187" creationId="{45CFE327-B117-27AA-A0CB-AEC25B6322BB}"/>
          </ac:grpSpMkLst>
        </pc:grpChg>
        <pc:grpChg chg="mod">
          <ac:chgData name="Cartwright, Max" userId="4fdaca64-157b-4f34-aebd-58f672b6a20c" providerId="ADAL" clId="{9B24FA50-177C-4B5A-AA10-BF89D194F6B0}" dt="2024-03-05T20:38:19.666" v="946"/>
          <ac:grpSpMkLst>
            <pc:docMk/>
            <pc:sldMk cId="2479366280" sldId="2147474117"/>
            <ac:grpSpMk id="193" creationId="{B2567466-F36E-1A55-F6CE-A1D0088EE23B}"/>
          </ac:grpSpMkLst>
        </pc:grpChg>
        <pc:grpChg chg="mod">
          <ac:chgData name="Cartwright, Max" userId="4fdaca64-157b-4f34-aebd-58f672b6a20c" providerId="ADAL" clId="{9B24FA50-177C-4B5A-AA10-BF89D194F6B0}" dt="2024-03-05T20:38:19.666" v="946"/>
          <ac:grpSpMkLst>
            <pc:docMk/>
            <pc:sldMk cId="2479366280" sldId="2147474117"/>
            <ac:grpSpMk id="197" creationId="{364EC333-D039-1551-CD66-43E439A80E5D}"/>
          </ac:grpSpMkLst>
        </pc:grpChg>
        <pc:picChg chg="del">
          <ac:chgData name="Cartwright, Max" userId="4fdaca64-157b-4f34-aebd-58f672b6a20c" providerId="ADAL" clId="{9B24FA50-177C-4B5A-AA10-BF89D194F6B0}" dt="2024-03-05T20:38:03.143" v="928" actId="478"/>
          <ac:picMkLst>
            <pc:docMk/>
            <pc:sldMk cId="2479366280" sldId="2147474117"/>
            <ac:picMk id="166" creationId="{32021D27-AC29-E2A0-0031-9CFB5CD37562}"/>
          </ac:picMkLst>
        </pc:picChg>
        <pc:cxnChg chg="mod">
          <ac:chgData name="Cartwright, Max" userId="4fdaca64-157b-4f34-aebd-58f672b6a20c" providerId="ADAL" clId="{9B24FA50-177C-4B5A-AA10-BF89D194F6B0}" dt="2024-03-05T20:38:16.427" v="944"/>
          <ac:cxnSpMkLst>
            <pc:docMk/>
            <pc:sldMk cId="2479366280" sldId="2147474117"/>
            <ac:cxnSpMk id="94" creationId="{BACFD9CF-ECDB-3FE6-1C90-374533F57EF1}"/>
          </ac:cxnSpMkLst>
        </pc:cxnChg>
        <pc:cxnChg chg="mod">
          <ac:chgData name="Cartwright, Max" userId="4fdaca64-157b-4f34-aebd-58f672b6a20c" providerId="ADAL" clId="{9B24FA50-177C-4B5A-AA10-BF89D194F6B0}" dt="2024-03-05T20:38:16.427" v="944"/>
          <ac:cxnSpMkLst>
            <pc:docMk/>
            <pc:sldMk cId="2479366280" sldId="2147474117"/>
            <ac:cxnSpMk id="131" creationId="{C46753D1-C45C-D790-DC08-57345E044D5E}"/>
          </ac:cxnSpMkLst>
        </pc:cxnChg>
        <pc:cxnChg chg="mod">
          <ac:chgData name="Cartwright, Max" userId="4fdaca64-157b-4f34-aebd-58f672b6a20c" providerId="ADAL" clId="{9B24FA50-177C-4B5A-AA10-BF89D194F6B0}" dt="2024-03-05T20:38:16.427" v="944"/>
          <ac:cxnSpMkLst>
            <pc:docMk/>
            <pc:sldMk cId="2479366280" sldId="2147474117"/>
            <ac:cxnSpMk id="132" creationId="{B46C9573-968F-E81B-C3D8-C1BE2DECAF03}"/>
          </ac:cxnSpMkLst>
        </pc:cxnChg>
        <pc:cxnChg chg="add del mod">
          <ac:chgData name="Cartwright, Max" userId="4fdaca64-157b-4f34-aebd-58f672b6a20c" providerId="ADAL" clId="{9B24FA50-177C-4B5A-AA10-BF89D194F6B0}" dt="2024-03-05T20:38:19.650" v="945"/>
          <ac:cxnSpMkLst>
            <pc:docMk/>
            <pc:sldMk cId="2479366280" sldId="2147474117"/>
            <ac:cxnSpMk id="144" creationId="{45C38712-38C9-EBE5-8D6C-2306F1B53349}"/>
          </ac:cxnSpMkLst>
        </pc:cxnChg>
        <pc:cxnChg chg="add del mod">
          <ac:chgData name="Cartwright, Max" userId="4fdaca64-157b-4f34-aebd-58f672b6a20c" providerId="ADAL" clId="{9B24FA50-177C-4B5A-AA10-BF89D194F6B0}" dt="2024-03-05T20:38:19.650" v="945"/>
          <ac:cxnSpMkLst>
            <pc:docMk/>
            <pc:sldMk cId="2479366280" sldId="2147474117"/>
            <ac:cxnSpMk id="145" creationId="{E968B02E-03A1-19DE-19B4-14528801B33B}"/>
          </ac:cxnSpMkLst>
        </pc:cxnChg>
        <pc:cxnChg chg="add del mod">
          <ac:chgData name="Cartwright, Max" userId="4fdaca64-157b-4f34-aebd-58f672b6a20c" providerId="ADAL" clId="{9B24FA50-177C-4B5A-AA10-BF89D194F6B0}" dt="2024-03-05T20:38:19.650" v="945"/>
          <ac:cxnSpMkLst>
            <pc:docMk/>
            <pc:sldMk cId="2479366280" sldId="2147474117"/>
            <ac:cxnSpMk id="147" creationId="{FDE7D02A-3B3A-F773-E108-62127EB11C94}"/>
          </ac:cxnSpMkLst>
        </pc:cxnChg>
        <pc:cxnChg chg="add del mod">
          <ac:chgData name="Cartwright, Max" userId="4fdaca64-157b-4f34-aebd-58f672b6a20c" providerId="ADAL" clId="{9B24FA50-177C-4B5A-AA10-BF89D194F6B0}" dt="2024-03-05T20:38:19.650" v="945"/>
          <ac:cxnSpMkLst>
            <pc:docMk/>
            <pc:sldMk cId="2479366280" sldId="2147474117"/>
            <ac:cxnSpMk id="155" creationId="{CB7C179E-CBAE-DCE6-F2B9-276493BBE737}"/>
          </ac:cxnSpMkLst>
        </pc:cxnChg>
        <pc:cxnChg chg="add del mod">
          <ac:chgData name="Cartwright, Max" userId="4fdaca64-157b-4f34-aebd-58f672b6a20c" providerId="ADAL" clId="{9B24FA50-177C-4B5A-AA10-BF89D194F6B0}" dt="2024-03-05T20:38:19.650" v="945"/>
          <ac:cxnSpMkLst>
            <pc:docMk/>
            <pc:sldMk cId="2479366280" sldId="2147474117"/>
            <ac:cxnSpMk id="160" creationId="{A1828D1D-954E-BD37-C549-69ACA1228166}"/>
          </ac:cxnSpMkLst>
        </pc:cxnChg>
        <pc:cxnChg chg="add del mod">
          <ac:chgData name="Cartwright, Max" userId="4fdaca64-157b-4f34-aebd-58f672b6a20c" providerId="ADAL" clId="{9B24FA50-177C-4B5A-AA10-BF89D194F6B0}" dt="2024-03-05T20:38:19.650" v="945"/>
          <ac:cxnSpMkLst>
            <pc:docMk/>
            <pc:sldMk cId="2479366280" sldId="2147474117"/>
            <ac:cxnSpMk id="164" creationId="{B0DEF2E9-F800-5240-EE0E-BE7CAF7A3CEA}"/>
          </ac:cxnSpMkLst>
        </pc:cxnChg>
        <pc:cxnChg chg="add del mod">
          <ac:chgData name="Cartwright, Max" userId="4fdaca64-157b-4f34-aebd-58f672b6a20c" providerId="ADAL" clId="{9B24FA50-177C-4B5A-AA10-BF89D194F6B0}" dt="2024-03-05T20:38:19.650" v="945"/>
          <ac:cxnSpMkLst>
            <pc:docMk/>
            <pc:sldMk cId="2479366280" sldId="2147474117"/>
            <ac:cxnSpMk id="167" creationId="{F409453B-6D6B-784C-EC49-BCFE64A454C9}"/>
          </ac:cxnSpMkLst>
        </pc:cxnChg>
        <pc:cxnChg chg="add del mod">
          <ac:chgData name="Cartwright, Max" userId="4fdaca64-157b-4f34-aebd-58f672b6a20c" providerId="ADAL" clId="{9B24FA50-177C-4B5A-AA10-BF89D194F6B0}" dt="2024-03-05T20:38:19.650" v="945"/>
          <ac:cxnSpMkLst>
            <pc:docMk/>
            <pc:sldMk cId="2479366280" sldId="2147474117"/>
            <ac:cxnSpMk id="168" creationId="{E0E518D6-C25B-5572-2648-BECF4538D573}"/>
          </ac:cxnSpMkLst>
        </pc:cxnChg>
        <pc:cxnChg chg="add del mod">
          <ac:chgData name="Cartwright, Max" userId="4fdaca64-157b-4f34-aebd-58f672b6a20c" providerId="ADAL" clId="{9B24FA50-177C-4B5A-AA10-BF89D194F6B0}" dt="2024-03-05T20:38:19.650" v="945"/>
          <ac:cxnSpMkLst>
            <pc:docMk/>
            <pc:sldMk cId="2479366280" sldId="2147474117"/>
            <ac:cxnSpMk id="169" creationId="{58A95EDC-7427-FFEC-050A-AE6B523D2645}"/>
          </ac:cxnSpMkLst>
        </pc:cxnChg>
        <pc:cxnChg chg="add del mod">
          <ac:chgData name="Cartwright, Max" userId="4fdaca64-157b-4f34-aebd-58f672b6a20c" providerId="ADAL" clId="{9B24FA50-177C-4B5A-AA10-BF89D194F6B0}" dt="2024-03-05T20:38:19.650" v="945"/>
          <ac:cxnSpMkLst>
            <pc:docMk/>
            <pc:sldMk cId="2479366280" sldId="2147474117"/>
            <ac:cxnSpMk id="170" creationId="{C94F093A-F707-53B2-574A-52B2AFF95132}"/>
          </ac:cxnSpMkLst>
        </pc:cxnChg>
        <pc:cxnChg chg="add del mod">
          <ac:chgData name="Cartwright, Max" userId="4fdaca64-157b-4f34-aebd-58f672b6a20c" providerId="ADAL" clId="{9B24FA50-177C-4B5A-AA10-BF89D194F6B0}" dt="2024-03-05T20:38:19.650" v="945"/>
          <ac:cxnSpMkLst>
            <pc:docMk/>
            <pc:sldMk cId="2479366280" sldId="2147474117"/>
            <ac:cxnSpMk id="171" creationId="{45362BE3-ACA2-59BD-3BAD-63C22EB09BBA}"/>
          </ac:cxnSpMkLst>
        </pc:cxnChg>
        <pc:cxnChg chg="add del mod">
          <ac:chgData name="Cartwright, Max" userId="4fdaca64-157b-4f34-aebd-58f672b6a20c" providerId="ADAL" clId="{9B24FA50-177C-4B5A-AA10-BF89D194F6B0}" dt="2024-03-05T20:38:19.650" v="945"/>
          <ac:cxnSpMkLst>
            <pc:docMk/>
            <pc:sldMk cId="2479366280" sldId="2147474117"/>
            <ac:cxnSpMk id="172" creationId="{F35BD77A-79BA-8374-B2B7-198613209464}"/>
          </ac:cxnSpMkLst>
        </pc:cxnChg>
        <pc:cxnChg chg="add del mod">
          <ac:chgData name="Cartwright, Max" userId="4fdaca64-157b-4f34-aebd-58f672b6a20c" providerId="ADAL" clId="{9B24FA50-177C-4B5A-AA10-BF89D194F6B0}" dt="2024-03-05T20:38:19.650" v="945"/>
          <ac:cxnSpMkLst>
            <pc:docMk/>
            <pc:sldMk cId="2479366280" sldId="2147474117"/>
            <ac:cxnSpMk id="173" creationId="{0AFDBEBB-6C26-1946-DC2D-84AD98D8572C}"/>
          </ac:cxnSpMkLst>
        </pc:cxnChg>
        <pc:cxnChg chg="add del mod">
          <ac:chgData name="Cartwright, Max" userId="4fdaca64-157b-4f34-aebd-58f672b6a20c" providerId="ADAL" clId="{9B24FA50-177C-4B5A-AA10-BF89D194F6B0}" dt="2024-03-05T20:38:19.650" v="945"/>
          <ac:cxnSpMkLst>
            <pc:docMk/>
            <pc:sldMk cId="2479366280" sldId="2147474117"/>
            <ac:cxnSpMk id="175" creationId="{1F77328D-5F5C-6CF6-70EF-D2A9310183B8}"/>
          </ac:cxnSpMkLst>
        </pc:cxnChg>
        <pc:cxnChg chg="add del mod">
          <ac:chgData name="Cartwright, Max" userId="4fdaca64-157b-4f34-aebd-58f672b6a20c" providerId="ADAL" clId="{9B24FA50-177C-4B5A-AA10-BF89D194F6B0}" dt="2024-03-05T20:38:19.650" v="945"/>
          <ac:cxnSpMkLst>
            <pc:docMk/>
            <pc:sldMk cId="2479366280" sldId="2147474117"/>
            <ac:cxnSpMk id="177" creationId="{9EDC385D-BC9D-ACFA-5E67-076E3DF2E591}"/>
          </ac:cxnSpMkLst>
        </pc:cxnChg>
        <pc:cxnChg chg="add del mod">
          <ac:chgData name="Cartwright, Max" userId="4fdaca64-157b-4f34-aebd-58f672b6a20c" providerId="ADAL" clId="{9B24FA50-177C-4B5A-AA10-BF89D194F6B0}" dt="2024-03-05T20:38:19.650" v="945"/>
          <ac:cxnSpMkLst>
            <pc:docMk/>
            <pc:sldMk cId="2479366280" sldId="2147474117"/>
            <ac:cxnSpMk id="179" creationId="{EE70F1B1-EC4F-6386-E9AF-4AD758619921}"/>
          </ac:cxnSpMkLst>
        </pc:cxnChg>
        <pc:cxnChg chg="mod">
          <ac:chgData name="Cartwright, Max" userId="4fdaca64-157b-4f34-aebd-58f672b6a20c" providerId="ADAL" clId="{9B24FA50-177C-4B5A-AA10-BF89D194F6B0}" dt="2024-03-05T20:38:46.487" v="971" actId="1036"/>
          <ac:cxnSpMkLst>
            <pc:docMk/>
            <pc:sldMk cId="2479366280" sldId="2147474117"/>
            <ac:cxnSpMk id="196" creationId="{ADA61AF0-3804-15B3-FDF9-1FEC53F80162}"/>
          </ac:cxnSpMkLst>
        </pc:cxnChg>
        <pc:cxnChg chg="mod">
          <ac:chgData name="Cartwright, Max" userId="4fdaca64-157b-4f34-aebd-58f672b6a20c" providerId="ADAL" clId="{9B24FA50-177C-4B5A-AA10-BF89D194F6B0}" dt="2024-03-05T20:38:19.666" v="946"/>
          <ac:cxnSpMkLst>
            <pc:docMk/>
            <pc:sldMk cId="2479366280" sldId="2147474117"/>
            <ac:cxnSpMk id="201" creationId="{8E4B8292-AC0A-E2CF-593E-5A78E79CD20D}"/>
          </ac:cxnSpMkLst>
        </pc:cxnChg>
        <pc:cxnChg chg="mod">
          <ac:chgData name="Cartwright, Max" userId="4fdaca64-157b-4f34-aebd-58f672b6a20c" providerId="ADAL" clId="{9B24FA50-177C-4B5A-AA10-BF89D194F6B0}" dt="2024-03-05T20:38:19.666" v="946"/>
          <ac:cxnSpMkLst>
            <pc:docMk/>
            <pc:sldMk cId="2479366280" sldId="2147474117"/>
            <ac:cxnSpMk id="202" creationId="{BC403141-118C-0B84-1AA7-0E4D88E5D124}"/>
          </ac:cxnSpMkLst>
        </pc:cxnChg>
        <pc:cxnChg chg="add mod">
          <ac:chgData name="Cartwright, Max" userId="4fdaca64-157b-4f34-aebd-58f672b6a20c" providerId="ADAL" clId="{9B24FA50-177C-4B5A-AA10-BF89D194F6B0}" dt="2024-03-05T20:38:46.487" v="971" actId="1036"/>
          <ac:cxnSpMkLst>
            <pc:docMk/>
            <pc:sldMk cId="2479366280" sldId="2147474117"/>
            <ac:cxnSpMk id="214" creationId="{0DD4F487-2EF1-379E-C39B-04090E481059}"/>
          </ac:cxnSpMkLst>
        </pc:cxnChg>
        <pc:cxnChg chg="add mod">
          <ac:chgData name="Cartwright, Max" userId="4fdaca64-157b-4f34-aebd-58f672b6a20c" providerId="ADAL" clId="{9B24FA50-177C-4B5A-AA10-BF89D194F6B0}" dt="2024-03-05T20:38:46.487" v="971" actId="1036"/>
          <ac:cxnSpMkLst>
            <pc:docMk/>
            <pc:sldMk cId="2479366280" sldId="2147474117"/>
            <ac:cxnSpMk id="215" creationId="{B714E640-0F34-F764-7BD4-BADCC0B6A83E}"/>
          </ac:cxnSpMkLst>
        </pc:cxnChg>
        <pc:cxnChg chg="add mod">
          <ac:chgData name="Cartwright, Max" userId="4fdaca64-157b-4f34-aebd-58f672b6a20c" providerId="ADAL" clId="{9B24FA50-177C-4B5A-AA10-BF89D194F6B0}" dt="2024-03-05T20:38:46.487" v="971" actId="1036"/>
          <ac:cxnSpMkLst>
            <pc:docMk/>
            <pc:sldMk cId="2479366280" sldId="2147474117"/>
            <ac:cxnSpMk id="217" creationId="{B3D16CCA-47D5-4EC1-AD6A-1601D2E7C245}"/>
          </ac:cxnSpMkLst>
        </pc:cxnChg>
        <pc:cxnChg chg="add mod">
          <ac:chgData name="Cartwright, Max" userId="4fdaca64-157b-4f34-aebd-58f672b6a20c" providerId="ADAL" clId="{9B24FA50-177C-4B5A-AA10-BF89D194F6B0}" dt="2024-03-05T20:38:46.487" v="971" actId="1036"/>
          <ac:cxnSpMkLst>
            <pc:docMk/>
            <pc:sldMk cId="2479366280" sldId="2147474117"/>
            <ac:cxnSpMk id="225" creationId="{868719C9-E07D-E3D6-7AB6-CB7490E36210}"/>
          </ac:cxnSpMkLst>
        </pc:cxnChg>
        <pc:cxnChg chg="add mod">
          <ac:chgData name="Cartwright, Max" userId="4fdaca64-157b-4f34-aebd-58f672b6a20c" providerId="ADAL" clId="{9B24FA50-177C-4B5A-AA10-BF89D194F6B0}" dt="2024-03-05T20:38:46.487" v="971" actId="1036"/>
          <ac:cxnSpMkLst>
            <pc:docMk/>
            <pc:sldMk cId="2479366280" sldId="2147474117"/>
            <ac:cxnSpMk id="228" creationId="{4ACBD422-98B5-1789-A8D7-15FB9146B452}"/>
          </ac:cxnSpMkLst>
        </pc:cxnChg>
        <pc:cxnChg chg="add mod">
          <ac:chgData name="Cartwright, Max" userId="4fdaca64-157b-4f34-aebd-58f672b6a20c" providerId="ADAL" clId="{9B24FA50-177C-4B5A-AA10-BF89D194F6B0}" dt="2024-03-05T20:38:46.487" v="971" actId="1036"/>
          <ac:cxnSpMkLst>
            <pc:docMk/>
            <pc:sldMk cId="2479366280" sldId="2147474117"/>
            <ac:cxnSpMk id="229" creationId="{DB80A816-A98A-85AF-D16D-0DA6F1FEDAA3}"/>
          </ac:cxnSpMkLst>
        </pc:cxnChg>
        <pc:cxnChg chg="add mod">
          <ac:chgData name="Cartwright, Max" userId="4fdaca64-157b-4f34-aebd-58f672b6a20c" providerId="ADAL" clId="{9B24FA50-177C-4B5A-AA10-BF89D194F6B0}" dt="2024-03-05T20:38:46.487" v="971" actId="1036"/>
          <ac:cxnSpMkLst>
            <pc:docMk/>
            <pc:sldMk cId="2479366280" sldId="2147474117"/>
            <ac:cxnSpMk id="230" creationId="{6084D901-2AAF-537D-1F7D-51D542420927}"/>
          </ac:cxnSpMkLst>
        </pc:cxnChg>
        <pc:cxnChg chg="add mod">
          <ac:chgData name="Cartwright, Max" userId="4fdaca64-157b-4f34-aebd-58f672b6a20c" providerId="ADAL" clId="{9B24FA50-177C-4B5A-AA10-BF89D194F6B0}" dt="2024-03-05T20:38:46.487" v="971" actId="1036"/>
          <ac:cxnSpMkLst>
            <pc:docMk/>
            <pc:sldMk cId="2479366280" sldId="2147474117"/>
            <ac:cxnSpMk id="231" creationId="{EF141129-037C-17FF-67A4-722D2611C7CA}"/>
          </ac:cxnSpMkLst>
        </pc:cxnChg>
        <pc:cxnChg chg="add mod">
          <ac:chgData name="Cartwright, Max" userId="4fdaca64-157b-4f34-aebd-58f672b6a20c" providerId="ADAL" clId="{9B24FA50-177C-4B5A-AA10-BF89D194F6B0}" dt="2024-03-05T20:38:46.487" v="971" actId="1036"/>
          <ac:cxnSpMkLst>
            <pc:docMk/>
            <pc:sldMk cId="2479366280" sldId="2147474117"/>
            <ac:cxnSpMk id="232" creationId="{8C9CCC5E-F47A-3B98-6D57-6E5104A243DE}"/>
          </ac:cxnSpMkLst>
        </pc:cxnChg>
        <pc:cxnChg chg="add mod">
          <ac:chgData name="Cartwright, Max" userId="4fdaca64-157b-4f34-aebd-58f672b6a20c" providerId="ADAL" clId="{9B24FA50-177C-4B5A-AA10-BF89D194F6B0}" dt="2024-03-05T20:38:46.487" v="971" actId="1036"/>
          <ac:cxnSpMkLst>
            <pc:docMk/>
            <pc:sldMk cId="2479366280" sldId="2147474117"/>
            <ac:cxnSpMk id="233" creationId="{438E7357-1976-2359-DF8D-FAD0FE68533C}"/>
          </ac:cxnSpMkLst>
        </pc:cxnChg>
        <pc:cxnChg chg="add mod">
          <ac:chgData name="Cartwright, Max" userId="4fdaca64-157b-4f34-aebd-58f672b6a20c" providerId="ADAL" clId="{9B24FA50-177C-4B5A-AA10-BF89D194F6B0}" dt="2024-03-05T20:38:46.487" v="971" actId="1036"/>
          <ac:cxnSpMkLst>
            <pc:docMk/>
            <pc:sldMk cId="2479366280" sldId="2147474117"/>
            <ac:cxnSpMk id="234" creationId="{B186A637-0A8D-85A4-9448-4CD0D82D34F1}"/>
          </ac:cxnSpMkLst>
        </pc:cxnChg>
        <pc:cxnChg chg="add mod">
          <ac:chgData name="Cartwright, Max" userId="4fdaca64-157b-4f34-aebd-58f672b6a20c" providerId="ADAL" clId="{9B24FA50-177C-4B5A-AA10-BF89D194F6B0}" dt="2024-03-05T20:38:46.487" v="971" actId="1036"/>
          <ac:cxnSpMkLst>
            <pc:docMk/>
            <pc:sldMk cId="2479366280" sldId="2147474117"/>
            <ac:cxnSpMk id="235" creationId="{C2F6CD3F-C762-BD44-1C6F-B6ABB2F2F88D}"/>
          </ac:cxnSpMkLst>
        </pc:cxnChg>
        <pc:cxnChg chg="add mod">
          <ac:chgData name="Cartwright, Max" userId="4fdaca64-157b-4f34-aebd-58f672b6a20c" providerId="ADAL" clId="{9B24FA50-177C-4B5A-AA10-BF89D194F6B0}" dt="2024-03-05T20:38:46.487" v="971" actId="1036"/>
          <ac:cxnSpMkLst>
            <pc:docMk/>
            <pc:sldMk cId="2479366280" sldId="2147474117"/>
            <ac:cxnSpMk id="236" creationId="{1A32BA3C-CFD7-08AE-8842-B1D9135CDD9F}"/>
          </ac:cxnSpMkLst>
        </pc:cxnChg>
        <pc:cxnChg chg="add mod">
          <ac:chgData name="Cartwright, Max" userId="4fdaca64-157b-4f34-aebd-58f672b6a20c" providerId="ADAL" clId="{9B24FA50-177C-4B5A-AA10-BF89D194F6B0}" dt="2024-03-05T20:38:46.487" v="971" actId="1036"/>
          <ac:cxnSpMkLst>
            <pc:docMk/>
            <pc:sldMk cId="2479366280" sldId="2147474117"/>
            <ac:cxnSpMk id="238" creationId="{408ADA7F-A3A3-B09F-E910-B057E510D210}"/>
          </ac:cxnSpMkLst>
        </pc:cxnChg>
        <pc:cxnChg chg="add mod">
          <ac:chgData name="Cartwright, Max" userId="4fdaca64-157b-4f34-aebd-58f672b6a20c" providerId="ADAL" clId="{9B24FA50-177C-4B5A-AA10-BF89D194F6B0}" dt="2024-03-05T20:38:46.487" v="971" actId="1036"/>
          <ac:cxnSpMkLst>
            <pc:docMk/>
            <pc:sldMk cId="2479366280" sldId="2147474117"/>
            <ac:cxnSpMk id="240" creationId="{887943AE-8E08-EA94-1CE1-092DFB7C9823}"/>
          </ac:cxnSpMkLst>
        </pc:cxnChg>
        <pc:cxnChg chg="add mod">
          <ac:chgData name="Cartwright, Max" userId="4fdaca64-157b-4f34-aebd-58f672b6a20c" providerId="ADAL" clId="{9B24FA50-177C-4B5A-AA10-BF89D194F6B0}" dt="2024-03-05T20:38:46.487" v="971" actId="1036"/>
          <ac:cxnSpMkLst>
            <pc:docMk/>
            <pc:sldMk cId="2479366280" sldId="2147474117"/>
            <ac:cxnSpMk id="242" creationId="{09F75986-2B56-9CB5-226C-62DC896B7654}"/>
          </ac:cxnSpMkLst>
        </pc:cxnChg>
      </pc:sldChg>
      <pc:sldChg chg="addSp delSp modSp add mod">
        <pc:chgData name="Cartwright, Max" userId="4fdaca64-157b-4f34-aebd-58f672b6a20c" providerId="ADAL" clId="{9B24FA50-177C-4B5A-AA10-BF89D194F6B0}" dt="2024-03-05T21:10:06.797" v="1251" actId="14100"/>
        <pc:sldMkLst>
          <pc:docMk/>
          <pc:sldMk cId="2626391186" sldId="2147474118"/>
        </pc:sldMkLst>
        <pc:spChg chg="mod">
          <ac:chgData name="Cartwright, Max" userId="4fdaca64-157b-4f34-aebd-58f672b6a20c" providerId="ADAL" clId="{9B24FA50-177C-4B5A-AA10-BF89D194F6B0}" dt="2024-03-05T21:03:02.611" v="1142" actId="1076"/>
          <ac:spMkLst>
            <pc:docMk/>
            <pc:sldMk cId="2626391186" sldId="2147474118"/>
            <ac:spMk id="2" creationId="{A12F6D44-E7A3-0ABE-257B-CE6CFD018E5C}"/>
          </ac:spMkLst>
        </pc:spChg>
        <pc:spChg chg="mod">
          <ac:chgData name="Cartwright, Max" userId="4fdaca64-157b-4f34-aebd-58f672b6a20c" providerId="ADAL" clId="{9B24FA50-177C-4B5A-AA10-BF89D194F6B0}" dt="2024-03-05T20:51:59.483" v="1040" actId="6549"/>
          <ac:spMkLst>
            <pc:docMk/>
            <pc:sldMk cId="2626391186" sldId="2147474118"/>
            <ac:spMk id="3" creationId="{E7A0A04E-4539-76F3-C369-AD07AF8FA944}"/>
          </ac:spMkLst>
        </pc:spChg>
        <pc:spChg chg="del">
          <ac:chgData name="Cartwright, Max" userId="4fdaca64-157b-4f34-aebd-58f672b6a20c" providerId="ADAL" clId="{9B24FA50-177C-4B5A-AA10-BF89D194F6B0}" dt="2024-03-05T20:51:49.010" v="1013" actId="478"/>
          <ac:spMkLst>
            <pc:docMk/>
            <pc:sldMk cId="2626391186" sldId="2147474118"/>
            <ac:spMk id="4" creationId="{706B6A75-28EE-1CEB-7E72-360E7BA43EB4}"/>
          </ac:spMkLst>
        </pc:spChg>
        <pc:spChg chg="del">
          <ac:chgData name="Cartwright, Max" userId="4fdaca64-157b-4f34-aebd-58f672b6a20c" providerId="ADAL" clId="{9B24FA50-177C-4B5A-AA10-BF89D194F6B0}" dt="2024-03-05T20:51:49.010" v="1013" actId="478"/>
          <ac:spMkLst>
            <pc:docMk/>
            <pc:sldMk cId="2626391186" sldId="2147474118"/>
            <ac:spMk id="5" creationId="{C180034C-E859-B2E5-597F-47AA58FED094}"/>
          </ac:spMkLst>
        </pc:spChg>
        <pc:spChg chg="del">
          <ac:chgData name="Cartwright, Max" userId="4fdaca64-157b-4f34-aebd-58f672b6a20c" providerId="ADAL" clId="{9B24FA50-177C-4B5A-AA10-BF89D194F6B0}" dt="2024-03-05T20:51:49.010" v="1013" actId="478"/>
          <ac:spMkLst>
            <pc:docMk/>
            <pc:sldMk cId="2626391186" sldId="2147474118"/>
            <ac:spMk id="16" creationId="{323917D4-59EC-69F8-6FB5-6A37B28BDB35}"/>
          </ac:spMkLst>
        </pc:spChg>
        <pc:spChg chg="del">
          <ac:chgData name="Cartwright, Max" userId="4fdaca64-157b-4f34-aebd-58f672b6a20c" providerId="ADAL" clId="{9B24FA50-177C-4B5A-AA10-BF89D194F6B0}" dt="2024-03-05T20:51:49.010" v="1013" actId="478"/>
          <ac:spMkLst>
            <pc:docMk/>
            <pc:sldMk cId="2626391186" sldId="2147474118"/>
            <ac:spMk id="17" creationId="{7EE8758F-CE2A-406C-25A5-24AADC136BEB}"/>
          </ac:spMkLst>
        </pc:spChg>
        <pc:spChg chg="del">
          <ac:chgData name="Cartwright, Max" userId="4fdaca64-157b-4f34-aebd-58f672b6a20c" providerId="ADAL" clId="{9B24FA50-177C-4B5A-AA10-BF89D194F6B0}" dt="2024-03-05T20:51:49.010" v="1013" actId="478"/>
          <ac:spMkLst>
            <pc:docMk/>
            <pc:sldMk cId="2626391186" sldId="2147474118"/>
            <ac:spMk id="18" creationId="{E3CE930B-6579-D0D0-A55B-55BA0970A65A}"/>
          </ac:spMkLst>
        </pc:spChg>
        <pc:spChg chg="del">
          <ac:chgData name="Cartwright, Max" userId="4fdaca64-157b-4f34-aebd-58f672b6a20c" providerId="ADAL" clId="{9B24FA50-177C-4B5A-AA10-BF89D194F6B0}" dt="2024-03-05T20:51:49.010" v="1013" actId="478"/>
          <ac:spMkLst>
            <pc:docMk/>
            <pc:sldMk cId="2626391186" sldId="2147474118"/>
            <ac:spMk id="19" creationId="{6E2E7925-F87A-5A21-091A-AE06F240E47F}"/>
          </ac:spMkLst>
        </pc:spChg>
        <pc:spChg chg="del">
          <ac:chgData name="Cartwright, Max" userId="4fdaca64-157b-4f34-aebd-58f672b6a20c" providerId="ADAL" clId="{9B24FA50-177C-4B5A-AA10-BF89D194F6B0}" dt="2024-03-05T20:51:49.010" v="1013" actId="478"/>
          <ac:spMkLst>
            <pc:docMk/>
            <pc:sldMk cId="2626391186" sldId="2147474118"/>
            <ac:spMk id="20" creationId="{509D5C8D-8ABD-06CA-F858-FF0498BAECB4}"/>
          </ac:spMkLst>
        </pc:spChg>
        <pc:spChg chg="del">
          <ac:chgData name="Cartwright, Max" userId="4fdaca64-157b-4f34-aebd-58f672b6a20c" providerId="ADAL" clId="{9B24FA50-177C-4B5A-AA10-BF89D194F6B0}" dt="2024-03-05T20:51:49.010" v="1013" actId="478"/>
          <ac:spMkLst>
            <pc:docMk/>
            <pc:sldMk cId="2626391186" sldId="2147474118"/>
            <ac:spMk id="21" creationId="{86A9E356-8DCA-1DD8-2A15-B34268754DA4}"/>
          </ac:spMkLst>
        </pc:spChg>
        <pc:spChg chg="del">
          <ac:chgData name="Cartwright, Max" userId="4fdaca64-157b-4f34-aebd-58f672b6a20c" providerId="ADAL" clId="{9B24FA50-177C-4B5A-AA10-BF89D194F6B0}" dt="2024-03-05T20:51:49.010" v="1013" actId="478"/>
          <ac:spMkLst>
            <pc:docMk/>
            <pc:sldMk cId="2626391186" sldId="2147474118"/>
            <ac:spMk id="22" creationId="{C8AEB16C-B524-FEC4-CF7B-4F32BD03B7A4}"/>
          </ac:spMkLst>
        </pc:spChg>
        <pc:spChg chg="del">
          <ac:chgData name="Cartwright, Max" userId="4fdaca64-157b-4f34-aebd-58f672b6a20c" providerId="ADAL" clId="{9B24FA50-177C-4B5A-AA10-BF89D194F6B0}" dt="2024-03-05T20:51:49.010" v="1013" actId="478"/>
          <ac:spMkLst>
            <pc:docMk/>
            <pc:sldMk cId="2626391186" sldId="2147474118"/>
            <ac:spMk id="23" creationId="{3C1EC9D6-9A54-FB80-1934-F123AEA2D776}"/>
          </ac:spMkLst>
        </pc:spChg>
        <pc:spChg chg="del">
          <ac:chgData name="Cartwright, Max" userId="4fdaca64-157b-4f34-aebd-58f672b6a20c" providerId="ADAL" clId="{9B24FA50-177C-4B5A-AA10-BF89D194F6B0}" dt="2024-03-05T20:51:49.010" v="1013" actId="478"/>
          <ac:spMkLst>
            <pc:docMk/>
            <pc:sldMk cId="2626391186" sldId="2147474118"/>
            <ac:spMk id="24" creationId="{B2E8C7B2-49F0-F8F5-8B5B-40C4277DBDF1}"/>
          </ac:spMkLst>
        </pc:spChg>
        <pc:spChg chg="del">
          <ac:chgData name="Cartwright, Max" userId="4fdaca64-157b-4f34-aebd-58f672b6a20c" providerId="ADAL" clId="{9B24FA50-177C-4B5A-AA10-BF89D194F6B0}" dt="2024-03-05T20:51:49.010" v="1013" actId="478"/>
          <ac:spMkLst>
            <pc:docMk/>
            <pc:sldMk cId="2626391186" sldId="2147474118"/>
            <ac:spMk id="25" creationId="{C65A9B1D-85D4-6894-1C87-58A9458231E9}"/>
          </ac:spMkLst>
        </pc:spChg>
        <pc:spChg chg="del">
          <ac:chgData name="Cartwright, Max" userId="4fdaca64-157b-4f34-aebd-58f672b6a20c" providerId="ADAL" clId="{9B24FA50-177C-4B5A-AA10-BF89D194F6B0}" dt="2024-03-05T20:51:49.010" v="1013" actId="478"/>
          <ac:spMkLst>
            <pc:docMk/>
            <pc:sldMk cId="2626391186" sldId="2147474118"/>
            <ac:spMk id="26" creationId="{FB02089F-7999-44B7-7BDF-5E837335AFD2}"/>
          </ac:spMkLst>
        </pc:spChg>
        <pc:spChg chg="del">
          <ac:chgData name="Cartwright, Max" userId="4fdaca64-157b-4f34-aebd-58f672b6a20c" providerId="ADAL" clId="{9B24FA50-177C-4B5A-AA10-BF89D194F6B0}" dt="2024-03-05T20:51:49.010" v="1013" actId="478"/>
          <ac:spMkLst>
            <pc:docMk/>
            <pc:sldMk cId="2626391186" sldId="2147474118"/>
            <ac:spMk id="27" creationId="{5F4D5FDD-8F0B-B331-6ADC-FEA916B2E436}"/>
          </ac:spMkLst>
        </pc:spChg>
        <pc:spChg chg="del">
          <ac:chgData name="Cartwright, Max" userId="4fdaca64-157b-4f34-aebd-58f672b6a20c" providerId="ADAL" clId="{9B24FA50-177C-4B5A-AA10-BF89D194F6B0}" dt="2024-03-05T20:51:49.010" v="1013" actId="478"/>
          <ac:spMkLst>
            <pc:docMk/>
            <pc:sldMk cId="2626391186" sldId="2147474118"/>
            <ac:spMk id="28" creationId="{6618089D-87C0-6293-AAD2-BB3037CF2215}"/>
          </ac:spMkLst>
        </pc:spChg>
        <pc:spChg chg="del">
          <ac:chgData name="Cartwright, Max" userId="4fdaca64-157b-4f34-aebd-58f672b6a20c" providerId="ADAL" clId="{9B24FA50-177C-4B5A-AA10-BF89D194F6B0}" dt="2024-03-05T20:51:49.010" v="1013" actId="478"/>
          <ac:spMkLst>
            <pc:docMk/>
            <pc:sldMk cId="2626391186" sldId="2147474118"/>
            <ac:spMk id="29" creationId="{8F9AC9CE-EE22-8999-C91E-7C53927F2574}"/>
          </ac:spMkLst>
        </pc:spChg>
        <pc:spChg chg="del">
          <ac:chgData name="Cartwright, Max" userId="4fdaca64-157b-4f34-aebd-58f672b6a20c" providerId="ADAL" clId="{9B24FA50-177C-4B5A-AA10-BF89D194F6B0}" dt="2024-03-05T20:51:49.010" v="1013" actId="478"/>
          <ac:spMkLst>
            <pc:docMk/>
            <pc:sldMk cId="2626391186" sldId="2147474118"/>
            <ac:spMk id="30" creationId="{5E82B770-D54A-FBF8-FE78-3CD59F1E0B3C}"/>
          </ac:spMkLst>
        </pc:spChg>
        <pc:spChg chg="del">
          <ac:chgData name="Cartwright, Max" userId="4fdaca64-157b-4f34-aebd-58f672b6a20c" providerId="ADAL" clId="{9B24FA50-177C-4B5A-AA10-BF89D194F6B0}" dt="2024-03-05T20:51:49.010" v="1013" actId="478"/>
          <ac:spMkLst>
            <pc:docMk/>
            <pc:sldMk cId="2626391186" sldId="2147474118"/>
            <ac:spMk id="31" creationId="{F6EDAFA3-CF5D-6CD1-3F04-F26402155D40}"/>
          </ac:spMkLst>
        </pc:spChg>
        <pc:spChg chg="del">
          <ac:chgData name="Cartwright, Max" userId="4fdaca64-157b-4f34-aebd-58f672b6a20c" providerId="ADAL" clId="{9B24FA50-177C-4B5A-AA10-BF89D194F6B0}" dt="2024-03-05T20:51:49.010" v="1013" actId="478"/>
          <ac:spMkLst>
            <pc:docMk/>
            <pc:sldMk cId="2626391186" sldId="2147474118"/>
            <ac:spMk id="64" creationId="{56C8ED0B-81D8-46AA-6AD3-9599BED25299}"/>
          </ac:spMkLst>
        </pc:spChg>
        <pc:spChg chg="del">
          <ac:chgData name="Cartwright, Max" userId="4fdaca64-157b-4f34-aebd-58f672b6a20c" providerId="ADAL" clId="{9B24FA50-177C-4B5A-AA10-BF89D194F6B0}" dt="2024-03-05T20:51:49.010" v="1013" actId="478"/>
          <ac:spMkLst>
            <pc:docMk/>
            <pc:sldMk cId="2626391186" sldId="2147474118"/>
            <ac:spMk id="65" creationId="{DD795179-BE8A-87C7-2CC3-B660419A6194}"/>
          </ac:spMkLst>
        </pc:spChg>
        <pc:spChg chg="del">
          <ac:chgData name="Cartwright, Max" userId="4fdaca64-157b-4f34-aebd-58f672b6a20c" providerId="ADAL" clId="{9B24FA50-177C-4B5A-AA10-BF89D194F6B0}" dt="2024-03-05T20:51:49.010" v="1013" actId="478"/>
          <ac:spMkLst>
            <pc:docMk/>
            <pc:sldMk cId="2626391186" sldId="2147474118"/>
            <ac:spMk id="66" creationId="{29E59022-4BF3-E29E-C12E-B58C08FA9385}"/>
          </ac:spMkLst>
        </pc:spChg>
        <pc:spChg chg="del">
          <ac:chgData name="Cartwright, Max" userId="4fdaca64-157b-4f34-aebd-58f672b6a20c" providerId="ADAL" clId="{9B24FA50-177C-4B5A-AA10-BF89D194F6B0}" dt="2024-03-05T20:51:49.010" v="1013" actId="478"/>
          <ac:spMkLst>
            <pc:docMk/>
            <pc:sldMk cId="2626391186" sldId="2147474118"/>
            <ac:spMk id="67" creationId="{3E936388-8B97-58FF-A34C-E612EA3AE1DB}"/>
          </ac:spMkLst>
        </pc:spChg>
        <pc:spChg chg="del">
          <ac:chgData name="Cartwright, Max" userId="4fdaca64-157b-4f34-aebd-58f672b6a20c" providerId="ADAL" clId="{9B24FA50-177C-4B5A-AA10-BF89D194F6B0}" dt="2024-03-05T20:51:49.010" v="1013" actId="478"/>
          <ac:spMkLst>
            <pc:docMk/>
            <pc:sldMk cId="2626391186" sldId="2147474118"/>
            <ac:spMk id="68" creationId="{6EC92D07-E96C-E6F1-6144-5C016A8483E5}"/>
          </ac:spMkLst>
        </pc:spChg>
        <pc:spChg chg="del">
          <ac:chgData name="Cartwright, Max" userId="4fdaca64-157b-4f34-aebd-58f672b6a20c" providerId="ADAL" clId="{9B24FA50-177C-4B5A-AA10-BF89D194F6B0}" dt="2024-03-05T20:51:49.010" v="1013" actId="478"/>
          <ac:spMkLst>
            <pc:docMk/>
            <pc:sldMk cId="2626391186" sldId="2147474118"/>
            <ac:spMk id="69" creationId="{5D7DF35D-547B-CEF6-8912-5239B47DA582}"/>
          </ac:spMkLst>
        </pc:spChg>
        <pc:spChg chg="del">
          <ac:chgData name="Cartwright, Max" userId="4fdaca64-157b-4f34-aebd-58f672b6a20c" providerId="ADAL" clId="{9B24FA50-177C-4B5A-AA10-BF89D194F6B0}" dt="2024-03-05T20:51:49.010" v="1013" actId="478"/>
          <ac:spMkLst>
            <pc:docMk/>
            <pc:sldMk cId="2626391186" sldId="2147474118"/>
            <ac:spMk id="70" creationId="{FAE2441E-7556-7B01-38DD-4F7576311E9F}"/>
          </ac:spMkLst>
        </pc:spChg>
        <pc:spChg chg="del">
          <ac:chgData name="Cartwright, Max" userId="4fdaca64-157b-4f34-aebd-58f672b6a20c" providerId="ADAL" clId="{9B24FA50-177C-4B5A-AA10-BF89D194F6B0}" dt="2024-03-05T20:51:49.010" v="1013" actId="478"/>
          <ac:spMkLst>
            <pc:docMk/>
            <pc:sldMk cId="2626391186" sldId="2147474118"/>
            <ac:spMk id="71" creationId="{CFB73E41-28E5-5B6A-78F2-6DDBCEC42C75}"/>
          </ac:spMkLst>
        </pc:spChg>
        <pc:spChg chg="del">
          <ac:chgData name="Cartwright, Max" userId="4fdaca64-157b-4f34-aebd-58f672b6a20c" providerId="ADAL" clId="{9B24FA50-177C-4B5A-AA10-BF89D194F6B0}" dt="2024-03-05T20:51:49.010" v="1013" actId="478"/>
          <ac:spMkLst>
            <pc:docMk/>
            <pc:sldMk cId="2626391186" sldId="2147474118"/>
            <ac:spMk id="72" creationId="{8BE5E1E7-CD92-CE60-9C08-362CA75D1DE5}"/>
          </ac:spMkLst>
        </pc:spChg>
        <pc:spChg chg="del">
          <ac:chgData name="Cartwright, Max" userId="4fdaca64-157b-4f34-aebd-58f672b6a20c" providerId="ADAL" clId="{9B24FA50-177C-4B5A-AA10-BF89D194F6B0}" dt="2024-03-05T20:51:49.010" v="1013" actId="478"/>
          <ac:spMkLst>
            <pc:docMk/>
            <pc:sldMk cId="2626391186" sldId="2147474118"/>
            <ac:spMk id="73" creationId="{DA88CA85-FB53-C64C-A159-419AAEA605FC}"/>
          </ac:spMkLst>
        </pc:spChg>
        <pc:spChg chg="del">
          <ac:chgData name="Cartwright, Max" userId="4fdaca64-157b-4f34-aebd-58f672b6a20c" providerId="ADAL" clId="{9B24FA50-177C-4B5A-AA10-BF89D194F6B0}" dt="2024-03-05T20:51:49.010" v="1013" actId="478"/>
          <ac:spMkLst>
            <pc:docMk/>
            <pc:sldMk cId="2626391186" sldId="2147474118"/>
            <ac:spMk id="74" creationId="{09C7C15D-2C82-6EBF-7732-7EE3199114C7}"/>
          </ac:spMkLst>
        </pc:spChg>
        <pc:spChg chg="del">
          <ac:chgData name="Cartwright, Max" userId="4fdaca64-157b-4f34-aebd-58f672b6a20c" providerId="ADAL" clId="{9B24FA50-177C-4B5A-AA10-BF89D194F6B0}" dt="2024-03-05T20:51:49.010" v="1013" actId="478"/>
          <ac:spMkLst>
            <pc:docMk/>
            <pc:sldMk cId="2626391186" sldId="2147474118"/>
            <ac:spMk id="75" creationId="{91FCB2E9-EFCE-A69F-5B43-74088B169490}"/>
          </ac:spMkLst>
        </pc:spChg>
        <pc:spChg chg="del">
          <ac:chgData name="Cartwright, Max" userId="4fdaca64-157b-4f34-aebd-58f672b6a20c" providerId="ADAL" clId="{9B24FA50-177C-4B5A-AA10-BF89D194F6B0}" dt="2024-03-05T20:51:49.010" v="1013" actId="478"/>
          <ac:spMkLst>
            <pc:docMk/>
            <pc:sldMk cId="2626391186" sldId="2147474118"/>
            <ac:spMk id="76" creationId="{660483A6-BF2E-831F-93A1-BC2E4F558646}"/>
          </ac:spMkLst>
        </pc:spChg>
        <pc:spChg chg="del">
          <ac:chgData name="Cartwright, Max" userId="4fdaca64-157b-4f34-aebd-58f672b6a20c" providerId="ADAL" clId="{9B24FA50-177C-4B5A-AA10-BF89D194F6B0}" dt="2024-03-05T20:51:49.010" v="1013" actId="478"/>
          <ac:spMkLst>
            <pc:docMk/>
            <pc:sldMk cId="2626391186" sldId="2147474118"/>
            <ac:spMk id="77" creationId="{74A95E0F-3AB5-937B-3315-BED95511C67C}"/>
          </ac:spMkLst>
        </pc:spChg>
        <pc:spChg chg="del">
          <ac:chgData name="Cartwright, Max" userId="4fdaca64-157b-4f34-aebd-58f672b6a20c" providerId="ADAL" clId="{9B24FA50-177C-4B5A-AA10-BF89D194F6B0}" dt="2024-03-05T20:51:49.010" v="1013" actId="478"/>
          <ac:spMkLst>
            <pc:docMk/>
            <pc:sldMk cId="2626391186" sldId="2147474118"/>
            <ac:spMk id="79" creationId="{CD85CC9E-C76C-99A6-0AA7-D23EBC90B81C}"/>
          </ac:spMkLst>
        </pc:spChg>
        <pc:spChg chg="del">
          <ac:chgData name="Cartwright, Max" userId="4fdaca64-157b-4f34-aebd-58f672b6a20c" providerId="ADAL" clId="{9B24FA50-177C-4B5A-AA10-BF89D194F6B0}" dt="2024-03-05T20:51:49.010" v="1013" actId="478"/>
          <ac:spMkLst>
            <pc:docMk/>
            <pc:sldMk cId="2626391186" sldId="2147474118"/>
            <ac:spMk id="80" creationId="{D12F3023-A010-953A-C779-351443104C21}"/>
          </ac:spMkLst>
        </pc:spChg>
        <pc:spChg chg="add del mod">
          <ac:chgData name="Cartwright, Max" userId="4fdaca64-157b-4f34-aebd-58f672b6a20c" providerId="ADAL" clId="{9B24FA50-177C-4B5A-AA10-BF89D194F6B0}" dt="2024-03-05T20:59:15.216" v="1066"/>
          <ac:spMkLst>
            <pc:docMk/>
            <pc:sldMk cId="2626391186" sldId="2147474118"/>
            <ac:spMk id="88" creationId="{D6F6388C-7560-F89E-5F7B-C4EBB7B780EF}"/>
          </ac:spMkLst>
        </pc:spChg>
        <pc:spChg chg="add del mod">
          <ac:chgData name="Cartwright, Max" userId="4fdaca64-157b-4f34-aebd-58f672b6a20c" providerId="ADAL" clId="{9B24FA50-177C-4B5A-AA10-BF89D194F6B0}" dt="2024-03-05T20:59:15.216" v="1066"/>
          <ac:spMkLst>
            <pc:docMk/>
            <pc:sldMk cId="2626391186" sldId="2147474118"/>
            <ac:spMk id="89" creationId="{D44856F6-EE3D-B76E-42E8-A9F01DAA8D13}"/>
          </ac:spMkLst>
        </pc:spChg>
        <pc:spChg chg="add del mod">
          <ac:chgData name="Cartwright, Max" userId="4fdaca64-157b-4f34-aebd-58f672b6a20c" providerId="ADAL" clId="{9B24FA50-177C-4B5A-AA10-BF89D194F6B0}" dt="2024-03-05T20:59:15.216" v="1066"/>
          <ac:spMkLst>
            <pc:docMk/>
            <pc:sldMk cId="2626391186" sldId="2147474118"/>
            <ac:spMk id="93" creationId="{8FD1750F-1C55-82F8-944F-9401609F7501}"/>
          </ac:spMkLst>
        </pc:spChg>
        <pc:spChg chg="add del mod">
          <ac:chgData name="Cartwright, Max" userId="4fdaca64-157b-4f34-aebd-58f672b6a20c" providerId="ADAL" clId="{9B24FA50-177C-4B5A-AA10-BF89D194F6B0}" dt="2024-03-05T20:59:15.216" v="1066"/>
          <ac:spMkLst>
            <pc:docMk/>
            <pc:sldMk cId="2626391186" sldId="2147474118"/>
            <ac:spMk id="94" creationId="{3CFD90DA-95CC-0E32-AD68-F8766E5C44A9}"/>
          </ac:spMkLst>
        </pc:spChg>
        <pc:spChg chg="add del mod">
          <ac:chgData name="Cartwright, Max" userId="4fdaca64-157b-4f34-aebd-58f672b6a20c" providerId="ADAL" clId="{9B24FA50-177C-4B5A-AA10-BF89D194F6B0}" dt="2024-03-05T20:59:15.216" v="1066"/>
          <ac:spMkLst>
            <pc:docMk/>
            <pc:sldMk cId="2626391186" sldId="2147474118"/>
            <ac:spMk id="95" creationId="{F6991599-1A4F-22B6-08B1-2CB46C020C29}"/>
          </ac:spMkLst>
        </pc:spChg>
        <pc:spChg chg="add del mod">
          <ac:chgData name="Cartwright, Max" userId="4fdaca64-157b-4f34-aebd-58f672b6a20c" providerId="ADAL" clId="{9B24FA50-177C-4B5A-AA10-BF89D194F6B0}" dt="2024-03-05T20:59:15.216" v="1066"/>
          <ac:spMkLst>
            <pc:docMk/>
            <pc:sldMk cId="2626391186" sldId="2147474118"/>
            <ac:spMk id="128" creationId="{5A10727C-2561-A7BB-CB8D-E2C67E385D73}"/>
          </ac:spMkLst>
        </pc:spChg>
        <pc:spChg chg="add del mod">
          <ac:chgData name="Cartwright, Max" userId="4fdaca64-157b-4f34-aebd-58f672b6a20c" providerId="ADAL" clId="{9B24FA50-177C-4B5A-AA10-BF89D194F6B0}" dt="2024-03-05T20:59:53.160" v="1096" actId="478"/>
          <ac:spMkLst>
            <pc:docMk/>
            <pc:sldMk cId="2626391186" sldId="2147474118"/>
            <ac:spMk id="141" creationId="{D6F6388C-7560-F89E-5F7B-C4EBB7B780EF}"/>
          </ac:spMkLst>
        </pc:spChg>
        <pc:spChg chg="add del mod">
          <ac:chgData name="Cartwright, Max" userId="4fdaca64-157b-4f34-aebd-58f672b6a20c" providerId="ADAL" clId="{9B24FA50-177C-4B5A-AA10-BF89D194F6B0}" dt="2024-03-05T20:59:53.160" v="1096" actId="478"/>
          <ac:spMkLst>
            <pc:docMk/>
            <pc:sldMk cId="2626391186" sldId="2147474118"/>
            <ac:spMk id="142" creationId="{D44856F6-EE3D-B76E-42E8-A9F01DAA8D13}"/>
          </ac:spMkLst>
        </pc:spChg>
        <pc:spChg chg="add del mod">
          <ac:chgData name="Cartwright, Max" userId="4fdaca64-157b-4f34-aebd-58f672b6a20c" providerId="ADAL" clId="{9B24FA50-177C-4B5A-AA10-BF89D194F6B0}" dt="2024-03-05T20:59:53.160" v="1096" actId="478"/>
          <ac:spMkLst>
            <pc:docMk/>
            <pc:sldMk cId="2626391186" sldId="2147474118"/>
            <ac:spMk id="146" creationId="{8FD1750F-1C55-82F8-944F-9401609F7501}"/>
          </ac:spMkLst>
        </pc:spChg>
        <pc:spChg chg="add del mod">
          <ac:chgData name="Cartwright, Max" userId="4fdaca64-157b-4f34-aebd-58f672b6a20c" providerId="ADAL" clId="{9B24FA50-177C-4B5A-AA10-BF89D194F6B0}" dt="2024-03-05T20:59:53.160" v="1096" actId="478"/>
          <ac:spMkLst>
            <pc:docMk/>
            <pc:sldMk cId="2626391186" sldId="2147474118"/>
            <ac:spMk id="147" creationId="{3CFD90DA-95CC-0E32-AD68-F8766E5C44A9}"/>
          </ac:spMkLst>
        </pc:spChg>
        <pc:spChg chg="add del mod">
          <ac:chgData name="Cartwright, Max" userId="4fdaca64-157b-4f34-aebd-58f672b6a20c" providerId="ADAL" clId="{9B24FA50-177C-4B5A-AA10-BF89D194F6B0}" dt="2024-03-05T20:59:53.160" v="1096" actId="478"/>
          <ac:spMkLst>
            <pc:docMk/>
            <pc:sldMk cId="2626391186" sldId="2147474118"/>
            <ac:spMk id="148" creationId="{F6991599-1A4F-22B6-08B1-2CB46C020C29}"/>
          </ac:spMkLst>
        </pc:spChg>
        <pc:spChg chg="add del mod">
          <ac:chgData name="Cartwright, Max" userId="4fdaca64-157b-4f34-aebd-58f672b6a20c" providerId="ADAL" clId="{9B24FA50-177C-4B5A-AA10-BF89D194F6B0}" dt="2024-03-05T20:59:53.160" v="1096" actId="478"/>
          <ac:spMkLst>
            <pc:docMk/>
            <pc:sldMk cId="2626391186" sldId="2147474118"/>
            <ac:spMk id="149" creationId="{5A10727C-2561-A7BB-CB8D-E2C67E385D73}"/>
          </ac:spMkLst>
        </pc:spChg>
        <pc:spChg chg="add del mod">
          <ac:chgData name="Cartwright, Max" userId="4fdaca64-157b-4f34-aebd-58f672b6a20c" providerId="ADAL" clId="{9B24FA50-177C-4B5A-AA10-BF89D194F6B0}" dt="2024-03-05T21:02:23.814" v="1100"/>
          <ac:spMkLst>
            <pc:docMk/>
            <pc:sldMk cId="2626391186" sldId="2147474118"/>
            <ac:spMk id="155" creationId="{8FD1750F-1C55-82F8-944F-9401609F7501}"/>
          </ac:spMkLst>
        </pc:spChg>
        <pc:spChg chg="add mod">
          <ac:chgData name="Cartwright, Max" userId="4fdaca64-157b-4f34-aebd-58f672b6a20c" providerId="ADAL" clId="{9B24FA50-177C-4B5A-AA10-BF89D194F6B0}" dt="2024-03-05T21:02:29.928" v="1102" actId="1076"/>
          <ac:spMkLst>
            <pc:docMk/>
            <pc:sldMk cId="2626391186" sldId="2147474118"/>
            <ac:spMk id="157" creationId="{8FD1750F-1C55-82F8-944F-9401609F7501}"/>
          </ac:spMkLst>
        </pc:spChg>
        <pc:spChg chg="del">
          <ac:chgData name="Cartwright, Max" userId="4fdaca64-157b-4f34-aebd-58f672b6a20c" providerId="ADAL" clId="{9B24FA50-177C-4B5A-AA10-BF89D194F6B0}" dt="2024-03-05T20:51:49.010" v="1013" actId="478"/>
          <ac:spMkLst>
            <pc:docMk/>
            <pc:sldMk cId="2626391186" sldId="2147474118"/>
            <ac:spMk id="158" creationId="{065D6069-35D1-F6CE-68FA-DAB7FF59AAE4}"/>
          </ac:spMkLst>
        </pc:spChg>
        <pc:spChg chg="del">
          <ac:chgData name="Cartwright, Max" userId="4fdaca64-157b-4f34-aebd-58f672b6a20c" providerId="ADAL" clId="{9B24FA50-177C-4B5A-AA10-BF89D194F6B0}" dt="2024-03-05T20:51:49.010" v="1013" actId="478"/>
          <ac:spMkLst>
            <pc:docMk/>
            <pc:sldMk cId="2626391186" sldId="2147474118"/>
            <ac:spMk id="159" creationId="{3E74D0DB-5D9F-2161-28F6-5F9454CB384D}"/>
          </ac:spMkLst>
        </pc:spChg>
        <pc:spChg chg="add del mod">
          <ac:chgData name="Cartwright, Max" userId="4fdaca64-157b-4f34-aebd-58f672b6a20c" providerId="ADAL" clId="{9B24FA50-177C-4B5A-AA10-BF89D194F6B0}" dt="2024-03-05T21:02:48.950" v="1114" actId="478"/>
          <ac:spMkLst>
            <pc:docMk/>
            <pc:sldMk cId="2626391186" sldId="2147474118"/>
            <ac:spMk id="160" creationId="{3BE94E6F-56EA-018C-3547-E598274282CE}"/>
          </ac:spMkLst>
        </pc:spChg>
        <pc:spChg chg="del">
          <ac:chgData name="Cartwright, Max" userId="4fdaca64-157b-4f34-aebd-58f672b6a20c" providerId="ADAL" clId="{9B24FA50-177C-4B5A-AA10-BF89D194F6B0}" dt="2024-03-05T20:51:49.010" v="1013" actId="478"/>
          <ac:spMkLst>
            <pc:docMk/>
            <pc:sldMk cId="2626391186" sldId="2147474118"/>
            <ac:spMk id="161" creationId="{D33F3196-94FF-53A9-BF8E-DF5118DDD82D}"/>
          </ac:spMkLst>
        </pc:spChg>
        <pc:spChg chg="del">
          <ac:chgData name="Cartwright, Max" userId="4fdaca64-157b-4f34-aebd-58f672b6a20c" providerId="ADAL" clId="{9B24FA50-177C-4B5A-AA10-BF89D194F6B0}" dt="2024-03-05T20:51:49.010" v="1013" actId="478"/>
          <ac:spMkLst>
            <pc:docMk/>
            <pc:sldMk cId="2626391186" sldId="2147474118"/>
            <ac:spMk id="162" creationId="{5E165112-15A1-D585-19AD-FF403D4091AB}"/>
          </ac:spMkLst>
        </pc:spChg>
        <pc:spChg chg="del">
          <ac:chgData name="Cartwright, Max" userId="4fdaca64-157b-4f34-aebd-58f672b6a20c" providerId="ADAL" clId="{9B24FA50-177C-4B5A-AA10-BF89D194F6B0}" dt="2024-03-05T20:51:49.010" v="1013" actId="478"/>
          <ac:spMkLst>
            <pc:docMk/>
            <pc:sldMk cId="2626391186" sldId="2147474118"/>
            <ac:spMk id="163" creationId="{A5DD8720-9485-51AF-3716-5D7E07F0CCBC}"/>
          </ac:spMkLst>
        </pc:spChg>
        <pc:spChg chg="del">
          <ac:chgData name="Cartwright, Max" userId="4fdaca64-157b-4f34-aebd-58f672b6a20c" providerId="ADAL" clId="{9B24FA50-177C-4B5A-AA10-BF89D194F6B0}" dt="2024-03-05T20:51:49.010" v="1013" actId="478"/>
          <ac:spMkLst>
            <pc:docMk/>
            <pc:sldMk cId="2626391186" sldId="2147474118"/>
            <ac:spMk id="165" creationId="{B944EC0A-0D17-C1E5-594F-EF5F09298951}"/>
          </ac:spMkLst>
        </pc:spChg>
        <pc:grpChg chg="del">
          <ac:chgData name="Cartwright, Max" userId="4fdaca64-157b-4f34-aebd-58f672b6a20c" providerId="ADAL" clId="{9B24FA50-177C-4B5A-AA10-BF89D194F6B0}" dt="2024-03-05T20:51:49.010" v="1013" actId="478"/>
          <ac:grpSpMkLst>
            <pc:docMk/>
            <pc:sldMk cId="2626391186" sldId="2147474118"/>
            <ac:grpSpMk id="6" creationId="{91F1EEB7-EA7A-D5C8-DE54-4BA7B14A4BFE}"/>
          </ac:grpSpMkLst>
        </pc:grpChg>
        <pc:grpChg chg="del">
          <ac:chgData name="Cartwright, Max" userId="4fdaca64-157b-4f34-aebd-58f672b6a20c" providerId="ADAL" clId="{9B24FA50-177C-4B5A-AA10-BF89D194F6B0}" dt="2024-03-05T20:51:49.010" v="1013" actId="478"/>
          <ac:grpSpMkLst>
            <pc:docMk/>
            <pc:sldMk cId="2626391186" sldId="2147474118"/>
            <ac:grpSpMk id="9" creationId="{E84670E2-B3A9-2243-6FE8-B3E0AA34B5D4}"/>
          </ac:grpSpMkLst>
        </pc:grpChg>
        <pc:graphicFrameChg chg="add del mod modGraphic">
          <ac:chgData name="Cartwright, Max" userId="4fdaca64-157b-4f34-aebd-58f672b6a20c" providerId="ADAL" clId="{9B24FA50-177C-4B5A-AA10-BF89D194F6B0}" dt="2024-03-05T20:59:06.180" v="1060" actId="478"/>
          <ac:graphicFrameMkLst>
            <pc:docMk/>
            <pc:sldMk cId="2626391186" sldId="2147474118"/>
            <ac:graphicFrameMk id="15" creationId="{48142E70-8380-E2EB-6B36-08E990EC8479}"/>
          </ac:graphicFrameMkLst>
        </pc:graphicFrameChg>
        <pc:graphicFrameChg chg="add del mod">
          <ac:chgData name="Cartwright, Max" userId="4fdaca64-157b-4f34-aebd-58f672b6a20c" providerId="ADAL" clId="{9B24FA50-177C-4B5A-AA10-BF89D194F6B0}" dt="2024-03-05T20:59:15.216" v="1066"/>
          <ac:graphicFrameMkLst>
            <pc:docMk/>
            <pc:sldMk cId="2626391186" sldId="2147474118"/>
            <ac:graphicFrameMk id="78" creationId="{FD282D64-E19C-9612-FA5B-C723DD030EA7}"/>
          </ac:graphicFrameMkLst>
        </pc:graphicFrameChg>
        <pc:graphicFrameChg chg="add del mod">
          <ac:chgData name="Cartwright, Max" userId="4fdaca64-157b-4f34-aebd-58f672b6a20c" providerId="ADAL" clId="{9B24FA50-177C-4B5A-AA10-BF89D194F6B0}" dt="2024-03-05T20:59:53.160" v="1096" actId="478"/>
          <ac:graphicFrameMkLst>
            <pc:docMk/>
            <pc:sldMk cId="2626391186" sldId="2147474118"/>
            <ac:graphicFrameMk id="133" creationId="{66CE69DD-D578-5B16-05C7-B004A8D0EDE1}"/>
          </ac:graphicFrameMkLst>
        </pc:graphicFrameChg>
        <pc:graphicFrameChg chg="add del mod">
          <ac:chgData name="Cartwright, Max" userId="4fdaca64-157b-4f34-aebd-58f672b6a20c" providerId="ADAL" clId="{9B24FA50-177C-4B5A-AA10-BF89D194F6B0}" dt="2024-03-05T21:02:23.814" v="1100"/>
          <ac:graphicFrameMkLst>
            <pc:docMk/>
            <pc:sldMk cId="2626391186" sldId="2147474118"/>
            <ac:graphicFrameMk id="154" creationId="{18C79992-6668-AD9C-1311-97C8DFC0F947}"/>
          </ac:graphicFrameMkLst>
        </pc:graphicFrameChg>
        <pc:graphicFrameChg chg="add mod modGraphic">
          <ac:chgData name="Cartwright, Max" userId="4fdaca64-157b-4f34-aebd-58f672b6a20c" providerId="ADAL" clId="{9B24FA50-177C-4B5A-AA10-BF89D194F6B0}" dt="2024-03-05T21:10:06.797" v="1251" actId="14100"/>
          <ac:graphicFrameMkLst>
            <pc:docMk/>
            <pc:sldMk cId="2626391186" sldId="2147474118"/>
            <ac:graphicFrameMk id="156" creationId="{2E11A364-7F6A-D050-FB2E-BB8F091F3B08}"/>
          </ac:graphicFrameMkLst>
        </pc:graphicFrameChg>
        <pc:picChg chg="add del mod">
          <ac:chgData name="Cartwright, Max" userId="4fdaca64-157b-4f34-aebd-58f672b6a20c" providerId="ADAL" clId="{9B24FA50-177C-4B5A-AA10-BF89D194F6B0}" dt="2024-03-05T20:59:15.216" v="1066"/>
          <ac:picMkLst>
            <pc:docMk/>
            <pc:sldMk cId="2626391186" sldId="2147474118"/>
            <ac:picMk id="81" creationId="{1D3D2A9C-944E-6B09-11F1-897420C2CA9C}"/>
          </ac:picMkLst>
        </pc:picChg>
        <pc:picChg chg="add del mod">
          <ac:chgData name="Cartwright, Max" userId="4fdaca64-157b-4f34-aebd-58f672b6a20c" providerId="ADAL" clId="{9B24FA50-177C-4B5A-AA10-BF89D194F6B0}" dt="2024-03-05T20:59:15.216" v="1066"/>
          <ac:picMkLst>
            <pc:docMk/>
            <pc:sldMk cId="2626391186" sldId="2147474118"/>
            <ac:picMk id="82" creationId="{DB7FC4F0-0F2D-9F3D-71A7-31B9EE3D908B}"/>
          </ac:picMkLst>
        </pc:picChg>
        <pc:picChg chg="add del mod">
          <ac:chgData name="Cartwright, Max" userId="4fdaca64-157b-4f34-aebd-58f672b6a20c" providerId="ADAL" clId="{9B24FA50-177C-4B5A-AA10-BF89D194F6B0}" dt="2024-03-05T20:59:15.216" v="1066"/>
          <ac:picMkLst>
            <pc:docMk/>
            <pc:sldMk cId="2626391186" sldId="2147474118"/>
            <ac:picMk id="83" creationId="{E6421F5D-F58E-D535-CC78-AAC746B6349D}"/>
          </ac:picMkLst>
        </pc:picChg>
        <pc:picChg chg="add del mod">
          <ac:chgData name="Cartwright, Max" userId="4fdaca64-157b-4f34-aebd-58f672b6a20c" providerId="ADAL" clId="{9B24FA50-177C-4B5A-AA10-BF89D194F6B0}" dt="2024-03-05T20:59:15.216" v="1066"/>
          <ac:picMkLst>
            <pc:docMk/>
            <pc:sldMk cId="2626391186" sldId="2147474118"/>
            <ac:picMk id="84" creationId="{9D34B66F-5BDB-6E3B-DFAC-CC907150BFD0}"/>
          </ac:picMkLst>
        </pc:picChg>
        <pc:picChg chg="add del mod">
          <ac:chgData name="Cartwright, Max" userId="4fdaca64-157b-4f34-aebd-58f672b6a20c" providerId="ADAL" clId="{9B24FA50-177C-4B5A-AA10-BF89D194F6B0}" dt="2024-03-05T20:59:15.216" v="1066"/>
          <ac:picMkLst>
            <pc:docMk/>
            <pc:sldMk cId="2626391186" sldId="2147474118"/>
            <ac:picMk id="85" creationId="{B51C8316-97AD-F94D-B619-E0AF4AF6C1B3}"/>
          </ac:picMkLst>
        </pc:picChg>
        <pc:picChg chg="add del mod">
          <ac:chgData name="Cartwright, Max" userId="4fdaca64-157b-4f34-aebd-58f672b6a20c" providerId="ADAL" clId="{9B24FA50-177C-4B5A-AA10-BF89D194F6B0}" dt="2024-03-05T20:59:15.216" v="1066"/>
          <ac:picMkLst>
            <pc:docMk/>
            <pc:sldMk cId="2626391186" sldId="2147474118"/>
            <ac:picMk id="86" creationId="{566E472C-0EDA-5756-27F9-869479E19F3D}"/>
          </ac:picMkLst>
        </pc:picChg>
        <pc:picChg chg="add del mod">
          <ac:chgData name="Cartwright, Max" userId="4fdaca64-157b-4f34-aebd-58f672b6a20c" providerId="ADAL" clId="{9B24FA50-177C-4B5A-AA10-BF89D194F6B0}" dt="2024-03-05T20:59:15.216" v="1066"/>
          <ac:picMkLst>
            <pc:docMk/>
            <pc:sldMk cId="2626391186" sldId="2147474118"/>
            <ac:picMk id="87" creationId="{A54F6F5B-BE35-5E3F-CBB0-88282A1F36B4}"/>
          </ac:picMkLst>
        </pc:picChg>
        <pc:picChg chg="add del mod">
          <ac:chgData name="Cartwright, Max" userId="4fdaca64-157b-4f34-aebd-58f672b6a20c" providerId="ADAL" clId="{9B24FA50-177C-4B5A-AA10-BF89D194F6B0}" dt="2024-03-05T20:59:15.216" v="1066"/>
          <ac:picMkLst>
            <pc:docMk/>
            <pc:sldMk cId="2626391186" sldId="2147474118"/>
            <ac:picMk id="90" creationId="{7FB8C460-0767-20D6-1C0D-5F22175EC1A4}"/>
          </ac:picMkLst>
        </pc:picChg>
        <pc:picChg chg="add del mod">
          <ac:chgData name="Cartwright, Max" userId="4fdaca64-157b-4f34-aebd-58f672b6a20c" providerId="ADAL" clId="{9B24FA50-177C-4B5A-AA10-BF89D194F6B0}" dt="2024-03-05T20:59:15.216" v="1066"/>
          <ac:picMkLst>
            <pc:docMk/>
            <pc:sldMk cId="2626391186" sldId="2147474118"/>
            <ac:picMk id="91" creationId="{620DC6E8-117D-882A-4CEB-E11FCCA1DF70}"/>
          </ac:picMkLst>
        </pc:picChg>
        <pc:picChg chg="add del mod">
          <ac:chgData name="Cartwright, Max" userId="4fdaca64-157b-4f34-aebd-58f672b6a20c" providerId="ADAL" clId="{9B24FA50-177C-4B5A-AA10-BF89D194F6B0}" dt="2024-03-05T20:59:15.216" v="1066"/>
          <ac:picMkLst>
            <pc:docMk/>
            <pc:sldMk cId="2626391186" sldId="2147474118"/>
            <ac:picMk id="92" creationId="{BD7A509B-8448-7389-D938-321CCF286DA1}"/>
          </ac:picMkLst>
        </pc:picChg>
        <pc:picChg chg="add del mod">
          <ac:chgData name="Cartwright, Max" userId="4fdaca64-157b-4f34-aebd-58f672b6a20c" providerId="ADAL" clId="{9B24FA50-177C-4B5A-AA10-BF89D194F6B0}" dt="2024-03-05T20:59:15.216" v="1066"/>
          <ac:picMkLst>
            <pc:docMk/>
            <pc:sldMk cId="2626391186" sldId="2147474118"/>
            <ac:picMk id="129" creationId="{95D3055F-DB40-9A96-217C-49E3848F5AED}"/>
          </ac:picMkLst>
        </pc:picChg>
        <pc:picChg chg="add del mod">
          <ac:chgData name="Cartwright, Max" userId="4fdaca64-157b-4f34-aebd-58f672b6a20c" providerId="ADAL" clId="{9B24FA50-177C-4B5A-AA10-BF89D194F6B0}" dt="2024-03-05T20:59:15.216" v="1066"/>
          <ac:picMkLst>
            <pc:docMk/>
            <pc:sldMk cId="2626391186" sldId="2147474118"/>
            <ac:picMk id="130" creationId="{FAEC31FD-D266-4CAC-2EF6-F7E7D0723C83}"/>
          </ac:picMkLst>
        </pc:picChg>
        <pc:picChg chg="add del mod">
          <ac:chgData name="Cartwright, Max" userId="4fdaca64-157b-4f34-aebd-58f672b6a20c" providerId="ADAL" clId="{9B24FA50-177C-4B5A-AA10-BF89D194F6B0}" dt="2024-03-05T20:59:15.216" v="1066"/>
          <ac:picMkLst>
            <pc:docMk/>
            <pc:sldMk cId="2626391186" sldId="2147474118"/>
            <ac:picMk id="131" creationId="{766118B5-E0C4-0AA7-8FE4-44A17AD7FA43}"/>
          </ac:picMkLst>
        </pc:picChg>
        <pc:picChg chg="add del mod">
          <ac:chgData name="Cartwright, Max" userId="4fdaca64-157b-4f34-aebd-58f672b6a20c" providerId="ADAL" clId="{9B24FA50-177C-4B5A-AA10-BF89D194F6B0}" dt="2024-03-05T20:59:15.216" v="1066"/>
          <ac:picMkLst>
            <pc:docMk/>
            <pc:sldMk cId="2626391186" sldId="2147474118"/>
            <ac:picMk id="132" creationId="{D9871789-78AD-7C29-6952-09197B364D0B}"/>
          </ac:picMkLst>
        </pc:picChg>
        <pc:picChg chg="add del mod">
          <ac:chgData name="Cartwright, Max" userId="4fdaca64-157b-4f34-aebd-58f672b6a20c" providerId="ADAL" clId="{9B24FA50-177C-4B5A-AA10-BF89D194F6B0}" dt="2024-03-05T20:59:53.160" v="1096" actId="478"/>
          <ac:picMkLst>
            <pc:docMk/>
            <pc:sldMk cId="2626391186" sldId="2147474118"/>
            <ac:picMk id="134" creationId="{1D3D2A9C-944E-6B09-11F1-897420C2CA9C}"/>
          </ac:picMkLst>
        </pc:picChg>
        <pc:picChg chg="add del mod">
          <ac:chgData name="Cartwright, Max" userId="4fdaca64-157b-4f34-aebd-58f672b6a20c" providerId="ADAL" clId="{9B24FA50-177C-4B5A-AA10-BF89D194F6B0}" dt="2024-03-05T20:59:53.160" v="1096" actId="478"/>
          <ac:picMkLst>
            <pc:docMk/>
            <pc:sldMk cId="2626391186" sldId="2147474118"/>
            <ac:picMk id="135" creationId="{DB7FC4F0-0F2D-9F3D-71A7-31B9EE3D908B}"/>
          </ac:picMkLst>
        </pc:picChg>
        <pc:picChg chg="add del mod">
          <ac:chgData name="Cartwright, Max" userId="4fdaca64-157b-4f34-aebd-58f672b6a20c" providerId="ADAL" clId="{9B24FA50-177C-4B5A-AA10-BF89D194F6B0}" dt="2024-03-05T20:59:53.160" v="1096" actId="478"/>
          <ac:picMkLst>
            <pc:docMk/>
            <pc:sldMk cId="2626391186" sldId="2147474118"/>
            <ac:picMk id="136" creationId="{E6421F5D-F58E-D535-CC78-AAC746B6349D}"/>
          </ac:picMkLst>
        </pc:picChg>
        <pc:picChg chg="add del mod">
          <ac:chgData name="Cartwright, Max" userId="4fdaca64-157b-4f34-aebd-58f672b6a20c" providerId="ADAL" clId="{9B24FA50-177C-4B5A-AA10-BF89D194F6B0}" dt="2024-03-05T20:59:53.160" v="1096" actId="478"/>
          <ac:picMkLst>
            <pc:docMk/>
            <pc:sldMk cId="2626391186" sldId="2147474118"/>
            <ac:picMk id="137" creationId="{9D34B66F-5BDB-6E3B-DFAC-CC907150BFD0}"/>
          </ac:picMkLst>
        </pc:picChg>
        <pc:picChg chg="add del mod">
          <ac:chgData name="Cartwright, Max" userId="4fdaca64-157b-4f34-aebd-58f672b6a20c" providerId="ADAL" clId="{9B24FA50-177C-4B5A-AA10-BF89D194F6B0}" dt="2024-03-05T20:59:53.160" v="1096" actId="478"/>
          <ac:picMkLst>
            <pc:docMk/>
            <pc:sldMk cId="2626391186" sldId="2147474118"/>
            <ac:picMk id="138" creationId="{B51C8316-97AD-F94D-B619-E0AF4AF6C1B3}"/>
          </ac:picMkLst>
        </pc:picChg>
        <pc:picChg chg="add del mod">
          <ac:chgData name="Cartwright, Max" userId="4fdaca64-157b-4f34-aebd-58f672b6a20c" providerId="ADAL" clId="{9B24FA50-177C-4B5A-AA10-BF89D194F6B0}" dt="2024-03-05T20:59:53.160" v="1096" actId="478"/>
          <ac:picMkLst>
            <pc:docMk/>
            <pc:sldMk cId="2626391186" sldId="2147474118"/>
            <ac:picMk id="139" creationId="{566E472C-0EDA-5756-27F9-869479E19F3D}"/>
          </ac:picMkLst>
        </pc:picChg>
        <pc:picChg chg="add del mod">
          <ac:chgData name="Cartwright, Max" userId="4fdaca64-157b-4f34-aebd-58f672b6a20c" providerId="ADAL" clId="{9B24FA50-177C-4B5A-AA10-BF89D194F6B0}" dt="2024-03-05T20:59:53.160" v="1096" actId="478"/>
          <ac:picMkLst>
            <pc:docMk/>
            <pc:sldMk cId="2626391186" sldId="2147474118"/>
            <ac:picMk id="140" creationId="{A54F6F5B-BE35-5E3F-CBB0-88282A1F36B4}"/>
          </ac:picMkLst>
        </pc:picChg>
        <pc:picChg chg="add del mod">
          <ac:chgData name="Cartwright, Max" userId="4fdaca64-157b-4f34-aebd-58f672b6a20c" providerId="ADAL" clId="{9B24FA50-177C-4B5A-AA10-BF89D194F6B0}" dt="2024-03-05T20:59:53.160" v="1096" actId="478"/>
          <ac:picMkLst>
            <pc:docMk/>
            <pc:sldMk cId="2626391186" sldId="2147474118"/>
            <ac:picMk id="143" creationId="{7FB8C460-0767-20D6-1C0D-5F22175EC1A4}"/>
          </ac:picMkLst>
        </pc:picChg>
        <pc:picChg chg="add del mod">
          <ac:chgData name="Cartwright, Max" userId="4fdaca64-157b-4f34-aebd-58f672b6a20c" providerId="ADAL" clId="{9B24FA50-177C-4B5A-AA10-BF89D194F6B0}" dt="2024-03-05T20:59:53.160" v="1096" actId="478"/>
          <ac:picMkLst>
            <pc:docMk/>
            <pc:sldMk cId="2626391186" sldId="2147474118"/>
            <ac:picMk id="144" creationId="{620DC6E8-117D-882A-4CEB-E11FCCA1DF70}"/>
          </ac:picMkLst>
        </pc:picChg>
        <pc:picChg chg="add del mod">
          <ac:chgData name="Cartwright, Max" userId="4fdaca64-157b-4f34-aebd-58f672b6a20c" providerId="ADAL" clId="{9B24FA50-177C-4B5A-AA10-BF89D194F6B0}" dt="2024-03-05T20:59:53.160" v="1096" actId="478"/>
          <ac:picMkLst>
            <pc:docMk/>
            <pc:sldMk cId="2626391186" sldId="2147474118"/>
            <ac:picMk id="145" creationId="{BD7A509B-8448-7389-D938-321CCF286DA1}"/>
          </ac:picMkLst>
        </pc:picChg>
        <pc:picChg chg="add del mod">
          <ac:chgData name="Cartwright, Max" userId="4fdaca64-157b-4f34-aebd-58f672b6a20c" providerId="ADAL" clId="{9B24FA50-177C-4B5A-AA10-BF89D194F6B0}" dt="2024-03-05T20:59:53.160" v="1096" actId="478"/>
          <ac:picMkLst>
            <pc:docMk/>
            <pc:sldMk cId="2626391186" sldId="2147474118"/>
            <ac:picMk id="150" creationId="{95D3055F-DB40-9A96-217C-49E3848F5AED}"/>
          </ac:picMkLst>
        </pc:picChg>
        <pc:picChg chg="add del mod">
          <ac:chgData name="Cartwright, Max" userId="4fdaca64-157b-4f34-aebd-58f672b6a20c" providerId="ADAL" clId="{9B24FA50-177C-4B5A-AA10-BF89D194F6B0}" dt="2024-03-05T20:59:53.160" v="1096" actId="478"/>
          <ac:picMkLst>
            <pc:docMk/>
            <pc:sldMk cId="2626391186" sldId="2147474118"/>
            <ac:picMk id="151" creationId="{FAEC31FD-D266-4CAC-2EF6-F7E7D0723C83}"/>
          </ac:picMkLst>
        </pc:picChg>
        <pc:picChg chg="add del mod">
          <ac:chgData name="Cartwright, Max" userId="4fdaca64-157b-4f34-aebd-58f672b6a20c" providerId="ADAL" clId="{9B24FA50-177C-4B5A-AA10-BF89D194F6B0}" dt="2024-03-05T20:59:53.160" v="1096" actId="478"/>
          <ac:picMkLst>
            <pc:docMk/>
            <pc:sldMk cId="2626391186" sldId="2147474118"/>
            <ac:picMk id="152" creationId="{766118B5-E0C4-0AA7-8FE4-44A17AD7FA43}"/>
          </ac:picMkLst>
        </pc:picChg>
        <pc:picChg chg="add del mod">
          <ac:chgData name="Cartwright, Max" userId="4fdaca64-157b-4f34-aebd-58f672b6a20c" providerId="ADAL" clId="{9B24FA50-177C-4B5A-AA10-BF89D194F6B0}" dt="2024-03-05T20:59:53.160" v="1096" actId="478"/>
          <ac:picMkLst>
            <pc:docMk/>
            <pc:sldMk cId="2626391186" sldId="2147474118"/>
            <ac:picMk id="153" creationId="{D9871789-78AD-7C29-6952-09197B364D0B}"/>
          </ac:picMkLst>
        </pc:picChg>
        <pc:picChg chg="del">
          <ac:chgData name="Cartwright, Max" userId="4fdaca64-157b-4f34-aebd-58f672b6a20c" providerId="ADAL" clId="{9B24FA50-177C-4B5A-AA10-BF89D194F6B0}" dt="2024-03-05T20:51:49.010" v="1013" actId="478"/>
          <ac:picMkLst>
            <pc:docMk/>
            <pc:sldMk cId="2626391186" sldId="2147474118"/>
            <ac:picMk id="166" creationId="{32021D27-AC29-E2A0-0031-9CFB5CD37562}"/>
          </ac:picMkLst>
        </pc:picChg>
      </pc:sldChg>
      <pc:sldMasterChg chg="delSldLayout">
        <pc:chgData name="Cartwright, Max" userId="4fdaca64-157b-4f34-aebd-58f672b6a20c" providerId="ADAL" clId="{9B24FA50-177C-4B5A-AA10-BF89D194F6B0}" dt="2024-03-05T19:59:39.918" v="92" actId="47"/>
        <pc:sldMasterMkLst>
          <pc:docMk/>
          <pc:sldMasterMk cId="3148905397" sldId="2147483899"/>
        </pc:sldMasterMkLst>
        <pc:sldLayoutChg chg="del">
          <pc:chgData name="Cartwright, Max" userId="4fdaca64-157b-4f34-aebd-58f672b6a20c" providerId="ADAL" clId="{9B24FA50-177C-4B5A-AA10-BF89D194F6B0}" dt="2024-03-05T19:59:39.918" v="92" actId="47"/>
          <pc:sldLayoutMkLst>
            <pc:docMk/>
            <pc:sldMasterMk cId="3148905397" sldId="2147483899"/>
            <pc:sldLayoutMk cId="821331376" sldId="2147484001"/>
          </pc:sldLayoutMkLst>
        </pc:sldLayoutChg>
        <pc:sldLayoutChg chg="del">
          <pc:chgData name="Cartwright, Max" userId="4fdaca64-157b-4f34-aebd-58f672b6a20c" providerId="ADAL" clId="{9B24FA50-177C-4B5A-AA10-BF89D194F6B0}" dt="2024-03-05T19:59:39.918" v="92" actId="47"/>
          <pc:sldLayoutMkLst>
            <pc:docMk/>
            <pc:sldMasterMk cId="3148905397" sldId="2147483899"/>
            <pc:sldLayoutMk cId="4061944835" sldId="2147484002"/>
          </pc:sldLayoutMkLst>
        </pc:sldLayoutChg>
        <pc:sldLayoutChg chg="del">
          <pc:chgData name="Cartwright, Max" userId="4fdaca64-157b-4f34-aebd-58f672b6a20c" providerId="ADAL" clId="{9B24FA50-177C-4B5A-AA10-BF89D194F6B0}" dt="2024-03-05T19:59:00.130" v="88" actId="47"/>
          <pc:sldLayoutMkLst>
            <pc:docMk/>
            <pc:sldMasterMk cId="3148905397" sldId="2147483899"/>
            <pc:sldLayoutMk cId="246610001" sldId="2147484004"/>
          </pc:sldLayoutMkLst>
        </pc:sldLayoutChg>
      </pc:sldMasterChg>
    </pc:docChg>
  </pc:docChgLst>
  <pc:docChgLst>
    <pc:chgData name="Kanduru, Raghava" userId="S::raghava.kanduru@capgemini.com::cf8c09de-c40c-47a2-971b-c612c06e0906" providerId="AD" clId="Web-{D59FA340-F58F-4A35-8D63-DFCB06BC2D6A}"/>
    <pc:docChg chg="addSld delSld">
      <pc:chgData name="Kanduru, Raghava" userId="S::raghava.kanduru@capgemini.com::cf8c09de-c40c-47a2-971b-c612c06e0906" providerId="AD" clId="Web-{D59FA340-F58F-4A35-8D63-DFCB06BC2D6A}" dt="2024-03-12T17:05:00.450" v="1"/>
      <pc:docMkLst>
        <pc:docMk/>
      </pc:docMkLst>
      <pc:sldChg chg="del">
        <pc:chgData name="Kanduru, Raghava" userId="S::raghava.kanduru@capgemini.com::cf8c09de-c40c-47a2-971b-c612c06e0906" providerId="AD" clId="Web-{D59FA340-F58F-4A35-8D63-DFCB06BC2D6A}" dt="2024-03-12T17:05:00.450" v="1"/>
        <pc:sldMkLst>
          <pc:docMk/>
          <pc:sldMk cId="2553721168" sldId="2147474109"/>
        </pc:sldMkLst>
      </pc:sldChg>
      <pc:sldChg chg="add">
        <pc:chgData name="Kanduru, Raghava" userId="S::raghava.kanduru@capgemini.com::cf8c09de-c40c-47a2-971b-c612c06e0906" providerId="AD" clId="Web-{D59FA340-F58F-4A35-8D63-DFCB06BC2D6A}" dt="2024-03-12T17:04:56.341" v="0"/>
        <pc:sldMkLst>
          <pc:docMk/>
          <pc:sldMk cId="3281052071" sldId="2147474166"/>
        </pc:sldMkLst>
      </pc:sldChg>
    </pc:docChg>
  </pc:docChgLst>
  <pc:docChgLst>
    <pc:chgData name="Houston, Barry" userId="a18d2323-4aba-476e-bf84-02c17c485c96" providerId="ADAL" clId="{6341E3AA-CC12-4DC9-AE73-BAA5F1ABDA5B}"/>
    <pc:docChg chg="modSld">
      <pc:chgData name="Houston, Barry" userId="a18d2323-4aba-476e-bf84-02c17c485c96" providerId="ADAL" clId="{6341E3AA-CC12-4DC9-AE73-BAA5F1ABDA5B}" dt="2024-03-12T12:10:59.944" v="44"/>
      <pc:docMkLst>
        <pc:docMk/>
      </pc:docMkLst>
      <pc:sldChg chg="addCm">
        <pc:chgData name="Houston, Barry" userId="a18d2323-4aba-476e-bf84-02c17c485c96" providerId="ADAL" clId="{6341E3AA-CC12-4DC9-AE73-BAA5F1ABDA5B}" dt="2024-03-12T11:50:09.578" v="3"/>
        <pc:sldMkLst>
          <pc:docMk/>
          <pc:sldMk cId="3549773025" sldId="413"/>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0:09.578" v="3"/>
              <pc2:cmMkLst xmlns:pc2="http://schemas.microsoft.com/office/powerpoint/2019/9/main/command">
                <pc:docMk/>
                <pc:sldMk cId="3549773025" sldId="413"/>
                <pc2:cmMk id="{9DEDD709-F2EB-458D-A9B9-46756F34D26E}"/>
              </pc2:cmMkLst>
            </pc226:cmChg>
          </p:ext>
        </pc:extLst>
      </pc:sldChg>
      <pc:sldChg chg="addCm">
        <pc:chgData name="Houston, Barry" userId="a18d2323-4aba-476e-bf84-02c17c485c96" providerId="ADAL" clId="{6341E3AA-CC12-4DC9-AE73-BAA5F1ABDA5B}" dt="2024-03-12T11:47:42.109" v="1"/>
        <pc:sldMkLst>
          <pc:docMk/>
          <pc:sldMk cId="3832760879" sldId="2076137775"/>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47:42.109" v="1"/>
              <pc2:cmMkLst xmlns:pc2="http://schemas.microsoft.com/office/powerpoint/2019/9/main/command">
                <pc:docMk/>
                <pc:sldMk cId="3832760879" sldId="2076137775"/>
                <pc2:cmMk id="{D34A1BE1-5E02-4B0B-B03F-9A6F0EFB9910}"/>
              </pc2:cmMkLst>
            </pc226:cmChg>
          </p:ext>
        </pc:extLst>
      </pc:sldChg>
      <pc:sldChg chg="addCm">
        <pc:chgData name="Houston, Barry" userId="a18d2323-4aba-476e-bf84-02c17c485c96" providerId="ADAL" clId="{6341E3AA-CC12-4DC9-AE73-BAA5F1ABDA5B}" dt="2024-03-12T11:52:52.626" v="6"/>
        <pc:sldMkLst>
          <pc:docMk/>
          <pc:sldMk cId="333276221" sldId="2145706650"/>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2:52.626" v="6"/>
              <pc2:cmMkLst xmlns:pc2="http://schemas.microsoft.com/office/powerpoint/2019/9/main/command">
                <pc:docMk/>
                <pc:sldMk cId="333276221" sldId="2145706650"/>
                <pc2:cmMk id="{0ACA1118-FF98-4AD3-B869-D1B0C6B06280}"/>
              </pc2:cmMkLst>
            </pc226:cmChg>
          </p:ext>
        </pc:extLst>
      </pc:sldChg>
      <pc:sldChg chg="addCm modCm">
        <pc:chgData name="Houston, Barry" userId="a18d2323-4aba-476e-bf84-02c17c485c96" providerId="ADAL" clId="{6341E3AA-CC12-4DC9-AE73-BAA5F1ABDA5B}" dt="2024-03-12T11:59:30.144" v="41"/>
        <pc:sldMkLst>
          <pc:docMk/>
          <pc:sldMk cId="2751412619" sldId="2147474107"/>
        </pc:sldMkLst>
        <pc:extLst>
          <p:ext xmlns:p="http://schemas.openxmlformats.org/presentationml/2006/main" uri="{D6D511B9-2390-475A-947B-AFAB55BFBCF1}">
            <pc226:cmChg xmlns:pc226="http://schemas.microsoft.com/office/powerpoint/2022/06/main/command" chg="add mod">
              <pc226:chgData name="Houston, Barry" userId="a18d2323-4aba-476e-bf84-02c17c485c96" providerId="ADAL" clId="{6341E3AA-CC12-4DC9-AE73-BAA5F1ABDA5B}" dt="2024-03-12T11:59:30.144" v="41"/>
              <pc2:cmMkLst xmlns:pc2="http://schemas.microsoft.com/office/powerpoint/2019/9/main/command">
                <pc:docMk/>
                <pc:sldMk cId="2751412619" sldId="2147474107"/>
                <pc2:cmMk id="{B8E917C2-6ABA-4163-9835-875F1A5B2A75}"/>
              </pc2:cmMkLst>
            </pc226:cmChg>
          </p:ext>
        </pc:extLst>
      </pc:sldChg>
      <pc:sldChg chg="addCm">
        <pc:chgData name="Houston, Barry" userId="a18d2323-4aba-476e-bf84-02c17c485c96" providerId="ADAL" clId="{6341E3AA-CC12-4DC9-AE73-BAA5F1ABDA5B}" dt="2024-03-12T12:10:38.109" v="43"/>
        <pc:sldMkLst>
          <pc:docMk/>
          <pc:sldMk cId="3727333396" sldId="2147474111"/>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2:10:38.109" v="43"/>
              <pc2:cmMkLst xmlns:pc2="http://schemas.microsoft.com/office/powerpoint/2019/9/main/command">
                <pc:docMk/>
                <pc:sldMk cId="3727333396" sldId="2147474111"/>
                <pc2:cmMk id="{458F419E-03CC-4607-B8AD-5EC6320B8477}"/>
              </pc2:cmMkLst>
            </pc226:cmChg>
          </p:ext>
        </pc:extLst>
      </pc:sldChg>
      <pc:sldChg chg="addCm">
        <pc:chgData name="Houston, Barry" userId="a18d2323-4aba-476e-bf84-02c17c485c96" providerId="ADAL" clId="{6341E3AA-CC12-4DC9-AE73-BAA5F1ABDA5B}" dt="2024-03-12T11:52:13.325" v="5"/>
        <pc:sldMkLst>
          <pc:docMk/>
          <pc:sldMk cId="2411987227" sldId="2147474112"/>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2:13.325" v="5"/>
              <pc2:cmMkLst xmlns:pc2="http://schemas.microsoft.com/office/powerpoint/2019/9/main/command">
                <pc:docMk/>
                <pc:sldMk cId="2411987227" sldId="2147474112"/>
                <pc2:cmMk id="{8FF6C95F-8CFF-4309-83C8-AAD3E57BAAE6}"/>
              </pc2:cmMkLst>
            </pc226:cmChg>
          </p:ext>
        </pc:extLst>
      </pc:sldChg>
      <pc:sldChg chg="addCm">
        <pc:chgData name="Houston, Barry" userId="a18d2323-4aba-476e-bf84-02c17c485c96" providerId="ADAL" clId="{6341E3AA-CC12-4DC9-AE73-BAA5F1ABDA5B}" dt="2024-03-12T11:45:56.304" v="0"/>
        <pc:sldMkLst>
          <pc:docMk/>
          <pc:sldMk cId="336240612" sldId="2147474119"/>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45:56.304" v="0"/>
              <pc2:cmMkLst xmlns:pc2="http://schemas.microsoft.com/office/powerpoint/2019/9/main/command">
                <pc:docMk/>
                <pc:sldMk cId="336240612" sldId="2147474119"/>
                <pc2:cmMk id="{8EBA09D0-D42D-4DBF-9662-96B704910380}"/>
              </pc2:cmMkLst>
            </pc226:cmChg>
          </p:ext>
        </pc:extLst>
      </pc:sldChg>
      <pc:sldChg chg="addCm">
        <pc:chgData name="Houston, Barry" userId="a18d2323-4aba-476e-bf84-02c17c485c96" providerId="ADAL" clId="{6341E3AA-CC12-4DC9-AE73-BAA5F1ABDA5B}" dt="2024-03-12T12:10:59.944" v="44"/>
        <pc:sldMkLst>
          <pc:docMk/>
          <pc:sldMk cId="1652569049" sldId="2147474120"/>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2:10:59.944" v="44"/>
              <pc2:cmMkLst xmlns:pc2="http://schemas.microsoft.com/office/powerpoint/2019/9/main/command">
                <pc:docMk/>
                <pc:sldMk cId="1652569049" sldId="2147474120"/>
                <pc2:cmMk id="{C028BA11-1D25-43FA-8C40-9A3CBA1F82E8}"/>
              </pc2:cmMkLst>
            </pc226:cmChg>
          </p:ext>
        </pc:extLst>
      </pc:sldChg>
      <pc:sldChg chg="modSp mod addCm">
        <pc:chgData name="Houston, Barry" userId="a18d2323-4aba-476e-bf84-02c17c485c96" providerId="ADAL" clId="{6341E3AA-CC12-4DC9-AE73-BAA5F1ABDA5B}" dt="2024-03-12T11:58:54.293" v="39"/>
        <pc:sldMkLst>
          <pc:docMk/>
          <pc:sldMk cId="3447131155" sldId="2147474155"/>
        </pc:sldMkLst>
        <pc:graphicFrameChg chg="modGraphic">
          <ac:chgData name="Houston, Barry" userId="a18d2323-4aba-476e-bf84-02c17c485c96" providerId="ADAL" clId="{6341E3AA-CC12-4DC9-AE73-BAA5F1ABDA5B}" dt="2024-03-12T11:57:28.462" v="38" actId="20577"/>
          <ac:graphicFrameMkLst>
            <pc:docMk/>
            <pc:sldMk cId="3447131155" sldId="2147474155"/>
            <ac:graphicFrameMk id="2" creationId="{D0BCB5DE-6896-5F5C-6600-0AA0464C3ADF}"/>
          </ac:graphicFrameMkLst>
        </pc:graphicFrameChg>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8:54.293" v="39"/>
              <pc2:cmMkLst xmlns:pc2="http://schemas.microsoft.com/office/powerpoint/2019/9/main/command">
                <pc:docMk/>
                <pc:sldMk cId="3447131155" sldId="2147474155"/>
                <pc2:cmMk id="{A67C2E24-FA86-4CDD-B523-F2F3AA16532C}"/>
              </pc2:cmMkLst>
            </pc226:cmChg>
          </p:ext>
        </pc:extLst>
      </pc:sldChg>
      <pc:sldChg chg="addCm modCm">
        <pc:chgData name="Houston, Barry" userId="a18d2323-4aba-476e-bf84-02c17c485c96" providerId="ADAL" clId="{6341E3AA-CC12-4DC9-AE73-BAA5F1ABDA5B}" dt="2024-03-12T11:56:53.737" v="8"/>
        <pc:sldMkLst>
          <pc:docMk/>
          <pc:sldMk cId="3711325015" sldId="2147474159"/>
        </pc:sldMkLst>
        <pc:extLst>
          <p:ext xmlns:p="http://schemas.openxmlformats.org/presentationml/2006/main" uri="{D6D511B9-2390-475A-947B-AFAB55BFBCF1}">
            <pc226:cmChg xmlns:pc226="http://schemas.microsoft.com/office/powerpoint/2022/06/main/command" chg="add mod">
              <pc226:chgData name="Houston, Barry" userId="a18d2323-4aba-476e-bf84-02c17c485c96" providerId="ADAL" clId="{6341E3AA-CC12-4DC9-AE73-BAA5F1ABDA5B}" dt="2024-03-12T11:56:53.737" v="8"/>
              <pc2:cmMkLst xmlns:pc2="http://schemas.microsoft.com/office/powerpoint/2019/9/main/command">
                <pc:docMk/>
                <pc:sldMk cId="3711325015" sldId="2147474159"/>
                <pc2:cmMk id="{538A4D0B-0366-4E61-9FE8-09A20BD3DBEB}"/>
              </pc2:cmMkLst>
            </pc226:cmChg>
          </p:ext>
        </pc:extLst>
      </pc:sldChg>
      <pc:sldChg chg="addCm">
        <pc:chgData name="Houston, Barry" userId="a18d2323-4aba-476e-bf84-02c17c485c96" providerId="ADAL" clId="{6341E3AA-CC12-4DC9-AE73-BAA5F1ABDA5B}" dt="2024-03-12T11:51:28.271" v="4"/>
        <pc:sldMkLst>
          <pc:docMk/>
          <pc:sldMk cId="885501633" sldId="2147474161"/>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1:28.271" v="4"/>
              <pc2:cmMkLst xmlns:pc2="http://schemas.microsoft.com/office/powerpoint/2019/9/main/command">
                <pc:docMk/>
                <pc:sldMk cId="885501633" sldId="2147474161"/>
                <pc2:cmMk id="{82044199-EFAE-42AC-A7E6-803F10691806}"/>
              </pc2:cmMkLst>
            </pc226:cmChg>
          </p:ext>
        </pc:extLst>
      </pc:sldChg>
      <pc:sldChg chg="addCm">
        <pc:chgData name="Houston, Barry" userId="a18d2323-4aba-476e-bf84-02c17c485c96" providerId="ADAL" clId="{6341E3AA-CC12-4DC9-AE73-BAA5F1ABDA5B}" dt="2024-03-12T12:00:30.016" v="42"/>
        <pc:sldMkLst>
          <pc:docMk/>
          <pc:sldMk cId="3236229823" sldId="2147474164"/>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2:00:30.016" v="42"/>
              <pc2:cmMkLst xmlns:pc2="http://schemas.microsoft.com/office/powerpoint/2019/9/main/command">
                <pc:docMk/>
                <pc:sldMk cId="3236229823" sldId="2147474164"/>
                <pc2:cmMk id="{47F303BE-EA0F-4C30-B56D-F2224404B8F4}"/>
              </pc2:cmMkLst>
            </pc226:cmChg>
          </p:ext>
        </pc:extLst>
      </pc:sldChg>
      <pc:sldChg chg="addCm">
        <pc:chgData name="Houston, Barry" userId="a18d2323-4aba-476e-bf84-02c17c485c96" providerId="ADAL" clId="{6341E3AA-CC12-4DC9-AE73-BAA5F1ABDA5B}" dt="2024-03-12T11:49:13.394" v="2"/>
        <pc:sldMkLst>
          <pc:docMk/>
          <pc:sldMk cId="3760393550" sldId="2147474165"/>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49:13.394" v="2"/>
              <pc2:cmMkLst xmlns:pc2="http://schemas.microsoft.com/office/powerpoint/2019/9/main/command">
                <pc:docMk/>
                <pc:sldMk cId="3760393550" sldId="2147474165"/>
                <pc2:cmMk id="{CDA10928-5350-4AF5-9546-11FBC6ECD514}"/>
              </pc2:cmMkLst>
            </pc226:cmChg>
          </p:ext>
        </pc:extLst>
      </pc:sldChg>
    </pc:docChg>
  </pc:docChgLst>
  <pc:docChgLst>
    <pc:chgData name="Kanduru, Raghava" userId="S::raghava.kanduru@capgemini.com::cf8c09de-c40c-47a2-971b-c612c06e0906" providerId="AD" clId="Web-{7D935C9E-1DCF-4CD6-8D4B-8C00CB663A44}"/>
    <pc:docChg chg="modSld">
      <pc:chgData name="Kanduru, Raghava" userId="S::raghava.kanduru@capgemini.com::cf8c09de-c40c-47a2-971b-c612c06e0906" providerId="AD" clId="Web-{7D935C9E-1DCF-4CD6-8D4B-8C00CB663A44}" dt="2024-03-12T08:42:06.515" v="71"/>
      <pc:docMkLst>
        <pc:docMk/>
      </pc:docMkLst>
      <pc:sldChg chg="modSp">
        <pc:chgData name="Kanduru, Raghava" userId="S::raghava.kanduru@capgemini.com::cf8c09de-c40c-47a2-971b-c612c06e0906" providerId="AD" clId="Web-{7D935C9E-1DCF-4CD6-8D4B-8C00CB663A44}" dt="2024-03-12T08:40:21.622" v="49"/>
        <pc:sldMkLst>
          <pc:docMk/>
          <pc:sldMk cId="1411463970" sldId="2147474152"/>
        </pc:sldMkLst>
        <pc:graphicFrameChg chg="mod modGraphic">
          <ac:chgData name="Kanduru, Raghava" userId="S::raghava.kanduru@capgemini.com::cf8c09de-c40c-47a2-971b-c612c06e0906" providerId="AD" clId="Web-{7D935C9E-1DCF-4CD6-8D4B-8C00CB663A44}" dt="2024-03-12T08:40:21.622" v="49"/>
          <ac:graphicFrameMkLst>
            <pc:docMk/>
            <pc:sldMk cId="1411463970" sldId="2147474152"/>
            <ac:graphicFrameMk id="8" creationId="{0449F75F-2706-876C-71DE-D728F38E233D}"/>
          </ac:graphicFrameMkLst>
        </pc:graphicFrameChg>
      </pc:sldChg>
      <pc:sldChg chg="modSp">
        <pc:chgData name="Kanduru, Raghava" userId="S::raghava.kanduru@capgemini.com::cf8c09de-c40c-47a2-971b-c612c06e0906" providerId="AD" clId="Web-{7D935C9E-1DCF-4CD6-8D4B-8C00CB663A44}" dt="2024-03-12T08:42:06.515" v="71"/>
        <pc:sldMkLst>
          <pc:docMk/>
          <pc:sldMk cId="2001861423" sldId="2147474153"/>
        </pc:sldMkLst>
        <pc:graphicFrameChg chg="mod modGraphic">
          <ac:chgData name="Kanduru, Raghava" userId="S::raghava.kanduru@capgemini.com::cf8c09de-c40c-47a2-971b-c612c06e0906" providerId="AD" clId="Web-{7D935C9E-1DCF-4CD6-8D4B-8C00CB663A44}" dt="2024-03-12T08:42:06.515" v="71"/>
          <ac:graphicFrameMkLst>
            <pc:docMk/>
            <pc:sldMk cId="2001861423" sldId="2147474153"/>
            <ac:graphicFrameMk id="8" creationId="{0449F75F-2706-876C-71DE-D728F38E233D}"/>
          </ac:graphicFrameMkLst>
        </pc:graphicFrameChg>
      </pc:sldChg>
    </pc:docChg>
  </pc:docChgLst>
  <pc:docChgLst>
    <pc:chgData name="Kanduru, Raghava" userId="S::raghava.kanduru@capgemini.com::cf8c09de-c40c-47a2-971b-c612c06e0906" providerId="AD" clId="Web-{FEAE804D-E5B6-4702-B695-7EDCEEC9BB9E}"/>
    <pc:docChg chg="modSld">
      <pc:chgData name="Kanduru, Raghava" userId="S::raghava.kanduru@capgemini.com::cf8c09de-c40c-47a2-971b-c612c06e0906" providerId="AD" clId="Web-{FEAE804D-E5B6-4702-B695-7EDCEEC9BB9E}" dt="2024-03-12T12:20:21.897" v="427" actId="20577"/>
      <pc:docMkLst>
        <pc:docMk/>
      </pc:docMkLst>
      <pc:sldChg chg="delSp modSp">
        <pc:chgData name="Kanduru, Raghava" userId="S::raghava.kanduru@capgemini.com::cf8c09de-c40c-47a2-971b-c612c06e0906" providerId="AD" clId="Web-{FEAE804D-E5B6-4702-B695-7EDCEEC9BB9E}" dt="2024-03-12T11:42:45.807" v="19" actId="14100"/>
        <pc:sldMkLst>
          <pc:docMk/>
          <pc:sldMk cId="2751412619" sldId="2147474107"/>
        </pc:sldMkLst>
        <pc:spChg chg="del">
          <ac:chgData name="Kanduru, Raghava" userId="S::raghava.kanduru@capgemini.com::cf8c09de-c40c-47a2-971b-c612c06e0906" providerId="AD" clId="Web-{FEAE804D-E5B6-4702-B695-7EDCEEC9BB9E}" dt="2024-03-12T11:41:02.053" v="13"/>
          <ac:spMkLst>
            <pc:docMk/>
            <pc:sldMk cId="2751412619" sldId="2147474107"/>
            <ac:spMk id="20" creationId="{7091DC8B-67F8-4CCA-BAA5-DD9D4D88BACC}"/>
          </ac:spMkLst>
        </pc:spChg>
        <pc:spChg chg="del">
          <ac:chgData name="Kanduru, Raghava" userId="S::raghava.kanduru@capgemini.com::cf8c09de-c40c-47a2-971b-c612c06e0906" providerId="AD" clId="Web-{FEAE804D-E5B6-4702-B695-7EDCEEC9BB9E}" dt="2024-03-12T11:41:04.616" v="14"/>
          <ac:spMkLst>
            <pc:docMk/>
            <pc:sldMk cId="2751412619" sldId="2147474107"/>
            <ac:spMk id="23" creationId="{2998D9F0-2323-44D5-297A-CA9D377331FA}"/>
          </ac:spMkLst>
        </pc:spChg>
        <pc:spChg chg="del">
          <ac:chgData name="Kanduru, Raghava" userId="S::raghava.kanduru@capgemini.com::cf8c09de-c40c-47a2-971b-c612c06e0906" providerId="AD" clId="Web-{FEAE804D-E5B6-4702-B695-7EDCEEC9BB9E}" dt="2024-03-12T11:41:08.725" v="15"/>
          <ac:spMkLst>
            <pc:docMk/>
            <pc:sldMk cId="2751412619" sldId="2147474107"/>
            <ac:spMk id="26" creationId="{58BC2055-0913-D1D4-02B0-BD6EC17AE886}"/>
          </ac:spMkLst>
        </pc:spChg>
        <pc:spChg chg="del">
          <ac:chgData name="Kanduru, Raghava" userId="S::raghava.kanduru@capgemini.com::cf8c09de-c40c-47a2-971b-c612c06e0906" providerId="AD" clId="Web-{FEAE804D-E5B6-4702-B695-7EDCEEC9BB9E}" dt="2024-03-12T11:41:09.460" v="16"/>
          <ac:spMkLst>
            <pc:docMk/>
            <pc:sldMk cId="2751412619" sldId="2147474107"/>
            <ac:spMk id="29" creationId="{4F7D053F-3C07-A3D2-9F00-82BD172D4F28}"/>
          </ac:spMkLst>
        </pc:spChg>
        <pc:spChg chg="del">
          <ac:chgData name="Kanduru, Raghava" userId="S::raghava.kanduru@capgemini.com::cf8c09de-c40c-47a2-971b-c612c06e0906" providerId="AD" clId="Web-{FEAE804D-E5B6-4702-B695-7EDCEEC9BB9E}" dt="2024-03-12T11:41:11.491" v="17"/>
          <ac:spMkLst>
            <pc:docMk/>
            <pc:sldMk cId="2751412619" sldId="2147474107"/>
            <ac:spMk id="32" creationId="{F514AD11-FF86-5011-3DC2-183C7602E640}"/>
          </ac:spMkLst>
        </pc:spChg>
        <pc:spChg chg="mod">
          <ac:chgData name="Kanduru, Raghava" userId="S::raghava.kanduru@capgemini.com::cf8c09de-c40c-47a2-971b-c612c06e0906" providerId="AD" clId="Web-{FEAE804D-E5B6-4702-B695-7EDCEEC9BB9E}" dt="2024-03-12T11:42:45.807" v="19" actId="14100"/>
          <ac:spMkLst>
            <pc:docMk/>
            <pc:sldMk cId="2751412619" sldId="2147474107"/>
            <ac:spMk id="38" creationId="{B408390E-9B39-C9E3-ADDA-1FEF0CF13576}"/>
          </ac:spMkLst>
        </pc:spChg>
      </pc:sldChg>
      <pc:sldChg chg="delSp">
        <pc:chgData name="Kanduru, Raghava" userId="S::raghava.kanduru@capgemini.com::cf8c09de-c40c-47a2-971b-c612c06e0906" providerId="AD" clId="Web-{FEAE804D-E5B6-4702-B695-7EDCEEC9BB9E}" dt="2024-03-12T11:38:55.377" v="0"/>
        <pc:sldMkLst>
          <pc:docMk/>
          <pc:sldMk cId="3447131155" sldId="2147474155"/>
        </pc:sldMkLst>
        <pc:spChg chg="del">
          <ac:chgData name="Kanduru, Raghava" userId="S::raghava.kanduru@capgemini.com::cf8c09de-c40c-47a2-971b-c612c06e0906" providerId="AD" clId="Web-{FEAE804D-E5B6-4702-B695-7EDCEEC9BB9E}" dt="2024-03-12T11:38:55.377" v="0"/>
          <ac:spMkLst>
            <pc:docMk/>
            <pc:sldMk cId="3447131155" sldId="2147474155"/>
            <ac:spMk id="5" creationId="{4CA39B15-9949-C8EF-AD56-299DB327751E}"/>
          </ac:spMkLst>
        </pc:spChg>
      </pc:sldChg>
      <pc:sldChg chg="addSp delSp modSp">
        <pc:chgData name="Kanduru, Raghava" userId="S::raghava.kanduru@capgemini.com::cf8c09de-c40c-47a2-971b-c612c06e0906" providerId="AD" clId="Web-{FEAE804D-E5B6-4702-B695-7EDCEEC9BB9E}" dt="2024-03-12T12:13:35.743" v="365" actId="1076"/>
        <pc:sldMkLst>
          <pc:docMk/>
          <pc:sldMk cId="3711325015" sldId="2147474159"/>
        </pc:sldMkLst>
        <pc:spChg chg="del">
          <ac:chgData name="Kanduru, Raghava" userId="S::raghava.kanduru@capgemini.com::cf8c09de-c40c-47a2-971b-c612c06e0906" providerId="AD" clId="Web-{FEAE804D-E5B6-4702-B695-7EDCEEC9BB9E}" dt="2024-03-12T12:10:38.721" v="293"/>
          <ac:spMkLst>
            <pc:docMk/>
            <pc:sldMk cId="3711325015" sldId="2147474159"/>
            <ac:spMk id="3" creationId="{0741EAE5-01EC-CF52-4410-9B179E074F2D}"/>
          </ac:spMkLst>
        </pc:spChg>
        <pc:spChg chg="add mod">
          <ac:chgData name="Kanduru, Raghava" userId="S::raghava.kanduru@capgemini.com::cf8c09de-c40c-47a2-971b-c612c06e0906" providerId="AD" clId="Web-{FEAE804D-E5B6-4702-B695-7EDCEEC9BB9E}" dt="2024-03-12T12:13:34.993" v="355" actId="1076"/>
          <ac:spMkLst>
            <pc:docMk/>
            <pc:sldMk cId="3711325015" sldId="2147474159"/>
            <ac:spMk id="6" creationId="{4075ED8A-5485-62F1-BBA6-2C62EAA06B1C}"/>
          </ac:spMkLst>
        </pc:spChg>
        <pc:spChg chg="mod">
          <ac:chgData name="Kanduru, Raghava" userId="S::raghava.kanduru@capgemini.com::cf8c09de-c40c-47a2-971b-c612c06e0906" providerId="AD" clId="Web-{FEAE804D-E5B6-4702-B695-7EDCEEC9BB9E}" dt="2024-03-12T12:13:32.149" v="322" actId="1076"/>
          <ac:spMkLst>
            <pc:docMk/>
            <pc:sldMk cId="3711325015" sldId="2147474159"/>
            <ac:spMk id="7" creationId="{CF482E92-8843-4B1E-9460-85D780F726E7}"/>
          </ac:spMkLst>
        </pc:spChg>
        <pc:spChg chg="mod">
          <ac:chgData name="Kanduru, Raghava" userId="S::raghava.kanduru@capgemini.com::cf8c09de-c40c-47a2-971b-c612c06e0906" providerId="AD" clId="Web-{FEAE804D-E5B6-4702-B695-7EDCEEC9BB9E}" dt="2024-03-12T12:13:32.258" v="323" actId="1076"/>
          <ac:spMkLst>
            <pc:docMk/>
            <pc:sldMk cId="3711325015" sldId="2147474159"/>
            <ac:spMk id="8" creationId="{D2143455-0E20-4682-A2DF-1F58AC4B1135}"/>
          </ac:spMkLst>
        </pc:spChg>
        <pc:spChg chg="mod">
          <ac:chgData name="Kanduru, Raghava" userId="S::raghava.kanduru@capgemini.com::cf8c09de-c40c-47a2-971b-c612c06e0906" providerId="AD" clId="Web-{FEAE804D-E5B6-4702-B695-7EDCEEC9BB9E}" dt="2024-03-12T12:13:32.383" v="324" actId="1076"/>
          <ac:spMkLst>
            <pc:docMk/>
            <pc:sldMk cId="3711325015" sldId="2147474159"/>
            <ac:spMk id="9" creationId="{C1937554-0865-4E7F-8D99-F7B08ABAFA6F}"/>
          </ac:spMkLst>
        </pc:spChg>
        <pc:spChg chg="mod">
          <ac:chgData name="Kanduru, Raghava" userId="S::raghava.kanduru@capgemini.com::cf8c09de-c40c-47a2-971b-c612c06e0906" providerId="AD" clId="Web-{FEAE804D-E5B6-4702-B695-7EDCEEC9BB9E}" dt="2024-03-12T12:13:32.477" v="325" actId="1076"/>
          <ac:spMkLst>
            <pc:docMk/>
            <pc:sldMk cId="3711325015" sldId="2147474159"/>
            <ac:spMk id="10" creationId="{FEE61689-EBDC-4DD7-8E85-3EDAE8A91A48}"/>
          </ac:spMkLst>
        </pc:spChg>
        <pc:spChg chg="add mod">
          <ac:chgData name="Kanduru, Raghava" userId="S::raghava.kanduru@capgemini.com::cf8c09de-c40c-47a2-971b-c612c06e0906" providerId="AD" clId="Web-{FEAE804D-E5B6-4702-B695-7EDCEEC9BB9E}" dt="2024-03-12T12:13:35.055" v="356" actId="1076"/>
          <ac:spMkLst>
            <pc:docMk/>
            <pc:sldMk cId="3711325015" sldId="2147474159"/>
            <ac:spMk id="11" creationId="{873DABBF-ACC5-70E9-5C0E-7E29BF76981A}"/>
          </ac:spMkLst>
        </pc:spChg>
        <pc:spChg chg="mod">
          <ac:chgData name="Kanduru, Raghava" userId="S::raghava.kanduru@capgemini.com::cf8c09de-c40c-47a2-971b-c612c06e0906" providerId="AD" clId="Web-{FEAE804D-E5B6-4702-B695-7EDCEEC9BB9E}" dt="2024-03-12T12:13:32.555" v="326" actId="1076"/>
          <ac:spMkLst>
            <pc:docMk/>
            <pc:sldMk cId="3711325015" sldId="2147474159"/>
            <ac:spMk id="13" creationId="{95FBCEB3-4ABC-4E9E-BA08-C48578BAB9FD}"/>
          </ac:spMkLst>
        </pc:spChg>
        <pc:spChg chg="del">
          <ac:chgData name="Kanduru, Raghava" userId="S::raghava.kanduru@capgemini.com::cf8c09de-c40c-47a2-971b-c612c06e0906" providerId="AD" clId="Web-{FEAE804D-E5B6-4702-B695-7EDCEEC9BB9E}" dt="2024-03-12T12:13:05.961" v="303"/>
          <ac:spMkLst>
            <pc:docMk/>
            <pc:sldMk cId="3711325015" sldId="2147474159"/>
            <ac:spMk id="15" creationId="{1B2C9BE3-4653-4020-B9D7-FE844E52345E}"/>
          </ac:spMkLst>
        </pc:spChg>
        <pc:spChg chg="mod">
          <ac:chgData name="Kanduru, Raghava" userId="S::raghava.kanduru@capgemini.com::cf8c09de-c40c-47a2-971b-c612c06e0906" providerId="AD" clId="Web-{FEAE804D-E5B6-4702-B695-7EDCEEC9BB9E}" dt="2024-03-12T12:13:32.727" v="328" actId="1076"/>
          <ac:spMkLst>
            <pc:docMk/>
            <pc:sldMk cId="3711325015" sldId="2147474159"/>
            <ac:spMk id="17" creationId="{F7E444AF-7BFA-5FBE-BCCC-C8CF5A9F0EC0}"/>
          </ac:spMkLst>
        </pc:spChg>
        <pc:spChg chg="mod">
          <ac:chgData name="Kanduru, Raghava" userId="S::raghava.kanduru@capgemini.com::cf8c09de-c40c-47a2-971b-c612c06e0906" providerId="AD" clId="Web-{FEAE804D-E5B6-4702-B695-7EDCEEC9BB9E}" dt="2024-03-12T12:13:32.805" v="329" actId="1076"/>
          <ac:spMkLst>
            <pc:docMk/>
            <pc:sldMk cId="3711325015" sldId="2147474159"/>
            <ac:spMk id="18" creationId="{571B77EA-D609-72E9-E7C1-18DC17A1913C}"/>
          </ac:spMkLst>
        </pc:spChg>
        <pc:spChg chg="mod">
          <ac:chgData name="Kanduru, Raghava" userId="S::raghava.kanduru@capgemini.com::cf8c09de-c40c-47a2-971b-c612c06e0906" providerId="AD" clId="Web-{FEAE804D-E5B6-4702-B695-7EDCEEC9BB9E}" dt="2024-03-12T12:13:32.633" v="327" actId="1076"/>
          <ac:spMkLst>
            <pc:docMk/>
            <pc:sldMk cId="3711325015" sldId="2147474159"/>
            <ac:spMk id="19" creationId="{6B3A656C-CE13-452F-85D6-4B259CB637C3}"/>
          </ac:spMkLst>
        </pc:spChg>
        <pc:spChg chg="mod">
          <ac:chgData name="Kanduru, Raghava" userId="S::raghava.kanduru@capgemini.com::cf8c09de-c40c-47a2-971b-c612c06e0906" providerId="AD" clId="Web-{FEAE804D-E5B6-4702-B695-7EDCEEC9BB9E}" dt="2024-03-12T12:13:32.899" v="330" actId="1076"/>
          <ac:spMkLst>
            <pc:docMk/>
            <pc:sldMk cId="3711325015" sldId="2147474159"/>
            <ac:spMk id="24" creationId="{955E6E69-29C1-1718-D72A-5AE79009A804}"/>
          </ac:spMkLst>
        </pc:spChg>
        <pc:spChg chg="mod">
          <ac:chgData name="Kanduru, Raghava" userId="S::raghava.kanduru@capgemini.com::cf8c09de-c40c-47a2-971b-c612c06e0906" providerId="AD" clId="Web-{FEAE804D-E5B6-4702-B695-7EDCEEC9BB9E}" dt="2024-03-12T12:13:32.977" v="331" actId="1076"/>
          <ac:spMkLst>
            <pc:docMk/>
            <pc:sldMk cId="3711325015" sldId="2147474159"/>
            <ac:spMk id="25" creationId="{D41F7F17-E643-06F5-2DCE-DAA285B8B81F}"/>
          </ac:spMkLst>
        </pc:spChg>
        <pc:spChg chg="del">
          <ac:chgData name="Kanduru, Raghava" userId="S::raghava.kanduru@capgemini.com::cf8c09de-c40c-47a2-971b-c612c06e0906" providerId="AD" clId="Web-{FEAE804D-E5B6-4702-B695-7EDCEEC9BB9E}" dt="2024-03-12T12:13:05.961" v="302"/>
          <ac:spMkLst>
            <pc:docMk/>
            <pc:sldMk cId="3711325015" sldId="2147474159"/>
            <ac:spMk id="26" creationId="{138A8785-F533-6C82-93DE-6F7E062D8734}"/>
          </ac:spMkLst>
        </pc:spChg>
        <pc:spChg chg="mod">
          <ac:chgData name="Kanduru, Raghava" userId="S::raghava.kanduru@capgemini.com::cf8c09de-c40c-47a2-971b-c612c06e0906" providerId="AD" clId="Web-{FEAE804D-E5B6-4702-B695-7EDCEEC9BB9E}" dt="2024-03-12T12:13:33.086" v="332" actId="1076"/>
          <ac:spMkLst>
            <pc:docMk/>
            <pc:sldMk cId="3711325015" sldId="2147474159"/>
            <ac:spMk id="27" creationId="{037FD3AD-AAD4-B517-A34E-059E0882B174}"/>
          </ac:spMkLst>
        </pc:spChg>
        <pc:spChg chg="mod">
          <ac:chgData name="Kanduru, Raghava" userId="S::raghava.kanduru@capgemini.com::cf8c09de-c40c-47a2-971b-c612c06e0906" providerId="AD" clId="Web-{FEAE804D-E5B6-4702-B695-7EDCEEC9BB9E}" dt="2024-03-12T12:13:33.165" v="333" actId="1076"/>
          <ac:spMkLst>
            <pc:docMk/>
            <pc:sldMk cId="3711325015" sldId="2147474159"/>
            <ac:spMk id="29" creationId="{82A4A6F6-0286-166E-F87A-239937A5288F}"/>
          </ac:spMkLst>
        </pc:spChg>
        <pc:spChg chg="mod">
          <ac:chgData name="Kanduru, Raghava" userId="S::raghava.kanduru@capgemini.com::cf8c09de-c40c-47a2-971b-c612c06e0906" providerId="AD" clId="Web-{FEAE804D-E5B6-4702-B695-7EDCEEC9BB9E}" dt="2024-03-12T12:13:33.243" v="334" actId="1076"/>
          <ac:spMkLst>
            <pc:docMk/>
            <pc:sldMk cId="3711325015" sldId="2147474159"/>
            <ac:spMk id="30" creationId="{012C5B66-D9FD-0740-42A2-41AA4659C14F}"/>
          </ac:spMkLst>
        </pc:spChg>
        <pc:spChg chg="mod">
          <ac:chgData name="Kanduru, Raghava" userId="S::raghava.kanduru@capgemini.com::cf8c09de-c40c-47a2-971b-c612c06e0906" providerId="AD" clId="Web-{FEAE804D-E5B6-4702-B695-7EDCEEC9BB9E}" dt="2024-03-12T12:13:33.336" v="335" actId="1076"/>
          <ac:spMkLst>
            <pc:docMk/>
            <pc:sldMk cId="3711325015" sldId="2147474159"/>
            <ac:spMk id="31" creationId="{AEF0F270-8715-80BD-8234-1A25BB77CD8A}"/>
          </ac:spMkLst>
        </pc:spChg>
        <pc:spChg chg="mod">
          <ac:chgData name="Kanduru, Raghava" userId="S::raghava.kanduru@capgemini.com::cf8c09de-c40c-47a2-971b-c612c06e0906" providerId="AD" clId="Web-{FEAE804D-E5B6-4702-B695-7EDCEEC9BB9E}" dt="2024-03-12T12:13:33.446" v="336" actId="1076"/>
          <ac:spMkLst>
            <pc:docMk/>
            <pc:sldMk cId="3711325015" sldId="2147474159"/>
            <ac:spMk id="32" creationId="{366739DA-9C53-EEA1-000E-0492FA2AF72B}"/>
          </ac:spMkLst>
        </pc:spChg>
        <pc:spChg chg="mod">
          <ac:chgData name="Kanduru, Raghava" userId="S::raghava.kanduru@capgemini.com::cf8c09de-c40c-47a2-971b-c612c06e0906" providerId="AD" clId="Web-{FEAE804D-E5B6-4702-B695-7EDCEEC9BB9E}" dt="2024-03-12T12:13:33.540" v="337" actId="1076"/>
          <ac:spMkLst>
            <pc:docMk/>
            <pc:sldMk cId="3711325015" sldId="2147474159"/>
            <ac:spMk id="33" creationId="{A3F475C5-907D-6532-8579-331CF8BAE291}"/>
          </ac:spMkLst>
        </pc:spChg>
        <pc:spChg chg="del">
          <ac:chgData name="Kanduru, Raghava" userId="S::raghava.kanduru@capgemini.com::cf8c09de-c40c-47a2-971b-c612c06e0906" providerId="AD" clId="Web-{FEAE804D-E5B6-4702-B695-7EDCEEC9BB9E}" dt="2024-03-12T12:13:05.961" v="301"/>
          <ac:spMkLst>
            <pc:docMk/>
            <pc:sldMk cId="3711325015" sldId="2147474159"/>
            <ac:spMk id="34" creationId="{6C2E6CAA-86CD-E77A-4D57-BDE09464B028}"/>
          </ac:spMkLst>
        </pc:spChg>
        <pc:spChg chg="mod">
          <ac:chgData name="Kanduru, Raghava" userId="S::raghava.kanduru@capgemini.com::cf8c09de-c40c-47a2-971b-c612c06e0906" providerId="AD" clId="Web-{FEAE804D-E5B6-4702-B695-7EDCEEC9BB9E}" dt="2024-03-12T12:13:33.618" v="338" actId="1076"/>
          <ac:spMkLst>
            <pc:docMk/>
            <pc:sldMk cId="3711325015" sldId="2147474159"/>
            <ac:spMk id="35" creationId="{38C0802D-0DD2-8962-D173-E0CEC0C1442F}"/>
          </ac:spMkLst>
        </pc:spChg>
        <pc:spChg chg="mod">
          <ac:chgData name="Kanduru, Raghava" userId="S::raghava.kanduru@capgemini.com::cf8c09de-c40c-47a2-971b-c612c06e0906" providerId="AD" clId="Web-{FEAE804D-E5B6-4702-B695-7EDCEEC9BB9E}" dt="2024-03-12T12:13:33.711" v="339" actId="1076"/>
          <ac:spMkLst>
            <pc:docMk/>
            <pc:sldMk cId="3711325015" sldId="2147474159"/>
            <ac:spMk id="36" creationId="{BE767C46-A885-510E-32C0-2B3BC0F7AEF8}"/>
          </ac:spMkLst>
        </pc:spChg>
        <pc:spChg chg="mod">
          <ac:chgData name="Kanduru, Raghava" userId="S::raghava.kanduru@capgemini.com::cf8c09de-c40c-47a2-971b-c612c06e0906" providerId="AD" clId="Web-{FEAE804D-E5B6-4702-B695-7EDCEEC9BB9E}" dt="2024-03-12T12:13:33.805" v="340" actId="1076"/>
          <ac:spMkLst>
            <pc:docMk/>
            <pc:sldMk cId="3711325015" sldId="2147474159"/>
            <ac:spMk id="37" creationId="{BF0DF6CC-3BE1-2648-3B74-57113A199020}"/>
          </ac:spMkLst>
        </pc:spChg>
        <pc:spChg chg="mod">
          <ac:chgData name="Kanduru, Raghava" userId="S::raghava.kanduru@capgemini.com::cf8c09de-c40c-47a2-971b-c612c06e0906" providerId="AD" clId="Web-{FEAE804D-E5B6-4702-B695-7EDCEEC9BB9E}" dt="2024-03-12T12:13:33.868" v="341" actId="1076"/>
          <ac:spMkLst>
            <pc:docMk/>
            <pc:sldMk cId="3711325015" sldId="2147474159"/>
            <ac:spMk id="38" creationId="{F842315E-7E2E-F59B-6C2D-5C287A347C4B}"/>
          </ac:spMkLst>
        </pc:spChg>
        <pc:spChg chg="mod">
          <ac:chgData name="Kanduru, Raghava" userId="S::raghava.kanduru@capgemini.com::cf8c09de-c40c-47a2-971b-c612c06e0906" providerId="AD" clId="Web-{FEAE804D-E5B6-4702-B695-7EDCEEC9BB9E}" dt="2024-03-12T12:13:33.946" v="342" actId="1076"/>
          <ac:spMkLst>
            <pc:docMk/>
            <pc:sldMk cId="3711325015" sldId="2147474159"/>
            <ac:spMk id="40" creationId="{352D14A1-BAC8-8576-C1DC-F9C4DD35CBBE}"/>
          </ac:spMkLst>
        </pc:spChg>
        <pc:spChg chg="mod">
          <ac:chgData name="Kanduru, Raghava" userId="S::raghava.kanduru@capgemini.com::cf8c09de-c40c-47a2-971b-c612c06e0906" providerId="AD" clId="Web-{FEAE804D-E5B6-4702-B695-7EDCEEC9BB9E}" dt="2024-03-12T12:13:34.024" v="343" actId="1076"/>
          <ac:spMkLst>
            <pc:docMk/>
            <pc:sldMk cId="3711325015" sldId="2147474159"/>
            <ac:spMk id="41" creationId="{4C190D60-093C-635E-2898-FD5FA695A54C}"/>
          </ac:spMkLst>
        </pc:spChg>
        <pc:spChg chg="mod">
          <ac:chgData name="Kanduru, Raghava" userId="S::raghava.kanduru@capgemini.com::cf8c09de-c40c-47a2-971b-c612c06e0906" providerId="AD" clId="Web-{FEAE804D-E5B6-4702-B695-7EDCEEC9BB9E}" dt="2024-03-12T12:13:34.118" v="344" actId="1076"/>
          <ac:spMkLst>
            <pc:docMk/>
            <pc:sldMk cId="3711325015" sldId="2147474159"/>
            <ac:spMk id="42" creationId="{19ED339B-7A18-7B10-E72E-B41146A09498}"/>
          </ac:spMkLst>
        </pc:spChg>
        <pc:spChg chg="mod">
          <ac:chgData name="Kanduru, Raghava" userId="S::raghava.kanduru@capgemini.com::cf8c09de-c40c-47a2-971b-c612c06e0906" providerId="AD" clId="Web-{FEAE804D-E5B6-4702-B695-7EDCEEC9BB9E}" dt="2024-03-12T12:13:34.227" v="345" actId="1076"/>
          <ac:spMkLst>
            <pc:docMk/>
            <pc:sldMk cId="3711325015" sldId="2147474159"/>
            <ac:spMk id="43" creationId="{E8A31937-0281-AB06-CD23-C92E28045440}"/>
          </ac:spMkLst>
        </pc:spChg>
        <pc:spChg chg="mod">
          <ac:chgData name="Kanduru, Raghava" userId="S::raghava.kanduru@capgemini.com::cf8c09de-c40c-47a2-971b-c612c06e0906" providerId="AD" clId="Web-{FEAE804D-E5B6-4702-B695-7EDCEEC9BB9E}" dt="2024-03-12T12:13:34.305" v="346" actId="1076"/>
          <ac:spMkLst>
            <pc:docMk/>
            <pc:sldMk cId="3711325015" sldId="2147474159"/>
            <ac:spMk id="45" creationId="{F90EC28B-1E07-0F7A-F0F6-57BE81225AA2}"/>
          </ac:spMkLst>
        </pc:spChg>
        <pc:spChg chg="mod">
          <ac:chgData name="Kanduru, Raghava" userId="S::raghava.kanduru@capgemini.com::cf8c09de-c40c-47a2-971b-c612c06e0906" providerId="AD" clId="Web-{FEAE804D-E5B6-4702-B695-7EDCEEC9BB9E}" dt="2024-03-12T12:13:34.368" v="347" actId="1076"/>
          <ac:spMkLst>
            <pc:docMk/>
            <pc:sldMk cId="3711325015" sldId="2147474159"/>
            <ac:spMk id="46" creationId="{29E3ED98-0A5D-ACDF-C52F-5C788B3262F4}"/>
          </ac:spMkLst>
        </pc:spChg>
        <pc:spChg chg="mod">
          <ac:chgData name="Kanduru, Raghava" userId="S::raghava.kanduru@capgemini.com::cf8c09de-c40c-47a2-971b-c612c06e0906" providerId="AD" clId="Web-{FEAE804D-E5B6-4702-B695-7EDCEEC9BB9E}" dt="2024-03-12T12:13:34.446" v="348" actId="1076"/>
          <ac:spMkLst>
            <pc:docMk/>
            <pc:sldMk cId="3711325015" sldId="2147474159"/>
            <ac:spMk id="47" creationId="{C1FD1D2F-8602-F2F1-0EF8-F3A5E2C835B3}"/>
          </ac:spMkLst>
        </pc:spChg>
        <pc:spChg chg="mod">
          <ac:chgData name="Kanduru, Raghava" userId="S::raghava.kanduru@capgemini.com::cf8c09de-c40c-47a2-971b-c612c06e0906" providerId="AD" clId="Web-{FEAE804D-E5B6-4702-B695-7EDCEEC9BB9E}" dt="2024-03-12T12:13:34.508" v="349" actId="1076"/>
          <ac:spMkLst>
            <pc:docMk/>
            <pc:sldMk cId="3711325015" sldId="2147474159"/>
            <ac:spMk id="48" creationId="{DBBD1BD3-AEB4-3796-CD10-3E64FE8AEC55}"/>
          </ac:spMkLst>
        </pc:spChg>
        <pc:spChg chg="mod">
          <ac:chgData name="Kanduru, Raghava" userId="S::raghava.kanduru@capgemini.com::cf8c09de-c40c-47a2-971b-c612c06e0906" providerId="AD" clId="Web-{FEAE804D-E5B6-4702-B695-7EDCEEC9BB9E}" dt="2024-03-12T12:13:34.586" v="350" actId="1076"/>
          <ac:spMkLst>
            <pc:docMk/>
            <pc:sldMk cId="3711325015" sldId="2147474159"/>
            <ac:spMk id="49" creationId="{4D207688-39E6-D5AF-EA8F-22F7187A7A77}"/>
          </ac:spMkLst>
        </pc:spChg>
        <pc:spChg chg="mod">
          <ac:chgData name="Kanduru, Raghava" userId="S::raghava.kanduru@capgemini.com::cf8c09de-c40c-47a2-971b-c612c06e0906" providerId="AD" clId="Web-{FEAE804D-E5B6-4702-B695-7EDCEEC9BB9E}" dt="2024-03-12T12:13:34.665" v="351" actId="1076"/>
          <ac:spMkLst>
            <pc:docMk/>
            <pc:sldMk cId="3711325015" sldId="2147474159"/>
            <ac:spMk id="50" creationId="{D31C03AB-5717-C9FC-3DCC-1A11E329B31D}"/>
          </ac:spMkLst>
        </pc:spChg>
        <pc:spChg chg="mod">
          <ac:chgData name="Kanduru, Raghava" userId="S::raghava.kanduru@capgemini.com::cf8c09de-c40c-47a2-971b-c612c06e0906" providerId="AD" clId="Web-{FEAE804D-E5B6-4702-B695-7EDCEEC9BB9E}" dt="2024-03-12T12:13:35.133" v="357" actId="1076"/>
          <ac:spMkLst>
            <pc:docMk/>
            <pc:sldMk cId="3711325015" sldId="2147474159"/>
            <ac:spMk id="51" creationId="{DEEC0034-B3D3-273D-2EAA-CA6ABA791932}"/>
          </ac:spMkLst>
        </pc:spChg>
        <pc:spChg chg="del">
          <ac:chgData name="Kanduru, Raghava" userId="S::raghava.kanduru@capgemini.com::cf8c09de-c40c-47a2-971b-c612c06e0906" providerId="AD" clId="Web-{FEAE804D-E5B6-4702-B695-7EDCEEC9BB9E}" dt="2024-03-12T12:04:47.413" v="229"/>
          <ac:spMkLst>
            <pc:docMk/>
            <pc:sldMk cId="3711325015" sldId="2147474159"/>
            <ac:spMk id="52" creationId="{4D0F37BA-54E9-E4B0-AEEE-14E8DD3E5982}"/>
          </ac:spMkLst>
        </pc:spChg>
        <pc:spChg chg="mod">
          <ac:chgData name="Kanduru, Raghava" userId="S::raghava.kanduru@capgemini.com::cf8c09de-c40c-47a2-971b-c612c06e0906" providerId="AD" clId="Web-{FEAE804D-E5B6-4702-B695-7EDCEEC9BB9E}" dt="2024-03-12T12:13:34.743" v="352" actId="1076"/>
          <ac:spMkLst>
            <pc:docMk/>
            <pc:sldMk cId="3711325015" sldId="2147474159"/>
            <ac:spMk id="54" creationId="{E71E1F2D-6EDC-DCFD-7472-49C20451C5CE}"/>
          </ac:spMkLst>
        </pc:spChg>
        <pc:spChg chg="mod">
          <ac:chgData name="Kanduru, Raghava" userId="S::raghava.kanduru@capgemini.com::cf8c09de-c40c-47a2-971b-c612c06e0906" providerId="AD" clId="Web-{FEAE804D-E5B6-4702-B695-7EDCEEC9BB9E}" dt="2024-03-12T12:13:34.821" v="353" actId="1076"/>
          <ac:spMkLst>
            <pc:docMk/>
            <pc:sldMk cId="3711325015" sldId="2147474159"/>
            <ac:spMk id="55" creationId="{14133841-23B0-214F-D90C-3566F5697992}"/>
          </ac:spMkLst>
        </pc:spChg>
        <pc:spChg chg="mod">
          <ac:chgData name="Kanduru, Raghava" userId="S::raghava.kanduru@capgemini.com::cf8c09de-c40c-47a2-971b-c612c06e0906" providerId="AD" clId="Web-{FEAE804D-E5B6-4702-B695-7EDCEEC9BB9E}" dt="2024-03-12T12:13:35.243" v="358" actId="1076"/>
          <ac:spMkLst>
            <pc:docMk/>
            <pc:sldMk cId="3711325015" sldId="2147474159"/>
            <ac:spMk id="56" creationId="{5A0D705D-0922-C500-DCCF-A70855A706D0}"/>
          </ac:spMkLst>
        </pc:spChg>
        <pc:spChg chg="mod">
          <ac:chgData name="Kanduru, Raghava" userId="S::raghava.kanduru@capgemini.com::cf8c09de-c40c-47a2-971b-c612c06e0906" providerId="AD" clId="Web-{FEAE804D-E5B6-4702-B695-7EDCEEC9BB9E}" dt="2024-03-12T12:13:35.322" v="359" actId="1076"/>
          <ac:spMkLst>
            <pc:docMk/>
            <pc:sldMk cId="3711325015" sldId="2147474159"/>
            <ac:spMk id="57" creationId="{FA9B77D7-CB12-72E7-9C39-15642DAD2A8B}"/>
          </ac:spMkLst>
        </pc:spChg>
        <pc:spChg chg="mod">
          <ac:chgData name="Kanduru, Raghava" userId="S::raghava.kanduru@capgemini.com::cf8c09de-c40c-47a2-971b-c612c06e0906" providerId="AD" clId="Web-{FEAE804D-E5B6-4702-B695-7EDCEEC9BB9E}" dt="2024-03-12T12:13:35.399" v="360" actId="1076"/>
          <ac:spMkLst>
            <pc:docMk/>
            <pc:sldMk cId="3711325015" sldId="2147474159"/>
            <ac:spMk id="58" creationId="{476F6A9E-1225-F31F-CC6D-DF0BCC19D373}"/>
          </ac:spMkLst>
        </pc:spChg>
        <pc:spChg chg="mod">
          <ac:chgData name="Kanduru, Raghava" userId="S::raghava.kanduru@capgemini.com::cf8c09de-c40c-47a2-971b-c612c06e0906" providerId="AD" clId="Web-{FEAE804D-E5B6-4702-B695-7EDCEEC9BB9E}" dt="2024-03-12T12:13:35.461" v="361" actId="1076"/>
          <ac:spMkLst>
            <pc:docMk/>
            <pc:sldMk cId="3711325015" sldId="2147474159"/>
            <ac:spMk id="59" creationId="{CDE1D0B7-DA30-A637-76B8-271365BC7CCD}"/>
          </ac:spMkLst>
        </pc:spChg>
        <pc:spChg chg="mod">
          <ac:chgData name="Kanduru, Raghava" userId="S::raghava.kanduru@capgemini.com::cf8c09de-c40c-47a2-971b-c612c06e0906" providerId="AD" clId="Web-{FEAE804D-E5B6-4702-B695-7EDCEEC9BB9E}" dt="2024-03-12T12:13:34.899" v="354" actId="1076"/>
          <ac:spMkLst>
            <pc:docMk/>
            <pc:sldMk cId="3711325015" sldId="2147474159"/>
            <ac:spMk id="60" creationId="{1908A986-EA3E-EC36-BB95-059E12FB0A7C}"/>
          </ac:spMkLst>
        </pc:spChg>
        <pc:spChg chg="mod">
          <ac:chgData name="Kanduru, Raghava" userId="S::raghava.kanduru@capgemini.com::cf8c09de-c40c-47a2-971b-c612c06e0906" providerId="AD" clId="Web-{FEAE804D-E5B6-4702-B695-7EDCEEC9BB9E}" dt="2024-03-12T12:13:35.540" v="362" actId="1076"/>
          <ac:spMkLst>
            <pc:docMk/>
            <pc:sldMk cId="3711325015" sldId="2147474159"/>
            <ac:spMk id="61" creationId="{C2E3A710-56D1-D87E-6D0E-C89529B2914A}"/>
          </ac:spMkLst>
        </pc:spChg>
        <pc:spChg chg="mod">
          <ac:chgData name="Kanduru, Raghava" userId="S::raghava.kanduru@capgemini.com::cf8c09de-c40c-47a2-971b-c612c06e0906" providerId="AD" clId="Web-{FEAE804D-E5B6-4702-B695-7EDCEEC9BB9E}" dt="2024-03-12T12:13:35.618" v="363" actId="1076"/>
          <ac:spMkLst>
            <pc:docMk/>
            <pc:sldMk cId="3711325015" sldId="2147474159"/>
            <ac:spMk id="62" creationId="{87B5035F-E074-5491-CF81-A6FFF4A9AA31}"/>
          </ac:spMkLst>
        </pc:spChg>
        <pc:spChg chg="mod">
          <ac:chgData name="Kanduru, Raghava" userId="S::raghava.kanduru@capgemini.com::cf8c09de-c40c-47a2-971b-c612c06e0906" providerId="AD" clId="Web-{FEAE804D-E5B6-4702-B695-7EDCEEC9BB9E}" dt="2024-03-12T12:13:35.680" v="364" actId="1076"/>
          <ac:spMkLst>
            <pc:docMk/>
            <pc:sldMk cId="3711325015" sldId="2147474159"/>
            <ac:spMk id="63" creationId="{50DD9E0E-2C39-FA9B-D9E5-9B701ADC9A24}"/>
          </ac:spMkLst>
        </pc:spChg>
        <pc:spChg chg="mod">
          <ac:chgData name="Kanduru, Raghava" userId="S::raghava.kanduru@capgemini.com::cf8c09de-c40c-47a2-971b-c612c06e0906" providerId="AD" clId="Web-{FEAE804D-E5B6-4702-B695-7EDCEEC9BB9E}" dt="2024-03-12T12:13:35.743" v="365" actId="1076"/>
          <ac:spMkLst>
            <pc:docMk/>
            <pc:sldMk cId="3711325015" sldId="2147474159"/>
            <ac:spMk id="64" creationId="{302EC9C9-04A4-2F03-58BE-9CFC5EF42DD0}"/>
          </ac:spMkLst>
        </pc:spChg>
      </pc:sldChg>
      <pc:sldChg chg="modSp">
        <pc:chgData name="Kanduru, Raghava" userId="S::raghava.kanduru@capgemini.com::cf8c09de-c40c-47a2-971b-c612c06e0906" providerId="AD" clId="Web-{FEAE804D-E5B6-4702-B695-7EDCEEC9BB9E}" dt="2024-03-12T11:40:53.803" v="12" actId="20577"/>
        <pc:sldMkLst>
          <pc:docMk/>
          <pc:sldMk cId="2318877968" sldId="2147474163"/>
        </pc:sldMkLst>
        <pc:spChg chg="mod">
          <ac:chgData name="Kanduru, Raghava" userId="S::raghava.kanduru@capgemini.com::cf8c09de-c40c-47a2-971b-c612c06e0906" providerId="AD" clId="Web-{FEAE804D-E5B6-4702-B695-7EDCEEC9BB9E}" dt="2024-03-12T11:40:53.803" v="12" actId="20577"/>
          <ac:spMkLst>
            <pc:docMk/>
            <pc:sldMk cId="2318877968" sldId="2147474163"/>
            <ac:spMk id="18" creationId="{6D01198E-B478-05A3-EF58-AD2CF3A0DEEB}"/>
          </ac:spMkLst>
        </pc:spChg>
      </pc:sldChg>
      <pc:sldChg chg="addSp delSp modSp">
        <pc:chgData name="Kanduru, Raghava" userId="S::raghava.kanduru@capgemini.com::cf8c09de-c40c-47a2-971b-c612c06e0906" providerId="AD" clId="Web-{FEAE804D-E5B6-4702-B695-7EDCEEC9BB9E}" dt="2024-03-12T12:20:21.897" v="427" actId="20577"/>
        <pc:sldMkLst>
          <pc:docMk/>
          <pc:sldMk cId="3236229823" sldId="2147474164"/>
        </pc:sldMkLst>
        <pc:spChg chg="mod">
          <ac:chgData name="Kanduru, Raghava" userId="S::raghava.kanduru@capgemini.com::cf8c09de-c40c-47a2-971b-c612c06e0906" providerId="AD" clId="Web-{FEAE804D-E5B6-4702-B695-7EDCEEC9BB9E}" dt="2024-03-12T11:59:14.605" v="200" actId="1076"/>
          <ac:spMkLst>
            <pc:docMk/>
            <pc:sldMk cId="3236229823" sldId="2147474164"/>
            <ac:spMk id="3" creationId="{E7A0A04E-4539-76F3-C369-AD07AF8FA944}"/>
          </ac:spMkLst>
        </pc:spChg>
        <pc:spChg chg="mod">
          <ac:chgData name="Kanduru, Raghava" userId="S::raghava.kanduru@capgemini.com::cf8c09de-c40c-47a2-971b-c612c06e0906" providerId="AD" clId="Web-{FEAE804D-E5B6-4702-B695-7EDCEEC9BB9E}" dt="2024-03-12T12:00:36.623" v="206" actId="1076"/>
          <ac:spMkLst>
            <pc:docMk/>
            <pc:sldMk cId="3236229823" sldId="2147474164"/>
            <ac:spMk id="4" creationId="{706B6A75-28EE-1CEB-7E72-360E7BA43EB4}"/>
          </ac:spMkLst>
        </pc:spChg>
        <pc:spChg chg="del">
          <ac:chgData name="Kanduru, Raghava" userId="S::raghava.kanduru@capgemini.com::cf8c09de-c40c-47a2-971b-c612c06e0906" providerId="AD" clId="Web-{FEAE804D-E5B6-4702-B695-7EDCEEC9BB9E}" dt="2024-03-12T11:56:51.866" v="169"/>
          <ac:spMkLst>
            <pc:docMk/>
            <pc:sldMk cId="3236229823" sldId="2147474164"/>
            <ac:spMk id="22" creationId="{C8AEB16C-B524-FEC4-CF7B-4F32BD03B7A4}"/>
          </ac:spMkLst>
        </pc:spChg>
        <pc:spChg chg="del">
          <ac:chgData name="Kanduru, Raghava" userId="S::raghava.kanduru@capgemini.com::cf8c09de-c40c-47a2-971b-c612c06e0906" providerId="AD" clId="Web-{FEAE804D-E5B6-4702-B695-7EDCEEC9BB9E}" dt="2024-03-12T11:55:06.237" v="152"/>
          <ac:spMkLst>
            <pc:docMk/>
            <pc:sldMk cId="3236229823" sldId="2147474164"/>
            <ac:spMk id="23" creationId="{3C1EC9D6-9A54-FB80-1934-F123AEA2D776}"/>
          </ac:spMkLst>
        </pc:spChg>
        <pc:spChg chg="del mod">
          <ac:chgData name="Kanduru, Raghava" userId="S::raghava.kanduru@capgemini.com::cf8c09de-c40c-47a2-971b-c612c06e0906" providerId="AD" clId="Web-{FEAE804D-E5B6-4702-B695-7EDCEEC9BB9E}" dt="2024-03-12T11:51:14.745" v="120"/>
          <ac:spMkLst>
            <pc:docMk/>
            <pc:sldMk cId="3236229823" sldId="2147474164"/>
            <ac:spMk id="24" creationId="{B2E8C7B2-49F0-F8F5-8B5B-40C4277DBDF1}"/>
          </ac:spMkLst>
        </pc:spChg>
        <pc:spChg chg="del">
          <ac:chgData name="Kanduru, Raghava" userId="S::raghava.kanduru@capgemini.com::cf8c09de-c40c-47a2-971b-c612c06e0906" providerId="AD" clId="Web-{FEAE804D-E5B6-4702-B695-7EDCEEC9BB9E}" dt="2024-03-12T11:56:51.866" v="168"/>
          <ac:spMkLst>
            <pc:docMk/>
            <pc:sldMk cId="3236229823" sldId="2147474164"/>
            <ac:spMk id="25" creationId="{C65A9B1D-85D4-6894-1C87-58A9458231E9}"/>
          </ac:spMkLst>
        </pc:spChg>
        <pc:spChg chg="del">
          <ac:chgData name="Kanduru, Raghava" userId="S::raghava.kanduru@capgemini.com::cf8c09de-c40c-47a2-971b-c612c06e0906" providerId="AD" clId="Web-{FEAE804D-E5B6-4702-B695-7EDCEEC9BB9E}" dt="2024-03-12T11:55:06.222" v="151"/>
          <ac:spMkLst>
            <pc:docMk/>
            <pc:sldMk cId="3236229823" sldId="2147474164"/>
            <ac:spMk id="26" creationId="{FB02089F-7999-44B7-7BDF-5E837335AFD2}"/>
          </ac:spMkLst>
        </pc:spChg>
        <pc:spChg chg="del">
          <ac:chgData name="Kanduru, Raghava" userId="S::raghava.kanduru@capgemini.com::cf8c09de-c40c-47a2-971b-c612c06e0906" providerId="AD" clId="Web-{FEAE804D-E5B6-4702-B695-7EDCEEC9BB9E}" dt="2024-03-12T11:49:48.524" v="113"/>
          <ac:spMkLst>
            <pc:docMk/>
            <pc:sldMk cId="3236229823" sldId="2147474164"/>
            <ac:spMk id="27" creationId="{5F4D5FDD-8F0B-B331-6ADC-FEA916B2E436}"/>
          </ac:spMkLst>
        </pc:spChg>
        <pc:spChg chg="del">
          <ac:chgData name="Kanduru, Raghava" userId="S::raghava.kanduru@capgemini.com::cf8c09de-c40c-47a2-971b-c612c06e0906" providerId="AD" clId="Web-{FEAE804D-E5B6-4702-B695-7EDCEEC9BB9E}" dt="2024-03-12T11:56:51.866" v="167"/>
          <ac:spMkLst>
            <pc:docMk/>
            <pc:sldMk cId="3236229823" sldId="2147474164"/>
            <ac:spMk id="28" creationId="{6618089D-87C0-6293-AAD2-BB3037CF2215}"/>
          </ac:spMkLst>
        </pc:spChg>
        <pc:spChg chg="del">
          <ac:chgData name="Kanduru, Raghava" userId="S::raghava.kanduru@capgemini.com::cf8c09de-c40c-47a2-971b-c612c06e0906" providerId="AD" clId="Web-{FEAE804D-E5B6-4702-B695-7EDCEEC9BB9E}" dt="2024-03-12T11:55:06.222" v="150"/>
          <ac:spMkLst>
            <pc:docMk/>
            <pc:sldMk cId="3236229823" sldId="2147474164"/>
            <ac:spMk id="29" creationId="{8F9AC9CE-EE22-8999-C91E-7C53927F2574}"/>
          </ac:spMkLst>
        </pc:spChg>
        <pc:spChg chg="del">
          <ac:chgData name="Kanduru, Raghava" userId="S::raghava.kanduru@capgemini.com::cf8c09de-c40c-47a2-971b-c612c06e0906" providerId="AD" clId="Web-{FEAE804D-E5B6-4702-B695-7EDCEEC9BB9E}" dt="2024-03-12T11:49:48.524" v="112"/>
          <ac:spMkLst>
            <pc:docMk/>
            <pc:sldMk cId="3236229823" sldId="2147474164"/>
            <ac:spMk id="30" creationId="{5E82B770-D54A-FBF8-FE78-3CD59F1E0B3C}"/>
          </ac:spMkLst>
        </pc:spChg>
        <pc:spChg chg="mod">
          <ac:chgData name="Kanduru, Raghava" userId="S::raghava.kanduru@capgemini.com::cf8c09de-c40c-47a2-971b-c612c06e0906" providerId="AD" clId="Web-{FEAE804D-E5B6-4702-B695-7EDCEEC9BB9E}" dt="2024-03-12T12:00:36.920" v="210" actId="1076"/>
          <ac:spMkLst>
            <pc:docMk/>
            <pc:sldMk cId="3236229823" sldId="2147474164"/>
            <ac:spMk id="31" creationId="{F6EDAFA3-CF5D-6CD1-3F04-F26402155D40}"/>
          </ac:spMkLst>
        </pc:spChg>
        <pc:spChg chg="add mod">
          <ac:chgData name="Kanduru, Raghava" userId="S::raghava.kanduru@capgemini.com::cf8c09de-c40c-47a2-971b-c612c06e0906" providerId="AD" clId="Web-{FEAE804D-E5B6-4702-B695-7EDCEEC9BB9E}" dt="2024-03-12T12:01:07.187" v="213" actId="1076"/>
          <ac:spMkLst>
            <pc:docMk/>
            <pc:sldMk cId="3236229823" sldId="2147474164"/>
            <ac:spMk id="32" creationId="{9E2631F3-619B-FDD4-3D9F-C00744220037}"/>
          </ac:spMkLst>
        </pc:spChg>
        <pc:spChg chg="add mod">
          <ac:chgData name="Kanduru, Raghava" userId="S::raghava.kanduru@capgemini.com::cf8c09de-c40c-47a2-971b-c612c06e0906" providerId="AD" clId="Web-{FEAE804D-E5B6-4702-B695-7EDCEEC9BB9E}" dt="2024-03-12T11:52:24.263" v="149" actId="14100"/>
          <ac:spMkLst>
            <pc:docMk/>
            <pc:sldMk cId="3236229823" sldId="2147474164"/>
            <ac:spMk id="34" creationId="{15C5CECE-DD38-EEFF-8D9A-FA5871A281C0}"/>
          </ac:spMkLst>
        </pc:spChg>
        <pc:spChg chg="add mod">
          <ac:chgData name="Kanduru, Raghava" userId="S::raghava.kanduru@capgemini.com::cf8c09de-c40c-47a2-971b-c612c06e0906" providerId="AD" clId="Web-{FEAE804D-E5B6-4702-B695-7EDCEEC9BB9E}" dt="2024-03-12T12:01:03.765" v="212" actId="1076"/>
          <ac:spMkLst>
            <pc:docMk/>
            <pc:sldMk cId="3236229823" sldId="2147474164"/>
            <ac:spMk id="35" creationId="{B9469419-B5B9-33C8-9323-BEFC55B033AA}"/>
          </ac:spMkLst>
        </pc:spChg>
        <pc:spChg chg="add mod">
          <ac:chgData name="Kanduru, Raghava" userId="S::raghava.kanduru@capgemini.com::cf8c09de-c40c-47a2-971b-c612c06e0906" providerId="AD" clId="Web-{FEAE804D-E5B6-4702-B695-7EDCEEC9BB9E}" dt="2024-03-12T11:55:49.192" v="166" actId="20577"/>
          <ac:spMkLst>
            <pc:docMk/>
            <pc:sldMk cId="3236229823" sldId="2147474164"/>
            <ac:spMk id="36" creationId="{9734F6C7-2DF3-0F90-2005-F95170705822}"/>
          </ac:spMkLst>
        </pc:spChg>
        <pc:spChg chg="add mod">
          <ac:chgData name="Kanduru, Raghava" userId="S::raghava.kanduru@capgemini.com::cf8c09de-c40c-47a2-971b-c612c06e0906" providerId="AD" clId="Web-{FEAE804D-E5B6-4702-B695-7EDCEEC9BB9E}" dt="2024-03-12T11:57:57.915" v="182" actId="1076"/>
          <ac:spMkLst>
            <pc:docMk/>
            <pc:sldMk cId="3236229823" sldId="2147474164"/>
            <ac:spMk id="37" creationId="{15CF1724-7B54-F1AA-89DF-4918B3D30983}"/>
          </ac:spMkLst>
        </pc:spChg>
        <pc:spChg chg="add mod">
          <ac:chgData name="Kanduru, Raghava" userId="S::raghava.kanduru@capgemini.com::cf8c09de-c40c-47a2-971b-c612c06e0906" providerId="AD" clId="Web-{FEAE804D-E5B6-4702-B695-7EDCEEC9BB9E}" dt="2024-03-12T12:01:14.828" v="214" actId="1076"/>
          <ac:spMkLst>
            <pc:docMk/>
            <pc:sldMk cId="3236229823" sldId="2147474164"/>
            <ac:spMk id="38" creationId="{26558AFD-6EAC-E706-D6BF-6C13B50D5923}"/>
          </ac:spMkLst>
        </pc:spChg>
        <pc:spChg chg="mod">
          <ac:chgData name="Kanduru, Raghava" userId="S::raghava.kanduru@capgemini.com::cf8c09de-c40c-47a2-971b-c612c06e0906" providerId="AD" clId="Web-{FEAE804D-E5B6-4702-B695-7EDCEEC9BB9E}" dt="2024-03-12T12:00:41.795" v="211" actId="1076"/>
          <ac:spMkLst>
            <pc:docMk/>
            <pc:sldMk cId="3236229823" sldId="2147474164"/>
            <ac:spMk id="64" creationId="{56C8ED0B-81D8-46AA-6AD3-9599BED25299}"/>
          </ac:spMkLst>
        </pc:spChg>
        <pc:spChg chg="mod">
          <ac:chgData name="Kanduru, Raghava" userId="S::raghava.kanduru@capgemini.com::cf8c09de-c40c-47a2-971b-c612c06e0906" providerId="AD" clId="Web-{FEAE804D-E5B6-4702-B695-7EDCEEC9BB9E}" dt="2024-03-12T12:20:21.897" v="427" actId="20577"/>
          <ac:spMkLst>
            <pc:docMk/>
            <pc:sldMk cId="3236229823" sldId="2147474164"/>
            <ac:spMk id="66" creationId="{29E59022-4BF3-E29E-C12E-B58C08FA9385}"/>
          </ac:spMkLst>
        </pc:spChg>
        <pc:spChg chg="del">
          <ac:chgData name="Kanduru, Raghava" userId="S::raghava.kanduru@capgemini.com::cf8c09de-c40c-47a2-971b-c612c06e0906" providerId="AD" clId="Web-{FEAE804D-E5B6-4702-B695-7EDCEEC9BB9E}" dt="2024-03-12T11:47:19.409" v="101"/>
          <ac:spMkLst>
            <pc:docMk/>
            <pc:sldMk cId="3236229823" sldId="2147474164"/>
            <ac:spMk id="67" creationId="{3E936388-8B97-58FF-A34C-E612EA3AE1DB}"/>
          </ac:spMkLst>
        </pc:spChg>
        <pc:spChg chg="mod">
          <ac:chgData name="Kanduru, Raghava" userId="S::raghava.kanduru@capgemini.com::cf8c09de-c40c-47a2-971b-c612c06e0906" providerId="AD" clId="Web-{FEAE804D-E5B6-4702-B695-7EDCEEC9BB9E}" dt="2024-03-12T12:00:36.764" v="208" actId="1076"/>
          <ac:spMkLst>
            <pc:docMk/>
            <pc:sldMk cId="3236229823" sldId="2147474164"/>
            <ac:spMk id="68" creationId="{6EC92D07-E96C-E6F1-6144-5C016A8483E5}"/>
          </ac:spMkLst>
        </pc:spChg>
        <pc:spChg chg="mod">
          <ac:chgData name="Kanduru, Raghava" userId="S::raghava.kanduru@capgemini.com::cf8c09de-c40c-47a2-971b-c612c06e0906" providerId="AD" clId="Web-{FEAE804D-E5B6-4702-B695-7EDCEEC9BB9E}" dt="2024-03-12T12:00:36.858" v="209" actId="1076"/>
          <ac:spMkLst>
            <pc:docMk/>
            <pc:sldMk cId="3236229823" sldId="2147474164"/>
            <ac:spMk id="69" creationId="{5D7DF35D-547B-CEF6-8912-5239B47DA582}"/>
          </ac:spMkLst>
        </pc:spChg>
        <pc:spChg chg="del">
          <ac:chgData name="Kanduru, Raghava" userId="S::raghava.kanduru@capgemini.com::cf8c09de-c40c-47a2-971b-c612c06e0906" providerId="AD" clId="Web-{FEAE804D-E5B6-4702-B695-7EDCEEC9BB9E}" dt="2024-03-12T11:47:31.082" v="104"/>
          <ac:spMkLst>
            <pc:docMk/>
            <pc:sldMk cId="3236229823" sldId="2147474164"/>
            <ac:spMk id="70" creationId="{FAE2441E-7556-7B01-38DD-4F7576311E9F}"/>
          </ac:spMkLst>
        </pc:spChg>
        <pc:spChg chg="mod">
          <ac:chgData name="Kanduru, Raghava" userId="S::raghava.kanduru@capgemini.com::cf8c09de-c40c-47a2-971b-c612c06e0906" providerId="AD" clId="Web-{FEAE804D-E5B6-4702-B695-7EDCEEC9BB9E}" dt="2024-03-12T11:59:38.403" v="202" actId="1076"/>
          <ac:spMkLst>
            <pc:docMk/>
            <pc:sldMk cId="3236229823" sldId="2147474164"/>
            <ac:spMk id="71" creationId="{CFB73E41-28E5-5B6A-78F2-6DDBCEC42C75}"/>
          </ac:spMkLst>
        </pc:spChg>
        <pc:spChg chg="mod">
          <ac:chgData name="Kanduru, Raghava" userId="S::raghava.kanduru@capgemini.com::cf8c09de-c40c-47a2-971b-c612c06e0906" providerId="AD" clId="Web-{FEAE804D-E5B6-4702-B695-7EDCEEC9BB9E}" dt="2024-03-12T11:59:53.216" v="203" actId="1076"/>
          <ac:spMkLst>
            <pc:docMk/>
            <pc:sldMk cId="3236229823" sldId="2147474164"/>
            <ac:spMk id="73" creationId="{DA88CA85-FB53-C64C-A159-419AAEA605FC}"/>
          </ac:spMkLst>
        </pc:spChg>
        <pc:spChg chg="del">
          <ac:chgData name="Kanduru, Raghava" userId="S::raghava.kanduru@capgemini.com::cf8c09de-c40c-47a2-971b-c612c06e0906" providerId="AD" clId="Web-{FEAE804D-E5B6-4702-B695-7EDCEEC9BB9E}" dt="2024-03-12T11:58:03.228" v="183"/>
          <ac:spMkLst>
            <pc:docMk/>
            <pc:sldMk cId="3236229823" sldId="2147474164"/>
            <ac:spMk id="74" creationId="{09C7C15D-2C82-6EBF-7732-7EE3199114C7}"/>
          </ac:spMkLst>
        </pc:spChg>
        <pc:spChg chg="mod">
          <ac:chgData name="Kanduru, Raghava" userId="S::raghava.kanduru@capgemini.com::cf8c09de-c40c-47a2-971b-c612c06e0906" providerId="AD" clId="Web-{FEAE804D-E5B6-4702-B695-7EDCEEC9BB9E}" dt="2024-03-12T12:19:11.160" v="373" actId="1076"/>
          <ac:spMkLst>
            <pc:docMk/>
            <pc:sldMk cId="3236229823" sldId="2147474164"/>
            <ac:spMk id="75" creationId="{91FCB2E9-EFCE-A69F-5B43-74088B169490}"/>
          </ac:spMkLst>
        </pc:spChg>
        <pc:spChg chg="del">
          <ac:chgData name="Kanduru, Raghava" userId="S::raghava.kanduru@capgemini.com::cf8c09de-c40c-47a2-971b-c612c06e0906" providerId="AD" clId="Web-{FEAE804D-E5B6-4702-B695-7EDCEEC9BB9E}" dt="2024-03-12T11:52:03.419" v="145"/>
          <ac:spMkLst>
            <pc:docMk/>
            <pc:sldMk cId="3236229823" sldId="2147474164"/>
            <ac:spMk id="76" creationId="{660483A6-BF2E-831F-93A1-BC2E4F558646}"/>
          </ac:spMkLst>
        </pc:spChg>
        <pc:spChg chg="del">
          <ac:chgData name="Kanduru, Raghava" userId="S::raghava.kanduru@capgemini.com::cf8c09de-c40c-47a2-971b-c612c06e0906" providerId="AD" clId="Web-{FEAE804D-E5B6-4702-B695-7EDCEEC9BB9E}" dt="2024-03-12T11:55:31.316" v="162"/>
          <ac:spMkLst>
            <pc:docMk/>
            <pc:sldMk cId="3236229823" sldId="2147474164"/>
            <ac:spMk id="77" creationId="{74A95E0F-3AB5-937B-3315-BED95511C67C}"/>
          </ac:spMkLst>
        </pc:spChg>
        <pc:spChg chg="mod">
          <ac:chgData name="Kanduru, Raghava" userId="S::raghava.kanduru@capgemini.com::cf8c09de-c40c-47a2-971b-c612c06e0906" providerId="AD" clId="Web-{FEAE804D-E5B6-4702-B695-7EDCEEC9BB9E}" dt="2024-03-12T12:00:13.060" v="204" actId="1076"/>
          <ac:spMkLst>
            <pc:docMk/>
            <pc:sldMk cId="3236229823" sldId="2147474164"/>
            <ac:spMk id="161" creationId="{D33F3196-94FF-53A9-BF8E-DF5118DDD82D}"/>
          </ac:spMkLst>
        </pc:spChg>
        <pc:spChg chg="mod">
          <ac:chgData name="Kanduru, Raghava" userId="S::raghava.kanduru@capgemini.com::cf8c09de-c40c-47a2-971b-c612c06e0906" providerId="AD" clId="Web-{FEAE804D-E5B6-4702-B695-7EDCEEC9BB9E}" dt="2024-03-12T12:00:17.310" v="205" actId="1076"/>
          <ac:spMkLst>
            <pc:docMk/>
            <pc:sldMk cId="3236229823" sldId="2147474164"/>
            <ac:spMk id="162" creationId="{5E165112-15A1-D585-19AD-FF403D4091AB}"/>
          </ac:spMkLst>
        </pc:spChg>
      </pc:sldChg>
    </pc:docChg>
  </pc:docChgLst>
  <pc:docChgLst>
    <pc:chgData name="Kanduru, Raghava" userId="S::raghava.kanduru@capgemini.com::cf8c09de-c40c-47a2-971b-c612c06e0906" providerId="AD" clId="Web-{8EC28091-A089-4215-9C69-17B549A8F4AC}"/>
    <pc:docChg chg="addSld delSld modSld sldOrd">
      <pc:chgData name="Kanduru, Raghava" userId="S::raghava.kanduru@capgemini.com::cf8c09de-c40c-47a2-971b-c612c06e0906" providerId="AD" clId="Web-{8EC28091-A089-4215-9C69-17B549A8F4AC}" dt="2024-03-12T06:08:54.789" v="58"/>
      <pc:docMkLst>
        <pc:docMk/>
      </pc:docMkLst>
      <pc:sldChg chg="modSp">
        <pc:chgData name="Kanduru, Raghava" userId="S::raghava.kanduru@capgemini.com::cf8c09de-c40c-47a2-971b-c612c06e0906" providerId="AD" clId="Web-{8EC28091-A089-4215-9C69-17B549A8F4AC}" dt="2024-03-12T06:00:03.837" v="36" actId="1076"/>
        <pc:sldMkLst>
          <pc:docMk/>
          <pc:sldMk cId="3549773025" sldId="413"/>
        </pc:sldMkLst>
        <pc:spChg chg="mod">
          <ac:chgData name="Kanduru, Raghava" userId="S::raghava.kanduru@capgemini.com::cf8c09de-c40c-47a2-971b-c612c06e0906" providerId="AD" clId="Web-{8EC28091-A089-4215-9C69-17B549A8F4AC}" dt="2024-03-12T06:00:02.977" v="26" actId="1076"/>
          <ac:spMkLst>
            <pc:docMk/>
            <pc:sldMk cId="3549773025" sldId="413"/>
            <ac:spMk id="4" creationId="{00000000-0000-0000-0000-000000000000}"/>
          </ac:spMkLst>
        </pc:spChg>
        <pc:spChg chg="mod">
          <ac:chgData name="Kanduru, Raghava" userId="S::raghava.kanduru@capgemini.com::cf8c09de-c40c-47a2-971b-c612c06e0906" providerId="AD" clId="Web-{8EC28091-A089-4215-9C69-17B549A8F4AC}" dt="2024-03-12T06:00:01.962" v="15" actId="1076"/>
          <ac:spMkLst>
            <pc:docMk/>
            <pc:sldMk cId="3549773025" sldId="413"/>
            <ac:spMk id="5" creationId="{00000000-0000-0000-0000-000000000000}"/>
          </ac:spMkLst>
        </pc:spChg>
        <pc:spChg chg="mod">
          <ac:chgData name="Kanduru, Raghava" userId="S::raghava.kanduru@capgemini.com::cf8c09de-c40c-47a2-971b-c612c06e0906" providerId="AD" clId="Web-{8EC28091-A089-4215-9C69-17B549A8F4AC}" dt="2024-03-12T06:00:01.868" v="14" actId="1076"/>
          <ac:spMkLst>
            <pc:docMk/>
            <pc:sldMk cId="3549773025" sldId="413"/>
            <ac:spMk id="6" creationId="{00000000-0000-0000-0000-000000000000}"/>
          </ac:spMkLst>
        </pc:spChg>
        <pc:spChg chg="mod">
          <ac:chgData name="Kanduru, Raghava" userId="S::raghava.kanduru@capgemini.com::cf8c09de-c40c-47a2-971b-c612c06e0906" providerId="AD" clId="Web-{8EC28091-A089-4215-9C69-17B549A8F4AC}" dt="2024-03-12T06:00:02.055" v="16" actId="1076"/>
          <ac:spMkLst>
            <pc:docMk/>
            <pc:sldMk cId="3549773025" sldId="413"/>
            <ac:spMk id="7" creationId="{00000000-0000-0000-0000-000000000000}"/>
          </ac:spMkLst>
        </pc:spChg>
        <pc:spChg chg="mod">
          <ac:chgData name="Kanduru, Raghava" userId="S::raghava.kanduru@capgemini.com::cf8c09de-c40c-47a2-971b-c612c06e0906" providerId="AD" clId="Web-{8EC28091-A089-4215-9C69-17B549A8F4AC}" dt="2024-03-12T06:00:02.165" v="17" actId="1076"/>
          <ac:spMkLst>
            <pc:docMk/>
            <pc:sldMk cId="3549773025" sldId="413"/>
            <ac:spMk id="8" creationId="{00000000-0000-0000-0000-000000000000}"/>
          </ac:spMkLst>
        </pc:spChg>
        <pc:spChg chg="mod">
          <ac:chgData name="Kanduru, Raghava" userId="S::raghava.kanduru@capgemini.com::cf8c09de-c40c-47a2-971b-c612c06e0906" providerId="AD" clId="Web-{8EC28091-A089-4215-9C69-17B549A8F4AC}" dt="2024-03-12T06:00:03.071" v="27" actId="1076"/>
          <ac:spMkLst>
            <pc:docMk/>
            <pc:sldMk cId="3549773025" sldId="413"/>
            <ac:spMk id="9" creationId="{00000000-0000-0000-0000-000000000000}"/>
          </ac:spMkLst>
        </pc:spChg>
        <pc:spChg chg="mod">
          <ac:chgData name="Kanduru, Raghava" userId="S::raghava.kanduru@capgemini.com::cf8c09de-c40c-47a2-971b-c612c06e0906" providerId="AD" clId="Web-{8EC28091-A089-4215-9C69-17B549A8F4AC}" dt="2024-03-12T06:00:03.149" v="28" actId="1076"/>
          <ac:spMkLst>
            <pc:docMk/>
            <pc:sldMk cId="3549773025" sldId="413"/>
            <ac:spMk id="10" creationId="{00000000-0000-0000-0000-000000000000}"/>
          </ac:spMkLst>
        </pc:spChg>
        <pc:spChg chg="mod">
          <ac:chgData name="Kanduru, Raghava" userId="S::raghava.kanduru@capgemini.com::cf8c09de-c40c-47a2-971b-c612c06e0906" providerId="AD" clId="Web-{8EC28091-A089-4215-9C69-17B549A8F4AC}" dt="2024-03-12T06:00:02.274" v="18" actId="1076"/>
          <ac:spMkLst>
            <pc:docMk/>
            <pc:sldMk cId="3549773025" sldId="413"/>
            <ac:spMk id="12" creationId="{00000000-0000-0000-0000-000000000000}"/>
          </ac:spMkLst>
        </pc:spChg>
        <pc:spChg chg="mod">
          <ac:chgData name="Kanduru, Raghava" userId="S::raghava.kanduru@capgemini.com::cf8c09de-c40c-47a2-971b-c612c06e0906" providerId="AD" clId="Web-{8EC28091-A089-4215-9C69-17B549A8F4AC}" dt="2024-03-12T06:00:02.368" v="19" actId="1076"/>
          <ac:spMkLst>
            <pc:docMk/>
            <pc:sldMk cId="3549773025" sldId="413"/>
            <ac:spMk id="13" creationId="{00000000-0000-0000-0000-000000000000}"/>
          </ac:spMkLst>
        </pc:spChg>
        <pc:spChg chg="mod">
          <ac:chgData name="Kanduru, Raghava" userId="S::raghava.kanduru@capgemini.com::cf8c09de-c40c-47a2-971b-c612c06e0906" providerId="AD" clId="Web-{8EC28091-A089-4215-9C69-17B549A8F4AC}" dt="2024-03-12T06:00:02.462" v="20" actId="1076"/>
          <ac:spMkLst>
            <pc:docMk/>
            <pc:sldMk cId="3549773025" sldId="413"/>
            <ac:spMk id="14" creationId="{00000000-0000-0000-0000-000000000000}"/>
          </ac:spMkLst>
        </pc:spChg>
        <pc:spChg chg="mod">
          <ac:chgData name="Kanduru, Raghava" userId="S::raghava.kanduru@capgemini.com::cf8c09de-c40c-47a2-971b-c612c06e0906" providerId="AD" clId="Web-{8EC28091-A089-4215-9C69-17B549A8F4AC}" dt="2024-03-12T06:00:02.540" v="21" actId="1076"/>
          <ac:spMkLst>
            <pc:docMk/>
            <pc:sldMk cId="3549773025" sldId="413"/>
            <ac:spMk id="15" creationId="{00000000-0000-0000-0000-000000000000}"/>
          </ac:spMkLst>
        </pc:spChg>
        <pc:spChg chg="mod">
          <ac:chgData name="Kanduru, Raghava" userId="S::raghava.kanduru@capgemini.com::cf8c09de-c40c-47a2-971b-c612c06e0906" providerId="AD" clId="Web-{8EC28091-A089-4215-9C69-17B549A8F4AC}" dt="2024-03-12T06:00:02.633" v="22" actId="1076"/>
          <ac:spMkLst>
            <pc:docMk/>
            <pc:sldMk cId="3549773025" sldId="413"/>
            <ac:spMk id="16" creationId="{00000000-0000-0000-0000-000000000000}"/>
          </ac:spMkLst>
        </pc:spChg>
        <pc:spChg chg="mod">
          <ac:chgData name="Kanduru, Raghava" userId="S::raghava.kanduru@capgemini.com::cf8c09de-c40c-47a2-971b-c612c06e0906" providerId="AD" clId="Web-{8EC28091-A089-4215-9C69-17B549A8F4AC}" dt="2024-03-12T06:00:02.727" v="23" actId="1076"/>
          <ac:spMkLst>
            <pc:docMk/>
            <pc:sldMk cId="3549773025" sldId="413"/>
            <ac:spMk id="18" creationId="{00000000-0000-0000-0000-000000000000}"/>
          </ac:spMkLst>
        </pc:spChg>
        <pc:spChg chg="mod">
          <ac:chgData name="Kanduru, Raghava" userId="S::raghava.kanduru@capgemini.com::cf8c09de-c40c-47a2-971b-c612c06e0906" providerId="AD" clId="Web-{8EC28091-A089-4215-9C69-17B549A8F4AC}" dt="2024-03-12T06:00:03.587" v="33" actId="1076"/>
          <ac:spMkLst>
            <pc:docMk/>
            <pc:sldMk cId="3549773025" sldId="413"/>
            <ac:spMk id="20" creationId="{772AB223-5A5B-DECE-EAE5-3AB13BD7A52F}"/>
          </ac:spMkLst>
        </pc:spChg>
        <pc:spChg chg="mod">
          <ac:chgData name="Kanduru, Raghava" userId="S::raghava.kanduru@capgemini.com::cf8c09de-c40c-47a2-971b-c612c06e0906" providerId="AD" clId="Web-{8EC28091-A089-4215-9C69-17B549A8F4AC}" dt="2024-03-12T06:00:02.805" v="24" actId="1076"/>
          <ac:spMkLst>
            <pc:docMk/>
            <pc:sldMk cId="3549773025" sldId="413"/>
            <ac:spMk id="21" creationId="{00000000-0000-0000-0000-000000000000}"/>
          </ac:spMkLst>
        </pc:spChg>
        <pc:spChg chg="mod">
          <ac:chgData name="Kanduru, Raghava" userId="S::raghava.kanduru@capgemini.com::cf8c09de-c40c-47a2-971b-c612c06e0906" providerId="AD" clId="Web-{8EC28091-A089-4215-9C69-17B549A8F4AC}" dt="2024-03-12T06:00:02.899" v="25" actId="1076"/>
          <ac:spMkLst>
            <pc:docMk/>
            <pc:sldMk cId="3549773025" sldId="413"/>
            <ac:spMk id="22" creationId="{00000000-0000-0000-0000-000000000000}"/>
          </ac:spMkLst>
        </pc:spChg>
        <pc:spChg chg="mod">
          <ac:chgData name="Kanduru, Raghava" userId="S::raghava.kanduru@capgemini.com::cf8c09de-c40c-47a2-971b-c612c06e0906" providerId="AD" clId="Web-{8EC28091-A089-4215-9C69-17B549A8F4AC}" dt="2024-03-12T06:00:03.665" v="34" actId="1076"/>
          <ac:spMkLst>
            <pc:docMk/>
            <pc:sldMk cId="3549773025" sldId="413"/>
            <ac:spMk id="23" creationId="{166064AA-3970-EAF6-6878-FF5B872FA03D}"/>
          </ac:spMkLst>
        </pc:spChg>
        <pc:spChg chg="mod">
          <ac:chgData name="Kanduru, Raghava" userId="S::raghava.kanduru@capgemini.com::cf8c09de-c40c-47a2-971b-c612c06e0906" providerId="AD" clId="Web-{8EC28091-A089-4215-9C69-17B549A8F4AC}" dt="2024-03-12T06:00:03.743" v="35" actId="1076"/>
          <ac:spMkLst>
            <pc:docMk/>
            <pc:sldMk cId="3549773025" sldId="413"/>
            <ac:spMk id="24" creationId="{D5E3F5C7-FD59-0DD9-219F-541164A2980A}"/>
          </ac:spMkLst>
        </pc:spChg>
        <pc:spChg chg="mod">
          <ac:chgData name="Kanduru, Raghava" userId="S::raghava.kanduru@capgemini.com::cf8c09de-c40c-47a2-971b-c612c06e0906" providerId="AD" clId="Web-{8EC28091-A089-4215-9C69-17B549A8F4AC}" dt="2024-03-12T06:00:03.415" v="31" actId="1076"/>
          <ac:spMkLst>
            <pc:docMk/>
            <pc:sldMk cId="3549773025" sldId="413"/>
            <ac:spMk id="25" creationId="{FD3FC431-89F0-0EE2-0AFB-60DBF276B912}"/>
          </ac:spMkLst>
        </pc:spChg>
        <pc:spChg chg="mod">
          <ac:chgData name="Kanduru, Raghava" userId="S::raghava.kanduru@capgemini.com::cf8c09de-c40c-47a2-971b-c612c06e0906" providerId="AD" clId="Web-{8EC28091-A089-4215-9C69-17B549A8F4AC}" dt="2024-03-12T06:00:03.493" v="32" actId="1076"/>
          <ac:spMkLst>
            <pc:docMk/>
            <pc:sldMk cId="3549773025" sldId="413"/>
            <ac:spMk id="26" creationId="{E44BB4F1-FAF2-7675-184A-FF75667CE860}"/>
          </ac:spMkLst>
        </pc:spChg>
        <pc:spChg chg="mod">
          <ac:chgData name="Kanduru, Raghava" userId="S::raghava.kanduru@capgemini.com::cf8c09de-c40c-47a2-971b-c612c06e0906" providerId="AD" clId="Web-{8EC28091-A089-4215-9C69-17B549A8F4AC}" dt="2024-03-12T06:00:03.321" v="30" actId="1076"/>
          <ac:spMkLst>
            <pc:docMk/>
            <pc:sldMk cId="3549773025" sldId="413"/>
            <ac:spMk id="27" creationId="{6D34361F-8873-E234-7D1D-5A09C53B0F02}"/>
          </ac:spMkLst>
        </pc:spChg>
        <pc:spChg chg="mod">
          <ac:chgData name="Kanduru, Raghava" userId="S::raghava.kanduru@capgemini.com::cf8c09de-c40c-47a2-971b-c612c06e0906" providerId="AD" clId="Web-{8EC28091-A089-4215-9C69-17B549A8F4AC}" dt="2024-03-12T06:00:03.837" v="36" actId="1076"/>
          <ac:spMkLst>
            <pc:docMk/>
            <pc:sldMk cId="3549773025" sldId="413"/>
            <ac:spMk id="28" creationId="{7E3BE2E9-8E5E-00AF-2824-6AF4F3917AC5}"/>
          </ac:spMkLst>
        </pc:spChg>
        <pc:spChg chg="mod">
          <ac:chgData name="Kanduru, Raghava" userId="S::raghava.kanduru@capgemini.com::cf8c09de-c40c-47a2-971b-c612c06e0906" providerId="AD" clId="Web-{8EC28091-A089-4215-9C69-17B549A8F4AC}" dt="2024-03-12T06:00:03.243" v="29" actId="1076"/>
          <ac:spMkLst>
            <pc:docMk/>
            <pc:sldMk cId="3549773025" sldId="413"/>
            <ac:spMk id="30" creationId="{A84460F7-5950-A0AF-784D-82E9374B5DA9}"/>
          </ac:spMkLst>
        </pc:spChg>
      </pc:sldChg>
      <pc:sldChg chg="modSp">
        <pc:chgData name="Kanduru, Raghava" userId="S::raghava.kanduru@capgemini.com::cf8c09de-c40c-47a2-971b-c612c06e0906" providerId="AD" clId="Web-{8EC28091-A089-4215-9C69-17B549A8F4AC}" dt="2024-03-12T05:59:47.742" v="13" actId="1076"/>
        <pc:sldMkLst>
          <pc:docMk/>
          <pc:sldMk cId="333276221" sldId="2145706650"/>
        </pc:sldMkLst>
        <pc:spChg chg="mod">
          <ac:chgData name="Kanduru, Raghava" userId="S::raghava.kanduru@capgemini.com::cf8c09de-c40c-47a2-971b-c612c06e0906" providerId="AD" clId="Web-{8EC28091-A089-4215-9C69-17B549A8F4AC}" dt="2024-03-12T05:59:38.289" v="3" actId="1076"/>
          <ac:spMkLst>
            <pc:docMk/>
            <pc:sldMk cId="333276221" sldId="2145706650"/>
            <ac:spMk id="3" creationId="{36FCBC7F-C041-4D72-D82E-C0DD0CB453A2}"/>
          </ac:spMkLst>
        </pc:spChg>
        <pc:spChg chg="mod">
          <ac:chgData name="Kanduru, Raghava" userId="S::raghava.kanduru@capgemini.com::cf8c09de-c40c-47a2-971b-c612c06e0906" providerId="AD" clId="Web-{8EC28091-A089-4215-9C69-17B549A8F4AC}" dt="2024-03-12T05:59:47.258" v="4" actId="1076"/>
          <ac:spMkLst>
            <pc:docMk/>
            <pc:sldMk cId="333276221" sldId="2145706650"/>
            <ac:spMk id="10" creationId="{52B81F29-42C5-5839-C4B8-67E99486C522}"/>
          </ac:spMkLst>
        </pc:spChg>
        <pc:spChg chg="mod">
          <ac:chgData name="Kanduru, Raghava" userId="S::raghava.kanduru@capgemini.com::cf8c09de-c40c-47a2-971b-c612c06e0906" providerId="AD" clId="Web-{8EC28091-A089-4215-9C69-17B549A8F4AC}" dt="2024-03-12T05:59:47.305" v="5" actId="1076"/>
          <ac:spMkLst>
            <pc:docMk/>
            <pc:sldMk cId="333276221" sldId="2145706650"/>
            <ac:spMk id="11" creationId="{D1238252-359C-4EAC-45C2-6A8CA775ABEF}"/>
          </ac:spMkLst>
        </pc:spChg>
        <pc:spChg chg="mod">
          <ac:chgData name="Kanduru, Raghava" userId="S::raghava.kanduru@capgemini.com::cf8c09de-c40c-47a2-971b-c612c06e0906" providerId="AD" clId="Web-{8EC28091-A089-4215-9C69-17B549A8F4AC}" dt="2024-03-12T05:59:47.352" v="6" actId="1076"/>
          <ac:spMkLst>
            <pc:docMk/>
            <pc:sldMk cId="333276221" sldId="2145706650"/>
            <ac:spMk id="12" creationId="{3A22AACE-03B0-EC75-591E-0E2104B8A872}"/>
          </ac:spMkLst>
        </pc:spChg>
        <pc:spChg chg="mod">
          <ac:chgData name="Kanduru, Raghava" userId="S::raghava.kanduru@capgemini.com::cf8c09de-c40c-47a2-971b-c612c06e0906" providerId="AD" clId="Web-{8EC28091-A089-4215-9C69-17B549A8F4AC}" dt="2024-03-12T05:59:47.399" v="7" actId="1076"/>
          <ac:spMkLst>
            <pc:docMk/>
            <pc:sldMk cId="333276221" sldId="2145706650"/>
            <ac:spMk id="14" creationId="{80055329-70AB-6F1F-5B53-FDAFA70EBB94}"/>
          </ac:spMkLst>
        </pc:spChg>
        <pc:spChg chg="mod">
          <ac:chgData name="Kanduru, Raghava" userId="S::raghava.kanduru@capgemini.com::cf8c09de-c40c-47a2-971b-c612c06e0906" providerId="AD" clId="Web-{8EC28091-A089-4215-9C69-17B549A8F4AC}" dt="2024-03-12T05:59:47.461" v="8" actId="1076"/>
          <ac:spMkLst>
            <pc:docMk/>
            <pc:sldMk cId="333276221" sldId="2145706650"/>
            <ac:spMk id="15" creationId="{CC114799-AAB7-F97C-8429-F19C30770CFF}"/>
          </ac:spMkLst>
        </pc:spChg>
        <pc:spChg chg="mod">
          <ac:chgData name="Kanduru, Raghava" userId="S::raghava.kanduru@capgemini.com::cf8c09de-c40c-47a2-971b-c612c06e0906" providerId="AD" clId="Web-{8EC28091-A089-4215-9C69-17B549A8F4AC}" dt="2024-03-12T05:59:47.508" v="9" actId="1076"/>
          <ac:spMkLst>
            <pc:docMk/>
            <pc:sldMk cId="333276221" sldId="2145706650"/>
            <ac:spMk id="17" creationId="{E364B1D1-31B1-AB5A-235E-A3E8E709454D}"/>
          </ac:spMkLst>
        </pc:spChg>
        <pc:spChg chg="mod">
          <ac:chgData name="Kanduru, Raghava" userId="S::raghava.kanduru@capgemini.com::cf8c09de-c40c-47a2-971b-c612c06e0906" providerId="AD" clId="Web-{8EC28091-A089-4215-9C69-17B549A8F4AC}" dt="2024-03-12T05:59:47.571" v="10" actId="1076"/>
          <ac:spMkLst>
            <pc:docMk/>
            <pc:sldMk cId="333276221" sldId="2145706650"/>
            <ac:spMk id="18" creationId="{311304A1-105F-D9ED-3C6E-88C4F9A0A867}"/>
          </ac:spMkLst>
        </pc:spChg>
        <pc:spChg chg="mod">
          <ac:chgData name="Kanduru, Raghava" userId="S::raghava.kanduru@capgemini.com::cf8c09de-c40c-47a2-971b-c612c06e0906" providerId="AD" clId="Web-{8EC28091-A089-4215-9C69-17B549A8F4AC}" dt="2024-03-12T05:59:47.633" v="11" actId="1076"/>
          <ac:spMkLst>
            <pc:docMk/>
            <pc:sldMk cId="333276221" sldId="2145706650"/>
            <ac:spMk id="19" creationId="{161D02D1-6709-0FA2-F2FF-00267375AC43}"/>
          </ac:spMkLst>
        </pc:spChg>
        <pc:spChg chg="mod">
          <ac:chgData name="Kanduru, Raghava" userId="S::raghava.kanduru@capgemini.com::cf8c09de-c40c-47a2-971b-c612c06e0906" providerId="AD" clId="Web-{8EC28091-A089-4215-9C69-17B549A8F4AC}" dt="2024-03-12T05:59:47.680" v="12" actId="1076"/>
          <ac:spMkLst>
            <pc:docMk/>
            <pc:sldMk cId="333276221" sldId="2145706650"/>
            <ac:spMk id="20" creationId="{51F9B072-82C1-318E-1E82-74FA09A6CDAD}"/>
          </ac:spMkLst>
        </pc:spChg>
        <pc:spChg chg="mod">
          <ac:chgData name="Kanduru, Raghava" userId="S::raghava.kanduru@capgemini.com::cf8c09de-c40c-47a2-971b-c612c06e0906" providerId="AD" clId="Web-{8EC28091-A089-4215-9C69-17B549A8F4AC}" dt="2024-03-12T05:59:47.742" v="13" actId="1076"/>
          <ac:spMkLst>
            <pc:docMk/>
            <pc:sldMk cId="333276221" sldId="2145706650"/>
            <ac:spMk id="21" creationId="{6782AD63-682A-B67A-1EEC-E90C656893E6}"/>
          </ac:spMkLst>
        </pc:spChg>
      </pc:sldChg>
      <pc:sldChg chg="del">
        <pc:chgData name="Kanduru, Raghava" userId="S::raghava.kanduru@capgemini.com::cf8c09de-c40c-47a2-971b-c612c06e0906" providerId="AD" clId="Web-{8EC28091-A089-4215-9C69-17B549A8F4AC}" dt="2024-03-12T05:38:13.271" v="1"/>
        <pc:sldMkLst>
          <pc:docMk/>
          <pc:sldMk cId="477504348" sldId="2147473755"/>
        </pc:sldMkLst>
      </pc:sldChg>
      <pc:sldChg chg="mod ord modShow">
        <pc:chgData name="Kanduru, Raghava" userId="S::raghava.kanduru@capgemini.com::cf8c09de-c40c-47a2-971b-c612c06e0906" providerId="AD" clId="Web-{8EC28091-A089-4215-9C69-17B549A8F4AC}" dt="2024-03-12T06:07:27.333" v="52"/>
        <pc:sldMkLst>
          <pc:docMk/>
          <pc:sldMk cId="1766115488" sldId="2147474071"/>
        </pc:sldMkLst>
      </pc:sldChg>
      <pc:sldChg chg="ord">
        <pc:chgData name="Kanduru, Raghava" userId="S::raghava.kanduru@capgemini.com::cf8c09de-c40c-47a2-971b-c612c06e0906" providerId="AD" clId="Web-{8EC28091-A089-4215-9C69-17B549A8F4AC}" dt="2024-03-12T06:03:18.748" v="45"/>
        <pc:sldMkLst>
          <pc:docMk/>
          <pc:sldMk cId="2083448681" sldId="2147474099"/>
        </pc:sldMkLst>
      </pc:sldChg>
      <pc:sldChg chg="ord">
        <pc:chgData name="Kanduru, Raghava" userId="S::raghava.kanduru@capgemini.com::cf8c09de-c40c-47a2-971b-c612c06e0906" providerId="AD" clId="Web-{8EC28091-A089-4215-9C69-17B549A8F4AC}" dt="2024-03-12T06:04:31.281" v="48"/>
        <pc:sldMkLst>
          <pc:docMk/>
          <pc:sldMk cId="807573619" sldId="2147474100"/>
        </pc:sldMkLst>
      </pc:sldChg>
      <pc:sldChg chg="ord">
        <pc:chgData name="Kanduru, Raghava" userId="S::raghava.kanduru@capgemini.com::cf8c09de-c40c-47a2-971b-c612c06e0906" providerId="AD" clId="Web-{8EC28091-A089-4215-9C69-17B549A8F4AC}" dt="2024-03-12T06:03:59.390" v="47"/>
        <pc:sldMkLst>
          <pc:docMk/>
          <pc:sldMk cId="3301828130" sldId="2147474101"/>
        </pc:sldMkLst>
      </pc:sldChg>
      <pc:sldChg chg="ord">
        <pc:chgData name="Kanduru, Raghava" userId="S::raghava.kanduru@capgemini.com::cf8c09de-c40c-47a2-971b-c612c06e0906" providerId="AD" clId="Web-{8EC28091-A089-4215-9C69-17B549A8F4AC}" dt="2024-03-12T06:03:59.374" v="46"/>
        <pc:sldMkLst>
          <pc:docMk/>
          <pc:sldMk cId="2894879383" sldId="2147474103"/>
        </pc:sldMkLst>
      </pc:sldChg>
      <pc:sldChg chg="mod ord modShow">
        <pc:chgData name="Kanduru, Raghava" userId="S::raghava.kanduru@capgemini.com::cf8c09de-c40c-47a2-971b-c612c06e0906" providerId="AD" clId="Web-{8EC28091-A089-4215-9C69-17B549A8F4AC}" dt="2024-03-12T06:05:32.455" v="50"/>
        <pc:sldMkLst>
          <pc:docMk/>
          <pc:sldMk cId="4144516887" sldId="2147474104"/>
        </pc:sldMkLst>
      </pc:sldChg>
      <pc:sldChg chg="mod ord modShow">
        <pc:chgData name="Kanduru, Raghava" userId="S::raghava.kanduru@capgemini.com::cf8c09de-c40c-47a2-971b-c612c06e0906" providerId="AD" clId="Web-{8EC28091-A089-4215-9C69-17B549A8F4AC}" dt="2024-03-12T06:08:54.789" v="58"/>
        <pc:sldMkLst>
          <pc:docMk/>
          <pc:sldMk cId="1393123966" sldId="2147474105"/>
        </pc:sldMkLst>
      </pc:sldChg>
      <pc:sldChg chg="mod ord modShow">
        <pc:chgData name="Kanduru, Raghava" userId="S::raghava.kanduru@capgemini.com::cf8c09de-c40c-47a2-971b-c612c06e0906" providerId="AD" clId="Web-{8EC28091-A089-4215-9C69-17B549A8F4AC}" dt="2024-03-12T06:08:54.570" v="56"/>
        <pc:sldMkLst>
          <pc:docMk/>
          <pc:sldMk cId="1302496557" sldId="2147474106"/>
        </pc:sldMkLst>
      </pc:sldChg>
      <pc:sldChg chg="mod ord modShow">
        <pc:chgData name="Kanduru, Raghava" userId="S::raghava.kanduru@capgemini.com::cf8c09de-c40c-47a2-971b-c612c06e0906" providerId="AD" clId="Web-{8EC28091-A089-4215-9C69-17B549A8F4AC}" dt="2024-03-12T06:08:54.664" v="57"/>
        <pc:sldMkLst>
          <pc:docMk/>
          <pc:sldMk cId="2311759624" sldId="2147474110"/>
        </pc:sldMkLst>
      </pc:sldChg>
      <pc:sldChg chg="ord">
        <pc:chgData name="Kanduru, Raghava" userId="S::raghava.kanduru@capgemini.com::cf8c09de-c40c-47a2-971b-c612c06e0906" providerId="AD" clId="Web-{8EC28091-A089-4215-9C69-17B549A8F4AC}" dt="2024-03-12T06:00:34.025" v="38"/>
        <pc:sldMkLst>
          <pc:docMk/>
          <pc:sldMk cId="1213705177" sldId="2147474113"/>
        </pc:sldMkLst>
      </pc:sldChg>
      <pc:sldChg chg="mod ord modShow">
        <pc:chgData name="Kanduru, Raghava" userId="S::raghava.kanduru@capgemini.com::cf8c09de-c40c-47a2-971b-c612c06e0906" providerId="AD" clId="Web-{8EC28091-A089-4215-9C69-17B549A8F4AC}" dt="2024-03-12T06:01:22.651" v="42"/>
        <pc:sldMkLst>
          <pc:docMk/>
          <pc:sldMk cId="3523945655" sldId="2147474114"/>
        </pc:sldMkLst>
      </pc:sldChg>
      <pc:sldChg chg="ord">
        <pc:chgData name="Kanduru, Raghava" userId="S::raghava.kanduru@capgemini.com::cf8c09de-c40c-47a2-971b-c612c06e0906" providerId="AD" clId="Web-{8EC28091-A089-4215-9C69-17B549A8F4AC}" dt="2024-03-12T06:01:15.589" v="39"/>
        <pc:sldMkLst>
          <pc:docMk/>
          <pc:sldMk cId="3753178280" sldId="2147474115"/>
        </pc:sldMkLst>
      </pc:sldChg>
      <pc:sldChg chg="ord">
        <pc:chgData name="Kanduru, Raghava" userId="S::raghava.kanduru@capgemini.com::cf8c09de-c40c-47a2-971b-c612c06e0906" providerId="AD" clId="Web-{8EC28091-A089-4215-9C69-17B549A8F4AC}" dt="2024-03-12T06:00:34.025" v="37"/>
        <pc:sldMkLst>
          <pc:docMk/>
          <pc:sldMk cId="3242958873" sldId="2147474116"/>
        </pc:sldMkLst>
      </pc:sldChg>
      <pc:sldChg chg="ord">
        <pc:chgData name="Kanduru, Raghava" userId="S::raghava.kanduru@capgemini.com::cf8c09de-c40c-47a2-971b-c612c06e0906" providerId="AD" clId="Web-{8EC28091-A089-4215-9C69-17B549A8F4AC}" dt="2024-03-12T06:01:15.589" v="41"/>
        <pc:sldMkLst>
          <pc:docMk/>
          <pc:sldMk cId="1493796699" sldId="2147474123"/>
        </pc:sldMkLst>
      </pc:sldChg>
      <pc:sldChg chg="mod ord modShow">
        <pc:chgData name="Kanduru, Raghava" userId="S::raghava.kanduru@capgemini.com::cf8c09de-c40c-47a2-971b-c612c06e0906" providerId="AD" clId="Web-{8EC28091-A089-4215-9C69-17B549A8F4AC}" dt="2024-03-12T06:03:18.748" v="44"/>
        <pc:sldMkLst>
          <pc:docMk/>
          <pc:sldMk cId="3692177319" sldId="2147474156"/>
        </pc:sldMkLst>
      </pc:sldChg>
      <pc:sldChg chg="ord">
        <pc:chgData name="Kanduru, Raghava" userId="S::raghava.kanduru@capgemini.com::cf8c09de-c40c-47a2-971b-c612c06e0906" providerId="AD" clId="Web-{8EC28091-A089-4215-9C69-17B549A8F4AC}" dt="2024-03-12T05:58:42.506" v="2"/>
        <pc:sldMkLst>
          <pc:docMk/>
          <pc:sldMk cId="2806278602" sldId="2147474157"/>
        </pc:sldMkLst>
      </pc:sldChg>
      <pc:sldChg chg="add">
        <pc:chgData name="Kanduru, Raghava" userId="S::raghava.kanduru@capgemini.com::cf8c09de-c40c-47a2-971b-c612c06e0906" providerId="AD" clId="Web-{8EC28091-A089-4215-9C69-17B549A8F4AC}" dt="2024-03-12T05:38:05.021" v="0"/>
        <pc:sldMkLst>
          <pc:docMk/>
          <pc:sldMk cId="3711325015" sldId="2147474159"/>
        </pc:sldMkLst>
      </pc:sldChg>
    </pc:docChg>
  </pc:docChgLst>
  <pc:docChgLst>
    <pc:chgData name="Kanduru, Raghava" userId="S::raghava.kanduru@capgemini.com::cf8c09de-c40c-47a2-971b-c612c06e0906" providerId="AD" clId="Web-{BB829E4C-C8A9-43BC-B8B8-ECA5DC1DBC64}"/>
    <pc:docChg chg="modSld">
      <pc:chgData name="Kanduru, Raghava" userId="S::raghava.kanduru@capgemini.com::cf8c09de-c40c-47a2-971b-c612c06e0906" providerId="AD" clId="Web-{BB829E4C-C8A9-43BC-B8B8-ECA5DC1DBC64}" dt="2024-03-21T07:32:34.475" v="23" actId="1076"/>
      <pc:docMkLst>
        <pc:docMk/>
      </pc:docMkLst>
      <pc:sldChg chg="modSp">
        <pc:chgData name="Kanduru, Raghava" userId="S::raghava.kanduru@capgemini.com::cf8c09de-c40c-47a2-971b-c612c06e0906" providerId="AD" clId="Web-{BB829E4C-C8A9-43BC-B8B8-ECA5DC1DBC64}" dt="2024-03-21T07:32:34.475" v="23" actId="1076"/>
        <pc:sldMkLst>
          <pc:docMk/>
          <pc:sldMk cId="2823214037" sldId="2147474176"/>
        </pc:sldMkLst>
        <pc:spChg chg="mod">
          <ac:chgData name="Kanduru, Raghava" userId="S::raghava.kanduru@capgemini.com::cf8c09de-c40c-47a2-971b-c612c06e0906" providerId="AD" clId="Web-{BB829E4C-C8A9-43BC-B8B8-ECA5DC1DBC64}" dt="2024-03-21T07:32:34.475" v="23" actId="1076"/>
          <ac:spMkLst>
            <pc:docMk/>
            <pc:sldMk cId="2823214037" sldId="2147474176"/>
            <ac:spMk id="3" creationId="{B8B85DE2-8B78-E8BD-059A-35D2CCC79250}"/>
          </ac:spMkLst>
        </pc:spChg>
      </pc:sldChg>
    </pc:docChg>
  </pc:docChgLst>
  <pc:docChgLst>
    <pc:chgData name="Chennamadhavuni, Vamshi" userId="S::vamshi.chennamadhavuni@capgemini.com::54f70633-a3e7-482c-b138-4842a37e589e" providerId="AD" clId="Web-{2FCFB5CA-C3BC-2B17-AB67-73D6CCF5EC4B}"/>
    <pc:docChg chg="modSld">
      <pc:chgData name="Chennamadhavuni, Vamshi" userId="S::vamshi.chennamadhavuni@capgemini.com::54f70633-a3e7-482c-b138-4842a37e589e" providerId="AD" clId="Web-{2FCFB5CA-C3BC-2B17-AB67-73D6CCF5EC4B}" dt="2024-03-12T17:13:02.677" v="29" actId="20577"/>
      <pc:docMkLst>
        <pc:docMk/>
      </pc:docMkLst>
      <pc:sldChg chg="addSp modSp">
        <pc:chgData name="Chennamadhavuni, Vamshi" userId="S::vamshi.chennamadhavuni@capgemini.com::54f70633-a3e7-482c-b138-4842a37e589e" providerId="AD" clId="Web-{2FCFB5CA-C3BC-2B17-AB67-73D6CCF5EC4B}" dt="2024-03-12T17:00:53.238" v="25" actId="14100"/>
        <pc:sldMkLst>
          <pc:docMk/>
          <pc:sldMk cId="3711325015" sldId="2147474159"/>
        </pc:sldMkLst>
        <pc:spChg chg="add mod">
          <ac:chgData name="Chennamadhavuni, Vamshi" userId="S::vamshi.chennamadhavuni@capgemini.com::54f70633-a3e7-482c-b138-4842a37e589e" providerId="AD" clId="Web-{2FCFB5CA-C3BC-2B17-AB67-73D6CCF5EC4B}" dt="2024-03-12T17:00:46.081" v="24" actId="1076"/>
          <ac:spMkLst>
            <pc:docMk/>
            <pc:sldMk cId="3711325015" sldId="2147474159"/>
            <ac:spMk id="23" creationId="{C8477846-C2D4-B82A-99BD-7F52995EA5E7}"/>
          </ac:spMkLst>
        </pc:spChg>
        <pc:spChg chg="mod">
          <ac:chgData name="Chennamadhavuni, Vamshi" userId="S::vamshi.chennamadhavuni@capgemini.com::54f70633-a3e7-482c-b138-4842a37e589e" providerId="AD" clId="Web-{2FCFB5CA-C3BC-2B17-AB67-73D6CCF5EC4B}" dt="2024-03-12T17:00:05.641" v="7" actId="20577"/>
          <ac:spMkLst>
            <pc:docMk/>
            <pc:sldMk cId="3711325015" sldId="2147474159"/>
            <ac:spMk id="24" creationId="{955E6E69-29C1-1718-D72A-5AE79009A804}"/>
          </ac:spMkLst>
        </pc:spChg>
        <pc:spChg chg="mod">
          <ac:chgData name="Chennamadhavuni, Vamshi" userId="S::vamshi.chennamadhavuni@capgemini.com::54f70633-a3e7-482c-b138-4842a37e589e" providerId="AD" clId="Web-{2FCFB5CA-C3BC-2B17-AB67-73D6CCF5EC4B}" dt="2024-03-12T17:00:27.001" v="12" actId="1076"/>
          <ac:spMkLst>
            <pc:docMk/>
            <pc:sldMk cId="3711325015" sldId="2147474159"/>
            <ac:spMk id="42" creationId="{19ED339B-7A18-7B10-E72E-B41146A09498}"/>
          </ac:spMkLst>
        </pc:spChg>
        <pc:spChg chg="mod">
          <ac:chgData name="Chennamadhavuni, Vamshi" userId="S::vamshi.chennamadhavuni@capgemini.com::54f70633-a3e7-482c-b138-4842a37e589e" providerId="AD" clId="Web-{2FCFB5CA-C3BC-2B17-AB67-73D6CCF5EC4B}" dt="2024-03-12T17:00:53.238" v="25" actId="14100"/>
          <ac:spMkLst>
            <pc:docMk/>
            <pc:sldMk cId="3711325015" sldId="2147474159"/>
            <ac:spMk id="43" creationId="{E8A31937-0281-AB06-CD23-C92E28045440}"/>
          </ac:spMkLst>
        </pc:spChg>
      </pc:sldChg>
      <pc:sldChg chg="modSp">
        <pc:chgData name="Chennamadhavuni, Vamshi" userId="S::vamshi.chennamadhavuni@capgemini.com::54f70633-a3e7-482c-b138-4842a37e589e" providerId="AD" clId="Web-{2FCFB5CA-C3BC-2B17-AB67-73D6CCF5EC4B}" dt="2024-03-12T17:13:02.677" v="29" actId="20577"/>
        <pc:sldMkLst>
          <pc:docMk/>
          <pc:sldMk cId="3281052071" sldId="2147474166"/>
        </pc:sldMkLst>
        <pc:spChg chg="mod">
          <ac:chgData name="Chennamadhavuni, Vamshi" userId="S::vamshi.chennamadhavuni@capgemini.com::54f70633-a3e7-482c-b138-4842a37e589e" providerId="AD" clId="Web-{2FCFB5CA-C3BC-2B17-AB67-73D6CCF5EC4B}" dt="2024-03-12T17:13:02.677" v="29" actId="20577"/>
          <ac:spMkLst>
            <pc:docMk/>
            <pc:sldMk cId="3281052071" sldId="2147474166"/>
            <ac:spMk id="52" creationId="{8295543D-921F-884F-B34E-B02D40197D2B}"/>
          </ac:spMkLst>
        </pc:spChg>
      </pc:sldChg>
    </pc:docChg>
  </pc:docChgLst>
  <pc:docChgLst>
    <pc:chgData name="Kanduru, Raghava" userId="S::raghava.kanduru@capgemini.com::cf8c09de-c40c-47a2-971b-c612c06e0906" providerId="AD" clId="Web-{8C7ED5E5-FD60-476B-9E11-F58DB8869FE5}"/>
    <pc:docChg chg="addSld delSld modSld">
      <pc:chgData name="Kanduru, Raghava" userId="S::raghava.kanduru@capgemini.com::cf8c09de-c40c-47a2-971b-c612c06e0906" providerId="AD" clId="Web-{8C7ED5E5-FD60-476B-9E11-F58DB8869FE5}" dt="2024-03-13T02:28:46.001" v="2"/>
      <pc:docMkLst>
        <pc:docMk/>
      </pc:docMkLst>
      <pc:sldChg chg="delSp">
        <pc:chgData name="Kanduru, Raghava" userId="S::raghava.kanduru@capgemini.com::cf8c09de-c40c-47a2-971b-c612c06e0906" providerId="AD" clId="Web-{8C7ED5E5-FD60-476B-9E11-F58DB8869FE5}" dt="2024-03-13T02:28:46.001" v="2"/>
        <pc:sldMkLst>
          <pc:docMk/>
          <pc:sldMk cId="3727333396" sldId="2147474111"/>
        </pc:sldMkLst>
        <pc:spChg chg="del">
          <ac:chgData name="Kanduru, Raghava" userId="S::raghava.kanduru@capgemini.com::cf8c09de-c40c-47a2-971b-c612c06e0906" providerId="AD" clId="Web-{8C7ED5E5-FD60-476B-9E11-F58DB8869FE5}" dt="2024-03-13T02:28:46.001" v="2"/>
          <ac:spMkLst>
            <pc:docMk/>
            <pc:sldMk cId="3727333396" sldId="2147474111"/>
            <ac:spMk id="5" creationId="{4CA39B15-9949-C8EF-AD56-299DB327751E}"/>
          </ac:spMkLst>
        </pc:spChg>
      </pc:sldChg>
      <pc:sldChg chg="del">
        <pc:chgData name="Kanduru, Raghava" userId="S::raghava.kanduru@capgemini.com::cf8c09de-c40c-47a2-971b-c612c06e0906" providerId="AD" clId="Web-{8C7ED5E5-FD60-476B-9E11-F58DB8869FE5}" dt="2024-03-13T02:24:03.931" v="1"/>
        <pc:sldMkLst>
          <pc:docMk/>
          <pc:sldMk cId="3845078339" sldId="2147474167"/>
        </pc:sldMkLst>
      </pc:sldChg>
      <pc:sldChg chg="add">
        <pc:chgData name="Kanduru, Raghava" userId="S::raghava.kanduru@capgemini.com::cf8c09de-c40c-47a2-971b-c612c06e0906" providerId="AD" clId="Web-{8C7ED5E5-FD60-476B-9E11-F58DB8869FE5}" dt="2024-03-13T02:23:58.149" v="0"/>
        <pc:sldMkLst>
          <pc:docMk/>
          <pc:sldMk cId="3078625140" sldId="2147474171"/>
        </pc:sldMkLst>
      </pc:sldChg>
    </pc:docChg>
  </pc:docChgLst>
  <pc:docChgLst>
    <pc:chgData name="Craney, Ian" userId="39ea3b5b-c44b-447f-a859-fa3e23624b35" providerId="ADAL" clId="{1065822E-B9F0-4190-A19D-40BFA8AE35AD}"/>
    <pc:docChg chg="custSel modSld">
      <pc:chgData name="Craney, Ian" userId="39ea3b5b-c44b-447f-a859-fa3e23624b35" providerId="ADAL" clId="{1065822E-B9F0-4190-A19D-40BFA8AE35AD}" dt="2023-05-18T09:42:34.696" v="0" actId="478"/>
      <pc:docMkLst>
        <pc:docMk/>
      </pc:docMkLst>
      <pc:sldChg chg="delSp mod">
        <pc:chgData name="Craney, Ian" userId="39ea3b5b-c44b-447f-a859-fa3e23624b35" providerId="ADAL" clId="{1065822E-B9F0-4190-A19D-40BFA8AE35AD}" dt="2023-05-18T09:42:34.696" v="0" actId="478"/>
        <pc:sldMkLst>
          <pc:docMk/>
          <pc:sldMk cId="2604415423" sldId="1055"/>
        </pc:sldMkLst>
        <pc:spChg chg="del">
          <ac:chgData name="Craney, Ian" userId="39ea3b5b-c44b-447f-a859-fa3e23624b35" providerId="ADAL" clId="{1065822E-B9F0-4190-A19D-40BFA8AE35AD}" dt="2023-05-18T09:42:34.696" v="0" actId="478"/>
          <ac:spMkLst>
            <pc:docMk/>
            <pc:sldMk cId="2604415423" sldId="1055"/>
            <ac:spMk id="30" creationId="{0CD0236A-DC3A-3E4F-BE5C-BB2204611526}"/>
          </ac:spMkLst>
        </pc:spChg>
      </pc:sldChg>
    </pc:docChg>
  </pc:docChgLst>
  <pc:docChgLst>
    <pc:chgData name="Gudla, Natraj" userId="1b097815-ad51-435d-a557-eb69be7a0b69" providerId="ADAL" clId="{A9761513-7AC9-4114-B515-9ADC2CDEEF70}"/>
    <pc:docChg chg="sldOrd">
      <pc:chgData name="Gudla, Natraj" userId="1b097815-ad51-435d-a557-eb69be7a0b69" providerId="ADAL" clId="{A9761513-7AC9-4114-B515-9ADC2CDEEF70}" dt="2024-03-26T03:16:01.428" v="0" actId="20578"/>
      <pc:docMkLst>
        <pc:docMk/>
      </pc:docMkLst>
      <pc:sldChg chg="ord">
        <pc:chgData name="Gudla, Natraj" userId="1b097815-ad51-435d-a557-eb69be7a0b69" providerId="ADAL" clId="{A9761513-7AC9-4114-B515-9ADC2CDEEF70}" dt="2024-03-26T03:16:01.428" v="0" actId="20578"/>
        <pc:sldMkLst>
          <pc:docMk/>
          <pc:sldMk cId="2411987227" sldId="2147474112"/>
        </pc:sldMkLst>
      </pc:sldChg>
    </pc:docChg>
  </pc:docChgLst>
  <pc:docChgLst>
    <pc:chgData name="Kanduru, Raghava" userId="S::raghava.kanduru@capgemini.com::cf8c09de-c40c-47a2-971b-c612c06e0906" providerId="AD" clId="Web-{3280DD41-3544-4CD5-9EC6-CD7670B0D57F}"/>
    <pc:docChg chg="modSld">
      <pc:chgData name="Kanduru, Raghava" userId="S::raghava.kanduru@capgemini.com::cf8c09de-c40c-47a2-971b-c612c06e0906" providerId="AD" clId="Web-{3280DD41-3544-4CD5-9EC6-CD7670B0D57F}" dt="2024-03-12T12:25:15.901" v="8" actId="20577"/>
      <pc:docMkLst>
        <pc:docMk/>
      </pc:docMkLst>
      <pc:sldChg chg="modSp">
        <pc:chgData name="Kanduru, Raghava" userId="S::raghava.kanduru@capgemini.com::cf8c09de-c40c-47a2-971b-c612c06e0906" providerId="AD" clId="Web-{3280DD41-3544-4CD5-9EC6-CD7670B0D57F}" dt="2024-03-12T12:25:15.901" v="8" actId="20577"/>
        <pc:sldMkLst>
          <pc:docMk/>
          <pc:sldMk cId="3711325015" sldId="2147474159"/>
        </pc:sldMkLst>
        <pc:spChg chg="mod">
          <ac:chgData name="Kanduru, Raghava" userId="S::raghava.kanduru@capgemini.com::cf8c09de-c40c-47a2-971b-c612c06e0906" providerId="AD" clId="Web-{3280DD41-3544-4CD5-9EC6-CD7670B0D57F}" dt="2024-03-12T12:25:15.901" v="8" actId="20577"/>
          <ac:spMkLst>
            <pc:docMk/>
            <pc:sldMk cId="3711325015" sldId="2147474159"/>
            <ac:spMk id="58" creationId="{476F6A9E-1225-F31F-CC6D-DF0BCC19D373}"/>
          </ac:spMkLst>
        </pc:spChg>
      </pc:sldChg>
    </pc:docChg>
  </pc:docChgLst>
  <pc:docChgLst>
    <pc:chgData name="Kanduru, Raghava" userId="S::raghava.kanduru@capgemini.com::cf8c09de-c40c-47a2-971b-c612c06e0906" providerId="AD" clId="Web-{32F5ADFF-184D-4B83-A4A3-12962802C621}"/>
    <pc:docChg chg="addSld modSld">
      <pc:chgData name="Kanduru, Raghava" userId="S::raghava.kanduru@capgemini.com::cf8c09de-c40c-47a2-971b-c612c06e0906" providerId="AD" clId="Web-{32F5ADFF-184D-4B83-A4A3-12962802C621}" dt="2024-03-11T17:52:38.710" v="6"/>
      <pc:docMkLst>
        <pc:docMk/>
      </pc:docMkLst>
      <pc:sldChg chg="mod modShow">
        <pc:chgData name="Kanduru, Raghava" userId="S::raghava.kanduru@capgemini.com::cf8c09de-c40c-47a2-971b-c612c06e0906" providerId="AD" clId="Web-{32F5ADFF-184D-4B83-A4A3-12962802C621}" dt="2024-03-11T17:44:24.494" v="2"/>
        <pc:sldMkLst>
          <pc:docMk/>
          <pc:sldMk cId="807573619" sldId="2147474100"/>
        </pc:sldMkLst>
      </pc:sldChg>
      <pc:sldChg chg="mod modShow">
        <pc:chgData name="Kanduru, Raghava" userId="S::raghava.kanduru@capgemini.com::cf8c09de-c40c-47a2-971b-c612c06e0906" providerId="AD" clId="Web-{32F5ADFF-184D-4B83-A4A3-12962802C621}" dt="2024-03-11T17:52:33.851" v="5"/>
        <pc:sldMkLst>
          <pc:docMk/>
          <pc:sldMk cId="3301828130" sldId="2147474101"/>
        </pc:sldMkLst>
      </pc:sldChg>
      <pc:sldChg chg="mod modShow">
        <pc:chgData name="Kanduru, Raghava" userId="S::raghava.kanduru@capgemini.com::cf8c09de-c40c-47a2-971b-c612c06e0906" providerId="AD" clId="Web-{32F5ADFF-184D-4B83-A4A3-12962802C621}" dt="2024-03-11T17:52:38.710" v="6"/>
        <pc:sldMkLst>
          <pc:docMk/>
          <pc:sldMk cId="2894879383" sldId="2147474103"/>
        </pc:sldMkLst>
      </pc:sldChg>
      <pc:sldChg chg="add">
        <pc:chgData name="Kanduru, Raghava" userId="S::raghava.kanduru@capgemini.com::cf8c09de-c40c-47a2-971b-c612c06e0906" providerId="AD" clId="Web-{32F5ADFF-184D-4B83-A4A3-12962802C621}" dt="2024-03-11T17:44:14.181" v="0"/>
        <pc:sldMkLst>
          <pc:docMk/>
          <pc:sldMk cId="1411463970" sldId="2147474152"/>
        </pc:sldMkLst>
      </pc:sldChg>
      <pc:sldChg chg="add">
        <pc:chgData name="Kanduru, Raghava" userId="S::raghava.kanduru@capgemini.com::cf8c09de-c40c-47a2-971b-c612c06e0906" providerId="AD" clId="Web-{32F5ADFF-184D-4B83-A4A3-12962802C621}" dt="2024-03-11T17:44:14.321" v="1"/>
        <pc:sldMkLst>
          <pc:docMk/>
          <pc:sldMk cId="2001861423" sldId="2147474153"/>
        </pc:sldMkLst>
      </pc:sldChg>
      <pc:sldChg chg="add">
        <pc:chgData name="Kanduru, Raghava" userId="S::raghava.kanduru@capgemini.com::cf8c09de-c40c-47a2-971b-c612c06e0906" providerId="AD" clId="Web-{32F5ADFF-184D-4B83-A4A3-12962802C621}" dt="2024-03-11T17:52:23.772" v="3"/>
        <pc:sldMkLst>
          <pc:docMk/>
          <pc:sldMk cId="2251188276" sldId="2147474154"/>
        </pc:sldMkLst>
      </pc:sldChg>
      <pc:sldChg chg="add">
        <pc:chgData name="Kanduru, Raghava" userId="S::raghava.kanduru@capgemini.com::cf8c09de-c40c-47a2-971b-c612c06e0906" providerId="AD" clId="Web-{32F5ADFF-184D-4B83-A4A3-12962802C621}" dt="2024-03-11T17:52:23.944" v="4"/>
        <pc:sldMkLst>
          <pc:docMk/>
          <pc:sldMk cId="3447131155" sldId="2147474155"/>
        </pc:sldMkLst>
      </pc:sldChg>
    </pc:docChg>
  </pc:docChgLst>
  <pc:docChgLst>
    <pc:chgData name="Kanduru, Raghava" userId="cf8c09de-c40c-47a2-971b-c612c06e0906" providerId="ADAL" clId="{286376FE-45D7-4F25-8C20-F68F85ED1A92}"/>
    <pc:docChg chg="custSel modSld modMainMaster">
      <pc:chgData name="Kanduru, Raghava" userId="cf8c09de-c40c-47a2-971b-c612c06e0906" providerId="ADAL" clId="{286376FE-45D7-4F25-8C20-F68F85ED1A92}" dt="2024-03-13T02:38:38.848" v="31" actId="729"/>
      <pc:docMkLst>
        <pc:docMk/>
      </pc:docMkLst>
      <pc:sldChg chg="mod modShow">
        <pc:chgData name="Kanduru, Raghava" userId="cf8c09de-c40c-47a2-971b-c612c06e0906" providerId="ADAL" clId="{286376FE-45D7-4F25-8C20-F68F85ED1A92}" dt="2024-03-13T02:38:38.848" v="31" actId="729"/>
        <pc:sldMkLst>
          <pc:docMk/>
          <pc:sldMk cId="68534792" sldId="2147474108"/>
        </pc:sldMkLst>
      </pc:sldChg>
      <pc:sldMasterChg chg="modSp mod">
        <pc:chgData name="Kanduru, Raghava" userId="cf8c09de-c40c-47a2-971b-c612c06e0906" providerId="ADAL" clId="{286376FE-45D7-4F25-8C20-F68F85ED1A92}" dt="2024-03-13T02:35:23.341" v="18" actId="20577"/>
        <pc:sldMasterMkLst>
          <pc:docMk/>
          <pc:sldMasterMk cId="3148905397" sldId="2147483899"/>
        </pc:sldMasterMkLst>
        <pc:spChg chg="mod">
          <ac:chgData name="Kanduru, Raghava" userId="cf8c09de-c40c-47a2-971b-c612c06e0906" providerId="ADAL" clId="{286376FE-45D7-4F25-8C20-F68F85ED1A92}" dt="2024-03-13T02:35:17.626" v="17" actId="20577"/>
          <ac:spMkLst>
            <pc:docMk/>
            <pc:sldMasterMk cId="3148905397" sldId="2147483899"/>
            <ac:spMk id="65" creationId="{5B538C81-213B-41EC-BB81-FEF313C9D880}"/>
          </ac:spMkLst>
        </pc:spChg>
        <pc:spChg chg="mod">
          <ac:chgData name="Kanduru, Raghava" userId="cf8c09de-c40c-47a2-971b-c612c06e0906" providerId="ADAL" clId="{286376FE-45D7-4F25-8C20-F68F85ED1A92}" dt="2024-03-13T02:35:23.341" v="18" actId="20577"/>
          <ac:spMkLst>
            <pc:docMk/>
            <pc:sldMasterMk cId="3148905397" sldId="2147483899"/>
            <ac:spMk id="89" creationId="{01D50803-B26A-4936-A06C-6E086A6DD719}"/>
          </ac:spMkLst>
        </pc:spChg>
      </pc:sldMasterChg>
      <pc:sldMasterChg chg="addSp delSp modSp mod">
        <pc:chgData name="Kanduru, Raghava" userId="cf8c09de-c40c-47a2-971b-c612c06e0906" providerId="ADAL" clId="{286376FE-45D7-4F25-8C20-F68F85ED1A92}" dt="2024-03-13T02:36:19.361" v="21"/>
        <pc:sldMasterMkLst>
          <pc:docMk/>
          <pc:sldMasterMk cId="3148905397" sldId="2147483980"/>
        </pc:sldMasterMkLst>
        <pc:spChg chg="add mod">
          <ac:chgData name="Kanduru, Raghava" userId="cf8c09de-c40c-47a2-971b-c612c06e0906" providerId="ADAL" clId="{286376FE-45D7-4F25-8C20-F68F85ED1A92}" dt="2024-03-13T02:36:19.361" v="21"/>
          <ac:spMkLst>
            <pc:docMk/>
            <pc:sldMasterMk cId="3148905397" sldId="2147483980"/>
            <ac:spMk id="2" creationId="{D17879E2-3C96-3A06-90FD-9E1200992292}"/>
          </ac:spMkLst>
        </pc:spChg>
        <pc:spChg chg="del">
          <ac:chgData name="Kanduru, Raghava" userId="cf8c09de-c40c-47a2-971b-c612c06e0906" providerId="ADAL" clId="{286376FE-45D7-4F25-8C20-F68F85ED1A92}" dt="2024-03-13T02:35:56.700" v="19" actId="478"/>
          <ac:spMkLst>
            <pc:docMk/>
            <pc:sldMasterMk cId="3148905397" sldId="2147483980"/>
            <ac:spMk id="65" creationId="{5B538C81-213B-41EC-BB81-FEF313C9D880}"/>
          </ac:spMkLst>
        </pc:spChg>
        <pc:spChg chg="mod">
          <ac:chgData name="Kanduru, Raghava" userId="cf8c09de-c40c-47a2-971b-c612c06e0906" providerId="ADAL" clId="{286376FE-45D7-4F25-8C20-F68F85ED1A92}" dt="2024-03-13T02:36:02.426" v="20" actId="20577"/>
          <ac:spMkLst>
            <pc:docMk/>
            <pc:sldMasterMk cId="3148905397" sldId="2147483980"/>
            <ac:spMk id="89" creationId="{01D50803-B26A-4936-A06C-6E086A6DD719}"/>
          </ac:spMkLst>
        </pc:spChg>
      </pc:sldMasterChg>
      <pc:sldMasterChg chg="addSp delSp modSp mod">
        <pc:chgData name="Kanduru, Raghava" userId="cf8c09de-c40c-47a2-971b-c612c06e0906" providerId="ADAL" clId="{286376FE-45D7-4F25-8C20-F68F85ED1A92}" dt="2024-03-13T02:36:43.213" v="24" actId="20577"/>
        <pc:sldMasterMkLst>
          <pc:docMk/>
          <pc:sldMasterMk cId="3148905397" sldId="2147484005"/>
        </pc:sldMasterMkLst>
        <pc:spChg chg="add mod">
          <ac:chgData name="Kanduru, Raghava" userId="cf8c09de-c40c-47a2-971b-c612c06e0906" providerId="ADAL" clId="{286376FE-45D7-4F25-8C20-F68F85ED1A92}" dt="2024-03-13T02:36:38.688" v="23"/>
          <ac:spMkLst>
            <pc:docMk/>
            <pc:sldMasterMk cId="3148905397" sldId="2147484005"/>
            <ac:spMk id="5" creationId="{95F909D2-4B72-A85F-1824-B72A61A5AF6C}"/>
          </ac:spMkLst>
        </pc:spChg>
        <pc:spChg chg="del">
          <ac:chgData name="Kanduru, Raghava" userId="cf8c09de-c40c-47a2-971b-c612c06e0906" providerId="ADAL" clId="{286376FE-45D7-4F25-8C20-F68F85ED1A92}" dt="2024-03-13T02:36:38.201" v="22" actId="478"/>
          <ac:spMkLst>
            <pc:docMk/>
            <pc:sldMasterMk cId="3148905397" sldId="2147484005"/>
            <ac:spMk id="65" creationId="{5B538C81-213B-41EC-BB81-FEF313C9D880}"/>
          </ac:spMkLst>
        </pc:spChg>
        <pc:spChg chg="mod">
          <ac:chgData name="Kanduru, Raghava" userId="cf8c09de-c40c-47a2-971b-c612c06e0906" providerId="ADAL" clId="{286376FE-45D7-4F25-8C20-F68F85ED1A92}" dt="2024-03-13T02:36:43.213" v="24" actId="20577"/>
          <ac:spMkLst>
            <pc:docMk/>
            <pc:sldMasterMk cId="3148905397" sldId="2147484005"/>
            <ac:spMk id="89" creationId="{01D50803-B26A-4936-A06C-6E086A6DD719}"/>
          </ac:spMkLst>
        </pc:spChg>
      </pc:sldMasterChg>
      <pc:sldMasterChg chg="addSp delSp modSp mod">
        <pc:chgData name="Kanduru, Raghava" userId="cf8c09de-c40c-47a2-971b-c612c06e0906" providerId="ADAL" clId="{286376FE-45D7-4F25-8C20-F68F85ED1A92}" dt="2024-03-13T02:37:01.163" v="27" actId="20577"/>
        <pc:sldMasterMkLst>
          <pc:docMk/>
          <pc:sldMasterMk cId="260528291" sldId="2147484030"/>
        </pc:sldMasterMkLst>
        <pc:spChg chg="add mod">
          <ac:chgData name="Kanduru, Raghava" userId="cf8c09de-c40c-47a2-971b-c612c06e0906" providerId="ADAL" clId="{286376FE-45D7-4F25-8C20-F68F85ED1A92}" dt="2024-03-13T02:36:57.430" v="26"/>
          <ac:spMkLst>
            <pc:docMk/>
            <pc:sldMasterMk cId="260528291" sldId="2147484030"/>
            <ac:spMk id="2" creationId="{C201F874-4263-EB0E-4A19-FB74904E4D3B}"/>
          </ac:spMkLst>
        </pc:spChg>
        <pc:spChg chg="del">
          <ac:chgData name="Kanduru, Raghava" userId="cf8c09de-c40c-47a2-971b-c612c06e0906" providerId="ADAL" clId="{286376FE-45D7-4F25-8C20-F68F85ED1A92}" dt="2024-03-13T02:36:56.944" v="25" actId="478"/>
          <ac:spMkLst>
            <pc:docMk/>
            <pc:sldMasterMk cId="260528291" sldId="2147484030"/>
            <ac:spMk id="65" creationId="{5B538C81-213B-41EC-BB81-FEF313C9D880}"/>
          </ac:spMkLst>
        </pc:spChg>
        <pc:spChg chg="mod">
          <ac:chgData name="Kanduru, Raghava" userId="cf8c09de-c40c-47a2-971b-c612c06e0906" providerId="ADAL" clId="{286376FE-45D7-4F25-8C20-F68F85ED1A92}" dt="2024-03-13T02:37:01.163" v="27" actId="20577"/>
          <ac:spMkLst>
            <pc:docMk/>
            <pc:sldMasterMk cId="260528291" sldId="2147484030"/>
            <ac:spMk id="89" creationId="{01D50803-B26A-4936-A06C-6E086A6DD719}"/>
          </ac:spMkLst>
        </pc:spChg>
      </pc:sldMasterChg>
      <pc:sldMasterChg chg="addSp delSp modSp mod">
        <pc:chgData name="Kanduru, Raghava" userId="cf8c09de-c40c-47a2-971b-c612c06e0906" providerId="ADAL" clId="{286376FE-45D7-4F25-8C20-F68F85ED1A92}" dt="2024-03-13T02:37:26.441" v="30" actId="20577"/>
        <pc:sldMasterMkLst>
          <pc:docMk/>
          <pc:sldMasterMk cId="3038761969" sldId="2147484068"/>
        </pc:sldMasterMkLst>
        <pc:spChg chg="add mod">
          <ac:chgData name="Kanduru, Raghava" userId="cf8c09de-c40c-47a2-971b-c612c06e0906" providerId="ADAL" clId="{286376FE-45D7-4F25-8C20-F68F85ED1A92}" dt="2024-03-13T02:37:16.940" v="29"/>
          <ac:spMkLst>
            <pc:docMk/>
            <pc:sldMasterMk cId="3038761969" sldId="2147484068"/>
            <ac:spMk id="2" creationId="{28BB344A-D0C7-2ABD-C194-00D5F70A79E5}"/>
          </ac:spMkLst>
        </pc:spChg>
        <pc:spChg chg="del">
          <ac:chgData name="Kanduru, Raghava" userId="cf8c09de-c40c-47a2-971b-c612c06e0906" providerId="ADAL" clId="{286376FE-45D7-4F25-8C20-F68F85ED1A92}" dt="2024-03-13T02:37:16.239" v="28" actId="478"/>
          <ac:spMkLst>
            <pc:docMk/>
            <pc:sldMasterMk cId="3038761969" sldId="2147484068"/>
            <ac:spMk id="65" creationId="{5B538C81-213B-41EC-BB81-FEF313C9D880}"/>
          </ac:spMkLst>
        </pc:spChg>
        <pc:spChg chg="mod">
          <ac:chgData name="Kanduru, Raghava" userId="cf8c09de-c40c-47a2-971b-c612c06e0906" providerId="ADAL" clId="{286376FE-45D7-4F25-8C20-F68F85ED1A92}" dt="2024-03-13T02:37:26.441" v="30" actId="20577"/>
          <ac:spMkLst>
            <pc:docMk/>
            <pc:sldMasterMk cId="3038761969" sldId="2147484068"/>
            <ac:spMk id="89" creationId="{01D50803-B26A-4936-A06C-6E086A6DD719}"/>
          </ac:spMkLst>
        </pc:spChg>
      </pc:sldMasterChg>
    </pc:docChg>
  </pc:docChgLst>
  <pc:docChgLst>
    <pc:chgData name="Kanduru, Raghava" userId="S::raghava.kanduru@capgemini.com::cf8c09de-c40c-47a2-971b-c612c06e0906" providerId="AD" clId="Web-{ED33B2FB-F84E-4FCB-88E2-127186548EA2}"/>
    <pc:docChg chg="modSld">
      <pc:chgData name="Kanduru, Raghava" userId="S::raghava.kanduru@capgemini.com::cf8c09de-c40c-47a2-971b-c612c06e0906" providerId="AD" clId="Web-{ED33B2FB-F84E-4FCB-88E2-127186548EA2}" dt="2024-03-12T14:10:46.806" v="9" actId="20577"/>
      <pc:docMkLst>
        <pc:docMk/>
      </pc:docMkLst>
      <pc:sldChg chg="modSp">
        <pc:chgData name="Kanduru, Raghava" userId="S::raghava.kanduru@capgemini.com::cf8c09de-c40c-47a2-971b-c612c06e0906" providerId="AD" clId="Web-{ED33B2FB-F84E-4FCB-88E2-127186548EA2}" dt="2024-03-12T14:10:46.806" v="9" actId="20577"/>
        <pc:sldMkLst>
          <pc:docMk/>
          <pc:sldMk cId="3711325015" sldId="2147474159"/>
        </pc:sldMkLst>
        <pc:spChg chg="mod">
          <ac:chgData name="Kanduru, Raghava" userId="S::raghava.kanduru@capgemini.com::cf8c09de-c40c-47a2-971b-c612c06e0906" providerId="AD" clId="Web-{ED33B2FB-F84E-4FCB-88E2-127186548EA2}" dt="2024-03-12T14:10:02.274" v="5" actId="20577"/>
          <ac:spMkLst>
            <pc:docMk/>
            <pc:sldMk cId="3711325015" sldId="2147474159"/>
            <ac:spMk id="3" creationId="{FEFD9BC5-C28B-C1C8-3052-EEA547CE97F1}"/>
          </ac:spMkLst>
        </pc:spChg>
        <pc:spChg chg="mod">
          <ac:chgData name="Kanduru, Raghava" userId="S::raghava.kanduru@capgemini.com::cf8c09de-c40c-47a2-971b-c612c06e0906" providerId="AD" clId="Web-{ED33B2FB-F84E-4FCB-88E2-127186548EA2}" dt="2024-03-12T14:10:46.806" v="9" actId="20577"/>
          <ac:spMkLst>
            <pc:docMk/>
            <pc:sldMk cId="3711325015" sldId="2147474159"/>
            <ac:spMk id="57" creationId="{FA9B77D7-CB12-72E7-9C39-15642DAD2A8B}"/>
          </ac:spMkLst>
        </pc:spChg>
      </pc:sldChg>
    </pc:docChg>
  </pc:docChgLst>
  <pc:docChgLst>
    <pc:chgData name="Kanduru, Raghava" userId="S::raghava.kanduru@capgemini.com::cf8c09de-c40c-47a2-971b-c612c06e0906" providerId="AD" clId="Web-{A57A2C67-C804-4CBB-B8CD-DC62AE8E1348}"/>
    <pc:docChg chg="addSld">
      <pc:chgData name="Kanduru, Raghava" userId="S::raghava.kanduru@capgemini.com::cf8c09de-c40c-47a2-971b-c612c06e0906" providerId="AD" clId="Web-{A57A2C67-C804-4CBB-B8CD-DC62AE8E1348}" dt="2024-03-11T18:08:37.396" v="0"/>
      <pc:docMkLst>
        <pc:docMk/>
      </pc:docMkLst>
      <pc:sldChg chg="add">
        <pc:chgData name="Kanduru, Raghava" userId="S::raghava.kanduru@capgemini.com::cf8c09de-c40c-47a2-971b-c612c06e0906" providerId="AD" clId="Web-{A57A2C67-C804-4CBB-B8CD-DC62AE8E1348}" dt="2024-03-11T18:08:37.396" v="0"/>
        <pc:sldMkLst>
          <pc:docMk/>
          <pc:sldMk cId="3692177319" sldId="2147474156"/>
        </pc:sldMkLst>
      </pc:sldChg>
    </pc:docChg>
  </pc:docChgLst>
  <pc:docChgLst>
    <pc:chgData name="Kanduru, Raghava" userId="S::raghava.kanduru@capgemini.com::cf8c09de-c40c-47a2-971b-c612c06e0906" providerId="AD" clId="Web-{B9294E87-4A3B-4B5B-9C87-389ED7B88379}"/>
    <pc:docChg chg="modSld">
      <pc:chgData name="Kanduru, Raghava" userId="S::raghava.kanduru@capgemini.com::cf8c09de-c40c-47a2-971b-c612c06e0906" providerId="AD" clId="Web-{B9294E87-4A3B-4B5B-9C87-389ED7B88379}" dt="2024-03-13T05:34:47.182" v="15"/>
      <pc:docMkLst>
        <pc:docMk/>
      </pc:docMkLst>
      <pc:sldChg chg="modSp">
        <pc:chgData name="Kanduru, Raghava" userId="S::raghava.kanduru@capgemini.com::cf8c09de-c40c-47a2-971b-c612c06e0906" providerId="AD" clId="Web-{B9294E87-4A3B-4B5B-9C87-389ED7B88379}" dt="2024-03-13T05:34:47.182" v="15"/>
        <pc:sldMkLst>
          <pc:docMk/>
          <pc:sldMk cId="1411463970" sldId="2147474152"/>
        </pc:sldMkLst>
        <pc:graphicFrameChg chg="mod modGraphic">
          <ac:chgData name="Kanduru, Raghava" userId="S::raghava.kanduru@capgemini.com::cf8c09de-c40c-47a2-971b-c612c06e0906" providerId="AD" clId="Web-{B9294E87-4A3B-4B5B-9C87-389ED7B88379}" dt="2024-03-13T05:34:47.182" v="15"/>
          <ac:graphicFrameMkLst>
            <pc:docMk/>
            <pc:sldMk cId="1411463970" sldId="2147474152"/>
            <ac:graphicFrameMk id="8" creationId="{0449F75F-2706-876C-71DE-D728F38E233D}"/>
          </ac:graphicFrameMkLst>
        </pc:graphicFrameChg>
      </pc:sldChg>
    </pc:docChg>
  </pc:docChgLst>
  <pc:docChgLst>
    <pc:chgData name="Kanduru, Raghava" userId="S::raghava.kanduru@capgemini.com::cf8c09de-c40c-47a2-971b-c612c06e0906" providerId="AD" clId="Web-{BAE6359F-BC22-4D27-8ED7-B9F42631452E}"/>
    <pc:docChg chg="modSld">
      <pc:chgData name="Kanduru, Raghava" userId="S::raghava.kanduru@capgemini.com::cf8c09de-c40c-47a2-971b-c612c06e0906" providerId="AD" clId="Web-{BAE6359F-BC22-4D27-8ED7-B9F42631452E}" dt="2024-03-12T11:26:27.964" v="0"/>
      <pc:docMkLst>
        <pc:docMk/>
      </pc:docMkLst>
      <pc:sldChg chg="modSp">
        <pc:chgData name="Kanduru, Raghava" userId="S::raghava.kanduru@capgemini.com::cf8c09de-c40c-47a2-971b-c612c06e0906" providerId="AD" clId="Web-{BAE6359F-BC22-4D27-8ED7-B9F42631452E}" dt="2024-03-12T11:26:27.964" v="0"/>
        <pc:sldMkLst>
          <pc:docMk/>
          <pc:sldMk cId="3711325015" sldId="2147474159"/>
        </pc:sldMkLst>
        <pc:spChg chg="mod">
          <ac:chgData name="Kanduru, Raghava" userId="S::raghava.kanduru@capgemini.com::cf8c09de-c40c-47a2-971b-c612c06e0906" providerId="AD" clId="Web-{BAE6359F-BC22-4D27-8ED7-B9F42631452E}" dt="2024-03-12T11:26:27.964" v="0"/>
          <ac:spMkLst>
            <pc:docMk/>
            <pc:sldMk cId="3711325015" sldId="2147474159"/>
            <ac:spMk id="55" creationId="{14133841-23B0-214F-D90C-3566F5697992}"/>
          </ac:spMkLst>
        </pc:spChg>
      </pc:sldChg>
    </pc:docChg>
  </pc:docChgLst>
  <pc:docChgLst>
    <pc:chgData name="Gudla, Natraj" userId="1b097815-ad51-435d-a557-eb69be7a0b69" providerId="ADAL" clId="{BF5BD8BC-BC64-4E33-A2DC-6981917607A2}"/>
    <pc:docChg chg="undo custSel addSld delSld modSld sldOrd">
      <pc:chgData name="Gudla, Natraj" userId="1b097815-ad51-435d-a557-eb69be7a0b69" providerId="ADAL" clId="{BF5BD8BC-BC64-4E33-A2DC-6981917607A2}" dt="2024-03-15T09:37:36.058" v="8561" actId="20577"/>
      <pc:docMkLst>
        <pc:docMk/>
      </pc:docMkLst>
      <pc:sldChg chg="addSp delSp modSp add del mod ord modClrScheme modShow chgLayout modNotesTx">
        <pc:chgData name="Gudla, Natraj" userId="1b097815-ad51-435d-a557-eb69be7a0b69" providerId="ADAL" clId="{BF5BD8BC-BC64-4E33-A2DC-6981917607A2}" dt="2024-03-13T11:06:43.213" v="8456" actId="47"/>
        <pc:sldMkLst>
          <pc:docMk/>
          <pc:sldMk cId="3549773025" sldId="413"/>
        </pc:sldMkLst>
        <pc:spChg chg="mod ord">
          <ac:chgData name="Gudla, Natraj" userId="1b097815-ad51-435d-a557-eb69be7a0b69" providerId="ADAL" clId="{BF5BD8BC-BC64-4E33-A2DC-6981917607A2}" dt="2024-03-12T05:49:59.432" v="4208" actId="20577"/>
          <ac:spMkLst>
            <pc:docMk/>
            <pc:sldMk cId="3549773025" sldId="413"/>
            <ac:spMk id="2" creationId="{00000000-0000-0000-0000-000000000000}"/>
          </ac:spMkLst>
        </pc:spChg>
        <pc:spChg chg="add del mod">
          <ac:chgData name="Gudla, Natraj" userId="1b097815-ad51-435d-a557-eb69be7a0b69" providerId="ADAL" clId="{BF5BD8BC-BC64-4E33-A2DC-6981917607A2}" dt="2024-03-12T04:45:16.978" v="3874"/>
          <ac:spMkLst>
            <pc:docMk/>
            <pc:sldMk cId="3549773025" sldId="413"/>
            <ac:spMk id="3" creationId="{BDA4AEA2-8221-F542-3484-6CDF9C92D0C4}"/>
          </ac:spMkLst>
        </pc:spChg>
        <pc:spChg chg="mod">
          <ac:chgData name="Gudla, Natraj" userId="1b097815-ad51-435d-a557-eb69be7a0b69" providerId="ADAL" clId="{BF5BD8BC-BC64-4E33-A2DC-6981917607A2}" dt="2024-03-12T05:37:08.053" v="4128" actId="11530"/>
          <ac:spMkLst>
            <pc:docMk/>
            <pc:sldMk cId="3549773025" sldId="413"/>
            <ac:spMk id="4" creationId="{00000000-0000-0000-0000-000000000000}"/>
          </ac:spMkLst>
        </pc:spChg>
        <pc:spChg chg="mod">
          <ac:chgData name="Gudla, Natraj" userId="1b097815-ad51-435d-a557-eb69be7a0b69" providerId="ADAL" clId="{BF5BD8BC-BC64-4E33-A2DC-6981917607A2}" dt="2024-03-12T05:18:00.129" v="3992" actId="14100"/>
          <ac:spMkLst>
            <pc:docMk/>
            <pc:sldMk cId="3549773025" sldId="413"/>
            <ac:spMk id="5" creationId="{00000000-0000-0000-0000-000000000000}"/>
          </ac:spMkLst>
        </pc:spChg>
        <pc:spChg chg="mod">
          <ac:chgData name="Gudla, Natraj" userId="1b097815-ad51-435d-a557-eb69be7a0b69" providerId="ADAL" clId="{BF5BD8BC-BC64-4E33-A2DC-6981917607A2}" dt="2024-03-12T05:18:00.129" v="3992" actId="14100"/>
          <ac:spMkLst>
            <pc:docMk/>
            <pc:sldMk cId="3549773025" sldId="413"/>
            <ac:spMk id="6" creationId="{00000000-0000-0000-0000-000000000000}"/>
          </ac:spMkLst>
        </pc:spChg>
        <pc:spChg chg="mod">
          <ac:chgData name="Gudla, Natraj" userId="1b097815-ad51-435d-a557-eb69be7a0b69" providerId="ADAL" clId="{BF5BD8BC-BC64-4E33-A2DC-6981917607A2}" dt="2024-03-12T05:18:00.129" v="3992" actId="14100"/>
          <ac:spMkLst>
            <pc:docMk/>
            <pc:sldMk cId="3549773025" sldId="413"/>
            <ac:spMk id="7" creationId="{00000000-0000-0000-0000-000000000000}"/>
          </ac:spMkLst>
        </pc:spChg>
        <pc:spChg chg="mod">
          <ac:chgData name="Gudla, Natraj" userId="1b097815-ad51-435d-a557-eb69be7a0b69" providerId="ADAL" clId="{BF5BD8BC-BC64-4E33-A2DC-6981917607A2}" dt="2024-03-12T05:18:00.129" v="3992" actId="14100"/>
          <ac:spMkLst>
            <pc:docMk/>
            <pc:sldMk cId="3549773025" sldId="413"/>
            <ac:spMk id="8" creationId="{00000000-0000-0000-0000-000000000000}"/>
          </ac:spMkLst>
        </pc:spChg>
        <pc:spChg chg="mod">
          <ac:chgData name="Gudla, Natraj" userId="1b097815-ad51-435d-a557-eb69be7a0b69" providerId="ADAL" clId="{BF5BD8BC-BC64-4E33-A2DC-6981917607A2}" dt="2024-03-12T05:37:07.393" v="4127" actId="1076"/>
          <ac:spMkLst>
            <pc:docMk/>
            <pc:sldMk cId="3549773025" sldId="413"/>
            <ac:spMk id="9" creationId="{00000000-0000-0000-0000-000000000000}"/>
          </ac:spMkLst>
        </pc:spChg>
        <pc:spChg chg="mod">
          <ac:chgData name="Gudla, Natraj" userId="1b097815-ad51-435d-a557-eb69be7a0b69" providerId="ADAL" clId="{BF5BD8BC-BC64-4E33-A2DC-6981917607A2}" dt="2024-03-12T05:15:01.788" v="3982" actId="6549"/>
          <ac:spMkLst>
            <pc:docMk/>
            <pc:sldMk cId="3549773025" sldId="413"/>
            <ac:spMk id="10" creationId="{00000000-0000-0000-0000-000000000000}"/>
          </ac:spMkLst>
        </pc:spChg>
        <pc:spChg chg="add del mod">
          <ac:chgData name="Gudla, Natraj" userId="1b097815-ad51-435d-a557-eb69be7a0b69" providerId="ADAL" clId="{BF5BD8BC-BC64-4E33-A2DC-6981917607A2}" dt="2024-03-12T04:45:16.978" v="3874"/>
          <ac:spMkLst>
            <pc:docMk/>
            <pc:sldMk cId="3549773025" sldId="413"/>
            <ac:spMk id="11" creationId="{9EC471D7-E200-3E55-EAC5-4CE3E174F5B0}"/>
          </ac:spMkLst>
        </pc:spChg>
        <pc:spChg chg="mod">
          <ac:chgData name="Gudla, Natraj" userId="1b097815-ad51-435d-a557-eb69be7a0b69" providerId="ADAL" clId="{BF5BD8BC-BC64-4E33-A2DC-6981917607A2}" dt="2024-03-12T05:17:16.291" v="3990" actId="255"/>
          <ac:spMkLst>
            <pc:docMk/>
            <pc:sldMk cId="3549773025" sldId="413"/>
            <ac:spMk id="12"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13"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14"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15"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16" creationId="{00000000-0000-0000-0000-000000000000}"/>
          </ac:spMkLst>
        </pc:spChg>
        <pc:spChg chg="add del mod">
          <ac:chgData name="Gudla, Natraj" userId="1b097815-ad51-435d-a557-eb69be7a0b69" providerId="ADAL" clId="{BF5BD8BC-BC64-4E33-A2DC-6981917607A2}" dt="2024-03-12T04:45:16.978" v="3874"/>
          <ac:spMkLst>
            <pc:docMk/>
            <pc:sldMk cId="3549773025" sldId="413"/>
            <ac:spMk id="17" creationId="{E96400CD-A99D-3265-78C1-B03CBD9A5066}"/>
          </ac:spMkLst>
        </pc:spChg>
        <pc:spChg chg="mod">
          <ac:chgData name="Gudla, Natraj" userId="1b097815-ad51-435d-a557-eb69be7a0b69" providerId="ADAL" clId="{BF5BD8BC-BC64-4E33-A2DC-6981917607A2}" dt="2024-03-12T05:17:16.291" v="3990" actId="255"/>
          <ac:spMkLst>
            <pc:docMk/>
            <pc:sldMk cId="3549773025" sldId="413"/>
            <ac:spMk id="18" creationId="{00000000-0000-0000-0000-000000000000}"/>
          </ac:spMkLst>
        </pc:spChg>
        <pc:spChg chg="add del mod">
          <ac:chgData name="Gudla, Natraj" userId="1b097815-ad51-435d-a557-eb69be7a0b69" providerId="ADAL" clId="{BF5BD8BC-BC64-4E33-A2DC-6981917607A2}" dt="2024-03-12T04:45:16.978" v="3874"/>
          <ac:spMkLst>
            <pc:docMk/>
            <pc:sldMk cId="3549773025" sldId="413"/>
            <ac:spMk id="19" creationId="{F4ABC29D-A4D4-E39C-AC5A-63A9CC1D6ACC}"/>
          </ac:spMkLst>
        </pc:spChg>
        <pc:spChg chg="add mod">
          <ac:chgData name="Gudla, Natraj" userId="1b097815-ad51-435d-a557-eb69be7a0b69" providerId="ADAL" clId="{BF5BD8BC-BC64-4E33-A2DC-6981917607A2}" dt="2024-03-12T05:18:00.129" v="3992" actId="14100"/>
          <ac:spMkLst>
            <pc:docMk/>
            <pc:sldMk cId="3549773025" sldId="413"/>
            <ac:spMk id="20" creationId="{772AB223-5A5B-DECE-EAE5-3AB13BD7A52F}"/>
          </ac:spMkLst>
        </pc:spChg>
        <pc:spChg chg="mod">
          <ac:chgData name="Gudla, Natraj" userId="1b097815-ad51-435d-a557-eb69be7a0b69" providerId="ADAL" clId="{BF5BD8BC-BC64-4E33-A2DC-6981917607A2}" dt="2024-03-12T05:17:16.291" v="3990" actId="255"/>
          <ac:spMkLst>
            <pc:docMk/>
            <pc:sldMk cId="3549773025" sldId="413"/>
            <ac:spMk id="21"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22" creationId="{00000000-0000-0000-0000-000000000000}"/>
          </ac:spMkLst>
        </pc:spChg>
        <pc:spChg chg="add mod">
          <ac:chgData name="Gudla, Natraj" userId="1b097815-ad51-435d-a557-eb69be7a0b69" providerId="ADAL" clId="{BF5BD8BC-BC64-4E33-A2DC-6981917607A2}" dt="2024-03-12T16:39:27.080" v="7456" actId="20577"/>
          <ac:spMkLst>
            <pc:docMk/>
            <pc:sldMk cId="3549773025" sldId="413"/>
            <ac:spMk id="23" creationId="{166064AA-3970-EAF6-6878-FF5B872FA03D}"/>
          </ac:spMkLst>
        </pc:spChg>
        <pc:spChg chg="add mod">
          <ac:chgData name="Gudla, Natraj" userId="1b097815-ad51-435d-a557-eb69be7a0b69" providerId="ADAL" clId="{BF5BD8BC-BC64-4E33-A2DC-6981917607A2}" dt="2024-03-12T05:16:22.447" v="3986" actId="3064"/>
          <ac:spMkLst>
            <pc:docMk/>
            <pc:sldMk cId="3549773025" sldId="413"/>
            <ac:spMk id="24" creationId="{D5E3F5C7-FD59-0DD9-219F-541164A2980A}"/>
          </ac:spMkLst>
        </pc:spChg>
        <pc:spChg chg="mod">
          <ac:chgData name="Gudla, Natraj" userId="1b097815-ad51-435d-a557-eb69be7a0b69" providerId="ADAL" clId="{BF5BD8BC-BC64-4E33-A2DC-6981917607A2}" dt="2024-03-12T05:17:16.291" v="3990" actId="255"/>
          <ac:spMkLst>
            <pc:docMk/>
            <pc:sldMk cId="3549773025" sldId="413"/>
            <ac:spMk id="25" creationId="{FD3FC431-89F0-0EE2-0AFB-60DBF276B912}"/>
          </ac:spMkLst>
        </pc:spChg>
        <pc:spChg chg="mod">
          <ac:chgData name="Gudla, Natraj" userId="1b097815-ad51-435d-a557-eb69be7a0b69" providerId="ADAL" clId="{BF5BD8BC-BC64-4E33-A2DC-6981917607A2}" dt="2024-03-12T05:17:16.291" v="3990" actId="255"/>
          <ac:spMkLst>
            <pc:docMk/>
            <pc:sldMk cId="3549773025" sldId="413"/>
            <ac:spMk id="26" creationId="{E44BB4F1-FAF2-7675-184A-FF75667CE860}"/>
          </ac:spMkLst>
        </pc:spChg>
        <pc:spChg chg="mod">
          <ac:chgData name="Gudla, Natraj" userId="1b097815-ad51-435d-a557-eb69be7a0b69" providerId="ADAL" clId="{BF5BD8BC-BC64-4E33-A2DC-6981917607A2}" dt="2024-03-12T05:17:16.291" v="3990" actId="255"/>
          <ac:spMkLst>
            <pc:docMk/>
            <pc:sldMk cId="3549773025" sldId="413"/>
            <ac:spMk id="27" creationId="{6D34361F-8873-E234-7D1D-5A09C53B0F02}"/>
          </ac:spMkLst>
        </pc:spChg>
        <pc:spChg chg="add mod">
          <ac:chgData name="Gudla, Natraj" userId="1b097815-ad51-435d-a557-eb69be7a0b69" providerId="ADAL" clId="{BF5BD8BC-BC64-4E33-A2DC-6981917607A2}" dt="2024-03-12T05:16:29.159" v="3987" actId="3064"/>
          <ac:spMkLst>
            <pc:docMk/>
            <pc:sldMk cId="3549773025" sldId="413"/>
            <ac:spMk id="28" creationId="{7E3BE2E9-8E5E-00AF-2824-6AF4F3917AC5}"/>
          </ac:spMkLst>
        </pc:spChg>
        <pc:spChg chg="add mod">
          <ac:chgData name="Gudla, Natraj" userId="1b097815-ad51-435d-a557-eb69be7a0b69" providerId="ADAL" clId="{BF5BD8BC-BC64-4E33-A2DC-6981917607A2}" dt="2024-03-12T05:38:05.399" v="4166" actId="1076"/>
          <ac:spMkLst>
            <pc:docMk/>
            <pc:sldMk cId="3549773025" sldId="413"/>
            <ac:spMk id="29" creationId="{F775D17F-4F76-3019-AFF6-FE3E9E255426}"/>
          </ac:spMkLst>
        </pc:spChg>
        <pc:spChg chg="mod">
          <ac:chgData name="Gudla, Natraj" userId="1b097815-ad51-435d-a557-eb69be7a0b69" providerId="ADAL" clId="{BF5BD8BC-BC64-4E33-A2DC-6981917607A2}" dt="2024-03-12T05:17:16.291" v="3990" actId="255"/>
          <ac:spMkLst>
            <pc:docMk/>
            <pc:sldMk cId="3549773025" sldId="413"/>
            <ac:spMk id="30" creationId="{A84460F7-5950-A0AF-784D-82E9374B5DA9}"/>
          </ac:spMkLst>
        </pc:spChg>
      </pc:sldChg>
      <pc:sldChg chg="delSp modSp add mod ord delCm modCm">
        <pc:chgData name="Gudla, Natraj" userId="1b097815-ad51-435d-a557-eb69be7a0b69" providerId="ADAL" clId="{BF5BD8BC-BC64-4E33-A2DC-6981917607A2}" dt="2024-03-13T11:11:39.212" v="8467"/>
        <pc:sldMkLst>
          <pc:docMk/>
          <pc:sldMk cId="3832760879" sldId="2076137775"/>
        </pc:sldMkLst>
        <pc:spChg chg="mod">
          <ac:chgData name="Gudla, Natraj" userId="1b097815-ad51-435d-a557-eb69be7a0b69" providerId="ADAL" clId="{BF5BD8BC-BC64-4E33-A2DC-6981917607A2}" dt="2024-03-12T08:35:28.757" v="4495" actId="14100"/>
          <ac:spMkLst>
            <pc:docMk/>
            <pc:sldMk cId="3832760879" sldId="2076137775"/>
            <ac:spMk id="4" creationId="{DC414236-5C82-48D0-806C-62CD41B1E435}"/>
          </ac:spMkLst>
        </pc:spChg>
        <pc:spChg chg="mod">
          <ac:chgData name="Gudla, Natraj" userId="1b097815-ad51-435d-a557-eb69be7a0b69" providerId="ADAL" clId="{BF5BD8BC-BC64-4E33-A2DC-6981917607A2}" dt="2024-03-12T11:26:56.711" v="5484" actId="20577"/>
          <ac:spMkLst>
            <pc:docMk/>
            <pc:sldMk cId="3832760879" sldId="2076137775"/>
            <ac:spMk id="6" creationId="{8F405387-D8E2-4B6F-964A-5340BD4F7A0C}"/>
          </ac:spMkLst>
        </pc:spChg>
        <pc:spChg chg="del">
          <ac:chgData name="Gudla, Natraj" userId="1b097815-ad51-435d-a557-eb69be7a0b69" providerId="ADAL" clId="{BF5BD8BC-BC64-4E33-A2DC-6981917607A2}" dt="2024-03-12T08:19:58.766" v="4411" actId="478"/>
          <ac:spMkLst>
            <pc:docMk/>
            <pc:sldMk cId="3832760879" sldId="2076137775"/>
            <ac:spMk id="23" creationId="{4DD1A85B-24BD-406A-A932-5AE260E62521}"/>
          </ac:spMkLst>
        </pc:spChg>
        <pc:spChg chg="mod">
          <ac:chgData name="Gudla, Natraj" userId="1b097815-ad51-435d-a557-eb69be7a0b69" providerId="ADAL" clId="{BF5BD8BC-BC64-4E33-A2DC-6981917607A2}" dt="2024-03-12T15:11:35.183" v="7030" actId="20577"/>
          <ac:spMkLst>
            <pc:docMk/>
            <pc:sldMk cId="3832760879" sldId="2076137775"/>
            <ac:spMk id="62" creationId="{2A8967D8-5F5F-455E-8B71-9B699B2642D4}"/>
          </ac:spMkLst>
        </pc:spChg>
        <pc:spChg chg="mod">
          <ac:chgData name="Gudla, Natraj" userId="1b097815-ad51-435d-a557-eb69be7a0b69" providerId="ADAL" clId="{BF5BD8BC-BC64-4E33-A2DC-6981917607A2}" dt="2024-03-12T08:20:50.373" v="4420" actId="20577"/>
          <ac:spMkLst>
            <pc:docMk/>
            <pc:sldMk cId="3832760879" sldId="2076137775"/>
            <ac:spMk id="86" creationId="{3CF53EC4-E534-41CD-A9E3-3F741E9CEA50}"/>
          </ac:spMkLst>
        </pc:spChg>
        <pc:picChg chg="del">
          <ac:chgData name="Gudla, Natraj" userId="1b097815-ad51-435d-a557-eb69be7a0b69" providerId="ADAL" clId="{BF5BD8BC-BC64-4E33-A2DC-6981917607A2}" dt="2024-03-12T08:19:56.311" v="4410" actId="478"/>
          <ac:picMkLst>
            <pc:docMk/>
            <pc:sldMk cId="3832760879" sldId="2076137775"/>
            <ac:picMk id="22" creationId="{F9816353-7563-4919-8A80-5D64F0718F90}"/>
          </ac:picMkLst>
        </pc:pic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11:39.212" v="8467"/>
              <pc2:cmMkLst xmlns:pc2="http://schemas.microsoft.com/office/powerpoint/2019/9/main/command">
                <pc:docMk/>
                <pc:sldMk cId="3832760879" sldId="2076137775"/>
                <pc2:cmMk id="{D34A1BE1-5E02-4B0B-B03F-9A6F0EFB9910}"/>
              </pc2:cmMkLst>
              <pc226:cmRplyChg chg="add">
                <pc226:chgData name="Gudla, Natraj" userId="1b097815-ad51-435d-a557-eb69be7a0b69" providerId="ADAL" clId="{BF5BD8BC-BC64-4E33-A2DC-6981917607A2}" dt="2024-03-12T15:12:17.474" v="7031"/>
                <pc2:cmRplyMkLst xmlns:pc2="http://schemas.microsoft.com/office/powerpoint/2019/9/main/command">
                  <pc:docMk/>
                  <pc:sldMk cId="3832760879" sldId="2076137775"/>
                  <pc2:cmMk id="{D34A1BE1-5E02-4B0B-B03F-9A6F0EFB9910}"/>
                  <pc2:cmRplyMk id="{D0935E3A-3119-416A-BAC9-30D2CAB0D771}"/>
                </pc2:cmRplyMkLst>
              </pc226:cmRplyChg>
            </pc226:cmChg>
          </p:ext>
        </pc:extLst>
      </pc:sldChg>
      <pc:sldChg chg="modSp mod ord">
        <pc:chgData name="Gudla, Natraj" userId="1b097815-ad51-435d-a557-eb69be7a0b69" providerId="ADAL" clId="{BF5BD8BC-BC64-4E33-A2DC-6981917607A2}" dt="2024-03-13T08:12:56.966" v="8429" actId="108"/>
        <pc:sldMkLst>
          <pc:docMk/>
          <pc:sldMk cId="1853885874" sldId="2141412330"/>
        </pc:sldMkLst>
        <pc:graphicFrameChg chg="mod modGraphic">
          <ac:chgData name="Gudla, Natraj" userId="1b097815-ad51-435d-a557-eb69be7a0b69" providerId="ADAL" clId="{BF5BD8BC-BC64-4E33-A2DC-6981917607A2}" dt="2024-03-13T08:12:56.966" v="8429" actId="108"/>
          <ac:graphicFrameMkLst>
            <pc:docMk/>
            <pc:sldMk cId="1853885874" sldId="2141412330"/>
            <ac:graphicFrameMk id="4" creationId="{BF751E83-40E8-42F7-A58D-21FB1E3D3346}"/>
          </ac:graphicFrameMkLst>
        </pc:graphicFrameChg>
      </pc:sldChg>
      <pc:sldChg chg="delSp modSp add del mod ord setBg modShow modCm">
        <pc:chgData name="Gudla, Natraj" userId="1b097815-ad51-435d-a557-eb69be7a0b69" providerId="ADAL" clId="{BF5BD8BC-BC64-4E33-A2DC-6981917607A2}" dt="2024-03-13T11:06:43.213" v="8456" actId="47"/>
        <pc:sldMkLst>
          <pc:docMk/>
          <pc:sldMk cId="333276221" sldId="2145706650"/>
        </pc:sldMkLst>
        <pc:spChg chg="del">
          <ac:chgData name="Gudla, Natraj" userId="1b097815-ad51-435d-a557-eb69be7a0b69" providerId="ADAL" clId="{BF5BD8BC-BC64-4E33-A2DC-6981917607A2}" dt="2024-03-12T04:12:57.683" v="3586" actId="478"/>
          <ac:spMkLst>
            <pc:docMk/>
            <pc:sldMk cId="333276221" sldId="2145706650"/>
            <ac:spMk id="2" creationId="{02471354-F9DF-0964-CF44-A5A37877C637}"/>
          </ac:spMkLst>
        </pc:spChg>
        <pc:spChg chg="mod">
          <ac:chgData name="Gudla, Natraj" userId="1b097815-ad51-435d-a557-eb69be7a0b69" providerId="ADAL" clId="{BF5BD8BC-BC64-4E33-A2DC-6981917607A2}" dt="2024-03-12T05:47:43.525" v="4189" actId="13926"/>
          <ac:spMkLst>
            <pc:docMk/>
            <pc:sldMk cId="333276221" sldId="2145706650"/>
            <ac:spMk id="3" creationId="{36FCBC7F-C041-4D72-D82E-C0DD0CB453A2}"/>
          </ac:spMkLst>
        </pc:spChg>
        <pc:spChg chg="mod">
          <ac:chgData name="Gudla, Natraj" userId="1b097815-ad51-435d-a557-eb69be7a0b69" providerId="ADAL" clId="{BF5BD8BC-BC64-4E33-A2DC-6981917607A2}" dt="2024-03-12T06:27:56.160" v="4249" actId="20577"/>
          <ac:spMkLst>
            <pc:docMk/>
            <pc:sldMk cId="333276221" sldId="2145706650"/>
            <ac:spMk id="17" creationId="{E364B1D1-31B1-AB5A-235E-A3E8E709454D}"/>
          </ac:spMkLst>
        </pc:spChg>
        <pc:spChg chg="mod">
          <ac:chgData name="Gudla, Natraj" userId="1b097815-ad51-435d-a557-eb69be7a0b69" providerId="ADAL" clId="{BF5BD8BC-BC64-4E33-A2DC-6981917607A2}" dt="2024-03-12T06:27:12.492" v="4236" actId="6549"/>
          <ac:spMkLst>
            <pc:docMk/>
            <pc:sldMk cId="333276221" sldId="2145706650"/>
            <ac:spMk id="18" creationId="{311304A1-105F-D9ED-3C6E-88C4F9A0A867}"/>
          </ac:spMkLst>
        </pc:spChg>
        <pc:spChg chg="mod">
          <ac:chgData name="Gudla, Natraj" userId="1b097815-ad51-435d-a557-eb69be7a0b69" providerId="ADAL" clId="{BF5BD8BC-BC64-4E33-A2DC-6981917607A2}" dt="2024-03-12T04:36:19.354" v="3838" actId="403"/>
          <ac:spMkLst>
            <pc:docMk/>
            <pc:sldMk cId="333276221" sldId="2145706650"/>
            <ac:spMk id="19" creationId="{161D02D1-6709-0FA2-F2FF-00267375AC43}"/>
          </ac:spMkLst>
        </pc:spChg>
        <pc:spChg chg="mod">
          <ac:chgData name="Gudla, Natraj" userId="1b097815-ad51-435d-a557-eb69be7a0b69" providerId="ADAL" clId="{BF5BD8BC-BC64-4E33-A2DC-6981917607A2}" dt="2024-03-12T06:28:52.399" v="4252" actId="6549"/>
          <ac:spMkLst>
            <pc:docMk/>
            <pc:sldMk cId="333276221" sldId="2145706650"/>
            <ac:spMk id="20" creationId="{51F9B072-82C1-318E-1E82-74FA09A6CDAD}"/>
          </ac:spMkLst>
        </pc:spChg>
        <pc:spChg chg="mod">
          <ac:chgData name="Gudla, Natraj" userId="1b097815-ad51-435d-a557-eb69be7a0b69" providerId="ADAL" clId="{BF5BD8BC-BC64-4E33-A2DC-6981917607A2}" dt="2024-03-12T04:36:25.769" v="3840" actId="403"/>
          <ac:spMkLst>
            <pc:docMk/>
            <pc:sldMk cId="333276221" sldId="2145706650"/>
            <ac:spMk id="21" creationId="{6782AD63-682A-B67A-1EEC-E90C656893E6}"/>
          </ac:spMkLst>
        </pc:spChg>
        <pc:spChg chg="del mod">
          <ac:chgData name="Gudla, Natraj" userId="1b097815-ad51-435d-a557-eb69be7a0b69" providerId="ADAL" clId="{BF5BD8BC-BC64-4E33-A2DC-6981917607A2}" dt="2024-03-12T04:15:18.387" v="3634" actId="478"/>
          <ac:spMkLst>
            <pc:docMk/>
            <pc:sldMk cId="333276221" sldId="2145706650"/>
            <ac:spMk id="22" creationId="{8C031018-D7E1-7F5C-F21C-A6D0BFD46EA2}"/>
          </ac:spMkLst>
        </pc:spChg>
        <pc:spChg chg="del mod">
          <ac:chgData name="Gudla, Natraj" userId="1b097815-ad51-435d-a557-eb69be7a0b69" providerId="ADAL" clId="{BF5BD8BC-BC64-4E33-A2DC-6981917607A2}" dt="2024-03-12T04:15:18.387" v="3634" actId="478"/>
          <ac:spMkLst>
            <pc:docMk/>
            <pc:sldMk cId="333276221" sldId="2145706650"/>
            <ac:spMk id="23" creationId="{38303B2F-6B69-C41A-1E0A-0250454EAB01}"/>
          </ac:spMkLst>
        </pc:spChg>
        <pc:spChg chg="del mod">
          <ac:chgData name="Gudla, Natraj" userId="1b097815-ad51-435d-a557-eb69be7a0b69" providerId="ADAL" clId="{BF5BD8BC-BC64-4E33-A2DC-6981917607A2}" dt="2024-03-12T04:15:18.387" v="3634" actId="478"/>
          <ac:spMkLst>
            <pc:docMk/>
            <pc:sldMk cId="333276221" sldId="2145706650"/>
            <ac:spMk id="24" creationId="{F7E6583B-CE58-24AE-0ED8-A7AB95DFD586}"/>
          </ac:spMkLst>
        </pc:spChg>
        <pc:spChg chg="del mod">
          <ac:chgData name="Gudla, Natraj" userId="1b097815-ad51-435d-a557-eb69be7a0b69" providerId="ADAL" clId="{BF5BD8BC-BC64-4E33-A2DC-6981917607A2}" dt="2024-03-12T04:15:18.387" v="3634" actId="478"/>
          <ac:spMkLst>
            <pc:docMk/>
            <pc:sldMk cId="333276221" sldId="2145706650"/>
            <ac:spMk id="25" creationId="{4D18E0AB-7822-700F-4E26-FA8B6DF9BF54}"/>
          </ac:spMkLst>
        </pc:spChg>
        <pc:spChg chg="del mod">
          <ac:chgData name="Gudla, Natraj" userId="1b097815-ad51-435d-a557-eb69be7a0b69" providerId="ADAL" clId="{BF5BD8BC-BC64-4E33-A2DC-6981917607A2}" dt="2024-03-12T04:15:18.387" v="3634" actId="478"/>
          <ac:spMkLst>
            <pc:docMk/>
            <pc:sldMk cId="333276221" sldId="2145706650"/>
            <ac:spMk id="26" creationId="{BA569008-8320-44E0-11A6-3DBE66A75EDA}"/>
          </ac:spMkLst>
        </pc:spChg>
        <pc:grpChg chg="del">
          <ac:chgData name="Gudla, Natraj" userId="1b097815-ad51-435d-a557-eb69be7a0b69" providerId="ADAL" clId="{BF5BD8BC-BC64-4E33-A2DC-6981917607A2}" dt="2024-03-12T04:12:56.574" v="3585" actId="478"/>
          <ac:grpSpMkLst>
            <pc:docMk/>
            <pc:sldMk cId="333276221" sldId="2145706650"/>
            <ac:grpSpMk id="9" creationId="{511B9696-D834-9D68-6248-9B5FE7DD3FE0}"/>
          </ac:grpSpMkLst>
        </pc:grpChg>
        <pc:cxnChg chg="del">
          <ac:chgData name="Gudla, Natraj" userId="1b097815-ad51-435d-a557-eb69be7a0b69" providerId="ADAL" clId="{BF5BD8BC-BC64-4E33-A2DC-6981917607A2}" dt="2024-03-12T04:15:12.897" v="3633" actId="478"/>
          <ac:cxnSpMkLst>
            <pc:docMk/>
            <pc:sldMk cId="333276221" sldId="2145706650"/>
            <ac:cxnSpMk id="28" creationId="{2898D70D-3FD5-C8C1-48BD-6D574D92AEC7}"/>
          </ac:cxnSpMkLst>
        </pc:cxnChg>
        <pc:extLst>
          <p:ext xmlns:p="http://schemas.openxmlformats.org/presentationml/2006/main" uri="{D6D511B9-2390-475A-947B-AFAB55BFBCF1}">
            <pc226:cmChg xmlns:pc226="http://schemas.microsoft.com/office/powerpoint/2022/06/main/command" chg="">
              <pc226:chgData name="Gudla, Natraj" userId="1b097815-ad51-435d-a557-eb69be7a0b69" providerId="ADAL" clId="{BF5BD8BC-BC64-4E33-A2DC-6981917607A2}" dt="2024-03-12T14:52:54.181" v="6874"/>
              <pc2:cmMkLst xmlns:pc2="http://schemas.microsoft.com/office/powerpoint/2019/9/main/command">
                <pc:docMk/>
                <pc:sldMk cId="333276221" sldId="2145706650"/>
                <pc2:cmMk id="{0ACA1118-FF98-4AD3-B869-D1B0C6B06280}"/>
              </pc2:cmMkLst>
              <pc226:cmRplyChg chg="add">
                <pc226:chgData name="Gudla, Natraj" userId="1b097815-ad51-435d-a557-eb69be7a0b69" providerId="ADAL" clId="{BF5BD8BC-BC64-4E33-A2DC-6981917607A2}" dt="2024-03-12T14:52:54.181" v="6874"/>
                <pc2:cmRplyMkLst xmlns:pc2="http://schemas.microsoft.com/office/powerpoint/2019/9/main/command">
                  <pc:docMk/>
                  <pc:sldMk cId="333276221" sldId="2145706650"/>
                  <pc2:cmMk id="{0ACA1118-FF98-4AD3-B869-D1B0C6B06280}"/>
                  <pc2:cmRplyMk id="{85D292DC-27D8-4204-A1C8-5BC9E1B0E671}"/>
                </pc2:cmRplyMkLst>
              </pc226:cmRplyChg>
            </pc226:cmChg>
          </p:ext>
        </pc:extLst>
      </pc:sldChg>
      <pc:sldChg chg="del ord">
        <pc:chgData name="Gudla, Natraj" userId="1b097815-ad51-435d-a557-eb69be7a0b69" providerId="ADAL" clId="{BF5BD8BC-BC64-4E33-A2DC-6981917607A2}" dt="2024-03-13T11:06:43.213" v="8456" actId="47"/>
        <pc:sldMkLst>
          <pc:docMk/>
          <pc:sldMk cId="1766115488" sldId="2147474071"/>
        </pc:sldMkLst>
      </pc:sldChg>
      <pc:sldChg chg="modSp mod">
        <pc:chgData name="Gudla, Natraj" userId="1b097815-ad51-435d-a557-eb69be7a0b69" providerId="ADAL" clId="{BF5BD8BC-BC64-4E33-A2DC-6981917607A2}" dt="2024-03-13T11:12:37.602" v="8483" actId="20577"/>
        <pc:sldMkLst>
          <pc:docMk/>
          <pc:sldMk cId="1923745520" sldId="2147474097"/>
        </pc:sldMkLst>
        <pc:spChg chg="mod">
          <ac:chgData name="Gudla, Natraj" userId="1b097815-ad51-435d-a557-eb69be7a0b69" providerId="ADAL" clId="{BF5BD8BC-BC64-4E33-A2DC-6981917607A2}" dt="2024-03-13T11:12:37.602" v="8483" actId="20577"/>
          <ac:spMkLst>
            <pc:docMk/>
            <pc:sldMk cId="1923745520" sldId="2147474097"/>
            <ac:spMk id="3" creationId="{776E779B-9047-50C9-5827-CAAC8867C88D}"/>
          </ac:spMkLst>
        </pc:spChg>
      </pc:sldChg>
      <pc:sldChg chg="del">
        <pc:chgData name="Gudla, Natraj" userId="1b097815-ad51-435d-a557-eb69be7a0b69" providerId="ADAL" clId="{BF5BD8BC-BC64-4E33-A2DC-6981917607A2}" dt="2024-03-13T11:06:43.213" v="8456" actId="47"/>
        <pc:sldMkLst>
          <pc:docMk/>
          <pc:sldMk cId="2083448681" sldId="2147474099"/>
        </pc:sldMkLst>
      </pc:sldChg>
      <pc:sldChg chg="del">
        <pc:chgData name="Gudla, Natraj" userId="1b097815-ad51-435d-a557-eb69be7a0b69" providerId="ADAL" clId="{BF5BD8BC-BC64-4E33-A2DC-6981917607A2}" dt="2024-03-13T11:06:43.213" v="8456" actId="47"/>
        <pc:sldMkLst>
          <pc:docMk/>
          <pc:sldMk cId="807573619" sldId="2147474100"/>
        </pc:sldMkLst>
      </pc:sldChg>
      <pc:sldChg chg="del">
        <pc:chgData name="Gudla, Natraj" userId="1b097815-ad51-435d-a557-eb69be7a0b69" providerId="ADAL" clId="{BF5BD8BC-BC64-4E33-A2DC-6981917607A2}" dt="2024-03-13T11:06:43.213" v="8456" actId="47"/>
        <pc:sldMkLst>
          <pc:docMk/>
          <pc:sldMk cId="3301828130" sldId="2147474101"/>
        </pc:sldMkLst>
      </pc:sldChg>
      <pc:sldChg chg="del">
        <pc:chgData name="Gudla, Natraj" userId="1b097815-ad51-435d-a557-eb69be7a0b69" providerId="ADAL" clId="{BF5BD8BC-BC64-4E33-A2DC-6981917607A2}" dt="2024-03-13T11:06:43.213" v="8456" actId="47"/>
        <pc:sldMkLst>
          <pc:docMk/>
          <pc:sldMk cId="2894879383" sldId="2147474103"/>
        </pc:sldMkLst>
      </pc:sldChg>
      <pc:sldChg chg="modSp del ord">
        <pc:chgData name="Gudla, Natraj" userId="1b097815-ad51-435d-a557-eb69be7a0b69" providerId="ADAL" clId="{BF5BD8BC-BC64-4E33-A2DC-6981917607A2}" dt="2024-03-13T11:06:43.213" v="8456" actId="47"/>
        <pc:sldMkLst>
          <pc:docMk/>
          <pc:sldMk cId="4144516887" sldId="2147474104"/>
        </pc:sldMkLst>
        <pc:graphicFrameChg chg="mod">
          <ac:chgData name="Gudla, Natraj" userId="1b097815-ad51-435d-a557-eb69be7a0b69" providerId="ADAL" clId="{BF5BD8BC-BC64-4E33-A2DC-6981917607A2}" dt="2024-03-13T01:44:24.990" v="7625"/>
          <ac:graphicFrameMkLst>
            <pc:docMk/>
            <pc:sldMk cId="4144516887" sldId="2147474104"/>
            <ac:graphicFrameMk id="13" creationId="{0A77BF4B-B28F-6D91-7CD1-68DFE13EA694}"/>
          </ac:graphicFrameMkLst>
        </pc:graphicFrameChg>
      </pc:sldChg>
      <pc:sldChg chg="delSp modSp mod ord delCm modCm">
        <pc:chgData name="Gudla, Natraj" userId="1b097815-ad51-435d-a557-eb69be7a0b69" providerId="ADAL" clId="{BF5BD8BC-BC64-4E33-A2DC-6981917607A2}" dt="2024-03-13T11:10:19.072" v="8465"/>
        <pc:sldMkLst>
          <pc:docMk/>
          <pc:sldMk cId="2751412619" sldId="2147474107"/>
        </pc:sldMkLst>
        <pc:spChg chg="mod">
          <ac:chgData name="Gudla, Natraj" userId="1b097815-ad51-435d-a557-eb69be7a0b69" providerId="ADAL" clId="{BF5BD8BC-BC64-4E33-A2DC-6981917607A2}" dt="2024-03-12T09:09:04.860" v="4593" actId="20577"/>
          <ac:spMkLst>
            <pc:docMk/>
            <pc:sldMk cId="2751412619" sldId="2147474107"/>
            <ac:spMk id="2" creationId="{8DAF0583-FC0E-F8D9-8735-8BB2DCA786A8}"/>
          </ac:spMkLst>
        </pc:spChg>
        <pc:spChg chg="del">
          <ac:chgData name="Gudla, Natraj" userId="1b097815-ad51-435d-a557-eb69be7a0b69" providerId="ADAL" clId="{BF5BD8BC-BC64-4E33-A2DC-6981917607A2}" dt="2024-03-12T09:08:56.610" v="4584" actId="478"/>
          <ac:spMkLst>
            <pc:docMk/>
            <pc:sldMk cId="2751412619" sldId="2147474107"/>
            <ac:spMk id="5" creationId="{4CA39B15-9949-C8EF-AD56-299DB327751E}"/>
          </ac:spMkLst>
        </pc:spChg>
        <pc:spChg chg="mod">
          <ac:chgData name="Gudla, Natraj" userId="1b097815-ad51-435d-a557-eb69be7a0b69" providerId="ADAL" clId="{BF5BD8BC-BC64-4E33-A2DC-6981917607A2}" dt="2024-03-12T09:06:16.444" v="4583" actId="20577"/>
          <ac:spMkLst>
            <pc:docMk/>
            <pc:sldMk cId="2751412619" sldId="2147474107"/>
            <ac:spMk id="17" creationId="{E4DF2C5C-C5A7-F187-90CE-A36184ED4132}"/>
          </ac:spMkLst>
        </pc:spChg>
        <pc:spChg chg="mod">
          <ac:chgData name="Gudla, Natraj" userId="1b097815-ad51-435d-a557-eb69be7a0b69" providerId="ADAL" clId="{BF5BD8BC-BC64-4E33-A2DC-6981917607A2}" dt="2024-03-13T04:26:07.374" v="7846" actId="20577"/>
          <ac:spMkLst>
            <pc:docMk/>
            <pc:sldMk cId="2751412619" sldId="2147474107"/>
            <ac:spMk id="35" creationId="{E9A46DFF-37AF-1D9A-A94C-1EDAA7435D52}"/>
          </ac:spMkLst>
        </pc:spChg>
        <pc:spChg chg="del">
          <ac:chgData name="Gudla, Natraj" userId="1b097815-ad51-435d-a557-eb69be7a0b69" providerId="ADAL" clId="{BF5BD8BC-BC64-4E33-A2DC-6981917607A2}" dt="2024-03-12T16:26:45.448" v="7376" actId="478"/>
          <ac:spMkLst>
            <pc:docMk/>
            <pc:sldMk cId="2751412619" sldId="2147474107"/>
            <ac:spMk id="38" creationId="{B408390E-9B39-C9E3-ADDA-1FEF0CF13576}"/>
          </ac:spMkLst>
        </pc:spChg>
        <pc:graphicFrameChg chg="modGraphic">
          <ac:chgData name="Gudla, Natraj" userId="1b097815-ad51-435d-a557-eb69be7a0b69" providerId="ADAL" clId="{BF5BD8BC-BC64-4E33-A2DC-6981917607A2}" dt="2024-03-13T04:25:42.541" v="7841" actId="20577"/>
          <ac:graphicFrameMkLst>
            <pc:docMk/>
            <pc:sldMk cId="2751412619" sldId="2147474107"/>
            <ac:graphicFrameMk id="6" creationId="{90F47839-8A78-F80B-6AB1-950C093ECF8D}"/>
          </ac:graphicFrameMkLst>
        </pc:graphicFrame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10:19.072" v="8465"/>
              <pc2:cmMkLst xmlns:pc2="http://schemas.microsoft.com/office/powerpoint/2019/9/main/command">
                <pc:docMk/>
                <pc:sldMk cId="2751412619" sldId="2147474107"/>
                <pc2:cmMk id="{B8E917C2-6ABA-4163-9835-875F1A5B2A75}"/>
              </pc2:cmMkLst>
            </pc226:cmChg>
          </p:ext>
        </pc:extLst>
      </pc:sldChg>
      <pc:sldChg chg="del ord">
        <pc:chgData name="Gudla, Natraj" userId="1b097815-ad51-435d-a557-eb69be7a0b69" providerId="ADAL" clId="{BF5BD8BC-BC64-4E33-A2DC-6981917607A2}" dt="2024-03-13T11:06:43.213" v="8456" actId="47"/>
        <pc:sldMkLst>
          <pc:docMk/>
          <pc:sldMk cId="68534792" sldId="2147474108"/>
        </pc:sldMkLst>
      </pc:sldChg>
      <pc:sldChg chg="addSp delSp modSp mod ord delCm modCm">
        <pc:chgData name="Gudla, Natraj" userId="1b097815-ad51-435d-a557-eb69be7a0b69" providerId="ADAL" clId="{BF5BD8BC-BC64-4E33-A2DC-6981917607A2}" dt="2024-03-13T11:09:48.136" v="8459"/>
        <pc:sldMkLst>
          <pc:docMk/>
          <pc:sldMk cId="3727333396" sldId="2147474111"/>
        </pc:sldMkLst>
        <pc:spChg chg="mod">
          <ac:chgData name="Gudla, Natraj" userId="1b097815-ad51-435d-a557-eb69be7a0b69" providerId="ADAL" clId="{BF5BD8BC-BC64-4E33-A2DC-6981917607A2}" dt="2024-03-13T04:40:21.984" v="7993" actId="207"/>
          <ac:spMkLst>
            <pc:docMk/>
            <pc:sldMk cId="3727333396" sldId="2147474111"/>
            <ac:spMk id="14" creationId="{D2D7E358-6DE7-AC81-78A4-C6C9C453B8E3}"/>
          </ac:spMkLst>
        </pc:spChg>
        <pc:spChg chg="mod">
          <ac:chgData name="Gudla, Natraj" userId="1b097815-ad51-435d-a557-eb69be7a0b69" providerId="ADAL" clId="{BF5BD8BC-BC64-4E33-A2DC-6981917607A2}" dt="2024-03-13T04:40:07.907" v="7991" actId="1076"/>
          <ac:spMkLst>
            <pc:docMk/>
            <pc:sldMk cId="3727333396" sldId="2147474111"/>
            <ac:spMk id="15" creationId="{7114F612-1D6D-A91C-B8FD-07C6097D12EB}"/>
          </ac:spMkLst>
        </pc:spChg>
        <pc:spChg chg="mod">
          <ac:chgData name="Gudla, Natraj" userId="1b097815-ad51-435d-a557-eb69be7a0b69" providerId="ADAL" clId="{BF5BD8BC-BC64-4E33-A2DC-6981917607A2}" dt="2024-03-12T09:13:39.060" v="4625" actId="20577"/>
          <ac:spMkLst>
            <pc:docMk/>
            <pc:sldMk cId="3727333396" sldId="2147474111"/>
            <ac:spMk id="22" creationId="{9A60AF97-6E43-B267-8FBF-4853A70CA2DC}"/>
          </ac:spMkLst>
        </pc:spChg>
        <pc:grpChg chg="mod">
          <ac:chgData name="Gudla, Natraj" userId="1b097815-ad51-435d-a557-eb69be7a0b69" providerId="ADAL" clId="{BF5BD8BC-BC64-4E33-A2DC-6981917607A2}" dt="2024-03-13T04:40:36.394" v="7996" actId="1076"/>
          <ac:grpSpMkLst>
            <pc:docMk/>
            <pc:sldMk cId="3727333396" sldId="2147474111"/>
            <ac:grpSpMk id="18" creationId="{1945267C-D67E-6522-A49B-2F0BD2157224}"/>
          </ac:grpSpMkLst>
        </pc:grpChg>
        <pc:graphicFrameChg chg="add mod modGraphic">
          <ac:chgData name="Gudla, Natraj" userId="1b097815-ad51-435d-a557-eb69be7a0b69" providerId="ADAL" clId="{BF5BD8BC-BC64-4E33-A2DC-6981917607A2}" dt="2024-03-13T04:47:10.607" v="8026" actId="1076"/>
          <ac:graphicFrameMkLst>
            <pc:docMk/>
            <pc:sldMk cId="3727333396" sldId="2147474111"/>
            <ac:graphicFrameMk id="5" creationId="{2D49F938-EF32-0FC1-7E10-BA6C667906B8}"/>
          </ac:graphicFrameMkLst>
        </pc:graphicFrameChg>
        <pc:graphicFrameChg chg="add mod modGraphic">
          <ac:chgData name="Gudla, Natraj" userId="1b097815-ad51-435d-a557-eb69be7a0b69" providerId="ADAL" clId="{BF5BD8BC-BC64-4E33-A2DC-6981917607A2}" dt="2024-03-13T04:45:20.508" v="8018" actId="1076"/>
          <ac:graphicFrameMkLst>
            <pc:docMk/>
            <pc:sldMk cId="3727333396" sldId="2147474111"/>
            <ac:graphicFrameMk id="6" creationId="{C2E01FA7-357D-F4F4-5E40-9253AA3CD2AC}"/>
          </ac:graphicFrameMkLst>
        </pc:graphicFrameChg>
        <pc:graphicFrameChg chg="add mod modGraphic">
          <ac:chgData name="Gudla, Natraj" userId="1b097815-ad51-435d-a557-eb69be7a0b69" providerId="ADAL" clId="{BF5BD8BC-BC64-4E33-A2DC-6981917607A2}" dt="2024-03-13T04:46:34.396" v="8024" actId="1076"/>
          <ac:graphicFrameMkLst>
            <pc:docMk/>
            <pc:sldMk cId="3727333396" sldId="2147474111"/>
            <ac:graphicFrameMk id="7" creationId="{E61F256C-684D-D6A6-CA56-440CEA3A2335}"/>
          </ac:graphicFrameMkLst>
        </pc:graphicFrameChg>
        <pc:graphicFrameChg chg="add mod modGraphic">
          <ac:chgData name="Gudla, Natraj" userId="1b097815-ad51-435d-a557-eb69be7a0b69" providerId="ADAL" clId="{BF5BD8BC-BC64-4E33-A2DC-6981917607A2}" dt="2024-03-13T04:48:15.681" v="8031" actId="1076"/>
          <ac:graphicFrameMkLst>
            <pc:docMk/>
            <pc:sldMk cId="3727333396" sldId="2147474111"/>
            <ac:graphicFrameMk id="8" creationId="{E639E75B-58B1-2B18-9545-9B08EFDE673E}"/>
          </ac:graphicFrameMkLst>
        </pc:graphicFrameChg>
        <pc:picChg chg="del mod">
          <ac:chgData name="Gudla, Natraj" userId="1b097815-ad51-435d-a557-eb69be7a0b69" providerId="ADAL" clId="{BF5BD8BC-BC64-4E33-A2DC-6981917607A2}" dt="2024-03-13T04:47:05.421" v="8025" actId="478"/>
          <ac:picMkLst>
            <pc:docMk/>
            <pc:sldMk cId="3727333396" sldId="2147474111"/>
            <ac:picMk id="21" creationId="{89F1E07B-317F-E0CC-F94D-C9583B2BEDC6}"/>
          </ac:picMkLst>
        </pc:picChg>
        <pc:cxnChg chg="del mod">
          <ac:chgData name="Gudla, Natraj" userId="1b097815-ad51-435d-a557-eb69be7a0b69" providerId="ADAL" clId="{BF5BD8BC-BC64-4E33-A2DC-6981917607A2}" dt="2024-03-13T04:40:33.332" v="7995" actId="478"/>
          <ac:cxnSpMkLst>
            <pc:docMk/>
            <pc:sldMk cId="3727333396" sldId="2147474111"/>
            <ac:cxnSpMk id="16" creationId="{84EF3ECD-8153-4081-CD98-544E16E1B40F}"/>
          </ac:cxnSpMkLst>
        </pc:cxnChg>
        <pc:cxnChg chg="del mod">
          <ac:chgData name="Gudla, Natraj" userId="1b097815-ad51-435d-a557-eb69be7a0b69" providerId="ADAL" clId="{BF5BD8BC-BC64-4E33-A2DC-6981917607A2}" dt="2024-03-13T04:40:52.590" v="8000" actId="478"/>
          <ac:cxnSpMkLst>
            <pc:docMk/>
            <pc:sldMk cId="3727333396" sldId="2147474111"/>
            <ac:cxnSpMk id="17" creationId="{E1777E79-1AED-788F-CD97-1FDB3A01DD33}"/>
          </ac:cxnSpMkLst>
        </pc:cxn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09:48.136" v="8459"/>
              <pc2:cmMkLst xmlns:pc2="http://schemas.microsoft.com/office/powerpoint/2019/9/main/command">
                <pc:docMk/>
                <pc:sldMk cId="3727333396" sldId="2147474111"/>
                <pc2:cmMk id="{458F419E-03CC-4607-B8AD-5EC6320B8477}"/>
              </pc2:cmMkLst>
            </pc226:cmChg>
          </p:ext>
        </pc:extLst>
      </pc:sldChg>
      <pc:sldChg chg="delSp modSp mod ord delCm modCm">
        <pc:chgData name="Gudla, Natraj" userId="1b097815-ad51-435d-a557-eb69be7a0b69" providerId="ADAL" clId="{BF5BD8BC-BC64-4E33-A2DC-6981917607A2}" dt="2024-03-13T11:10:01.340" v="8463"/>
        <pc:sldMkLst>
          <pc:docMk/>
          <pc:sldMk cId="2411987227" sldId="2147474112"/>
        </pc:sldMkLst>
        <pc:spChg chg="del mod">
          <ac:chgData name="Gudla, Natraj" userId="1b097815-ad51-435d-a557-eb69be7a0b69" providerId="ADAL" clId="{BF5BD8BC-BC64-4E33-A2DC-6981917607A2}" dt="2024-03-13T04:20:27.168" v="7808" actId="478"/>
          <ac:spMkLst>
            <pc:docMk/>
            <pc:sldMk cId="2411987227" sldId="2147474112"/>
            <ac:spMk id="142" creationId="{597E908B-EA70-6CF5-CDF0-953A3E62B9E8}"/>
          </ac:spMkLst>
        </pc:spChg>
        <pc:spChg chg="mod">
          <ac:chgData name="Gudla, Natraj" userId="1b097815-ad51-435d-a557-eb69be7a0b69" providerId="ADAL" clId="{BF5BD8BC-BC64-4E33-A2DC-6981917607A2}" dt="2024-03-13T01:42:55.610" v="7620" actId="6549"/>
          <ac:spMkLst>
            <pc:docMk/>
            <pc:sldMk cId="2411987227" sldId="2147474112"/>
            <ac:spMk id="147" creationId="{E04A8A85-F206-2907-B975-2470983DDE9D}"/>
          </ac:spMkLst>
        </pc:spChg>
        <pc:spChg chg="mod">
          <ac:chgData name="Gudla, Natraj" userId="1b097815-ad51-435d-a557-eb69be7a0b69" providerId="ADAL" clId="{BF5BD8BC-BC64-4E33-A2DC-6981917607A2}" dt="2024-03-13T01:43:08.326" v="7621" actId="6549"/>
          <ac:spMkLst>
            <pc:docMk/>
            <pc:sldMk cId="2411987227" sldId="2147474112"/>
            <ac:spMk id="168" creationId="{AB941B2B-17D1-9DDD-992A-1440109786C9}"/>
          </ac:spMkLst>
        </pc:spChg>
        <pc:spChg chg="mod">
          <ac:chgData name="Gudla, Natraj" userId="1b097815-ad51-435d-a557-eb69be7a0b69" providerId="ADAL" clId="{BF5BD8BC-BC64-4E33-A2DC-6981917607A2}" dt="2024-03-13T01:43:33.903" v="7624" actId="20577"/>
          <ac:spMkLst>
            <pc:docMk/>
            <pc:sldMk cId="2411987227" sldId="2147474112"/>
            <ac:spMk id="184" creationId="{6CC2E6F0-8A52-BD5F-4C35-DB4ED0377547}"/>
          </ac:spMkLst>
        </pc:spChg>
        <pc:spChg chg="del mod">
          <ac:chgData name="Gudla, Natraj" userId="1b097815-ad51-435d-a557-eb69be7a0b69" providerId="ADAL" clId="{BF5BD8BC-BC64-4E33-A2DC-6981917607A2}" dt="2024-03-13T01:41:10.546" v="7618" actId="478"/>
          <ac:spMkLst>
            <pc:docMk/>
            <pc:sldMk cId="2411987227" sldId="2147474112"/>
            <ac:spMk id="212" creationId="{E9E9EF0F-AF07-BFD0-050D-40D1F632CE4D}"/>
          </ac:spMkLst>
        </pc:sp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10:01.340" v="8463"/>
              <pc2:cmMkLst xmlns:pc2="http://schemas.microsoft.com/office/powerpoint/2019/9/main/command">
                <pc:docMk/>
                <pc:sldMk cId="2411987227" sldId="2147474112"/>
                <pc2:cmMk id="{8FF6C95F-8CFF-4309-83C8-AAD3E57BAAE6}"/>
              </pc2:cmMkLst>
            </pc226:cmChg>
          </p:ext>
        </pc:extLst>
      </pc:sldChg>
      <pc:sldChg chg="del">
        <pc:chgData name="Gudla, Natraj" userId="1b097815-ad51-435d-a557-eb69be7a0b69" providerId="ADAL" clId="{BF5BD8BC-BC64-4E33-A2DC-6981917607A2}" dt="2024-03-13T11:06:43.213" v="8456" actId="47"/>
        <pc:sldMkLst>
          <pc:docMk/>
          <pc:sldMk cId="1213705177" sldId="2147474113"/>
        </pc:sldMkLst>
      </pc:sldChg>
      <pc:sldChg chg="del">
        <pc:chgData name="Gudla, Natraj" userId="1b097815-ad51-435d-a557-eb69be7a0b69" providerId="ADAL" clId="{BF5BD8BC-BC64-4E33-A2DC-6981917607A2}" dt="2024-03-13T11:06:43.213" v="8456" actId="47"/>
        <pc:sldMkLst>
          <pc:docMk/>
          <pc:sldMk cId="3523945655" sldId="2147474114"/>
        </pc:sldMkLst>
      </pc:sldChg>
      <pc:sldChg chg="del mod modShow">
        <pc:chgData name="Gudla, Natraj" userId="1b097815-ad51-435d-a557-eb69be7a0b69" providerId="ADAL" clId="{BF5BD8BC-BC64-4E33-A2DC-6981917607A2}" dt="2024-03-13T11:06:43.213" v="8456" actId="47"/>
        <pc:sldMkLst>
          <pc:docMk/>
          <pc:sldMk cId="3753178280" sldId="2147474115"/>
        </pc:sldMkLst>
      </pc:sldChg>
      <pc:sldChg chg="del">
        <pc:chgData name="Gudla, Natraj" userId="1b097815-ad51-435d-a557-eb69be7a0b69" providerId="ADAL" clId="{BF5BD8BC-BC64-4E33-A2DC-6981917607A2}" dt="2024-03-13T11:06:43.213" v="8456" actId="47"/>
        <pc:sldMkLst>
          <pc:docMk/>
          <pc:sldMk cId="3242958873" sldId="2147474116"/>
        </pc:sldMkLst>
      </pc:sldChg>
      <pc:sldChg chg="delSp mod">
        <pc:chgData name="Gudla, Natraj" userId="1b097815-ad51-435d-a557-eb69be7a0b69" providerId="ADAL" clId="{BF5BD8BC-BC64-4E33-A2DC-6981917607A2}" dt="2024-03-12T16:30:20.214" v="7436" actId="478"/>
        <pc:sldMkLst>
          <pc:docMk/>
          <pc:sldMk cId="2479366280" sldId="2147474117"/>
        </pc:sldMkLst>
        <pc:spChg chg="del">
          <ac:chgData name="Gudla, Natraj" userId="1b097815-ad51-435d-a557-eb69be7a0b69" providerId="ADAL" clId="{BF5BD8BC-BC64-4E33-A2DC-6981917607A2}" dt="2024-03-12T16:30:20.214" v="7436" actId="478"/>
          <ac:spMkLst>
            <pc:docMk/>
            <pc:sldMk cId="2479366280" sldId="2147474117"/>
            <ac:spMk id="2" creationId="{A12F6D44-E7A3-0ABE-257B-CE6CFD018E5C}"/>
          </ac:spMkLst>
        </pc:spChg>
      </pc:sldChg>
      <pc:sldChg chg="del">
        <pc:chgData name="Gudla, Natraj" userId="1b097815-ad51-435d-a557-eb69be7a0b69" providerId="ADAL" clId="{BF5BD8BC-BC64-4E33-A2DC-6981917607A2}" dt="2024-03-13T11:06:43.213" v="8456" actId="47"/>
        <pc:sldMkLst>
          <pc:docMk/>
          <pc:sldMk cId="2626391186" sldId="2147474118"/>
        </pc:sldMkLst>
      </pc:sldChg>
      <pc:sldChg chg="addSp modSp new mod ord delCm modCm">
        <pc:chgData name="Gudla, Natraj" userId="1b097815-ad51-435d-a557-eb69be7a0b69" providerId="ADAL" clId="{BF5BD8BC-BC64-4E33-A2DC-6981917607A2}" dt="2024-03-13T11:09:35.648" v="8457"/>
        <pc:sldMkLst>
          <pc:docMk/>
          <pc:sldMk cId="336240612" sldId="2147474119"/>
        </pc:sldMkLst>
        <pc:spChg chg="mod">
          <ac:chgData name="Gudla, Natraj" userId="1b097815-ad51-435d-a557-eb69be7a0b69" providerId="ADAL" clId="{BF5BD8BC-BC64-4E33-A2DC-6981917607A2}" dt="2024-03-11T10:40:03.508" v="632" actId="1076"/>
          <ac:spMkLst>
            <pc:docMk/>
            <pc:sldMk cId="336240612" sldId="2147474119"/>
            <ac:spMk id="2" creationId="{A923476B-91F6-439A-224A-E47160CC010B}"/>
          </ac:spMkLst>
        </pc:spChg>
        <pc:spChg chg="add mod">
          <ac:chgData name="Gudla, Natraj" userId="1b097815-ad51-435d-a557-eb69be7a0b69" providerId="ADAL" clId="{BF5BD8BC-BC64-4E33-A2DC-6981917607A2}" dt="2024-03-13T04:57:48.126" v="8321" actId="14100"/>
          <ac:spMkLst>
            <pc:docMk/>
            <pc:sldMk cId="336240612" sldId="2147474119"/>
            <ac:spMk id="3" creationId="{E8D7E566-D0A0-BDA1-692E-AEC1850354BA}"/>
          </ac:spMkLst>
        </pc:spChg>
        <pc:spChg chg="add mod">
          <ac:chgData name="Gudla, Natraj" userId="1b097815-ad51-435d-a557-eb69be7a0b69" providerId="ADAL" clId="{BF5BD8BC-BC64-4E33-A2DC-6981917607A2}" dt="2024-03-13T04:57:16.735" v="8278" actId="1076"/>
          <ac:spMkLst>
            <pc:docMk/>
            <pc:sldMk cId="336240612" sldId="2147474119"/>
            <ac:spMk id="4" creationId="{12F5E7F4-21B2-ECB1-1775-9F3F04E9F92D}"/>
          </ac:spMkLst>
        </pc:spChg>
        <pc:spChg chg="add mod">
          <ac:chgData name="Gudla, Natraj" userId="1b097815-ad51-435d-a557-eb69be7a0b69" providerId="ADAL" clId="{BF5BD8BC-BC64-4E33-A2DC-6981917607A2}" dt="2024-03-12T12:20:11.253" v="6868" actId="1036"/>
          <ac:spMkLst>
            <pc:docMk/>
            <pc:sldMk cId="336240612" sldId="2147474119"/>
            <ac:spMk id="7" creationId="{E11ECEF2-9C2A-4D25-707D-105F042E2365}"/>
          </ac:spMkLst>
        </pc:spChg>
        <pc:spChg chg="add mod ord">
          <ac:chgData name="Gudla, Natraj" userId="1b097815-ad51-435d-a557-eb69be7a0b69" providerId="ADAL" clId="{BF5BD8BC-BC64-4E33-A2DC-6981917607A2}" dt="2024-03-12T12:19:46.208" v="6841" actId="14100"/>
          <ac:spMkLst>
            <pc:docMk/>
            <pc:sldMk cId="336240612" sldId="2147474119"/>
            <ac:spMk id="8" creationId="{3DF60BF4-8471-6F8A-A08C-AC619450B681}"/>
          </ac:spMkLst>
        </pc:spChg>
        <pc:spChg chg="add mod">
          <ac:chgData name="Gudla, Natraj" userId="1b097815-ad51-435d-a557-eb69be7a0b69" providerId="ADAL" clId="{BF5BD8BC-BC64-4E33-A2DC-6981917607A2}" dt="2024-03-13T04:56:29.110" v="8269" actId="1076"/>
          <ac:spMkLst>
            <pc:docMk/>
            <pc:sldMk cId="336240612" sldId="2147474119"/>
            <ac:spMk id="9" creationId="{E83694F7-709F-E499-3ECD-0339AC00CC39}"/>
          </ac:spMkLst>
        </pc:spChg>
        <pc:graphicFrameChg chg="add mod modGraphic">
          <ac:chgData name="Gudla, Natraj" userId="1b097815-ad51-435d-a557-eb69be7a0b69" providerId="ADAL" clId="{BF5BD8BC-BC64-4E33-A2DC-6981917607A2}" dt="2024-03-12T12:20:02.956" v="6854" actId="1036"/>
          <ac:graphicFrameMkLst>
            <pc:docMk/>
            <pc:sldMk cId="336240612" sldId="2147474119"/>
            <ac:graphicFrameMk id="5" creationId="{896ED968-B0D0-B357-BD13-0D83CFF33D69}"/>
          </ac:graphicFrameMkLst>
        </pc:graphicFrameChg>
        <pc:graphicFrameChg chg="add mod">
          <ac:chgData name="Gudla, Natraj" userId="1b097815-ad51-435d-a557-eb69be7a0b69" providerId="ADAL" clId="{BF5BD8BC-BC64-4E33-A2DC-6981917607A2}" dt="2024-03-12T12:19:02.609" v="6831" actId="1076"/>
          <ac:graphicFrameMkLst>
            <pc:docMk/>
            <pc:sldMk cId="336240612" sldId="2147474119"/>
            <ac:graphicFrameMk id="6" creationId="{FD1B7925-B52C-F0E2-BD24-1FCAE823D2AE}"/>
          </ac:graphicFrameMkLst>
        </pc:graphicFrame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09:35.648" v="8457"/>
              <pc2:cmMkLst xmlns:pc2="http://schemas.microsoft.com/office/powerpoint/2019/9/main/command">
                <pc:docMk/>
                <pc:sldMk cId="336240612" sldId="2147474119"/>
                <pc2:cmMk id="{8EBA09D0-D42D-4DBF-9662-96B704910380}"/>
              </pc2:cmMkLst>
              <pc226:cmRplyChg chg="add">
                <pc226:chgData name="Gudla, Natraj" userId="1b097815-ad51-435d-a557-eb69be7a0b69" providerId="ADAL" clId="{BF5BD8BC-BC64-4E33-A2DC-6981917607A2}" dt="2024-03-12T12:21:56.679" v="6873"/>
                <pc2:cmRplyMkLst xmlns:pc2="http://schemas.microsoft.com/office/powerpoint/2019/9/main/command">
                  <pc:docMk/>
                  <pc:sldMk cId="336240612" sldId="2147474119"/>
                  <pc2:cmMk id="{8EBA09D0-D42D-4DBF-9662-96B704910380}"/>
                  <pc2:cmRplyMk id="{8568F98C-0EE5-44A6-A854-58EE3AE2E33B}"/>
                </pc2:cmRplyMkLst>
              </pc226:cmRplyChg>
            </pc226:cmChg>
          </p:ext>
        </pc:extLst>
      </pc:sldChg>
      <pc:sldChg chg="new del">
        <pc:chgData name="Gudla, Natraj" userId="1b097815-ad51-435d-a557-eb69be7a0b69" providerId="ADAL" clId="{BF5BD8BC-BC64-4E33-A2DC-6981917607A2}" dt="2024-03-11T10:14:58.643" v="2" actId="47"/>
        <pc:sldMkLst>
          <pc:docMk/>
          <pc:sldMk cId="3145750422" sldId="2147474119"/>
        </pc:sldMkLst>
      </pc:sldChg>
      <pc:sldChg chg="new del ord">
        <pc:chgData name="Gudla, Natraj" userId="1b097815-ad51-435d-a557-eb69be7a0b69" providerId="ADAL" clId="{BF5BD8BC-BC64-4E33-A2DC-6981917607A2}" dt="2024-03-11T11:17:07.934" v="688" actId="47"/>
        <pc:sldMkLst>
          <pc:docMk/>
          <pc:sldMk cId="211940438" sldId="2147474120"/>
        </pc:sldMkLst>
      </pc:sldChg>
      <pc:sldChg chg="add del mod ord modShow modCm">
        <pc:chgData name="Gudla, Natraj" userId="1b097815-ad51-435d-a557-eb69be7a0b69" providerId="ADAL" clId="{BF5BD8BC-BC64-4E33-A2DC-6981917607A2}" dt="2024-03-13T11:06:43.213" v="8456" actId="47"/>
        <pc:sldMkLst>
          <pc:docMk/>
          <pc:sldMk cId="1652569049" sldId="2147474120"/>
        </pc:sldMkLst>
        <pc:extLst>
          <p:ext xmlns:p="http://schemas.openxmlformats.org/presentationml/2006/main" uri="{D6D511B9-2390-475A-947B-AFAB55BFBCF1}">
            <pc226:cmChg xmlns:pc226="http://schemas.microsoft.com/office/powerpoint/2022/06/main/command" chg="">
              <pc226:chgData name="Gudla, Natraj" userId="1b097815-ad51-435d-a557-eb69be7a0b69" providerId="ADAL" clId="{BF5BD8BC-BC64-4E33-A2DC-6981917607A2}" dt="2024-03-12T15:27:34.868" v="7049"/>
              <pc2:cmMkLst xmlns:pc2="http://schemas.microsoft.com/office/powerpoint/2019/9/main/command">
                <pc:docMk/>
                <pc:sldMk cId="1652569049" sldId="2147474120"/>
                <pc2:cmMk id="{C028BA11-1D25-43FA-8C40-9A3CBA1F82E8}"/>
              </pc2:cmMkLst>
              <pc226:cmRplyChg chg="add">
                <pc226:chgData name="Gudla, Natraj" userId="1b097815-ad51-435d-a557-eb69be7a0b69" providerId="ADAL" clId="{BF5BD8BC-BC64-4E33-A2DC-6981917607A2}" dt="2024-03-12T15:27:34.868" v="7049"/>
                <pc2:cmRplyMkLst xmlns:pc2="http://schemas.microsoft.com/office/powerpoint/2019/9/main/command">
                  <pc:docMk/>
                  <pc:sldMk cId="1652569049" sldId="2147474120"/>
                  <pc2:cmMk id="{C028BA11-1D25-43FA-8C40-9A3CBA1F82E8}"/>
                  <pc2:cmRplyMk id="{EFE1D93D-6DAE-4138-A1FE-4D94C1D21C72}"/>
                </pc2:cmRplyMkLst>
              </pc226:cmRplyChg>
            </pc226:cmChg>
          </p:ext>
        </pc:extLst>
      </pc:sldChg>
      <pc:sldChg chg="del ord">
        <pc:chgData name="Gudla, Natraj" userId="1b097815-ad51-435d-a557-eb69be7a0b69" providerId="ADAL" clId="{BF5BD8BC-BC64-4E33-A2DC-6981917607A2}" dt="2024-03-13T11:06:43.213" v="8456" actId="47"/>
        <pc:sldMkLst>
          <pc:docMk/>
          <pc:sldMk cId="1493796699" sldId="2147474123"/>
        </pc:sldMkLst>
      </pc:sldChg>
      <pc:sldChg chg="add del mod ord modShow">
        <pc:chgData name="Gudla, Natraj" userId="1b097815-ad51-435d-a557-eb69be7a0b69" providerId="ADAL" clId="{BF5BD8BC-BC64-4E33-A2DC-6981917607A2}" dt="2024-03-13T11:06:43.213" v="8456" actId="47"/>
        <pc:sldMkLst>
          <pc:docMk/>
          <pc:sldMk cId="3666755891" sldId="2147474148"/>
        </pc:sldMkLst>
      </pc:sldChg>
      <pc:sldChg chg="addSp modSp add del mod modShow">
        <pc:chgData name="Gudla, Natraj" userId="1b097815-ad51-435d-a557-eb69be7a0b69" providerId="ADAL" clId="{BF5BD8BC-BC64-4E33-A2DC-6981917607A2}" dt="2024-03-12T04:03:17.606" v="3571" actId="47"/>
        <pc:sldMkLst>
          <pc:docMk/>
          <pc:sldMk cId="464572576" sldId="2147474149"/>
        </pc:sldMkLst>
        <pc:spChg chg="add mod">
          <ac:chgData name="Gudla, Natraj" userId="1b097815-ad51-435d-a557-eb69be7a0b69" providerId="ADAL" clId="{BF5BD8BC-BC64-4E33-A2DC-6981917607A2}" dt="2024-03-11T16:10:11.431" v="1080" actId="1076"/>
          <ac:spMkLst>
            <pc:docMk/>
            <pc:sldMk cId="464572576" sldId="2147474149"/>
            <ac:spMk id="2" creationId="{6879D76E-E16F-6841-CAD7-DE737D441281}"/>
          </ac:spMkLst>
        </pc:spChg>
        <pc:spChg chg="mod">
          <ac:chgData name="Gudla, Natraj" userId="1b097815-ad51-435d-a557-eb69be7a0b69" providerId="ADAL" clId="{BF5BD8BC-BC64-4E33-A2DC-6981917607A2}" dt="2024-03-11T16:09:56.798" v="1078" actId="14100"/>
          <ac:spMkLst>
            <pc:docMk/>
            <pc:sldMk cId="464572576" sldId="2147474149"/>
            <ac:spMk id="305" creationId="{5D517C40-BDDC-8A3E-3966-1C81D21DAE4D}"/>
          </ac:spMkLst>
        </pc:spChg>
      </pc:sldChg>
      <pc:sldChg chg="delSp modSp mod">
        <pc:chgData name="Gudla, Natraj" userId="1b097815-ad51-435d-a557-eb69be7a0b69" providerId="ADAL" clId="{BF5BD8BC-BC64-4E33-A2DC-6981917607A2}" dt="2024-03-12T03:19:03.863" v="1406" actId="20577"/>
        <pc:sldMkLst>
          <pc:docMk/>
          <pc:sldMk cId="2590187641" sldId="2147474150"/>
        </pc:sldMkLst>
        <pc:spChg chg="mod">
          <ac:chgData name="Gudla, Natraj" userId="1b097815-ad51-435d-a557-eb69be7a0b69" providerId="ADAL" clId="{BF5BD8BC-BC64-4E33-A2DC-6981917607A2}" dt="2024-03-12T03:19:03.863" v="1406" actId="20577"/>
          <ac:spMkLst>
            <pc:docMk/>
            <pc:sldMk cId="2590187641" sldId="2147474150"/>
            <ac:spMk id="9" creationId="{3D54C89B-1399-C1AC-A358-E4B00D566802}"/>
          </ac:spMkLst>
        </pc:spChg>
        <pc:spChg chg="del mod">
          <ac:chgData name="Gudla, Natraj" userId="1b097815-ad51-435d-a557-eb69be7a0b69" providerId="ADAL" clId="{BF5BD8BC-BC64-4E33-A2DC-6981917607A2}" dt="2024-03-12T03:17:57.149" v="1393" actId="478"/>
          <ac:spMkLst>
            <pc:docMk/>
            <pc:sldMk cId="2590187641" sldId="2147474150"/>
            <ac:spMk id="212" creationId="{E9E9EF0F-AF07-BFD0-050D-40D1F632CE4D}"/>
          </ac:spMkLst>
        </pc:spChg>
      </pc:sldChg>
      <pc:sldChg chg="delSp modSp mod">
        <pc:chgData name="Gudla, Natraj" userId="1b097815-ad51-435d-a557-eb69be7a0b69" providerId="ADAL" clId="{BF5BD8BC-BC64-4E33-A2DC-6981917607A2}" dt="2024-03-12T03:19:42.254" v="1412" actId="20577"/>
        <pc:sldMkLst>
          <pc:docMk/>
          <pc:sldMk cId="4172231173" sldId="2147474151"/>
        </pc:sldMkLst>
        <pc:spChg chg="mod">
          <ac:chgData name="Gudla, Natraj" userId="1b097815-ad51-435d-a557-eb69be7a0b69" providerId="ADAL" clId="{BF5BD8BC-BC64-4E33-A2DC-6981917607A2}" dt="2024-03-12T03:18:44.520" v="1403" actId="6549"/>
          <ac:spMkLst>
            <pc:docMk/>
            <pc:sldMk cId="4172231173" sldId="2147474151"/>
            <ac:spMk id="8" creationId="{0FC11A24-1C94-770E-AEE9-EAB1535A997B}"/>
          </ac:spMkLst>
        </pc:spChg>
        <pc:spChg chg="del">
          <ac:chgData name="Gudla, Natraj" userId="1b097815-ad51-435d-a557-eb69be7a0b69" providerId="ADAL" clId="{BF5BD8BC-BC64-4E33-A2DC-6981917607A2}" dt="2024-03-12T03:17:52.558" v="1391" actId="478"/>
          <ac:spMkLst>
            <pc:docMk/>
            <pc:sldMk cId="4172231173" sldId="2147474151"/>
            <ac:spMk id="212" creationId="{E9E9EF0F-AF07-BFD0-050D-40D1F632CE4D}"/>
          </ac:spMkLst>
        </pc:spChg>
        <pc:graphicFrameChg chg="modGraphic">
          <ac:chgData name="Gudla, Natraj" userId="1b097815-ad51-435d-a557-eb69be7a0b69" providerId="ADAL" clId="{BF5BD8BC-BC64-4E33-A2DC-6981917607A2}" dt="2024-03-12T03:19:42.254" v="1412" actId="20577"/>
          <ac:graphicFrameMkLst>
            <pc:docMk/>
            <pc:sldMk cId="4172231173" sldId="2147474151"/>
            <ac:graphicFrameMk id="7" creationId="{F09AD3DE-54A7-DD92-2123-3432F75CB9A8}"/>
          </ac:graphicFrameMkLst>
        </pc:graphicFrameChg>
      </pc:sldChg>
      <pc:sldChg chg="modSp mod">
        <pc:chgData name="Gudla, Natraj" userId="1b097815-ad51-435d-a557-eb69be7a0b69" providerId="ADAL" clId="{BF5BD8BC-BC64-4E33-A2DC-6981917607A2}" dt="2024-03-12T08:10:36.688" v="4408" actId="20577"/>
        <pc:sldMkLst>
          <pc:docMk/>
          <pc:sldMk cId="2251188276" sldId="2147474154"/>
        </pc:sldMkLst>
        <pc:graphicFrameChg chg="modGraphic">
          <ac:chgData name="Gudla, Natraj" userId="1b097815-ad51-435d-a557-eb69be7a0b69" providerId="ADAL" clId="{BF5BD8BC-BC64-4E33-A2DC-6981917607A2}" dt="2024-03-12T08:10:36.688" v="4408" actId="20577"/>
          <ac:graphicFrameMkLst>
            <pc:docMk/>
            <pc:sldMk cId="2251188276" sldId="2147474154"/>
            <ac:graphicFrameMk id="2" creationId="{F1AF107A-F151-DF54-AA2A-F9C5CDF5B288}"/>
          </ac:graphicFrameMkLst>
        </pc:graphicFrameChg>
      </pc:sldChg>
      <pc:sldChg chg="modSp mod delCm modCm">
        <pc:chgData name="Gudla, Natraj" userId="1b097815-ad51-435d-a557-eb69be7a0b69" providerId="ADAL" clId="{BF5BD8BC-BC64-4E33-A2DC-6981917607A2}" dt="2024-03-13T11:10:11.622" v="8464"/>
        <pc:sldMkLst>
          <pc:docMk/>
          <pc:sldMk cId="3447131155" sldId="2147474155"/>
        </pc:sldMkLst>
        <pc:graphicFrameChg chg="mod modGraphic">
          <ac:chgData name="Gudla, Natraj" userId="1b097815-ad51-435d-a557-eb69be7a0b69" providerId="ADAL" clId="{BF5BD8BC-BC64-4E33-A2DC-6981917607A2}" dt="2024-03-12T16:24:46.845" v="7366" actId="20577"/>
          <ac:graphicFrameMkLst>
            <pc:docMk/>
            <pc:sldMk cId="3447131155" sldId="2147474155"/>
            <ac:graphicFrameMk id="2" creationId="{D0BCB5DE-6896-5F5C-6600-0AA0464C3ADF}"/>
          </ac:graphicFrameMkLst>
        </pc:graphicFrame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10:11.622" v="8464"/>
              <pc2:cmMkLst xmlns:pc2="http://schemas.microsoft.com/office/powerpoint/2019/9/main/command">
                <pc:docMk/>
                <pc:sldMk cId="3447131155" sldId="2147474155"/>
                <pc2:cmMk id="{A67C2E24-FA86-4CDD-B523-F2F3AA16532C}"/>
              </pc2:cmMkLst>
            </pc226:cmChg>
          </p:ext>
        </pc:extLst>
      </pc:sldChg>
      <pc:sldChg chg="del">
        <pc:chgData name="Gudla, Natraj" userId="1b097815-ad51-435d-a557-eb69be7a0b69" providerId="ADAL" clId="{BF5BD8BC-BC64-4E33-A2DC-6981917607A2}" dt="2024-03-13T11:06:43.213" v="8456" actId="47"/>
        <pc:sldMkLst>
          <pc:docMk/>
          <pc:sldMk cId="3692177319" sldId="2147474156"/>
        </pc:sldMkLst>
      </pc:sldChg>
      <pc:sldChg chg="add del mod modShow">
        <pc:chgData name="Gudla, Natraj" userId="1b097815-ad51-435d-a557-eb69be7a0b69" providerId="ADAL" clId="{BF5BD8BC-BC64-4E33-A2DC-6981917607A2}" dt="2024-03-13T11:06:43.213" v="8456" actId="47"/>
        <pc:sldMkLst>
          <pc:docMk/>
          <pc:sldMk cId="2806278602" sldId="2147474157"/>
        </pc:sldMkLst>
      </pc:sldChg>
      <pc:sldChg chg="addSp modSp new mod ord">
        <pc:chgData name="Gudla, Natraj" userId="1b097815-ad51-435d-a557-eb69be7a0b69" providerId="ADAL" clId="{BF5BD8BC-BC64-4E33-A2DC-6981917607A2}" dt="2024-03-12T04:33:14.064" v="3828" actId="6549"/>
        <pc:sldMkLst>
          <pc:docMk/>
          <pc:sldMk cId="2039370297" sldId="2147474158"/>
        </pc:sldMkLst>
        <pc:spChg chg="mod">
          <ac:chgData name="Gudla, Natraj" userId="1b097815-ad51-435d-a557-eb69be7a0b69" providerId="ADAL" clId="{BF5BD8BC-BC64-4E33-A2DC-6981917607A2}" dt="2024-03-12T03:30:09.381" v="1492" actId="1076"/>
          <ac:spMkLst>
            <pc:docMk/>
            <pc:sldMk cId="2039370297" sldId="2147474158"/>
            <ac:spMk id="2" creationId="{534977FF-C41A-E11A-5FC0-772CD3D72343}"/>
          </ac:spMkLst>
        </pc:spChg>
        <pc:spChg chg="add mod">
          <ac:chgData name="Gudla, Natraj" userId="1b097815-ad51-435d-a557-eb69be7a0b69" providerId="ADAL" clId="{BF5BD8BC-BC64-4E33-A2DC-6981917607A2}" dt="2024-03-12T04:20:32.489" v="3745" actId="1076"/>
          <ac:spMkLst>
            <pc:docMk/>
            <pc:sldMk cId="2039370297" sldId="2147474158"/>
            <ac:spMk id="3" creationId="{84EB99FE-CDE2-5E96-9B09-A23AC697E275}"/>
          </ac:spMkLst>
        </pc:spChg>
        <pc:spChg chg="add mod">
          <ac:chgData name="Gudla, Natraj" userId="1b097815-ad51-435d-a557-eb69be7a0b69" providerId="ADAL" clId="{BF5BD8BC-BC64-4E33-A2DC-6981917607A2}" dt="2024-03-12T04:33:14.064" v="3828" actId="6549"/>
          <ac:spMkLst>
            <pc:docMk/>
            <pc:sldMk cId="2039370297" sldId="2147474158"/>
            <ac:spMk id="4" creationId="{D0E3B56D-C914-F6F6-B709-B1100F7A7A50}"/>
          </ac:spMkLst>
        </pc:spChg>
        <pc:spChg chg="add mod">
          <ac:chgData name="Gudla, Natraj" userId="1b097815-ad51-435d-a557-eb69be7a0b69" providerId="ADAL" clId="{BF5BD8BC-BC64-4E33-A2DC-6981917607A2}" dt="2024-03-12T04:21:57.404" v="3753" actId="115"/>
          <ac:spMkLst>
            <pc:docMk/>
            <pc:sldMk cId="2039370297" sldId="2147474158"/>
            <ac:spMk id="5" creationId="{16A929D2-8D5D-5B24-55A3-1E1C831846BD}"/>
          </ac:spMkLst>
        </pc:spChg>
      </pc:sldChg>
      <pc:sldChg chg="addSp delSp modSp mod addCm delCm modCm modNotesTx">
        <pc:chgData name="Gudla, Natraj" userId="1b097815-ad51-435d-a557-eb69be7a0b69" providerId="ADAL" clId="{BF5BD8BC-BC64-4E33-A2DC-6981917607A2}" dt="2024-03-15T09:37:36.058" v="8561" actId="20577"/>
        <pc:sldMkLst>
          <pc:docMk/>
          <pc:sldMk cId="3711325015" sldId="2147474159"/>
        </pc:sldMkLst>
        <pc:spChg chg="add mod">
          <ac:chgData name="Gudla, Natraj" userId="1b097815-ad51-435d-a557-eb69be7a0b69" providerId="ADAL" clId="{BF5BD8BC-BC64-4E33-A2DC-6981917607A2}" dt="2024-03-12T08:41:32.853" v="4557" actId="14100"/>
          <ac:spMkLst>
            <pc:docMk/>
            <pc:sldMk cId="3711325015" sldId="2147474159"/>
            <ac:spMk id="2" creationId="{C0CAE81E-CAC7-0C52-E2E4-6A9F71FAF871}"/>
          </ac:spMkLst>
        </pc:spChg>
        <pc:spChg chg="add mod">
          <ac:chgData name="Gudla, Natraj" userId="1b097815-ad51-435d-a557-eb69be7a0b69" providerId="ADAL" clId="{BF5BD8BC-BC64-4E33-A2DC-6981917607A2}" dt="2024-03-12T08:41:45.762" v="4571" actId="14100"/>
          <ac:spMkLst>
            <pc:docMk/>
            <pc:sldMk cId="3711325015" sldId="2147474159"/>
            <ac:spMk id="5" creationId="{28929B99-8514-BD0D-C3FF-41DC0E1AB85A}"/>
          </ac:spMkLst>
        </pc:spChg>
        <pc:spChg chg="add mod">
          <ac:chgData name="Gudla, Natraj" userId="1b097815-ad51-435d-a557-eb69be7a0b69" providerId="ADAL" clId="{BF5BD8BC-BC64-4E33-A2DC-6981917607A2}" dt="2024-03-12T16:18:04.129" v="7216" actId="14100"/>
          <ac:spMkLst>
            <pc:docMk/>
            <pc:sldMk cId="3711325015" sldId="2147474159"/>
            <ac:spMk id="12" creationId="{9E4BF4D9-9D54-2EA5-0D69-7C0FF8C6E2A2}"/>
          </ac:spMkLst>
        </pc:spChg>
        <pc:spChg chg="add mod">
          <ac:chgData name="Gudla, Natraj" userId="1b097815-ad51-435d-a557-eb69be7a0b69" providerId="ADAL" clId="{BF5BD8BC-BC64-4E33-A2DC-6981917607A2}" dt="2024-03-12T16:18:50.475" v="7238" actId="1036"/>
          <ac:spMkLst>
            <pc:docMk/>
            <pc:sldMk cId="3711325015" sldId="2147474159"/>
            <ac:spMk id="14" creationId="{6BB6CD4C-2327-F604-CD62-6B258FAE91F0}"/>
          </ac:spMkLst>
        </pc:spChg>
        <pc:spChg chg="del">
          <ac:chgData name="Gudla, Natraj" userId="1b097815-ad51-435d-a557-eb69be7a0b69" providerId="ADAL" clId="{BF5BD8BC-BC64-4E33-A2DC-6981917607A2}" dt="2024-03-12T16:19:26.268" v="7240" actId="478"/>
          <ac:spMkLst>
            <pc:docMk/>
            <pc:sldMk cId="3711325015" sldId="2147474159"/>
            <ac:spMk id="17" creationId="{F7E444AF-7BFA-5FBE-BCCC-C8CF5A9F0EC0}"/>
          </ac:spMkLst>
        </pc:spChg>
        <pc:spChg chg="del">
          <ac:chgData name="Gudla, Natraj" userId="1b097815-ad51-435d-a557-eb69be7a0b69" providerId="ADAL" clId="{BF5BD8BC-BC64-4E33-A2DC-6981917607A2}" dt="2024-03-12T16:19:37.325" v="7243" actId="478"/>
          <ac:spMkLst>
            <pc:docMk/>
            <pc:sldMk cId="3711325015" sldId="2147474159"/>
            <ac:spMk id="21" creationId="{FCD6F789-9030-3356-D557-FF5CD98FC225}"/>
          </ac:spMkLst>
        </pc:spChg>
        <pc:spChg chg="mod">
          <ac:chgData name="Gudla, Natraj" userId="1b097815-ad51-435d-a557-eb69be7a0b69" providerId="ADAL" clId="{BF5BD8BC-BC64-4E33-A2DC-6981917607A2}" dt="2024-03-12T16:19:46.563" v="7245" actId="1038"/>
          <ac:spMkLst>
            <pc:docMk/>
            <pc:sldMk cId="3711325015" sldId="2147474159"/>
            <ac:spMk id="22" creationId="{C5477E02-1B87-0425-2FFE-22E7E6642DDC}"/>
          </ac:spMkLst>
        </pc:spChg>
        <pc:spChg chg="mod">
          <ac:chgData name="Gudla, Natraj" userId="1b097815-ad51-435d-a557-eb69be7a0b69" providerId="ADAL" clId="{BF5BD8BC-BC64-4E33-A2DC-6981917607A2}" dt="2024-03-12T16:19:30.444" v="7241" actId="1076"/>
          <ac:spMkLst>
            <pc:docMk/>
            <pc:sldMk cId="3711325015" sldId="2147474159"/>
            <ac:spMk id="30" creationId="{012C5B66-D9FD-0740-42A2-41AA4659C14F}"/>
          </ac:spMkLst>
        </pc:spChg>
        <pc:spChg chg="del">
          <ac:chgData name="Gudla, Natraj" userId="1b097815-ad51-435d-a557-eb69be7a0b69" providerId="ADAL" clId="{BF5BD8BC-BC64-4E33-A2DC-6981917607A2}" dt="2024-03-12T16:19:12.180" v="7239" actId="478"/>
          <ac:spMkLst>
            <pc:docMk/>
            <pc:sldMk cId="3711325015" sldId="2147474159"/>
            <ac:spMk id="32" creationId="{366739DA-9C53-EEA1-000E-0492FA2AF72B}"/>
          </ac:spMkLst>
        </pc:spChg>
        <pc:spChg chg="mod">
          <ac:chgData name="Gudla, Natraj" userId="1b097815-ad51-435d-a557-eb69be7a0b69" providerId="ADAL" clId="{BF5BD8BC-BC64-4E33-A2DC-6981917607A2}" dt="2024-03-12T16:19:42.476" v="7244" actId="1076"/>
          <ac:spMkLst>
            <pc:docMk/>
            <pc:sldMk cId="3711325015" sldId="2147474159"/>
            <ac:spMk id="37" creationId="{BF0DF6CC-3BE1-2648-3B74-57113A199020}"/>
          </ac:spMkLst>
        </pc:spChg>
        <pc:spChg chg="del">
          <ac:chgData name="Gudla, Natraj" userId="1b097815-ad51-435d-a557-eb69be7a0b69" providerId="ADAL" clId="{BF5BD8BC-BC64-4E33-A2DC-6981917607A2}" dt="2024-03-12T16:20:03.083" v="7246" actId="478"/>
          <ac:spMkLst>
            <pc:docMk/>
            <pc:sldMk cId="3711325015" sldId="2147474159"/>
            <ac:spMk id="50" creationId="{D31C03AB-5717-C9FC-3DCC-1A11E329B31D}"/>
          </ac:spMkLst>
        </pc:spChg>
        <pc:spChg chg="mod">
          <ac:chgData name="Gudla, Natraj" userId="1b097815-ad51-435d-a557-eb69be7a0b69" providerId="ADAL" clId="{BF5BD8BC-BC64-4E33-A2DC-6981917607A2}" dt="2024-03-12T16:17:31.334" v="7201" actId="313"/>
          <ac:spMkLst>
            <pc:docMk/>
            <pc:sldMk cId="3711325015" sldId="2147474159"/>
            <ac:spMk id="51" creationId="{DEEC0034-B3D3-273D-2EAA-CA6ABA791932}"/>
          </ac:spMkLst>
        </pc:spChg>
        <pc:spChg chg="mod">
          <ac:chgData name="Gudla, Natraj" userId="1b097815-ad51-435d-a557-eb69be7a0b69" providerId="ADAL" clId="{BF5BD8BC-BC64-4E33-A2DC-6981917607A2}" dt="2024-03-12T09:42:22.417" v="4640" actId="207"/>
          <ac:spMkLst>
            <pc:docMk/>
            <pc:sldMk cId="3711325015" sldId="2147474159"/>
            <ac:spMk id="55" creationId="{14133841-23B0-214F-D90C-3566F5697992}"/>
          </ac:spMkLst>
        </pc:spChg>
        <pc:spChg chg="del">
          <ac:chgData name="Gudla, Natraj" userId="1b097815-ad51-435d-a557-eb69be7a0b69" providerId="ADAL" clId="{BF5BD8BC-BC64-4E33-A2DC-6981917607A2}" dt="2024-03-12T16:17:48.923" v="7202" actId="478"/>
          <ac:spMkLst>
            <pc:docMk/>
            <pc:sldMk cId="3711325015" sldId="2147474159"/>
            <ac:spMk id="59" creationId="{CDE1D0B7-DA30-A637-76B8-271365BC7CCD}"/>
          </ac:spMkLst>
        </pc:spChg>
        <pc:spChg chg="del">
          <ac:chgData name="Gudla, Natraj" userId="1b097815-ad51-435d-a557-eb69be7a0b69" providerId="ADAL" clId="{BF5BD8BC-BC64-4E33-A2DC-6981917607A2}" dt="2024-03-12T16:18:09.012" v="7217" actId="478"/>
          <ac:spMkLst>
            <pc:docMk/>
            <pc:sldMk cId="3711325015" sldId="2147474159"/>
            <ac:spMk id="61" creationId="{C2E3A710-56D1-D87E-6D0E-C89529B2914A}"/>
          </ac:spMkLst>
        </pc:spChg>
        <pc:spChg chg="del">
          <ac:chgData name="Gudla, Natraj" userId="1b097815-ad51-435d-a557-eb69be7a0b69" providerId="ADAL" clId="{BF5BD8BC-BC64-4E33-A2DC-6981917607A2}" dt="2024-03-12T16:18:20.802" v="7220" actId="478"/>
          <ac:spMkLst>
            <pc:docMk/>
            <pc:sldMk cId="3711325015" sldId="2147474159"/>
            <ac:spMk id="62" creationId="{87B5035F-E074-5491-CF81-A6FFF4A9AA31}"/>
          </ac:spMkLst>
        </pc:spChg>
        <pc:spChg chg="del">
          <ac:chgData name="Gudla, Natraj" userId="1b097815-ad51-435d-a557-eb69be7a0b69" providerId="ADAL" clId="{BF5BD8BC-BC64-4E33-A2DC-6981917607A2}" dt="2024-03-12T16:18:25.755" v="7221" actId="478"/>
          <ac:spMkLst>
            <pc:docMk/>
            <pc:sldMk cId="3711325015" sldId="2147474159"/>
            <ac:spMk id="63" creationId="{50DD9E0E-2C39-FA9B-D9E5-9B701ADC9A24}"/>
          </ac:spMkLst>
        </pc:spChg>
        <pc:spChg chg="del">
          <ac:chgData name="Gudla, Natraj" userId="1b097815-ad51-435d-a557-eb69be7a0b69" providerId="ADAL" clId="{BF5BD8BC-BC64-4E33-A2DC-6981917607A2}" dt="2024-03-12T16:18:28.971" v="7222" actId="478"/>
          <ac:spMkLst>
            <pc:docMk/>
            <pc:sldMk cId="3711325015" sldId="2147474159"/>
            <ac:spMk id="64" creationId="{302EC9C9-04A4-2F03-58BE-9CFC5EF42DD0}"/>
          </ac:spMkLst>
        </pc:sp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09:57.880" v="8461"/>
              <pc2:cmMkLst xmlns:pc2="http://schemas.microsoft.com/office/powerpoint/2019/9/main/command">
                <pc:docMk/>
                <pc:sldMk cId="3711325015" sldId="2147474159"/>
                <pc2:cmMk id="{538A4D0B-0366-4E61-9FE8-09A20BD3DBEB}"/>
              </pc2:cmMkLst>
            </pc226:cmChg>
            <pc226:cmChg xmlns:pc226="http://schemas.microsoft.com/office/powerpoint/2022/06/main/command" chg="add del mod">
              <pc226:chgData name="Gudla, Natraj" userId="1b097815-ad51-435d-a557-eb69be7a0b69" providerId="ADAL" clId="{BF5BD8BC-BC64-4E33-A2DC-6981917607A2}" dt="2024-03-13T11:09:58.582" v="8462"/>
              <pc2:cmMkLst xmlns:pc2="http://schemas.microsoft.com/office/powerpoint/2019/9/main/command">
                <pc:docMk/>
                <pc:sldMk cId="3711325015" sldId="2147474159"/>
                <pc2:cmMk id="{C4FEAF43-8719-4B93-87AF-B6CD00A3D309}"/>
              </pc2:cmMkLst>
            </pc226:cmChg>
          </p:ext>
        </pc:extLst>
      </pc:sldChg>
      <pc:sldChg chg="addSp delSp modSp new del mod setBg modClrScheme chgLayout">
        <pc:chgData name="Gudla, Natraj" userId="1b097815-ad51-435d-a557-eb69be7a0b69" providerId="ADAL" clId="{BF5BD8BC-BC64-4E33-A2DC-6981917607A2}" dt="2024-03-12T04:39:01.456" v="3852" actId="47"/>
        <pc:sldMkLst>
          <pc:docMk/>
          <pc:sldMk cId="273965976" sldId="2147474160"/>
        </pc:sldMkLst>
        <pc:spChg chg="del">
          <ac:chgData name="Gudla, Natraj" userId="1b097815-ad51-435d-a557-eb69be7a0b69" providerId="ADAL" clId="{BF5BD8BC-BC64-4E33-A2DC-6981917607A2}" dt="2024-03-12T04:38:03.463" v="3848" actId="26606"/>
          <ac:spMkLst>
            <pc:docMk/>
            <pc:sldMk cId="273965976" sldId="2147474160"/>
            <ac:spMk id="2" creationId="{2FD4EDBB-E6FD-B284-6743-936C79C3B285}"/>
          </ac:spMkLst>
        </pc:spChg>
        <pc:picChg chg="add del mod">
          <ac:chgData name="Gudla, Natraj" userId="1b097815-ad51-435d-a557-eb69be7a0b69" providerId="ADAL" clId="{BF5BD8BC-BC64-4E33-A2DC-6981917607A2}" dt="2024-03-12T04:38:56.530" v="3851" actId="478"/>
          <ac:picMkLst>
            <pc:docMk/>
            <pc:sldMk cId="273965976" sldId="2147474160"/>
            <ac:picMk id="3" creationId="{EBEE6767-0DA3-8CF5-9559-249989289462}"/>
          </ac:picMkLst>
        </pc:picChg>
      </pc:sldChg>
      <pc:sldChg chg="new del">
        <pc:chgData name="Gudla, Natraj" userId="1b097815-ad51-435d-a557-eb69be7a0b69" providerId="ADAL" clId="{BF5BD8BC-BC64-4E33-A2DC-6981917607A2}" dt="2024-03-12T04:37:24.591" v="3844" actId="47"/>
        <pc:sldMkLst>
          <pc:docMk/>
          <pc:sldMk cId="568951775" sldId="2147474160"/>
        </pc:sldMkLst>
      </pc:sldChg>
      <pc:sldChg chg="addSp delSp modSp new del mod setBg">
        <pc:chgData name="Gudla, Natraj" userId="1b097815-ad51-435d-a557-eb69be7a0b69" providerId="ADAL" clId="{BF5BD8BC-BC64-4E33-A2DC-6981917607A2}" dt="2024-03-12T05:18:31.064" v="3993" actId="47"/>
        <pc:sldMkLst>
          <pc:docMk/>
          <pc:sldMk cId="1403888545" sldId="2147474160"/>
        </pc:sldMkLst>
        <pc:graphicFrameChg chg="add del">
          <ac:chgData name="Gudla, Natraj" userId="1b097815-ad51-435d-a557-eb69be7a0b69" providerId="ADAL" clId="{BF5BD8BC-BC64-4E33-A2DC-6981917607A2}" dt="2024-03-12T04:41:18.312" v="3856" actId="478"/>
          <ac:graphicFrameMkLst>
            <pc:docMk/>
            <pc:sldMk cId="1403888545" sldId="2147474160"/>
            <ac:graphicFrameMk id="3" creationId="{28CC8874-30F6-014B-56EB-B852A6C74CEC}"/>
          </ac:graphicFrameMkLst>
        </pc:graphicFrameChg>
        <pc:graphicFrameChg chg="add mod modGraphic">
          <ac:chgData name="Gudla, Natraj" userId="1b097815-ad51-435d-a557-eb69be7a0b69" providerId="ADAL" clId="{BF5BD8BC-BC64-4E33-A2DC-6981917607A2}" dt="2024-03-12T04:41:55.970" v="3862" actId="2165"/>
          <ac:graphicFrameMkLst>
            <pc:docMk/>
            <pc:sldMk cId="1403888545" sldId="2147474160"/>
            <ac:graphicFrameMk id="4" creationId="{7623BB0B-760D-C845-81B7-ECA761E44A02}"/>
          </ac:graphicFrameMkLst>
        </pc:graphicFrameChg>
      </pc:sldChg>
      <pc:sldChg chg="modSp mod">
        <pc:chgData name="Gudla, Natraj" userId="1b097815-ad51-435d-a557-eb69be7a0b69" providerId="ADAL" clId="{BF5BD8BC-BC64-4E33-A2DC-6981917607A2}" dt="2024-03-12T16:16:22.092" v="7197" actId="13926"/>
        <pc:sldMkLst>
          <pc:docMk/>
          <pc:sldMk cId="1414742847" sldId="2147474160"/>
        </pc:sldMkLst>
        <pc:graphicFrameChg chg="modGraphic">
          <ac:chgData name="Gudla, Natraj" userId="1b097815-ad51-435d-a557-eb69be7a0b69" providerId="ADAL" clId="{BF5BD8BC-BC64-4E33-A2DC-6981917607A2}" dt="2024-03-12T16:16:22.092" v="7197" actId="13926"/>
          <ac:graphicFrameMkLst>
            <pc:docMk/>
            <pc:sldMk cId="1414742847" sldId="2147474160"/>
            <ac:graphicFrameMk id="7" creationId="{1470A3E6-EED3-B469-6894-7ADF80D74BC2}"/>
          </ac:graphicFrameMkLst>
        </pc:graphicFrameChg>
      </pc:sldChg>
      <pc:sldChg chg="modSp mod delCm modCm">
        <pc:chgData name="Gudla, Natraj" userId="1b097815-ad51-435d-a557-eb69be7a0b69" providerId="ADAL" clId="{BF5BD8BC-BC64-4E33-A2DC-6981917607A2}" dt="2024-03-13T11:09:51.998" v="8460"/>
        <pc:sldMkLst>
          <pc:docMk/>
          <pc:sldMk cId="885501633" sldId="2147474161"/>
        </pc:sldMkLst>
        <pc:graphicFrameChg chg="modGraphic">
          <ac:chgData name="Gudla, Natraj" userId="1b097815-ad51-435d-a557-eb69be7a0b69" providerId="ADAL" clId="{BF5BD8BC-BC64-4E33-A2DC-6981917607A2}" dt="2024-03-12T16:15:48.047" v="7193" actId="14100"/>
          <ac:graphicFrameMkLst>
            <pc:docMk/>
            <pc:sldMk cId="885501633" sldId="2147474161"/>
            <ac:graphicFrameMk id="7" creationId="{F09AD3DE-54A7-DD92-2123-3432F75CB9A8}"/>
          </ac:graphicFrameMkLst>
        </pc:graphicFrame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09:51.998" v="8460"/>
              <pc2:cmMkLst xmlns:pc2="http://schemas.microsoft.com/office/powerpoint/2019/9/main/command">
                <pc:docMk/>
                <pc:sldMk cId="885501633" sldId="2147474161"/>
                <pc2:cmMk id="{82044199-EFAE-42AC-A7E6-803F10691806}"/>
              </pc2:cmMkLst>
            </pc226:cmChg>
          </p:ext>
        </pc:extLst>
      </pc:sldChg>
      <pc:sldChg chg="modSp new del mod">
        <pc:chgData name="Gudla, Natraj" userId="1b097815-ad51-435d-a557-eb69be7a0b69" providerId="ADAL" clId="{BF5BD8BC-BC64-4E33-A2DC-6981917607A2}" dt="2024-03-12T07:25:06.906" v="4358" actId="2696"/>
        <pc:sldMkLst>
          <pc:docMk/>
          <pc:sldMk cId="3426712564" sldId="2147474162"/>
        </pc:sldMkLst>
        <pc:spChg chg="mod">
          <ac:chgData name="Gudla, Natraj" userId="1b097815-ad51-435d-a557-eb69be7a0b69" providerId="ADAL" clId="{BF5BD8BC-BC64-4E33-A2DC-6981917607A2}" dt="2024-03-12T06:42:34.688" v="4355" actId="20577"/>
          <ac:spMkLst>
            <pc:docMk/>
            <pc:sldMk cId="3426712564" sldId="2147474162"/>
            <ac:spMk id="2" creationId="{6BDE8377-5FC5-C05C-E298-A48FD05E1EED}"/>
          </ac:spMkLst>
        </pc:spChg>
      </pc:sldChg>
      <pc:sldChg chg="delSp modSp mod ord">
        <pc:chgData name="Gudla, Natraj" userId="1b097815-ad51-435d-a557-eb69be7a0b69" providerId="ADAL" clId="{BF5BD8BC-BC64-4E33-A2DC-6981917607A2}" dt="2024-03-13T04:22:33.289" v="7815" actId="6549"/>
        <pc:sldMkLst>
          <pc:docMk/>
          <pc:sldMk cId="2318877968" sldId="2147474163"/>
        </pc:sldMkLst>
        <pc:spChg chg="mod topLvl">
          <ac:chgData name="Gudla, Natraj" userId="1b097815-ad51-435d-a557-eb69be7a0b69" providerId="ADAL" clId="{BF5BD8BC-BC64-4E33-A2DC-6981917607A2}" dt="2024-03-12T16:25:36.958" v="7371" actId="165"/>
          <ac:spMkLst>
            <pc:docMk/>
            <pc:sldMk cId="2318877968" sldId="2147474163"/>
            <ac:spMk id="5" creationId="{AC7B2EB2-2211-2FD0-16CC-072B7D154625}"/>
          </ac:spMkLst>
        </pc:spChg>
        <pc:spChg chg="mod topLvl">
          <ac:chgData name="Gudla, Natraj" userId="1b097815-ad51-435d-a557-eb69be7a0b69" providerId="ADAL" clId="{BF5BD8BC-BC64-4E33-A2DC-6981917607A2}" dt="2024-03-12T16:25:36.958" v="7371" actId="165"/>
          <ac:spMkLst>
            <pc:docMk/>
            <pc:sldMk cId="2318877968" sldId="2147474163"/>
            <ac:spMk id="6" creationId="{BCD3ECD2-8C2E-B16C-F5FD-2CCB12EAA2D1}"/>
          </ac:spMkLst>
        </pc:spChg>
        <pc:spChg chg="mod topLvl">
          <ac:chgData name="Gudla, Natraj" userId="1b097815-ad51-435d-a557-eb69be7a0b69" providerId="ADAL" clId="{BF5BD8BC-BC64-4E33-A2DC-6981917607A2}" dt="2024-03-12T16:25:36.958" v="7371" actId="165"/>
          <ac:spMkLst>
            <pc:docMk/>
            <pc:sldMk cId="2318877968" sldId="2147474163"/>
            <ac:spMk id="8" creationId="{40588A26-1292-75E2-932D-729CAD6A6B77}"/>
          </ac:spMkLst>
        </pc:spChg>
        <pc:spChg chg="mod topLvl">
          <ac:chgData name="Gudla, Natraj" userId="1b097815-ad51-435d-a557-eb69be7a0b69" providerId="ADAL" clId="{BF5BD8BC-BC64-4E33-A2DC-6981917607A2}" dt="2024-03-12T16:25:36.958" v="7371" actId="165"/>
          <ac:spMkLst>
            <pc:docMk/>
            <pc:sldMk cId="2318877968" sldId="2147474163"/>
            <ac:spMk id="9" creationId="{09891D90-93D5-D31D-AED6-36E11D9E9FA9}"/>
          </ac:spMkLst>
        </pc:spChg>
        <pc:spChg chg="mod topLvl">
          <ac:chgData name="Gudla, Natraj" userId="1b097815-ad51-435d-a557-eb69be7a0b69" providerId="ADAL" clId="{BF5BD8BC-BC64-4E33-A2DC-6981917607A2}" dt="2024-03-12T16:25:36.958" v="7371" actId="165"/>
          <ac:spMkLst>
            <pc:docMk/>
            <pc:sldMk cId="2318877968" sldId="2147474163"/>
            <ac:spMk id="14" creationId="{2D098589-0D81-6D04-CCCD-01CEC592A327}"/>
          </ac:spMkLst>
        </pc:spChg>
        <pc:spChg chg="mod topLvl">
          <ac:chgData name="Gudla, Natraj" userId="1b097815-ad51-435d-a557-eb69be7a0b69" providerId="ADAL" clId="{BF5BD8BC-BC64-4E33-A2DC-6981917607A2}" dt="2024-03-12T16:25:36.958" v="7371" actId="165"/>
          <ac:spMkLst>
            <pc:docMk/>
            <pc:sldMk cId="2318877968" sldId="2147474163"/>
            <ac:spMk id="15" creationId="{63CAC485-2128-A839-BB8D-A694C5A783E1}"/>
          </ac:spMkLst>
        </pc:spChg>
        <pc:spChg chg="mod topLvl">
          <ac:chgData name="Gudla, Natraj" userId="1b097815-ad51-435d-a557-eb69be7a0b69" providerId="ADAL" clId="{BF5BD8BC-BC64-4E33-A2DC-6981917607A2}" dt="2024-03-13T04:22:33.289" v="7815" actId="6549"/>
          <ac:spMkLst>
            <pc:docMk/>
            <pc:sldMk cId="2318877968" sldId="2147474163"/>
            <ac:spMk id="16" creationId="{C4A40917-4AAB-1E46-69C0-002C65571A8D}"/>
          </ac:spMkLst>
        </pc:spChg>
        <pc:spChg chg="mod topLvl">
          <ac:chgData name="Gudla, Natraj" userId="1b097815-ad51-435d-a557-eb69be7a0b69" providerId="ADAL" clId="{BF5BD8BC-BC64-4E33-A2DC-6981917607A2}" dt="2024-03-12T16:25:36.958" v="7371" actId="165"/>
          <ac:spMkLst>
            <pc:docMk/>
            <pc:sldMk cId="2318877968" sldId="2147474163"/>
            <ac:spMk id="17" creationId="{E0208C0B-F5AE-BCB8-9564-94CF909EED8E}"/>
          </ac:spMkLst>
        </pc:spChg>
        <pc:spChg chg="mod topLvl">
          <ac:chgData name="Gudla, Natraj" userId="1b097815-ad51-435d-a557-eb69be7a0b69" providerId="ADAL" clId="{BF5BD8BC-BC64-4E33-A2DC-6981917607A2}" dt="2024-03-12T16:25:36.958" v="7371" actId="165"/>
          <ac:spMkLst>
            <pc:docMk/>
            <pc:sldMk cId="2318877968" sldId="2147474163"/>
            <ac:spMk id="18" creationId="{6D01198E-B478-05A3-EF58-AD2CF3A0DEEB}"/>
          </ac:spMkLst>
        </pc:spChg>
        <pc:spChg chg="mod topLvl">
          <ac:chgData name="Gudla, Natraj" userId="1b097815-ad51-435d-a557-eb69be7a0b69" providerId="ADAL" clId="{BF5BD8BC-BC64-4E33-A2DC-6981917607A2}" dt="2024-03-12T16:25:36.958" v="7371" actId="165"/>
          <ac:spMkLst>
            <pc:docMk/>
            <pc:sldMk cId="2318877968" sldId="2147474163"/>
            <ac:spMk id="19" creationId="{74BF8699-E291-2FF4-1A6D-81713EB8426F}"/>
          </ac:spMkLst>
        </pc:spChg>
        <pc:spChg chg="mod">
          <ac:chgData name="Gudla, Natraj" userId="1b097815-ad51-435d-a557-eb69be7a0b69" providerId="ADAL" clId="{BF5BD8BC-BC64-4E33-A2DC-6981917607A2}" dt="2024-03-12T16:25:36.958" v="7371" actId="165"/>
          <ac:spMkLst>
            <pc:docMk/>
            <pc:sldMk cId="2318877968" sldId="2147474163"/>
            <ac:spMk id="21" creationId="{734880CA-8391-26A1-6DB0-A83C9DDCD6C4}"/>
          </ac:spMkLst>
        </pc:spChg>
        <pc:spChg chg="mod">
          <ac:chgData name="Gudla, Natraj" userId="1b097815-ad51-435d-a557-eb69be7a0b69" providerId="ADAL" clId="{BF5BD8BC-BC64-4E33-A2DC-6981917607A2}" dt="2024-03-12T16:25:36.958" v="7371" actId="165"/>
          <ac:spMkLst>
            <pc:docMk/>
            <pc:sldMk cId="2318877968" sldId="2147474163"/>
            <ac:spMk id="22" creationId="{32F33D33-3B71-D6F2-87FF-38BCD08830B6}"/>
          </ac:spMkLst>
        </pc:spChg>
        <pc:spChg chg="mod topLvl">
          <ac:chgData name="Gudla, Natraj" userId="1b097815-ad51-435d-a557-eb69be7a0b69" providerId="ADAL" clId="{BF5BD8BC-BC64-4E33-A2DC-6981917607A2}" dt="2024-03-12T16:25:36.958" v="7371" actId="165"/>
          <ac:spMkLst>
            <pc:docMk/>
            <pc:sldMk cId="2318877968" sldId="2147474163"/>
            <ac:spMk id="23" creationId="{2F9ECD8C-EBC2-82B4-F88C-27771F3B4E39}"/>
          </ac:spMkLst>
        </pc:spChg>
        <pc:spChg chg="mod topLvl">
          <ac:chgData name="Gudla, Natraj" userId="1b097815-ad51-435d-a557-eb69be7a0b69" providerId="ADAL" clId="{BF5BD8BC-BC64-4E33-A2DC-6981917607A2}" dt="2024-03-12T16:25:36.958" v="7371" actId="165"/>
          <ac:spMkLst>
            <pc:docMk/>
            <pc:sldMk cId="2318877968" sldId="2147474163"/>
            <ac:spMk id="24" creationId="{E6751B55-0BCE-41F2-0052-4EA9918D9EF0}"/>
          </ac:spMkLst>
        </pc:spChg>
        <pc:spChg chg="mod topLvl">
          <ac:chgData name="Gudla, Natraj" userId="1b097815-ad51-435d-a557-eb69be7a0b69" providerId="ADAL" clId="{BF5BD8BC-BC64-4E33-A2DC-6981917607A2}" dt="2024-03-12T16:25:36.958" v="7371" actId="165"/>
          <ac:spMkLst>
            <pc:docMk/>
            <pc:sldMk cId="2318877968" sldId="2147474163"/>
            <ac:spMk id="25" creationId="{8BD94D11-69C7-92DF-E698-C65C65FD8706}"/>
          </ac:spMkLst>
        </pc:spChg>
        <pc:spChg chg="mod topLvl">
          <ac:chgData name="Gudla, Natraj" userId="1b097815-ad51-435d-a557-eb69be7a0b69" providerId="ADAL" clId="{BF5BD8BC-BC64-4E33-A2DC-6981917607A2}" dt="2024-03-12T16:25:36.958" v="7371" actId="165"/>
          <ac:spMkLst>
            <pc:docMk/>
            <pc:sldMk cId="2318877968" sldId="2147474163"/>
            <ac:spMk id="26" creationId="{303C2924-2252-5A40-E2D8-C4C3EA903FD1}"/>
          </ac:spMkLst>
        </pc:spChg>
        <pc:spChg chg="mod topLvl">
          <ac:chgData name="Gudla, Natraj" userId="1b097815-ad51-435d-a557-eb69be7a0b69" providerId="ADAL" clId="{BF5BD8BC-BC64-4E33-A2DC-6981917607A2}" dt="2024-03-12T16:25:36.958" v="7371" actId="165"/>
          <ac:spMkLst>
            <pc:docMk/>
            <pc:sldMk cId="2318877968" sldId="2147474163"/>
            <ac:spMk id="27" creationId="{A9C7F449-282B-B975-5597-EC520CB3980B}"/>
          </ac:spMkLst>
        </pc:spChg>
        <pc:spChg chg="mod topLvl">
          <ac:chgData name="Gudla, Natraj" userId="1b097815-ad51-435d-a557-eb69be7a0b69" providerId="ADAL" clId="{BF5BD8BC-BC64-4E33-A2DC-6981917607A2}" dt="2024-03-12T16:25:36.958" v="7371" actId="165"/>
          <ac:spMkLst>
            <pc:docMk/>
            <pc:sldMk cId="2318877968" sldId="2147474163"/>
            <ac:spMk id="28" creationId="{22FBD93E-C8E0-C047-0679-C585C5540EEB}"/>
          </ac:spMkLst>
        </pc:spChg>
        <pc:spChg chg="mod topLvl">
          <ac:chgData name="Gudla, Natraj" userId="1b097815-ad51-435d-a557-eb69be7a0b69" providerId="ADAL" clId="{BF5BD8BC-BC64-4E33-A2DC-6981917607A2}" dt="2024-03-12T16:25:36.958" v="7371" actId="165"/>
          <ac:spMkLst>
            <pc:docMk/>
            <pc:sldMk cId="2318877968" sldId="2147474163"/>
            <ac:spMk id="69" creationId="{DFB62DB8-782F-EA2B-F8CE-EB8601893B28}"/>
          </ac:spMkLst>
        </pc:spChg>
        <pc:spChg chg="mod topLvl">
          <ac:chgData name="Gudla, Natraj" userId="1b097815-ad51-435d-a557-eb69be7a0b69" providerId="ADAL" clId="{BF5BD8BC-BC64-4E33-A2DC-6981917607A2}" dt="2024-03-12T16:25:36.958" v="7371" actId="165"/>
          <ac:spMkLst>
            <pc:docMk/>
            <pc:sldMk cId="2318877968" sldId="2147474163"/>
            <ac:spMk id="70" creationId="{113E0F0A-DCED-DF3E-661E-5DE5AE0D8980}"/>
          </ac:spMkLst>
        </pc:spChg>
        <pc:spChg chg="mod topLvl">
          <ac:chgData name="Gudla, Natraj" userId="1b097815-ad51-435d-a557-eb69be7a0b69" providerId="ADAL" clId="{BF5BD8BC-BC64-4E33-A2DC-6981917607A2}" dt="2024-03-12T16:25:48.643" v="7373" actId="1076"/>
          <ac:spMkLst>
            <pc:docMk/>
            <pc:sldMk cId="2318877968" sldId="2147474163"/>
            <ac:spMk id="71" creationId="{5BC0541C-C514-12D0-CDE5-64C12FC7E027}"/>
          </ac:spMkLst>
        </pc:spChg>
        <pc:spChg chg="del mod topLvl">
          <ac:chgData name="Gudla, Natraj" userId="1b097815-ad51-435d-a557-eb69be7a0b69" providerId="ADAL" clId="{BF5BD8BC-BC64-4E33-A2DC-6981917607A2}" dt="2024-03-12T16:25:42.491" v="7372" actId="478"/>
          <ac:spMkLst>
            <pc:docMk/>
            <pc:sldMk cId="2318877968" sldId="2147474163"/>
            <ac:spMk id="72" creationId="{AF78E145-232E-F34A-B367-C2CA31703579}"/>
          </ac:spMkLst>
        </pc:spChg>
        <pc:spChg chg="del mod">
          <ac:chgData name="Gudla, Natraj" userId="1b097815-ad51-435d-a557-eb69be7a0b69" providerId="ADAL" clId="{BF5BD8BC-BC64-4E33-A2DC-6981917607A2}" dt="2024-03-12T16:26:07.555" v="7375" actId="478"/>
          <ac:spMkLst>
            <pc:docMk/>
            <pc:sldMk cId="2318877968" sldId="2147474163"/>
            <ac:spMk id="73" creationId="{30E5470E-F1A0-5AC3-8EFA-82BAA509F620}"/>
          </ac:spMkLst>
        </pc:spChg>
        <pc:grpChg chg="mod topLvl">
          <ac:chgData name="Gudla, Natraj" userId="1b097815-ad51-435d-a557-eb69be7a0b69" providerId="ADAL" clId="{BF5BD8BC-BC64-4E33-A2DC-6981917607A2}" dt="2024-03-12T16:25:36.958" v="7371" actId="165"/>
          <ac:grpSpMkLst>
            <pc:docMk/>
            <pc:sldMk cId="2318877968" sldId="2147474163"/>
            <ac:grpSpMk id="20" creationId="{B14E38CE-DA1A-05AA-F9E2-D0FEAF3F3FC2}"/>
          </ac:grpSpMkLst>
        </pc:grpChg>
        <pc:grpChg chg="mod">
          <ac:chgData name="Gudla, Natraj" userId="1b097815-ad51-435d-a557-eb69be7a0b69" providerId="ADAL" clId="{BF5BD8BC-BC64-4E33-A2DC-6981917607A2}" dt="2024-03-12T16:25:29.865" v="7370" actId="1076"/>
          <ac:grpSpMkLst>
            <pc:docMk/>
            <pc:sldMk cId="2318877968" sldId="2147474163"/>
            <ac:grpSpMk id="31" creationId="{9BF4C074-83A0-097F-B8EF-D5A120C83C0D}"/>
          </ac:grpSpMkLst>
        </pc:grpChg>
        <pc:grpChg chg="del mod">
          <ac:chgData name="Gudla, Natraj" userId="1b097815-ad51-435d-a557-eb69be7a0b69" providerId="ADAL" clId="{BF5BD8BC-BC64-4E33-A2DC-6981917607A2}" dt="2024-03-12T16:25:36.958" v="7371" actId="165"/>
          <ac:grpSpMkLst>
            <pc:docMk/>
            <pc:sldMk cId="2318877968" sldId="2147474163"/>
            <ac:grpSpMk id="80" creationId="{D64A4A54-406A-E07D-6D69-5A3E6B41512B}"/>
          </ac:grpSpMkLst>
        </pc:grpChg>
        <pc:grpChg chg="del">
          <ac:chgData name="Gudla, Natraj" userId="1b097815-ad51-435d-a557-eb69be7a0b69" providerId="ADAL" clId="{BF5BD8BC-BC64-4E33-A2DC-6981917607A2}" dt="2024-03-12T16:25:08.476" v="7367" actId="478"/>
          <ac:grpSpMkLst>
            <pc:docMk/>
            <pc:sldMk cId="2318877968" sldId="2147474163"/>
            <ac:grpSpMk id="114" creationId="{0187FF2D-57E5-8B7A-167B-51C67D08E70F}"/>
          </ac:grpSpMkLst>
        </pc:grpChg>
        <pc:cxnChg chg="mod topLvl">
          <ac:chgData name="Gudla, Natraj" userId="1b097815-ad51-435d-a557-eb69be7a0b69" providerId="ADAL" clId="{BF5BD8BC-BC64-4E33-A2DC-6981917607A2}" dt="2024-03-12T16:25:36.958" v="7371" actId="165"/>
          <ac:cxnSpMkLst>
            <pc:docMk/>
            <pc:sldMk cId="2318877968" sldId="2147474163"/>
            <ac:cxnSpMk id="7" creationId="{F54A4E13-17C9-6659-9FA7-9105C57A35F1}"/>
          </ac:cxnSpMkLst>
        </pc:cxnChg>
        <pc:cxnChg chg="mod topLvl">
          <ac:chgData name="Gudla, Natraj" userId="1b097815-ad51-435d-a557-eb69be7a0b69" providerId="ADAL" clId="{BF5BD8BC-BC64-4E33-A2DC-6981917607A2}" dt="2024-03-12T16:25:36.958" v="7371" actId="165"/>
          <ac:cxnSpMkLst>
            <pc:docMk/>
            <pc:sldMk cId="2318877968" sldId="2147474163"/>
            <ac:cxnSpMk id="10" creationId="{0B3CA05F-DABA-A334-4AAD-5D548C91D99E}"/>
          </ac:cxnSpMkLst>
        </pc:cxnChg>
        <pc:cxnChg chg="mod topLvl">
          <ac:chgData name="Gudla, Natraj" userId="1b097815-ad51-435d-a557-eb69be7a0b69" providerId="ADAL" clId="{BF5BD8BC-BC64-4E33-A2DC-6981917607A2}" dt="2024-03-12T16:25:36.958" v="7371" actId="165"/>
          <ac:cxnSpMkLst>
            <pc:docMk/>
            <pc:sldMk cId="2318877968" sldId="2147474163"/>
            <ac:cxnSpMk id="11" creationId="{C637C575-84C4-6E7E-27B9-5E660D69088E}"/>
          </ac:cxnSpMkLst>
        </pc:cxnChg>
        <pc:cxnChg chg="mod topLvl">
          <ac:chgData name="Gudla, Natraj" userId="1b097815-ad51-435d-a557-eb69be7a0b69" providerId="ADAL" clId="{BF5BD8BC-BC64-4E33-A2DC-6981917607A2}" dt="2024-03-12T16:25:36.958" v="7371" actId="165"/>
          <ac:cxnSpMkLst>
            <pc:docMk/>
            <pc:sldMk cId="2318877968" sldId="2147474163"/>
            <ac:cxnSpMk id="12" creationId="{492FFC53-DEBC-AAB6-C4BF-C1D47F687D30}"/>
          </ac:cxnSpMkLst>
        </pc:cxnChg>
        <pc:cxnChg chg="mod topLvl">
          <ac:chgData name="Gudla, Natraj" userId="1b097815-ad51-435d-a557-eb69be7a0b69" providerId="ADAL" clId="{BF5BD8BC-BC64-4E33-A2DC-6981917607A2}" dt="2024-03-12T16:25:36.958" v="7371" actId="165"/>
          <ac:cxnSpMkLst>
            <pc:docMk/>
            <pc:sldMk cId="2318877968" sldId="2147474163"/>
            <ac:cxnSpMk id="13" creationId="{55585004-C969-B46F-5274-12CF6020F2B2}"/>
          </ac:cxnSpMkLst>
        </pc:cxnChg>
        <pc:cxnChg chg="mod topLvl">
          <ac:chgData name="Gudla, Natraj" userId="1b097815-ad51-435d-a557-eb69be7a0b69" providerId="ADAL" clId="{BF5BD8BC-BC64-4E33-A2DC-6981917607A2}" dt="2024-03-12T16:25:36.958" v="7371" actId="165"/>
          <ac:cxnSpMkLst>
            <pc:docMk/>
            <pc:sldMk cId="2318877968" sldId="2147474163"/>
            <ac:cxnSpMk id="29" creationId="{8031BBEF-384F-8CB5-3B64-2E75D20F8CFC}"/>
          </ac:cxnSpMkLst>
        </pc:cxnChg>
        <pc:cxnChg chg="mod topLvl">
          <ac:chgData name="Gudla, Natraj" userId="1b097815-ad51-435d-a557-eb69be7a0b69" providerId="ADAL" clId="{BF5BD8BC-BC64-4E33-A2DC-6981917607A2}" dt="2024-03-12T16:25:36.958" v="7371" actId="165"/>
          <ac:cxnSpMkLst>
            <pc:docMk/>
            <pc:sldMk cId="2318877968" sldId="2147474163"/>
            <ac:cxnSpMk id="30" creationId="{95FDF548-067A-B9C0-8861-1DD7822842C9}"/>
          </ac:cxnSpMkLst>
        </pc:cxnChg>
        <pc:cxnChg chg="mod">
          <ac:chgData name="Gudla, Natraj" userId="1b097815-ad51-435d-a557-eb69be7a0b69" providerId="ADAL" clId="{BF5BD8BC-BC64-4E33-A2DC-6981917607A2}" dt="2024-03-12T16:25:08.476" v="7367" actId="478"/>
          <ac:cxnSpMkLst>
            <pc:docMk/>
            <pc:sldMk cId="2318877968" sldId="2147474163"/>
            <ac:cxnSpMk id="126" creationId="{3966EE9D-A357-7620-06AE-62DEFCA16590}"/>
          </ac:cxnSpMkLst>
        </pc:cxnChg>
        <pc:cxnChg chg="mod">
          <ac:chgData name="Gudla, Natraj" userId="1b097815-ad51-435d-a557-eb69be7a0b69" providerId="ADAL" clId="{BF5BD8BC-BC64-4E33-A2DC-6981917607A2}" dt="2024-03-12T16:25:08.476" v="7367" actId="478"/>
          <ac:cxnSpMkLst>
            <pc:docMk/>
            <pc:sldMk cId="2318877968" sldId="2147474163"/>
            <ac:cxnSpMk id="131" creationId="{4306273D-0CCA-1088-7F62-6B4CE329F8DF}"/>
          </ac:cxnSpMkLst>
        </pc:cxnChg>
        <pc:cxnChg chg="mod">
          <ac:chgData name="Gudla, Natraj" userId="1b097815-ad51-435d-a557-eb69be7a0b69" providerId="ADAL" clId="{BF5BD8BC-BC64-4E33-A2DC-6981917607A2}" dt="2024-03-12T16:25:08.476" v="7367" actId="478"/>
          <ac:cxnSpMkLst>
            <pc:docMk/>
            <pc:sldMk cId="2318877968" sldId="2147474163"/>
            <ac:cxnSpMk id="136" creationId="{E1DA9CE7-0D26-9B6B-6D52-DFEA4AF6C369}"/>
          </ac:cxnSpMkLst>
        </pc:cxnChg>
      </pc:sldChg>
      <pc:sldChg chg="delSp modSp mod delCm modCm">
        <pc:chgData name="Gudla, Natraj" userId="1b097815-ad51-435d-a557-eb69be7a0b69" providerId="ADAL" clId="{BF5BD8BC-BC64-4E33-A2DC-6981917607A2}" dt="2024-03-13T11:10:22.489" v="8466"/>
        <pc:sldMkLst>
          <pc:docMk/>
          <pc:sldMk cId="3236229823" sldId="2147474164"/>
        </pc:sldMkLst>
        <pc:spChg chg="del">
          <ac:chgData name="Gudla, Natraj" userId="1b097815-ad51-435d-a557-eb69be7a0b69" providerId="ADAL" clId="{BF5BD8BC-BC64-4E33-A2DC-6981917607A2}" dt="2024-03-12T16:28:20.434" v="7412" actId="478"/>
          <ac:spMkLst>
            <pc:docMk/>
            <pc:sldMk cId="3236229823" sldId="2147474164"/>
            <ac:spMk id="2" creationId="{A12F6D44-E7A3-0ABE-257B-CE6CFD018E5C}"/>
          </ac:spMkLst>
        </pc:spChg>
        <pc:spChg chg="mod">
          <ac:chgData name="Gudla, Natraj" userId="1b097815-ad51-435d-a557-eb69be7a0b69" providerId="ADAL" clId="{BF5BD8BC-BC64-4E33-A2DC-6981917607A2}" dt="2024-03-12T16:27:48.167" v="7409" actId="6549"/>
          <ac:spMkLst>
            <pc:docMk/>
            <pc:sldMk cId="3236229823" sldId="2147474164"/>
            <ac:spMk id="34" creationId="{15C5CECE-DD38-EEFF-8D9A-FA5871A281C0}"/>
          </ac:spMkLst>
        </pc:spChg>
        <pc:spChg chg="mod">
          <ac:chgData name="Gudla, Natraj" userId="1b097815-ad51-435d-a557-eb69be7a0b69" providerId="ADAL" clId="{BF5BD8BC-BC64-4E33-A2DC-6981917607A2}" dt="2024-03-12T16:27:55.405" v="7411" actId="20577"/>
          <ac:spMkLst>
            <pc:docMk/>
            <pc:sldMk cId="3236229823" sldId="2147474164"/>
            <ac:spMk id="35" creationId="{B9469419-B5B9-33C8-9323-BEFC55B033AA}"/>
          </ac:spMkLst>
        </pc:spChg>
        <pc:spChg chg="mod">
          <ac:chgData name="Gudla, Natraj" userId="1b097815-ad51-435d-a557-eb69be7a0b69" providerId="ADAL" clId="{BF5BD8BC-BC64-4E33-A2DC-6981917607A2}" dt="2024-03-12T16:27:52.090" v="7410" actId="20577"/>
          <ac:spMkLst>
            <pc:docMk/>
            <pc:sldMk cId="3236229823" sldId="2147474164"/>
            <ac:spMk id="36" creationId="{9734F6C7-2DF3-0F90-2005-F95170705822}"/>
          </ac:spMkLst>
        </pc:spChg>
        <pc:spChg chg="mod">
          <ac:chgData name="Gudla, Natraj" userId="1b097815-ad51-435d-a557-eb69be7a0b69" providerId="ADAL" clId="{BF5BD8BC-BC64-4E33-A2DC-6981917607A2}" dt="2024-03-12T16:27:35.278" v="7408" actId="20577"/>
          <ac:spMkLst>
            <pc:docMk/>
            <pc:sldMk cId="3236229823" sldId="2147474164"/>
            <ac:spMk id="37" creationId="{15CF1724-7B54-F1AA-89DF-4918B3D30983}"/>
          </ac:spMkLst>
        </pc:spChg>
        <pc:spChg chg="mod">
          <ac:chgData name="Gudla, Natraj" userId="1b097815-ad51-435d-a557-eb69be7a0b69" providerId="ADAL" clId="{BF5BD8BC-BC64-4E33-A2DC-6981917607A2}" dt="2024-03-12T16:27:31.459" v="7400" actId="20577"/>
          <ac:spMkLst>
            <pc:docMk/>
            <pc:sldMk cId="3236229823" sldId="2147474164"/>
            <ac:spMk id="38" creationId="{26558AFD-6EAC-E706-D6BF-6C13B50D5923}"/>
          </ac:spMkLst>
        </pc:spChg>
        <pc:spChg chg="mod">
          <ac:chgData name="Gudla, Natraj" userId="1b097815-ad51-435d-a557-eb69be7a0b69" providerId="ADAL" clId="{BF5BD8BC-BC64-4E33-A2DC-6981917607A2}" dt="2024-03-12T16:29:35.988" v="7422" actId="20577"/>
          <ac:spMkLst>
            <pc:docMk/>
            <pc:sldMk cId="3236229823" sldId="2147474164"/>
            <ac:spMk id="66" creationId="{29E59022-4BF3-E29E-C12E-B58C08FA9385}"/>
          </ac:spMkLst>
        </pc:spChg>
        <pc:spChg chg="mod">
          <ac:chgData name="Gudla, Natraj" userId="1b097815-ad51-435d-a557-eb69be7a0b69" providerId="ADAL" clId="{BF5BD8BC-BC64-4E33-A2DC-6981917607A2}" dt="2024-03-12T16:29:51.377" v="7434" actId="20577"/>
          <ac:spMkLst>
            <pc:docMk/>
            <pc:sldMk cId="3236229823" sldId="2147474164"/>
            <ac:spMk id="75" creationId="{91FCB2E9-EFCE-A69F-5B43-74088B169490}"/>
          </ac:spMkLst>
        </pc:spChg>
        <pc:spChg chg="del">
          <ac:chgData name="Gudla, Natraj" userId="1b097815-ad51-435d-a557-eb69be7a0b69" providerId="ADAL" clId="{BF5BD8BC-BC64-4E33-A2DC-6981917607A2}" dt="2024-03-12T16:30:07.363" v="7435" actId="478"/>
          <ac:spMkLst>
            <pc:docMk/>
            <pc:sldMk cId="3236229823" sldId="2147474164"/>
            <ac:spMk id="165" creationId="{B944EC0A-0D17-C1E5-594F-EF5F09298951}"/>
          </ac:spMkLst>
        </pc:sp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10:22.489" v="8466"/>
              <pc2:cmMkLst xmlns:pc2="http://schemas.microsoft.com/office/powerpoint/2019/9/main/command">
                <pc:docMk/>
                <pc:sldMk cId="3236229823" sldId="2147474164"/>
                <pc2:cmMk id="{47F303BE-EA0F-4C30-B56D-F2224404B8F4}"/>
              </pc2:cmMkLst>
            </pc226:cmChg>
          </p:ext>
        </pc:extLst>
      </pc:sldChg>
      <pc:sldChg chg="addSp delSp modSp new mod ord addAnim delAnim delCm modCm">
        <pc:chgData name="Gudla, Natraj" userId="1b097815-ad51-435d-a557-eb69be7a0b69" providerId="ADAL" clId="{BF5BD8BC-BC64-4E33-A2DC-6981917607A2}" dt="2024-03-13T11:09:39.272" v="8458"/>
        <pc:sldMkLst>
          <pc:docMk/>
          <pc:sldMk cId="3760393550" sldId="2147474165"/>
        </pc:sldMkLst>
        <pc:spChg chg="mod ord">
          <ac:chgData name="Gudla, Natraj" userId="1b097815-ad51-435d-a557-eb69be7a0b69" providerId="ADAL" clId="{BF5BD8BC-BC64-4E33-A2DC-6981917607A2}" dt="2024-03-12T10:56:16.693" v="5227" actId="1035"/>
          <ac:spMkLst>
            <pc:docMk/>
            <pc:sldMk cId="3760393550" sldId="2147474165"/>
            <ac:spMk id="2" creationId="{D2CE0C03-8036-93F1-B9E6-D7316BF5205F}"/>
          </ac:spMkLst>
        </pc:spChg>
        <pc:spChg chg="add mod">
          <ac:chgData name="Gudla, Natraj" userId="1b097815-ad51-435d-a557-eb69be7a0b69" providerId="ADAL" clId="{BF5BD8BC-BC64-4E33-A2DC-6981917607A2}" dt="2024-03-13T04:15:41.918" v="7806" actId="14100"/>
          <ac:spMkLst>
            <pc:docMk/>
            <pc:sldMk cId="3760393550" sldId="2147474165"/>
            <ac:spMk id="3" creationId="{7ED7146C-928E-A2C0-BC2C-A2FCE7302BAB}"/>
          </ac:spMkLst>
        </pc:spChg>
        <pc:spChg chg="add mod">
          <ac:chgData name="Gudla, Natraj" userId="1b097815-ad51-435d-a557-eb69be7a0b69" providerId="ADAL" clId="{BF5BD8BC-BC64-4E33-A2DC-6981917607A2}" dt="2024-03-12T16:14:21.395" v="7185" actId="6549"/>
          <ac:spMkLst>
            <pc:docMk/>
            <pc:sldMk cId="3760393550" sldId="2147474165"/>
            <ac:spMk id="4" creationId="{A286A5A4-2232-BE23-7F95-A0948AC8A863}"/>
          </ac:spMkLst>
        </pc:spChg>
        <pc:spChg chg="add mod">
          <ac:chgData name="Gudla, Natraj" userId="1b097815-ad51-435d-a557-eb69be7a0b69" providerId="ADAL" clId="{BF5BD8BC-BC64-4E33-A2DC-6981917607A2}" dt="2024-03-12T16:14:00.287" v="7184" actId="20577"/>
          <ac:spMkLst>
            <pc:docMk/>
            <pc:sldMk cId="3760393550" sldId="2147474165"/>
            <ac:spMk id="5" creationId="{6E6D0BDF-2693-EDA0-C9BC-6D0369204132}"/>
          </ac:spMkLst>
        </pc:spChg>
        <pc:spChg chg="add mod">
          <ac:chgData name="Gudla, Natraj" userId="1b097815-ad51-435d-a557-eb69be7a0b69" providerId="ADAL" clId="{BF5BD8BC-BC64-4E33-A2DC-6981917607A2}" dt="2024-03-12T11:24:24.406" v="5412" actId="1076"/>
          <ac:spMkLst>
            <pc:docMk/>
            <pc:sldMk cId="3760393550" sldId="2147474165"/>
            <ac:spMk id="6" creationId="{6E1CF81D-2826-57AD-AD79-4737835C1A99}"/>
          </ac:spMkLst>
        </pc:spChg>
        <pc:spChg chg="add mod">
          <ac:chgData name="Gudla, Natraj" userId="1b097815-ad51-435d-a557-eb69be7a0b69" providerId="ADAL" clId="{BF5BD8BC-BC64-4E33-A2DC-6981917607A2}" dt="2024-03-12T11:58:38.262" v="5950" actId="1076"/>
          <ac:spMkLst>
            <pc:docMk/>
            <pc:sldMk cId="3760393550" sldId="2147474165"/>
            <ac:spMk id="7" creationId="{8EC98EDC-8444-49BE-CF85-0B5E7AF3B701}"/>
          </ac:spMkLst>
        </pc:spChg>
        <pc:spChg chg="add mod">
          <ac:chgData name="Gudla, Natraj" userId="1b097815-ad51-435d-a557-eb69be7a0b69" providerId="ADAL" clId="{BF5BD8BC-BC64-4E33-A2DC-6981917607A2}" dt="2024-03-12T16:14:33.176" v="7186" actId="1076"/>
          <ac:spMkLst>
            <pc:docMk/>
            <pc:sldMk cId="3760393550" sldId="2147474165"/>
            <ac:spMk id="9" creationId="{9A4AB8D2-7397-FFE5-185E-5357A2015AE9}"/>
          </ac:spMkLst>
        </pc:spChg>
        <pc:spChg chg="add mod">
          <ac:chgData name="Gudla, Natraj" userId="1b097815-ad51-435d-a557-eb69be7a0b69" providerId="ADAL" clId="{BF5BD8BC-BC64-4E33-A2DC-6981917607A2}" dt="2024-03-12T11:40:28.015" v="5502" actId="20577"/>
          <ac:spMkLst>
            <pc:docMk/>
            <pc:sldMk cId="3760393550" sldId="2147474165"/>
            <ac:spMk id="10" creationId="{1E34263D-C1F5-D015-FE8C-4A8C4C44910D}"/>
          </ac:spMkLst>
        </pc:spChg>
        <pc:spChg chg="add mod">
          <ac:chgData name="Gudla, Natraj" userId="1b097815-ad51-435d-a557-eb69be7a0b69" providerId="ADAL" clId="{BF5BD8BC-BC64-4E33-A2DC-6981917607A2}" dt="2024-03-12T11:24:05.833" v="5408" actId="1036"/>
          <ac:spMkLst>
            <pc:docMk/>
            <pc:sldMk cId="3760393550" sldId="2147474165"/>
            <ac:spMk id="20" creationId="{C53E4425-B81F-05CD-BBCB-45158A1AF17B}"/>
          </ac:spMkLst>
        </pc:spChg>
        <pc:spChg chg="add mod">
          <ac:chgData name="Gudla, Natraj" userId="1b097815-ad51-435d-a557-eb69be7a0b69" providerId="ADAL" clId="{BF5BD8BC-BC64-4E33-A2DC-6981917607A2}" dt="2024-03-13T01:46:21.048" v="7631" actId="1076"/>
          <ac:spMkLst>
            <pc:docMk/>
            <pc:sldMk cId="3760393550" sldId="2147474165"/>
            <ac:spMk id="21" creationId="{43EF1F3D-986F-69DE-7F33-3E72EDA1C1F2}"/>
          </ac:spMkLst>
        </pc:spChg>
        <pc:spChg chg="add mod">
          <ac:chgData name="Gudla, Natraj" userId="1b097815-ad51-435d-a557-eb69be7a0b69" providerId="ADAL" clId="{BF5BD8BC-BC64-4E33-A2DC-6981917607A2}" dt="2024-03-12T11:24:05.833" v="5408" actId="1036"/>
          <ac:spMkLst>
            <pc:docMk/>
            <pc:sldMk cId="3760393550" sldId="2147474165"/>
            <ac:spMk id="22" creationId="{3B39B51D-EB0A-DCF1-6EAF-8E8440D8E993}"/>
          </ac:spMkLst>
        </pc:spChg>
        <pc:graphicFrameChg chg="add del mod modGraphic">
          <ac:chgData name="Gudla, Natraj" userId="1b097815-ad51-435d-a557-eb69be7a0b69" providerId="ADAL" clId="{BF5BD8BC-BC64-4E33-A2DC-6981917607A2}" dt="2024-03-12T10:33:38.443" v="4815" actId="478"/>
          <ac:graphicFrameMkLst>
            <pc:docMk/>
            <pc:sldMk cId="3760393550" sldId="2147474165"/>
            <ac:graphicFrameMk id="8" creationId="{3E543E98-39BF-8969-169F-5FEF78E6297F}"/>
          </ac:graphicFrameMkLst>
        </pc:graphicFrameChg>
        <pc:graphicFrameChg chg="add del mod modGraphic">
          <ac:chgData name="Gudla, Natraj" userId="1b097815-ad51-435d-a557-eb69be7a0b69" providerId="ADAL" clId="{BF5BD8BC-BC64-4E33-A2DC-6981917607A2}" dt="2024-03-12T10:49:36.411" v="5152" actId="478"/>
          <ac:graphicFrameMkLst>
            <pc:docMk/>
            <pc:sldMk cId="3760393550" sldId="2147474165"/>
            <ac:graphicFrameMk id="11" creationId="{1660F863-1E79-B026-933F-1083B771184B}"/>
          </ac:graphicFrameMkLst>
        </pc:graphicFrameChg>
        <pc:graphicFrameChg chg="add del mod modGraphic">
          <ac:chgData name="Gudla, Natraj" userId="1b097815-ad51-435d-a557-eb69be7a0b69" providerId="ADAL" clId="{BF5BD8BC-BC64-4E33-A2DC-6981917607A2}" dt="2024-03-12T10:49:34.557" v="5151" actId="478"/>
          <ac:graphicFrameMkLst>
            <pc:docMk/>
            <pc:sldMk cId="3760393550" sldId="2147474165"/>
            <ac:graphicFrameMk id="12" creationId="{E02DA735-034A-8AE7-A081-AC88236E810E}"/>
          </ac:graphicFrameMkLst>
        </pc:graphicFrameChg>
        <pc:graphicFrameChg chg="add del mod modGraphic">
          <ac:chgData name="Gudla, Natraj" userId="1b097815-ad51-435d-a557-eb69be7a0b69" providerId="ADAL" clId="{BF5BD8BC-BC64-4E33-A2DC-6981917607A2}" dt="2024-03-12T10:49:32.654" v="5150" actId="478"/>
          <ac:graphicFrameMkLst>
            <pc:docMk/>
            <pc:sldMk cId="3760393550" sldId="2147474165"/>
            <ac:graphicFrameMk id="13" creationId="{D4481705-A29F-3334-21DD-8B8EE482CF5A}"/>
          </ac:graphicFrameMkLst>
        </pc:graphicFrameChg>
        <pc:graphicFrameChg chg="add del mod modGraphic">
          <ac:chgData name="Gudla, Natraj" userId="1b097815-ad51-435d-a557-eb69be7a0b69" providerId="ADAL" clId="{BF5BD8BC-BC64-4E33-A2DC-6981917607A2}" dt="2024-03-12T10:53:01.460" v="5171" actId="478"/>
          <ac:graphicFrameMkLst>
            <pc:docMk/>
            <pc:sldMk cId="3760393550" sldId="2147474165"/>
            <ac:graphicFrameMk id="14" creationId="{11DB9CA9-A6EF-B631-1D2C-BD829762D682}"/>
          </ac:graphicFrameMkLst>
        </pc:graphicFrameChg>
        <pc:graphicFrameChg chg="add del mod modGraphic">
          <ac:chgData name="Gudla, Natraj" userId="1b097815-ad51-435d-a557-eb69be7a0b69" providerId="ADAL" clId="{BF5BD8BC-BC64-4E33-A2DC-6981917607A2}" dt="2024-03-12T10:57:47.446" v="5228" actId="478"/>
          <ac:graphicFrameMkLst>
            <pc:docMk/>
            <pc:sldMk cId="3760393550" sldId="2147474165"/>
            <ac:graphicFrameMk id="15" creationId="{B89F7386-04DC-DA97-2B55-2BF776C3D931}"/>
          </ac:graphicFrameMkLst>
        </pc:graphicFrameChg>
        <pc:graphicFrameChg chg="add mod ord modGraphic">
          <ac:chgData name="Gudla, Natraj" userId="1b097815-ad51-435d-a557-eb69be7a0b69" providerId="ADAL" clId="{BF5BD8BC-BC64-4E33-A2DC-6981917607A2}" dt="2024-03-12T10:56:13.407" v="5215" actId="1036"/>
          <ac:graphicFrameMkLst>
            <pc:docMk/>
            <pc:sldMk cId="3760393550" sldId="2147474165"/>
            <ac:graphicFrameMk id="16" creationId="{CED897B6-0D73-A5E0-1EFA-B01A458EE59F}"/>
          </ac:graphicFrameMkLst>
        </pc:graphicFrameChg>
        <pc:graphicFrameChg chg="add mod modGraphic">
          <ac:chgData name="Gudla, Natraj" userId="1b097815-ad51-435d-a557-eb69be7a0b69" providerId="ADAL" clId="{BF5BD8BC-BC64-4E33-A2DC-6981917607A2}" dt="2024-03-12T11:23:55.335" v="5388" actId="1076"/>
          <ac:graphicFrameMkLst>
            <pc:docMk/>
            <pc:sldMk cId="3760393550" sldId="2147474165"/>
            <ac:graphicFrameMk id="19" creationId="{7B93DE3C-006C-71CD-6103-22C108D6B9F6}"/>
          </ac:graphicFrameMkLst>
        </pc:graphicFrameChg>
        <pc:picChg chg="add del mod">
          <ac:chgData name="Gudla, Natraj" userId="1b097815-ad51-435d-a557-eb69be7a0b69" providerId="ADAL" clId="{BF5BD8BC-BC64-4E33-A2DC-6981917607A2}" dt="2024-03-12T10:57:49.646" v="5229" actId="478"/>
          <ac:picMkLst>
            <pc:docMk/>
            <pc:sldMk cId="3760393550" sldId="2147474165"/>
            <ac:picMk id="18" creationId="{08749E7C-C494-9F23-496E-A51D1BA21C77}"/>
          </ac:picMkLst>
        </pc:picChg>
        <pc:extLst>
          <p:ext xmlns:p="http://schemas.openxmlformats.org/presentationml/2006/main" uri="{D6D511B9-2390-475A-947B-AFAB55BFBCF1}">
            <pc226:cmChg xmlns:pc226="http://schemas.microsoft.com/office/powerpoint/2022/06/main/command" chg="del mod">
              <pc226:chgData name="Gudla, Natraj" userId="1b097815-ad51-435d-a557-eb69be7a0b69" providerId="ADAL" clId="{BF5BD8BC-BC64-4E33-A2DC-6981917607A2}" dt="2024-03-13T11:09:39.272" v="8458"/>
              <pc2:cmMkLst xmlns:pc2="http://schemas.microsoft.com/office/powerpoint/2019/9/main/command">
                <pc:docMk/>
                <pc:sldMk cId="3760393550" sldId="2147474165"/>
                <pc2:cmMk id="{CDA10928-5350-4AF5-9546-11FBC6ECD514}"/>
              </pc2:cmMkLst>
              <pc226:cmRplyChg chg="add">
                <pc226:chgData name="Gudla, Natraj" userId="1b097815-ad51-435d-a557-eb69be7a0b69" providerId="ADAL" clId="{BF5BD8BC-BC64-4E33-A2DC-6981917607A2}" dt="2024-03-12T11:59:06.297" v="5951"/>
                <pc2:cmRplyMkLst xmlns:pc2="http://schemas.microsoft.com/office/powerpoint/2019/9/main/command">
                  <pc:docMk/>
                  <pc:sldMk cId="3760393550" sldId="2147474165"/>
                  <pc2:cmMk id="{CDA10928-5350-4AF5-9546-11FBC6ECD514}"/>
                  <pc2:cmRplyMk id="{8F5CAB1E-F4A2-4D56-BB0E-E9BD47C4F6B2}"/>
                </pc2:cmRplyMkLst>
              </pc226:cmRplyChg>
            </pc226:cmChg>
          </p:ext>
        </pc:extLst>
      </pc:sldChg>
      <pc:sldChg chg="modSp mod">
        <pc:chgData name="Gudla, Natraj" userId="1b097815-ad51-435d-a557-eb69be7a0b69" providerId="ADAL" clId="{BF5BD8BC-BC64-4E33-A2DC-6981917607A2}" dt="2024-03-13T01:21:49.970" v="7457" actId="1076"/>
        <pc:sldMkLst>
          <pc:docMk/>
          <pc:sldMk cId="3845078339" sldId="2147474167"/>
        </pc:sldMkLst>
        <pc:picChg chg="mod">
          <ac:chgData name="Gudla, Natraj" userId="1b097815-ad51-435d-a557-eb69be7a0b69" providerId="ADAL" clId="{BF5BD8BC-BC64-4E33-A2DC-6981917607A2}" dt="2024-03-13T01:21:49.970" v="7457" actId="1076"/>
          <ac:picMkLst>
            <pc:docMk/>
            <pc:sldMk cId="3845078339" sldId="2147474167"/>
            <ac:picMk id="99" creationId="{A5719444-2A5D-200C-E405-417D74D0D71A}"/>
          </ac:picMkLst>
        </pc:picChg>
      </pc:sldChg>
      <pc:sldChg chg="modSp mod">
        <pc:chgData name="Gudla, Natraj" userId="1b097815-ad51-435d-a557-eb69be7a0b69" providerId="ADAL" clId="{BF5BD8BC-BC64-4E33-A2DC-6981917607A2}" dt="2024-03-13T05:05:04.156" v="8400" actId="1076"/>
        <pc:sldMkLst>
          <pc:docMk/>
          <pc:sldMk cId="2907488151" sldId="2147474168"/>
        </pc:sldMkLst>
        <pc:spChg chg="mod">
          <ac:chgData name="Gudla, Natraj" userId="1b097815-ad51-435d-a557-eb69be7a0b69" providerId="ADAL" clId="{BF5BD8BC-BC64-4E33-A2DC-6981917607A2}" dt="2024-03-13T05:05:04.156" v="8400" actId="1076"/>
          <ac:spMkLst>
            <pc:docMk/>
            <pc:sldMk cId="2907488151" sldId="2147474168"/>
            <ac:spMk id="41" creationId="{322EE989-6394-4BD6-808B-4A67F52FD8F7}"/>
          </ac:spMkLst>
        </pc:spChg>
        <pc:spChg chg="mod">
          <ac:chgData name="Gudla, Natraj" userId="1b097815-ad51-435d-a557-eb69be7a0b69" providerId="ADAL" clId="{BF5BD8BC-BC64-4E33-A2DC-6981917607A2}" dt="2024-03-13T04:27:17.079" v="7850" actId="6549"/>
          <ac:spMkLst>
            <pc:docMk/>
            <pc:sldMk cId="2907488151" sldId="2147474168"/>
            <ac:spMk id="64" creationId="{BF953882-DE4B-EC62-C256-AFB492626306}"/>
          </ac:spMkLst>
        </pc:spChg>
        <pc:spChg chg="mod">
          <ac:chgData name="Gudla, Natraj" userId="1b097815-ad51-435d-a557-eb69be7a0b69" providerId="ADAL" clId="{BF5BD8BC-BC64-4E33-A2DC-6981917607A2}" dt="2024-03-13T04:28:19.383" v="7860" actId="20577"/>
          <ac:spMkLst>
            <pc:docMk/>
            <pc:sldMk cId="2907488151" sldId="2147474168"/>
            <ac:spMk id="69" creationId="{B2C593A0-ED20-CA6F-DDCE-AD69076A303C}"/>
          </ac:spMkLst>
        </pc:spChg>
      </pc:sldChg>
      <pc:sldChg chg="addSp delSp modSp add mod">
        <pc:chgData name="Gudla, Natraj" userId="1b097815-ad51-435d-a557-eb69be7a0b69" providerId="ADAL" clId="{BF5BD8BC-BC64-4E33-A2DC-6981917607A2}" dt="2024-03-13T01:40:17.763" v="7614" actId="20577"/>
        <pc:sldMkLst>
          <pc:docMk/>
          <pc:sldMk cId="3590382306" sldId="2147474169"/>
        </pc:sldMkLst>
        <pc:spChg chg="mod">
          <ac:chgData name="Gudla, Natraj" userId="1b097815-ad51-435d-a557-eb69be7a0b69" providerId="ADAL" clId="{BF5BD8BC-BC64-4E33-A2DC-6981917607A2}" dt="2024-03-13T01:38:48.734" v="7604" actId="20577"/>
          <ac:spMkLst>
            <pc:docMk/>
            <pc:sldMk cId="3590382306" sldId="2147474169"/>
            <ac:spMk id="2" creationId="{00000000-0000-0000-0000-000000000000}"/>
          </ac:spMkLst>
        </pc:spChg>
        <pc:spChg chg="add del mod">
          <ac:chgData name="Gudla, Natraj" userId="1b097815-ad51-435d-a557-eb69be7a0b69" providerId="ADAL" clId="{BF5BD8BC-BC64-4E33-A2DC-6981917607A2}" dt="2024-03-13T01:27:00.190" v="7460" actId="478"/>
          <ac:spMkLst>
            <pc:docMk/>
            <pc:sldMk cId="3590382306" sldId="2147474169"/>
            <ac:spMk id="3" creationId="{57961B97-6CFC-56AC-52F1-266A96BBACBB}"/>
          </ac:spMkLst>
        </pc:spChg>
        <pc:spChg chg="mod">
          <ac:chgData name="Gudla, Natraj" userId="1b097815-ad51-435d-a557-eb69be7a0b69" providerId="ADAL" clId="{BF5BD8BC-BC64-4E33-A2DC-6981917607A2}" dt="2024-03-13T01:40:17.763" v="7614" actId="20577"/>
          <ac:spMkLst>
            <pc:docMk/>
            <pc:sldMk cId="3590382306" sldId="2147474169"/>
            <ac:spMk id="4" creationId="{00000000-0000-0000-0000-000000000000}"/>
          </ac:spMkLst>
        </pc:spChg>
        <pc:spChg chg="del">
          <ac:chgData name="Gudla, Natraj" userId="1b097815-ad51-435d-a557-eb69be7a0b69" providerId="ADAL" clId="{BF5BD8BC-BC64-4E33-A2DC-6981917607A2}" dt="2024-03-13T01:34:38.351" v="7489" actId="478"/>
          <ac:spMkLst>
            <pc:docMk/>
            <pc:sldMk cId="3590382306" sldId="2147474169"/>
            <ac:spMk id="5" creationId="{00000000-0000-0000-0000-000000000000}"/>
          </ac:spMkLst>
        </pc:spChg>
        <pc:spChg chg="del">
          <ac:chgData name="Gudla, Natraj" userId="1b097815-ad51-435d-a557-eb69be7a0b69" providerId="ADAL" clId="{BF5BD8BC-BC64-4E33-A2DC-6981917607A2}" dt="2024-03-13T01:34:38.351" v="7489" actId="478"/>
          <ac:spMkLst>
            <pc:docMk/>
            <pc:sldMk cId="3590382306" sldId="2147474169"/>
            <ac:spMk id="6" creationId="{00000000-0000-0000-0000-000000000000}"/>
          </ac:spMkLst>
        </pc:spChg>
        <pc:spChg chg="del">
          <ac:chgData name="Gudla, Natraj" userId="1b097815-ad51-435d-a557-eb69be7a0b69" providerId="ADAL" clId="{BF5BD8BC-BC64-4E33-A2DC-6981917607A2}" dt="2024-03-13T01:34:38.351" v="7489" actId="478"/>
          <ac:spMkLst>
            <pc:docMk/>
            <pc:sldMk cId="3590382306" sldId="2147474169"/>
            <ac:spMk id="7" creationId="{00000000-0000-0000-0000-000000000000}"/>
          </ac:spMkLst>
        </pc:spChg>
        <pc:spChg chg="del">
          <ac:chgData name="Gudla, Natraj" userId="1b097815-ad51-435d-a557-eb69be7a0b69" providerId="ADAL" clId="{BF5BD8BC-BC64-4E33-A2DC-6981917607A2}" dt="2024-03-13T01:34:38.351" v="7489" actId="478"/>
          <ac:spMkLst>
            <pc:docMk/>
            <pc:sldMk cId="3590382306" sldId="2147474169"/>
            <ac:spMk id="8" creationId="{00000000-0000-0000-0000-000000000000}"/>
          </ac:spMkLst>
        </pc:spChg>
        <pc:spChg chg="del mod">
          <ac:chgData name="Gudla, Natraj" userId="1b097815-ad51-435d-a557-eb69be7a0b69" providerId="ADAL" clId="{BF5BD8BC-BC64-4E33-A2DC-6981917607A2}" dt="2024-03-13T01:29:20.892" v="7479" actId="478"/>
          <ac:spMkLst>
            <pc:docMk/>
            <pc:sldMk cId="3590382306" sldId="2147474169"/>
            <ac:spMk id="9" creationId="{00000000-0000-0000-0000-000000000000}"/>
          </ac:spMkLst>
        </pc:spChg>
        <pc:spChg chg="del mod">
          <ac:chgData name="Gudla, Natraj" userId="1b097815-ad51-435d-a557-eb69be7a0b69" providerId="ADAL" clId="{BF5BD8BC-BC64-4E33-A2DC-6981917607A2}" dt="2024-03-13T01:29:22.713" v="7480" actId="478"/>
          <ac:spMkLst>
            <pc:docMk/>
            <pc:sldMk cId="3590382306" sldId="2147474169"/>
            <ac:spMk id="10" creationId="{00000000-0000-0000-0000-000000000000}"/>
          </ac:spMkLst>
        </pc:spChg>
        <pc:spChg chg="add del mod">
          <ac:chgData name="Gudla, Natraj" userId="1b097815-ad51-435d-a557-eb69be7a0b69" providerId="ADAL" clId="{BF5BD8BC-BC64-4E33-A2DC-6981917607A2}" dt="2024-03-13T01:27:00.190" v="7460" actId="478"/>
          <ac:spMkLst>
            <pc:docMk/>
            <pc:sldMk cId="3590382306" sldId="2147474169"/>
            <ac:spMk id="11" creationId="{C5FCC612-FAF0-8B47-A71C-12DE4F88F19D}"/>
          </ac:spMkLst>
        </pc:spChg>
        <pc:spChg chg="del">
          <ac:chgData name="Gudla, Natraj" userId="1b097815-ad51-435d-a557-eb69be7a0b69" providerId="ADAL" clId="{BF5BD8BC-BC64-4E33-A2DC-6981917607A2}" dt="2024-03-13T01:27:05.237" v="7461" actId="478"/>
          <ac:spMkLst>
            <pc:docMk/>
            <pc:sldMk cId="3590382306" sldId="2147474169"/>
            <ac:spMk id="12" creationId="{00000000-0000-0000-0000-000000000000}"/>
          </ac:spMkLst>
        </pc:spChg>
        <pc:spChg chg="del">
          <ac:chgData name="Gudla, Natraj" userId="1b097815-ad51-435d-a557-eb69be7a0b69" providerId="ADAL" clId="{BF5BD8BC-BC64-4E33-A2DC-6981917607A2}" dt="2024-03-13T01:27:15.703" v="7463" actId="478"/>
          <ac:spMkLst>
            <pc:docMk/>
            <pc:sldMk cId="3590382306" sldId="2147474169"/>
            <ac:spMk id="13" creationId="{00000000-0000-0000-0000-000000000000}"/>
          </ac:spMkLst>
        </pc:spChg>
        <pc:spChg chg="del">
          <ac:chgData name="Gudla, Natraj" userId="1b097815-ad51-435d-a557-eb69be7a0b69" providerId="ADAL" clId="{BF5BD8BC-BC64-4E33-A2DC-6981917607A2}" dt="2024-03-13T01:27:19.201" v="7464" actId="478"/>
          <ac:spMkLst>
            <pc:docMk/>
            <pc:sldMk cId="3590382306" sldId="2147474169"/>
            <ac:spMk id="14" creationId="{00000000-0000-0000-0000-000000000000}"/>
          </ac:spMkLst>
        </pc:spChg>
        <pc:spChg chg="del">
          <ac:chgData name="Gudla, Natraj" userId="1b097815-ad51-435d-a557-eb69be7a0b69" providerId="ADAL" clId="{BF5BD8BC-BC64-4E33-A2DC-6981917607A2}" dt="2024-03-13T01:27:19.201" v="7464" actId="478"/>
          <ac:spMkLst>
            <pc:docMk/>
            <pc:sldMk cId="3590382306" sldId="2147474169"/>
            <ac:spMk id="15" creationId="{00000000-0000-0000-0000-000000000000}"/>
          </ac:spMkLst>
        </pc:spChg>
        <pc:spChg chg="del">
          <ac:chgData name="Gudla, Natraj" userId="1b097815-ad51-435d-a557-eb69be7a0b69" providerId="ADAL" clId="{BF5BD8BC-BC64-4E33-A2DC-6981917607A2}" dt="2024-03-13T01:27:15.703" v="7463" actId="478"/>
          <ac:spMkLst>
            <pc:docMk/>
            <pc:sldMk cId="3590382306" sldId="2147474169"/>
            <ac:spMk id="16" creationId="{00000000-0000-0000-0000-000000000000}"/>
          </ac:spMkLst>
        </pc:spChg>
        <pc:spChg chg="add del mod">
          <ac:chgData name="Gudla, Natraj" userId="1b097815-ad51-435d-a557-eb69be7a0b69" providerId="ADAL" clId="{BF5BD8BC-BC64-4E33-A2DC-6981917607A2}" dt="2024-03-13T01:27:00.190" v="7460" actId="478"/>
          <ac:spMkLst>
            <pc:docMk/>
            <pc:sldMk cId="3590382306" sldId="2147474169"/>
            <ac:spMk id="17" creationId="{B614FB58-A8C0-3CCB-41B1-FCA42BA1FFF7}"/>
          </ac:spMkLst>
        </pc:spChg>
        <pc:spChg chg="del">
          <ac:chgData name="Gudla, Natraj" userId="1b097815-ad51-435d-a557-eb69be7a0b69" providerId="ADAL" clId="{BF5BD8BC-BC64-4E33-A2DC-6981917607A2}" dt="2024-03-13T01:27:15.703" v="7463" actId="478"/>
          <ac:spMkLst>
            <pc:docMk/>
            <pc:sldMk cId="3590382306" sldId="2147474169"/>
            <ac:spMk id="18" creationId="{00000000-0000-0000-0000-000000000000}"/>
          </ac:spMkLst>
        </pc:spChg>
        <pc:spChg chg="add del mod">
          <ac:chgData name="Gudla, Natraj" userId="1b097815-ad51-435d-a557-eb69be7a0b69" providerId="ADAL" clId="{BF5BD8BC-BC64-4E33-A2DC-6981917607A2}" dt="2024-03-13T01:27:00.190" v="7460" actId="478"/>
          <ac:spMkLst>
            <pc:docMk/>
            <pc:sldMk cId="3590382306" sldId="2147474169"/>
            <ac:spMk id="19" creationId="{2702C42C-B6A3-CD06-616D-232D2067ED12}"/>
          </ac:spMkLst>
        </pc:spChg>
        <pc:spChg chg="del">
          <ac:chgData name="Gudla, Natraj" userId="1b097815-ad51-435d-a557-eb69be7a0b69" providerId="ADAL" clId="{BF5BD8BC-BC64-4E33-A2DC-6981917607A2}" dt="2024-03-13T01:34:38.351" v="7489" actId="478"/>
          <ac:spMkLst>
            <pc:docMk/>
            <pc:sldMk cId="3590382306" sldId="2147474169"/>
            <ac:spMk id="20" creationId="{772AB223-5A5B-DECE-EAE5-3AB13BD7A52F}"/>
          </ac:spMkLst>
        </pc:spChg>
        <pc:spChg chg="del">
          <ac:chgData name="Gudla, Natraj" userId="1b097815-ad51-435d-a557-eb69be7a0b69" providerId="ADAL" clId="{BF5BD8BC-BC64-4E33-A2DC-6981917607A2}" dt="2024-03-13T01:27:28.947" v="7465" actId="478"/>
          <ac:spMkLst>
            <pc:docMk/>
            <pc:sldMk cId="3590382306" sldId="2147474169"/>
            <ac:spMk id="21" creationId="{00000000-0000-0000-0000-000000000000}"/>
          </ac:spMkLst>
        </pc:spChg>
        <pc:spChg chg="del">
          <ac:chgData name="Gudla, Natraj" userId="1b097815-ad51-435d-a557-eb69be7a0b69" providerId="ADAL" clId="{BF5BD8BC-BC64-4E33-A2DC-6981917607A2}" dt="2024-03-13T01:27:28.947" v="7465" actId="478"/>
          <ac:spMkLst>
            <pc:docMk/>
            <pc:sldMk cId="3590382306" sldId="2147474169"/>
            <ac:spMk id="22" creationId="{00000000-0000-0000-0000-000000000000}"/>
          </ac:spMkLst>
        </pc:spChg>
        <pc:spChg chg="del">
          <ac:chgData name="Gudla, Natraj" userId="1b097815-ad51-435d-a557-eb69be7a0b69" providerId="ADAL" clId="{BF5BD8BC-BC64-4E33-A2DC-6981917607A2}" dt="2024-03-13T01:27:05.237" v="7461" actId="478"/>
          <ac:spMkLst>
            <pc:docMk/>
            <pc:sldMk cId="3590382306" sldId="2147474169"/>
            <ac:spMk id="23" creationId="{166064AA-3970-EAF6-6878-FF5B872FA03D}"/>
          </ac:spMkLst>
        </pc:spChg>
        <pc:spChg chg="del">
          <ac:chgData name="Gudla, Natraj" userId="1b097815-ad51-435d-a557-eb69be7a0b69" providerId="ADAL" clId="{BF5BD8BC-BC64-4E33-A2DC-6981917607A2}" dt="2024-03-13T01:27:15.703" v="7463" actId="478"/>
          <ac:spMkLst>
            <pc:docMk/>
            <pc:sldMk cId="3590382306" sldId="2147474169"/>
            <ac:spMk id="24" creationId="{D5E3F5C7-FD59-0DD9-219F-541164A2980A}"/>
          </ac:spMkLst>
        </pc:spChg>
        <pc:spChg chg="del">
          <ac:chgData name="Gudla, Natraj" userId="1b097815-ad51-435d-a557-eb69be7a0b69" providerId="ADAL" clId="{BF5BD8BC-BC64-4E33-A2DC-6981917607A2}" dt="2024-03-13T01:27:15.703" v="7463" actId="478"/>
          <ac:spMkLst>
            <pc:docMk/>
            <pc:sldMk cId="3590382306" sldId="2147474169"/>
            <ac:spMk id="25" creationId="{FD3FC431-89F0-0EE2-0AFB-60DBF276B912}"/>
          </ac:spMkLst>
        </pc:spChg>
        <pc:spChg chg="del">
          <ac:chgData name="Gudla, Natraj" userId="1b097815-ad51-435d-a557-eb69be7a0b69" providerId="ADAL" clId="{BF5BD8BC-BC64-4E33-A2DC-6981917607A2}" dt="2024-03-13T01:27:00.190" v="7460" actId="478"/>
          <ac:spMkLst>
            <pc:docMk/>
            <pc:sldMk cId="3590382306" sldId="2147474169"/>
            <ac:spMk id="26" creationId="{E44BB4F1-FAF2-7675-184A-FF75667CE860}"/>
          </ac:spMkLst>
        </pc:spChg>
        <pc:spChg chg="del">
          <ac:chgData name="Gudla, Natraj" userId="1b097815-ad51-435d-a557-eb69be7a0b69" providerId="ADAL" clId="{BF5BD8BC-BC64-4E33-A2DC-6981917607A2}" dt="2024-03-13T01:27:28.947" v="7465" actId="478"/>
          <ac:spMkLst>
            <pc:docMk/>
            <pc:sldMk cId="3590382306" sldId="2147474169"/>
            <ac:spMk id="27" creationId="{6D34361F-8873-E234-7D1D-5A09C53B0F02}"/>
          </ac:spMkLst>
        </pc:spChg>
        <pc:spChg chg="del">
          <ac:chgData name="Gudla, Natraj" userId="1b097815-ad51-435d-a557-eb69be7a0b69" providerId="ADAL" clId="{BF5BD8BC-BC64-4E33-A2DC-6981917607A2}" dt="2024-03-13T01:27:28.947" v="7465" actId="478"/>
          <ac:spMkLst>
            <pc:docMk/>
            <pc:sldMk cId="3590382306" sldId="2147474169"/>
            <ac:spMk id="28" creationId="{7E3BE2E9-8E5E-00AF-2824-6AF4F3917AC5}"/>
          </ac:spMkLst>
        </pc:spChg>
        <pc:spChg chg="mod">
          <ac:chgData name="Gudla, Natraj" userId="1b097815-ad51-435d-a557-eb69be7a0b69" providerId="ADAL" clId="{BF5BD8BC-BC64-4E33-A2DC-6981917607A2}" dt="2024-03-13T01:35:57.704" v="7568" actId="20577"/>
          <ac:spMkLst>
            <pc:docMk/>
            <pc:sldMk cId="3590382306" sldId="2147474169"/>
            <ac:spMk id="29" creationId="{F775D17F-4F76-3019-AFF6-FE3E9E255426}"/>
          </ac:spMkLst>
        </pc:spChg>
        <pc:spChg chg="del">
          <ac:chgData name="Gudla, Natraj" userId="1b097815-ad51-435d-a557-eb69be7a0b69" providerId="ADAL" clId="{BF5BD8BC-BC64-4E33-A2DC-6981917607A2}" dt="2024-03-13T01:27:28.947" v="7465" actId="478"/>
          <ac:spMkLst>
            <pc:docMk/>
            <pc:sldMk cId="3590382306" sldId="2147474169"/>
            <ac:spMk id="30" creationId="{A84460F7-5950-A0AF-784D-82E9374B5DA9}"/>
          </ac:spMkLst>
        </pc:spChg>
        <pc:spChg chg="add del mod">
          <ac:chgData name="Gudla, Natraj" userId="1b097815-ad51-435d-a557-eb69be7a0b69" providerId="ADAL" clId="{BF5BD8BC-BC64-4E33-A2DC-6981917607A2}" dt="2024-03-13T01:27:00.190" v="7460" actId="478"/>
          <ac:spMkLst>
            <pc:docMk/>
            <pc:sldMk cId="3590382306" sldId="2147474169"/>
            <ac:spMk id="31" creationId="{D838C0A9-4EED-978A-E1DD-B721DBD61412}"/>
          </ac:spMkLst>
        </pc:spChg>
        <pc:spChg chg="add del mod">
          <ac:chgData name="Gudla, Natraj" userId="1b097815-ad51-435d-a557-eb69be7a0b69" providerId="ADAL" clId="{BF5BD8BC-BC64-4E33-A2DC-6981917607A2}" dt="2024-03-13T01:27:00.190" v="7460" actId="478"/>
          <ac:spMkLst>
            <pc:docMk/>
            <pc:sldMk cId="3590382306" sldId="2147474169"/>
            <ac:spMk id="32" creationId="{7AA9AC62-C47D-8003-B269-ABB973B7F747}"/>
          </ac:spMkLst>
        </pc:spChg>
        <pc:spChg chg="add del mod">
          <ac:chgData name="Gudla, Natraj" userId="1b097815-ad51-435d-a557-eb69be7a0b69" providerId="ADAL" clId="{BF5BD8BC-BC64-4E33-A2DC-6981917607A2}" dt="2024-03-13T01:27:00.190" v="7460" actId="478"/>
          <ac:spMkLst>
            <pc:docMk/>
            <pc:sldMk cId="3590382306" sldId="2147474169"/>
            <ac:spMk id="33" creationId="{3DABAB02-E28B-A43F-B977-23A51D180EAA}"/>
          </ac:spMkLst>
        </pc:spChg>
        <pc:spChg chg="add del mod">
          <ac:chgData name="Gudla, Natraj" userId="1b097815-ad51-435d-a557-eb69be7a0b69" providerId="ADAL" clId="{BF5BD8BC-BC64-4E33-A2DC-6981917607A2}" dt="2024-03-13T01:27:00.190" v="7460" actId="478"/>
          <ac:spMkLst>
            <pc:docMk/>
            <pc:sldMk cId="3590382306" sldId="2147474169"/>
            <ac:spMk id="34" creationId="{3279299A-1367-718A-3D34-A8442716420B}"/>
          </ac:spMkLst>
        </pc:spChg>
        <pc:spChg chg="add del mod">
          <ac:chgData name="Gudla, Natraj" userId="1b097815-ad51-435d-a557-eb69be7a0b69" providerId="ADAL" clId="{BF5BD8BC-BC64-4E33-A2DC-6981917607A2}" dt="2024-03-13T01:27:00.190" v="7460" actId="478"/>
          <ac:spMkLst>
            <pc:docMk/>
            <pc:sldMk cId="3590382306" sldId="2147474169"/>
            <ac:spMk id="35" creationId="{AFF2F92C-3571-B15C-6359-1F85E5DA7B06}"/>
          </ac:spMkLst>
        </pc:spChg>
        <pc:spChg chg="add del mod">
          <ac:chgData name="Gudla, Natraj" userId="1b097815-ad51-435d-a557-eb69be7a0b69" providerId="ADAL" clId="{BF5BD8BC-BC64-4E33-A2DC-6981917607A2}" dt="2024-03-13T01:27:15.703" v="7463" actId="478"/>
          <ac:spMkLst>
            <pc:docMk/>
            <pc:sldMk cId="3590382306" sldId="2147474169"/>
            <ac:spMk id="36" creationId="{130E8484-7172-7ACC-16F9-9E674ADCDD1B}"/>
          </ac:spMkLst>
        </pc:spChg>
        <pc:spChg chg="add del mod">
          <ac:chgData name="Gudla, Natraj" userId="1b097815-ad51-435d-a557-eb69be7a0b69" providerId="ADAL" clId="{BF5BD8BC-BC64-4E33-A2DC-6981917607A2}" dt="2024-03-13T01:27:15.703" v="7463" actId="478"/>
          <ac:spMkLst>
            <pc:docMk/>
            <pc:sldMk cId="3590382306" sldId="2147474169"/>
            <ac:spMk id="37" creationId="{62BB671F-8649-F9BB-93BF-B6DC4E9641A9}"/>
          </ac:spMkLst>
        </pc:spChg>
        <pc:picChg chg="del mod">
          <ac:chgData name="Gudla, Natraj" userId="1b097815-ad51-435d-a557-eb69be7a0b69" providerId="ADAL" clId="{BF5BD8BC-BC64-4E33-A2DC-6981917607A2}" dt="2024-03-13T01:33:45.958" v="7481" actId="478"/>
          <ac:picMkLst>
            <pc:docMk/>
            <pc:sldMk cId="3590382306" sldId="2147474169"/>
            <ac:picMk id="38" creationId="{E2440948-C977-CA19-6584-F18F3A990333}"/>
          </ac:picMkLst>
        </pc:picChg>
        <pc:picChg chg="del mod">
          <ac:chgData name="Gudla, Natraj" userId="1b097815-ad51-435d-a557-eb69be7a0b69" providerId="ADAL" clId="{BF5BD8BC-BC64-4E33-A2DC-6981917607A2}" dt="2024-03-13T01:39:11.215" v="7605" actId="478"/>
          <ac:picMkLst>
            <pc:docMk/>
            <pc:sldMk cId="3590382306" sldId="2147474169"/>
            <ac:picMk id="39" creationId="{9E3C42D5-6F47-0994-CFEC-5CAB35E9741E}"/>
          </ac:picMkLst>
        </pc:picChg>
        <pc:picChg chg="mod">
          <ac:chgData name="Gudla, Natraj" userId="1b097815-ad51-435d-a557-eb69be7a0b69" providerId="ADAL" clId="{BF5BD8BC-BC64-4E33-A2DC-6981917607A2}" dt="2024-03-13T01:40:04.084" v="7611" actId="14100"/>
          <ac:picMkLst>
            <pc:docMk/>
            <pc:sldMk cId="3590382306" sldId="2147474169"/>
            <ac:picMk id="40" creationId="{34B65D7A-345C-15FD-425D-65403490A448}"/>
          </ac:picMkLst>
        </pc:picChg>
      </pc:sldChg>
      <pc:sldChg chg="delSp modSp add mod ord modShow">
        <pc:chgData name="Gudla, Natraj" userId="1b097815-ad51-435d-a557-eb69be7a0b69" providerId="ADAL" clId="{BF5BD8BC-BC64-4E33-A2DC-6981917607A2}" dt="2024-03-13T09:10:07.717" v="8448" actId="1037"/>
        <pc:sldMkLst>
          <pc:docMk/>
          <pc:sldMk cId="3571720637" sldId="2147474170"/>
        </pc:sldMkLst>
        <pc:spChg chg="mod">
          <ac:chgData name="Gudla, Natraj" userId="1b097815-ad51-435d-a557-eb69be7a0b69" providerId="ADAL" clId="{BF5BD8BC-BC64-4E33-A2DC-6981917607A2}" dt="2024-03-13T02:15:05.153" v="7663" actId="20577"/>
          <ac:spMkLst>
            <pc:docMk/>
            <pc:sldMk cId="3571720637" sldId="2147474170"/>
            <ac:spMk id="3" creationId="{E7A0A04E-4539-76F3-C369-AD07AF8FA944}"/>
          </ac:spMkLst>
        </pc:spChg>
        <pc:spChg chg="del">
          <ac:chgData name="Gudla, Natraj" userId="1b097815-ad51-435d-a557-eb69be7a0b69" providerId="ADAL" clId="{BF5BD8BC-BC64-4E33-A2DC-6981917607A2}" dt="2024-03-13T02:08:51.390" v="7636" actId="478"/>
          <ac:spMkLst>
            <pc:docMk/>
            <pc:sldMk cId="3571720637" sldId="2147474170"/>
            <ac:spMk id="5" creationId="{4CA39B15-9949-C8EF-AD56-299DB327751E}"/>
          </ac:spMkLst>
        </pc:spChg>
        <pc:spChg chg="del">
          <ac:chgData name="Gudla, Natraj" userId="1b097815-ad51-435d-a557-eb69be7a0b69" providerId="ADAL" clId="{BF5BD8BC-BC64-4E33-A2DC-6981917607A2}" dt="2024-03-13T02:12:55.335" v="7641" actId="478"/>
          <ac:spMkLst>
            <pc:docMk/>
            <pc:sldMk cId="3571720637" sldId="2147474170"/>
            <ac:spMk id="9" creationId="{4DE9A918-4EEE-C546-2AC4-42B1730C1D85}"/>
          </ac:spMkLst>
        </pc:spChg>
        <pc:spChg chg="del">
          <ac:chgData name="Gudla, Natraj" userId="1b097815-ad51-435d-a557-eb69be7a0b69" providerId="ADAL" clId="{BF5BD8BC-BC64-4E33-A2DC-6981917607A2}" dt="2024-03-13T02:14:03.004" v="7655" actId="478"/>
          <ac:spMkLst>
            <pc:docMk/>
            <pc:sldMk cId="3571720637" sldId="2147474170"/>
            <ac:spMk id="10" creationId="{655D6C3E-E807-6905-1650-0617D2BBB8B5}"/>
          </ac:spMkLst>
        </pc:spChg>
        <pc:spChg chg="mod">
          <ac:chgData name="Gudla, Natraj" userId="1b097815-ad51-435d-a557-eb69be7a0b69" providerId="ADAL" clId="{BF5BD8BC-BC64-4E33-A2DC-6981917607A2}" dt="2024-03-13T02:15:11.306" v="7664" actId="1076"/>
          <ac:spMkLst>
            <pc:docMk/>
            <pc:sldMk cId="3571720637" sldId="2147474170"/>
            <ac:spMk id="11" creationId="{5E4768D8-7D86-1A98-AE15-7F66D8D62FE4}"/>
          </ac:spMkLst>
        </pc:spChg>
        <pc:spChg chg="del mod">
          <ac:chgData name="Gudla, Natraj" userId="1b097815-ad51-435d-a557-eb69be7a0b69" providerId="ADAL" clId="{BF5BD8BC-BC64-4E33-A2DC-6981917607A2}" dt="2024-03-13T02:13:31.683" v="7644" actId="478"/>
          <ac:spMkLst>
            <pc:docMk/>
            <pc:sldMk cId="3571720637" sldId="2147474170"/>
            <ac:spMk id="12" creationId="{89EBE345-DE44-554A-A25B-0A14138A9B76}"/>
          </ac:spMkLst>
        </pc:spChg>
        <pc:graphicFrameChg chg="modGraphic">
          <ac:chgData name="Gudla, Natraj" userId="1b097815-ad51-435d-a557-eb69be7a0b69" providerId="ADAL" clId="{BF5BD8BC-BC64-4E33-A2DC-6981917607A2}" dt="2024-03-13T02:12:40.697" v="7639" actId="2711"/>
          <ac:graphicFrameMkLst>
            <pc:docMk/>
            <pc:sldMk cId="3571720637" sldId="2147474170"/>
            <ac:graphicFrameMk id="6" creationId="{640CD144-1BC9-FD87-CD60-5B1E4D3675A6}"/>
          </ac:graphicFrameMkLst>
        </pc:graphicFrameChg>
        <pc:graphicFrameChg chg="del">
          <ac:chgData name="Gudla, Natraj" userId="1b097815-ad51-435d-a557-eb69be7a0b69" providerId="ADAL" clId="{BF5BD8BC-BC64-4E33-A2DC-6981917607A2}" dt="2024-03-13T02:13:33.216" v="7645" actId="478"/>
          <ac:graphicFrameMkLst>
            <pc:docMk/>
            <pc:sldMk cId="3571720637" sldId="2147474170"/>
            <ac:graphicFrameMk id="13" creationId="{0A77BF4B-B28F-6D91-7CD1-68DFE13EA694}"/>
          </ac:graphicFrameMkLst>
        </pc:graphicFrameChg>
        <pc:picChg chg="del mod">
          <ac:chgData name="Gudla, Natraj" userId="1b097815-ad51-435d-a557-eb69be7a0b69" providerId="ADAL" clId="{BF5BD8BC-BC64-4E33-A2DC-6981917607A2}" dt="2024-03-13T09:03:56.612" v="8431" actId="478"/>
          <ac:picMkLst>
            <pc:docMk/>
            <pc:sldMk cId="3571720637" sldId="2147474170"/>
            <ac:picMk id="2" creationId="{CD389152-77D4-EF2D-1047-72251290136B}"/>
          </ac:picMkLst>
        </pc:picChg>
        <pc:picChg chg="del">
          <ac:chgData name="Gudla, Natraj" userId="1b097815-ad51-435d-a557-eb69be7a0b69" providerId="ADAL" clId="{BF5BD8BC-BC64-4E33-A2DC-6981917607A2}" dt="2024-03-13T02:08:30.655" v="7634" actId="478"/>
          <ac:picMkLst>
            <pc:docMk/>
            <pc:sldMk cId="3571720637" sldId="2147474170"/>
            <ac:picMk id="4" creationId="{2025638D-6CC9-1F6F-F155-EDB8DABFA16B}"/>
          </ac:picMkLst>
        </pc:picChg>
        <pc:picChg chg="del mod">
          <ac:chgData name="Gudla, Natraj" userId="1b097815-ad51-435d-a557-eb69be7a0b69" providerId="ADAL" clId="{BF5BD8BC-BC64-4E33-A2DC-6981917607A2}" dt="2024-03-13T09:09:51.894" v="8439" actId="478"/>
          <ac:picMkLst>
            <pc:docMk/>
            <pc:sldMk cId="3571720637" sldId="2147474170"/>
            <ac:picMk id="4" creationId="{5C664CD1-C1E3-8627-7DC9-625BE1692E20}"/>
          </ac:picMkLst>
        </pc:picChg>
        <pc:picChg chg="mod">
          <ac:chgData name="Gudla, Natraj" userId="1b097815-ad51-435d-a557-eb69be7a0b69" providerId="ADAL" clId="{BF5BD8BC-BC64-4E33-A2DC-6981917607A2}" dt="2024-03-13T09:10:07.717" v="8448" actId="1037"/>
          <ac:picMkLst>
            <pc:docMk/>
            <pc:sldMk cId="3571720637" sldId="2147474170"/>
            <ac:picMk id="5" creationId="{8F0DCCB6-A6A2-8618-5211-E0F5CD4CCCD0}"/>
          </ac:picMkLst>
        </pc:picChg>
        <pc:cxnChg chg="del">
          <ac:chgData name="Gudla, Natraj" userId="1b097815-ad51-435d-a557-eb69be7a0b69" providerId="ADAL" clId="{BF5BD8BC-BC64-4E33-A2DC-6981917607A2}" dt="2024-03-13T02:12:58.261" v="7642" actId="478"/>
          <ac:cxnSpMkLst>
            <pc:docMk/>
            <pc:sldMk cId="3571720637" sldId="2147474170"/>
            <ac:cxnSpMk id="8" creationId="{5CFE5D63-BAFB-B328-34B8-0B43A779A0E0}"/>
          </ac:cxnSpMkLst>
        </pc:cxnChg>
      </pc:sldChg>
      <pc:sldMasterChg chg="delSldLayout">
        <pc:chgData name="Gudla, Natraj" userId="1b097815-ad51-435d-a557-eb69be7a0b69" providerId="ADAL" clId="{BF5BD8BC-BC64-4E33-A2DC-6981917607A2}" dt="2024-03-13T11:06:43.213" v="8456" actId="47"/>
        <pc:sldMasterMkLst>
          <pc:docMk/>
          <pc:sldMasterMk cId="3038761969" sldId="2147484068"/>
        </pc:sldMasterMkLst>
        <pc:sldLayoutChg chg="del">
          <pc:chgData name="Gudla, Natraj" userId="1b097815-ad51-435d-a557-eb69be7a0b69" providerId="ADAL" clId="{BF5BD8BC-BC64-4E33-A2DC-6981917607A2}" dt="2024-03-13T11:06:43.213" v="8456" actId="47"/>
          <pc:sldLayoutMkLst>
            <pc:docMk/>
            <pc:sldMasterMk cId="3038761969" sldId="2147484068"/>
            <pc:sldLayoutMk cId="3066346597" sldId="2147484098"/>
          </pc:sldLayoutMkLst>
        </pc:sldLayoutChg>
      </pc:sldMasterChg>
    </pc:docChg>
  </pc:docChgLst>
  <pc:docChgLst>
    <pc:chgData name="Kanduru, Raghava" userId="S::raghava.kanduru@capgemini.com::cf8c09de-c40c-47a2-971b-c612c06e0906" providerId="AD" clId="Web-{6323A252-A620-49AA-9D35-DC01AF2DCCA3}"/>
    <pc:docChg chg="addSld">
      <pc:chgData name="Kanduru, Raghava" userId="S::raghava.kanduru@capgemini.com::cf8c09de-c40c-47a2-971b-c612c06e0906" providerId="AD" clId="Web-{6323A252-A620-49AA-9D35-DC01AF2DCCA3}" dt="2024-03-12T18:11:33.493" v="0"/>
      <pc:docMkLst>
        <pc:docMk/>
      </pc:docMkLst>
      <pc:sldChg chg="add">
        <pc:chgData name="Kanduru, Raghava" userId="S::raghava.kanduru@capgemini.com::cf8c09de-c40c-47a2-971b-c612c06e0906" providerId="AD" clId="Web-{6323A252-A620-49AA-9D35-DC01AF2DCCA3}" dt="2024-03-12T18:11:33.493" v="0"/>
        <pc:sldMkLst>
          <pc:docMk/>
          <pc:sldMk cId="3845078339" sldId="2147474167"/>
        </pc:sldMkLst>
      </pc:sldChg>
    </pc:docChg>
  </pc:docChgLst>
  <pc:docChgLst>
    <pc:chgData name="Kanduru, Raghava" userId="S::raghava.kanduru@capgemini.com::cf8c09de-c40c-47a2-971b-c612c06e0906" providerId="AD" clId="Web-{F4CB1E13-58FB-45EB-899E-86D3BD22C94F}"/>
    <pc:docChg chg="modSld">
      <pc:chgData name="Kanduru, Raghava" userId="S::raghava.kanduru@capgemini.com::cf8c09de-c40c-47a2-971b-c612c06e0906" providerId="AD" clId="Web-{F4CB1E13-58FB-45EB-899E-86D3BD22C94F}" dt="2024-03-12T08:58:54.356" v="28"/>
      <pc:docMkLst>
        <pc:docMk/>
      </pc:docMkLst>
      <pc:sldChg chg="modSp">
        <pc:chgData name="Kanduru, Raghava" userId="S::raghava.kanduru@capgemini.com::cf8c09de-c40c-47a2-971b-c612c06e0906" providerId="AD" clId="Web-{F4CB1E13-58FB-45EB-899E-86D3BD22C94F}" dt="2024-03-12T08:56:39.472" v="26"/>
        <pc:sldMkLst>
          <pc:docMk/>
          <pc:sldMk cId="1411463970" sldId="2147474152"/>
        </pc:sldMkLst>
        <pc:graphicFrameChg chg="modGraphic">
          <ac:chgData name="Kanduru, Raghava" userId="S::raghava.kanduru@capgemini.com::cf8c09de-c40c-47a2-971b-c612c06e0906" providerId="AD" clId="Web-{F4CB1E13-58FB-45EB-899E-86D3BD22C94F}" dt="2024-03-12T08:56:39.472" v="26"/>
          <ac:graphicFrameMkLst>
            <pc:docMk/>
            <pc:sldMk cId="1411463970" sldId="2147474152"/>
            <ac:graphicFrameMk id="8" creationId="{0449F75F-2706-876C-71DE-D728F38E233D}"/>
          </ac:graphicFrameMkLst>
        </pc:graphicFrameChg>
      </pc:sldChg>
      <pc:sldChg chg="modSp">
        <pc:chgData name="Kanduru, Raghava" userId="S::raghava.kanduru@capgemini.com::cf8c09de-c40c-47a2-971b-c612c06e0906" providerId="AD" clId="Web-{F4CB1E13-58FB-45EB-899E-86D3BD22C94F}" dt="2024-03-12T08:56:30.018" v="25"/>
        <pc:sldMkLst>
          <pc:docMk/>
          <pc:sldMk cId="2001861423" sldId="2147474153"/>
        </pc:sldMkLst>
        <pc:graphicFrameChg chg="modGraphic">
          <ac:chgData name="Kanduru, Raghava" userId="S::raghava.kanduru@capgemini.com::cf8c09de-c40c-47a2-971b-c612c06e0906" providerId="AD" clId="Web-{F4CB1E13-58FB-45EB-899E-86D3BD22C94F}" dt="2024-03-12T08:56:30.018" v="25"/>
          <ac:graphicFrameMkLst>
            <pc:docMk/>
            <pc:sldMk cId="2001861423" sldId="2147474153"/>
            <ac:graphicFrameMk id="8" creationId="{0449F75F-2706-876C-71DE-D728F38E233D}"/>
          </ac:graphicFrameMkLst>
        </pc:graphicFrameChg>
      </pc:sldChg>
      <pc:sldChg chg="modSp">
        <pc:chgData name="Kanduru, Raghava" userId="S::raghava.kanduru@capgemini.com::cf8c09de-c40c-47a2-971b-c612c06e0906" providerId="AD" clId="Web-{F4CB1E13-58FB-45EB-899E-86D3BD22C94F}" dt="2024-03-12T08:58:54.356" v="28"/>
        <pc:sldMkLst>
          <pc:docMk/>
          <pc:sldMk cId="2251188276" sldId="2147474154"/>
        </pc:sldMkLst>
        <pc:graphicFrameChg chg="modGraphic">
          <ac:chgData name="Kanduru, Raghava" userId="S::raghava.kanduru@capgemini.com::cf8c09de-c40c-47a2-971b-c612c06e0906" providerId="AD" clId="Web-{F4CB1E13-58FB-45EB-899E-86D3BD22C94F}" dt="2024-03-12T08:58:54.356" v="28"/>
          <ac:graphicFrameMkLst>
            <pc:docMk/>
            <pc:sldMk cId="2251188276" sldId="2147474154"/>
            <ac:graphicFrameMk id="2" creationId="{F1AF107A-F151-DF54-AA2A-F9C5CDF5B288}"/>
          </ac:graphicFrameMkLst>
        </pc:graphicFrameChg>
      </pc:sldChg>
      <pc:sldChg chg="modSp">
        <pc:chgData name="Kanduru, Raghava" userId="S::raghava.kanduru@capgemini.com::cf8c09de-c40c-47a2-971b-c612c06e0906" providerId="AD" clId="Web-{F4CB1E13-58FB-45EB-899E-86D3BD22C94F}" dt="2024-03-12T08:58:22.994" v="27"/>
        <pc:sldMkLst>
          <pc:docMk/>
          <pc:sldMk cId="3447131155" sldId="2147474155"/>
        </pc:sldMkLst>
        <pc:graphicFrameChg chg="modGraphic">
          <ac:chgData name="Kanduru, Raghava" userId="S::raghava.kanduru@capgemini.com::cf8c09de-c40c-47a2-971b-c612c06e0906" providerId="AD" clId="Web-{F4CB1E13-58FB-45EB-899E-86D3BD22C94F}" dt="2024-03-12T08:58:22.994" v="27"/>
          <ac:graphicFrameMkLst>
            <pc:docMk/>
            <pc:sldMk cId="3447131155" sldId="2147474155"/>
            <ac:graphicFrameMk id="2" creationId="{D0BCB5DE-6896-5F5C-6600-0AA0464C3ADF}"/>
          </ac:graphicFrameMkLst>
        </pc:graphicFrameChg>
      </pc:sldChg>
      <pc:sldChg chg="modSp">
        <pc:chgData name="Kanduru, Raghava" userId="S::raghava.kanduru@capgemini.com::cf8c09de-c40c-47a2-971b-c612c06e0906" providerId="AD" clId="Web-{F4CB1E13-58FB-45EB-899E-86D3BD22C94F}" dt="2024-03-12T08:56:12.173" v="24"/>
        <pc:sldMkLst>
          <pc:docMk/>
          <pc:sldMk cId="3711325015" sldId="2147474159"/>
        </pc:sldMkLst>
        <pc:spChg chg="mod">
          <ac:chgData name="Kanduru, Raghava" userId="S::raghava.kanduru@capgemini.com::cf8c09de-c40c-47a2-971b-c612c06e0906" providerId="AD" clId="Web-{F4CB1E13-58FB-45EB-899E-86D3BD22C94F}" dt="2024-03-12T08:56:12.173" v="24"/>
          <ac:spMkLst>
            <pc:docMk/>
            <pc:sldMk cId="3711325015" sldId="2147474159"/>
            <ac:spMk id="2" creationId="{C0CAE81E-CAC7-0C52-E2E4-6A9F71FAF871}"/>
          </ac:spMkLst>
        </pc:spChg>
        <pc:spChg chg="mod">
          <ac:chgData name="Kanduru, Raghava" userId="S::raghava.kanduru@capgemini.com::cf8c09de-c40c-47a2-971b-c612c06e0906" providerId="AD" clId="Web-{F4CB1E13-58FB-45EB-899E-86D3BD22C94F}" dt="2024-03-12T08:56:10.939" v="2"/>
          <ac:spMkLst>
            <pc:docMk/>
            <pc:sldMk cId="3711325015" sldId="2147474159"/>
            <ac:spMk id="27" creationId="{037FD3AD-AAD4-B517-A34E-059E0882B174}"/>
          </ac:spMkLst>
        </pc:spChg>
        <pc:spChg chg="mod">
          <ac:chgData name="Kanduru, Raghava" userId="S::raghava.kanduru@capgemini.com::cf8c09de-c40c-47a2-971b-c612c06e0906" providerId="AD" clId="Web-{F4CB1E13-58FB-45EB-899E-86D3BD22C94F}" dt="2024-03-12T08:56:10.939" v="3"/>
          <ac:spMkLst>
            <pc:docMk/>
            <pc:sldMk cId="3711325015" sldId="2147474159"/>
            <ac:spMk id="29" creationId="{82A4A6F6-0286-166E-F87A-239937A5288F}"/>
          </ac:spMkLst>
        </pc:spChg>
        <pc:spChg chg="mod">
          <ac:chgData name="Kanduru, Raghava" userId="S::raghava.kanduru@capgemini.com::cf8c09de-c40c-47a2-971b-c612c06e0906" providerId="AD" clId="Web-{F4CB1E13-58FB-45EB-899E-86D3BD22C94F}" dt="2024-03-12T08:56:10.939" v="4"/>
          <ac:spMkLst>
            <pc:docMk/>
            <pc:sldMk cId="3711325015" sldId="2147474159"/>
            <ac:spMk id="30" creationId="{012C5B66-D9FD-0740-42A2-41AA4659C14F}"/>
          </ac:spMkLst>
        </pc:spChg>
        <pc:spChg chg="mod">
          <ac:chgData name="Kanduru, Raghava" userId="S::raghava.kanduru@capgemini.com::cf8c09de-c40c-47a2-971b-c612c06e0906" providerId="AD" clId="Web-{F4CB1E13-58FB-45EB-899E-86D3BD22C94F}" dt="2024-03-12T08:56:10.939" v="5"/>
          <ac:spMkLst>
            <pc:docMk/>
            <pc:sldMk cId="3711325015" sldId="2147474159"/>
            <ac:spMk id="31" creationId="{AEF0F270-8715-80BD-8234-1A25BB77CD8A}"/>
          </ac:spMkLst>
        </pc:spChg>
        <pc:spChg chg="mod">
          <ac:chgData name="Kanduru, Raghava" userId="S::raghava.kanduru@capgemini.com::cf8c09de-c40c-47a2-971b-c612c06e0906" providerId="AD" clId="Web-{F4CB1E13-58FB-45EB-899E-86D3BD22C94F}" dt="2024-03-12T08:56:10.939" v="6"/>
          <ac:spMkLst>
            <pc:docMk/>
            <pc:sldMk cId="3711325015" sldId="2147474159"/>
            <ac:spMk id="32" creationId="{366739DA-9C53-EEA1-000E-0492FA2AF72B}"/>
          </ac:spMkLst>
        </pc:spChg>
        <pc:spChg chg="mod">
          <ac:chgData name="Kanduru, Raghava" userId="S::raghava.kanduru@capgemini.com::cf8c09de-c40c-47a2-971b-c612c06e0906" providerId="AD" clId="Web-{F4CB1E13-58FB-45EB-899E-86D3BD22C94F}" dt="2024-03-12T08:56:10.939" v="7"/>
          <ac:spMkLst>
            <pc:docMk/>
            <pc:sldMk cId="3711325015" sldId="2147474159"/>
            <ac:spMk id="33" creationId="{A3F475C5-907D-6532-8579-331CF8BAE291}"/>
          </ac:spMkLst>
        </pc:spChg>
        <pc:spChg chg="mod">
          <ac:chgData name="Kanduru, Raghava" userId="S::raghava.kanduru@capgemini.com::cf8c09de-c40c-47a2-971b-c612c06e0906" providerId="AD" clId="Web-{F4CB1E13-58FB-45EB-899E-86D3BD22C94F}" dt="2024-03-12T08:56:10.939" v="8"/>
          <ac:spMkLst>
            <pc:docMk/>
            <pc:sldMk cId="3711325015" sldId="2147474159"/>
            <ac:spMk id="34" creationId="{6C2E6CAA-86CD-E77A-4D57-BDE09464B028}"/>
          </ac:spMkLst>
        </pc:spChg>
        <pc:spChg chg="mod">
          <ac:chgData name="Kanduru, Raghava" userId="S::raghava.kanduru@capgemini.com::cf8c09de-c40c-47a2-971b-c612c06e0906" providerId="AD" clId="Web-{F4CB1E13-58FB-45EB-899E-86D3BD22C94F}" dt="2024-03-12T08:56:10.939" v="9"/>
          <ac:spMkLst>
            <pc:docMk/>
            <pc:sldMk cId="3711325015" sldId="2147474159"/>
            <ac:spMk id="35" creationId="{38C0802D-0DD2-8962-D173-E0CEC0C1442F}"/>
          </ac:spMkLst>
        </pc:spChg>
        <pc:spChg chg="mod">
          <ac:chgData name="Kanduru, Raghava" userId="S::raghava.kanduru@capgemini.com::cf8c09de-c40c-47a2-971b-c612c06e0906" providerId="AD" clId="Web-{F4CB1E13-58FB-45EB-899E-86D3BD22C94F}" dt="2024-03-12T08:56:10.939" v="10"/>
          <ac:spMkLst>
            <pc:docMk/>
            <pc:sldMk cId="3711325015" sldId="2147474159"/>
            <ac:spMk id="36" creationId="{BE767C46-A885-510E-32C0-2B3BC0F7AEF8}"/>
          </ac:spMkLst>
        </pc:spChg>
        <pc:spChg chg="mod">
          <ac:chgData name="Kanduru, Raghava" userId="S::raghava.kanduru@capgemini.com::cf8c09de-c40c-47a2-971b-c612c06e0906" providerId="AD" clId="Web-{F4CB1E13-58FB-45EB-899E-86D3BD22C94F}" dt="2024-03-12T08:56:10.939" v="11"/>
          <ac:spMkLst>
            <pc:docMk/>
            <pc:sldMk cId="3711325015" sldId="2147474159"/>
            <ac:spMk id="37" creationId="{BF0DF6CC-3BE1-2648-3B74-57113A199020}"/>
          </ac:spMkLst>
        </pc:spChg>
        <pc:spChg chg="mod">
          <ac:chgData name="Kanduru, Raghava" userId="S::raghava.kanduru@capgemini.com::cf8c09de-c40c-47a2-971b-c612c06e0906" providerId="AD" clId="Web-{F4CB1E13-58FB-45EB-899E-86D3BD22C94F}" dt="2024-03-12T08:56:10.939" v="12"/>
          <ac:spMkLst>
            <pc:docMk/>
            <pc:sldMk cId="3711325015" sldId="2147474159"/>
            <ac:spMk id="40" creationId="{352D14A1-BAC8-8576-C1DC-F9C4DD35CBBE}"/>
          </ac:spMkLst>
        </pc:spChg>
        <pc:spChg chg="mod">
          <ac:chgData name="Kanduru, Raghava" userId="S::raghava.kanduru@capgemini.com::cf8c09de-c40c-47a2-971b-c612c06e0906" providerId="AD" clId="Web-{F4CB1E13-58FB-45EB-899E-86D3BD22C94F}" dt="2024-03-12T08:56:10.939" v="13"/>
          <ac:spMkLst>
            <pc:docMk/>
            <pc:sldMk cId="3711325015" sldId="2147474159"/>
            <ac:spMk id="41" creationId="{4C190D60-093C-635E-2898-FD5FA695A54C}"/>
          </ac:spMkLst>
        </pc:spChg>
        <pc:spChg chg="mod">
          <ac:chgData name="Kanduru, Raghava" userId="S::raghava.kanduru@capgemini.com::cf8c09de-c40c-47a2-971b-c612c06e0906" providerId="AD" clId="Web-{F4CB1E13-58FB-45EB-899E-86D3BD22C94F}" dt="2024-03-12T08:56:10.939" v="14"/>
          <ac:spMkLst>
            <pc:docMk/>
            <pc:sldMk cId="3711325015" sldId="2147474159"/>
            <ac:spMk id="47" creationId="{C1FD1D2F-8602-F2F1-0EF8-F3A5E2C835B3}"/>
          </ac:spMkLst>
        </pc:spChg>
        <pc:spChg chg="mod">
          <ac:chgData name="Kanduru, Raghava" userId="S::raghava.kanduru@capgemini.com::cf8c09de-c40c-47a2-971b-c612c06e0906" providerId="AD" clId="Web-{F4CB1E13-58FB-45EB-899E-86D3BD22C94F}" dt="2024-03-12T08:56:10.939" v="15"/>
          <ac:spMkLst>
            <pc:docMk/>
            <pc:sldMk cId="3711325015" sldId="2147474159"/>
            <ac:spMk id="50" creationId="{D31C03AB-5717-C9FC-3DCC-1A11E329B31D}"/>
          </ac:spMkLst>
        </pc:spChg>
        <pc:spChg chg="mod">
          <ac:chgData name="Kanduru, Raghava" userId="S::raghava.kanduru@capgemini.com::cf8c09de-c40c-47a2-971b-c612c06e0906" providerId="AD" clId="Web-{F4CB1E13-58FB-45EB-899E-86D3BD22C94F}" dt="2024-03-12T08:56:10.939" v="16"/>
          <ac:spMkLst>
            <pc:docMk/>
            <pc:sldMk cId="3711325015" sldId="2147474159"/>
            <ac:spMk id="55" creationId="{14133841-23B0-214F-D90C-3566F5697992}"/>
          </ac:spMkLst>
        </pc:spChg>
        <pc:spChg chg="mod">
          <ac:chgData name="Kanduru, Raghava" userId="S::raghava.kanduru@capgemini.com::cf8c09de-c40c-47a2-971b-c612c06e0906" providerId="AD" clId="Web-{F4CB1E13-58FB-45EB-899E-86D3BD22C94F}" dt="2024-03-12T08:56:10.939" v="17"/>
          <ac:spMkLst>
            <pc:docMk/>
            <pc:sldMk cId="3711325015" sldId="2147474159"/>
            <ac:spMk id="58" creationId="{476F6A9E-1225-F31F-CC6D-DF0BCC19D373}"/>
          </ac:spMkLst>
        </pc:spChg>
        <pc:spChg chg="mod">
          <ac:chgData name="Kanduru, Raghava" userId="S::raghava.kanduru@capgemini.com::cf8c09de-c40c-47a2-971b-c612c06e0906" providerId="AD" clId="Web-{F4CB1E13-58FB-45EB-899E-86D3BD22C94F}" dt="2024-03-12T08:56:10.939" v="18"/>
          <ac:spMkLst>
            <pc:docMk/>
            <pc:sldMk cId="3711325015" sldId="2147474159"/>
            <ac:spMk id="59" creationId="{CDE1D0B7-DA30-A637-76B8-271365BC7CCD}"/>
          </ac:spMkLst>
        </pc:spChg>
        <pc:spChg chg="mod">
          <ac:chgData name="Kanduru, Raghava" userId="S::raghava.kanduru@capgemini.com::cf8c09de-c40c-47a2-971b-c612c06e0906" providerId="AD" clId="Web-{F4CB1E13-58FB-45EB-899E-86D3BD22C94F}" dt="2024-03-12T08:56:10.939" v="19"/>
          <ac:spMkLst>
            <pc:docMk/>
            <pc:sldMk cId="3711325015" sldId="2147474159"/>
            <ac:spMk id="60" creationId="{1908A986-EA3E-EC36-BB95-059E12FB0A7C}"/>
          </ac:spMkLst>
        </pc:spChg>
        <pc:spChg chg="mod">
          <ac:chgData name="Kanduru, Raghava" userId="S::raghava.kanduru@capgemini.com::cf8c09de-c40c-47a2-971b-c612c06e0906" providerId="AD" clId="Web-{F4CB1E13-58FB-45EB-899E-86D3BD22C94F}" dt="2024-03-12T08:56:10.939" v="20"/>
          <ac:spMkLst>
            <pc:docMk/>
            <pc:sldMk cId="3711325015" sldId="2147474159"/>
            <ac:spMk id="61" creationId="{C2E3A710-56D1-D87E-6D0E-C89529B2914A}"/>
          </ac:spMkLst>
        </pc:spChg>
        <pc:spChg chg="mod">
          <ac:chgData name="Kanduru, Raghava" userId="S::raghava.kanduru@capgemini.com::cf8c09de-c40c-47a2-971b-c612c06e0906" providerId="AD" clId="Web-{F4CB1E13-58FB-45EB-899E-86D3BD22C94F}" dt="2024-03-12T08:56:10.939" v="21"/>
          <ac:spMkLst>
            <pc:docMk/>
            <pc:sldMk cId="3711325015" sldId="2147474159"/>
            <ac:spMk id="62" creationId="{87B5035F-E074-5491-CF81-A6FFF4A9AA31}"/>
          </ac:spMkLst>
        </pc:spChg>
        <pc:spChg chg="mod">
          <ac:chgData name="Kanduru, Raghava" userId="S::raghava.kanduru@capgemini.com::cf8c09de-c40c-47a2-971b-c612c06e0906" providerId="AD" clId="Web-{F4CB1E13-58FB-45EB-899E-86D3BD22C94F}" dt="2024-03-12T08:56:10.939" v="22"/>
          <ac:spMkLst>
            <pc:docMk/>
            <pc:sldMk cId="3711325015" sldId="2147474159"/>
            <ac:spMk id="63" creationId="{50DD9E0E-2C39-FA9B-D9E5-9B701ADC9A24}"/>
          </ac:spMkLst>
        </pc:spChg>
        <pc:spChg chg="mod">
          <ac:chgData name="Kanduru, Raghava" userId="S::raghava.kanduru@capgemini.com::cf8c09de-c40c-47a2-971b-c612c06e0906" providerId="AD" clId="Web-{F4CB1E13-58FB-45EB-899E-86D3BD22C94F}" dt="2024-03-12T08:56:10.939" v="23"/>
          <ac:spMkLst>
            <pc:docMk/>
            <pc:sldMk cId="3711325015" sldId="2147474159"/>
            <ac:spMk id="64" creationId="{302EC9C9-04A4-2F03-58BE-9CFC5EF42DD0}"/>
          </ac:spMkLst>
        </pc:spChg>
      </pc:sldChg>
      <pc:sldChg chg="modSp">
        <pc:chgData name="Kanduru, Raghava" userId="S::raghava.kanduru@capgemini.com::cf8c09de-c40c-47a2-971b-c612c06e0906" providerId="AD" clId="Web-{F4CB1E13-58FB-45EB-899E-86D3BD22C94F}" dt="2024-03-12T08:55:29.967" v="1"/>
        <pc:sldMkLst>
          <pc:docMk/>
          <pc:sldMk cId="1414742847" sldId="2147474160"/>
        </pc:sldMkLst>
        <pc:graphicFrameChg chg="modGraphic">
          <ac:chgData name="Kanduru, Raghava" userId="S::raghava.kanduru@capgemini.com::cf8c09de-c40c-47a2-971b-c612c06e0906" providerId="AD" clId="Web-{F4CB1E13-58FB-45EB-899E-86D3BD22C94F}" dt="2024-03-12T08:55:29.967" v="1"/>
          <ac:graphicFrameMkLst>
            <pc:docMk/>
            <pc:sldMk cId="1414742847" sldId="2147474160"/>
            <ac:graphicFrameMk id="7" creationId="{1470A3E6-EED3-B469-6894-7ADF80D74BC2}"/>
          </ac:graphicFrameMkLst>
        </pc:graphicFrameChg>
      </pc:sldChg>
      <pc:sldChg chg="modSp">
        <pc:chgData name="Kanduru, Raghava" userId="S::raghava.kanduru@capgemini.com::cf8c09de-c40c-47a2-971b-c612c06e0906" providerId="AD" clId="Web-{F4CB1E13-58FB-45EB-899E-86D3BD22C94F}" dt="2024-03-12T08:54:53.199" v="0"/>
        <pc:sldMkLst>
          <pc:docMk/>
          <pc:sldMk cId="885501633" sldId="2147474161"/>
        </pc:sldMkLst>
        <pc:graphicFrameChg chg="modGraphic">
          <ac:chgData name="Kanduru, Raghava" userId="S::raghava.kanduru@capgemini.com::cf8c09de-c40c-47a2-971b-c612c06e0906" providerId="AD" clId="Web-{F4CB1E13-58FB-45EB-899E-86D3BD22C94F}" dt="2024-03-12T08:54:53.199" v="0"/>
          <ac:graphicFrameMkLst>
            <pc:docMk/>
            <pc:sldMk cId="885501633" sldId="2147474161"/>
            <ac:graphicFrameMk id="7" creationId="{F09AD3DE-54A7-DD92-2123-3432F75CB9A8}"/>
          </ac:graphicFrameMkLst>
        </pc:graphicFrameChg>
      </pc:sldChg>
    </pc:docChg>
  </pc:docChgLst>
  <pc:docChgLst>
    <pc:chgData name="Kanduru, Raghava" userId="S::raghava.kanduru@capgemini.com::cf8c09de-c40c-47a2-971b-c612c06e0906" providerId="AD" clId="Web-{6745EFAB-ADEA-4C20-9AF1-9C7973BD45C1}"/>
    <pc:docChg chg="addSld">
      <pc:chgData name="Kanduru, Raghava" userId="S::raghava.kanduru@capgemini.com::cf8c09de-c40c-47a2-971b-c612c06e0906" providerId="AD" clId="Web-{6745EFAB-ADEA-4C20-9AF1-9C7973BD45C1}" dt="2024-03-19T11:32:40.158" v="0"/>
      <pc:docMkLst>
        <pc:docMk/>
      </pc:docMkLst>
      <pc:sldChg chg="add">
        <pc:chgData name="Kanduru, Raghava" userId="S::raghava.kanduru@capgemini.com::cf8c09de-c40c-47a2-971b-c612c06e0906" providerId="AD" clId="Web-{6745EFAB-ADEA-4C20-9AF1-9C7973BD45C1}" dt="2024-03-19T11:32:40.158" v="0"/>
        <pc:sldMkLst>
          <pc:docMk/>
          <pc:sldMk cId="2823214037" sldId="2147474176"/>
        </pc:sldMkLst>
      </pc:sldChg>
    </pc:docChg>
  </pc:docChgLst>
  <pc:docChgLst>
    <pc:chgData name="Kanduru, Raghava" userId="S::raghava.kanduru@capgemini.com::cf8c09de-c40c-47a2-971b-c612c06e0906" providerId="AD" clId="Web-{0FD631CA-EFB6-4950-AC3F-A1FBA5E12E0E}"/>
    <pc:docChg chg="modSld">
      <pc:chgData name="Kanduru, Raghava" userId="S::raghava.kanduru@capgemini.com::cf8c09de-c40c-47a2-971b-c612c06e0906" providerId="AD" clId="Web-{0FD631CA-EFB6-4950-AC3F-A1FBA5E12E0E}" dt="2024-03-19T11:20:49.365" v="6" actId="1076"/>
      <pc:docMkLst>
        <pc:docMk/>
      </pc:docMkLst>
      <pc:sldChg chg="addSp delSp modSp">
        <pc:chgData name="Kanduru, Raghava" userId="S::raghava.kanduru@capgemini.com::cf8c09de-c40c-47a2-971b-c612c06e0906" providerId="AD" clId="Web-{0FD631CA-EFB6-4950-AC3F-A1FBA5E12E0E}" dt="2024-03-19T11:20:49.365" v="6" actId="1076"/>
        <pc:sldMkLst>
          <pc:docMk/>
          <pc:sldMk cId="3571720637" sldId="2147474170"/>
        </pc:sldMkLst>
        <pc:picChg chg="add mod">
          <ac:chgData name="Kanduru, Raghava" userId="S::raghava.kanduru@capgemini.com::cf8c09de-c40c-47a2-971b-c612c06e0906" providerId="AD" clId="Web-{0FD631CA-EFB6-4950-AC3F-A1FBA5E12E0E}" dt="2024-03-19T11:20:49.365" v="6" actId="1076"/>
          <ac:picMkLst>
            <pc:docMk/>
            <pc:sldMk cId="3571720637" sldId="2147474170"/>
            <ac:picMk id="2" creationId="{BB611111-7C93-BA67-CBEB-29970EFBFCBE}"/>
          </ac:picMkLst>
        </pc:picChg>
        <pc:picChg chg="del">
          <ac:chgData name="Kanduru, Raghava" userId="S::raghava.kanduru@capgemini.com::cf8c09de-c40c-47a2-971b-c612c06e0906" providerId="AD" clId="Web-{0FD631CA-EFB6-4950-AC3F-A1FBA5E12E0E}" dt="2024-03-19T11:20:23.254" v="0"/>
          <ac:picMkLst>
            <pc:docMk/>
            <pc:sldMk cId="3571720637" sldId="2147474170"/>
            <ac:picMk id="10" creationId="{9D0AC839-2A49-8100-85FB-78AEF06EDA1F}"/>
          </ac:picMkLst>
        </pc:picChg>
      </pc:sldChg>
    </pc:docChg>
  </pc:docChgLst>
  <pc:docChgLst>
    <pc:chgData name="Kanduru, Raghava" userId="S::raghava.kanduru@capgemini.com::cf8c09de-c40c-47a2-971b-c612c06e0906" providerId="AD" clId="Web-{ADB179A1-D191-42D5-A8F4-ED646E95FC00}"/>
    <pc:docChg chg="modSld">
      <pc:chgData name="Kanduru, Raghava" userId="S::raghava.kanduru@capgemini.com::cf8c09de-c40c-47a2-971b-c612c06e0906" providerId="AD" clId="Web-{ADB179A1-D191-42D5-A8F4-ED646E95FC00}" dt="2024-03-12T08:05:50.080" v="252"/>
      <pc:docMkLst>
        <pc:docMk/>
      </pc:docMkLst>
      <pc:sldChg chg="modSp">
        <pc:chgData name="Kanduru, Raghava" userId="S::raghava.kanduru@capgemini.com::cf8c09de-c40c-47a2-971b-c612c06e0906" providerId="AD" clId="Web-{ADB179A1-D191-42D5-A8F4-ED646E95FC00}" dt="2024-03-12T07:44:00.611" v="0" actId="14100"/>
        <pc:sldMkLst>
          <pc:docMk/>
          <pc:sldMk cId="68534792" sldId="2147474108"/>
        </pc:sldMkLst>
        <pc:spChg chg="mod">
          <ac:chgData name="Kanduru, Raghava" userId="S::raghava.kanduru@capgemini.com::cf8c09de-c40c-47a2-971b-c612c06e0906" providerId="AD" clId="Web-{ADB179A1-D191-42D5-A8F4-ED646E95FC00}" dt="2024-03-12T07:44:00.611" v="0" actId="14100"/>
          <ac:spMkLst>
            <pc:docMk/>
            <pc:sldMk cId="68534792" sldId="2147474108"/>
            <ac:spMk id="40" creationId="{177601E0-B58B-7EA0-D052-79361B5E63E1}"/>
          </ac:spMkLst>
        </pc:spChg>
      </pc:sldChg>
      <pc:sldChg chg="modSp">
        <pc:chgData name="Kanduru, Raghava" userId="S::raghava.kanduru@capgemini.com::cf8c09de-c40c-47a2-971b-c612c06e0906" providerId="AD" clId="Web-{ADB179A1-D191-42D5-A8F4-ED646E95FC00}" dt="2024-03-12T08:05:50.080" v="252"/>
        <pc:sldMkLst>
          <pc:docMk/>
          <pc:sldMk cId="1411463970" sldId="2147474152"/>
        </pc:sldMkLst>
        <pc:graphicFrameChg chg="mod modGraphic">
          <ac:chgData name="Kanduru, Raghava" userId="S::raghava.kanduru@capgemini.com::cf8c09de-c40c-47a2-971b-c612c06e0906" providerId="AD" clId="Web-{ADB179A1-D191-42D5-A8F4-ED646E95FC00}" dt="2024-03-12T08:05:50.080" v="252"/>
          <ac:graphicFrameMkLst>
            <pc:docMk/>
            <pc:sldMk cId="1411463970" sldId="2147474152"/>
            <ac:graphicFrameMk id="8" creationId="{0449F75F-2706-876C-71DE-D728F38E233D}"/>
          </ac:graphicFrameMkLst>
        </pc:graphicFrameChg>
      </pc:sldChg>
      <pc:sldChg chg="modSp">
        <pc:chgData name="Kanduru, Raghava" userId="S::raghava.kanduru@capgemini.com::cf8c09de-c40c-47a2-971b-c612c06e0906" providerId="AD" clId="Web-{ADB179A1-D191-42D5-A8F4-ED646E95FC00}" dt="2024-03-12T08:03:36.289" v="214"/>
        <pc:sldMkLst>
          <pc:docMk/>
          <pc:sldMk cId="2001861423" sldId="2147474153"/>
        </pc:sldMkLst>
        <pc:graphicFrameChg chg="mod modGraphic">
          <ac:chgData name="Kanduru, Raghava" userId="S::raghava.kanduru@capgemini.com::cf8c09de-c40c-47a2-971b-c612c06e0906" providerId="AD" clId="Web-{ADB179A1-D191-42D5-A8F4-ED646E95FC00}" dt="2024-03-12T08:03:36.289" v="214"/>
          <ac:graphicFrameMkLst>
            <pc:docMk/>
            <pc:sldMk cId="2001861423" sldId="2147474153"/>
            <ac:graphicFrameMk id="8" creationId="{0449F75F-2706-876C-71DE-D728F38E233D}"/>
          </ac:graphicFrameMkLst>
        </pc:graphicFrameChg>
      </pc:sldChg>
      <pc:sldChg chg="modSp">
        <pc:chgData name="Kanduru, Raghava" userId="S::raghava.kanduru@capgemini.com::cf8c09de-c40c-47a2-971b-c612c06e0906" providerId="AD" clId="Web-{ADB179A1-D191-42D5-A8F4-ED646E95FC00}" dt="2024-03-12T07:55:18.630" v="44"/>
        <pc:sldMkLst>
          <pc:docMk/>
          <pc:sldMk cId="885501633" sldId="2147474161"/>
        </pc:sldMkLst>
        <pc:graphicFrameChg chg="mod modGraphic">
          <ac:chgData name="Kanduru, Raghava" userId="S::raghava.kanduru@capgemini.com::cf8c09de-c40c-47a2-971b-c612c06e0906" providerId="AD" clId="Web-{ADB179A1-D191-42D5-A8F4-ED646E95FC00}" dt="2024-03-12T07:55:18.630" v="44"/>
          <ac:graphicFrameMkLst>
            <pc:docMk/>
            <pc:sldMk cId="885501633" sldId="2147474161"/>
            <ac:graphicFrameMk id="7" creationId="{F09AD3DE-54A7-DD92-2123-3432F75CB9A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INCEPTION 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dgm:spPr/>
      <dgm:t>
        <a:bodyPr/>
        <a:lstStyle/>
        <a:p>
          <a:r>
            <a:rPr lang="en-IN" b="1" i="1"/>
            <a:t>BUILD PHASE</a:t>
          </a:r>
          <a:endParaRPr lang="en-US"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rgbClr val="0070AD">
            <a:lumMod val="75000"/>
          </a:srgbClr>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LinFactNeighborY="-54324">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a:xfrm>
          <a:off x="2351314" y="685621"/>
          <a:ext cx="516507" cy="516507"/>
        </a:xfrm>
        <a:prstGeom prst="ellipse">
          <a:avLst/>
        </a:prstGeom>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a:xfrm>
          <a:off x="2599237" y="1288213"/>
          <a:ext cx="516507" cy="516507"/>
        </a:xfrm>
        <a:prstGeom prst="ellipse">
          <a:avLst/>
        </a:prstGeom>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FCDD79B-6171-4261-9E98-74F3F32FB10A}" type="doc">
      <dgm:prSet loTypeId="urn:microsoft.com/office/officeart/2005/8/layout/cycle8" loCatId="cycle" qsTypeId="urn:microsoft.com/office/officeart/2005/8/quickstyle/simple1" qsCatId="simple" csTypeId="urn:microsoft.com/office/officeart/2005/8/colors/colorful2" csCatId="colorful" phldr="1"/>
      <dgm:spPr/>
    </dgm:pt>
    <dgm:pt modelId="{D7AEC9EB-8964-45BE-84DF-33B8B55C8C6A}">
      <dgm:prSet phldrT="[Text]"/>
      <dgm:spPr/>
      <dgm:t>
        <a:bodyPr/>
        <a:lstStyle/>
        <a:p>
          <a:r>
            <a:rPr lang="en-US" dirty="0"/>
            <a:t> </a:t>
          </a:r>
        </a:p>
      </dgm:t>
    </dgm:pt>
    <dgm:pt modelId="{083EB541-F31F-40F8-8985-70F9573AB89A}" type="parTrans" cxnId="{58FDC451-9515-4790-9489-E0B090AEA748}">
      <dgm:prSet/>
      <dgm:spPr/>
      <dgm:t>
        <a:bodyPr/>
        <a:lstStyle/>
        <a:p>
          <a:endParaRPr lang="en-US"/>
        </a:p>
      </dgm:t>
    </dgm:pt>
    <dgm:pt modelId="{336E8900-3037-4003-B2D5-0F7DB3C23DF4}" type="sibTrans" cxnId="{58FDC451-9515-4790-9489-E0B090AEA748}">
      <dgm:prSet/>
      <dgm:spPr/>
      <dgm:t>
        <a:bodyPr/>
        <a:lstStyle/>
        <a:p>
          <a:endParaRPr lang="en-US"/>
        </a:p>
      </dgm:t>
    </dgm:pt>
    <dgm:pt modelId="{C14A270F-501A-4A4C-86CA-68A3657AB69D}">
      <dgm:prSet phldrT="[Text]"/>
      <dgm:spPr/>
      <dgm:t>
        <a:bodyPr/>
        <a:lstStyle/>
        <a:p>
          <a:r>
            <a:rPr lang="en-US" dirty="0"/>
            <a:t> </a:t>
          </a:r>
        </a:p>
      </dgm:t>
    </dgm:pt>
    <dgm:pt modelId="{44DC6660-1CEB-405F-8215-E929F4398155}" type="parTrans" cxnId="{09397F0E-3744-4F23-9CC0-99D67F1B85BF}">
      <dgm:prSet/>
      <dgm:spPr/>
      <dgm:t>
        <a:bodyPr/>
        <a:lstStyle/>
        <a:p>
          <a:endParaRPr lang="en-US"/>
        </a:p>
      </dgm:t>
    </dgm:pt>
    <dgm:pt modelId="{A36FB1DD-98D6-4D14-A09C-38BB25D55B00}" type="sibTrans" cxnId="{09397F0E-3744-4F23-9CC0-99D67F1B85BF}">
      <dgm:prSet/>
      <dgm:spPr/>
      <dgm:t>
        <a:bodyPr/>
        <a:lstStyle/>
        <a:p>
          <a:endParaRPr lang="en-US"/>
        </a:p>
      </dgm:t>
    </dgm:pt>
    <dgm:pt modelId="{19C86BF6-9706-41FB-901A-9D4DA34852EA}">
      <dgm:prSet phldrT="[Text]"/>
      <dgm:spPr/>
      <dgm:t>
        <a:bodyPr/>
        <a:lstStyle/>
        <a:p>
          <a:r>
            <a:rPr lang="en-US" dirty="0"/>
            <a:t> </a:t>
          </a:r>
        </a:p>
      </dgm:t>
    </dgm:pt>
    <dgm:pt modelId="{5590FF9A-6CE3-4100-94F5-2A3911E4EDFD}" type="sibTrans" cxnId="{135D3357-567A-47DD-B05D-7DB5F8C10F15}">
      <dgm:prSet/>
      <dgm:spPr/>
      <dgm:t>
        <a:bodyPr/>
        <a:lstStyle/>
        <a:p>
          <a:endParaRPr lang="en-US"/>
        </a:p>
      </dgm:t>
    </dgm:pt>
    <dgm:pt modelId="{E3C3EB8B-D058-4361-AE27-F164258B5800}" type="parTrans" cxnId="{135D3357-567A-47DD-B05D-7DB5F8C10F15}">
      <dgm:prSet/>
      <dgm:spPr/>
      <dgm:t>
        <a:bodyPr/>
        <a:lstStyle/>
        <a:p>
          <a:endParaRPr lang="en-US"/>
        </a:p>
      </dgm:t>
    </dgm:pt>
    <dgm:pt modelId="{371380D7-ECB3-4B60-BE16-751886D5A63D}" type="pres">
      <dgm:prSet presAssocID="{AFCDD79B-6171-4261-9E98-74F3F32FB10A}" presName="compositeShape" presStyleCnt="0">
        <dgm:presLayoutVars>
          <dgm:chMax val="7"/>
          <dgm:dir/>
          <dgm:resizeHandles val="exact"/>
        </dgm:presLayoutVars>
      </dgm:prSet>
      <dgm:spPr/>
    </dgm:pt>
    <dgm:pt modelId="{4DA453E2-3281-4140-8E91-2B9E80AB8E9F}" type="pres">
      <dgm:prSet presAssocID="{AFCDD79B-6171-4261-9E98-74F3F32FB10A}" presName="wedge1" presStyleLbl="node1" presStyleIdx="0" presStyleCnt="3"/>
      <dgm:spPr/>
    </dgm:pt>
    <dgm:pt modelId="{6CC65558-05F5-43BC-A432-E1368D805ED8}" type="pres">
      <dgm:prSet presAssocID="{AFCDD79B-6171-4261-9E98-74F3F32FB10A}" presName="dummy1a" presStyleCnt="0"/>
      <dgm:spPr/>
    </dgm:pt>
    <dgm:pt modelId="{08F3720E-0D4D-477C-908D-91FC402A6020}" type="pres">
      <dgm:prSet presAssocID="{AFCDD79B-6171-4261-9E98-74F3F32FB10A}" presName="dummy1b" presStyleCnt="0"/>
      <dgm:spPr/>
    </dgm:pt>
    <dgm:pt modelId="{0D4965C8-3A66-4B0E-9770-2749F8763868}" type="pres">
      <dgm:prSet presAssocID="{AFCDD79B-6171-4261-9E98-74F3F32FB10A}" presName="wedge1Tx" presStyleLbl="node1" presStyleIdx="0" presStyleCnt="3">
        <dgm:presLayoutVars>
          <dgm:chMax val="0"/>
          <dgm:chPref val="0"/>
          <dgm:bulletEnabled val="1"/>
        </dgm:presLayoutVars>
      </dgm:prSet>
      <dgm:spPr/>
    </dgm:pt>
    <dgm:pt modelId="{0354D956-E80F-46DE-A9EA-9FF7DB975E3B}" type="pres">
      <dgm:prSet presAssocID="{AFCDD79B-6171-4261-9E98-74F3F32FB10A}" presName="wedge2" presStyleLbl="node1" presStyleIdx="1" presStyleCnt="3"/>
      <dgm:spPr/>
    </dgm:pt>
    <dgm:pt modelId="{410847B6-C2E1-4D2F-8C55-314358D4B929}" type="pres">
      <dgm:prSet presAssocID="{AFCDD79B-6171-4261-9E98-74F3F32FB10A}" presName="dummy2a" presStyleCnt="0"/>
      <dgm:spPr/>
    </dgm:pt>
    <dgm:pt modelId="{7812DFC8-A79A-4A77-852E-6F87A2543404}" type="pres">
      <dgm:prSet presAssocID="{AFCDD79B-6171-4261-9E98-74F3F32FB10A}" presName="dummy2b" presStyleCnt="0"/>
      <dgm:spPr/>
    </dgm:pt>
    <dgm:pt modelId="{F27B04BB-DC8F-4D96-83D1-8C29FD5715A5}" type="pres">
      <dgm:prSet presAssocID="{AFCDD79B-6171-4261-9E98-74F3F32FB10A}" presName="wedge2Tx" presStyleLbl="node1" presStyleIdx="1" presStyleCnt="3">
        <dgm:presLayoutVars>
          <dgm:chMax val="0"/>
          <dgm:chPref val="0"/>
          <dgm:bulletEnabled val="1"/>
        </dgm:presLayoutVars>
      </dgm:prSet>
      <dgm:spPr/>
    </dgm:pt>
    <dgm:pt modelId="{F8CCE82D-2FA6-4E25-B3D0-D58507FD9449}" type="pres">
      <dgm:prSet presAssocID="{AFCDD79B-6171-4261-9E98-74F3F32FB10A}" presName="wedge3" presStyleLbl="node1" presStyleIdx="2" presStyleCnt="3"/>
      <dgm:spPr/>
    </dgm:pt>
    <dgm:pt modelId="{CDE5FEEE-9552-468A-9A35-B53EB3660B8D}" type="pres">
      <dgm:prSet presAssocID="{AFCDD79B-6171-4261-9E98-74F3F32FB10A}" presName="dummy3a" presStyleCnt="0"/>
      <dgm:spPr/>
    </dgm:pt>
    <dgm:pt modelId="{518BC514-A323-4F8E-B6E9-3C77C93EEBB2}" type="pres">
      <dgm:prSet presAssocID="{AFCDD79B-6171-4261-9E98-74F3F32FB10A}" presName="dummy3b" presStyleCnt="0"/>
      <dgm:spPr/>
    </dgm:pt>
    <dgm:pt modelId="{86A24766-DAE2-47C9-AEE4-3A99117DD851}" type="pres">
      <dgm:prSet presAssocID="{AFCDD79B-6171-4261-9E98-74F3F32FB10A}" presName="wedge3Tx" presStyleLbl="node1" presStyleIdx="2" presStyleCnt="3">
        <dgm:presLayoutVars>
          <dgm:chMax val="0"/>
          <dgm:chPref val="0"/>
          <dgm:bulletEnabled val="1"/>
        </dgm:presLayoutVars>
      </dgm:prSet>
      <dgm:spPr/>
    </dgm:pt>
    <dgm:pt modelId="{2EF2A1A9-921D-4311-999C-EC4358BFB4DA}" type="pres">
      <dgm:prSet presAssocID="{336E8900-3037-4003-B2D5-0F7DB3C23DF4}" presName="arrowWedge1" presStyleLbl="fgSibTrans2D1" presStyleIdx="0" presStyleCnt="3"/>
      <dgm:spPr/>
    </dgm:pt>
    <dgm:pt modelId="{3B8D114D-6454-40D0-A3E1-689E3117C936}" type="pres">
      <dgm:prSet presAssocID="{A36FB1DD-98D6-4D14-A09C-38BB25D55B00}" presName="arrowWedge2" presStyleLbl="fgSibTrans2D1" presStyleIdx="1" presStyleCnt="3"/>
      <dgm:spPr/>
    </dgm:pt>
    <dgm:pt modelId="{1D709296-D933-4F21-A0C3-807286EB1D55}" type="pres">
      <dgm:prSet presAssocID="{5590FF9A-6CE3-4100-94F5-2A3911E4EDFD}" presName="arrowWedge3" presStyleLbl="fgSibTrans2D1" presStyleIdx="2" presStyleCnt="3"/>
      <dgm:spPr/>
    </dgm:pt>
  </dgm:ptLst>
  <dgm:cxnLst>
    <dgm:cxn modelId="{09397F0E-3744-4F23-9CC0-99D67F1B85BF}" srcId="{AFCDD79B-6171-4261-9E98-74F3F32FB10A}" destId="{C14A270F-501A-4A4C-86CA-68A3657AB69D}" srcOrd="1" destOrd="0" parTransId="{44DC6660-1CEB-405F-8215-E929F4398155}" sibTransId="{A36FB1DD-98D6-4D14-A09C-38BB25D55B00}"/>
    <dgm:cxn modelId="{C04A7010-63B9-48C3-B20E-10891CE62688}" type="presOf" srcId="{19C86BF6-9706-41FB-901A-9D4DA34852EA}" destId="{86A24766-DAE2-47C9-AEE4-3A99117DD851}" srcOrd="1" destOrd="0" presId="urn:microsoft.com/office/officeart/2005/8/layout/cycle8"/>
    <dgm:cxn modelId="{7E07EA67-A1CD-4C1C-96C8-A9D661D685C8}" type="presOf" srcId="{D7AEC9EB-8964-45BE-84DF-33B8B55C8C6A}" destId="{0D4965C8-3A66-4B0E-9770-2749F8763868}" srcOrd="1" destOrd="0" presId="urn:microsoft.com/office/officeart/2005/8/layout/cycle8"/>
    <dgm:cxn modelId="{58FDC451-9515-4790-9489-E0B090AEA748}" srcId="{AFCDD79B-6171-4261-9E98-74F3F32FB10A}" destId="{D7AEC9EB-8964-45BE-84DF-33B8B55C8C6A}" srcOrd="0" destOrd="0" parTransId="{083EB541-F31F-40F8-8985-70F9573AB89A}" sibTransId="{336E8900-3037-4003-B2D5-0F7DB3C23DF4}"/>
    <dgm:cxn modelId="{A738EF76-7AEF-4FE3-A29D-4BF95B0B8AD0}" type="presOf" srcId="{AFCDD79B-6171-4261-9E98-74F3F32FB10A}" destId="{371380D7-ECB3-4B60-BE16-751886D5A63D}" srcOrd="0" destOrd="0" presId="urn:microsoft.com/office/officeart/2005/8/layout/cycle8"/>
    <dgm:cxn modelId="{135D3357-567A-47DD-B05D-7DB5F8C10F15}" srcId="{AFCDD79B-6171-4261-9E98-74F3F32FB10A}" destId="{19C86BF6-9706-41FB-901A-9D4DA34852EA}" srcOrd="2" destOrd="0" parTransId="{E3C3EB8B-D058-4361-AE27-F164258B5800}" sibTransId="{5590FF9A-6CE3-4100-94F5-2A3911E4EDFD}"/>
    <dgm:cxn modelId="{D6D65E9F-86B5-48E9-A64A-F67F76DAF982}" type="presOf" srcId="{19C86BF6-9706-41FB-901A-9D4DA34852EA}" destId="{F8CCE82D-2FA6-4E25-B3D0-D58507FD9449}" srcOrd="0" destOrd="0" presId="urn:microsoft.com/office/officeart/2005/8/layout/cycle8"/>
    <dgm:cxn modelId="{D9099ED6-09EE-4952-AD68-E7CFF5A82EEF}" type="presOf" srcId="{D7AEC9EB-8964-45BE-84DF-33B8B55C8C6A}" destId="{4DA453E2-3281-4140-8E91-2B9E80AB8E9F}" srcOrd="0" destOrd="0" presId="urn:microsoft.com/office/officeart/2005/8/layout/cycle8"/>
    <dgm:cxn modelId="{B5A409D9-956C-4BD0-9788-AA0049BBC85E}" type="presOf" srcId="{C14A270F-501A-4A4C-86CA-68A3657AB69D}" destId="{0354D956-E80F-46DE-A9EA-9FF7DB975E3B}" srcOrd="0" destOrd="0" presId="urn:microsoft.com/office/officeart/2005/8/layout/cycle8"/>
    <dgm:cxn modelId="{918DB5F8-0B1A-441F-8300-FACB1E94C8F5}" type="presOf" srcId="{C14A270F-501A-4A4C-86CA-68A3657AB69D}" destId="{F27B04BB-DC8F-4D96-83D1-8C29FD5715A5}" srcOrd="1" destOrd="0" presId="urn:microsoft.com/office/officeart/2005/8/layout/cycle8"/>
    <dgm:cxn modelId="{1B9E0960-B2E2-4365-86A7-2E0D63A6C7A8}" type="presParOf" srcId="{371380D7-ECB3-4B60-BE16-751886D5A63D}" destId="{4DA453E2-3281-4140-8E91-2B9E80AB8E9F}" srcOrd="0" destOrd="0" presId="urn:microsoft.com/office/officeart/2005/8/layout/cycle8"/>
    <dgm:cxn modelId="{F30751A8-A5AF-409B-AF9A-8FCFA865B8EE}" type="presParOf" srcId="{371380D7-ECB3-4B60-BE16-751886D5A63D}" destId="{6CC65558-05F5-43BC-A432-E1368D805ED8}" srcOrd="1" destOrd="0" presId="urn:microsoft.com/office/officeart/2005/8/layout/cycle8"/>
    <dgm:cxn modelId="{9F2D2166-DD51-4013-814A-E4B0F5F6C9A4}" type="presParOf" srcId="{371380D7-ECB3-4B60-BE16-751886D5A63D}" destId="{08F3720E-0D4D-477C-908D-91FC402A6020}" srcOrd="2" destOrd="0" presId="urn:microsoft.com/office/officeart/2005/8/layout/cycle8"/>
    <dgm:cxn modelId="{2DA5EDBD-10B1-4379-9EDB-61C65CC9674D}" type="presParOf" srcId="{371380D7-ECB3-4B60-BE16-751886D5A63D}" destId="{0D4965C8-3A66-4B0E-9770-2749F8763868}" srcOrd="3" destOrd="0" presId="urn:microsoft.com/office/officeart/2005/8/layout/cycle8"/>
    <dgm:cxn modelId="{4FAD9F43-54F7-4700-9D8A-67F578970A16}" type="presParOf" srcId="{371380D7-ECB3-4B60-BE16-751886D5A63D}" destId="{0354D956-E80F-46DE-A9EA-9FF7DB975E3B}" srcOrd="4" destOrd="0" presId="urn:microsoft.com/office/officeart/2005/8/layout/cycle8"/>
    <dgm:cxn modelId="{716770E6-BBBF-4826-B15D-6CC2DF9F3FF3}" type="presParOf" srcId="{371380D7-ECB3-4B60-BE16-751886D5A63D}" destId="{410847B6-C2E1-4D2F-8C55-314358D4B929}" srcOrd="5" destOrd="0" presId="urn:microsoft.com/office/officeart/2005/8/layout/cycle8"/>
    <dgm:cxn modelId="{6C5B7F26-5F96-4917-9273-C3D2B7090A52}" type="presParOf" srcId="{371380D7-ECB3-4B60-BE16-751886D5A63D}" destId="{7812DFC8-A79A-4A77-852E-6F87A2543404}" srcOrd="6" destOrd="0" presId="urn:microsoft.com/office/officeart/2005/8/layout/cycle8"/>
    <dgm:cxn modelId="{1961DF3E-03DA-4313-B084-75D890611568}" type="presParOf" srcId="{371380D7-ECB3-4B60-BE16-751886D5A63D}" destId="{F27B04BB-DC8F-4D96-83D1-8C29FD5715A5}" srcOrd="7" destOrd="0" presId="urn:microsoft.com/office/officeart/2005/8/layout/cycle8"/>
    <dgm:cxn modelId="{8E4440FA-C7B3-4003-B5E8-E82BEF68F111}" type="presParOf" srcId="{371380D7-ECB3-4B60-BE16-751886D5A63D}" destId="{F8CCE82D-2FA6-4E25-B3D0-D58507FD9449}" srcOrd="8" destOrd="0" presId="urn:microsoft.com/office/officeart/2005/8/layout/cycle8"/>
    <dgm:cxn modelId="{D006AC21-DD1D-4EC9-B560-E85CE69EA293}" type="presParOf" srcId="{371380D7-ECB3-4B60-BE16-751886D5A63D}" destId="{CDE5FEEE-9552-468A-9A35-B53EB3660B8D}" srcOrd="9" destOrd="0" presId="urn:microsoft.com/office/officeart/2005/8/layout/cycle8"/>
    <dgm:cxn modelId="{9C62E0E4-732D-46F0-839B-05C07C428F90}" type="presParOf" srcId="{371380D7-ECB3-4B60-BE16-751886D5A63D}" destId="{518BC514-A323-4F8E-B6E9-3C77C93EEBB2}" srcOrd="10" destOrd="0" presId="urn:microsoft.com/office/officeart/2005/8/layout/cycle8"/>
    <dgm:cxn modelId="{6E31999A-FC45-4E72-BF36-F7863950044A}" type="presParOf" srcId="{371380D7-ECB3-4B60-BE16-751886D5A63D}" destId="{86A24766-DAE2-47C9-AEE4-3A99117DD851}" srcOrd="11" destOrd="0" presId="urn:microsoft.com/office/officeart/2005/8/layout/cycle8"/>
    <dgm:cxn modelId="{B9DF0F8B-F21D-4121-8ADA-75F3B3ECB950}" type="presParOf" srcId="{371380D7-ECB3-4B60-BE16-751886D5A63D}" destId="{2EF2A1A9-921D-4311-999C-EC4358BFB4DA}" srcOrd="12" destOrd="0" presId="urn:microsoft.com/office/officeart/2005/8/layout/cycle8"/>
    <dgm:cxn modelId="{9D5DFADB-D9FC-47B8-B6CD-B5D9D4456948}" type="presParOf" srcId="{371380D7-ECB3-4B60-BE16-751886D5A63D}" destId="{3B8D114D-6454-40D0-A3E1-689E3117C936}" srcOrd="13" destOrd="0" presId="urn:microsoft.com/office/officeart/2005/8/layout/cycle8"/>
    <dgm:cxn modelId="{35124145-8D35-4E9A-A514-7E953CA036C5}" type="presParOf" srcId="{371380D7-ECB3-4B60-BE16-751886D5A63D}" destId="{1D709296-D933-4F21-A0C3-807286EB1D55}"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FBF353-903D-40BD-BEB2-130C98466F86}" type="doc">
      <dgm:prSet loTypeId="urn:microsoft.com/office/officeart/2005/8/layout/radial4" loCatId="relationship" qsTypeId="urn:microsoft.com/office/officeart/2005/8/quickstyle/simple1" qsCatId="simple" csTypeId="urn:microsoft.com/office/officeart/2005/8/colors/colorful4" csCatId="colorful" phldr="1"/>
      <dgm:spPr/>
      <dgm:t>
        <a:bodyPr/>
        <a:lstStyle/>
        <a:p>
          <a:endParaRPr lang="en-US"/>
        </a:p>
      </dgm:t>
    </dgm:pt>
    <dgm:pt modelId="{03AC1DC4-4C9A-4FF9-A6B1-F082131BD366}">
      <dgm:prSet phldrT="[Text]" custT="1"/>
      <dgm:spPr>
        <a:xfrm>
          <a:off x="2506738" y="1857625"/>
          <a:ext cx="1773403" cy="1773403"/>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200">
              <a:solidFill>
                <a:sysClr val="window" lastClr="FFFFFF"/>
              </a:solidFill>
              <a:latin typeface="Calibri" panose="020F0502020204030204"/>
              <a:ea typeface="+mn-ea"/>
              <a:cs typeface="+mn-cs"/>
            </a:rPr>
            <a:t>GPAS &amp;Billing Projects</a:t>
          </a:r>
        </a:p>
      </dgm:t>
    </dgm:pt>
    <dgm:pt modelId="{B93F8B0A-8153-441A-AAF5-E2CFBFAA3F54}" type="parTrans" cxnId="{2A946EE9-0706-43C3-B96D-203786BA03DB}">
      <dgm:prSet/>
      <dgm:spPr/>
      <dgm:t>
        <a:bodyPr/>
        <a:lstStyle/>
        <a:p>
          <a:endParaRPr lang="en-US" sz="1100"/>
        </a:p>
      </dgm:t>
    </dgm:pt>
    <dgm:pt modelId="{22D0CD32-A508-4B0D-8401-99BF5E25418C}" type="sibTrans" cxnId="{2A946EE9-0706-43C3-B96D-203786BA03DB}">
      <dgm:prSet/>
      <dgm:spPr/>
      <dgm:t>
        <a:bodyPr/>
        <a:lstStyle/>
        <a:p>
          <a:endParaRPr lang="en-US" sz="1100"/>
        </a:p>
      </dgm:t>
    </dgm:pt>
    <dgm:pt modelId="{55D0D302-1887-4637-89B3-A7B1DDC72455}">
      <dgm:prSet phldrT="[Text]" custT="1"/>
      <dgm:spPr>
        <a:xfrm>
          <a:off x="345692" y="1479503"/>
          <a:ext cx="1684733" cy="1347786"/>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Screen Scheme</a:t>
          </a:r>
        </a:p>
      </dgm:t>
    </dgm:pt>
    <dgm:pt modelId="{4E7748AB-59E0-4B1E-A1A4-7FC5AC686413}" type="parTrans" cxnId="{FF3BE514-3E7B-4B99-953B-F6C5C991435D}">
      <dgm:prSet/>
      <dgm:spPr>
        <a:xfrm rot="11700000">
          <a:off x="1165575" y="2071464"/>
          <a:ext cx="1319670" cy="505420"/>
        </a:xfrm>
        <a:prstGeom prst="leftArrow">
          <a:avLst>
            <a:gd name="adj1" fmla="val 60000"/>
            <a:gd name="adj2" fmla="val 50000"/>
          </a:avLst>
        </a:prstGeom>
        <a:solidFill>
          <a:srgbClr val="FFC000">
            <a:hueOff val="0"/>
            <a:satOff val="0"/>
            <a:lumOff val="0"/>
            <a:alphaOff val="0"/>
          </a:srgbClr>
        </a:solidFill>
        <a:ln>
          <a:noFill/>
        </a:ln>
        <a:effectLst/>
      </dgm:spPr>
      <dgm:t>
        <a:bodyPr/>
        <a:lstStyle/>
        <a:p>
          <a:endParaRPr lang="en-US" sz="1100"/>
        </a:p>
      </dgm:t>
    </dgm:pt>
    <dgm:pt modelId="{58F9B71C-C282-4723-B68A-A0D5C22C5E83}" type="sibTrans" cxnId="{FF3BE514-3E7B-4B99-953B-F6C5C991435D}">
      <dgm:prSet/>
      <dgm:spPr/>
      <dgm:t>
        <a:bodyPr/>
        <a:lstStyle/>
        <a:p>
          <a:endParaRPr lang="en-US" sz="1100"/>
        </a:p>
      </dgm:t>
    </dgm:pt>
    <dgm:pt modelId="{1F8FE0E2-1B2B-4B9A-B1F4-00E3ECF61639}">
      <dgm:prSet phldrT="[Text]" custT="1"/>
      <dgm:spPr>
        <a:xfrm>
          <a:off x="1586160" y="1171"/>
          <a:ext cx="1684733" cy="1347786"/>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400">
              <a:solidFill>
                <a:sysClr val="window" lastClr="FFFFFF"/>
              </a:solidFill>
              <a:latin typeface="Calibri" panose="020F0502020204030204"/>
              <a:ea typeface="+mn-ea"/>
              <a:cs typeface="+mn-cs"/>
            </a:rPr>
            <a:t>Workflow Scheme </a:t>
          </a:r>
        </a:p>
      </dgm:t>
    </dgm:pt>
    <dgm:pt modelId="{BA133C28-335C-490A-ADAC-4531B24E215E}" type="parTrans" cxnId="{3F300387-416E-4957-9F09-1429225AC4C4}">
      <dgm:prSet/>
      <dgm:spPr>
        <a:xfrm rot="14700000">
          <a:off x="2047550" y="1020368"/>
          <a:ext cx="1319670" cy="505420"/>
        </a:xfrm>
        <a:prstGeom prst="leftArrow">
          <a:avLst>
            <a:gd name="adj1" fmla="val 60000"/>
            <a:gd name="adj2" fmla="val 50000"/>
          </a:avLst>
        </a:prstGeom>
        <a:solidFill>
          <a:srgbClr val="FFC000">
            <a:hueOff val="3266964"/>
            <a:satOff val="-13592"/>
            <a:lumOff val="3203"/>
            <a:alphaOff val="0"/>
          </a:srgbClr>
        </a:solidFill>
        <a:ln>
          <a:noFill/>
        </a:ln>
        <a:effectLst/>
      </dgm:spPr>
      <dgm:t>
        <a:bodyPr/>
        <a:lstStyle/>
        <a:p>
          <a:endParaRPr lang="en-US" sz="1100"/>
        </a:p>
      </dgm:t>
    </dgm:pt>
    <dgm:pt modelId="{6787CB37-7689-45AE-A705-B6C079723505}" type="sibTrans" cxnId="{3F300387-416E-4957-9F09-1429225AC4C4}">
      <dgm:prSet/>
      <dgm:spPr/>
      <dgm:t>
        <a:bodyPr/>
        <a:lstStyle/>
        <a:p>
          <a:endParaRPr lang="en-US" sz="1100"/>
        </a:p>
      </dgm:t>
    </dgm:pt>
    <dgm:pt modelId="{A006A511-38AB-4B8F-A656-98E009C37F3C}">
      <dgm:prSet phldrT="[Text]" custT="1"/>
      <dgm:spPr>
        <a:xfrm>
          <a:off x="3515986" y="1171"/>
          <a:ext cx="1684733" cy="1347786"/>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Issue type Scheme</a:t>
          </a:r>
        </a:p>
      </dgm:t>
    </dgm:pt>
    <dgm:pt modelId="{059237EA-7920-4F8B-82F3-F04C5363CB4A}" type="parTrans" cxnId="{CFAD7FB7-5E04-42B3-A72E-05C573B898AC}">
      <dgm:prSet/>
      <dgm:spPr>
        <a:xfrm rot="17700000">
          <a:off x="3419659" y="1020368"/>
          <a:ext cx="1319670" cy="505420"/>
        </a:xfrm>
        <a:prstGeom prst="leftArrow">
          <a:avLst>
            <a:gd name="adj1" fmla="val 60000"/>
            <a:gd name="adj2" fmla="val 50000"/>
          </a:avLst>
        </a:prstGeom>
        <a:solidFill>
          <a:srgbClr val="FFC000">
            <a:hueOff val="6533927"/>
            <a:satOff val="-27185"/>
            <a:lumOff val="6405"/>
            <a:alphaOff val="0"/>
          </a:srgbClr>
        </a:solidFill>
        <a:ln>
          <a:noFill/>
        </a:ln>
        <a:effectLst/>
      </dgm:spPr>
      <dgm:t>
        <a:bodyPr/>
        <a:lstStyle/>
        <a:p>
          <a:endParaRPr lang="en-US" sz="1100"/>
        </a:p>
      </dgm:t>
    </dgm:pt>
    <dgm:pt modelId="{ECA1F103-D7CE-4ED2-A74A-6F79F985F3A1}" type="sibTrans" cxnId="{CFAD7FB7-5E04-42B3-A72E-05C573B898AC}">
      <dgm:prSet/>
      <dgm:spPr/>
      <dgm:t>
        <a:bodyPr/>
        <a:lstStyle/>
        <a:p>
          <a:endParaRPr lang="en-US" sz="1100"/>
        </a:p>
      </dgm:t>
    </dgm:pt>
    <dgm:pt modelId="{BF6E6E66-DE76-4C9D-B262-EA067695302F}">
      <dgm:prSet phldrT="[Text]" custT="1"/>
      <dgm:spPr>
        <a:xfrm>
          <a:off x="4756454" y="1479503"/>
          <a:ext cx="1684733" cy="1347786"/>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Permission Scheme</a:t>
          </a:r>
        </a:p>
      </dgm:t>
    </dgm:pt>
    <dgm:pt modelId="{59E5D871-3A95-4B3A-87BB-D90043DBC512}" type="parTrans" cxnId="{27BBF8D0-A53F-4753-B96A-48873573B900}">
      <dgm:prSet/>
      <dgm:spPr>
        <a:xfrm rot="20700000">
          <a:off x="4301634" y="2071464"/>
          <a:ext cx="1319670" cy="505420"/>
        </a:xfrm>
        <a:prstGeom prst="leftArrow">
          <a:avLst>
            <a:gd name="adj1" fmla="val 60000"/>
            <a:gd name="adj2" fmla="val 50000"/>
          </a:avLst>
        </a:prstGeom>
        <a:solidFill>
          <a:srgbClr val="FFC000">
            <a:hueOff val="9800891"/>
            <a:satOff val="-40777"/>
            <a:lumOff val="9608"/>
            <a:alphaOff val="0"/>
          </a:srgbClr>
        </a:solidFill>
        <a:ln>
          <a:noFill/>
        </a:ln>
        <a:effectLst/>
      </dgm:spPr>
      <dgm:t>
        <a:bodyPr/>
        <a:lstStyle/>
        <a:p>
          <a:endParaRPr lang="en-US" sz="1100"/>
        </a:p>
      </dgm:t>
    </dgm:pt>
    <dgm:pt modelId="{8E9CF077-4420-41EA-9A64-7EFDF6810BD3}" type="sibTrans" cxnId="{27BBF8D0-A53F-4753-B96A-48873573B900}">
      <dgm:prSet/>
      <dgm:spPr/>
      <dgm:t>
        <a:bodyPr/>
        <a:lstStyle/>
        <a:p>
          <a:endParaRPr lang="en-US" sz="1100"/>
        </a:p>
      </dgm:t>
    </dgm:pt>
    <dgm:pt modelId="{51EAF4A3-BA85-47E9-8E75-5DFE7D3409FC}" type="pres">
      <dgm:prSet presAssocID="{AFFBF353-903D-40BD-BEB2-130C98466F86}" presName="cycle" presStyleCnt="0">
        <dgm:presLayoutVars>
          <dgm:chMax val="1"/>
          <dgm:dir/>
          <dgm:animLvl val="ctr"/>
          <dgm:resizeHandles val="exact"/>
        </dgm:presLayoutVars>
      </dgm:prSet>
      <dgm:spPr/>
    </dgm:pt>
    <dgm:pt modelId="{244D5EAB-123E-4D5A-A262-13CDE59567C2}" type="pres">
      <dgm:prSet presAssocID="{03AC1DC4-4C9A-4FF9-A6B1-F082131BD366}" presName="centerShape" presStyleLbl="node0" presStyleIdx="0" presStyleCnt="1"/>
      <dgm:spPr/>
    </dgm:pt>
    <dgm:pt modelId="{9EAA05B6-5F48-4FFF-9CAB-AEE2035D3A80}" type="pres">
      <dgm:prSet presAssocID="{4E7748AB-59E0-4B1E-A1A4-7FC5AC686413}" presName="parTrans" presStyleLbl="bgSibTrans2D1" presStyleIdx="0" presStyleCnt="4"/>
      <dgm:spPr/>
    </dgm:pt>
    <dgm:pt modelId="{D45FD9C1-8FB7-43FB-9711-B4F482119DD6}" type="pres">
      <dgm:prSet presAssocID="{55D0D302-1887-4637-89B3-A7B1DDC72455}" presName="node" presStyleLbl="node1" presStyleIdx="0" presStyleCnt="4">
        <dgm:presLayoutVars>
          <dgm:bulletEnabled val="1"/>
        </dgm:presLayoutVars>
      </dgm:prSet>
      <dgm:spPr/>
    </dgm:pt>
    <dgm:pt modelId="{AD713CD3-BC53-4EEE-8CA8-E0AC8E4FED03}" type="pres">
      <dgm:prSet presAssocID="{BA133C28-335C-490A-ADAC-4531B24E215E}" presName="parTrans" presStyleLbl="bgSibTrans2D1" presStyleIdx="1" presStyleCnt="4"/>
      <dgm:spPr/>
    </dgm:pt>
    <dgm:pt modelId="{3B362ECC-A07A-42B8-A77D-28116B805C51}" type="pres">
      <dgm:prSet presAssocID="{1F8FE0E2-1B2B-4B9A-B1F4-00E3ECF61639}" presName="node" presStyleLbl="node1" presStyleIdx="1" presStyleCnt="4">
        <dgm:presLayoutVars>
          <dgm:bulletEnabled val="1"/>
        </dgm:presLayoutVars>
      </dgm:prSet>
      <dgm:spPr/>
    </dgm:pt>
    <dgm:pt modelId="{1135F66E-3740-455D-A8E1-478EF7F6D1F5}" type="pres">
      <dgm:prSet presAssocID="{059237EA-7920-4F8B-82F3-F04C5363CB4A}" presName="parTrans" presStyleLbl="bgSibTrans2D1" presStyleIdx="2" presStyleCnt="4"/>
      <dgm:spPr/>
    </dgm:pt>
    <dgm:pt modelId="{3AC11AB2-6111-4154-B785-5FDF92D95596}" type="pres">
      <dgm:prSet presAssocID="{A006A511-38AB-4B8F-A656-98E009C37F3C}" presName="node" presStyleLbl="node1" presStyleIdx="2" presStyleCnt="4">
        <dgm:presLayoutVars>
          <dgm:bulletEnabled val="1"/>
        </dgm:presLayoutVars>
      </dgm:prSet>
      <dgm:spPr/>
    </dgm:pt>
    <dgm:pt modelId="{74B2A6FF-F88D-44FF-868C-D473894F6707}" type="pres">
      <dgm:prSet presAssocID="{59E5D871-3A95-4B3A-87BB-D90043DBC512}" presName="parTrans" presStyleLbl="bgSibTrans2D1" presStyleIdx="3" presStyleCnt="4"/>
      <dgm:spPr/>
    </dgm:pt>
    <dgm:pt modelId="{07CA60F8-E113-4AB8-A545-4AD60179123F}" type="pres">
      <dgm:prSet presAssocID="{BF6E6E66-DE76-4C9D-B262-EA067695302F}" presName="node" presStyleLbl="node1" presStyleIdx="3" presStyleCnt="4">
        <dgm:presLayoutVars>
          <dgm:bulletEnabled val="1"/>
        </dgm:presLayoutVars>
      </dgm:prSet>
      <dgm:spPr/>
    </dgm:pt>
  </dgm:ptLst>
  <dgm:cxnLst>
    <dgm:cxn modelId="{EC53B70A-F0CC-46A5-8814-F210FA66B9DB}" type="presOf" srcId="{4E7748AB-59E0-4B1E-A1A4-7FC5AC686413}" destId="{9EAA05B6-5F48-4FFF-9CAB-AEE2035D3A80}" srcOrd="0" destOrd="0" presId="urn:microsoft.com/office/officeart/2005/8/layout/radial4"/>
    <dgm:cxn modelId="{FF3BE514-3E7B-4B99-953B-F6C5C991435D}" srcId="{03AC1DC4-4C9A-4FF9-A6B1-F082131BD366}" destId="{55D0D302-1887-4637-89B3-A7B1DDC72455}" srcOrd="0" destOrd="0" parTransId="{4E7748AB-59E0-4B1E-A1A4-7FC5AC686413}" sibTransId="{58F9B71C-C282-4723-B68A-A0D5C22C5E83}"/>
    <dgm:cxn modelId="{B0273A2A-F148-44DC-9BAD-3B327F769777}" type="presOf" srcId="{AFFBF353-903D-40BD-BEB2-130C98466F86}" destId="{51EAF4A3-BA85-47E9-8E75-5DFE7D3409FC}" srcOrd="0" destOrd="0" presId="urn:microsoft.com/office/officeart/2005/8/layout/radial4"/>
    <dgm:cxn modelId="{FA346654-8961-40CF-B21F-816805F2FB0E}" type="presOf" srcId="{03AC1DC4-4C9A-4FF9-A6B1-F082131BD366}" destId="{244D5EAB-123E-4D5A-A262-13CDE59567C2}" srcOrd="0" destOrd="0" presId="urn:microsoft.com/office/officeart/2005/8/layout/radial4"/>
    <dgm:cxn modelId="{45FB607C-CA72-4104-8A6C-BFE4FEDD1252}" type="presOf" srcId="{1F8FE0E2-1B2B-4B9A-B1F4-00E3ECF61639}" destId="{3B362ECC-A07A-42B8-A77D-28116B805C51}" srcOrd="0" destOrd="0" presId="urn:microsoft.com/office/officeart/2005/8/layout/radial4"/>
    <dgm:cxn modelId="{202F857D-35CC-4444-B8C8-E1F41EE7C3F6}" type="presOf" srcId="{A006A511-38AB-4B8F-A656-98E009C37F3C}" destId="{3AC11AB2-6111-4154-B785-5FDF92D95596}" srcOrd="0" destOrd="0" presId="urn:microsoft.com/office/officeart/2005/8/layout/radial4"/>
    <dgm:cxn modelId="{BBA38C7D-68CD-4397-BD89-770E17B46D72}" type="presOf" srcId="{59E5D871-3A95-4B3A-87BB-D90043DBC512}" destId="{74B2A6FF-F88D-44FF-868C-D473894F6707}" srcOrd="0" destOrd="0" presId="urn:microsoft.com/office/officeart/2005/8/layout/radial4"/>
    <dgm:cxn modelId="{3F300387-416E-4957-9F09-1429225AC4C4}" srcId="{03AC1DC4-4C9A-4FF9-A6B1-F082131BD366}" destId="{1F8FE0E2-1B2B-4B9A-B1F4-00E3ECF61639}" srcOrd="1" destOrd="0" parTransId="{BA133C28-335C-490A-ADAC-4531B24E215E}" sibTransId="{6787CB37-7689-45AE-A705-B6C079723505}"/>
    <dgm:cxn modelId="{A33E988D-311D-45D0-8E7C-96D7C9D7BC56}" type="presOf" srcId="{059237EA-7920-4F8B-82F3-F04C5363CB4A}" destId="{1135F66E-3740-455D-A8E1-478EF7F6D1F5}" srcOrd="0" destOrd="0" presId="urn:microsoft.com/office/officeart/2005/8/layout/radial4"/>
    <dgm:cxn modelId="{E863449D-6766-4BB3-922A-390409AD7BB3}" type="presOf" srcId="{55D0D302-1887-4637-89B3-A7B1DDC72455}" destId="{D45FD9C1-8FB7-43FB-9711-B4F482119DD6}" srcOrd="0" destOrd="0" presId="urn:microsoft.com/office/officeart/2005/8/layout/radial4"/>
    <dgm:cxn modelId="{CFAD7FB7-5E04-42B3-A72E-05C573B898AC}" srcId="{03AC1DC4-4C9A-4FF9-A6B1-F082131BD366}" destId="{A006A511-38AB-4B8F-A656-98E009C37F3C}" srcOrd="2" destOrd="0" parTransId="{059237EA-7920-4F8B-82F3-F04C5363CB4A}" sibTransId="{ECA1F103-D7CE-4ED2-A74A-6F79F985F3A1}"/>
    <dgm:cxn modelId="{27BBF8D0-A53F-4753-B96A-48873573B900}" srcId="{03AC1DC4-4C9A-4FF9-A6B1-F082131BD366}" destId="{BF6E6E66-DE76-4C9D-B262-EA067695302F}" srcOrd="3" destOrd="0" parTransId="{59E5D871-3A95-4B3A-87BB-D90043DBC512}" sibTransId="{8E9CF077-4420-41EA-9A64-7EFDF6810BD3}"/>
    <dgm:cxn modelId="{72A17DD1-DA97-4778-A4DB-2C67A0F02BC1}" type="presOf" srcId="{BF6E6E66-DE76-4C9D-B262-EA067695302F}" destId="{07CA60F8-E113-4AB8-A545-4AD60179123F}" srcOrd="0" destOrd="0" presId="urn:microsoft.com/office/officeart/2005/8/layout/radial4"/>
    <dgm:cxn modelId="{088874D9-51AB-44AD-BE36-7CE5A610A9D4}" type="presOf" srcId="{BA133C28-335C-490A-ADAC-4531B24E215E}" destId="{AD713CD3-BC53-4EEE-8CA8-E0AC8E4FED03}" srcOrd="0" destOrd="0" presId="urn:microsoft.com/office/officeart/2005/8/layout/radial4"/>
    <dgm:cxn modelId="{2A946EE9-0706-43C3-B96D-203786BA03DB}" srcId="{AFFBF353-903D-40BD-BEB2-130C98466F86}" destId="{03AC1DC4-4C9A-4FF9-A6B1-F082131BD366}" srcOrd="0" destOrd="0" parTransId="{B93F8B0A-8153-441A-AAF5-E2CFBFAA3F54}" sibTransId="{22D0CD32-A508-4B0D-8401-99BF5E25418C}"/>
    <dgm:cxn modelId="{38919BF4-4658-4F6A-AB9D-C4AEFB8B8DE7}" type="presParOf" srcId="{51EAF4A3-BA85-47E9-8E75-5DFE7D3409FC}" destId="{244D5EAB-123E-4D5A-A262-13CDE59567C2}" srcOrd="0" destOrd="0" presId="urn:microsoft.com/office/officeart/2005/8/layout/radial4"/>
    <dgm:cxn modelId="{73E93B06-3AC8-4DFE-996F-23944B6D3A6B}" type="presParOf" srcId="{51EAF4A3-BA85-47E9-8E75-5DFE7D3409FC}" destId="{9EAA05B6-5F48-4FFF-9CAB-AEE2035D3A80}" srcOrd="1" destOrd="0" presId="urn:microsoft.com/office/officeart/2005/8/layout/radial4"/>
    <dgm:cxn modelId="{6486E135-0624-455E-AD5F-C999377C19B4}" type="presParOf" srcId="{51EAF4A3-BA85-47E9-8E75-5DFE7D3409FC}" destId="{D45FD9C1-8FB7-43FB-9711-B4F482119DD6}" srcOrd="2" destOrd="0" presId="urn:microsoft.com/office/officeart/2005/8/layout/radial4"/>
    <dgm:cxn modelId="{56319485-2B92-4076-86E8-0480B326C1B0}" type="presParOf" srcId="{51EAF4A3-BA85-47E9-8E75-5DFE7D3409FC}" destId="{AD713CD3-BC53-4EEE-8CA8-E0AC8E4FED03}" srcOrd="3" destOrd="0" presId="urn:microsoft.com/office/officeart/2005/8/layout/radial4"/>
    <dgm:cxn modelId="{44DEE3AD-8FC7-4E7F-B1BA-32B317FC7A3C}" type="presParOf" srcId="{51EAF4A3-BA85-47E9-8E75-5DFE7D3409FC}" destId="{3B362ECC-A07A-42B8-A77D-28116B805C51}" srcOrd="4" destOrd="0" presId="urn:microsoft.com/office/officeart/2005/8/layout/radial4"/>
    <dgm:cxn modelId="{F56984B8-ABB1-4364-B155-67325CA9E39A}" type="presParOf" srcId="{51EAF4A3-BA85-47E9-8E75-5DFE7D3409FC}" destId="{1135F66E-3740-455D-A8E1-478EF7F6D1F5}" srcOrd="5" destOrd="0" presId="urn:microsoft.com/office/officeart/2005/8/layout/radial4"/>
    <dgm:cxn modelId="{9526F39C-E933-4A7C-8DE4-60264C6D1528}" type="presParOf" srcId="{51EAF4A3-BA85-47E9-8E75-5DFE7D3409FC}" destId="{3AC11AB2-6111-4154-B785-5FDF92D95596}" srcOrd="6" destOrd="0" presId="urn:microsoft.com/office/officeart/2005/8/layout/radial4"/>
    <dgm:cxn modelId="{A05B68B4-0C9F-4557-85D4-B8819A34B43B}" type="presParOf" srcId="{51EAF4A3-BA85-47E9-8E75-5DFE7D3409FC}" destId="{74B2A6FF-F88D-44FF-868C-D473894F6707}" srcOrd="7" destOrd="0" presId="urn:microsoft.com/office/officeart/2005/8/layout/radial4"/>
    <dgm:cxn modelId="{E99E9F38-4B39-4B3A-A0CB-BD3D1D780F79}" type="presParOf" srcId="{51EAF4A3-BA85-47E9-8E75-5DFE7D3409FC}" destId="{07CA60F8-E113-4AB8-A545-4AD60179123F}"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INCEPTION 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554293" y="927685"/>
          <a:ext cx="84872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554293" y="631814"/>
          <a:ext cx="72699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554293" y="335942"/>
          <a:ext cx="84872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131620" y="209140"/>
          <a:ext cx="845346" cy="845346"/>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283782" y="506475"/>
          <a:ext cx="541021" cy="27896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444500">
            <a:lnSpc>
              <a:spcPct val="90000"/>
            </a:lnSpc>
            <a:spcBef>
              <a:spcPct val="0"/>
            </a:spcBef>
            <a:spcAft>
              <a:spcPct val="35000"/>
            </a:spcAft>
            <a:buNone/>
          </a:pPr>
          <a:r>
            <a:rPr lang="en-IN" sz="1000" b="1" i="1" kern="1200"/>
            <a:t>BUILD PHASE</a:t>
          </a:r>
          <a:endParaRPr lang="en-US" sz="1000" b="1" i="1" kern="1200"/>
        </a:p>
      </dsp:txBody>
      <dsp:txXfrm>
        <a:off x="283782" y="506475"/>
        <a:ext cx="541021" cy="278964"/>
      </dsp:txXfrm>
    </dsp:sp>
    <dsp:sp modelId="{A930FCCC-F876-4499-9C60-4FA91F418457}">
      <dsp:nvSpPr>
        <dsp:cNvPr id="0" name=""/>
        <dsp:cNvSpPr/>
      </dsp:nvSpPr>
      <dsp:spPr>
        <a:xfrm>
          <a:off x="1276218" y="209140"/>
          <a:ext cx="253603" cy="253603"/>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1529822" y="209140"/>
          <a:ext cx="29248" cy="253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529822" y="209140"/>
        <a:ext cx="29248" cy="253603"/>
      </dsp:txXfrm>
    </dsp:sp>
    <dsp:sp modelId="{2592A582-700C-440E-8CBB-793EE085B62E}">
      <dsp:nvSpPr>
        <dsp:cNvPr id="0" name=""/>
        <dsp:cNvSpPr/>
      </dsp:nvSpPr>
      <dsp:spPr>
        <a:xfrm>
          <a:off x="1154489" y="505012"/>
          <a:ext cx="253603" cy="253603"/>
        </a:xfrm>
        <a:prstGeom prst="ellipse">
          <a:avLst/>
        </a:prstGeom>
        <a:solidFill>
          <a:srgbClr val="272936"/>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1408092" y="505012"/>
          <a:ext cx="41421" cy="253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408092" y="505012"/>
        <a:ext cx="41421" cy="253603"/>
      </dsp:txXfrm>
    </dsp:sp>
    <dsp:sp modelId="{21BC1008-D677-45CE-BE75-8F26BAFF4C68}">
      <dsp:nvSpPr>
        <dsp:cNvPr id="0" name=""/>
        <dsp:cNvSpPr/>
      </dsp:nvSpPr>
      <dsp:spPr>
        <a:xfrm>
          <a:off x="1276218" y="800883"/>
          <a:ext cx="253603" cy="253603"/>
        </a:xfrm>
        <a:prstGeom prst="ellipse">
          <a:avLst/>
        </a:prstGeom>
        <a:solidFill>
          <a:srgbClr val="0070AD">
            <a:lumMod val="7500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1529822" y="800883"/>
          <a:ext cx="29248" cy="253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529822" y="800883"/>
        <a:ext cx="29248" cy="2536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A453E2-3281-4140-8E91-2B9E80AB8E9F}">
      <dsp:nvSpPr>
        <dsp:cNvPr id="0" name=""/>
        <dsp:cNvSpPr/>
      </dsp:nvSpPr>
      <dsp:spPr>
        <a:xfrm>
          <a:off x="957861" y="259787"/>
          <a:ext cx="3357254" cy="3357254"/>
        </a:xfrm>
        <a:prstGeom prst="pie">
          <a:avLst>
            <a:gd name="adj1" fmla="val 16200000"/>
            <a:gd name="adj2" fmla="val 180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dirty="0"/>
            <a:t> </a:t>
          </a:r>
        </a:p>
      </dsp:txBody>
      <dsp:txXfrm>
        <a:off x="2727214" y="971205"/>
        <a:ext cx="1199019" cy="999182"/>
      </dsp:txXfrm>
    </dsp:sp>
    <dsp:sp modelId="{0354D956-E80F-46DE-A9EA-9FF7DB975E3B}">
      <dsp:nvSpPr>
        <dsp:cNvPr id="0" name=""/>
        <dsp:cNvSpPr/>
      </dsp:nvSpPr>
      <dsp:spPr>
        <a:xfrm>
          <a:off x="888717" y="379689"/>
          <a:ext cx="3357254" cy="3357254"/>
        </a:xfrm>
        <a:prstGeom prst="pie">
          <a:avLst>
            <a:gd name="adj1" fmla="val 1800000"/>
            <a:gd name="adj2" fmla="val 9000000"/>
          </a:avLst>
        </a:prstGeom>
        <a:solidFill>
          <a:schemeClr val="accent2">
            <a:hueOff val="2534658"/>
            <a:satOff val="-6506"/>
            <a:lumOff val="-1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dirty="0"/>
            <a:t> </a:t>
          </a:r>
        </a:p>
      </dsp:txBody>
      <dsp:txXfrm>
        <a:off x="1688064" y="2557907"/>
        <a:ext cx="1798528" cy="879280"/>
      </dsp:txXfrm>
    </dsp:sp>
    <dsp:sp modelId="{F8CCE82D-2FA6-4E25-B3D0-D58507FD9449}">
      <dsp:nvSpPr>
        <dsp:cNvPr id="0" name=""/>
        <dsp:cNvSpPr/>
      </dsp:nvSpPr>
      <dsp:spPr>
        <a:xfrm>
          <a:off x="819574" y="259787"/>
          <a:ext cx="3357254" cy="3357254"/>
        </a:xfrm>
        <a:prstGeom prst="pie">
          <a:avLst>
            <a:gd name="adj1" fmla="val 9000000"/>
            <a:gd name="adj2" fmla="val 16200000"/>
          </a:avLst>
        </a:prstGeom>
        <a:solidFill>
          <a:schemeClr val="accent2">
            <a:hueOff val="5069316"/>
            <a:satOff val="-13013"/>
            <a:lumOff val="-3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dirty="0"/>
            <a:t> </a:t>
          </a:r>
        </a:p>
      </dsp:txBody>
      <dsp:txXfrm>
        <a:off x="1208456" y="971205"/>
        <a:ext cx="1199019" cy="999182"/>
      </dsp:txXfrm>
    </dsp:sp>
    <dsp:sp modelId="{2EF2A1A9-921D-4311-999C-EC4358BFB4DA}">
      <dsp:nvSpPr>
        <dsp:cNvPr id="0" name=""/>
        <dsp:cNvSpPr/>
      </dsp:nvSpPr>
      <dsp:spPr>
        <a:xfrm>
          <a:off x="750308" y="51957"/>
          <a:ext cx="3772914" cy="3772914"/>
        </a:xfrm>
        <a:prstGeom prst="circularArrow">
          <a:avLst>
            <a:gd name="adj1" fmla="val 5085"/>
            <a:gd name="adj2" fmla="val 327528"/>
            <a:gd name="adj3" fmla="val 1472472"/>
            <a:gd name="adj4" fmla="val 16199432"/>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8D114D-6454-40D0-A3E1-689E3117C936}">
      <dsp:nvSpPr>
        <dsp:cNvPr id="0" name=""/>
        <dsp:cNvSpPr/>
      </dsp:nvSpPr>
      <dsp:spPr>
        <a:xfrm>
          <a:off x="680887" y="171647"/>
          <a:ext cx="3772914" cy="3772914"/>
        </a:xfrm>
        <a:prstGeom prst="circularArrow">
          <a:avLst>
            <a:gd name="adj1" fmla="val 5085"/>
            <a:gd name="adj2" fmla="val 327528"/>
            <a:gd name="adj3" fmla="val 8671970"/>
            <a:gd name="adj4" fmla="val 1800502"/>
            <a:gd name="adj5" fmla="val 5932"/>
          </a:avLst>
        </a:prstGeom>
        <a:solidFill>
          <a:schemeClr val="accent2">
            <a:hueOff val="2534658"/>
            <a:satOff val="-6506"/>
            <a:lumOff val="-1627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709296-D933-4F21-A0C3-807286EB1D55}">
      <dsp:nvSpPr>
        <dsp:cNvPr id="0" name=""/>
        <dsp:cNvSpPr/>
      </dsp:nvSpPr>
      <dsp:spPr>
        <a:xfrm>
          <a:off x="611467" y="51957"/>
          <a:ext cx="3772914" cy="3772914"/>
        </a:xfrm>
        <a:prstGeom prst="circularArrow">
          <a:avLst>
            <a:gd name="adj1" fmla="val 5085"/>
            <a:gd name="adj2" fmla="val 327528"/>
            <a:gd name="adj3" fmla="val 15873039"/>
            <a:gd name="adj4" fmla="val 9000000"/>
            <a:gd name="adj5" fmla="val 5932"/>
          </a:avLst>
        </a:prstGeom>
        <a:solidFill>
          <a:schemeClr val="accent2">
            <a:hueOff val="5069316"/>
            <a:satOff val="-13013"/>
            <a:lumOff val="-32546"/>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D5EAB-123E-4D5A-A262-13CDE59567C2}">
      <dsp:nvSpPr>
        <dsp:cNvPr id="0" name=""/>
        <dsp:cNvSpPr/>
      </dsp:nvSpPr>
      <dsp:spPr>
        <a:xfrm>
          <a:off x="1394325" y="1115453"/>
          <a:ext cx="1031418" cy="1031418"/>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kern="1200">
              <a:solidFill>
                <a:sysClr val="window" lastClr="FFFFFF"/>
              </a:solidFill>
              <a:latin typeface="Calibri" panose="020F0502020204030204"/>
              <a:ea typeface="+mn-ea"/>
              <a:cs typeface="+mn-cs"/>
            </a:rPr>
            <a:t>GPAS &amp;Billing Projects</a:t>
          </a:r>
        </a:p>
      </dsp:txBody>
      <dsp:txXfrm>
        <a:off x="1545373" y="1266501"/>
        <a:ext cx="729322" cy="729322"/>
      </dsp:txXfrm>
    </dsp:sp>
    <dsp:sp modelId="{9EAA05B6-5F48-4FFF-9CAB-AEE2035D3A80}">
      <dsp:nvSpPr>
        <dsp:cNvPr id="0" name=""/>
        <dsp:cNvSpPr/>
      </dsp:nvSpPr>
      <dsp:spPr>
        <a:xfrm rot="11700000">
          <a:off x="575715" y="1234459"/>
          <a:ext cx="804654" cy="293954"/>
        </a:xfrm>
        <a:prstGeom prst="lef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D45FD9C1-8FB7-43FB-9711-B4F482119DD6}">
      <dsp:nvSpPr>
        <dsp:cNvPr id="0" name=""/>
        <dsp:cNvSpPr/>
      </dsp:nvSpPr>
      <dsp:spPr>
        <a:xfrm>
          <a:off x="99500" y="885367"/>
          <a:ext cx="979847" cy="783878"/>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Screen Scheme</a:t>
          </a:r>
        </a:p>
      </dsp:txBody>
      <dsp:txXfrm>
        <a:off x="122459" y="908326"/>
        <a:ext cx="933929" cy="737960"/>
      </dsp:txXfrm>
    </dsp:sp>
    <dsp:sp modelId="{AD713CD3-BC53-4EEE-8CA8-E0AC8E4FED03}">
      <dsp:nvSpPr>
        <dsp:cNvPr id="0" name=""/>
        <dsp:cNvSpPr/>
      </dsp:nvSpPr>
      <dsp:spPr>
        <a:xfrm rot="14700000">
          <a:off x="1099936" y="609717"/>
          <a:ext cx="804654" cy="293954"/>
        </a:xfrm>
        <a:prstGeom prst="leftArrow">
          <a:avLst>
            <a:gd name="adj1" fmla="val 60000"/>
            <a:gd name="adj2" fmla="val 50000"/>
          </a:avLst>
        </a:prstGeom>
        <a:solidFill>
          <a:srgbClr val="FFC000">
            <a:hueOff val="3266964"/>
            <a:satOff val="-13592"/>
            <a:lumOff val="3203"/>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B362ECC-A07A-42B8-A77D-28116B805C51}">
      <dsp:nvSpPr>
        <dsp:cNvPr id="0" name=""/>
        <dsp:cNvSpPr/>
      </dsp:nvSpPr>
      <dsp:spPr>
        <a:xfrm>
          <a:off x="842308" y="122"/>
          <a:ext cx="979847" cy="783878"/>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rtl="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Workflow Scheme </a:t>
          </a:r>
        </a:p>
      </dsp:txBody>
      <dsp:txXfrm>
        <a:off x="865267" y="23081"/>
        <a:ext cx="933929" cy="737960"/>
      </dsp:txXfrm>
    </dsp:sp>
    <dsp:sp modelId="{1135F66E-3740-455D-A8E1-478EF7F6D1F5}">
      <dsp:nvSpPr>
        <dsp:cNvPr id="0" name=""/>
        <dsp:cNvSpPr/>
      </dsp:nvSpPr>
      <dsp:spPr>
        <a:xfrm rot="17700000">
          <a:off x="1915478" y="609717"/>
          <a:ext cx="804654" cy="293954"/>
        </a:xfrm>
        <a:prstGeom prst="leftArrow">
          <a:avLst>
            <a:gd name="adj1" fmla="val 60000"/>
            <a:gd name="adj2" fmla="val 50000"/>
          </a:avLst>
        </a:prstGeom>
        <a:solidFill>
          <a:srgbClr val="FFC000">
            <a:hueOff val="6533927"/>
            <a:satOff val="-27185"/>
            <a:lumOff val="6405"/>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AC11AB2-6111-4154-B785-5FDF92D95596}">
      <dsp:nvSpPr>
        <dsp:cNvPr id="0" name=""/>
        <dsp:cNvSpPr/>
      </dsp:nvSpPr>
      <dsp:spPr>
        <a:xfrm>
          <a:off x="1997913" y="122"/>
          <a:ext cx="979847" cy="783878"/>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Issue type Scheme</a:t>
          </a:r>
        </a:p>
      </dsp:txBody>
      <dsp:txXfrm>
        <a:off x="2020872" y="23081"/>
        <a:ext cx="933929" cy="737960"/>
      </dsp:txXfrm>
    </dsp:sp>
    <dsp:sp modelId="{74B2A6FF-F88D-44FF-868C-D473894F6707}">
      <dsp:nvSpPr>
        <dsp:cNvPr id="0" name=""/>
        <dsp:cNvSpPr/>
      </dsp:nvSpPr>
      <dsp:spPr>
        <a:xfrm rot="20700000">
          <a:off x="2439699" y="1234459"/>
          <a:ext cx="804654" cy="293954"/>
        </a:xfrm>
        <a:prstGeom prst="leftArrow">
          <a:avLst>
            <a:gd name="adj1" fmla="val 60000"/>
            <a:gd name="adj2" fmla="val 50000"/>
          </a:avLst>
        </a:prstGeom>
        <a:solidFill>
          <a:srgbClr val="FFC000">
            <a:hueOff val="9800891"/>
            <a:satOff val="-40777"/>
            <a:lumOff val="9608"/>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7CA60F8-E113-4AB8-A545-4AD60179123F}">
      <dsp:nvSpPr>
        <dsp:cNvPr id="0" name=""/>
        <dsp:cNvSpPr/>
      </dsp:nvSpPr>
      <dsp:spPr>
        <a:xfrm>
          <a:off x="2740721" y="885367"/>
          <a:ext cx="979847" cy="783878"/>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Permission Scheme</a:t>
          </a:r>
        </a:p>
      </dsp:txBody>
      <dsp:txXfrm>
        <a:off x="2763680" y="908326"/>
        <a:ext cx="933929" cy="737960"/>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26/03/2024</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26/03/2024</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4148323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A55CF2-256D-44FD-9430-5B63A079CF51}"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40343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344145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4290763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10</a:t>
            </a:fld>
            <a:endParaRPr lang="pt-BR"/>
          </a:p>
        </p:txBody>
      </p:sp>
    </p:spTree>
    <p:extLst>
      <p:ext uri="{BB962C8B-B14F-4D97-AF65-F5344CB8AC3E}">
        <p14:creationId xmlns:p14="http://schemas.microsoft.com/office/powerpoint/2010/main" val="379386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Platform owners – Jeff owns Beazley Pro and reports into IT</a:t>
            </a:r>
            <a:endParaRPr lang="en-US"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3982335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Platform owners – Jeff owns Beazley Pro and reports into IT</a:t>
            </a:r>
            <a:endParaRPr lang="en-US"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2520914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2f1b912626_0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2f1b912626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849" name="Google Shape;849;g22f1b912626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2f1b912626_0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2f1b912626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849" name="Google Shape;849;g22f1b912626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002618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838529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3824693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3167710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18</a:t>
            </a:fld>
            <a:endParaRPr lang="pt-BR"/>
          </a:p>
        </p:txBody>
      </p:sp>
    </p:spTree>
    <p:extLst>
      <p:ext uri="{BB962C8B-B14F-4D97-AF65-F5344CB8AC3E}">
        <p14:creationId xmlns:p14="http://schemas.microsoft.com/office/powerpoint/2010/main" val="1329980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2382780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20</a:t>
            </a:fld>
            <a:endParaRPr lang="pt-BR"/>
          </a:p>
        </p:txBody>
      </p:sp>
    </p:spTree>
    <p:extLst>
      <p:ext uri="{BB962C8B-B14F-4D97-AF65-F5344CB8AC3E}">
        <p14:creationId xmlns:p14="http://schemas.microsoft.com/office/powerpoint/2010/main" val="3212866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21</a:t>
            </a:fld>
            <a:endParaRPr lang="pt-BR"/>
          </a:p>
        </p:txBody>
      </p:sp>
    </p:spTree>
    <p:extLst>
      <p:ext uri="{BB962C8B-B14F-4D97-AF65-F5344CB8AC3E}">
        <p14:creationId xmlns:p14="http://schemas.microsoft.com/office/powerpoint/2010/main" val="1171666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22</a:t>
            </a:fld>
            <a:endParaRPr lang="pt-BR"/>
          </a:p>
        </p:txBody>
      </p:sp>
    </p:spTree>
    <p:extLst>
      <p:ext uri="{BB962C8B-B14F-4D97-AF65-F5344CB8AC3E}">
        <p14:creationId xmlns:p14="http://schemas.microsoft.com/office/powerpoint/2010/main" val="18065591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23</a:t>
            </a:fld>
            <a:endParaRPr lang="pt-BR"/>
          </a:p>
        </p:txBody>
      </p:sp>
    </p:spTree>
    <p:extLst>
      <p:ext uri="{BB962C8B-B14F-4D97-AF65-F5344CB8AC3E}">
        <p14:creationId xmlns:p14="http://schemas.microsoft.com/office/powerpoint/2010/main" val="1713115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24</a:t>
            </a:fld>
            <a:endParaRPr lang="pt-BR"/>
          </a:p>
        </p:txBody>
      </p:sp>
    </p:spTree>
    <p:extLst>
      <p:ext uri="{BB962C8B-B14F-4D97-AF65-F5344CB8AC3E}">
        <p14:creationId xmlns:p14="http://schemas.microsoft.com/office/powerpoint/2010/main" val="3605720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25</a:t>
            </a:fld>
            <a:endParaRPr lang="pt-BR"/>
          </a:p>
        </p:txBody>
      </p:sp>
    </p:spTree>
    <p:extLst>
      <p:ext uri="{BB962C8B-B14F-4D97-AF65-F5344CB8AC3E}">
        <p14:creationId xmlns:p14="http://schemas.microsoft.com/office/powerpoint/2010/main" val="6288166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26</a:t>
            </a:fld>
            <a:endParaRPr lang="pt-BR"/>
          </a:p>
        </p:txBody>
      </p:sp>
    </p:spTree>
    <p:extLst>
      <p:ext uri="{BB962C8B-B14F-4D97-AF65-F5344CB8AC3E}">
        <p14:creationId xmlns:p14="http://schemas.microsoft.com/office/powerpoint/2010/main" val="2391863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27</a:t>
            </a:fld>
            <a:endParaRPr lang="pt-BR"/>
          </a:p>
        </p:txBody>
      </p:sp>
    </p:spTree>
    <p:extLst>
      <p:ext uri="{BB962C8B-B14F-4D97-AF65-F5344CB8AC3E}">
        <p14:creationId xmlns:p14="http://schemas.microsoft.com/office/powerpoint/2010/main" val="11753649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28</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8.xml"/><Relationship Id="rId16" Type="http://schemas.openxmlformats.org/officeDocument/2006/relationships/image" Target="../media/image12.png"/><Relationship Id="rId1" Type="http://schemas.openxmlformats.org/officeDocument/2006/relationships/tags" Target="../tags/tag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1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17.xml"/><Relationship Id="rId16" Type="http://schemas.openxmlformats.org/officeDocument/2006/relationships/image" Target="../media/image12.png"/><Relationship Id="rId1" Type="http://schemas.openxmlformats.org/officeDocument/2006/relationships/tags" Target="../tags/tag1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6.emf"/><Relationship Id="rId5" Type="http://schemas.openxmlformats.org/officeDocument/2006/relationships/oleObject" Target="../embeddings/oleObject11.bin"/><Relationship Id="rId4"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28.xml"/><Relationship Id="rId7" Type="http://schemas.openxmlformats.org/officeDocument/2006/relationships/oleObject" Target="../embeddings/oleObject13.bin"/><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3.xml"/><Relationship Id="rId11" Type="http://schemas.openxmlformats.org/officeDocument/2006/relationships/hyperlink" Target="https://www.capgemini.com/optimize-your-business-and-it-operations" TargetMode="External"/><Relationship Id="rId5" Type="http://schemas.openxmlformats.org/officeDocument/2006/relationships/tags" Target="../tags/tag30.xml"/><Relationship Id="rId10" Type="http://schemas.openxmlformats.org/officeDocument/2006/relationships/image" Target="../media/image18.svg"/><Relationship Id="rId4" Type="http://schemas.openxmlformats.org/officeDocument/2006/relationships/tags" Target="../tags/tag29.xml"/><Relationship Id="rId9" Type="http://schemas.openxmlformats.org/officeDocument/2006/relationships/image" Target="../media/image1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19.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6.emf"/><Relationship Id="rId5" Type="http://schemas.openxmlformats.org/officeDocument/2006/relationships/oleObject" Target="../embeddings/oleObject14.bin"/><Relationship Id="rId4"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0.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39.xml"/><Relationship Id="rId16" Type="http://schemas.openxmlformats.org/officeDocument/2006/relationships/image" Target="../media/image12.png"/><Relationship Id="rId1" Type="http://schemas.openxmlformats.org/officeDocument/2006/relationships/tags" Target="../tags/tag38.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41.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jpe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5.xml"/><Relationship Id="rId1" Type="http://schemas.openxmlformats.org/officeDocument/2006/relationships/tags" Target="../tags/tag44.xml"/><Relationship Id="rId4" Type="http://schemas.openxmlformats.org/officeDocument/2006/relationships/image" Target="../media/image1.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45.xml"/><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9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48.xml"/><Relationship Id="rId16" Type="http://schemas.openxmlformats.org/officeDocument/2006/relationships/image" Target="../media/image12.png"/><Relationship Id="rId1" Type="http://schemas.openxmlformats.org/officeDocument/2006/relationships/tags" Target="../tags/tag4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5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5.xml"/><Relationship Id="rId5" Type="http://schemas.openxmlformats.org/officeDocument/2006/relationships/image" Target="../media/image25.png"/><Relationship Id="rId4" Type="http://schemas.openxmlformats.org/officeDocument/2006/relationships/image" Target="../media/image24.png"/></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6.emf"/></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6.emf"/><Relationship Id="rId4" Type="http://schemas.openxmlformats.org/officeDocument/2006/relationships/oleObject" Target="../embeddings/oleObject27.bin"/></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6.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58.xml"/><Relationship Id="rId4" Type="http://schemas.openxmlformats.org/officeDocument/2006/relationships/image" Target="../media/image1.emf"/></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1.emf"/></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1.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1.emf"/></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3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6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63.xml"/><Relationship Id="rId16" Type="http://schemas.openxmlformats.org/officeDocument/2006/relationships/image" Target="../media/image12.png"/><Relationship Id="rId1" Type="http://schemas.openxmlformats.org/officeDocument/2006/relationships/tags" Target="../tags/tag6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6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6.xml"/><Relationship Id="rId1" Type="http://schemas.openxmlformats.org/officeDocument/2006/relationships/tags" Target="../tags/tag66.xml"/><Relationship Id="rId5" Type="http://schemas.openxmlformats.org/officeDocument/2006/relationships/image" Target="../media/image27.png"/><Relationship Id="rId4" Type="http://schemas.openxmlformats.org/officeDocument/2006/relationships/image" Target="../media/image1.emf"/></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2.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2.png"/><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3.png"/><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6.png"/><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9.png"/><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557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26-03-2024</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40181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AB4-7D60-0388-ACF1-A57F24D78E9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5C353-32A6-3AAB-F7EE-95BEF61EC80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037334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1895EE92-DCB2-4898-B1A1-3B79A9CC2B38}"/>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2021 global revenues of €18 billion.</a:t>
            </a:r>
            <a:endParaRPr lang="en-US" sz="900">
              <a:solidFill>
                <a:schemeClr val="bg1"/>
              </a:solidFill>
              <a:effectLst/>
              <a:ea typeface="Verdana" panose="020B0604030504040204" pitchFamily="34" charset="0"/>
            </a:endParaRPr>
          </a:p>
        </p:txBody>
      </p:sp>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974872" y="0"/>
            <a:ext cx="10377711" cy="1104900"/>
          </a:xfrm>
        </p:spPr>
        <p:txBody>
          <a:bodyPr/>
          <a:lstStyle/>
          <a:p>
            <a:r>
              <a:rPr lang="fr-FR"/>
              <a:t>Modifiez le style du titre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254995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915018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 y="4"/>
          <a:ext cx="180999"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9"/>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0182043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8600" y="152400"/>
            <a:ext cx="11125236" cy="838200"/>
          </a:xfrm>
        </p:spPr>
        <p:txBody>
          <a:bodyPr/>
          <a:lstStyle/>
          <a:p>
            <a:r>
              <a:rPr lang="en-US"/>
              <a:t>Click to edit Master title style</a:t>
            </a:r>
            <a:endParaRPr lang="en-GB"/>
          </a:p>
        </p:txBody>
      </p:sp>
    </p:spTree>
    <p:extLst>
      <p:ext uri="{BB962C8B-B14F-4D97-AF65-F5344CB8AC3E}">
        <p14:creationId xmlns:p14="http://schemas.microsoft.com/office/powerpoint/2010/main" val="40165424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Espace réservé du titre 8">
            <a:extLst>
              <a:ext uri="{FF2B5EF4-FFF2-40B4-BE49-F238E27FC236}">
                <a16:creationId xmlns:a16="http://schemas.microsoft.com/office/drawing/2014/main" id="{9E35DCC2-39B8-A349-A701-BCC779217600}"/>
              </a:ext>
            </a:extLst>
          </p:cNvPr>
          <p:cNvSpPr>
            <a:spLocks noGrp="1"/>
          </p:cNvSpPr>
          <p:nvPr>
            <p:ph type="title"/>
          </p:nvPr>
        </p:nvSpPr>
        <p:spPr>
          <a:xfrm>
            <a:off x="479376" y="386054"/>
            <a:ext cx="8784976" cy="476672"/>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20452454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1"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custDataLst>
              <p:tags r:id="rId2"/>
            </p:custDataLst>
          </p:nvPr>
        </p:nvSpPr>
        <p:spPr>
          <a:xfrm>
            <a:off x="11766295" y="6661264"/>
            <a:ext cx="153888" cy="107722"/>
          </a:xfrm>
          <a:prstGeom prst="rect">
            <a:avLst/>
          </a:prstGeom>
          <a:noFill/>
        </p:spPr>
        <p:txBody>
          <a:bodyPr wrap="none" lIns="0" tIns="0" rIns="0" bIns="0" anchor="ctr">
            <a:spAutoFit/>
          </a:bodyPr>
          <a:lstStyle/>
          <a:p>
            <a:pPr algn="ctr" defTabSz="957756" fontAlgn="auto">
              <a:spcBef>
                <a:spcPts val="0"/>
              </a:spcBef>
              <a:spcAft>
                <a:spcPts val="0"/>
              </a:spcAft>
              <a:defRPr/>
            </a:pPr>
            <a:fld id="{034FB964-67C8-49A9-847A-93BE26A1CD9E}" type="slidenum">
              <a:rPr lang="en-US" sz="700">
                <a:solidFill>
                  <a:schemeClr val="tx2"/>
                </a:solidFill>
                <a:latin typeface="Verdana" panose="020B0604030504040204" pitchFamily="34" charset="0"/>
                <a:ea typeface="Verdana" panose="020B0604030504040204" pitchFamily="34" charset="0"/>
                <a:cs typeface="Verdana" panose="020B0604030504040204" pitchFamily="34" charset="0"/>
              </a:rPr>
              <a:pPr algn="ctr" defTabSz="957756" fontAlgn="auto">
                <a:spcBef>
                  <a:spcPts val="0"/>
                </a:spcBef>
                <a:spcAft>
                  <a:spcPts val="0"/>
                </a:spcAft>
                <a:defRPr/>
              </a:pPr>
              <a:t>‹#›</a:t>
            </a:fld>
            <a:endParaRPr lang="en-US" sz="70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Freeform 4"/>
          <p:cNvSpPr>
            <a:spLocks/>
          </p:cNvSpPr>
          <p:nvPr>
            <p:custDataLst>
              <p:tags r:id="rId3"/>
            </p:custDataLst>
          </p:nvPr>
        </p:nvSpPr>
        <p:spPr bwMode="auto">
          <a:xfrm>
            <a:off x="0" y="676276"/>
            <a:ext cx="12192000" cy="72866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defTabSz="957756" fontAlgn="auto">
              <a:spcBef>
                <a:spcPts val="0"/>
              </a:spcBef>
              <a:spcAft>
                <a:spcPts val="0"/>
              </a:spcAft>
              <a:defRPr/>
            </a:pPr>
            <a:endParaRPr lang="fr-FR" sz="180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5"/>
          <p:cNvCxnSpPr/>
          <p:nvPr>
            <p:custDataLst>
              <p:tags r:id="rId4"/>
            </p:custDataLst>
          </p:nvPr>
        </p:nvCxnSpPr>
        <p:spPr>
          <a:xfrm flipH="1">
            <a:off x="0" y="6362700"/>
            <a:ext cx="1219200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5967" y="136527"/>
            <a:ext cx="11618384" cy="549275"/>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nl-NL"/>
          </a:p>
        </p:txBody>
      </p:sp>
      <p:sp>
        <p:nvSpPr>
          <p:cNvPr id="3" name="Table Placeholder 2"/>
          <p:cNvSpPr>
            <a:spLocks noGrp="1"/>
          </p:cNvSpPr>
          <p:nvPr>
            <p:ph type="tbl" idx="1"/>
          </p:nvPr>
        </p:nvSpPr>
        <p:spPr>
          <a:xfrm>
            <a:off x="407693" y="1241426"/>
            <a:ext cx="11618384" cy="4860925"/>
          </a:xfrm>
        </p:spPr>
        <p:txBody>
          <a:bodyPr rtlCol="0">
            <a:noAutofit/>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pPr lvl="0"/>
            <a:endParaRPr lang="nl-NL" noProof="0"/>
          </a:p>
        </p:txBody>
      </p:sp>
      <p:sp>
        <p:nvSpPr>
          <p:cNvPr id="12" name="Rectangle 11"/>
          <p:cNvSpPr>
            <a:spLocks noChangeArrowheads="1"/>
          </p:cNvSpPr>
          <p:nvPr userDrawn="1">
            <p:custDataLst>
              <p:tags r:id="rId5"/>
            </p:custDataLst>
          </p:nvPr>
        </p:nvSpPr>
        <p:spPr bwMode="auto">
          <a:xfrm>
            <a:off x="8297985" y="6623050"/>
            <a:ext cx="3274646" cy="184150"/>
          </a:xfrm>
          <a:prstGeom prst="rect">
            <a:avLst/>
          </a:prstGeom>
          <a:noFill/>
          <a:ln w="19050">
            <a:noFill/>
            <a:miter lim="800000"/>
            <a:headEnd/>
            <a:tailEnd/>
          </a:ln>
          <a:effectLst/>
        </p:spPr>
        <p:txBody>
          <a:bodyPr lIns="35997" tIns="35997" rIns="35997" bIns="35997" anchor="b"/>
          <a:lstStyle/>
          <a:p>
            <a:pPr algn="r" defTabSz="995445" eaLnBrk="0" fontAlgn="auto" hangingPunct="0">
              <a:lnSpc>
                <a:spcPct val="90000"/>
              </a:lnSpc>
              <a:spcBef>
                <a:spcPct val="10000"/>
              </a:spcBef>
              <a:spcAft>
                <a:spcPts val="0"/>
              </a:spcAft>
              <a:defRPr/>
            </a:pPr>
            <a:r>
              <a:rPr lang="en-US" altLang="en-US" sz="700">
                <a:solidFill>
                  <a:schemeClr val="tx2"/>
                </a:solidFill>
                <a:latin typeface="Verdana" panose="020B0604030504040204" pitchFamily="34" charset="0"/>
                <a:ea typeface="Verdana" panose="020B0604030504040204" pitchFamily="34" charset="0"/>
                <a:cs typeface="Verdana" panose="020B0604030504040204" pitchFamily="34" charset="0"/>
              </a:rPr>
              <a:t>Copyright © Capgemini 2020. All Rights Reserved</a:t>
            </a:r>
          </a:p>
        </p:txBody>
      </p:sp>
      <p:pic>
        <p:nvPicPr>
          <p:cNvPr id="13" name="Graphic 12">
            <a:extLst>
              <a:ext uri="{FF2B5EF4-FFF2-40B4-BE49-F238E27FC236}">
                <a16:creationId xmlns:a16="http://schemas.microsoft.com/office/drawing/2014/main" id="{1D677A51-1D1E-43DC-AED0-606B6703EFEB}"/>
              </a:ext>
            </a:extLst>
          </p:cNvPr>
          <p:cNvPicPr>
            <a:picLocks noChangeAspect="1"/>
          </p:cNvPicPr>
          <p:nvPr userDrawn="1"/>
        </p:nvPicPr>
        <p:blipFill>
          <a:blip r:embed="rId9" cstate="print">
            <a:extLst>
              <a:ext uri="{96DAC541-7B7A-43D3-8B79-37D633B846F1}">
                <asvg:svgBlip xmlns:asvg="http://schemas.microsoft.com/office/drawing/2016/SVG/main" r:embed="rId10"/>
              </a:ext>
            </a:extLst>
          </a:blip>
          <a:stretch>
            <a:fillRect/>
          </a:stretch>
        </p:blipFill>
        <p:spPr>
          <a:xfrm>
            <a:off x="281355" y="6441323"/>
            <a:ext cx="2172865" cy="393879"/>
          </a:xfrm>
          <a:prstGeom prst="rect">
            <a:avLst/>
          </a:prstGeom>
        </p:spPr>
      </p:pic>
      <p:pic>
        <p:nvPicPr>
          <p:cNvPr id="14" name="Graphic 4">
            <a:extLst>
              <a:ext uri="{FF2B5EF4-FFF2-40B4-BE49-F238E27FC236}">
                <a16:creationId xmlns:a16="http://schemas.microsoft.com/office/drawing/2014/main" id="{804A57A5-874A-4C95-812A-6F7DBEC0D52D}"/>
              </a:ext>
            </a:extLst>
          </p:cNvPr>
          <p:cNvPicPr>
            <a:picLocks noChangeAspect="1"/>
          </p:cNvPicPr>
          <p:nvPr userDrawn="1"/>
        </p:nvPicPr>
        <p:blipFill rotWithShape="1">
          <a:blip r:embed="rId9" cstate="print">
            <a:extLst>
              <a:ext uri="{96DAC541-7B7A-43D3-8B79-37D633B846F1}">
                <asvg:svgBlip xmlns:asvg="http://schemas.microsoft.com/office/drawing/2016/SVG/main" r:embed="rId10"/>
              </a:ext>
            </a:extLst>
          </a:blip>
          <a:srcRect l="81836" t="-4713" b="16530"/>
          <a:stretch/>
        </p:blipFill>
        <p:spPr>
          <a:xfrm>
            <a:off x="11483278" y="189861"/>
            <a:ext cx="522284" cy="459624"/>
          </a:xfrm>
          <a:prstGeom prst="rect">
            <a:avLst/>
          </a:prstGeom>
        </p:spPr>
      </p:pic>
      <p:sp>
        <p:nvSpPr>
          <p:cNvPr id="17" name="Rectangle 27">
            <a:hlinkClick r:id="rId11"/>
            <a:extLst>
              <a:ext uri="{FF2B5EF4-FFF2-40B4-BE49-F238E27FC236}">
                <a16:creationId xmlns:a16="http://schemas.microsoft.com/office/drawing/2014/main" id="{5656E3A8-1305-4381-A985-EDD518567854}"/>
              </a:ext>
            </a:extLst>
          </p:cNvPr>
          <p:cNvSpPr/>
          <p:nvPr userDrawn="1"/>
        </p:nvSpPr>
        <p:spPr>
          <a:xfrm>
            <a:off x="8382000" y="6437594"/>
            <a:ext cx="4113803" cy="232482"/>
          </a:xfrm>
          <a:prstGeom prst="rect">
            <a:avLst/>
          </a:prstGeom>
        </p:spPr>
        <p:txBody>
          <a:bodyPr wrap="square" lIns="0" tIns="0" rIns="0" bIns="0" anchor="ctr" anchorCtr="0">
            <a:noAutofit/>
          </a:bodyPr>
          <a:lstStyle/>
          <a:p>
            <a:pPr lvl="0" algn="l" defTabSz="914400">
              <a:lnSpc>
                <a:spcPct val="85000"/>
              </a:lnSpc>
              <a:defRPr/>
            </a:pPr>
            <a:r>
              <a:rPr lang="en-US" sz="800" b="1" kern="0">
                <a:solidFill>
                  <a:schemeClr val="tx1"/>
                </a:solidFill>
                <a:latin typeface="+mj-lt"/>
                <a:cs typeface="Arial" panose="020B0604020202020204" pitchFamily="34" charset="0"/>
              </a:rPr>
              <a:t>FS SBU Light Deal Review </a:t>
            </a:r>
            <a:r>
              <a:rPr lang="en-US" sz="800" b="1" kern="0">
                <a:solidFill>
                  <a:schemeClr val="tx1"/>
                </a:solidFill>
                <a:latin typeface="+mn-lt"/>
                <a:ea typeface="+mn-ea"/>
                <a:cs typeface="Arial" panose="020B0604020202020204" pitchFamily="34" charset="0"/>
              </a:rPr>
              <a:t>Deck  V3.11 – 8 January 2020</a:t>
            </a:r>
            <a:endParaRPr lang="en-US" sz="800" b="1" kern="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748114219"/>
      </p:ext>
    </p:extLst>
  </p:cSld>
  <p:clrMapOvr>
    <a:masterClrMapping/>
  </p:clrMapOvr>
  <p:transition>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869612"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
        <p:nvSpPr>
          <p:cNvPr id="10"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7" y="1413990"/>
            <a:ext cx="11376025" cy="5039198"/>
          </a:xfrm>
          <a:prstGeom prst="rect">
            <a:avLst/>
          </a:prstGeom>
        </p:spPr>
        <p:txBody>
          <a:bodyPr>
            <a:noAutofit/>
          </a:bodyPr>
          <a:lstStyle>
            <a:lvl1pPr marL="0" indent="0">
              <a:lnSpc>
                <a:spcPts val="2200"/>
              </a:lnSpc>
              <a:buNone/>
              <a:defRPr sz="18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225425" indent="-225425">
              <a:buClr>
                <a:schemeClr val="tx2"/>
              </a:buClr>
              <a:buFont typeface="Wingdings" panose="05000000000000000000" pitchFamily="2" charset="2"/>
              <a:buChar char="§"/>
            </a:pPr>
            <a:r>
              <a:rPr lang="en-US"/>
              <a:t>Click to insert text</a:t>
            </a:r>
          </a:p>
          <a:p>
            <a:pPr marL="461963" lvl="1" indent="-236538">
              <a:buClr>
                <a:schemeClr val="accent4"/>
              </a:buClr>
              <a:buFont typeface="Arial" panose="020B0604020202020204" pitchFamily="34" charset="0"/>
              <a:buChar char="•"/>
            </a:pPr>
            <a:r>
              <a:rPr lang="en-US" sz="1600"/>
              <a:t>Click to insert text</a:t>
            </a:r>
            <a:endParaRPr lang="pt-PT" sz="1600"/>
          </a:p>
          <a:p>
            <a:pPr marL="688975" lvl="2" indent="-241300">
              <a:buClr>
                <a:schemeClr val="accent2"/>
              </a:buClr>
              <a:buFont typeface="Verdana" panose="020B0604030504040204" pitchFamily="34" charset="0"/>
              <a:buChar char="–"/>
            </a:pPr>
            <a:r>
              <a:rPr lang="en-US"/>
              <a:t>Click to insert text</a:t>
            </a:r>
            <a:endParaRPr lang="pt-PT"/>
          </a:p>
          <a:p>
            <a:pPr marL="914400" lvl="3" indent="-225425">
              <a:buClr>
                <a:schemeClr val="accent3"/>
              </a:buClr>
              <a:buFont typeface="Wingdings" panose="05000000000000000000" pitchFamily="2" charset="2"/>
              <a:buChar char="§"/>
            </a:pPr>
            <a:r>
              <a:rPr lang="en-US"/>
              <a:t>Click to insert text</a:t>
            </a:r>
            <a:endParaRPr lang="pt-PT"/>
          </a:p>
        </p:txBody>
      </p:sp>
    </p:spTree>
    <p:extLst>
      <p:ext uri="{BB962C8B-B14F-4D97-AF65-F5344CB8AC3E}">
        <p14:creationId xmlns:p14="http://schemas.microsoft.com/office/powerpoint/2010/main" val="36239852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013B6ED-BED2-4B30-B5B1-D40CFA2CB594}"/>
              </a:ext>
            </a:extLst>
          </p:cNvPr>
          <p:cNvSpPr>
            <a:spLocks noGrp="1"/>
          </p:cNvSpPr>
          <p:nvPr>
            <p:ph type="dt" sz="half" idx="10"/>
          </p:nvPr>
        </p:nvSpPr>
        <p:spPr/>
        <p:txBody>
          <a:bodyPr/>
          <a:lstStyle/>
          <a:p>
            <a:fld id="{39909D7C-42AE-4B80-9FF7-89D79AE33CF6}" type="datetimeFigureOut">
              <a:rPr lang="en-GB" smtClean="0"/>
              <a:t>26/03/2024</a:t>
            </a:fld>
            <a:endParaRPr lang="en-GB"/>
          </a:p>
        </p:txBody>
      </p:sp>
      <p:sp>
        <p:nvSpPr>
          <p:cNvPr id="5" name="Footer Placeholder 4">
            <a:extLst>
              <a:ext uri="{FF2B5EF4-FFF2-40B4-BE49-F238E27FC236}">
                <a16:creationId xmlns:a16="http://schemas.microsoft.com/office/drawing/2014/main" id="{132B624B-FED8-4A88-A401-418754F7E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CECF6-73B9-43FB-ADD3-C06E3FFBCA6F}"/>
              </a:ext>
            </a:extLst>
          </p:cNvPr>
          <p:cNvSpPr>
            <a:spLocks noGrp="1"/>
          </p:cNvSpPr>
          <p:nvPr>
            <p:ph type="sldNum" sz="quarter" idx="12"/>
          </p:nvPr>
        </p:nvSpPr>
        <p:spPr/>
        <p:txBody>
          <a:bodyPr/>
          <a:lstStyle/>
          <a:p>
            <a:fld id="{66FC89D5-3D49-42F4-ADF1-A786C18CC686}" type="slidenum">
              <a:rPr lang="en-GB" smtClean="0"/>
              <a:t>‹#›</a:t>
            </a:fld>
            <a:endParaRPr lang="en-GB"/>
          </a:p>
        </p:txBody>
      </p:sp>
      <p:sp>
        <p:nvSpPr>
          <p:cNvPr id="7" name="Rectangle 6">
            <a:extLst>
              <a:ext uri="{FF2B5EF4-FFF2-40B4-BE49-F238E27FC236}">
                <a16:creationId xmlns:a16="http://schemas.microsoft.com/office/drawing/2014/main" id="{F682CB3A-BEF8-4A40-AC35-A9DC6E3E927E}"/>
              </a:ext>
            </a:extLst>
          </p:cNvPr>
          <p:cNvSpPr/>
          <p:nvPr userDrawn="1"/>
        </p:nvSpPr>
        <p:spPr>
          <a:xfrm>
            <a:off x="191065" y="900751"/>
            <a:ext cx="11814515" cy="5469247"/>
          </a:xfrm>
          <a:prstGeom prst="rect">
            <a:avLst/>
          </a:prstGeom>
          <a:solidFill>
            <a:schemeClr val="tx1">
              <a:lumMod val="95000"/>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341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698490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3D03-54A3-4D2B-9D41-F89A4354C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7B5DE-2510-44D9-B8FB-9654FA928904}"/>
              </a:ext>
            </a:extLst>
          </p:cNvPr>
          <p:cNvSpPr>
            <a:spLocks noGrp="1"/>
          </p:cNvSpPr>
          <p:nvPr>
            <p:ph type="dt" sz="half" idx="10"/>
          </p:nvPr>
        </p:nvSpPr>
        <p:spPr/>
        <p:txBody>
          <a:bodyPr/>
          <a:lstStyle/>
          <a:p>
            <a:fld id="{198B3B90-3C3B-43E1-8971-96164C424B5F}" type="datetimeFigureOut">
              <a:rPr lang="en-US" smtClean="0">
                <a:solidFill>
                  <a:prstClr val="black"/>
                </a:solidFill>
              </a:rPr>
              <a:pPr/>
              <a:t>3/26/2024</a:t>
            </a:fld>
            <a:endParaRPr lang="en-US">
              <a:solidFill>
                <a:prstClr val="black"/>
              </a:solidFill>
            </a:endParaRPr>
          </a:p>
        </p:txBody>
      </p:sp>
      <p:sp>
        <p:nvSpPr>
          <p:cNvPr id="4" name="Footer Placeholder 3">
            <a:extLst>
              <a:ext uri="{FF2B5EF4-FFF2-40B4-BE49-F238E27FC236}">
                <a16:creationId xmlns:a16="http://schemas.microsoft.com/office/drawing/2014/main" id="{C81CC7E6-C750-472A-8983-1822161395D8}"/>
              </a:ext>
            </a:extLst>
          </p:cNvPr>
          <p:cNvSpPr>
            <a:spLocks noGrp="1"/>
          </p:cNvSpPr>
          <p:nvPr>
            <p:ph type="ftr" sz="quarter" idx="11"/>
          </p:nvPr>
        </p:nvSpPr>
        <p:spPr/>
        <p:txBody>
          <a:bodyPr/>
          <a:lstStyle/>
          <a:p>
            <a:endParaRPr lang="en-US">
              <a:solidFill>
                <a:prstClr val="black"/>
              </a:solidFill>
            </a:endParaRPr>
          </a:p>
        </p:txBody>
      </p:sp>
      <p:sp>
        <p:nvSpPr>
          <p:cNvPr id="5" name="Slide Number Placeholder 4">
            <a:extLst>
              <a:ext uri="{FF2B5EF4-FFF2-40B4-BE49-F238E27FC236}">
                <a16:creationId xmlns:a16="http://schemas.microsoft.com/office/drawing/2014/main" id="{FF4681F2-FF11-435C-A3E8-D31E3CE61DE8}"/>
              </a:ext>
            </a:extLst>
          </p:cNvPr>
          <p:cNvSpPr>
            <a:spLocks noGrp="1"/>
          </p:cNvSpPr>
          <p:nvPr>
            <p:ph type="sldNum" sz="quarter" idx="12"/>
          </p:nvPr>
        </p:nvSpPr>
        <p:spPr/>
        <p:txBody>
          <a:bodyPr/>
          <a:lstStyle/>
          <a:p>
            <a:fld id="{96D2A221-7219-4537-A27A-8EF6D0A61FB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174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728133"/>
          </a:xfrm>
          <a:gradFill flip="none" rotWithShape="1">
            <a:gsLst>
              <a:gs pos="0">
                <a:srgbClr val="8488C4"/>
              </a:gs>
              <a:gs pos="53000">
                <a:srgbClr val="D4DEFF"/>
              </a:gs>
              <a:gs pos="83000">
                <a:srgbClr val="D4DEFF"/>
              </a:gs>
              <a:gs pos="100000">
                <a:srgbClr val="96AB94"/>
              </a:gs>
            </a:gsLst>
            <a:path path="circle">
              <a:fillToRect l="100000" t="100000"/>
            </a:path>
            <a:tileRect r="-100000" b="-100000"/>
          </a:gradFill>
        </p:spPr>
        <p:txBody>
          <a:bodyPr/>
          <a:lstStyle>
            <a:lvl1pPr>
              <a:defRPr sz="2400">
                <a:effectLst>
                  <a:outerShdw blurRad="38100" dist="38100" dir="2700000" algn="tl">
                    <a:srgbClr val="000000">
                      <a:alpha val="43137"/>
                    </a:srgbClr>
                  </a:outerShdw>
                </a:effectLst>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6"/>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pic>
        <p:nvPicPr>
          <p:cNvPr id="5" name="Picture 4" descr="C:\Users\hbuys\AppData\Local\Microsoft\Windows\Temporary Internet Files\Content.IE5\EZASK7NL\large-alphabet-Letter-L-0-3858[1].gif"/>
          <p:cNvPicPr>
            <a:picLocks noChangeAspect="1" noChangeArrowheads="1"/>
          </p:cNvPicPr>
          <p:nvPr userDrawn="1"/>
        </p:nvPicPr>
        <p:blipFill>
          <a:blip r:embed="rId7" cstate="print"/>
          <a:srcRect/>
          <a:stretch>
            <a:fillRect/>
          </a:stretch>
        </p:blipFill>
        <p:spPr bwMode="auto">
          <a:xfrm>
            <a:off x="11785600" y="121834"/>
            <a:ext cx="231959" cy="315682"/>
          </a:xfrm>
          <a:prstGeom prst="rect">
            <a:avLst/>
          </a:prstGeom>
          <a:noFill/>
        </p:spPr>
      </p:pic>
    </p:spTree>
    <p:extLst>
      <p:ext uri="{BB962C8B-B14F-4D97-AF65-F5344CB8AC3E}">
        <p14:creationId xmlns:p14="http://schemas.microsoft.com/office/powerpoint/2010/main" val="757546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a:t>Click to insert title</a:t>
            </a:r>
            <a:endParaRPr lang="pt-PT"/>
          </a:p>
        </p:txBody>
      </p:sp>
    </p:spTree>
    <p:extLst>
      <p:ext uri="{BB962C8B-B14F-4D97-AF65-F5344CB8AC3E}">
        <p14:creationId xmlns:p14="http://schemas.microsoft.com/office/powerpoint/2010/main" val="38757409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6096000" y="0"/>
            <a:ext cx="60960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7987" y="3509583"/>
            <a:ext cx="5597526"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97879" y="1677087"/>
            <a:ext cx="5698121" cy="1828193"/>
          </a:xfrm>
        </p:spPr>
        <p:txBody>
          <a:bodyPr wrap="square" lIns="36000" rIns="36000" bIns="0" anchor="ctr" anchorCtr="0">
            <a:spAutoFit/>
          </a:bodyPr>
          <a:lstStyle>
            <a:lvl1pPr algn="l">
              <a:lnSpc>
                <a:spcPct val="90000"/>
              </a:lnSpc>
              <a:defRPr sz="44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09848"/>
            <a:ext cx="3024000" cy="1226177"/>
          </a:xfrm>
          <a:prstGeom prst="rect">
            <a:avLst/>
          </a:prstGeom>
        </p:spPr>
      </p:pic>
      <p:sp>
        <p:nvSpPr>
          <p:cNvPr id="6" name="Content Placeholder 4"/>
          <p:cNvSpPr>
            <a:spLocks noGrp="1"/>
          </p:cNvSpPr>
          <p:nvPr>
            <p:ph sz="quarter" idx="11"/>
          </p:nvPr>
        </p:nvSpPr>
        <p:spPr>
          <a:xfrm>
            <a:off x="404813" y="4343400"/>
            <a:ext cx="5600700" cy="2119313"/>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8" name="Text Placeholder 8">
            <a:extLst>
              <a:ext uri="{FF2B5EF4-FFF2-40B4-BE49-F238E27FC236}">
                <a16:creationId xmlns:a16="http://schemas.microsoft.com/office/drawing/2014/main" id="{E744C52A-2030-4EFF-B1D2-B60B2B279897}"/>
              </a:ext>
            </a:extLst>
          </p:cNvPr>
          <p:cNvSpPr>
            <a:spLocks noGrp="1"/>
          </p:cNvSpPr>
          <p:nvPr>
            <p:ph type="body" sz="quarter" idx="12" hasCustomPrompt="1"/>
          </p:nvPr>
        </p:nvSpPr>
        <p:spPr>
          <a:xfrm>
            <a:off x="397879" y="1365007"/>
            <a:ext cx="5607634" cy="312080"/>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883932923"/>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133137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1F6-8CCE-1997-E639-30EB6C508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ADC14-328F-AC61-0007-6DB30AAAC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1FB4071-256F-2943-54D1-CBD76B489927}"/>
              </a:ext>
            </a:extLst>
          </p:cNvPr>
          <p:cNvSpPr>
            <a:spLocks noGrp="1"/>
          </p:cNvSpPr>
          <p:nvPr>
            <p:ph type="dt" sz="half" idx="10"/>
          </p:nvPr>
        </p:nvSpPr>
        <p:spPr/>
        <p:txBody>
          <a:bodyPr/>
          <a:lstStyle/>
          <a:p>
            <a:fld id="{96784ECD-CD7E-46BB-8572-A6F568850810}" type="datetimeFigureOut">
              <a:rPr lang="en-GB" smtClean="0"/>
              <a:t>26/03/2024</a:t>
            </a:fld>
            <a:endParaRPr lang="en-GB"/>
          </a:p>
        </p:txBody>
      </p:sp>
      <p:sp>
        <p:nvSpPr>
          <p:cNvPr id="5" name="Footer Placeholder 4">
            <a:extLst>
              <a:ext uri="{FF2B5EF4-FFF2-40B4-BE49-F238E27FC236}">
                <a16:creationId xmlns:a16="http://schemas.microsoft.com/office/drawing/2014/main" id="{D17F141D-D9E4-1090-E944-2BA3F56EB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EC4F96-7133-D642-9EE9-8EF3865DFF43}"/>
              </a:ext>
            </a:extLst>
          </p:cNvPr>
          <p:cNvSpPr>
            <a:spLocks noGrp="1"/>
          </p:cNvSpPr>
          <p:nvPr>
            <p:ph type="sldNum" sz="quarter" idx="12"/>
          </p:nvPr>
        </p:nvSpPr>
        <p:spPr/>
        <p:txBody>
          <a:bodyPr/>
          <a:lstStyle/>
          <a:p>
            <a:fld id="{D708F159-ABE9-441A-9DA7-56C844EFEE43}" type="slidenum">
              <a:rPr lang="en-GB" smtClean="0"/>
              <a:t>‹#›</a:t>
            </a:fld>
            <a:endParaRPr lang="en-GB"/>
          </a:p>
        </p:txBody>
      </p:sp>
    </p:spTree>
    <p:extLst>
      <p:ext uri="{BB962C8B-B14F-4D97-AF65-F5344CB8AC3E}">
        <p14:creationId xmlns:p14="http://schemas.microsoft.com/office/powerpoint/2010/main" val="406194483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000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68000" y="295631"/>
            <a:ext cx="3024000" cy="1226177"/>
          </a:xfrm>
          <a:prstGeom prst="rect">
            <a:avLst/>
          </a:prstGeom>
        </p:spPr>
      </p:pic>
    </p:spTree>
    <p:extLst>
      <p:ext uri="{BB962C8B-B14F-4D97-AF65-F5344CB8AC3E}">
        <p14:creationId xmlns:p14="http://schemas.microsoft.com/office/powerpoint/2010/main" val="2424938477"/>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pic>
        <p:nvPicPr>
          <p:cNvPr id="5" name="Picture 4" descr="Construction worker cutting through metal">
            <a:extLst>
              <a:ext uri="{FF2B5EF4-FFF2-40B4-BE49-F238E27FC236}">
                <a16:creationId xmlns:a16="http://schemas.microsoft.com/office/drawing/2014/main" id="{29C6EFF9-4E06-4E6E-B36E-95016398A2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548438"/>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to back</a:t>
            </a:r>
          </a:p>
        </p:txBody>
      </p:sp>
    </p:spTree>
    <p:extLst>
      <p:ext uri="{BB962C8B-B14F-4D97-AF65-F5344CB8AC3E}">
        <p14:creationId xmlns:p14="http://schemas.microsoft.com/office/powerpoint/2010/main" val="2923288967"/>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to back</a:t>
            </a:r>
          </a:p>
        </p:txBody>
      </p:sp>
      <p:sp>
        <p:nvSpPr>
          <p:cNvPr id="7" name="Picture Placeholder 9">
            <a:extLst>
              <a:ext uri="{FF2B5EF4-FFF2-40B4-BE49-F238E27FC236}">
                <a16:creationId xmlns:a16="http://schemas.microsoft.com/office/drawing/2014/main" id="{081C4918-C9CA-457D-B771-BBF2B621BB8B}"/>
              </a:ext>
            </a:extLst>
          </p:cNvPr>
          <p:cNvSpPr>
            <a:spLocks noGrp="1"/>
          </p:cNvSpPr>
          <p:nvPr>
            <p:ph type="pic" sz="quarter" idx="11"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Subtitle">
            <a:extLst>
              <a:ext uri="{FF2B5EF4-FFF2-40B4-BE49-F238E27FC236}">
                <a16:creationId xmlns:a16="http://schemas.microsoft.com/office/drawing/2014/main" id="{EC048838-321C-4CDC-B5B5-945F310A2C37}"/>
              </a:ext>
            </a:extLst>
          </p:cNvPr>
          <p:cNvSpPr>
            <a:spLocks noGrp="1"/>
          </p:cNvSpPr>
          <p:nvPr>
            <p:ph type="subTitle" idx="1"/>
          </p:nvPr>
        </p:nvSpPr>
        <p:spPr>
          <a:xfrm>
            <a:off x="404813" y="4561383"/>
            <a:ext cx="47767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itle">
            <a:extLst>
              <a:ext uri="{FF2B5EF4-FFF2-40B4-BE49-F238E27FC236}">
                <a16:creationId xmlns:a16="http://schemas.microsoft.com/office/drawing/2014/main" id="{5B033218-1FB2-4E4E-8884-28C9C6A32F7A}"/>
              </a:ext>
            </a:extLst>
          </p:cNvPr>
          <p:cNvSpPr>
            <a:spLocks noGrp="1"/>
          </p:cNvSpPr>
          <p:nvPr>
            <p:ph type="ctrTitle"/>
          </p:nvPr>
        </p:nvSpPr>
        <p:spPr>
          <a:xfrm>
            <a:off x="404813" y="3622724"/>
            <a:ext cx="4776787" cy="886397"/>
          </a:xfrm>
        </p:spPr>
        <p:txBody>
          <a:bodyPr wrap="square" lIns="36000" rIns="36000" bIns="0" anchor="b" anchorCtr="0">
            <a:spAutoFit/>
          </a:bodyPr>
          <a:lstStyle>
            <a:lvl1pPr algn="l">
              <a:lnSpc>
                <a:spcPct val="90000"/>
              </a:lnSpc>
              <a:defRPr sz="32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179677478"/>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8361890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2209284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5106013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0868047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477727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181243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94953971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2082024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516335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79306526"/>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16672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9111742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73857223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6564517"/>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1445582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440604304"/>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4823313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cSld name="Blank">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1182352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4" name="Picture 3" descr="Simple concrete texture">
            <a:extLst>
              <a:ext uri="{FF2B5EF4-FFF2-40B4-BE49-F238E27FC236}">
                <a16:creationId xmlns:a16="http://schemas.microsoft.com/office/drawing/2014/main" id="{8F989865-EE8D-4748-9860-2F8CAAFFCAD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55737" y="-1"/>
            <a:ext cx="4585572"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13710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2_Content Master">
    <p:spTree>
      <p:nvGrpSpPr>
        <p:cNvPr id="1" name=""/>
        <p:cNvGrpSpPr/>
        <p:nvPr/>
      </p:nvGrpSpPr>
      <p:grpSpPr>
        <a:xfrm>
          <a:off x="0" y="0"/>
          <a:ext cx="0" cy="0"/>
          <a:chOff x="0" y="0"/>
          <a:chExt cx="0" cy="0"/>
        </a:xfrm>
      </p:grpSpPr>
      <p:graphicFrame>
        <p:nvGraphicFramePr>
          <p:cNvPr id="3" name="Object 9" hidden="1"/>
          <p:cNvGraphicFramePr>
            <a:graphicFrameLocks noChangeAspect="1"/>
          </p:cNvGraphicFramePr>
          <p:nvPr>
            <p:custDataLst>
              <p:tags r:id="rId1"/>
            </p:custDataLst>
          </p:nvPr>
        </p:nvGraphicFramePr>
        <p:xfrm>
          <a:off x="1" y="3"/>
          <a:ext cx="181708" cy="144463"/>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81708" cy="14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84485" y="180327"/>
            <a:ext cx="11083532" cy="859536"/>
          </a:xfrm>
        </p:spPr>
        <p:txBody>
          <a:bodyPr/>
          <a:lstStyle>
            <a:lvl1pPr>
              <a:defRPr sz="2399"/>
            </a:lvl1pPr>
          </a:lstStyle>
          <a:p>
            <a:r>
              <a:rPr lang="en-US" noProof="0"/>
              <a:t>Click to edit Master title style</a:t>
            </a:r>
            <a:endParaRPr lang="en-US"/>
          </a:p>
        </p:txBody>
      </p:sp>
    </p:spTree>
    <p:extLst>
      <p:ext uri="{BB962C8B-B14F-4D97-AF65-F5344CB8AC3E}">
        <p14:creationId xmlns:p14="http://schemas.microsoft.com/office/powerpoint/2010/main" val="310847683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spTree>
    <p:extLst>
      <p:ext uri="{BB962C8B-B14F-4D97-AF65-F5344CB8AC3E}">
        <p14:creationId xmlns:p14="http://schemas.microsoft.com/office/powerpoint/2010/main" val="172405380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Tree>
    <p:extLst>
      <p:ext uri="{BB962C8B-B14F-4D97-AF65-F5344CB8AC3E}">
        <p14:creationId xmlns:p14="http://schemas.microsoft.com/office/powerpoint/2010/main" val="56948019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98555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247320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USE THIS O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AD71DBB-784F-460C-A192-55671B86D50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0AD71DBB-784F-460C-A192-55671B86D5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C32C0AF-EE0C-4AF7-848F-E6A5B254506F}"/>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Verdana" panose="020B0604030504040204" pitchFamily="34" charset="0"/>
            </a:endParaRPr>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76999"/>
          </a:xfrm>
        </p:spPr>
        <p:txBody>
          <a:bodyPr>
            <a:spAutoFit/>
          </a:bodyPr>
          <a:lstStyle>
            <a:lvl1pPr>
              <a:defRPr sz="1800">
                <a:solidFill>
                  <a:schemeClr val="accent1"/>
                </a:solidFill>
                <a:latin typeface="+mn-lt"/>
              </a:defRPr>
            </a:lvl1pPr>
          </a:lstStyle>
          <a:p>
            <a:pPr lvl="0"/>
            <a:r>
              <a:rPr lang="en-US"/>
              <a:t>Click to edit Master text styles</a:t>
            </a:r>
          </a:p>
        </p:txBody>
      </p:sp>
      <p:sp>
        <p:nvSpPr>
          <p:cNvPr id="5" name="Text Placeholder 4">
            <a:extLst>
              <a:ext uri="{FF2B5EF4-FFF2-40B4-BE49-F238E27FC236}">
                <a16:creationId xmlns:a16="http://schemas.microsoft.com/office/drawing/2014/main" id="{8822E626-8D4A-4823-A07D-CB58B184F6AA}"/>
              </a:ext>
            </a:extLst>
          </p:cNvPr>
          <p:cNvSpPr>
            <a:spLocks noGrp="1"/>
          </p:cNvSpPr>
          <p:nvPr>
            <p:ph type="body" sz="quarter" idx="16"/>
          </p:nvPr>
        </p:nvSpPr>
        <p:spPr>
          <a:xfrm>
            <a:off x="550863" y="1628775"/>
            <a:ext cx="1109027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6">
            <a:extLst>
              <a:ext uri="{FF2B5EF4-FFF2-40B4-BE49-F238E27FC236}">
                <a16:creationId xmlns:a16="http://schemas.microsoft.com/office/drawing/2014/main" id="{D0C6E98A-86A2-4C2E-96BE-92ED9F77722C}"/>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412798415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1255459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14455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 subtitle and content">
    <p:bg>
      <p:bgPr>
        <a:solidFill>
          <a:schemeClr val="bg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98D8912F-156D-4144-95D6-C030BED3A0F3}"/>
              </a:ext>
            </a:extLst>
          </p:cNvPr>
          <p:cNvSpPr>
            <a:spLocks noGrp="1"/>
          </p:cNvSpPr>
          <p:nvPr>
            <p:ph type="body" sz="quarter" idx="10"/>
          </p:nvPr>
        </p:nvSpPr>
        <p:spPr>
          <a:xfrm>
            <a:off x="550200" y="1815351"/>
            <a:ext cx="11091600" cy="4466201"/>
          </a:xfrm>
          <a:prstGeom prst="rect">
            <a:avLst/>
          </a:prstGeom>
        </p:spPr>
        <p:txBody>
          <a:bodyPr lIns="0" tIns="0" rIns="0" bIns="0"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Espace réservé du texte 4">
            <a:extLst>
              <a:ext uri="{FF2B5EF4-FFF2-40B4-BE49-F238E27FC236}">
                <a16:creationId xmlns:a16="http://schemas.microsoft.com/office/drawing/2014/main" id="{F077FA37-1306-CD45-A29B-E15565294EAF}"/>
              </a:ext>
            </a:extLst>
          </p:cNvPr>
          <p:cNvSpPr>
            <a:spLocks noGrp="1"/>
          </p:cNvSpPr>
          <p:nvPr>
            <p:ph type="body" sz="quarter" idx="11" hasCustomPrompt="1"/>
          </p:nvPr>
        </p:nvSpPr>
        <p:spPr>
          <a:xfrm>
            <a:off x="550200" y="1148607"/>
            <a:ext cx="11091600" cy="504056"/>
          </a:xfrm>
          <a:prstGeom prst="rect">
            <a:avLst/>
          </a:prstGeom>
        </p:spPr>
        <p:txBody>
          <a:bodyPr lIns="0" tIns="0" rIns="0" bIns="0">
            <a:normAutofit/>
          </a:bodyPr>
          <a:lstStyle>
            <a:lvl1pPr>
              <a:spcBef>
                <a:spcPts val="0"/>
              </a:spcBef>
              <a:defRPr sz="2200" spc="-110" baseline="0">
                <a:solidFill>
                  <a:schemeClr val="accent1"/>
                </a:solidFill>
                <a:latin typeface="+mj-lt"/>
              </a:defRPr>
            </a:lvl1pPr>
          </a:lstStyle>
          <a:p>
            <a:pPr lvl="0"/>
            <a:r>
              <a:rPr lang="en-US"/>
              <a:t>Click to edit Master subtitle styles</a:t>
            </a:r>
          </a:p>
        </p:txBody>
      </p:sp>
      <p:sp>
        <p:nvSpPr>
          <p:cNvPr id="4" name="Title 3">
            <a:extLst>
              <a:ext uri="{FF2B5EF4-FFF2-40B4-BE49-F238E27FC236}">
                <a16:creationId xmlns:a16="http://schemas.microsoft.com/office/drawing/2014/main" id="{E4781F08-E2A8-D54B-9C2A-486D5A8C428C}"/>
              </a:ext>
            </a:extLst>
          </p:cNvPr>
          <p:cNvSpPr>
            <a:spLocks noGrp="1"/>
          </p:cNvSpPr>
          <p:nvPr>
            <p:ph type="title"/>
          </p:nvPr>
        </p:nvSpPr>
        <p:spPr>
          <a:xfrm>
            <a:off x="548640" y="0"/>
            <a:ext cx="11091672" cy="1106424"/>
          </a:xfrm>
          <a:prstGeom prst="rect">
            <a:avLst/>
          </a:prstGeom>
        </p:spPr>
        <p:txBody>
          <a:bodyPr vert="horz" lIns="0" tIns="180000" rIns="0" bIns="0" rtlCol="0" anchor="t">
            <a:noAutofit/>
          </a:bodyPr>
          <a:lstStyle>
            <a:lvl1pPr>
              <a:defRPr lang="en-US"/>
            </a:lvl1pPr>
          </a:lstStyle>
          <a:p>
            <a:pPr lvl="0">
              <a:spcBef>
                <a:spcPts val="0"/>
              </a:spcBef>
            </a:pPr>
            <a:r>
              <a:rPr lang="en-US"/>
              <a:t>Click to edit Master title style</a:t>
            </a:r>
          </a:p>
        </p:txBody>
      </p:sp>
    </p:spTree>
    <p:extLst>
      <p:ext uri="{BB962C8B-B14F-4D97-AF65-F5344CB8AC3E}">
        <p14:creationId xmlns:p14="http://schemas.microsoft.com/office/powerpoint/2010/main" val="246750488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92479247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E4F9-B3B6-4E6A-8643-258665835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17CB26E-34D1-475B-AB64-468E5AFF6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F40A5F7-0D71-4EF4-87CB-4316F2AA44D3}"/>
              </a:ext>
            </a:extLst>
          </p:cNvPr>
          <p:cNvSpPr>
            <a:spLocks noGrp="1"/>
          </p:cNvSpPr>
          <p:nvPr>
            <p:ph type="dt" sz="half" idx="10"/>
          </p:nvPr>
        </p:nvSpPr>
        <p:spPr/>
        <p:txBody>
          <a:bodyPr/>
          <a:lstStyle/>
          <a:p>
            <a:fld id="{44E66089-E423-4D92-BA52-53983702B7FE}" type="datetimeFigureOut">
              <a:rPr lang="en-GB" smtClean="0"/>
              <a:t>26/03/2024</a:t>
            </a:fld>
            <a:endParaRPr lang="en-GB"/>
          </a:p>
        </p:txBody>
      </p:sp>
      <p:sp>
        <p:nvSpPr>
          <p:cNvPr id="5" name="Footer Placeholder 4">
            <a:extLst>
              <a:ext uri="{FF2B5EF4-FFF2-40B4-BE49-F238E27FC236}">
                <a16:creationId xmlns:a16="http://schemas.microsoft.com/office/drawing/2014/main" id="{EAC84C48-F095-4992-B6DF-20428F15B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A0EF-7912-4C0A-B829-D30E82EBE665}"/>
              </a:ext>
            </a:extLst>
          </p:cNvPr>
          <p:cNvSpPr>
            <a:spLocks noGrp="1"/>
          </p:cNvSpPr>
          <p:nvPr>
            <p:ph type="sldNum" sz="quarter" idx="12"/>
          </p:nvPr>
        </p:nvSpPr>
        <p:spPr/>
        <p:txBody>
          <a:bodyPr/>
          <a:lstStyle/>
          <a:p>
            <a:fld id="{F9A2B593-8181-44ED-9949-8D8F477B6F9C}" type="slidenum">
              <a:rPr lang="en-GB" smtClean="0"/>
              <a:t>‹#›</a:t>
            </a:fld>
            <a:endParaRPr lang="en-GB"/>
          </a:p>
        </p:txBody>
      </p:sp>
    </p:spTree>
    <p:extLst>
      <p:ext uri="{BB962C8B-B14F-4D97-AF65-F5344CB8AC3E}">
        <p14:creationId xmlns:p14="http://schemas.microsoft.com/office/powerpoint/2010/main" val="220075577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4934-158F-8215-F3FF-1BD3FE597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9751E-AAEA-32F8-E97A-E7344DE91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02BF7-1EDF-413A-70F1-869C01B5DAD4}"/>
              </a:ext>
            </a:extLst>
          </p:cNvPr>
          <p:cNvSpPr>
            <a:spLocks noGrp="1"/>
          </p:cNvSpPr>
          <p:nvPr>
            <p:ph type="dt" sz="half" idx="10"/>
          </p:nvPr>
        </p:nvSpPr>
        <p:spPr/>
        <p:txBody>
          <a:bodyPr/>
          <a:lstStyle/>
          <a:p>
            <a:fld id="{AA34BEBE-2228-6744-BE97-B19D1AF5F2D9}" type="datetimeFigureOut">
              <a:rPr lang="en-US" smtClean="0"/>
              <a:t>3/26/2024</a:t>
            </a:fld>
            <a:endParaRPr lang="en-US"/>
          </a:p>
        </p:txBody>
      </p:sp>
      <p:sp>
        <p:nvSpPr>
          <p:cNvPr id="5" name="Footer Placeholder 4">
            <a:extLst>
              <a:ext uri="{FF2B5EF4-FFF2-40B4-BE49-F238E27FC236}">
                <a16:creationId xmlns:a16="http://schemas.microsoft.com/office/drawing/2014/main" id="{1559570D-9073-30FA-E96D-2170E6D4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BEBD-2207-0370-B0E8-7039908710FC}"/>
              </a:ext>
            </a:extLst>
          </p:cNvPr>
          <p:cNvSpPr>
            <a:spLocks noGrp="1"/>
          </p:cNvSpPr>
          <p:nvPr>
            <p:ph type="sldNum" sz="quarter" idx="12"/>
          </p:nvPr>
        </p:nvSpPr>
        <p:spPr/>
        <p:txBody>
          <a:bodyPr/>
          <a:lstStyle/>
          <a:p>
            <a:fld id="{582E6ADB-CB25-8542-B868-ADAC2ADB8022}" type="slidenum">
              <a:rPr lang="en-US" smtClean="0"/>
              <a:t>‹#›</a:t>
            </a:fld>
            <a:endParaRPr lang="en-US"/>
          </a:p>
        </p:txBody>
      </p:sp>
    </p:spTree>
    <p:extLst>
      <p:ext uri="{BB962C8B-B14F-4D97-AF65-F5344CB8AC3E}">
        <p14:creationId xmlns:p14="http://schemas.microsoft.com/office/powerpoint/2010/main" val="325510970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92022"/>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351366594"/>
      </p:ext>
    </p:extLst>
  </p:cSld>
  <p:clrMapOvr>
    <a:masterClrMapping/>
  </p:clrMapOvr>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88735221"/>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74196805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2697017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49857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83924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348616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7371360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573681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784771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790613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4176388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069556871"/>
      </p:ext>
    </p:extLst>
  </p:cSld>
  <p:clrMapOvr>
    <a:masterClrMapping/>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89652390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0562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6167778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49628194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229688494"/>
      </p:ext>
    </p:extLst>
  </p:cSld>
  <p:clrMapOvr>
    <a:masterClrMapping/>
  </p:clrMapOvr>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2058047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1367345"/>
      </p:ext>
    </p:extLst>
  </p:cSld>
  <p:clrMapOvr>
    <a:masterClrMapping/>
  </p:clrMapOvr>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8506386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44707460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26/03/2024</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3747740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02468462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7843608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6380628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Two Content grey">
  <p:cSld name="Two Content grey">
    <p:bg>
      <p:bgPr>
        <a:solidFill>
          <a:schemeClr val="lt2"/>
        </a:solidFill>
        <a:effectLst/>
      </p:bgPr>
    </p:bg>
    <p:spTree>
      <p:nvGrpSpPr>
        <p:cNvPr id="1" name="Shape 63"/>
        <p:cNvGrpSpPr/>
        <p:nvPr/>
      </p:nvGrpSpPr>
      <p:grpSpPr>
        <a:xfrm>
          <a:off x="0" y="0"/>
          <a:ext cx="0" cy="0"/>
          <a:chOff x="0" y="0"/>
          <a:chExt cx="0" cy="0"/>
        </a:xfrm>
      </p:grpSpPr>
    </p:spTree>
    <p:extLst>
      <p:ext uri="{BB962C8B-B14F-4D97-AF65-F5344CB8AC3E}">
        <p14:creationId xmlns:p14="http://schemas.microsoft.com/office/powerpoint/2010/main" val="238244114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matchingName="Title Slide purple">
  <p:cSld name="Title Slide purple">
    <p:bg>
      <p:bgPr>
        <a:solidFill>
          <a:schemeClr val="accent2"/>
        </a:solidFill>
        <a:effectLst/>
      </p:bgPr>
    </p:bg>
    <p:spTree>
      <p:nvGrpSpPr>
        <p:cNvPr id="1" name="Shape 70"/>
        <p:cNvGrpSpPr/>
        <p:nvPr/>
      </p:nvGrpSpPr>
      <p:grpSpPr>
        <a:xfrm>
          <a:off x="0" y="0"/>
          <a:ext cx="0" cy="0"/>
          <a:chOff x="0" y="0"/>
          <a:chExt cx="0" cy="0"/>
        </a:xfrm>
      </p:grpSpPr>
      <p:sp>
        <p:nvSpPr>
          <p:cNvPr id="71" name="Google Shape;71;p73"/>
          <p:cNvSpPr txBox="1">
            <a:spLocks noGrp="1"/>
          </p:cNvSpPr>
          <p:nvPr>
            <p:ph type="ctrTitle"/>
          </p:nvPr>
        </p:nvSpPr>
        <p:spPr>
          <a:xfrm>
            <a:off x="965200" y="1624012"/>
            <a:ext cx="10234613" cy="2868965"/>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8000"/>
              <a:buFont typeface="Times New Roman"/>
              <a:buNone/>
              <a:defRPr sz="80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73"/>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pic>
        <p:nvPicPr>
          <p:cNvPr id="73" name="Google Shape;73;p73"/>
          <p:cNvPicPr preferRelativeResize="0"/>
          <p:nvPr/>
        </p:nvPicPr>
        <p:blipFill rotWithShape="1">
          <a:blip r:embed="rId2">
            <a:alphaModFix/>
          </a:blip>
          <a:srcRect/>
          <a:stretch/>
        </p:blipFill>
        <p:spPr>
          <a:xfrm>
            <a:off x="965200" y="687772"/>
            <a:ext cx="1080195" cy="341383"/>
          </a:xfrm>
          <a:prstGeom prst="rect">
            <a:avLst/>
          </a:prstGeom>
          <a:noFill/>
          <a:ln>
            <a:noFill/>
          </a:ln>
        </p:spPr>
      </p:pic>
      <p:cxnSp>
        <p:nvCxnSpPr>
          <p:cNvPr id="74" name="Google Shape;74;p73"/>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Tree>
    <p:extLst>
      <p:ext uri="{BB962C8B-B14F-4D97-AF65-F5344CB8AC3E}">
        <p14:creationId xmlns:p14="http://schemas.microsoft.com/office/powerpoint/2010/main" val="334349476"/>
      </p:ext>
    </p:extLst>
  </p:cSld>
  <p:clrMapOvr>
    <a:masterClrMapping/>
  </p:clrMapOvr>
  <p:extLst>
    <p:ext uri="{DCECCB84-F9BA-43D5-87BE-67443E8EF086}">
      <p15:sldGuideLst xmlns:p15="http://schemas.microsoft.com/office/powerpoint/2012/main">
        <p15:guide id="1" pos="606">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matchingName="Title Slide white">
  <p:cSld name="Title Slide white">
    <p:bg>
      <p:bgPr>
        <a:solidFill>
          <a:schemeClr val="lt2"/>
        </a:solidFill>
        <a:effectLst/>
      </p:bgPr>
    </p:bg>
    <p:spTree>
      <p:nvGrpSpPr>
        <p:cNvPr id="1" name="Shape 75"/>
        <p:cNvGrpSpPr/>
        <p:nvPr/>
      </p:nvGrpSpPr>
      <p:grpSpPr>
        <a:xfrm>
          <a:off x="0" y="0"/>
          <a:ext cx="0" cy="0"/>
          <a:chOff x="0" y="0"/>
          <a:chExt cx="0" cy="0"/>
        </a:xfrm>
      </p:grpSpPr>
      <p:sp>
        <p:nvSpPr>
          <p:cNvPr id="76" name="Google Shape;76;p74"/>
          <p:cNvSpPr txBox="1">
            <a:spLocks noGrp="1"/>
          </p:cNvSpPr>
          <p:nvPr>
            <p:ph type="ctrTitle"/>
          </p:nvPr>
        </p:nvSpPr>
        <p:spPr>
          <a:xfrm>
            <a:off x="965200" y="1624012"/>
            <a:ext cx="10234613" cy="2868965"/>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accent2"/>
              </a:buClr>
              <a:buSzPts val="8000"/>
              <a:buFont typeface="Times New Roman"/>
              <a:buNone/>
              <a:defRPr sz="80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74"/>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dk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1800"/>
              </a:spcBef>
              <a:spcAft>
                <a:spcPts val="0"/>
              </a:spcAft>
              <a:buClr>
                <a:schemeClr val="dk1"/>
              </a:buClr>
              <a:buSzPts val="1600"/>
              <a:buNone/>
              <a:defRPr sz="1600"/>
            </a:lvl7pPr>
            <a:lvl8pPr lvl="7" algn="ctr">
              <a:lnSpc>
                <a:spcPct val="100000"/>
              </a:lnSpc>
              <a:spcBef>
                <a:spcPts val="600"/>
              </a:spcBef>
              <a:spcAft>
                <a:spcPts val="0"/>
              </a:spcAft>
              <a:buClr>
                <a:schemeClr val="dk1"/>
              </a:buClr>
              <a:buSzPts val="1600"/>
              <a:buNone/>
              <a:defRPr sz="1600"/>
            </a:lvl8pPr>
            <a:lvl9pPr lvl="8" algn="ctr">
              <a:lnSpc>
                <a:spcPct val="100000"/>
              </a:lnSpc>
              <a:spcBef>
                <a:spcPts val="600"/>
              </a:spcBef>
              <a:spcAft>
                <a:spcPts val="0"/>
              </a:spcAft>
              <a:buClr>
                <a:schemeClr val="dk1"/>
              </a:buClr>
              <a:buSzPts val="1600"/>
              <a:buNone/>
              <a:defRPr sz="1600"/>
            </a:lvl9pPr>
          </a:lstStyle>
          <a:p>
            <a:endParaRPr/>
          </a:p>
        </p:txBody>
      </p:sp>
      <p:pic>
        <p:nvPicPr>
          <p:cNvPr id="78" name="Google Shape;78;p74"/>
          <p:cNvPicPr preferRelativeResize="0"/>
          <p:nvPr/>
        </p:nvPicPr>
        <p:blipFill rotWithShape="1">
          <a:blip r:embed="rId2">
            <a:alphaModFix/>
          </a:blip>
          <a:srcRect/>
          <a:stretch/>
        </p:blipFill>
        <p:spPr>
          <a:xfrm>
            <a:off x="965200" y="687772"/>
            <a:ext cx="1080195" cy="341383"/>
          </a:xfrm>
          <a:prstGeom prst="rect">
            <a:avLst/>
          </a:prstGeom>
          <a:noFill/>
          <a:ln>
            <a:noFill/>
          </a:ln>
        </p:spPr>
      </p:pic>
      <p:cxnSp>
        <p:nvCxnSpPr>
          <p:cNvPr id="79" name="Google Shape;79;p74"/>
          <p:cNvCxnSpPr/>
          <p:nvPr/>
        </p:nvCxnSpPr>
        <p:spPr>
          <a:xfrm>
            <a:off x="965200" y="4684898"/>
            <a:ext cx="491067" cy="0"/>
          </a:xfrm>
          <a:prstGeom prst="straightConnector1">
            <a:avLst/>
          </a:prstGeom>
          <a:noFill/>
          <a:ln w="9525" cap="flat" cmpd="sng">
            <a:solidFill>
              <a:schemeClr val="dk1"/>
            </a:solidFill>
            <a:prstDash val="solid"/>
            <a:miter lim="800000"/>
            <a:headEnd type="none" w="sm" len="sm"/>
            <a:tailEnd type="none" w="sm" len="sm"/>
          </a:ln>
        </p:spPr>
      </p:cxnSp>
    </p:spTree>
    <p:extLst>
      <p:ext uri="{BB962C8B-B14F-4D97-AF65-F5344CB8AC3E}">
        <p14:creationId xmlns:p14="http://schemas.microsoft.com/office/powerpoint/2010/main" val="3109190606"/>
      </p:ext>
    </p:extLst>
  </p:cSld>
  <p:clrMapOvr>
    <a:masterClrMapping/>
  </p:clrMapOvr>
  <p:extLst>
    <p:ext uri="{DCECCB84-F9BA-43D5-87BE-67443E8EF086}">
      <p15:sldGuideLst xmlns:p15="http://schemas.microsoft.com/office/powerpoint/2012/main">
        <p15:guide id="1" pos="608">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matchingName="Longer Title Slide">
  <p:cSld name="Longer Title Slide">
    <p:bg>
      <p:bgPr>
        <a:solidFill>
          <a:schemeClr val="dk2"/>
        </a:solidFill>
        <a:effectLst/>
      </p:bgPr>
    </p:bg>
    <p:spTree>
      <p:nvGrpSpPr>
        <p:cNvPr id="1" name="Shape 80"/>
        <p:cNvGrpSpPr/>
        <p:nvPr/>
      </p:nvGrpSpPr>
      <p:grpSpPr>
        <a:xfrm>
          <a:off x="0" y="0"/>
          <a:ext cx="0" cy="0"/>
          <a:chOff x="0" y="0"/>
          <a:chExt cx="0" cy="0"/>
        </a:xfrm>
      </p:grpSpPr>
      <p:sp>
        <p:nvSpPr>
          <p:cNvPr id="81" name="Google Shape;81;p75"/>
          <p:cNvSpPr txBox="1">
            <a:spLocks noGrp="1"/>
          </p:cNvSpPr>
          <p:nvPr>
            <p:ph type="ctrTitle"/>
          </p:nvPr>
        </p:nvSpPr>
        <p:spPr>
          <a:xfrm>
            <a:off x="953830" y="1880364"/>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75"/>
          <p:cNvPicPr preferRelativeResize="0"/>
          <p:nvPr/>
        </p:nvPicPr>
        <p:blipFill rotWithShape="1">
          <a:blip r:embed="rId2">
            <a:alphaModFix/>
          </a:blip>
          <a:srcRect/>
          <a:stretch/>
        </p:blipFill>
        <p:spPr>
          <a:xfrm>
            <a:off x="7019402" y="368710"/>
            <a:ext cx="4894150" cy="6251164"/>
          </a:xfrm>
          <a:prstGeom prst="rect">
            <a:avLst/>
          </a:prstGeom>
          <a:noFill/>
          <a:ln>
            <a:noFill/>
          </a:ln>
        </p:spPr>
      </p:pic>
      <p:pic>
        <p:nvPicPr>
          <p:cNvPr id="83" name="Google Shape;83;p75"/>
          <p:cNvPicPr preferRelativeResize="0"/>
          <p:nvPr/>
        </p:nvPicPr>
        <p:blipFill rotWithShape="1">
          <a:blip r:embed="rId3">
            <a:alphaModFix/>
          </a:blip>
          <a:srcRect/>
          <a:stretch/>
        </p:blipFill>
        <p:spPr>
          <a:xfrm>
            <a:off x="965200" y="687772"/>
            <a:ext cx="1080195" cy="341383"/>
          </a:xfrm>
          <a:prstGeom prst="rect">
            <a:avLst/>
          </a:prstGeom>
          <a:noFill/>
          <a:ln>
            <a:noFill/>
          </a:ln>
        </p:spPr>
      </p:pic>
      <p:sp>
        <p:nvSpPr>
          <p:cNvPr id="84" name="Google Shape;84;p75"/>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600"/>
              <a:buNone/>
              <a:defRPr sz="1600" b="0" cap="none">
                <a:solidFill>
                  <a:schemeClr val="accent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85" name="Google Shape;85;p75"/>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Tree>
    <p:extLst>
      <p:ext uri="{BB962C8B-B14F-4D97-AF65-F5344CB8AC3E}">
        <p14:creationId xmlns:p14="http://schemas.microsoft.com/office/powerpoint/2010/main" val="3887050960"/>
      </p:ext>
    </p:extLst>
  </p:cSld>
  <p:clrMapOvr>
    <a:masterClrMapping/>
  </p:clrMapOvr>
  <p:extLst>
    <p:ext uri="{DCECCB84-F9BA-43D5-87BE-67443E8EF086}">
      <p15:sldGuideLst xmlns:p15="http://schemas.microsoft.com/office/powerpoint/2012/main">
        <p15:guide id="1" pos="605">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matchingName="3_Longer Title Slide">
  <p:cSld name="3_Longer Title Slide">
    <p:bg>
      <p:bgPr>
        <a:solidFill>
          <a:schemeClr val="lt2"/>
        </a:solidFill>
        <a:effectLst/>
      </p:bgPr>
    </p:bg>
    <p:spTree>
      <p:nvGrpSpPr>
        <p:cNvPr id="1" name="Shape 86"/>
        <p:cNvGrpSpPr/>
        <p:nvPr/>
      </p:nvGrpSpPr>
      <p:grpSpPr>
        <a:xfrm>
          <a:off x="0" y="0"/>
          <a:ext cx="0" cy="0"/>
          <a:chOff x="0" y="0"/>
          <a:chExt cx="0" cy="0"/>
        </a:xfrm>
      </p:grpSpPr>
      <p:sp>
        <p:nvSpPr>
          <p:cNvPr id="87" name="Google Shape;87;p76"/>
          <p:cNvSpPr txBox="1">
            <a:spLocks noGrp="1"/>
          </p:cNvSpPr>
          <p:nvPr>
            <p:ph type="ctrTitle"/>
          </p:nvPr>
        </p:nvSpPr>
        <p:spPr>
          <a:xfrm>
            <a:off x="953830" y="1878856"/>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accent2"/>
              </a:buClr>
              <a:buSzPts val="4800"/>
              <a:buFont typeface="Times New Roman"/>
              <a:buNone/>
              <a:defRPr sz="48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8" name="Google Shape;88;p76"/>
          <p:cNvPicPr preferRelativeResize="0"/>
          <p:nvPr/>
        </p:nvPicPr>
        <p:blipFill rotWithShape="1">
          <a:blip r:embed="rId2">
            <a:alphaModFix/>
          </a:blip>
          <a:srcRect/>
          <a:stretch/>
        </p:blipFill>
        <p:spPr>
          <a:xfrm>
            <a:off x="7019402" y="368710"/>
            <a:ext cx="4894150" cy="6251164"/>
          </a:xfrm>
          <a:prstGeom prst="rect">
            <a:avLst/>
          </a:prstGeom>
          <a:noFill/>
          <a:ln>
            <a:noFill/>
          </a:ln>
        </p:spPr>
      </p:pic>
      <p:sp>
        <p:nvSpPr>
          <p:cNvPr id="89" name="Google Shape;89;p76"/>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90" name="Google Shape;90;p76"/>
          <p:cNvCxnSpPr/>
          <p:nvPr/>
        </p:nvCxnSpPr>
        <p:spPr>
          <a:xfrm>
            <a:off x="965200" y="4684898"/>
            <a:ext cx="491067" cy="0"/>
          </a:xfrm>
          <a:prstGeom prst="straightConnector1">
            <a:avLst/>
          </a:prstGeom>
          <a:noFill/>
          <a:ln w="9525" cap="flat" cmpd="sng">
            <a:solidFill>
              <a:schemeClr val="accent2"/>
            </a:solidFill>
            <a:prstDash val="solid"/>
            <a:miter lim="800000"/>
            <a:headEnd type="none" w="sm" len="sm"/>
            <a:tailEnd type="none" w="sm" len="sm"/>
          </a:ln>
        </p:spPr>
      </p:cxnSp>
      <p:pic>
        <p:nvPicPr>
          <p:cNvPr id="91" name="Google Shape;91;p76"/>
          <p:cNvPicPr preferRelativeResize="0"/>
          <p:nvPr/>
        </p:nvPicPr>
        <p:blipFill rotWithShape="1">
          <a:blip r:embed="rId3">
            <a:alphaModFix/>
          </a:blip>
          <a:srcRect/>
          <a:stretch/>
        </p:blipFill>
        <p:spPr>
          <a:xfrm>
            <a:off x="965200" y="687772"/>
            <a:ext cx="1080195" cy="341383"/>
          </a:xfrm>
          <a:prstGeom prst="rect">
            <a:avLst/>
          </a:prstGeom>
          <a:noFill/>
          <a:ln>
            <a:noFill/>
          </a:ln>
        </p:spPr>
      </p:pic>
    </p:spTree>
    <p:extLst>
      <p:ext uri="{BB962C8B-B14F-4D97-AF65-F5344CB8AC3E}">
        <p14:creationId xmlns:p14="http://schemas.microsoft.com/office/powerpoint/2010/main" val="1958872992"/>
      </p:ext>
    </p:extLst>
  </p:cSld>
  <p:clrMapOvr>
    <a:masterClrMapping/>
  </p:clrMapOvr>
  <p:extLst>
    <p:ext uri="{DCECCB84-F9BA-43D5-87BE-67443E8EF086}">
      <p15:sldGuideLst xmlns:p15="http://schemas.microsoft.com/office/powerpoint/2012/main">
        <p15:guide id="1" pos="605">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matchingName="2_Longer Title Slide">
  <p:cSld name="2_Longer Title Slide">
    <p:bg>
      <p:bgPr>
        <a:solidFill>
          <a:schemeClr val="accent2"/>
        </a:solidFill>
        <a:effectLst/>
      </p:bgPr>
    </p:bg>
    <p:spTree>
      <p:nvGrpSpPr>
        <p:cNvPr id="1" name="Shape 92"/>
        <p:cNvGrpSpPr/>
        <p:nvPr/>
      </p:nvGrpSpPr>
      <p:grpSpPr>
        <a:xfrm>
          <a:off x="0" y="0"/>
          <a:ext cx="0" cy="0"/>
          <a:chOff x="0" y="0"/>
          <a:chExt cx="0" cy="0"/>
        </a:xfrm>
      </p:grpSpPr>
      <p:sp>
        <p:nvSpPr>
          <p:cNvPr id="93" name="Google Shape;93;p63"/>
          <p:cNvSpPr txBox="1">
            <a:spLocks noGrp="1"/>
          </p:cNvSpPr>
          <p:nvPr>
            <p:ph type="ctrTitle"/>
          </p:nvPr>
        </p:nvSpPr>
        <p:spPr>
          <a:xfrm>
            <a:off x="953830" y="1878443"/>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4" name="Google Shape;94;p63"/>
          <p:cNvPicPr preferRelativeResize="0"/>
          <p:nvPr/>
        </p:nvPicPr>
        <p:blipFill rotWithShape="1">
          <a:blip r:embed="rId2">
            <a:alphaModFix/>
          </a:blip>
          <a:srcRect/>
          <a:stretch/>
        </p:blipFill>
        <p:spPr>
          <a:xfrm>
            <a:off x="7019402" y="368710"/>
            <a:ext cx="4894150" cy="6251164"/>
          </a:xfrm>
          <a:prstGeom prst="rect">
            <a:avLst/>
          </a:prstGeom>
          <a:noFill/>
          <a:ln>
            <a:noFill/>
          </a:ln>
        </p:spPr>
      </p:pic>
      <p:pic>
        <p:nvPicPr>
          <p:cNvPr id="95" name="Google Shape;95;p63"/>
          <p:cNvPicPr preferRelativeResize="0"/>
          <p:nvPr/>
        </p:nvPicPr>
        <p:blipFill rotWithShape="1">
          <a:blip r:embed="rId3">
            <a:alphaModFix/>
          </a:blip>
          <a:srcRect/>
          <a:stretch/>
        </p:blipFill>
        <p:spPr>
          <a:xfrm>
            <a:off x="965200" y="687772"/>
            <a:ext cx="1080195" cy="341383"/>
          </a:xfrm>
          <a:prstGeom prst="rect">
            <a:avLst/>
          </a:prstGeom>
          <a:noFill/>
          <a:ln>
            <a:noFill/>
          </a:ln>
        </p:spPr>
      </p:pic>
      <p:sp>
        <p:nvSpPr>
          <p:cNvPr id="96" name="Google Shape;96;p63"/>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97" name="Google Shape;97;p63"/>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Tree>
    <p:extLst>
      <p:ext uri="{BB962C8B-B14F-4D97-AF65-F5344CB8AC3E}">
        <p14:creationId xmlns:p14="http://schemas.microsoft.com/office/powerpoint/2010/main" val="508287123"/>
      </p:ext>
    </p:extLst>
  </p:cSld>
  <p:clrMapOvr>
    <a:masterClrMapping/>
  </p:clrMapOvr>
  <p:extLst>
    <p:ext uri="{DCECCB84-F9BA-43D5-87BE-67443E8EF086}">
      <p15:sldGuideLst xmlns:p15="http://schemas.microsoft.com/office/powerpoint/2012/main">
        <p15:guide id="1" pos="605">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matchingName="1_Longer Title Slide">
  <p:cSld name="1_Longer Title Slide">
    <p:bg>
      <p:bgPr>
        <a:solidFill>
          <a:schemeClr val="dk2"/>
        </a:solidFill>
        <a:effectLst/>
      </p:bgPr>
    </p:bg>
    <p:spTree>
      <p:nvGrpSpPr>
        <p:cNvPr id="1" name="Shape 98"/>
        <p:cNvGrpSpPr/>
        <p:nvPr/>
      </p:nvGrpSpPr>
      <p:grpSpPr>
        <a:xfrm>
          <a:off x="0" y="0"/>
          <a:ext cx="0" cy="0"/>
          <a:chOff x="0" y="0"/>
          <a:chExt cx="0" cy="0"/>
        </a:xfrm>
      </p:grpSpPr>
      <p:pic>
        <p:nvPicPr>
          <p:cNvPr id="99" name="Google Shape;99;p77"/>
          <p:cNvPicPr preferRelativeResize="0"/>
          <p:nvPr/>
        </p:nvPicPr>
        <p:blipFill rotWithShape="1">
          <a:blip r:embed="rId2">
            <a:alphaModFix/>
          </a:blip>
          <a:srcRect r="10398"/>
          <a:stretch/>
        </p:blipFill>
        <p:spPr>
          <a:xfrm>
            <a:off x="6920463" y="838403"/>
            <a:ext cx="5271537" cy="5399111"/>
          </a:xfrm>
          <a:prstGeom prst="rect">
            <a:avLst/>
          </a:prstGeom>
          <a:noFill/>
          <a:ln>
            <a:noFill/>
          </a:ln>
        </p:spPr>
      </p:pic>
      <p:sp>
        <p:nvSpPr>
          <p:cNvPr id="100" name="Google Shape;100;p77"/>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600"/>
              <a:buNone/>
              <a:defRPr sz="1600" b="0" cap="none">
                <a:solidFill>
                  <a:schemeClr val="accent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101" name="Google Shape;101;p77"/>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
        <p:nvSpPr>
          <p:cNvPr id="102" name="Google Shape;102;p77"/>
          <p:cNvSpPr txBox="1">
            <a:spLocks noGrp="1"/>
          </p:cNvSpPr>
          <p:nvPr>
            <p:ph type="ctrTitle"/>
          </p:nvPr>
        </p:nvSpPr>
        <p:spPr>
          <a:xfrm>
            <a:off x="953830" y="1880364"/>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3" name="Google Shape;103;p77"/>
          <p:cNvPicPr preferRelativeResize="0"/>
          <p:nvPr/>
        </p:nvPicPr>
        <p:blipFill rotWithShape="1">
          <a:blip r:embed="rId3">
            <a:alphaModFix/>
          </a:blip>
          <a:srcRect/>
          <a:stretch/>
        </p:blipFill>
        <p:spPr>
          <a:xfrm>
            <a:off x="965200" y="687772"/>
            <a:ext cx="1080195" cy="341383"/>
          </a:xfrm>
          <a:prstGeom prst="rect">
            <a:avLst/>
          </a:prstGeom>
          <a:noFill/>
          <a:ln>
            <a:noFill/>
          </a:ln>
        </p:spPr>
      </p:pic>
    </p:spTree>
    <p:extLst>
      <p:ext uri="{BB962C8B-B14F-4D97-AF65-F5344CB8AC3E}">
        <p14:creationId xmlns:p14="http://schemas.microsoft.com/office/powerpoint/2010/main" val="2261071814"/>
      </p:ext>
    </p:extLst>
  </p:cSld>
  <p:clrMapOvr>
    <a:masterClrMapping/>
  </p:clrMapOvr>
  <p:extLst>
    <p:ext uri="{DCECCB84-F9BA-43D5-87BE-67443E8EF086}">
      <p15:sldGuideLst xmlns:p15="http://schemas.microsoft.com/office/powerpoint/2012/main">
        <p15:guide id="1" pos="608">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matchingName="4_Longer Title Slide">
  <p:cSld name="4_Longer Title Slide">
    <p:bg>
      <p:bgPr>
        <a:solidFill>
          <a:schemeClr val="accent2"/>
        </a:solidFill>
        <a:effectLst/>
      </p:bgPr>
    </p:bg>
    <p:spTree>
      <p:nvGrpSpPr>
        <p:cNvPr id="1" name="Shape 104"/>
        <p:cNvGrpSpPr/>
        <p:nvPr/>
      </p:nvGrpSpPr>
      <p:grpSpPr>
        <a:xfrm>
          <a:off x="0" y="0"/>
          <a:ext cx="0" cy="0"/>
          <a:chOff x="0" y="0"/>
          <a:chExt cx="0" cy="0"/>
        </a:xfrm>
      </p:grpSpPr>
      <p:pic>
        <p:nvPicPr>
          <p:cNvPr id="105" name="Google Shape;105;p78" descr="Shape&#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06" name="Google Shape;106;p78"/>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600"/>
              <a:buNone/>
              <a:defRPr sz="1600" b="0" cap="none">
                <a:solidFill>
                  <a:schemeClr val="lt1"/>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107" name="Google Shape;107;p78"/>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
        <p:nvSpPr>
          <p:cNvPr id="108" name="Google Shape;108;p78"/>
          <p:cNvSpPr txBox="1">
            <a:spLocks noGrp="1"/>
          </p:cNvSpPr>
          <p:nvPr>
            <p:ph type="ctrTitle"/>
          </p:nvPr>
        </p:nvSpPr>
        <p:spPr>
          <a:xfrm>
            <a:off x="953830" y="1880364"/>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9" name="Google Shape;109;p78"/>
          <p:cNvPicPr preferRelativeResize="0"/>
          <p:nvPr/>
        </p:nvPicPr>
        <p:blipFill rotWithShape="1">
          <a:blip r:embed="rId3">
            <a:alphaModFix/>
          </a:blip>
          <a:srcRect/>
          <a:stretch/>
        </p:blipFill>
        <p:spPr>
          <a:xfrm>
            <a:off x="965200" y="687772"/>
            <a:ext cx="1080195" cy="341383"/>
          </a:xfrm>
          <a:prstGeom prst="rect">
            <a:avLst/>
          </a:prstGeom>
          <a:noFill/>
          <a:ln>
            <a:noFill/>
          </a:ln>
        </p:spPr>
      </p:pic>
    </p:spTree>
    <p:extLst>
      <p:ext uri="{BB962C8B-B14F-4D97-AF65-F5344CB8AC3E}">
        <p14:creationId xmlns:p14="http://schemas.microsoft.com/office/powerpoint/2010/main" val="712339287"/>
      </p:ext>
    </p:extLst>
  </p:cSld>
  <p:clrMapOvr>
    <a:masterClrMapping/>
  </p:clrMapOvr>
  <p:extLst>
    <p:ext uri="{DCECCB84-F9BA-43D5-87BE-67443E8EF086}">
      <p15:sldGuideLst xmlns:p15="http://schemas.microsoft.com/office/powerpoint/2012/main">
        <p15:guide id="1" pos="60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matchingName="5_Longer Title Slide">
  <p:cSld name="5_Longer Title Slide">
    <p:bg>
      <p:bgPr>
        <a:solidFill>
          <a:schemeClr val="lt2"/>
        </a:solidFill>
        <a:effectLst/>
      </p:bgPr>
    </p:bg>
    <p:spTree>
      <p:nvGrpSpPr>
        <p:cNvPr id="1" name="Shape 110"/>
        <p:cNvGrpSpPr/>
        <p:nvPr/>
      </p:nvGrpSpPr>
      <p:grpSpPr>
        <a:xfrm>
          <a:off x="0" y="0"/>
          <a:ext cx="0" cy="0"/>
          <a:chOff x="0" y="0"/>
          <a:chExt cx="0" cy="0"/>
        </a:xfrm>
      </p:grpSpPr>
      <p:pic>
        <p:nvPicPr>
          <p:cNvPr id="111" name="Google Shape;111;p79"/>
          <p:cNvPicPr preferRelativeResize="0"/>
          <p:nvPr/>
        </p:nvPicPr>
        <p:blipFill rotWithShape="1">
          <a:blip r:embed="rId2">
            <a:alphaModFix/>
          </a:blip>
          <a:srcRect r="10398"/>
          <a:stretch/>
        </p:blipFill>
        <p:spPr>
          <a:xfrm>
            <a:off x="6920463" y="838403"/>
            <a:ext cx="5271537" cy="5399111"/>
          </a:xfrm>
          <a:prstGeom prst="rect">
            <a:avLst/>
          </a:prstGeom>
          <a:noFill/>
          <a:ln>
            <a:noFill/>
          </a:ln>
        </p:spPr>
      </p:pic>
      <p:sp>
        <p:nvSpPr>
          <p:cNvPr id="112" name="Google Shape;112;p79"/>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113" name="Google Shape;113;p79"/>
          <p:cNvCxnSpPr/>
          <p:nvPr/>
        </p:nvCxnSpPr>
        <p:spPr>
          <a:xfrm>
            <a:off x="965200" y="4684898"/>
            <a:ext cx="491067" cy="0"/>
          </a:xfrm>
          <a:prstGeom prst="straightConnector1">
            <a:avLst/>
          </a:prstGeom>
          <a:noFill/>
          <a:ln w="9525" cap="flat" cmpd="sng">
            <a:solidFill>
              <a:schemeClr val="accent2"/>
            </a:solidFill>
            <a:prstDash val="solid"/>
            <a:miter lim="800000"/>
            <a:headEnd type="none" w="sm" len="sm"/>
            <a:tailEnd type="none" w="sm" len="sm"/>
          </a:ln>
        </p:spPr>
      </p:cxnSp>
      <p:sp>
        <p:nvSpPr>
          <p:cNvPr id="114" name="Google Shape;114;p79"/>
          <p:cNvSpPr txBox="1">
            <a:spLocks noGrp="1"/>
          </p:cNvSpPr>
          <p:nvPr>
            <p:ph type="ctrTitle"/>
          </p:nvPr>
        </p:nvSpPr>
        <p:spPr>
          <a:xfrm>
            <a:off x="953830" y="1880364"/>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accent2"/>
              </a:buClr>
              <a:buSzPts val="4800"/>
              <a:buFont typeface="Times New Roman"/>
              <a:buNone/>
              <a:defRPr sz="48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15" name="Google Shape;115;p79"/>
          <p:cNvPicPr preferRelativeResize="0"/>
          <p:nvPr/>
        </p:nvPicPr>
        <p:blipFill rotWithShape="1">
          <a:blip r:embed="rId3">
            <a:alphaModFix/>
          </a:blip>
          <a:srcRect/>
          <a:stretch/>
        </p:blipFill>
        <p:spPr>
          <a:xfrm>
            <a:off x="965200" y="687772"/>
            <a:ext cx="1080195" cy="341383"/>
          </a:xfrm>
          <a:prstGeom prst="rect">
            <a:avLst/>
          </a:prstGeom>
          <a:noFill/>
          <a:ln>
            <a:noFill/>
          </a:ln>
        </p:spPr>
      </p:pic>
    </p:spTree>
    <p:extLst>
      <p:ext uri="{BB962C8B-B14F-4D97-AF65-F5344CB8AC3E}">
        <p14:creationId xmlns:p14="http://schemas.microsoft.com/office/powerpoint/2010/main" val="3613652909"/>
      </p:ext>
    </p:extLst>
  </p:cSld>
  <p:clrMapOvr>
    <a:masterClrMapping/>
  </p:clrMapOvr>
  <p:extLst>
    <p:ext uri="{DCECCB84-F9BA-43D5-87BE-67443E8EF086}">
      <p15:sldGuideLst xmlns:p15="http://schemas.microsoft.com/office/powerpoint/2012/main">
        <p15:guide id="1" pos="608">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Welcome">
  <p:cSld name="Welcome">
    <p:bg>
      <p:bgPr>
        <a:solidFill>
          <a:schemeClr val="dk2"/>
        </a:solidFill>
        <a:effectLst/>
      </p:bgPr>
    </p:bg>
    <p:spTree>
      <p:nvGrpSpPr>
        <p:cNvPr id="1" name="Shape 116"/>
        <p:cNvGrpSpPr/>
        <p:nvPr/>
      </p:nvGrpSpPr>
      <p:grpSpPr>
        <a:xfrm>
          <a:off x="0" y="0"/>
          <a:ext cx="0" cy="0"/>
          <a:chOff x="0" y="0"/>
          <a:chExt cx="0" cy="0"/>
        </a:xfrm>
      </p:grpSpPr>
      <p:sp>
        <p:nvSpPr>
          <p:cNvPr id="117" name="Google Shape;117;p80"/>
          <p:cNvSpPr txBox="1">
            <a:spLocks noGrp="1"/>
          </p:cNvSpPr>
          <p:nvPr>
            <p:ph type="title"/>
          </p:nvPr>
        </p:nvSpPr>
        <p:spPr>
          <a:xfrm>
            <a:off x="479425" y="671987"/>
            <a:ext cx="11217275" cy="5347813"/>
          </a:xfrm>
          <a:prstGeom prst="rect">
            <a:avLst/>
          </a:prstGeom>
          <a:noFill/>
          <a:ln>
            <a:noFill/>
          </a:ln>
        </p:spPr>
        <p:txBody>
          <a:bodyPr spcFirstLastPara="1" wrap="square" lIns="0" tIns="0" rIns="0" bIns="0" anchor="ctr" anchorCtr="0">
            <a:noAutofit/>
          </a:bodyPr>
          <a:lstStyle>
            <a:lvl1pPr lvl="0" algn="ctr">
              <a:lnSpc>
                <a:spcPct val="80000"/>
              </a:lnSpc>
              <a:spcBef>
                <a:spcPts val="0"/>
              </a:spcBef>
              <a:spcAft>
                <a:spcPts val="0"/>
              </a:spcAft>
              <a:buClr>
                <a:schemeClr val="lt1"/>
              </a:buClr>
              <a:buSzPts val="13800"/>
              <a:buFont typeface="Times New Roman"/>
              <a:buNone/>
              <a:defRPr sz="13800" b="1">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80"/>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2215366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Welcome Purple">
  <p:cSld name="Welcome Purple">
    <p:bg>
      <p:bgPr>
        <a:solidFill>
          <a:schemeClr val="accent2"/>
        </a:solidFill>
        <a:effectLst/>
      </p:bgPr>
    </p:bg>
    <p:spTree>
      <p:nvGrpSpPr>
        <p:cNvPr id="1" name="Shape 119"/>
        <p:cNvGrpSpPr/>
        <p:nvPr/>
      </p:nvGrpSpPr>
      <p:grpSpPr>
        <a:xfrm>
          <a:off x="0" y="0"/>
          <a:ext cx="0" cy="0"/>
          <a:chOff x="0" y="0"/>
          <a:chExt cx="0" cy="0"/>
        </a:xfrm>
      </p:grpSpPr>
      <p:sp>
        <p:nvSpPr>
          <p:cNvPr id="120" name="Google Shape;120;p81"/>
          <p:cNvSpPr txBox="1">
            <a:spLocks noGrp="1"/>
          </p:cNvSpPr>
          <p:nvPr>
            <p:ph type="title"/>
          </p:nvPr>
        </p:nvSpPr>
        <p:spPr>
          <a:xfrm>
            <a:off x="479425" y="671987"/>
            <a:ext cx="11217275" cy="5347813"/>
          </a:xfrm>
          <a:prstGeom prst="rect">
            <a:avLst/>
          </a:prstGeom>
          <a:noFill/>
          <a:ln>
            <a:noFill/>
          </a:ln>
        </p:spPr>
        <p:txBody>
          <a:bodyPr spcFirstLastPara="1" wrap="square" lIns="0" tIns="0" rIns="0" bIns="0" anchor="ctr" anchorCtr="0">
            <a:noAutofit/>
          </a:bodyPr>
          <a:lstStyle>
            <a:lvl1pPr lvl="0" algn="ctr">
              <a:lnSpc>
                <a:spcPct val="80000"/>
              </a:lnSpc>
              <a:spcBef>
                <a:spcPts val="0"/>
              </a:spcBef>
              <a:spcAft>
                <a:spcPts val="0"/>
              </a:spcAft>
              <a:buClr>
                <a:schemeClr val="lt1"/>
              </a:buClr>
              <a:buSzPts val="6600"/>
              <a:buFont typeface="Times New Roman"/>
              <a:buNone/>
              <a:defRPr sz="6600" b="1">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8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5101388"/>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matchingName="Welcome white">
  <p:cSld name="Welcome white">
    <p:bg>
      <p:bgPr>
        <a:solidFill>
          <a:schemeClr val="lt2"/>
        </a:solidFill>
        <a:effectLst/>
      </p:bgPr>
    </p:bg>
    <p:spTree>
      <p:nvGrpSpPr>
        <p:cNvPr id="1" name="Shape 122"/>
        <p:cNvGrpSpPr/>
        <p:nvPr/>
      </p:nvGrpSpPr>
      <p:grpSpPr>
        <a:xfrm>
          <a:off x="0" y="0"/>
          <a:ext cx="0" cy="0"/>
          <a:chOff x="0" y="0"/>
          <a:chExt cx="0" cy="0"/>
        </a:xfrm>
      </p:grpSpPr>
      <p:sp>
        <p:nvSpPr>
          <p:cNvPr id="123" name="Google Shape;123;p82"/>
          <p:cNvSpPr txBox="1">
            <a:spLocks noGrp="1"/>
          </p:cNvSpPr>
          <p:nvPr>
            <p:ph type="title"/>
          </p:nvPr>
        </p:nvSpPr>
        <p:spPr>
          <a:xfrm>
            <a:off x="479425" y="671987"/>
            <a:ext cx="11217275" cy="5347813"/>
          </a:xfrm>
          <a:prstGeom prst="rect">
            <a:avLst/>
          </a:prstGeom>
          <a:noFill/>
          <a:ln>
            <a:noFill/>
          </a:ln>
        </p:spPr>
        <p:txBody>
          <a:bodyPr spcFirstLastPara="1" wrap="square" lIns="0" tIns="0" rIns="0" bIns="0" anchor="ctr" anchorCtr="0">
            <a:noAutofit/>
          </a:bodyPr>
          <a:lstStyle>
            <a:lvl1pPr lvl="0" algn="ctr">
              <a:lnSpc>
                <a:spcPct val="80000"/>
              </a:lnSpc>
              <a:spcBef>
                <a:spcPts val="0"/>
              </a:spcBef>
              <a:spcAft>
                <a:spcPts val="0"/>
              </a:spcAft>
              <a:buClr>
                <a:schemeClr val="dk2"/>
              </a:buClr>
              <a:buSzPts val="13800"/>
              <a:buFont typeface="Times New Roman"/>
              <a:buNone/>
              <a:defRPr sz="13800" b="1">
                <a:solidFill>
                  <a:schemeClr val="dk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82"/>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pic>
        <p:nvPicPr>
          <p:cNvPr id="125" name="Google Shape;125;p82"/>
          <p:cNvPicPr preferRelativeResize="0"/>
          <p:nvPr/>
        </p:nvPicPr>
        <p:blipFill rotWithShape="1">
          <a:blip r:embed="rId2">
            <a:alphaModFix/>
          </a:blip>
          <a:srcRect/>
          <a:stretch/>
        </p:blipFill>
        <p:spPr>
          <a:xfrm>
            <a:off x="454025" y="6356100"/>
            <a:ext cx="862264" cy="272507"/>
          </a:xfrm>
          <a:prstGeom prst="rect">
            <a:avLst/>
          </a:prstGeom>
          <a:noFill/>
          <a:ln>
            <a:noFill/>
          </a:ln>
        </p:spPr>
      </p:pic>
    </p:spTree>
    <p:extLst>
      <p:ext uri="{BB962C8B-B14F-4D97-AF65-F5344CB8AC3E}">
        <p14:creationId xmlns:p14="http://schemas.microsoft.com/office/powerpoint/2010/main" val="363788691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Key Message white">
  <p:cSld name="Key Message white">
    <p:bg>
      <p:bgPr>
        <a:solidFill>
          <a:schemeClr val="lt2"/>
        </a:solidFill>
        <a:effectLst/>
      </p:bgPr>
    </p:bg>
    <p:spTree>
      <p:nvGrpSpPr>
        <p:cNvPr id="1" name="Shape 126"/>
        <p:cNvGrpSpPr/>
        <p:nvPr/>
      </p:nvGrpSpPr>
      <p:grpSpPr>
        <a:xfrm>
          <a:off x="0" y="0"/>
          <a:ext cx="0" cy="0"/>
          <a:chOff x="0" y="0"/>
          <a:chExt cx="0" cy="0"/>
        </a:xfrm>
      </p:grpSpPr>
      <p:sp>
        <p:nvSpPr>
          <p:cNvPr id="127" name="Google Shape;127;p8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cxnSp>
        <p:nvCxnSpPr>
          <p:cNvPr id="128" name="Google Shape;128;p83"/>
          <p:cNvCxnSpPr/>
          <p:nvPr/>
        </p:nvCxnSpPr>
        <p:spPr>
          <a:xfrm>
            <a:off x="474133" y="3947422"/>
            <a:ext cx="491067" cy="0"/>
          </a:xfrm>
          <a:prstGeom prst="straightConnector1">
            <a:avLst/>
          </a:prstGeom>
          <a:noFill/>
          <a:ln w="9525" cap="flat" cmpd="sng">
            <a:solidFill>
              <a:schemeClr val="dk1"/>
            </a:solidFill>
            <a:prstDash val="solid"/>
            <a:miter lim="800000"/>
            <a:headEnd type="none" w="sm" len="sm"/>
            <a:tailEnd type="none" w="sm" len="sm"/>
          </a:ln>
        </p:spPr>
      </p:cxnSp>
      <p:sp>
        <p:nvSpPr>
          <p:cNvPr id="129" name="Google Shape;129;p83"/>
          <p:cNvSpPr txBox="1">
            <a:spLocks noGrp="1"/>
          </p:cNvSpPr>
          <p:nvPr>
            <p:ph type="title"/>
          </p:nvPr>
        </p:nvSpPr>
        <p:spPr>
          <a:xfrm>
            <a:off x="479425" y="1624012"/>
            <a:ext cx="10811669" cy="1980425"/>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accent2"/>
              </a:buClr>
              <a:buSzPts val="4800"/>
              <a:buFont typeface="Times New Roman"/>
              <a:buNone/>
              <a:defRPr sz="48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83"/>
          <p:cNvSpPr txBox="1">
            <a:spLocks noGrp="1"/>
          </p:cNvSpPr>
          <p:nvPr>
            <p:ph type="body" idx="1"/>
          </p:nvPr>
        </p:nvSpPr>
        <p:spPr>
          <a:xfrm>
            <a:off x="1939925" y="4355589"/>
            <a:ext cx="2438400" cy="166421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400"/>
              <a:buNone/>
              <a:defRPr sz="14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400"/>
              <a:buNone/>
              <a:defRPr sz="1400" b="0" cap="none">
                <a:solidFill>
                  <a:schemeClr val="dk1"/>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131" name="Google Shape;131;p83"/>
          <p:cNvSpPr>
            <a:spLocks noGrp="1"/>
          </p:cNvSpPr>
          <p:nvPr>
            <p:ph type="pic" idx="2"/>
          </p:nvPr>
        </p:nvSpPr>
        <p:spPr>
          <a:xfrm>
            <a:off x="488134" y="4364298"/>
            <a:ext cx="968785" cy="968780"/>
          </a:xfrm>
          <a:prstGeom prst="ellipse">
            <a:avLst/>
          </a:prstGeom>
          <a:solidFill>
            <a:schemeClr val="accent3"/>
          </a:solidFill>
          <a:ln>
            <a:noFill/>
          </a:ln>
        </p:spPr>
      </p:sp>
      <p:grpSp>
        <p:nvGrpSpPr>
          <p:cNvPr id="132" name="Google Shape;132;p83"/>
          <p:cNvGrpSpPr/>
          <p:nvPr/>
        </p:nvGrpSpPr>
        <p:grpSpPr>
          <a:xfrm>
            <a:off x="488134" y="1007140"/>
            <a:ext cx="780607" cy="584733"/>
            <a:chOff x="3949700" y="1822450"/>
            <a:chExt cx="4288792" cy="3212624"/>
          </a:xfrm>
        </p:grpSpPr>
        <p:sp>
          <p:nvSpPr>
            <p:cNvPr id="133" name="Google Shape;133;p83"/>
            <p:cNvSpPr/>
            <p:nvPr/>
          </p:nvSpPr>
          <p:spPr>
            <a:xfrm>
              <a:off x="3949700" y="1822450"/>
              <a:ext cx="2087098" cy="3212624"/>
            </a:xfrm>
            <a:custGeom>
              <a:avLst/>
              <a:gdLst/>
              <a:ahLst/>
              <a:cxnLst/>
              <a:rect l="l" t="t" r="r" b="b"/>
              <a:pathLst>
                <a:path w="2087098" h="3212624" extrusionOk="0">
                  <a:moveTo>
                    <a:pt x="1193076" y="1397889"/>
                  </a:moveTo>
                  <a:cubicBezTo>
                    <a:pt x="1338225" y="1397889"/>
                    <a:pt x="1482042" y="1431065"/>
                    <a:pt x="1609963" y="1499605"/>
                  </a:cubicBezTo>
                  <a:cubicBezTo>
                    <a:pt x="1870660" y="1639251"/>
                    <a:pt x="2050169" y="1894493"/>
                    <a:pt x="2050169" y="2280731"/>
                  </a:cubicBezTo>
                  <a:cubicBezTo>
                    <a:pt x="2050169" y="2844734"/>
                    <a:pt x="1620528" y="3212625"/>
                    <a:pt x="1068010" y="3212625"/>
                  </a:cubicBezTo>
                  <a:cubicBezTo>
                    <a:pt x="405180" y="3212530"/>
                    <a:pt x="0" y="2685315"/>
                    <a:pt x="0" y="1937366"/>
                  </a:cubicBezTo>
                  <a:cubicBezTo>
                    <a:pt x="0" y="821527"/>
                    <a:pt x="736595" y="85841"/>
                    <a:pt x="2087098" y="0"/>
                  </a:cubicBezTo>
                  <a:lnTo>
                    <a:pt x="2087098" y="404680"/>
                  </a:lnTo>
                  <a:cubicBezTo>
                    <a:pt x="1350503" y="502784"/>
                    <a:pt x="908489" y="809264"/>
                    <a:pt x="847098" y="1397889"/>
                  </a:cubicBezTo>
                  <a:lnTo>
                    <a:pt x="1193076" y="13978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83"/>
            <p:cNvSpPr/>
            <p:nvPr/>
          </p:nvSpPr>
          <p:spPr>
            <a:xfrm>
              <a:off x="6151394" y="1822450"/>
              <a:ext cx="2087098" cy="3212624"/>
            </a:xfrm>
            <a:custGeom>
              <a:avLst/>
              <a:gdLst/>
              <a:ahLst/>
              <a:cxnLst/>
              <a:rect l="l" t="t" r="r" b="b"/>
              <a:pathLst>
                <a:path w="2087098" h="3212624" extrusionOk="0">
                  <a:moveTo>
                    <a:pt x="1193171" y="1397889"/>
                  </a:moveTo>
                  <a:cubicBezTo>
                    <a:pt x="1338320" y="1397889"/>
                    <a:pt x="1482137" y="1431065"/>
                    <a:pt x="1610058" y="1499605"/>
                  </a:cubicBezTo>
                  <a:cubicBezTo>
                    <a:pt x="1870755" y="1639251"/>
                    <a:pt x="2050264" y="1894493"/>
                    <a:pt x="2050264" y="2280731"/>
                  </a:cubicBezTo>
                  <a:cubicBezTo>
                    <a:pt x="2050264" y="2844734"/>
                    <a:pt x="1620623" y="3212625"/>
                    <a:pt x="1068106" y="3212625"/>
                  </a:cubicBezTo>
                  <a:cubicBezTo>
                    <a:pt x="405180" y="3212625"/>
                    <a:pt x="0" y="2685315"/>
                    <a:pt x="0" y="1937366"/>
                  </a:cubicBezTo>
                  <a:cubicBezTo>
                    <a:pt x="95" y="821527"/>
                    <a:pt x="736690" y="85841"/>
                    <a:pt x="2087098" y="0"/>
                  </a:cubicBezTo>
                  <a:lnTo>
                    <a:pt x="2087098" y="404680"/>
                  </a:lnTo>
                  <a:cubicBezTo>
                    <a:pt x="1350503" y="502784"/>
                    <a:pt x="908489" y="809264"/>
                    <a:pt x="847098" y="1397889"/>
                  </a:cubicBezTo>
                  <a:lnTo>
                    <a:pt x="1193076" y="13978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94173284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1_Key Message white">
  <p:cSld name="1_Key Message white">
    <p:bg>
      <p:bgPr>
        <a:solidFill>
          <a:schemeClr val="dk2"/>
        </a:solidFill>
        <a:effectLst/>
      </p:bgPr>
    </p:bg>
    <p:spTree>
      <p:nvGrpSpPr>
        <p:cNvPr id="1" name="Shape 135"/>
        <p:cNvGrpSpPr/>
        <p:nvPr/>
      </p:nvGrpSpPr>
      <p:grpSpPr>
        <a:xfrm>
          <a:off x="0" y="0"/>
          <a:ext cx="0" cy="0"/>
          <a:chOff x="0" y="0"/>
          <a:chExt cx="0" cy="0"/>
        </a:xfrm>
      </p:grpSpPr>
      <p:sp>
        <p:nvSpPr>
          <p:cNvPr id="136" name="Google Shape;136;p84"/>
          <p:cNvSpPr>
            <a:spLocks noGrp="1"/>
          </p:cNvSpPr>
          <p:nvPr>
            <p:ph type="pic" idx="2"/>
          </p:nvPr>
        </p:nvSpPr>
        <p:spPr>
          <a:xfrm>
            <a:off x="8681420" y="0"/>
            <a:ext cx="3510579" cy="6858000"/>
          </a:xfrm>
          <a:prstGeom prst="rect">
            <a:avLst/>
          </a:prstGeom>
          <a:solidFill>
            <a:schemeClr val="lt2"/>
          </a:solidFill>
          <a:ln>
            <a:noFill/>
          </a:ln>
        </p:spPr>
      </p:sp>
      <p:sp>
        <p:nvSpPr>
          <p:cNvPr id="137" name="Google Shape;137;p8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cxnSp>
        <p:nvCxnSpPr>
          <p:cNvPr id="138" name="Google Shape;138;p84"/>
          <p:cNvCxnSpPr/>
          <p:nvPr/>
        </p:nvCxnSpPr>
        <p:spPr>
          <a:xfrm>
            <a:off x="474133" y="4744617"/>
            <a:ext cx="491067" cy="0"/>
          </a:xfrm>
          <a:prstGeom prst="straightConnector1">
            <a:avLst/>
          </a:prstGeom>
          <a:noFill/>
          <a:ln w="9525" cap="flat" cmpd="sng">
            <a:solidFill>
              <a:schemeClr val="dk1"/>
            </a:solidFill>
            <a:prstDash val="solid"/>
            <a:miter lim="800000"/>
            <a:headEnd type="none" w="sm" len="sm"/>
            <a:tailEnd type="none" w="sm" len="sm"/>
          </a:ln>
        </p:spPr>
      </p:cxnSp>
      <p:sp>
        <p:nvSpPr>
          <p:cNvPr id="139" name="Google Shape;139;p84"/>
          <p:cNvSpPr txBox="1">
            <a:spLocks noGrp="1"/>
          </p:cNvSpPr>
          <p:nvPr>
            <p:ph type="title"/>
          </p:nvPr>
        </p:nvSpPr>
        <p:spPr>
          <a:xfrm>
            <a:off x="479426" y="1624023"/>
            <a:ext cx="7797800" cy="2777610"/>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2"/>
              </a:buClr>
              <a:buSzPts val="3200"/>
              <a:buFont typeface="Times New Roman"/>
              <a:buNone/>
              <a:defRPr sz="3200" b="1" cap="none">
                <a:solidFill>
                  <a:schemeClr val="l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84"/>
          <p:cNvSpPr txBox="1">
            <a:spLocks noGrp="1"/>
          </p:cNvSpPr>
          <p:nvPr>
            <p:ph type="body" idx="1"/>
          </p:nvPr>
        </p:nvSpPr>
        <p:spPr>
          <a:xfrm>
            <a:off x="488134" y="5152785"/>
            <a:ext cx="3398066" cy="87839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400"/>
              <a:buNone/>
              <a:defRPr sz="14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400"/>
              <a:buNone/>
              <a:defRPr sz="1400" b="0" cap="none">
                <a:solidFill>
                  <a:schemeClr val="dk1"/>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grpSp>
        <p:nvGrpSpPr>
          <p:cNvPr id="141" name="Google Shape;141;p84"/>
          <p:cNvGrpSpPr/>
          <p:nvPr/>
        </p:nvGrpSpPr>
        <p:grpSpPr>
          <a:xfrm>
            <a:off x="488134" y="1007140"/>
            <a:ext cx="780607" cy="584733"/>
            <a:chOff x="3949700" y="1822450"/>
            <a:chExt cx="4288792" cy="3212624"/>
          </a:xfrm>
        </p:grpSpPr>
        <p:sp>
          <p:nvSpPr>
            <p:cNvPr id="142" name="Google Shape;142;p84"/>
            <p:cNvSpPr/>
            <p:nvPr/>
          </p:nvSpPr>
          <p:spPr>
            <a:xfrm>
              <a:off x="3949700" y="1822450"/>
              <a:ext cx="2087098" cy="3212624"/>
            </a:xfrm>
            <a:custGeom>
              <a:avLst/>
              <a:gdLst/>
              <a:ahLst/>
              <a:cxnLst/>
              <a:rect l="l" t="t" r="r" b="b"/>
              <a:pathLst>
                <a:path w="2087098" h="3212624" extrusionOk="0">
                  <a:moveTo>
                    <a:pt x="1193076" y="1397889"/>
                  </a:moveTo>
                  <a:cubicBezTo>
                    <a:pt x="1338225" y="1397889"/>
                    <a:pt x="1482042" y="1431065"/>
                    <a:pt x="1609963" y="1499605"/>
                  </a:cubicBezTo>
                  <a:cubicBezTo>
                    <a:pt x="1870660" y="1639251"/>
                    <a:pt x="2050169" y="1894493"/>
                    <a:pt x="2050169" y="2280731"/>
                  </a:cubicBezTo>
                  <a:cubicBezTo>
                    <a:pt x="2050169" y="2844734"/>
                    <a:pt x="1620528" y="3212625"/>
                    <a:pt x="1068010" y="3212625"/>
                  </a:cubicBezTo>
                  <a:cubicBezTo>
                    <a:pt x="405180" y="3212530"/>
                    <a:pt x="0" y="2685315"/>
                    <a:pt x="0" y="1937366"/>
                  </a:cubicBezTo>
                  <a:cubicBezTo>
                    <a:pt x="0" y="821527"/>
                    <a:pt x="736595" y="85841"/>
                    <a:pt x="2087098" y="0"/>
                  </a:cubicBezTo>
                  <a:lnTo>
                    <a:pt x="2087098" y="404680"/>
                  </a:lnTo>
                  <a:cubicBezTo>
                    <a:pt x="1350503" y="502784"/>
                    <a:pt x="908489" y="809264"/>
                    <a:pt x="847098" y="1397889"/>
                  </a:cubicBezTo>
                  <a:lnTo>
                    <a:pt x="1193076" y="139788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84"/>
            <p:cNvSpPr/>
            <p:nvPr/>
          </p:nvSpPr>
          <p:spPr>
            <a:xfrm>
              <a:off x="6151394" y="1822450"/>
              <a:ext cx="2087098" cy="3212624"/>
            </a:xfrm>
            <a:custGeom>
              <a:avLst/>
              <a:gdLst/>
              <a:ahLst/>
              <a:cxnLst/>
              <a:rect l="l" t="t" r="r" b="b"/>
              <a:pathLst>
                <a:path w="2087098" h="3212624" extrusionOk="0">
                  <a:moveTo>
                    <a:pt x="1193171" y="1397889"/>
                  </a:moveTo>
                  <a:cubicBezTo>
                    <a:pt x="1338320" y="1397889"/>
                    <a:pt x="1482137" y="1431065"/>
                    <a:pt x="1610058" y="1499605"/>
                  </a:cubicBezTo>
                  <a:cubicBezTo>
                    <a:pt x="1870755" y="1639251"/>
                    <a:pt x="2050264" y="1894493"/>
                    <a:pt x="2050264" y="2280731"/>
                  </a:cubicBezTo>
                  <a:cubicBezTo>
                    <a:pt x="2050264" y="2844734"/>
                    <a:pt x="1620623" y="3212625"/>
                    <a:pt x="1068106" y="3212625"/>
                  </a:cubicBezTo>
                  <a:cubicBezTo>
                    <a:pt x="405180" y="3212625"/>
                    <a:pt x="0" y="2685315"/>
                    <a:pt x="0" y="1937366"/>
                  </a:cubicBezTo>
                  <a:cubicBezTo>
                    <a:pt x="95" y="821527"/>
                    <a:pt x="736690" y="85841"/>
                    <a:pt x="2087098" y="0"/>
                  </a:cubicBezTo>
                  <a:lnTo>
                    <a:pt x="2087098" y="404680"/>
                  </a:lnTo>
                  <a:cubicBezTo>
                    <a:pt x="1350503" y="502784"/>
                    <a:pt x="908489" y="809264"/>
                    <a:pt x="847098" y="1397889"/>
                  </a:cubicBezTo>
                  <a:lnTo>
                    <a:pt x="1193076" y="139788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pic>
        <p:nvPicPr>
          <p:cNvPr id="144" name="Google Shape;144;p84"/>
          <p:cNvPicPr preferRelativeResize="0"/>
          <p:nvPr/>
        </p:nvPicPr>
        <p:blipFill rotWithShape="1">
          <a:blip r:embed="rId2">
            <a:alphaModFix/>
          </a:blip>
          <a:srcRect/>
          <a:stretch/>
        </p:blipFill>
        <p:spPr>
          <a:xfrm>
            <a:off x="454025" y="6356100"/>
            <a:ext cx="862264" cy="272507"/>
          </a:xfrm>
          <a:prstGeom prst="rect">
            <a:avLst/>
          </a:prstGeom>
          <a:noFill/>
          <a:ln>
            <a:noFill/>
          </a:ln>
        </p:spPr>
      </p:pic>
    </p:spTree>
    <p:extLst>
      <p:ext uri="{BB962C8B-B14F-4D97-AF65-F5344CB8AC3E}">
        <p14:creationId xmlns:p14="http://schemas.microsoft.com/office/powerpoint/2010/main" val="129187221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bg>
      <p:bgPr>
        <a:solidFill>
          <a:schemeClr val="accent2"/>
        </a:solidFill>
        <a:effectLst/>
      </p:bgPr>
    </p:bg>
    <p:spTree>
      <p:nvGrpSpPr>
        <p:cNvPr id="1" name="Shape 145"/>
        <p:cNvGrpSpPr/>
        <p:nvPr/>
      </p:nvGrpSpPr>
      <p:grpSpPr>
        <a:xfrm>
          <a:off x="0" y="0"/>
          <a:ext cx="0" cy="0"/>
          <a:chOff x="0" y="0"/>
          <a:chExt cx="0" cy="0"/>
        </a:xfrm>
      </p:grpSpPr>
      <p:sp>
        <p:nvSpPr>
          <p:cNvPr id="146" name="Google Shape;146;p8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7" name="Google Shape;147;p85"/>
          <p:cNvSpPr txBox="1">
            <a:spLocks noGrp="1"/>
          </p:cNvSpPr>
          <p:nvPr>
            <p:ph type="body" idx="1"/>
          </p:nvPr>
        </p:nvSpPr>
        <p:spPr>
          <a:xfrm>
            <a:off x="479426" y="275280"/>
            <a:ext cx="4086224" cy="1322084"/>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8000"/>
              <a:buFont typeface="Arial"/>
              <a:buNone/>
              <a:defRPr sz="8000">
                <a:solidFill>
                  <a:schemeClr val="dk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lt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lt1"/>
              </a:buClr>
              <a:buSzPts val="1400"/>
              <a:buNone/>
              <a:defRPr sz="1400"/>
            </a:lvl4pPr>
            <a:lvl5pPr marL="2286000" lvl="4" indent="-228600" algn="r">
              <a:lnSpc>
                <a:spcPct val="80000"/>
              </a:lnSpc>
              <a:spcBef>
                <a:spcPts val="0"/>
              </a:spcBef>
              <a:spcAft>
                <a:spcPts val="0"/>
              </a:spcAft>
              <a:buClr>
                <a:schemeClr val="lt1"/>
              </a:buClr>
              <a:buSzPts val="1400"/>
              <a:buNone/>
              <a:defRPr sz="1400"/>
            </a:lvl5pPr>
            <a:lvl6pPr marL="2743200" lvl="5" indent="-342900" algn="l">
              <a:lnSpc>
                <a:spcPct val="88888"/>
              </a:lnSpc>
              <a:spcBef>
                <a:spcPts val="0"/>
              </a:spcBef>
              <a:spcAft>
                <a:spcPts val="0"/>
              </a:spcAft>
              <a:buClr>
                <a:schemeClr val="lt1"/>
              </a:buClr>
              <a:buSzPts val="1800"/>
              <a:buChar char="–"/>
              <a:defRPr/>
            </a:lvl6pPr>
            <a:lvl7pPr marL="3200400" lvl="6" indent="-228600" algn="l">
              <a:lnSpc>
                <a:spcPct val="100000"/>
              </a:lnSpc>
              <a:spcBef>
                <a:spcPts val="1800"/>
              </a:spcBef>
              <a:spcAft>
                <a:spcPts val="0"/>
              </a:spcAft>
              <a:buClr>
                <a:schemeClr val="lt1"/>
              </a:buClr>
              <a:buSzPts val="1800"/>
              <a:buNone/>
              <a:defRPr/>
            </a:lvl7pPr>
            <a:lvl8pPr marL="3657600" lvl="7" indent="-342900" algn="l">
              <a:lnSpc>
                <a:spcPct val="100000"/>
              </a:lnSpc>
              <a:spcBef>
                <a:spcPts val="600"/>
              </a:spcBef>
              <a:spcAft>
                <a:spcPts val="0"/>
              </a:spcAft>
              <a:buClr>
                <a:schemeClr val="lt1"/>
              </a:buClr>
              <a:buSzPts val="1800"/>
              <a:buChar char="•"/>
              <a:defRPr/>
            </a:lvl8pPr>
            <a:lvl9pPr marL="4114800" lvl="8" indent="-342900" algn="l">
              <a:lnSpc>
                <a:spcPct val="100000"/>
              </a:lnSpc>
              <a:spcBef>
                <a:spcPts val="600"/>
              </a:spcBef>
              <a:spcAft>
                <a:spcPts val="0"/>
              </a:spcAft>
              <a:buClr>
                <a:schemeClr val="lt1"/>
              </a:buClr>
              <a:buSzPts val="1800"/>
              <a:buChar char="–"/>
              <a:defRPr/>
            </a:lvl9pPr>
          </a:lstStyle>
          <a:p>
            <a:endParaRPr/>
          </a:p>
        </p:txBody>
      </p:sp>
      <p:sp>
        <p:nvSpPr>
          <p:cNvPr id="148" name="Google Shape;148;p85"/>
          <p:cNvSpPr txBox="1">
            <a:spLocks noGrp="1"/>
          </p:cNvSpPr>
          <p:nvPr>
            <p:ph type="title"/>
          </p:nvPr>
        </p:nvSpPr>
        <p:spPr>
          <a:xfrm>
            <a:off x="479425" y="1624014"/>
            <a:ext cx="11217275" cy="267705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2"/>
              </a:buClr>
              <a:buSzPts val="6600"/>
              <a:buFont typeface="Times New Roman"/>
              <a:buNone/>
              <a:defRPr sz="6600" b="1" cap="none">
                <a:solidFill>
                  <a:schemeClr val="l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85"/>
          <p:cNvSpPr txBox="1">
            <a:spLocks noGrp="1"/>
          </p:cNvSpPr>
          <p:nvPr>
            <p:ph type="body" idx="2"/>
          </p:nvPr>
        </p:nvSpPr>
        <p:spPr>
          <a:xfrm>
            <a:off x="479425" y="5045197"/>
            <a:ext cx="6327322" cy="4938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600"/>
              <a:buNone/>
              <a:defRPr sz="1600" b="0">
                <a:solidFill>
                  <a:schemeClr val="dk2"/>
                </a:solidFill>
              </a:defRPr>
            </a:lvl1pPr>
            <a:lvl2pPr marL="914400" lvl="1" indent="-228600" algn="l">
              <a:lnSpc>
                <a:spcPct val="80000"/>
              </a:lnSpc>
              <a:spcBef>
                <a:spcPts val="600"/>
              </a:spcBef>
              <a:spcAft>
                <a:spcPts val="0"/>
              </a:spcAft>
              <a:buClr>
                <a:schemeClr val="lt1"/>
              </a:buClr>
              <a:buSzPts val="2000"/>
              <a:buNone/>
              <a:defRPr sz="2000">
                <a:solidFill>
                  <a:schemeClr val="lt1"/>
                </a:solidFill>
              </a:defRPr>
            </a:lvl2pPr>
            <a:lvl3pPr marL="1371600" lvl="2" indent="-228600" algn="l">
              <a:lnSpc>
                <a:spcPct val="88888"/>
              </a:lnSpc>
              <a:spcBef>
                <a:spcPts val="600"/>
              </a:spcBef>
              <a:spcAft>
                <a:spcPts val="0"/>
              </a:spcAft>
              <a:buSzPts val="1800"/>
              <a:buNone/>
              <a:defRPr sz="1800">
                <a:solidFill>
                  <a:schemeClr val="lt1"/>
                </a:solidFill>
              </a:defRPr>
            </a:lvl3pPr>
            <a:lvl4pPr marL="1828800" lvl="3" indent="-228600" algn="l">
              <a:lnSpc>
                <a:spcPct val="100000"/>
              </a:lnSpc>
              <a:spcBef>
                <a:spcPts val="1000"/>
              </a:spcBef>
              <a:spcAft>
                <a:spcPts val="0"/>
              </a:spcAft>
              <a:buClr>
                <a:schemeClr val="lt1"/>
              </a:buClr>
              <a:buSzPts val="1600"/>
              <a:buNone/>
              <a:defRPr sz="1600">
                <a:solidFill>
                  <a:schemeClr val="lt1"/>
                </a:solidFill>
              </a:defRPr>
            </a:lvl4pPr>
            <a:lvl5pPr marL="2286000" lvl="4" indent="-228600" algn="l">
              <a:lnSpc>
                <a:spcPct val="100000"/>
              </a:lnSpc>
              <a:spcBef>
                <a:spcPts val="600"/>
              </a:spcBef>
              <a:spcAft>
                <a:spcPts val="0"/>
              </a:spcAft>
              <a:buClr>
                <a:schemeClr val="lt1"/>
              </a:buClr>
              <a:buSzPts val="1600"/>
              <a:buNone/>
              <a:defRPr sz="1600">
                <a:solidFill>
                  <a:schemeClr val="lt1"/>
                </a:solidFill>
              </a:defRPr>
            </a:lvl5pPr>
            <a:lvl6pPr marL="2743200" lvl="5" indent="-228600" algn="l">
              <a:lnSpc>
                <a:spcPct val="100000"/>
              </a:lnSpc>
              <a:spcBef>
                <a:spcPts val="0"/>
              </a:spcBef>
              <a:spcAft>
                <a:spcPts val="0"/>
              </a:spcAft>
              <a:buClr>
                <a:schemeClr val="lt1"/>
              </a:buClr>
              <a:buSzPts val="1600"/>
              <a:buNone/>
              <a:defRPr sz="1600">
                <a:solidFill>
                  <a:schemeClr val="lt1"/>
                </a:solidFill>
              </a:defRPr>
            </a:lvl6pPr>
            <a:lvl7pPr marL="3200400" lvl="6" indent="-228600" algn="l">
              <a:lnSpc>
                <a:spcPct val="100000"/>
              </a:lnSpc>
              <a:spcBef>
                <a:spcPts val="1800"/>
              </a:spcBef>
              <a:spcAft>
                <a:spcPts val="0"/>
              </a:spcAft>
              <a:buClr>
                <a:schemeClr val="lt1"/>
              </a:buClr>
              <a:buSzPts val="1600"/>
              <a:buNone/>
              <a:defRPr sz="1600">
                <a:solidFill>
                  <a:schemeClr val="lt1"/>
                </a:solidFill>
              </a:defRPr>
            </a:lvl7pPr>
            <a:lvl8pPr marL="3657600" lvl="7" indent="-228600" algn="l">
              <a:lnSpc>
                <a:spcPct val="100000"/>
              </a:lnSpc>
              <a:spcBef>
                <a:spcPts val="600"/>
              </a:spcBef>
              <a:spcAft>
                <a:spcPts val="0"/>
              </a:spcAft>
              <a:buClr>
                <a:schemeClr val="lt1"/>
              </a:buClr>
              <a:buSzPts val="1600"/>
              <a:buNone/>
              <a:defRPr sz="1600">
                <a:solidFill>
                  <a:schemeClr val="lt1"/>
                </a:solidFill>
              </a:defRPr>
            </a:lvl8pPr>
            <a:lvl9pPr marL="4114800" lvl="8" indent="-228600" algn="l">
              <a:lnSpc>
                <a:spcPct val="100000"/>
              </a:lnSpc>
              <a:spcBef>
                <a:spcPts val="600"/>
              </a:spcBef>
              <a:spcAft>
                <a:spcPts val="0"/>
              </a:spcAft>
              <a:buClr>
                <a:schemeClr val="lt1"/>
              </a:buClr>
              <a:buSzPts val="1600"/>
              <a:buNone/>
              <a:defRPr sz="1600">
                <a:solidFill>
                  <a:schemeClr val="lt1"/>
                </a:solidFill>
              </a:defRPr>
            </a:lvl9pPr>
          </a:lstStyle>
          <a:p>
            <a:endParaRPr/>
          </a:p>
        </p:txBody>
      </p:sp>
      <p:cxnSp>
        <p:nvCxnSpPr>
          <p:cNvPr id="150" name="Google Shape;150;p85"/>
          <p:cNvCxnSpPr/>
          <p:nvPr/>
        </p:nvCxnSpPr>
        <p:spPr>
          <a:xfrm>
            <a:off x="479425" y="4822447"/>
            <a:ext cx="491067" cy="0"/>
          </a:xfrm>
          <a:prstGeom prst="straightConnector1">
            <a:avLst/>
          </a:prstGeom>
          <a:noFill/>
          <a:ln w="9525" cap="flat" cmpd="sng">
            <a:solidFill>
              <a:schemeClr val="lt1"/>
            </a:solidFill>
            <a:prstDash val="solid"/>
            <a:miter lim="800000"/>
            <a:headEnd type="none" w="sm" len="sm"/>
            <a:tailEnd type="none" w="sm" len="sm"/>
          </a:ln>
        </p:spPr>
      </p:cxnSp>
      <p:pic>
        <p:nvPicPr>
          <p:cNvPr id="151" name="Google Shape;151;p85"/>
          <p:cNvPicPr preferRelativeResize="0"/>
          <p:nvPr/>
        </p:nvPicPr>
        <p:blipFill rotWithShape="1">
          <a:blip r:embed="rId2">
            <a:alphaModFix/>
          </a:blip>
          <a:srcRect/>
          <a:stretch/>
        </p:blipFill>
        <p:spPr>
          <a:xfrm>
            <a:off x="454025" y="6356100"/>
            <a:ext cx="862264" cy="272507"/>
          </a:xfrm>
          <a:prstGeom prst="rect">
            <a:avLst/>
          </a:prstGeom>
          <a:noFill/>
          <a:ln>
            <a:noFill/>
          </a:ln>
        </p:spPr>
      </p:pic>
    </p:spTree>
    <p:extLst>
      <p:ext uri="{BB962C8B-B14F-4D97-AF65-F5344CB8AC3E}">
        <p14:creationId xmlns:p14="http://schemas.microsoft.com/office/powerpoint/2010/main" val="97569123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matchingName="1_Section Header">
  <p:cSld name="1_Section Header">
    <p:bg>
      <p:bgPr>
        <a:solidFill>
          <a:schemeClr val="dk2"/>
        </a:solidFill>
        <a:effectLst/>
      </p:bgPr>
    </p:bg>
    <p:spTree>
      <p:nvGrpSpPr>
        <p:cNvPr id="1" name="Shape 152"/>
        <p:cNvGrpSpPr/>
        <p:nvPr/>
      </p:nvGrpSpPr>
      <p:grpSpPr>
        <a:xfrm>
          <a:off x="0" y="0"/>
          <a:ext cx="0" cy="0"/>
          <a:chOff x="0" y="0"/>
          <a:chExt cx="0" cy="0"/>
        </a:xfrm>
      </p:grpSpPr>
      <p:sp>
        <p:nvSpPr>
          <p:cNvPr id="153" name="Google Shape;153;p86"/>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54" name="Google Shape;154;p86"/>
          <p:cNvSpPr txBox="1">
            <a:spLocks noGrp="1"/>
          </p:cNvSpPr>
          <p:nvPr>
            <p:ph type="body" idx="1"/>
          </p:nvPr>
        </p:nvSpPr>
        <p:spPr>
          <a:xfrm>
            <a:off x="479426" y="275280"/>
            <a:ext cx="4086224" cy="1322084"/>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accent2"/>
              </a:buClr>
              <a:buSzPts val="8000"/>
              <a:buFont typeface="Arial"/>
              <a:buNone/>
              <a:defRPr sz="80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lt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lt1"/>
              </a:buClr>
              <a:buSzPts val="1400"/>
              <a:buNone/>
              <a:defRPr sz="1400"/>
            </a:lvl4pPr>
            <a:lvl5pPr marL="2286000" lvl="4" indent="-228600" algn="r">
              <a:lnSpc>
                <a:spcPct val="80000"/>
              </a:lnSpc>
              <a:spcBef>
                <a:spcPts val="0"/>
              </a:spcBef>
              <a:spcAft>
                <a:spcPts val="0"/>
              </a:spcAft>
              <a:buClr>
                <a:schemeClr val="lt1"/>
              </a:buClr>
              <a:buSzPts val="1400"/>
              <a:buNone/>
              <a:defRPr sz="1400"/>
            </a:lvl5pPr>
            <a:lvl6pPr marL="2743200" lvl="5" indent="-342900" algn="l">
              <a:lnSpc>
                <a:spcPct val="88888"/>
              </a:lnSpc>
              <a:spcBef>
                <a:spcPts val="0"/>
              </a:spcBef>
              <a:spcAft>
                <a:spcPts val="0"/>
              </a:spcAft>
              <a:buClr>
                <a:schemeClr val="lt1"/>
              </a:buClr>
              <a:buSzPts val="1800"/>
              <a:buChar char="–"/>
              <a:defRPr/>
            </a:lvl6pPr>
            <a:lvl7pPr marL="3200400" lvl="6" indent="-228600" algn="l">
              <a:lnSpc>
                <a:spcPct val="100000"/>
              </a:lnSpc>
              <a:spcBef>
                <a:spcPts val="1800"/>
              </a:spcBef>
              <a:spcAft>
                <a:spcPts val="0"/>
              </a:spcAft>
              <a:buClr>
                <a:schemeClr val="lt1"/>
              </a:buClr>
              <a:buSzPts val="1800"/>
              <a:buNone/>
              <a:defRPr/>
            </a:lvl7pPr>
            <a:lvl8pPr marL="3657600" lvl="7" indent="-342900" algn="l">
              <a:lnSpc>
                <a:spcPct val="100000"/>
              </a:lnSpc>
              <a:spcBef>
                <a:spcPts val="600"/>
              </a:spcBef>
              <a:spcAft>
                <a:spcPts val="0"/>
              </a:spcAft>
              <a:buClr>
                <a:schemeClr val="lt1"/>
              </a:buClr>
              <a:buSzPts val="1800"/>
              <a:buChar char="•"/>
              <a:defRPr/>
            </a:lvl8pPr>
            <a:lvl9pPr marL="4114800" lvl="8" indent="-342900" algn="l">
              <a:lnSpc>
                <a:spcPct val="100000"/>
              </a:lnSpc>
              <a:spcBef>
                <a:spcPts val="600"/>
              </a:spcBef>
              <a:spcAft>
                <a:spcPts val="0"/>
              </a:spcAft>
              <a:buClr>
                <a:schemeClr val="lt1"/>
              </a:buClr>
              <a:buSzPts val="1800"/>
              <a:buChar char="–"/>
              <a:defRPr/>
            </a:lvl9pPr>
          </a:lstStyle>
          <a:p>
            <a:endParaRPr/>
          </a:p>
        </p:txBody>
      </p:sp>
      <p:sp>
        <p:nvSpPr>
          <p:cNvPr id="155" name="Google Shape;155;p86"/>
          <p:cNvSpPr txBox="1">
            <a:spLocks noGrp="1"/>
          </p:cNvSpPr>
          <p:nvPr>
            <p:ph type="title"/>
          </p:nvPr>
        </p:nvSpPr>
        <p:spPr>
          <a:xfrm>
            <a:off x="479425" y="1624014"/>
            <a:ext cx="10811669" cy="267705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2"/>
              </a:buClr>
              <a:buSzPts val="6600"/>
              <a:buFont typeface="Times New Roman"/>
              <a:buNone/>
              <a:defRPr sz="6600" b="1" cap="none">
                <a:solidFill>
                  <a:schemeClr val="l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86"/>
          <p:cNvSpPr txBox="1">
            <a:spLocks noGrp="1"/>
          </p:cNvSpPr>
          <p:nvPr>
            <p:ph type="body" idx="2"/>
          </p:nvPr>
        </p:nvSpPr>
        <p:spPr>
          <a:xfrm>
            <a:off x="479425" y="5045197"/>
            <a:ext cx="6327322" cy="4938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600"/>
              <a:buNone/>
              <a:defRPr sz="1600" b="0">
                <a:solidFill>
                  <a:schemeClr val="lt1"/>
                </a:solidFill>
              </a:defRPr>
            </a:lvl1pPr>
            <a:lvl2pPr marL="914400" lvl="1" indent="-228600" algn="l">
              <a:lnSpc>
                <a:spcPct val="80000"/>
              </a:lnSpc>
              <a:spcBef>
                <a:spcPts val="600"/>
              </a:spcBef>
              <a:spcAft>
                <a:spcPts val="0"/>
              </a:spcAft>
              <a:buClr>
                <a:schemeClr val="lt1"/>
              </a:buClr>
              <a:buSzPts val="2000"/>
              <a:buNone/>
              <a:defRPr sz="2000">
                <a:solidFill>
                  <a:schemeClr val="lt1"/>
                </a:solidFill>
              </a:defRPr>
            </a:lvl2pPr>
            <a:lvl3pPr marL="1371600" lvl="2" indent="-228600" algn="l">
              <a:lnSpc>
                <a:spcPct val="88888"/>
              </a:lnSpc>
              <a:spcBef>
                <a:spcPts val="600"/>
              </a:spcBef>
              <a:spcAft>
                <a:spcPts val="0"/>
              </a:spcAft>
              <a:buSzPts val="1800"/>
              <a:buNone/>
              <a:defRPr sz="1800">
                <a:solidFill>
                  <a:schemeClr val="lt1"/>
                </a:solidFill>
              </a:defRPr>
            </a:lvl3pPr>
            <a:lvl4pPr marL="1828800" lvl="3" indent="-228600" algn="l">
              <a:lnSpc>
                <a:spcPct val="100000"/>
              </a:lnSpc>
              <a:spcBef>
                <a:spcPts val="1000"/>
              </a:spcBef>
              <a:spcAft>
                <a:spcPts val="0"/>
              </a:spcAft>
              <a:buClr>
                <a:schemeClr val="lt1"/>
              </a:buClr>
              <a:buSzPts val="1600"/>
              <a:buNone/>
              <a:defRPr sz="1600">
                <a:solidFill>
                  <a:schemeClr val="lt1"/>
                </a:solidFill>
              </a:defRPr>
            </a:lvl4pPr>
            <a:lvl5pPr marL="2286000" lvl="4" indent="-228600" algn="l">
              <a:lnSpc>
                <a:spcPct val="100000"/>
              </a:lnSpc>
              <a:spcBef>
                <a:spcPts val="600"/>
              </a:spcBef>
              <a:spcAft>
                <a:spcPts val="0"/>
              </a:spcAft>
              <a:buClr>
                <a:schemeClr val="lt1"/>
              </a:buClr>
              <a:buSzPts val="1600"/>
              <a:buNone/>
              <a:defRPr sz="1600">
                <a:solidFill>
                  <a:schemeClr val="lt1"/>
                </a:solidFill>
              </a:defRPr>
            </a:lvl5pPr>
            <a:lvl6pPr marL="2743200" lvl="5" indent="-228600" algn="l">
              <a:lnSpc>
                <a:spcPct val="100000"/>
              </a:lnSpc>
              <a:spcBef>
                <a:spcPts val="0"/>
              </a:spcBef>
              <a:spcAft>
                <a:spcPts val="0"/>
              </a:spcAft>
              <a:buClr>
                <a:schemeClr val="lt1"/>
              </a:buClr>
              <a:buSzPts val="1600"/>
              <a:buNone/>
              <a:defRPr sz="1600">
                <a:solidFill>
                  <a:schemeClr val="lt1"/>
                </a:solidFill>
              </a:defRPr>
            </a:lvl6pPr>
            <a:lvl7pPr marL="3200400" lvl="6" indent="-228600" algn="l">
              <a:lnSpc>
                <a:spcPct val="100000"/>
              </a:lnSpc>
              <a:spcBef>
                <a:spcPts val="1800"/>
              </a:spcBef>
              <a:spcAft>
                <a:spcPts val="0"/>
              </a:spcAft>
              <a:buClr>
                <a:schemeClr val="lt1"/>
              </a:buClr>
              <a:buSzPts val="1600"/>
              <a:buNone/>
              <a:defRPr sz="1600">
                <a:solidFill>
                  <a:schemeClr val="lt1"/>
                </a:solidFill>
              </a:defRPr>
            </a:lvl7pPr>
            <a:lvl8pPr marL="3657600" lvl="7" indent="-228600" algn="l">
              <a:lnSpc>
                <a:spcPct val="100000"/>
              </a:lnSpc>
              <a:spcBef>
                <a:spcPts val="600"/>
              </a:spcBef>
              <a:spcAft>
                <a:spcPts val="0"/>
              </a:spcAft>
              <a:buClr>
                <a:schemeClr val="lt1"/>
              </a:buClr>
              <a:buSzPts val="1600"/>
              <a:buNone/>
              <a:defRPr sz="1600">
                <a:solidFill>
                  <a:schemeClr val="lt1"/>
                </a:solidFill>
              </a:defRPr>
            </a:lvl8pPr>
            <a:lvl9pPr marL="4114800" lvl="8" indent="-228600" algn="l">
              <a:lnSpc>
                <a:spcPct val="100000"/>
              </a:lnSpc>
              <a:spcBef>
                <a:spcPts val="600"/>
              </a:spcBef>
              <a:spcAft>
                <a:spcPts val="0"/>
              </a:spcAft>
              <a:buClr>
                <a:schemeClr val="lt1"/>
              </a:buClr>
              <a:buSzPts val="1600"/>
              <a:buNone/>
              <a:defRPr sz="1600">
                <a:solidFill>
                  <a:schemeClr val="lt1"/>
                </a:solidFill>
              </a:defRPr>
            </a:lvl9pPr>
          </a:lstStyle>
          <a:p>
            <a:endParaRPr/>
          </a:p>
        </p:txBody>
      </p:sp>
      <p:pic>
        <p:nvPicPr>
          <p:cNvPr id="157" name="Google Shape;157;p86"/>
          <p:cNvPicPr preferRelativeResize="0"/>
          <p:nvPr/>
        </p:nvPicPr>
        <p:blipFill rotWithShape="1">
          <a:blip r:embed="rId2">
            <a:alphaModFix/>
          </a:blip>
          <a:srcRect/>
          <a:stretch/>
        </p:blipFill>
        <p:spPr>
          <a:xfrm>
            <a:off x="454025" y="6356100"/>
            <a:ext cx="862264" cy="272507"/>
          </a:xfrm>
          <a:prstGeom prst="rect">
            <a:avLst/>
          </a:prstGeom>
          <a:noFill/>
          <a:ln>
            <a:noFill/>
          </a:ln>
        </p:spPr>
      </p:pic>
      <p:cxnSp>
        <p:nvCxnSpPr>
          <p:cNvPr id="158" name="Google Shape;158;p86"/>
          <p:cNvCxnSpPr/>
          <p:nvPr/>
        </p:nvCxnSpPr>
        <p:spPr>
          <a:xfrm>
            <a:off x="479425" y="4822447"/>
            <a:ext cx="491067" cy="0"/>
          </a:xfrm>
          <a:prstGeom prst="straightConnector1">
            <a:avLst/>
          </a:prstGeom>
          <a:noFill/>
          <a:ln w="9525" cap="flat" cmpd="sng">
            <a:solidFill>
              <a:schemeClr val="lt1"/>
            </a:solidFill>
            <a:prstDash val="solid"/>
            <a:miter lim="800000"/>
            <a:headEnd type="none" w="sm" len="sm"/>
            <a:tailEnd type="none" w="sm" len="sm"/>
          </a:ln>
        </p:spPr>
      </p:cxnSp>
    </p:spTree>
    <p:extLst>
      <p:ext uri="{BB962C8B-B14F-4D97-AF65-F5344CB8AC3E}">
        <p14:creationId xmlns:p14="http://schemas.microsoft.com/office/powerpoint/2010/main" val="149736167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matchingName="Section Header Image">
  <p:cSld name="Section Header Image">
    <p:bg>
      <p:bgPr>
        <a:solidFill>
          <a:schemeClr val="lt2"/>
        </a:solidFill>
        <a:effectLst/>
      </p:bgPr>
    </p:bg>
    <p:spTree>
      <p:nvGrpSpPr>
        <p:cNvPr id="1" name="Shape 159"/>
        <p:cNvGrpSpPr/>
        <p:nvPr/>
      </p:nvGrpSpPr>
      <p:grpSpPr>
        <a:xfrm>
          <a:off x="0" y="0"/>
          <a:ext cx="0" cy="0"/>
          <a:chOff x="0" y="0"/>
          <a:chExt cx="0" cy="0"/>
        </a:xfrm>
      </p:grpSpPr>
      <p:sp>
        <p:nvSpPr>
          <p:cNvPr id="160" name="Google Shape;160;p87"/>
          <p:cNvSpPr txBox="1">
            <a:spLocks noGrp="1"/>
          </p:cNvSpPr>
          <p:nvPr>
            <p:ph type="body" idx="1"/>
          </p:nvPr>
        </p:nvSpPr>
        <p:spPr>
          <a:xfrm>
            <a:off x="479426" y="275280"/>
            <a:ext cx="4086224" cy="1322084"/>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8000"/>
              <a:buFont typeface="Arial"/>
              <a:buNone/>
              <a:defRPr sz="8000">
                <a:solidFill>
                  <a:schemeClr val="dk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lt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lt1"/>
              </a:buClr>
              <a:buSzPts val="1400"/>
              <a:buNone/>
              <a:defRPr sz="1400"/>
            </a:lvl4pPr>
            <a:lvl5pPr marL="2286000" lvl="4" indent="-228600" algn="r">
              <a:lnSpc>
                <a:spcPct val="80000"/>
              </a:lnSpc>
              <a:spcBef>
                <a:spcPts val="0"/>
              </a:spcBef>
              <a:spcAft>
                <a:spcPts val="0"/>
              </a:spcAft>
              <a:buClr>
                <a:schemeClr val="lt1"/>
              </a:buClr>
              <a:buSzPts val="1400"/>
              <a:buNone/>
              <a:defRPr sz="1400"/>
            </a:lvl5pPr>
            <a:lvl6pPr marL="2743200" lvl="5" indent="-342900" algn="l">
              <a:lnSpc>
                <a:spcPct val="88888"/>
              </a:lnSpc>
              <a:spcBef>
                <a:spcPts val="0"/>
              </a:spcBef>
              <a:spcAft>
                <a:spcPts val="0"/>
              </a:spcAft>
              <a:buClr>
                <a:schemeClr val="lt1"/>
              </a:buClr>
              <a:buSzPts val="1800"/>
              <a:buChar char="–"/>
              <a:defRPr/>
            </a:lvl6pPr>
            <a:lvl7pPr marL="3200400" lvl="6" indent="-228600" algn="l">
              <a:lnSpc>
                <a:spcPct val="100000"/>
              </a:lnSpc>
              <a:spcBef>
                <a:spcPts val="1800"/>
              </a:spcBef>
              <a:spcAft>
                <a:spcPts val="0"/>
              </a:spcAft>
              <a:buClr>
                <a:schemeClr val="lt1"/>
              </a:buClr>
              <a:buSzPts val="1800"/>
              <a:buNone/>
              <a:defRPr/>
            </a:lvl7pPr>
            <a:lvl8pPr marL="3657600" lvl="7" indent="-342900" algn="l">
              <a:lnSpc>
                <a:spcPct val="100000"/>
              </a:lnSpc>
              <a:spcBef>
                <a:spcPts val="600"/>
              </a:spcBef>
              <a:spcAft>
                <a:spcPts val="0"/>
              </a:spcAft>
              <a:buClr>
                <a:schemeClr val="lt1"/>
              </a:buClr>
              <a:buSzPts val="1800"/>
              <a:buChar char="•"/>
              <a:defRPr/>
            </a:lvl8pPr>
            <a:lvl9pPr marL="4114800" lvl="8" indent="-342900" algn="l">
              <a:lnSpc>
                <a:spcPct val="100000"/>
              </a:lnSpc>
              <a:spcBef>
                <a:spcPts val="600"/>
              </a:spcBef>
              <a:spcAft>
                <a:spcPts val="0"/>
              </a:spcAft>
              <a:buClr>
                <a:schemeClr val="lt1"/>
              </a:buClr>
              <a:buSzPts val="1800"/>
              <a:buChar char="–"/>
              <a:defRPr/>
            </a:lvl9pPr>
          </a:lstStyle>
          <a:p>
            <a:endParaRPr/>
          </a:p>
        </p:txBody>
      </p:sp>
      <p:sp>
        <p:nvSpPr>
          <p:cNvPr id="161" name="Google Shape;161;p87"/>
          <p:cNvSpPr txBox="1">
            <a:spLocks noGrp="1"/>
          </p:cNvSpPr>
          <p:nvPr>
            <p:ph type="body" idx="2"/>
          </p:nvPr>
        </p:nvSpPr>
        <p:spPr>
          <a:xfrm>
            <a:off x="479425" y="5045197"/>
            <a:ext cx="6327322" cy="4938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600"/>
              <a:buNone/>
              <a:defRPr sz="1600" b="0">
                <a:solidFill>
                  <a:schemeClr val="dk2"/>
                </a:solidFill>
              </a:defRPr>
            </a:lvl1pPr>
            <a:lvl2pPr marL="914400" lvl="1" indent="-228600" algn="l">
              <a:lnSpc>
                <a:spcPct val="80000"/>
              </a:lnSpc>
              <a:spcBef>
                <a:spcPts val="600"/>
              </a:spcBef>
              <a:spcAft>
                <a:spcPts val="0"/>
              </a:spcAft>
              <a:buClr>
                <a:schemeClr val="lt1"/>
              </a:buClr>
              <a:buSzPts val="2000"/>
              <a:buNone/>
              <a:defRPr sz="2000">
                <a:solidFill>
                  <a:schemeClr val="lt1"/>
                </a:solidFill>
              </a:defRPr>
            </a:lvl2pPr>
            <a:lvl3pPr marL="1371600" lvl="2" indent="-228600" algn="l">
              <a:lnSpc>
                <a:spcPct val="88888"/>
              </a:lnSpc>
              <a:spcBef>
                <a:spcPts val="600"/>
              </a:spcBef>
              <a:spcAft>
                <a:spcPts val="0"/>
              </a:spcAft>
              <a:buSzPts val="1800"/>
              <a:buNone/>
              <a:defRPr sz="1800">
                <a:solidFill>
                  <a:schemeClr val="lt1"/>
                </a:solidFill>
              </a:defRPr>
            </a:lvl3pPr>
            <a:lvl4pPr marL="1828800" lvl="3" indent="-228600" algn="l">
              <a:lnSpc>
                <a:spcPct val="100000"/>
              </a:lnSpc>
              <a:spcBef>
                <a:spcPts val="1000"/>
              </a:spcBef>
              <a:spcAft>
                <a:spcPts val="0"/>
              </a:spcAft>
              <a:buClr>
                <a:schemeClr val="lt1"/>
              </a:buClr>
              <a:buSzPts val="1600"/>
              <a:buNone/>
              <a:defRPr sz="1600">
                <a:solidFill>
                  <a:schemeClr val="lt1"/>
                </a:solidFill>
              </a:defRPr>
            </a:lvl4pPr>
            <a:lvl5pPr marL="2286000" lvl="4" indent="-228600" algn="l">
              <a:lnSpc>
                <a:spcPct val="100000"/>
              </a:lnSpc>
              <a:spcBef>
                <a:spcPts val="600"/>
              </a:spcBef>
              <a:spcAft>
                <a:spcPts val="0"/>
              </a:spcAft>
              <a:buClr>
                <a:schemeClr val="lt1"/>
              </a:buClr>
              <a:buSzPts val="1600"/>
              <a:buNone/>
              <a:defRPr sz="1600">
                <a:solidFill>
                  <a:schemeClr val="lt1"/>
                </a:solidFill>
              </a:defRPr>
            </a:lvl5pPr>
            <a:lvl6pPr marL="2743200" lvl="5" indent="-228600" algn="l">
              <a:lnSpc>
                <a:spcPct val="100000"/>
              </a:lnSpc>
              <a:spcBef>
                <a:spcPts val="0"/>
              </a:spcBef>
              <a:spcAft>
                <a:spcPts val="0"/>
              </a:spcAft>
              <a:buClr>
                <a:schemeClr val="lt1"/>
              </a:buClr>
              <a:buSzPts val="1600"/>
              <a:buNone/>
              <a:defRPr sz="1600">
                <a:solidFill>
                  <a:schemeClr val="lt1"/>
                </a:solidFill>
              </a:defRPr>
            </a:lvl6pPr>
            <a:lvl7pPr marL="3200400" lvl="6" indent="-228600" algn="l">
              <a:lnSpc>
                <a:spcPct val="100000"/>
              </a:lnSpc>
              <a:spcBef>
                <a:spcPts val="1800"/>
              </a:spcBef>
              <a:spcAft>
                <a:spcPts val="0"/>
              </a:spcAft>
              <a:buClr>
                <a:schemeClr val="lt1"/>
              </a:buClr>
              <a:buSzPts val="1600"/>
              <a:buNone/>
              <a:defRPr sz="1600">
                <a:solidFill>
                  <a:schemeClr val="lt1"/>
                </a:solidFill>
              </a:defRPr>
            </a:lvl7pPr>
            <a:lvl8pPr marL="3657600" lvl="7" indent="-228600" algn="l">
              <a:lnSpc>
                <a:spcPct val="100000"/>
              </a:lnSpc>
              <a:spcBef>
                <a:spcPts val="600"/>
              </a:spcBef>
              <a:spcAft>
                <a:spcPts val="0"/>
              </a:spcAft>
              <a:buClr>
                <a:schemeClr val="lt1"/>
              </a:buClr>
              <a:buSzPts val="1600"/>
              <a:buNone/>
              <a:defRPr sz="1600">
                <a:solidFill>
                  <a:schemeClr val="lt1"/>
                </a:solidFill>
              </a:defRPr>
            </a:lvl8pPr>
            <a:lvl9pPr marL="4114800" lvl="8" indent="-228600" algn="l">
              <a:lnSpc>
                <a:spcPct val="100000"/>
              </a:lnSpc>
              <a:spcBef>
                <a:spcPts val="600"/>
              </a:spcBef>
              <a:spcAft>
                <a:spcPts val="0"/>
              </a:spcAft>
              <a:buClr>
                <a:schemeClr val="lt1"/>
              </a:buClr>
              <a:buSzPts val="1600"/>
              <a:buNone/>
              <a:defRPr sz="1600">
                <a:solidFill>
                  <a:schemeClr val="lt1"/>
                </a:solidFill>
              </a:defRPr>
            </a:lvl9pPr>
          </a:lstStyle>
          <a:p>
            <a:endParaRPr/>
          </a:p>
        </p:txBody>
      </p:sp>
      <p:pic>
        <p:nvPicPr>
          <p:cNvPr id="162" name="Google Shape;162;p87"/>
          <p:cNvPicPr preferRelativeResize="0"/>
          <p:nvPr/>
        </p:nvPicPr>
        <p:blipFill rotWithShape="1">
          <a:blip r:embed="rId2">
            <a:alphaModFix/>
          </a:blip>
          <a:srcRect/>
          <a:stretch/>
        </p:blipFill>
        <p:spPr>
          <a:xfrm>
            <a:off x="454025" y="6356100"/>
            <a:ext cx="862264" cy="272507"/>
          </a:xfrm>
          <a:prstGeom prst="rect">
            <a:avLst/>
          </a:prstGeom>
          <a:noFill/>
          <a:ln>
            <a:noFill/>
          </a:ln>
        </p:spPr>
      </p:pic>
      <p:sp>
        <p:nvSpPr>
          <p:cNvPr id="163" name="Google Shape;163;p87"/>
          <p:cNvSpPr txBox="1">
            <a:spLocks noGrp="1"/>
          </p:cNvSpPr>
          <p:nvPr>
            <p:ph type="title"/>
          </p:nvPr>
        </p:nvSpPr>
        <p:spPr>
          <a:xfrm>
            <a:off x="479426" y="1624014"/>
            <a:ext cx="11217274" cy="267705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accent2"/>
              </a:buClr>
              <a:buSzPts val="6600"/>
              <a:buFont typeface="Times New Roman"/>
              <a:buNone/>
              <a:defRPr sz="66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64" name="Google Shape;164;p87"/>
          <p:cNvCxnSpPr/>
          <p:nvPr/>
        </p:nvCxnSpPr>
        <p:spPr>
          <a:xfrm>
            <a:off x="479425" y="4822447"/>
            <a:ext cx="491067" cy="0"/>
          </a:xfrm>
          <a:prstGeom prst="straightConnector1">
            <a:avLst/>
          </a:prstGeom>
          <a:noFill/>
          <a:ln w="9525" cap="flat" cmpd="sng">
            <a:solidFill>
              <a:schemeClr val="accent2"/>
            </a:solidFill>
            <a:prstDash val="solid"/>
            <a:miter lim="800000"/>
            <a:headEnd type="none" w="sm" len="sm"/>
            <a:tailEnd type="none" w="sm" len="sm"/>
          </a:ln>
        </p:spPr>
      </p:cxnSp>
      <p:pic>
        <p:nvPicPr>
          <p:cNvPr id="165" name="Google Shape;165;p87"/>
          <p:cNvPicPr preferRelativeResize="0"/>
          <p:nvPr/>
        </p:nvPicPr>
        <p:blipFill rotWithShape="1">
          <a:blip r:embed="rId3">
            <a:alphaModFix/>
          </a:blip>
          <a:srcRect/>
          <a:stretch/>
        </p:blipFill>
        <p:spPr>
          <a:xfrm>
            <a:off x="479425" y="6352925"/>
            <a:ext cx="862264" cy="272507"/>
          </a:xfrm>
          <a:prstGeom prst="rect">
            <a:avLst/>
          </a:prstGeom>
          <a:noFill/>
          <a:ln>
            <a:noFill/>
          </a:ln>
        </p:spPr>
      </p:pic>
      <p:sp>
        <p:nvSpPr>
          <p:cNvPr id="166" name="Google Shape;166;p87"/>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6556182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Key Message pink">
  <p:cSld name="Key Message pink">
    <p:bg>
      <p:bgPr>
        <a:solidFill>
          <a:schemeClr val="dk2"/>
        </a:solidFill>
        <a:effectLst/>
      </p:bgPr>
    </p:bg>
    <p:spTree>
      <p:nvGrpSpPr>
        <p:cNvPr id="1" name="Shape 167"/>
        <p:cNvGrpSpPr/>
        <p:nvPr/>
      </p:nvGrpSpPr>
      <p:grpSpPr>
        <a:xfrm>
          <a:off x="0" y="0"/>
          <a:ext cx="0" cy="0"/>
          <a:chOff x="0" y="0"/>
          <a:chExt cx="0" cy="0"/>
        </a:xfrm>
      </p:grpSpPr>
      <p:pic>
        <p:nvPicPr>
          <p:cNvPr id="168" name="Google Shape;168;p88" descr="Shape&#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69" name="Google Shape;169;p88"/>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0" name="Google Shape;170;p88"/>
          <p:cNvSpPr txBox="1">
            <a:spLocks noGrp="1"/>
          </p:cNvSpPr>
          <p:nvPr>
            <p:ph type="body" idx="1"/>
          </p:nvPr>
        </p:nvSpPr>
        <p:spPr>
          <a:xfrm>
            <a:off x="1939925" y="3429000"/>
            <a:ext cx="3066790" cy="1903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400"/>
              <a:buNone/>
              <a:defRPr sz="1400" b="0" i="0" cap="none">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400"/>
              <a:buNone/>
              <a:defRPr sz="1400" b="0" cap="none">
                <a:solidFill>
                  <a:schemeClr val="lt1"/>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lt1"/>
              </a:buClr>
              <a:buSzPts val="1600"/>
              <a:buNone/>
              <a:defRPr sz="1600" b="1"/>
            </a:lvl4pPr>
            <a:lvl5pPr marL="2286000" lvl="4" indent="-228600" algn="l">
              <a:lnSpc>
                <a:spcPct val="100000"/>
              </a:lnSpc>
              <a:spcBef>
                <a:spcPts val="600"/>
              </a:spcBef>
              <a:spcAft>
                <a:spcPts val="0"/>
              </a:spcAft>
              <a:buClr>
                <a:schemeClr val="lt1"/>
              </a:buClr>
              <a:buSzPts val="1600"/>
              <a:buNone/>
              <a:defRPr sz="1600" b="1"/>
            </a:lvl5pPr>
            <a:lvl6pPr marL="2743200" lvl="5" indent="-228600" algn="l">
              <a:lnSpc>
                <a:spcPct val="100000"/>
              </a:lnSpc>
              <a:spcBef>
                <a:spcPts val="0"/>
              </a:spcBef>
              <a:spcAft>
                <a:spcPts val="0"/>
              </a:spcAft>
              <a:buClr>
                <a:schemeClr val="lt1"/>
              </a:buClr>
              <a:buSzPts val="1600"/>
              <a:buNone/>
              <a:defRPr sz="1600" b="1"/>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171" name="Google Shape;171;p88"/>
          <p:cNvSpPr txBox="1">
            <a:spLocks noGrp="1"/>
          </p:cNvSpPr>
          <p:nvPr>
            <p:ph type="ctrTitle"/>
          </p:nvPr>
        </p:nvSpPr>
        <p:spPr>
          <a:xfrm>
            <a:off x="535681" y="671513"/>
            <a:ext cx="5790168" cy="2352902"/>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 name="Google Shape;172;p88"/>
          <p:cNvSpPr>
            <a:spLocks noGrp="1"/>
          </p:cNvSpPr>
          <p:nvPr>
            <p:ph type="pic" idx="2"/>
          </p:nvPr>
        </p:nvSpPr>
        <p:spPr>
          <a:xfrm>
            <a:off x="488134" y="3437709"/>
            <a:ext cx="968785" cy="968780"/>
          </a:xfrm>
          <a:prstGeom prst="ellipse">
            <a:avLst/>
          </a:prstGeom>
          <a:solidFill>
            <a:schemeClr val="accent3"/>
          </a:solidFill>
          <a:ln>
            <a:noFill/>
          </a:ln>
        </p:spPr>
      </p:sp>
    </p:spTree>
    <p:extLst>
      <p:ext uri="{BB962C8B-B14F-4D97-AF65-F5344CB8AC3E}">
        <p14:creationId xmlns:p14="http://schemas.microsoft.com/office/powerpoint/2010/main" val="294404301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matchingName="Key Message purple">
  <p:cSld name="Key Message purple">
    <p:bg>
      <p:bgPr>
        <a:solidFill>
          <a:schemeClr val="accent2"/>
        </a:solidFill>
        <a:effectLst/>
      </p:bgPr>
    </p:bg>
    <p:spTree>
      <p:nvGrpSpPr>
        <p:cNvPr id="1" name="Shape 173"/>
        <p:cNvGrpSpPr/>
        <p:nvPr/>
      </p:nvGrpSpPr>
      <p:grpSpPr>
        <a:xfrm>
          <a:off x="0" y="0"/>
          <a:ext cx="0" cy="0"/>
          <a:chOff x="0" y="0"/>
          <a:chExt cx="0" cy="0"/>
        </a:xfrm>
      </p:grpSpPr>
      <p:pic>
        <p:nvPicPr>
          <p:cNvPr id="174" name="Google Shape;174;p89"/>
          <p:cNvPicPr preferRelativeResize="0"/>
          <p:nvPr/>
        </p:nvPicPr>
        <p:blipFill rotWithShape="1">
          <a:blip r:embed="rId2">
            <a:alphaModFix/>
          </a:blip>
          <a:srcRect/>
          <a:stretch/>
        </p:blipFill>
        <p:spPr>
          <a:xfrm>
            <a:off x="0" y="0"/>
            <a:ext cx="12191999" cy="6858000"/>
          </a:xfrm>
          <a:prstGeom prst="rect">
            <a:avLst/>
          </a:prstGeom>
          <a:noFill/>
          <a:ln>
            <a:noFill/>
          </a:ln>
        </p:spPr>
      </p:pic>
      <p:sp>
        <p:nvSpPr>
          <p:cNvPr id="175" name="Google Shape;175;p89"/>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76" name="Google Shape;176;p89"/>
          <p:cNvPicPr preferRelativeResize="0"/>
          <p:nvPr/>
        </p:nvPicPr>
        <p:blipFill rotWithShape="1">
          <a:blip r:embed="rId3">
            <a:alphaModFix/>
          </a:blip>
          <a:srcRect/>
          <a:stretch/>
        </p:blipFill>
        <p:spPr>
          <a:xfrm>
            <a:off x="695325" y="6352925"/>
            <a:ext cx="862264" cy="272507"/>
          </a:xfrm>
          <a:prstGeom prst="rect">
            <a:avLst/>
          </a:prstGeom>
          <a:noFill/>
          <a:ln>
            <a:noFill/>
          </a:ln>
        </p:spPr>
      </p:pic>
      <p:sp>
        <p:nvSpPr>
          <p:cNvPr id="177" name="Google Shape;177;p89"/>
          <p:cNvSpPr txBox="1">
            <a:spLocks noGrp="1"/>
          </p:cNvSpPr>
          <p:nvPr>
            <p:ph type="body" idx="1"/>
          </p:nvPr>
        </p:nvSpPr>
        <p:spPr>
          <a:xfrm>
            <a:off x="1939925" y="3429000"/>
            <a:ext cx="3066790" cy="1903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400"/>
              <a:buNone/>
              <a:defRPr sz="1400" b="0" i="0" cap="none">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400"/>
              <a:buNone/>
              <a:defRPr sz="1400" b="0" cap="none">
                <a:solidFill>
                  <a:schemeClr val="lt1"/>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lt1"/>
              </a:buClr>
              <a:buSzPts val="1600"/>
              <a:buNone/>
              <a:defRPr sz="1600" b="1"/>
            </a:lvl4pPr>
            <a:lvl5pPr marL="2286000" lvl="4" indent="-228600" algn="l">
              <a:lnSpc>
                <a:spcPct val="100000"/>
              </a:lnSpc>
              <a:spcBef>
                <a:spcPts val="600"/>
              </a:spcBef>
              <a:spcAft>
                <a:spcPts val="0"/>
              </a:spcAft>
              <a:buClr>
                <a:schemeClr val="lt1"/>
              </a:buClr>
              <a:buSzPts val="1600"/>
              <a:buNone/>
              <a:defRPr sz="1600" b="1"/>
            </a:lvl5pPr>
            <a:lvl6pPr marL="2743200" lvl="5" indent="-228600" algn="l">
              <a:lnSpc>
                <a:spcPct val="100000"/>
              </a:lnSpc>
              <a:spcBef>
                <a:spcPts val="0"/>
              </a:spcBef>
              <a:spcAft>
                <a:spcPts val="0"/>
              </a:spcAft>
              <a:buClr>
                <a:schemeClr val="lt1"/>
              </a:buClr>
              <a:buSzPts val="1600"/>
              <a:buNone/>
              <a:defRPr sz="1600" b="1"/>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178" name="Google Shape;178;p89"/>
          <p:cNvSpPr txBox="1">
            <a:spLocks noGrp="1"/>
          </p:cNvSpPr>
          <p:nvPr>
            <p:ph type="ctrTitle"/>
          </p:nvPr>
        </p:nvSpPr>
        <p:spPr>
          <a:xfrm>
            <a:off x="535681" y="671513"/>
            <a:ext cx="5790168" cy="2352902"/>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p89"/>
          <p:cNvSpPr>
            <a:spLocks noGrp="1"/>
          </p:cNvSpPr>
          <p:nvPr>
            <p:ph type="pic" idx="2"/>
          </p:nvPr>
        </p:nvSpPr>
        <p:spPr>
          <a:xfrm>
            <a:off x="488134" y="3437709"/>
            <a:ext cx="968785" cy="968780"/>
          </a:xfrm>
          <a:prstGeom prst="ellipse">
            <a:avLst/>
          </a:prstGeom>
          <a:solidFill>
            <a:schemeClr val="accent3"/>
          </a:solidFill>
          <a:ln>
            <a:noFill/>
          </a:ln>
        </p:spPr>
      </p:sp>
    </p:spTree>
    <p:extLst>
      <p:ext uri="{BB962C8B-B14F-4D97-AF65-F5344CB8AC3E}">
        <p14:creationId xmlns:p14="http://schemas.microsoft.com/office/powerpoint/2010/main" val="274934654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3_Title and Content">
  <p:cSld name="3_Title and Content">
    <p:bg>
      <p:bgPr>
        <a:solidFill>
          <a:schemeClr val="lt2"/>
        </a:solidFill>
        <a:effectLst/>
      </p:bgPr>
    </p:bg>
    <p:spTree>
      <p:nvGrpSpPr>
        <p:cNvPr id="1" name="Shape 180"/>
        <p:cNvGrpSpPr/>
        <p:nvPr/>
      </p:nvGrpSpPr>
      <p:grpSpPr>
        <a:xfrm>
          <a:off x="0" y="0"/>
          <a:ext cx="0" cy="0"/>
          <a:chOff x="0" y="0"/>
          <a:chExt cx="0" cy="0"/>
        </a:xfrm>
      </p:grpSpPr>
      <p:sp>
        <p:nvSpPr>
          <p:cNvPr id="181" name="Google Shape;181;p90"/>
          <p:cNvSpPr/>
          <p:nvPr/>
        </p:nvSpPr>
        <p:spPr>
          <a:xfrm>
            <a:off x="-1" y="0"/>
            <a:ext cx="3282687"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90"/>
          <p:cNvSpPr txBox="1">
            <a:spLocks noGrp="1"/>
          </p:cNvSpPr>
          <p:nvPr>
            <p:ph type="title"/>
          </p:nvPr>
        </p:nvSpPr>
        <p:spPr>
          <a:xfrm>
            <a:off x="479426" y="671987"/>
            <a:ext cx="2482716" cy="952026"/>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90"/>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pic>
        <p:nvPicPr>
          <p:cNvPr id="184" name="Google Shape;184;p90"/>
          <p:cNvPicPr preferRelativeResize="0"/>
          <p:nvPr/>
        </p:nvPicPr>
        <p:blipFill rotWithShape="1">
          <a:blip r:embed="rId2">
            <a:alphaModFix/>
          </a:blip>
          <a:srcRect/>
          <a:stretch/>
        </p:blipFill>
        <p:spPr>
          <a:xfrm>
            <a:off x="454025" y="6356100"/>
            <a:ext cx="862264" cy="272507"/>
          </a:xfrm>
          <a:prstGeom prst="rect">
            <a:avLst/>
          </a:prstGeom>
          <a:noFill/>
          <a:ln>
            <a:noFill/>
          </a:ln>
        </p:spPr>
      </p:pic>
      <p:sp>
        <p:nvSpPr>
          <p:cNvPr id="185" name="Google Shape;185;p90"/>
          <p:cNvSpPr txBox="1">
            <a:spLocks noGrp="1"/>
          </p:cNvSpPr>
          <p:nvPr>
            <p:ph type="body" idx="1"/>
          </p:nvPr>
        </p:nvSpPr>
        <p:spPr>
          <a:xfrm>
            <a:off x="3737506" y="982137"/>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86" name="Google Shape;186;p90"/>
          <p:cNvSpPr txBox="1">
            <a:spLocks noGrp="1"/>
          </p:cNvSpPr>
          <p:nvPr>
            <p:ph type="body" idx="2"/>
          </p:nvPr>
        </p:nvSpPr>
        <p:spPr>
          <a:xfrm>
            <a:off x="3886200" y="1624013"/>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87" name="Google Shape;187;p90"/>
          <p:cNvSpPr txBox="1">
            <a:spLocks noGrp="1"/>
          </p:cNvSpPr>
          <p:nvPr>
            <p:ph type="body" idx="3"/>
          </p:nvPr>
        </p:nvSpPr>
        <p:spPr>
          <a:xfrm>
            <a:off x="7646112" y="981663"/>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88" name="Google Shape;188;p90"/>
          <p:cNvSpPr txBox="1">
            <a:spLocks noGrp="1"/>
          </p:cNvSpPr>
          <p:nvPr>
            <p:ph type="body" idx="4"/>
          </p:nvPr>
        </p:nvSpPr>
        <p:spPr>
          <a:xfrm>
            <a:off x="7794806" y="162353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89" name="Google Shape;189;p90"/>
          <p:cNvSpPr txBox="1">
            <a:spLocks noGrp="1"/>
          </p:cNvSpPr>
          <p:nvPr>
            <p:ph type="body" idx="5"/>
          </p:nvPr>
        </p:nvSpPr>
        <p:spPr>
          <a:xfrm>
            <a:off x="3737506" y="2647274"/>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0" name="Google Shape;190;p90"/>
          <p:cNvSpPr txBox="1">
            <a:spLocks noGrp="1"/>
          </p:cNvSpPr>
          <p:nvPr>
            <p:ph type="body" idx="6"/>
          </p:nvPr>
        </p:nvSpPr>
        <p:spPr>
          <a:xfrm>
            <a:off x="3886200" y="3289150"/>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1" name="Google Shape;191;p90"/>
          <p:cNvSpPr txBox="1">
            <a:spLocks noGrp="1"/>
          </p:cNvSpPr>
          <p:nvPr>
            <p:ph type="body" idx="7"/>
          </p:nvPr>
        </p:nvSpPr>
        <p:spPr>
          <a:xfrm>
            <a:off x="7646112" y="2646800"/>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2" name="Google Shape;192;p90"/>
          <p:cNvSpPr txBox="1">
            <a:spLocks noGrp="1"/>
          </p:cNvSpPr>
          <p:nvPr>
            <p:ph type="body" idx="8"/>
          </p:nvPr>
        </p:nvSpPr>
        <p:spPr>
          <a:xfrm>
            <a:off x="7794806" y="3288676"/>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3" name="Google Shape;193;p90"/>
          <p:cNvSpPr txBox="1">
            <a:spLocks noGrp="1"/>
          </p:cNvSpPr>
          <p:nvPr>
            <p:ph type="body" idx="9"/>
          </p:nvPr>
        </p:nvSpPr>
        <p:spPr>
          <a:xfrm>
            <a:off x="3737506" y="4493373"/>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4" name="Google Shape;194;p90"/>
          <p:cNvSpPr txBox="1">
            <a:spLocks noGrp="1"/>
          </p:cNvSpPr>
          <p:nvPr>
            <p:ph type="body" idx="13"/>
          </p:nvPr>
        </p:nvSpPr>
        <p:spPr>
          <a:xfrm>
            <a:off x="3886200" y="513524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5" name="Google Shape;195;p90"/>
          <p:cNvSpPr txBox="1">
            <a:spLocks noGrp="1"/>
          </p:cNvSpPr>
          <p:nvPr>
            <p:ph type="body" idx="14"/>
          </p:nvPr>
        </p:nvSpPr>
        <p:spPr>
          <a:xfrm>
            <a:off x="7646112" y="4492899"/>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6" name="Google Shape;196;p90"/>
          <p:cNvSpPr txBox="1">
            <a:spLocks noGrp="1"/>
          </p:cNvSpPr>
          <p:nvPr>
            <p:ph type="body" idx="15"/>
          </p:nvPr>
        </p:nvSpPr>
        <p:spPr>
          <a:xfrm>
            <a:off x="7794806" y="5134775"/>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3561158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5_Title and Content">
  <p:cSld name="5_Title and Content">
    <p:bg>
      <p:bgPr>
        <a:solidFill>
          <a:srgbClr val="F2F2F2"/>
        </a:solidFill>
        <a:effectLst/>
      </p:bgPr>
    </p:bg>
    <p:spTree>
      <p:nvGrpSpPr>
        <p:cNvPr id="1" name="Shape 197"/>
        <p:cNvGrpSpPr/>
        <p:nvPr/>
      </p:nvGrpSpPr>
      <p:grpSpPr>
        <a:xfrm>
          <a:off x="0" y="0"/>
          <a:ext cx="0" cy="0"/>
          <a:chOff x="0" y="0"/>
          <a:chExt cx="0" cy="0"/>
        </a:xfrm>
      </p:grpSpPr>
      <p:sp>
        <p:nvSpPr>
          <p:cNvPr id="198" name="Google Shape;198;p9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199" name="Google Shape;199;p91"/>
          <p:cNvSpPr txBox="1">
            <a:spLocks noGrp="1"/>
          </p:cNvSpPr>
          <p:nvPr>
            <p:ph type="body" idx="1"/>
          </p:nvPr>
        </p:nvSpPr>
        <p:spPr>
          <a:xfrm>
            <a:off x="330731" y="1624013"/>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0" name="Google Shape;200;p91"/>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p91"/>
          <p:cNvSpPr txBox="1">
            <a:spLocks noGrp="1"/>
          </p:cNvSpPr>
          <p:nvPr>
            <p:ph type="body" idx="2"/>
          </p:nvPr>
        </p:nvSpPr>
        <p:spPr>
          <a:xfrm>
            <a:off x="4236574" y="1624013"/>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2" name="Google Shape;202;p91"/>
          <p:cNvSpPr txBox="1">
            <a:spLocks noGrp="1"/>
          </p:cNvSpPr>
          <p:nvPr>
            <p:ph type="body" idx="3"/>
          </p:nvPr>
        </p:nvSpPr>
        <p:spPr>
          <a:xfrm>
            <a:off x="8161869" y="1607734"/>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3" name="Google Shape;203;p91"/>
          <p:cNvSpPr txBox="1">
            <a:spLocks noGrp="1"/>
          </p:cNvSpPr>
          <p:nvPr>
            <p:ph type="body" idx="4"/>
          </p:nvPr>
        </p:nvSpPr>
        <p:spPr>
          <a:xfrm>
            <a:off x="335494" y="3708391"/>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4" name="Google Shape;204;p91"/>
          <p:cNvSpPr txBox="1">
            <a:spLocks noGrp="1"/>
          </p:cNvSpPr>
          <p:nvPr>
            <p:ph type="body" idx="5"/>
          </p:nvPr>
        </p:nvSpPr>
        <p:spPr>
          <a:xfrm>
            <a:off x="4241337" y="3708391"/>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5" name="Google Shape;205;p91"/>
          <p:cNvSpPr txBox="1">
            <a:spLocks noGrp="1"/>
          </p:cNvSpPr>
          <p:nvPr>
            <p:ph type="body" idx="6"/>
          </p:nvPr>
        </p:nvSpPr>
        <p:spPr>
          <a:xfrm>
            <a:off x="8166632" y="3692112"/>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6" name="Google Shape;206;p91"/>
          <p:cNvSpPr txBox="1">
            <a:spLocks noGrp="1"/>
          </p:cNvSpPr>
          <p:nvPr>
            <p:ph type="body" idx="7"/>
          </p:nvPr>
        </p:nvSpPr>
        <p:spPr>
          <a:xfrm>
            <a:off x="479425" y="226588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7" name="Google Shape;207;p91"/>
          <p:cNvSpPr txBox="1">
            <a:spLocks noGrp="1"/>
          </p:cNvSpPr>
          <p:nvPr>
            <p:ph type="body" idx="8"/>
          </p:nvPr>
        </p:nvSpPr>
        <p:spPr>
          <a:xfrm>
            <a:off x="4378325" y="226588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8" name="Google Shape;208;p91"/>
          <p:cNvSpPr txBox="1">
            <a:spLocks noGrp="1"/>
          </p:cNvSpPr>
          <p:nvPr>
            <p:ph type="body" idx="9"/>
          </p:nvPr>
        </p:nvSpPr>
        <p:spPr>
          <a:xfrm>
            <a:off x="8277225" y="226588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9" name="Google Shape;209;p91"/>
          <p:cNvSpPr txBox="1">
            <a:spLocks noGrp="1"/>
          </p:cNvSpPr>
          <p:nvPr>
            <p:ph type="body" idx="13"/>
          </p:nvPr>
        </p:nvSpPr>
        <p:spPr>
          <a:xfrm>
            <a:off x="492125" y="4335788"/>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10" name="Google Shape;210;p91"/>
          <p:cNvSpPr txBox="1">
            <a:spLocks noGrp="1"/>
          </p:cNvSpPr>
          <p:nvPr>
            <p:ph type="body" idx="14"/>
          </p:nvPr>
        </p:nvSpPr>
        <p:spPr>
          <a:xfrm>
            <a:off x="4391025" y="4335788"/>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11" name="Google Shape;211;p91"/>
          <p:cNvSpPr txBox="1">
            <a:spLocks noGrp="1"/>
          </p:cNvSpPr>
          <p:nvPr>
            <p:ph type="body" idx="15"/>
          </p:nvPr>
        </p:nvSpPr>
        <p:spPr>
          <a:xfrm>
            <a:off x="8289925" y="4335788"/>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0634491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4_Title and Content">
  <p:cSld name="4_Title and Content">
    <p:bg>
      <p:bgPr>
        <a:solidFill>
          <a:schemeClr val="lt2"/>
        </a:solidFill>
        <a:effectLst/>
      </p:bgPr>
    </p:bg>
    <p:spTree>
      <p:nvGrpSpPr>
        <p:cNvPr id="1" name="Shape 212"/>
        <p:cNvGrpSpPr/>
        <p:nvPr/>
      </p:nvGrpSpPr>
      <p:grpSpPr>
        <a:xfrm>
          <a:off x="0" y="0"/>
          <a:ext cx="0" cy="0"/>
          <a:chOff x="0" y="0"/>
          <a:chExt cx="0" cy="0"/>
        </a:xfrm>
      </p:grpSpPr>
    </p:spTree>
    <p:extLst>
      <p:ext uri="{BB962C8B-B14F-4D97-AF65-F5344CB8AC3E}">
        <p14:creationId xmlns:p14="http://schemas.microsoft.com/office/powerpoint/2010/main" val="73394144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13"/>
        <p:cNvGrpSpPr/>
        <p:nvPr/>
      </p:nvGrpSpPr>
      <p:grpSpPr>
        <a:xfrm>
          <a:off x="0" y="0"/>
          <a:ext cx="0" cy="0"/>
          <a:chOff x="0" y="0"/>
          <a:chExt cx="0" cy="0"/>
        </a:xfrm>
      </p:grpSpPr>
      <p:sp>
        <p:nvSpPr>
          <p:cNvPr id="214" name="Google Shape;214;p93"/>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93"/>
          <p:cNvSpPr txBox="1">
            <a:spLocks noGrp="1"/>
          </p:cNvSpPr>
          <p:nvPr>
            <p:ph type="body" idx="1"/>
          </p:nvPr>
        </p:nvSpPr>
        <p:spPr>
          <a:xfrm>
            <a:off x="479425" y="1627200"/>
            <a:ext cx="5309395"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16" name="Google Shape;216;p93"/>
          <p:cNvSpPr txBox="1">
            <a:spLocks noGrp="1"/>
          </p:cNvSpPr>
          <p:nvPr>
            <p:ph type="body" idx="2"/>
          </p:nvPr>
        </p:nvSpPr>
        <p:spPr>
          <a:xfrm>
            <a:off x="6096000" y="1627200"/>
            <a:ext cx="5309077"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17" name="Google Shape;217;p9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3962763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8"/>
        <p:cNvGrpSpPr/>
        <p:nvPr/>
      </p:nvGrpSpPr>
      <p:grpSpPr>
        <a:xfrm>
          <a:off x="0" y="0"/>
          <a:ext cx="0" cy="0"/>
          <a:chOff x="0" y="0"/>
          <a:chExt cx="0" cy="0"/>
        </a:xfrm>
      </p:grpSpPr>
      <p:sp>
        <p:nvSpPr>
          <p:cNvPr id="219" name="Google Shape;219;p94"/>
          <p:cNvSpPr txBox="1">
            <a:spLocks noGrp="1"/>
          </p:cNvSpPr>
          <p:nvPr>
            <p:ph type="body" idx="1"/>
          </p:nvPr>
        </p:nvSpPr>
        <p:spPr>
          <a:xfrm>
            <a:off x="478820" y="1638320"/>
            <a:ext cx="5310000" cy="401495"/>
          </a:xfrm>
          <a:prstGeom prst="rect">
            <a:avLst/>
          </a:prstGeom>
          <a:noFill/>
          <a:ln>
            <a:noFill/>
          </a:ln>
        </p:spPr>
        <p:txBody>
          <a:bodyPr spcFirstLastPara="1" wrap="square" lIns="0" tIns="0" rIns="0" bIns="0" anchor="t" anchorCtr="0">
            <a:noAutofit/>
          </a:bodyPr>
          <a:lstStyle>
            <a:lvl1pPr marL="457200" lvl="0" indent="-228600" algn="l">
              <a:lnSpc>
                <a:spcPct val="80000"/>
              </a:lnSpc>
              <a:spcBef>
                <a:spcPts val="0"/>
              </a:spcBef>
              <a:spcAft>
                <a:spcPts val="0"/>
              </a:spcAft>
              <a:buClr>
                <a:schemeClr val="dk1"/>
              </a:buClr>
              <a:buSzPts val="1600"/>
              <a:buNone/>
              <a:defRPr sz="1600" b="1" i="0" cap="none">
                <a:solidFill>
                  <a:schemeClr val="dk1"/>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220" name="Google Shape;220;p94"/>
          <p:cNvSpPr txBox="1">
            <a:spLocks noGrp="1"/>
          </p:cNvSpPr>
          <p:nvPr>
            <p:ph type="body" idx="2"/>
          </p:nvPr>
        </p:nvSpPr>
        <p:spPr>
          <a:xfrm>
            <a:off x="6096000" y="1638320"/>
            <a:ext cx="5310000" cy="401495"/>
          </a:xfrm>
          <a:prstGeom prst="rect">
            <a:avLst/>
          </a:prstGeom>
          <a:noFill/>
          <a:ln>
            <a:noFill/>
          </a:ln>
        </p:spPr>
        <p:txBody>
          <a:bodyPr spcFirstLastPara="1" wrap="square" lIns="0" tIns="0" rIns="0" bIns="0" anchor="t" anchorCtr="0">
            <a:noAutofit/>
          </a:bodyPr>
          <a:lstStyle>
            <a:lvl1pPr marL="457200" lvl="0" indent="-228600" algn="l">
              <a:lnSpc>
                <a:spcPct val="80000"/>
              </a:lnSpc>
              <a:spcBef>
                <a:spcPts val="0"/>
              </a:spcBef>
              <a:spcAft>
                <a:spcPts val="0"/>
              </a:spcAft>
              <a:buClr>
                <a:schemeClr val="dk1"/>
              </a:buClr>
              <a:buSzPts val="1600"/>
              <a:buNone/>
              <a:defRPr sz="1600" b="1" i="0" cap="none">
                <a:solidFill>
                  <a:schemeClr val="dk1"/>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221" name="Google Shape;221;p9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94"/>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3" name="Google Shape;223;p94"/>
          <p:cNvSpPr txBox="1">
            <a:spLocks noGrp="1"/>
          </p:cNvSpPr>
          <p:nvPr>
            <p:ph type="body" idx="3"/>
          </p:nvPr>
        </p:nvSpPr>
        <p:spPr>
          <a:xfrm>
            <a:off x="479425" y="2194560"/>
            <a:ext cx="5309395" cy="36611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b="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24" name="Google Shape;224;p94"/>
          <p:cNvSpPr txBox="1">
            <a:spLocks noGrp="1"/>
          </p:cNvSpPr>
          <p:nvPr>
            <p:ph type="body" idx="4"/>
          </p:nvPr>
        </p:nvSpPr>
        <p:spPr>
          <a:xfrm>
            <a:off x="6096000" y="2194560"/>
            <a:ext cx="5309077" cy="36611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b="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69584813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5_Two Content">
  <p:cSld name="5_Two Content">
    <p:spTree>
      <p:nvGrpSpPr>
        <p:cNvPr id="1" name="Shape 225"/>
        <p:cNvGrpSpPr/>
        <p:nvPr/>
      </p:nvGrpSpPr>
      <p:grpSpPr>
        <a:xfrm>
          <a:off x="0" y="0"/>
          <a:ext cx="0" cy="0"/>
          <a:chOff x="0" y="0"/>
          <a:chExt cx="0" cy="0"/>
        </a:xfrm>
      </p:grpSpPr>
      <p:sp>
        <p:nvSpPr>
          <p:cNvPr id="226" name="Google Shape;226;p95"/>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9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28" name="Google Shape;228;p95"/>
          <p:cNvSpPr txBox="1">
            <a:spLocks noGrp="1"/>
          </p:cNvSpPr>
          <p:nvPr>
            <p:ph type="body" idx="1"/>
          </p:nvPr>
        </p:nvSpPr>
        <p:spPr>
          <a:xfrm>
            <a:off x="479424" y="1624012"/>
            <a:ext cx="3406775" cy="439572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a:lvl1pPr>
            <a:lvl2pPr marL="914400" lvl="1" indent="-228600" algn="l">
              <a:lnSpc>
                <a:spcPct val="114285"/>
              </a:lnSpc>
              <a:spcBef>
                <a:spcPts val="600"/>
              </a:spcBef>
              <a:spcAft>
                <a:spcPts val="0"/>
              </a:spcAft>
              <a:buClr>
                <a:schemeClr val="dk1"/>
              </a:buClr>
              <a:buSzPts val="1400"/>
              <a:buNone/>
              <a:defRPr/>
            </a:lvl2pPr>
            <a:lvl3pPr marL="1371600" lvl="2" indent="-317500" algn="l">
              <a:lnSpc>
                <a:spcPct val="114285"/>
              </a:lnSpc>
              <a:spcBef>
                <a:spcPts val="600"/>
              </a:spcBef>
              <a:spcAft>
                <a:spcPts val="0"/>
              </a:spcAft>
              <a:buSzPts val="14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29" name="Google Shape;229;p95"/>
          <p:cNvSpPr txBox="1">
            <a:spLocks noGrp="1"/>
          </p:cNvSpPr>
          <p:nvPr>
            <p:ph type="body" idx="2"/>
          </p:nvPr>
        </p:nvSpPr>
        <p:spPr>
          <a:xfrm>
            <a:off x="4378326" y="1624012"/>
            <a:ext cx="3409949" cy="439578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a:lvl1pPr>
            <a:lvl2pPr marL="914400" lvl="1" indent="-228600" algn="l">
              <a:lnSpc>
                <a:spcPct val="114285"/>
              </a:lnSpc>
              <a:spcBef>
                <a:spcPts val="600"/>
              </a:spcBef>
              <a:spcAft>
                <a:spcPts val="0"/>
              </a:spcAft>
              <a:buClr>
                <a:schemeClr val="dk1"/>
              </a:buClr>
              <a:buSzPts val="1400"/>
              <a:buNone/>
              <a:defRPr/>
            </a:lvl2pPr>
            <a:lvl3pPr marL="1371600" lvl="2" indent="-317500" algn="l">
              <a:lnSpc>
                <a:spcPct val="114285"/>
              </a:lnSpc>
              <a:spcBef>
                <a:spcPts val="600"/>
              </a:spcBef>
              <a:spcAft>
                <a:spcPts val="0"/>
              </a:spcAft>
              <a:buSzPts val="14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30" name="Google Shape;230;p95"/>
          <p:cNvSpPr txBox="1">
            <a:spLocks noGrp="1"/>
          </p:cNvSpPr>
          <p:nvPr>
            <p:ph type="body" idx="3"/>
          </p:nvPr>
        </p:nvSpPr>
        <p:spPr>
          <a:xfrm>
            <a:off x="8277226" y="1627344"/>
            <a:ext cx="3435350" cy="439239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a:lvl1pPr>
            <a:lvl2pPr marL="914400" lvl="1" indent="-228600" algn="l">
              <a:lnSpc>
                <a:spcPct val="114285"/>
              </a:lnSpc>
              <a:spcBef>
                <a:spcPts val="600"/>
              </a:spcBef>
              <a:spcAft>
                <a:spcPts val="0"/>
              </a:spcAft>
              <a:buClr>
                <a:schemeClr val="dk1"/>
              </a:buClr>
              <a:buSzPts val="1400"/>
              <a:buNone/>
              <a:defRPr/>
            </a:lvl2pPr>
            <a:lvl3pPr marL="1371600" lvl="2" indent="-317500" algn="l">
              <a:lnSpc>
                <a:spcPct val="114285"/>
              </a:lnSpc>
              <a:spcBef>
                <a:spcPts val="600"/>
              </a:spcBef>
              <a:spcAft>
                <a:spcPts val="0"/>
              </a:spcAft>
              <a:buSzPts val="14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0309855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6_Two Content">
  <p:cSld name="6_Two Content">
    <p:spTree>
      <p:nvGrpSpPr>
        <p:cNvPr id="1" name="Shape 231"/>
        <p:cNvGrpSpPr/>
        <p:nvPr/>
      </p:nvGrpSpPr>
      <p:grpSpPr>
        <a:xfrm>
          <a:off x="0" y="0"/>
          <a:ext cx="0" cy="0"/>
          <a:chOff x="0" y="0"/>
          <a:chExt cx="0" cy="0"/>
        </a:xfrm>
      </p:grpSpPr>
      <p:sp>
        <p:nvSpPr>
          <p:cNvPr id="232" name="Google Shape;232;p96"/>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96"/>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34" name="Google Shape;234;p96"/>
          <p:cNvSpPr txBox="1">
            <a:spLocks noGrp="1"/>
          </p:cNvSpPr>
          <p:nvPr>
            <p:ph type="body" idx="1"/>
          </p:nvPr>
        </p:nvSpPr>
        <p:spPr>
          <a:xfrm>
            <a:off x="480861" y="1624012"/>
            <a:ext cx="2359025" cy="439578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228600" algn="l">
              <a:lnSpc>
                <a:spcPct val="114285"/>
              </a:lnSpc>
              <a:spcBef>
                <a:spcPts val="600"/>
              </a:spcBef>
              <a:spcAft>
                <a:spcPts val="0"/>
              </a:spcAft>
              <a:buSzPts val="1400"/>
              <a:buNone/>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35" name="Google Shape;235;p96"/>
          <p:cNvSpPr txBox="1">
            <a:spLocks noGrp="1"/>
          </p:cNvSpPr>
          <p:nvPr>
            <p:ph type="body" idx="2"/>
          </p:nvPr>
        </p:nvSpPr>
        <p:spPr>
          <a:xfrm>
            <a:off x="3432074" y="1624012"/>
            <a:ext cx="2359025" cy="439578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36" name="Google Shape;236;p96"/>
          <p:cNvSpPr txBox="1">
            <a:spLocks noGrp="1"/>
          </p:cNvSpPr>
          <p:nvPr>
            <p:ph type="body" idx="3"/>
          </p:nvPr>
        </p:nvSpPr>
        <p:spPr>
          <a:xfrm>
            <a:off x="6383287" y="1627344"/>
            <a:ext cx="2362200" cy="439239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37" name="Google Shape;237;p96"/>
          <p:cNvSpPr txBox="1">
            <a:spLocks noGrp="1"/>
          </p:cNvSpPr>
          <p:nvPr>
            <p:ph type="body" idx="4"/>
          </p:nvPr>
        </p:nvSpPr>
        <p:spPr>
          <a:xfrm>
            <a:off x="9337676" y="1627187"/>
            <a:ext cx="2359024" cy="439578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36269213"/>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Two Content Image">
  <p:cSld name="Two Content Image">
    <p:spTree>
      <p:nvGrpSpPr>
        <p:cNvPr id="1" name="Shape 238"/>
        <p:cNvGrpSpPr/>
        <p:nvPr/>
      </p:nvGrpSpPr>
      <p:grpSpPr>
        <a:xfrm>
          <a:off x="0" y="0"/>
          <a:ext cx="0" cy="0"/>
          <a:chOff x="0" y="0"/>
          <a:chExt cx="0" cy="0"/>
        </a:xfrm>
      </p:grpSpPr>
      <p:sp>
        <p:nvSpPr>
          <p:cNvPr id="239" name="Google Shape;239;p97"/>
          <p:cNvSpPr>
            <a:spLocks noGrp="1"/>
          </p:cNvSpPr>
          <p:nvPr>
            <p:ph type="pic" idx="2"/>
          </p:nvPr>
        </p:nvSpPr>
        <p:spPr>
          <a:xfrm>
            <a:off x="6096000" y="0"/>
            <a:ext cx="6096000" cy="6858000"/>
          </a:xfrm>
          <a:prstGeom prst="rect">
            <a:avLst/>
          </a:prstGeom>
          <a:solidFill>
            <a:schemeClr val="lt2"/>
          </a:solidFill>
          <a:ln>
            <a:noFill/>
          </a:ln>
        </p:spPr>
      </p:sp>
      <p:sp>
        <p:nvSpPr>
          <p:cNvPr id="240" name="Google Shape;240;p97"/>
          <p:cNvSpPr txBox="1">
            <a:spLocks noGrp="1"/>
          </p:cNvSpPr>
          <p:nvPr>
            <p:ph type="title"/>
          </p:nvPr>
        </p:nvSpPr>
        <p:spPr>
          <a:xfrm>
            <a:off x="479425"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1" name="Google Shape;241;p97"/>
          <p:cNvSpPr txBox="1">
            <a:spLocks noGrp="1"/>
          </p:cNvSpPr>
          <p:nvPr>
            <p:ph type="body" idx="1"/>
          </p:nvPr>
        </p:nvSpPr>
        <p:spPr>
          <a:xfrm>
            <a:off x="479426"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6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60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42" name="Google Shape;242;p97"/>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22997145"/>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1_Two Content Image">
  <p:cSld name="1_Two Content Image">
    <p:spTree>
      <p:nvGrpSpPr>
        <p:cNvPr id="1" name="Shape 243"/>
        <p:cNvGrpSpPr/>
        <p:nvPr/>
      </p:nvGrpSpPr>
      <p:grpSpPr>
        <a:xfrm>
          <a:off x="0" y="0"/>
          <a:ext cx="0" cy="0"/>
          <a:chOff x="0" y="0"/>
          <a:chExt cx="0" cy="0"/>
        </a:xfrm>
      </p:grpSpPr>
      <p:sp>
        <p:nvSpPr>
          <p:cNvPr id="244" name="Google Shape;244;p98"/>
          <p:cNvSpPr txBox="1">
            <a:spLocks noGrp="1"/>
          </p:cNvSpPr>
          <p:nvPr>
            <p:ph type="body" idx="1"/>
          </p:nvPr>
        </p:nvSpPr>
        <p:spPr>
          <a:xfrm>
            <a:off x="479426" y="1627200"/>
            <a:ext cx="11217274" cy="57928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45" name="Google Shape;245;p98"/>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98"/>
          <p:cNvSpPr>
            <a:spLocks noGrp="1"/>
          </p:cNvSpPr>
          <p:nvPr>
            <p:ph type="pic" idx="2"/>
          </p:nvPr>
        </p:nvSpPr>
        <p:spPr>
          <a:xfrm>
            <a:off x="479426" y="2385391"/>
            <a:ext cx="11233148" cy="3634410"/>
          </a:xfrm>
          <a:prstGeom prst="rect">
            <a:avLst/>
          </a:prstGeom>
          <a:solidFill>
            <a:schemeClr val="lt2"/>
          </a:solidFill>
          <a:ln>
            <a:noFill/>
          </a:ln>
        </p:spPr>
      </p:sp>
      <p:sp>
        <p:nvSpPr>
          <p:cNvPr id="247" name="Google Shape;247;p98"/>
          <p:cNvSpPr txBox="1">
            <a:spLocks noGrp="1"/>
          </p:cNvSpPr>
          <p:nvPr>
            <p:ph type="body" idx="3"/>
          </p:nvPr>
        </p:nvSpPr>
        <p:spPr>
          <a:xfrm>
            <a:off x="479425"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48" name="Google Shape;248;p98"/>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77879500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2_Two Content Image">
  <p:cSld name="2_Two Content Image">
    <p:spTree>
      <p:nvGrpSpPr>
        <p:cNvPr id="1" name="Shape 249"/>
        <p:cNvGrpSpPr/>
        <p:nvPr/>
      </p:nvGrpSpPr>
      <p:grpSpPr>
        <a:xfrm>
          <a:off x="0" y="0"/>
          <a:ext cx="0" cy="0"/>
          <a:chOff x="0" y="0"/>
          <a:chExt cx="0" cy="0"/>
        </a:xfrm>
      </p:grpSpPr>
      <p:sp>
        <p:nvSpPr>
          <p:cNvPr id="250" name="Google Shape;250;p99"/>
          <p:cNvSpPr txBox="1">
            <a:spLocks noGrp="1"/>
          </p:cNvSpPr>
          <p:nvPr>
            <p:ph type="body" idx="1"/>
          </p:nvPr>
        </p:nvSpPr>
        <p:spPr>
          <a:xfrm>
            <a:off x="479426" y="1627200"/>
            <a:ext cx="3406774"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51" name="Google Shape;251;p99"/>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52" name="Google Shape;252;p99"/>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99"/>
          <p:cNvSpPr>
            <a:spLocks noGrp="1"/>
          </p:cNvSpPr>
          <p:nvPr>
            <p:ph type="pic" idx="2"/>
          </p:nvPr>
        </p:nvSpPr>
        <p:spPr>
          <a:xfrm>
            <a:off x="4378327" y="1624013"/>
            <a:ext cx="3409948" cy="4395788"/>
          </a:xfrm>
          <a:prstGeom prst="rect">
            <a:avLst/>
          </a:prstGeom>
          <a:solidFill>
            <a:schemeClr val="lt2"/>
          </a:solidFill>
          <a:ln>
            <a:noFill/>
          </a:ln>
        </p:spPr>
      </p:sp>
      <p:sp>
        <p:nvSpPr>
          <p:cNvPr id="254" name="Google Shape;254;p99"/>
          <p:cNvSpPr>
            <a:spLocks noGrp="1"/>
          </p:cNvSpPr>
          <p:nvPr>
            <p:ph type="pic" idx="3"/>
          </p:nvPr>
        </p:nvSpPr>
        <p:spPr>
          <a:xfrm>
            <a:off x="8280402" y="1624013"/>
            <a:ext cx="3416298" cy="4395788"/>
          </a:xfrm>
          <a:prstGeom prst="rect">
            <a:avLst/>
          </a:prstGeom>
          <a:solidFill>
            <a:schemeClr val="lt2"/>
          </a:solidFill>
          <a:ln>
            <a:noFill/>
          </a:ln>
        </p:spPr>
      </p:sp>
      <p:sp>
        <p:nvSpPr>
          <p:cNvPr id="255" name="Google Shape;255;p99"/>
          <p:cNvSpPr txBox="1">
            <a:spLocks noGrp="1"/>
          </p:cNvSpPr>
          <p:nvPr>
            <p:ph type="body" idx="4"/>
          </p:nvPr>
        </p:nvSpPr>
        <p:spPr>
          <a:xfrm>
            <a:off x="4378325"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56" name="Google Shape;256;p99"/>
          <p:cNvSpPr txBox="1">
            <a:spLocks noGrp="1"/>
          </p:cNvSpPr>
          <p:nvPr>
            <p:ph type="body" idx="5"/>
          </p:nvPr>
        </p:nvSpPr>
        <p:spPr>
          <a:xfrm>
            <a:off x="8280401"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603687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4_Two Content Image">
  <p:cSld name="4_Two Content Image">
    <p:spTree>
      <p:nvGrpSpPr>
        <p:cNvPr id="1" name="Shape 257"/>
        <p:cNvGrpSpPr/>
        <p:nvPr/>
      </p:nvGrpSpPr>
      <p:grpSpPr>
        <a:xfrm>
          <a:off x="0" y="0"/>
          <a:ext cx="0" cy="0"/>
          <a:chOff x="0" y="0"/>
          <a:chExt cx="0" cy="0"/>
        </a:xfrm>
      </p:grpSpPr>
      <p:sp>
        <p:nvSpPr>
          <p:cNvPr id="258" name="Google Shape;258;p100"/>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59" name="Google Shape;259;p100"/>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0" name="Google Shape;260;p100"/>
          <p:cNvSpPr>
            <a:spLocks noGrp="1"/>
          </p:cNvSpPr>
          <p:nvPr>
            <p:ph type="pic" idx="2"/>
          </p:nvPr>
        </p:nvSpPr>
        <p:spPr>
          <a:xfrm>
            <a:off x="4378324" y="1624013"/>
            <a:ext cx="3409951" cy="4395788"/>
          </a:xfrm>
          <a:prstGeom prst="rect">
            <a:avLst/>
          </a:prstGeom>
          <a:solidFill>
            <a:schemeClr val="lt2"/>
          </a:solidFill>
          <a:ln>
            <a:noFill/>
          </a:ln>
        </p:spPr>
      </p:sp>
      <p:sp>
        <p:nvSpPr>
          <p:cNvPr id="261" name="Google Shape;261;p100"/>
          <p:cNvSpPr>
            <a:spLocks noGrp="1"/>
          </p:cNvSpPr>
          <p:nvPr>
            <p:ph type="pic" idx="3"/>
          </p:nvPr>
        </p:nvSpPr>
        <p:spPr>
          <a:xfrm>
            <a:off x="8277224" y="1624013"/>
            <a:ext cx="3419476" cy="4395788"/>
          </a:xfrm>
          <a:prstGeom prst="rect">
            <a:avLst/>
          </a:prstGeom>
          <a:solidFill>
            <a:schemeClr val="lt2"/>
          </a:solidFill>
          <a:ln>
            <a:noFill/>
          </a:ln>
        </p:spPr>
      </p:sp>
      <p:sp>
        <p:nvSpPr>
          <p:cNvPr id="262" name="Google Shape;262;p100"/>
          <p:cNvSpPr txBox="1">
            <a:spLocks noGrp="1"/>
          </p:cNvSpPr>
          <p:nvPr>
            <p:ph type="body" idx="1"/>
          </p:nvPr>
        </p:nvSpPr>
        <p:spPr>
          <a:xfrm>
            <a:off x="4378325"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63" name="Google Shape;263;p100"/>
          <p:cNvSpPr txBox="1">
            <a:spLocks noGrp="1"/>
          </p:cNvSpPr>
          <p:nvPr>
            <p:ph type="body" idx="4"/>
          </p:nvPr>
        </p:nvSpPr>
        <p:spPr>
          <a:xfrm>
            <a:off x="8277223"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64" name="Google Shape;264;p100"/>
          <p:cNvSpPr>
            <a:spLocks noGrp="1"/>
          </p:cNvSpPr>
          <p:nvPr>
            <p:ph type="pic" idx="5"/>
          </p:nvPr>
        </p:nvSpPr>
        <p:spPr>
          <a:xfrm>
            <a:off x="479425" y="1624013"/>
            <a:ext cx="3406775" cy="4395788"/>
          </a:xfrm>
          <a:prstGeom prst="rect">
            <a:avLst/>
          </a:prstGeom>
          <a:solidFill>
            <a:schemeClr val="lt2"/>
          </a:solidFill>
          <a:ln>
            <a:noFill/>
          </a:ln>
        </p:spPr>
      </p:sp>
      <p:sp>
        <p:nvSpPr>
          <p:cNvPr id="265" name="Google Shape;265;p100"/>
          <p:cNvSpPr txBox="1">
            <a:spLocks noGrp="1"/>
          </p:cNvSpPr>
          <p:nvPr>
            <p:ph type="body" idx="6"/>
          </p:nvPr>
        </p:nvSpPr>
        <p:spPr>
          <a:xfrm>
            <a:off x="495300"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80884201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3_Two Content Image">
  <p:cSld name="3_Two Content Image">
    <p:spTree>
      <p:nvGrpSpPr>
        <p:cNvPr id="1" name="Shape 266"/>
        <p:cNvGrpSpPr/>
        <p:nvPr/>
      </p:nvGrpSpPr>
      <p:grpSpPr>
        <a:xfrm>
          <a:off x="0" y="0"/>
          <a:ext cx="0" cy="0"/>
          <a:chOff x="0" y="0"/>
          <a:chExt cx="0" cy="0"/>
        </a:xfrm>
      </p:grpSpPr>
      <p:sp>
        <p:nvSpPr>
          <p:cNvPr id="267" name="Google Shape;267;p101"/>
          <p:cNvSpPr txBox="1">
            <a:spLocks noGrp="1"/>
          </p:cNvSpPr>
          <p:nvPr>
            <p:ph type="body" idx="1"/>
          </p:nvPr>
        </p:nvSpPr>
        <p:spPr>
          <a:xfrm>
            <a:off x="479426" y="1627200"/>
            <a:ext cx="2288488"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68" name="Google Shape;268;p10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69" name="Google Shape;269;p101"/>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0" name="Google Shape;270;p101"/>
          <p:cNvSpPr>
            <a:spLocks noGrp="1"/>
          </p:cNvSpPr>
          <p:nvPr>
            <p:ph type="pic" idx="2"/>
          </p:nvPr>
        </p:nvSpPr>
        <p:spPr>
          <a:xfrm>
            <a:off x="3121134" y="1627200"/>
            <a:ext cx="4111160" cy="2055114"/>
          </a:xfrm>
          <a:prstGeom prst="rect">
            <a:avLst/>
          </a:prstGeom>
          <a:solidFill>
            <a:schemeClr val="lt2"/>
          </a:solidFill>
          <a:ln>
            <a:noFill/>
          </a:ln>
        </p:spPr>
      </p:sp>
      <p:sp>
        <p:nvSpPr>
          <p:cNvPr id="271" name="Google Shape;271;p101"/>
          <p:cNvSpPr>
            <a:spLocks noGrp="1"/>
          </p:cNvSpPr>
          <p:nvPr>
            <p:ph type="pic" idx="3"/>
          </p:nvPr>
        </p:nvSpPr>
        <p:spPr>
          <a:xfrm>
            <a:off x="7585514" y="1627200"/>
            <a:ext cx="4111160" cy="2055114"/>
          </a:xfrm>
          <a:prstGeom prst="rect">
            <a:avLst/>
          </a:prstGeom>
          <a:solidFill>
            <a:schemeClr val="lt2"/>
          </a:solidFill>
          <a:ln>
            <a:noFill/>
          </a:ln>
        </p:spPr>
      </p:sp>
      <p:sp>
        <p:nvSpPr>
          <p:cNvPr id="272" name="Google Shape;272;p101"/>
          <p:cNvSpPr>
            <a:spLocks noGrp="1"/>
          </p:cNvSpPr>
          <p:nvPr>
            <p:ph type="pic" idx="4"/>
          </p:nvPr>
        </p:nvSpPr>
        <p:spPr>
          <a:xfrm>
            <a:off x="3121134" y="4003662"/>
            <a:ext cx="4111160" cy="2019059"/>
          </a:xfrm>
          <a:prstGeom prst="rect">
            <a:avLst/>
          </a:prstGeom>
          <a:solidFill>
            <a:schemeClr val="lt2"/>
          </a:solidFill>
          <a:ln>
            <a:noFill/>
          </a:ln>
        </p:spPr>
      </p:sp>
      <p:sp>
        <p:nvSpPr>
          <p:cNvPr id="273" name="Google Shape;273;p101"/>
          <p:cNvSpPr>
            <a:spLocks noGrp="1"/>
          </p:cNvSpPr>
          <p:nvPr>
            <p:ph type="pic" idx="5"/>
          </p:nvPr>
        </p:nvSpPr>
        <p:spPr>
          <a:xfrm>
            <a:off x="7585514" y="4003662"/>
            <a:ext cx="4111160" cy="2019059"/>
          </a:xfrm>
          <a:prstGeom prst="rect">
            <a:avLst/>
          </a:prstGeom>
          <a:solidFill>
            <a:schemeClr val="lt2"/>
          </a:solidFill>
          <a:ln>
            <a:noFill/>
          </a:ln>
        </p:spPr>
      </p:sp>
      <p:sp>
        <p:nvSpPr>
          <p:cNvPr id="274" name="Google Shape;274;p101"/>
          <p:cNvSpPr txBox="1">
            <a:spLocks noGrp="1"/>
          </p:cNvSpPr>
          <p:nvPr>
            <p:ph type="body" idx="6"/>
          </p:nvPr>
        </p:nvSpPr>
        <p:spPr>
          <a:xfrm>
            <a:off x="7585514" y="573367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75" name="Google Shape;275;p101"/>
          <p:cNvSpPr txBox="1">
            <a:spLocks noGrp="1"/>
          </p:cNvSpPr>
          <p:nvPr>
            <p:ph type="body" idx="7"/>
          </p:nvPr>
        </p:nvSpPr>
        <p:spPr>
          <a:xfrm>
            <a:off x="3121134" y="5730752"/>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76" name="Google Shape;276;p101"/>
          <p:cNvSpPr txBox="1">
            <a:spLocks noGrp="1"/>
          </p:cNvSpPr>
          <p:nvPr>
            <p:ph type="body" idx="8"/>
          </p:nvPr>
        </p:nvSpPr>
        <p:spPr>
          <a:xfrm>
            <a:off x="3121134"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77" name="Google Shape;277;p101"/>
          <p:cNvSpPr txBox="1">
            <a:spLocks noGrp="1"/>
          </p:cNvSpPr>
          <p:nvPr>
            <p:ph type="body" idx="9"/>
          </p:nvPr>
        </p:nvSpPr>
        <p:spPr>
          <a:xfrm>
            <a:off x="7585514"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37302195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7_Two Content Image">
  <p:cSld name="7_Two Content Image">
    <p:spTree>
      <p:nvGrpSpPr>
        <p:cNvPr id="1" name="Shape 278"/>
        <p:cNvGrpSpPr/>
        <p:nvPr/>
      </p:nvGrpSpPr>
      <p:grpSpPr>
        <a:xfrm>
          <a:off x="0" y="0"/>
          <a:ext cx="0" cy="0"/>
          <a:chOff x="0" y="0"/>
          <a:chExt cx="0" cy="0"/>
        </a:xfrm>
      </p:grpSpPr>
      <p:sp>
        <p:nvSpPr>
          <p:cNvPr id="279" name="Google Shape;279;p102"/>
          <p:cNvSpPr txBox="1">
            <a:spLocks noGrp="1"/>
          </p:cNvSpPr>
          <p:nvPr>
            <p:ph type="body" idx="1"/>
          </p:nvPr>
        </p:nvSpPr>
        <p:spPr>
          <a:xfrm>
            <a:off x="479426" y="1627200"/>
            <a:ext cx="2288488"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80" name="Google Shape;280;p102"/>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81" name="Google Shape;281;p102"/>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102"/>
          <p:cNvSpPr>
            <a:spLocks noGrp="1"/>
          </p:cNvSpPr>
          <p:nvPr>
            <p:ph type="pic" idx="2"/>
          </p:nvPr>
        </p:nvSpPr>
        <p:spPr>
          <a:xfrm>
            <a:off x="3155085" y="1627200"/>
            <a:ext cx="2590799" cy="2055114"/>
          </a:xfrm>
          <a:prstGeom prst="rect">
            <a:avLst/>
          </a:prstGeom>
          <a:solidFill>
            <a:schemeClr val="lt2"/>
          </a:solidFill>
          <a:ln>
            <a:noFill/>
          </a:ln>
        </p:spPr>
      </p:sp>
      <p:sp>
        <p:nvSpPr>
          <p:cNvPr id="283" name="Google Shape;283;p102"/>
          <p:cNvSpPr>
            <a:spLocks noGrp="1"/>
          </p:cNvSpPr>
          <p:nvPr>
            <p:ph type="pic" idx="3"/>
          </p:nvPr>
        </p:nvSpPr>
        <p:spPr>
          <a:xfrm>
            <a:off x="6127313" y="1627200"/>
            <a:ext cx="2590799" cy="2055114"/>
          </a:xfrm>
          <a:prstGeom prst="rect">
            <a:avLst/>
          </a:prstGeom>
          <a:solidFill>
            <a:schemeClr val="lt2"/>
          </a:solidFill>
          <a:ln>
            <a:noFill/>
          </a:ln>
        </p:spPr>
      </p:sp>
      <p:sp>
        <p:nvSpPr>
          <p:cNvPr id="284" name="Google Shape;284;p102"/>
          <p:cNvSpPr>
            <a:spLocks noGrp="1"/>
          </p:cNvSpPr>
          <p:nvPr>
            <p:ph type="pic" idx="4"/>
          </p:nvPr>
        </p:nvSpPr>
        <p:spPr>
          <a:xfrm>
            <a:off x="9105874" y="1627200"/>
            <a:ext cx="2590799" cy="2055114"/>
          </a:xfrm>
          <a:prstGeom prst="rect">
            <a:avLst/>
          </a:prstGeom>
          <a:solidFill>
            <a:schemeClr val="lt2"/>
          </a:solidFill>
          <a:ln>
            <a:noFill/>
          </a:ln>
        </p:spPr>
      </p:sp>
      <p:sp>
        <p:nvSpPr>
          <p:cNvPr id="285" name="Google Shape;285;p102"/>
          <p:cNvSpPr>
            <a:spLocks noGrp="1"/>
          </p:cNvSpPr>
          <p:nvPr>
            <p:ph type="pic" idx="5"/>
          </p:nvPr>
        </p:nvSpPr>
        <p:spPr>
          <a:xfrm>
            <a:off x="3155085" y="4003662"/>
            <a:ext cx="2590799" cy="2019059"/>
          </a:xfrm>
          <a:prstGeom prst="rect">
            <a:avLst/>
          </a:prstGeom>
          <a:solidFill>
            <a:schemeClr val="lt2"/>
          </a:solidFill>
          <a:ln>
            <a:noFill/>
          </a:ln>
        </p:spPr>
      </p:sp>
      <p:sp>
        <p:nvSpPr>
          <p:cNvPr id="286" name="Google Shape;286;p102"/>
          <p:cNvSpPr>
            <a:spLocks noGrp="1"/>
          </p:cNvSpPr>
          <p:nvPr>
            <p:ph type="pic" idx="6"/>
          </p:nvPr>
        </p:nvSpPr>
        <p:spPr>
          <a:xfrm>
            <a:off x="6127313" y="4003662"/>
            <a:ext cx="2590799" cy="2019059"/>
          </a:xfrm>
          <a:prstGeom prst="rect">
            <a:avLst/>
          </a:prstGeom>
          <a:solidFill>
            <a:schemeClr val="lt2"/>
          </a:solidFill>
          <a:ln>
            <a:noFill/>
          </a:ln>
        </p:spPr>
      </p:sp>
      <p:sp>
        <p:nvSpPr>
          <p:cNvPr id="287" name="Google Shape;287;p102"/>
          <p:cNvSpPr>
            <a:spLocks noGrp="1"/>
          </p:cNvSpPr>
          <p:nvPr>
            <p:ph type="pic" idx="7"/>
          </p:nvPr>
        </p:nvSpPr>
        <p:spPr>
          <a:xfrm>
            <a:off x="9105874" y="4003662"/>
            <a:ext cx="2590799" cy="2019059"/>
          </a:xfrm>
          <a:prstGeom prst="rect">
            <a:avLst/>
          </a:prstGeom>
          <a:solidFill>
            <a:schemeClr val="lt2"/>
          </a:solidFill>
          <a:ln>
            <a:noFill/>
          </a:ln>
        </p:spPr>
      </p:sp>
      <p:sp>
        <p:nvSpPr>
          <p:cNvPr id="288" name="Google Shape;288;p102"/>
          <p:cNvSpPr txBox="1">
            <a:spLocks noGrp="1"/>
          </p:cNvSpPr>
          <p:nvPr>
            <p:ph type="body" idx="8"/>
          </p:nvPr>
        </p:nvSpPr>
        <p:spPr>
          <a:xfrm>
            <a:off x="3155085" y="5730752"/>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89" name="Google Shape;289;p102"/>
          <p:cNvSpPr txBox="1">
            <a:spLocks noGrp="1"/>
          </p:cNvSpPr>
          <p:nvPr>
            <p:ph type="body" idx="9"/>
          </p:nvPr>
        </p:nvSpPr>
        <p:spPr>
          <a:xfrm>
            <a:off x="3155085"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0" name="Google Shape;290;p102"/>
          <p:cNvSpPr txBox="1">
            <a:spLocks noGrp="1"/>
          </p:cNvSpPr>
          <p:nvPr>
            <p:ph type="body" idx="13"/>
          </p:nvPr>
        </p:nvSpPr>
        <p:spPr>
          <a:xfrm>
            <a:off x="9105874" y="573367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1" name="Google Shape;291;p102"/>
          <p:cNvSpPr txBox="1">
            <a:spLocks noGrp="1"/>
          </p:cNvSpPr>
          <p:nvPr>
            <p:ph type="body" idx="14"/>
          </p:nvPr>
        </p:nvSpPr>
        <p:spPr>
          <a:xfrm>
            <a:off x="6127313" y="5730752"/>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2" name="Google Shape;292;p102"/>
          <p:cNvSpPr txBox="1">
            <a:spLocks noGrp="1"/>
          </p:cNvSpPr>
          <p:nvPr>
            <p:ph type="body" idx="15"/>
          </p:nvPr>
        </p:nvSpPr>
        <p:spPr>
          <a:xfrm>
            <a:off x="6127313"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3" name="Google Shape;293;p102"/>
          <p:cNvSpPr txBox="1">
            <a:spLocks noGrp="1"/>
          </p:cNvSpPr>
          <p:nvPr>
            <p:ph type="body" idx="16"/>
          </p:nvPr>
        </p:nvSpPr>
        <p:spPr>
          <a:xfrm>
            <a:off x="9105874"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539345926"/>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5_Two Content Image">
  <p:cSld name="5_Two Content Image">
    <p:spTree>
      <p:nvGrpSpPr>
        <p:cNvPr id="1" name="Shape 294"/>
        <p:cNvGrpSpPr/>
        <p:nvPr/>
      </p:nvGrpSpPr>
      <p:grpSpPr>
        <a:xfrm>
          <a:off x="0" y="0"/>
          <a:ext cx="0" cy="0"/>
          <a:chOff x="0" y="0"/>
          <a:chExt cx="0" cy="0"/>
        </a:xfrm>
      </p:grpSpPr>
      <p:sp>
        <p:nvSpPr>
          <p:cNvPr id="295" name="Google Shape;295;p10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96" name="Google Shape;296;p103"/>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7" name="Google Shape;297;p103"/>
          <p:cNvSpPr>
            <a:spLocks noGrp="1"/>
          </p:cNvSpPr>
          <p:nvPr>
            <p:ph type="pic" idx="2"/>
          </p:nvPr>
        </p:nvSpPr>
        <p:spPr>
          <a:xfrm>
            <a:off x="3527756" y="1627200"/>
            <a:ext cx="1199108" cy="1199108"/>
          </a:xfrm>
          <a:prstGeom prst="ellipse">
            <a:avLst/>
          </a:prstGeom>
          <a:solidFill>
            <a:schemeClr val="lt2"/>
          </a:solidFill>
          <a:ln>
            <a:noFill/>
          </a:ln>
        </p:spPr>
      </p:sp>
      <p:sp>
        <p:nvSpPr>
          <p:cNvPr id="298" name="Google Shape;298;p103"/>
          <p:cNvSpPr txBox="1">
            <a:spLocks noGrp="1"/>
          </p:cNvSpPr>
          <p:nvPr>
            <p:ph type="body" idx="1"/>
          </p:nvPr>
        </p:nvSpPr>
        <p:spPr>
          <a:xfrm>
            <a:off x="3286645"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9" name="Google Shape;299;p103"/>
          <p:cNvSpPr txBox="1">
            <a:spLocks noGrp="1"/>
          </p:cNvSpPr>
          <p:nvPr>
            <p:ph type="body" idx="3"/>
          </p:nvPr>
        </p:nvSpPr>
        <p:spPr>
          <a:xfrm>
            <a:off x="3286645"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0" name="Google Shape;300;p103"/>
          <p:cNvSpPr>
            <a:spLocks noGrp="1"/>
          </p:cNvSpPr>
          <p:nvPr>
            <p:ph type="pic" idx="4"/>
          </p:nvPr>
        </p:nvSpPr>
        <p:spPr>
          <a:xfrm>
            <a:off x="5739161" y="1627200"/>
            <a:ext cx="1199108" cy="1199108"/>
          </a:xfrm>
          <a:prstGeom prst="ellipse">
            <a:avLst/>
          </a:prstGeom>
          <a:solidFill>
            <a:schemeClr val="lt2"/>
          </a:solidFill>
          <a:ln>
            <a:noFill/>
          </a:ln>
        </p:spPr>
      </p:sp>
      <p:sp>
        <p:nvSpPr>
          <p:cNvPr id="301" name="Google Shape;301;p103"/>
          <p:cNvSpPr txBox="1">
            <a:spLocks noGrp="1"/>
          </p:cNvSpPr>
          <p:nvPr>
            <p:ph type="body" idx="5"/>
          </p:nvPr>
        </p:nvSpPr>
        <p:spPr>
          <a:xfrm>
            <a:off x="5498050"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2" name="Google Shape;302;p103"/>
          <p:cNvSpPr txBox="1">
            <a:spLocks noGrp="1"/>
          </p:cNvSpPr>
          <p:nvPr>
            <p:ph type="body" idx="6"/>
          </p:nvPr>
        </p:nvSpPr>
        <p:spPr>
          <a:xfrm>
            <a:off x="5498050"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3" name="Google Shape;303;p103"/>
          <p:cNvSpPr>
            <a:spLocks noGrp="1"/>
          </p:cNvSpPr>
          <p:nvPr>
            <p:ph type="pic" idx="7"/>
          </p:nvPr>
        </p:nvSpPr>
        <p:spPr>
          <a:xfrm>
            <a:off x="7950566" y="1627200"/>
            <a:ext cx="1199108" cy="1199108"/>
          </a:xfrm>
          <a:prstGeom prst="ellipse">
            <a:avLst/>
          </a:prstGeom>
          <a:solidFill>
            <a:schemeClr val="lt2"/>
          </a:solidFill>
          <a:ln>
            <a:noFill/>
          </a:ln>
        </p:spPr>
      </p:sp>
      <p:sp>
        <p:nvSpPr>
          <p:cNvPr id="304" name="Google Shape;304;p103"/>
          <p:cNvSpPr txBox="1">
            <a:spLocks noGrp="1"/>
          </p:cNvSpPr>
          <p:nvPr>
            <p:ph type="body" idx="8"/>
          </p:nvPr>
        </p:nvSpPr>
        <p:spPr>
          <a:xfrm>
            <a:off x="7709455"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5" name="Google Shape;305;p103"/>
          <p:cNvSpPr txBox="1">
            <a:spLocks noGrp="1"/>
          </p:cNvSpPr>
          <p:nvPr>
            <p:ph type="body" idx="9"/>
          </p:nvPr>
        </p:nvSpPr>
        <p:spPr>
          <a:xfrm>
            <a:off x="7709455"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6" name="Google Shape;306;p103"/>
          <p:cNvSpPr>
            <a:spLocks noGrp="1"/>
          </p:cNvSpPr>
          <p:nvPr>
            <p:ph type="pic" idx="13"/>
          </p:nvPr>
        </p:nvSpPr>
        <p:spPr>
          <a:xfrm>
            <a:off x="10161972" y="1627200"/>
            <a:ext cx="1199108" cy="1199108"/>
          </a:xfrm>
          <a:prstGeom prst="ellipse">
            <a:avLst/>
          </a:prstGeom>
          <a:solidFill>
            <a:schemeClr val="lt2"/>
          </a:solidFill>
          <a:ln>
            <a:noFill/>
          </a:ln>
        </p:spPr>
      </p:sp>
      <p:sp>
        <p:nvSpPr>
          <p:cNvPr id="307" name="Google Shape;307;p103"/>
          <p:cNvSpPr txBox="1">
            <a:spLocks noGrp="1"/>
          </p:cNvSpPr>
          <p:nvPr>
            <p:ph type="body" idx="14"/>
          </p:nvPr>
        </p:nvSpPr>
        <p:spPr>
          <a:xfrm>
            <a:off x="9920861"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8" name="Google Shape;308;p103"/>
          <p:cNvSpPr txBox="1">
            <a:spLocks noGrp="1"/>
          </p:cNvSpPr>
          <p:nvPr>
            <p:ph type="body" idx="15"/>
          </p:nvPr>
        </p:nvSpPr>
        <p:spPr>
          <a:xfrm>
            <a:off x="9920861"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9" name="Google Shape;309;p103"/>
          <p:cNvSpPr txBox="1">
            <a:spLocks noGrp="1"/>
          </p:cNvSpPr>
          <p:nvPr>
            <p:ph type="body" idx="16"/>
          </p:nvPr>
        </p:nvSpPr>
        <p:spPr>
          <a:xfrm>
            <a:off x="479426" y="1627200"/>
            <a:ext cx="2352984"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0" name="Google Shape;310;p103"/>
          <p:cNvSpPr>
            <a:spLocks noGrp="1"/>
          </p:cNvSpPr>
          <p:nvPr>
            <p:ph type="pic" idx="17"/>
          </p:nvPr>
        </p:nvSpPr>
        <p:spPr>
          <a:xfrm>
            <a:off x="3527756" y="3918195"/>
            <a:ext cx="1199108" cy="1199108"/>
          </a:xfrm>
          <a:prstGeom prst="ellipse">
            <a:avLst/>
          </a:prstGeom>
          <a:solidFill>
            <a:schemeClr val="lt2"/>
          </a:solidFill>
          <a:ln>
            <a:noFill/>
          </a:ln>
        </p:spPr>
      </p:sp>
      <p:sp>
        <p:nvSpPr>
          <p:cNvPr id="311" name="Google Shape;311;p103"/>
          <p:cNvSpPr txBox="1">
            <a:spLocks noGrp="1"/>
          </p:cNvSpPr>
          <p:nvPr>
            <p:ph type="body" idx="18"/>
          </p:nvPr>
        </p:nvSpPr>
        <p:spPr>
          <a:xfrm>
            <a:off x="3286645"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2" name="Google Shape;312;p103"/>
          <p:cNvSpPr txBox="1">
            <a:spLocks noGrp="1"/>
          </p:cNvSpPr>
          <p:nvPr>
            <p:ph type="body" idx="19"/>
          </p:nvPr>
        </p:nvSpPr>
        <p:spPr>
          <a:xfrm>
            <a:off x="3286645"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3" name="Google Shape;313;p103"/>
          <p:cNvSpPr>
            <a:spLocks noGrp="1"/>
          </p:cNvSpPr>
          <p:nvPr>
            <p:ph type="pic" idx="20"/>
          </p:nvPr>
        </p:nvSpPr>
        <p:spPr>
          <a:xfrm>
            <a:off x="5739161" y="3918195"/>
            <a:ext cx="1199108" cy="1199108"/>
          </a:xfrm>
          <a:prstGeom prst="ellipse">
            <a:avLst/>
          </a:prstGeom>
          <a:solidFill>
            <a:schemeClr val="lt2"/>
          </a:solidFill>
          <a:ln>
            <a:noFill/>
          </a:ln>
        </p:spPr>
      </p:sp>
      <p:sp>
        <p:nvSpPr>
          <p:cNvPr id="314" name="Google Shape;314;p103"/>
          <p:cNvSpPr txBox="1">
            <a:spLocks noGrp="1"/>
          </p:cNvSpPr>
          <p:nvPr>
            <p:ph type="body" idx="21"/>
          </p:nvPr>
        </p:nvSpPr>
        <p:spPr>
          <a:xfrm>
            <a:off x="5498050"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5" name="Google Shape;315;p103"/>
          <p:cNvSpPr txBox="1">
            <a:spLocks noGrp="1"/>
          </p:cNvSpPr>
          <p:nvPr>
            <p:ph type="body" idx="22"/>
          </p:nvPr>
        </p:nvSpPr>
        <p:spPr>
          <a:xfrm>
            <a:off x="5498050"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6" name="Google Shape;316;p103"/>
          <p:cNvSpPr>
            <a:spLocks noGrp="1"/>
          </p:cNvSpPr>
          <p:nvPr>
            <p:ph type="pic" idx="23"/>
          </p:nvPr>
        </p:nvSpPr>
        <p:spPr>
          <a:xfrm>
            <a:off x="7950566" y="3918195"/>
            <a:ext cx="1199108" cy="1199108"/>
          </a:xfrm>
          <a:prstGeom prst="ellipse">
            <a:avLst/>
          </a:prstGeom>
          <a:solidFill>
            <a:schemeClr val="lt2"/>
          </a:solidFill>
          <a:ln>
            <a:noFill/>
          </a:ln>
        </p:spPr>
      </p:sp>
      <p:sp>
        <p:nvSpPr>
          <p:cNvPr id="317" name="Google Shape;317;p103"/>
          <p:cNvSpPr txBox="1">
            <a:spLocks noGrp="1"/>
          </p:cNvSpPr>
          <p:nvPr>
            <p:ph type="body" idx="24"/>
          </p:nvPr>
        </p:nvSpPr>
        <p:spPr>
          <a:xfrm>
            <a:off x="7709455"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8" name="Google Shape;318;p103"/>
          <p:cNvSpPr txBox="1">
            <a:spLocks noGrp="1"/>
          </p:cNvSpPr>
          <p:nvPr>
            <p:ph type="body" idx="25"/>
          </p:nvPr>
        </p:nvSpPr>
        <p:spPr>
          <a:xfrm>
            <a:off x="7709455"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9" name="Google Shape;319;p103"/>
          <p:cNvSpPr>
            <a:spLocks noGrp="1"/>
          </p:cNvSpPr>
          <p:nvPr>
            <p:ph type="pic" idx="26"/>
          </p:nvPr>
        </p:nvSpPr>
        <p:spPr>
          <a:xfrm>
            <a:off x="10161972" y="3918195"/>
            <a:ext cx="1199108" cy="1199108"/>
          </a:xfrm>
          <a:prstGeom prst="ellipse">
            <a:avLst/>
          </a:prstGeom>
          <a:solidFill>
            <a:schemeClr val="lt2"/>
          </a:solidFill>
          <a:ln>
            <a:noFill/>
          </a:ln>
        </p:spPr>
      </p:sp>
      <p:sp>
        <p:nvSpPr>
          <p:cNvPr id="320" name="Google Shape;320;p103"/>
          <p:cNvSpPr txBox="1">
            <a:spLocks noGrp="1"/>
          </p:cNvSpPr>
          <p:nvPr>
            <p:ph type="body" idx="27"/>
          </p:nvPr>
        </p:nvSpPr>
        <p:spPr>
          <a:xfrm>
            <a:off x="9920861"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21" name="Google Shape;321;p103"/>
          <p:cNvSpPr txBox="1">
            <a:spLocks noGrp="1"/>
          </p:cNvSpPr>
          <p:nvPr>
            <p:ph type="body" idx="28"/>
          </p:nvPr>
        </p:nvSpPr>
        <p:spPr>
          <a:xfrm>
            <a:off x="9920861"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9607926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6_Two Content Image">
  <p:cSld name="6_Two Content Image">
    <p:spTree>
      <p:nvGrpSpPr>
        <p:cNvPr id="1" name="Shape 322"/>
        <p:cNvGrpSpPr/>
        <p:nvPr/>
      </p:nvGrpSpPr>
      <p:grpSpPr>
        <a:xfrm>
          <a:off x="0" y="0"/>
          <a:ext cx="0" cy="0"/>
          <a:chOff x="0" y="0"/>
          <a:chExt cx="0" cy="0"/>
        </a:xfrm>
      </p:grpSpPr>
      <p:sp>
        <p:nvSpPr>
          <p:cNvPr id="323" name="Google Shape;323;p10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24" name="Google Shape;324;p104"/>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5" name="Google Shape;325;p104"/>
          <p:cNvSpPr>
            <a:spLocks noGrp="1"/>
          </p:cNvSpPr>
          <p:nvPr>
            <p:ph type="pic" idx="2"/>
          </p:nvPr>
        </p:nvSpPr>
        <p:spPr>
          <a:xfrm>
            <a:off x="2166357" y="1627200"/>
            <a:ext cx="1199108" cy="1199108"/>
          </a:xfrm>
          <a:prstGeom prst="ellipse">
            <a:avLst/>
          </a:prstGeom>
          <a:solidFill>
            <a:schemeClr val="lt2"/>
          </a:solidFill>
          <a:ln>
            <a:noFill/>
          </a:ln>
        </p:spPr>
      </p:sp>
      <p:sp>
        <p:nvSpPr>
          <p:cNvPr id="326" name="Google Shape;326;p104"/>
          <p:cNvSpPr txBox="1">
            <a:spLocks noGrp="1"/>
          </p:cNvSpPr>
          <p:nvPr>
            <p:ph type="body" idx="1"/>
          </p:nvPr>
        </p:nvSpPr>
        <p:spPr>
          <a:xfrm>
            <a:off x="1925246"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27" name="Google Shape;327;p104"/>
          <p:cNvSpPr txBox="1">
            <a:spLocks noGrp="1"/>
          </p:cNvSpPr>
          <p:nvPr>
            <p:ph type="body" idx="3"/>
          </p:nvPr>
        </p:nvSpPr>
        <p:spPr>
          <a:xfrm>
            <a:off x="1925246"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28" name="Google Shape;328;p104"/>
          <p:cNvSpPr>
            <a:spLocks noGrp="1"/>
          </p:cNvSpPr>
          <p:nvPr>
            <p:ph type="pic" idx="4"/>
          </p:nvPr>
        </p:nvSpPr>
        <p:spPr>
          <a:xfrm>
            <a:off x="4377762" y="1627200"/>
            <a:ext cx="1199108" cy="1199108"/>
          </a:xfrm>
          <a:prstGeom prst="ellipse">
            <a:avLst/>
          </a:prstGeom>
          <a:solidFill>
            <a:schemeClr val="lt2"/>
          </a:solidFill>
          <a:ln>
            <a:noFill/>
          </a:ln>
        </p:spPr>
      </p:sp>
      <p:sp>
        <p:nvSpPr>
          <p:cNvPr id="329" name="Google Shape;329;p104"/>
          <p:cNvSpPr txBox="1">
            <a:spLocks noGrp="1"/>
          </p:cNvSpPr>
          <p:nvPr>
            <p:ph type="body" idx="5"/>
          </p:nvPr>
        </p:nvSpPr>
        <p:spPr>
          <a:xfrm>
            <a:off x="4136651"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0" name="Google Shape;330;p104"/>
          <p:cNvSpPr txBox="1">
            <a:spLocks noGrp="1"/>
          </p:cNvSpPr>
          <p:nvPr>
            <p:ph type="body" idx="6"/>
          </p:nvPr>
        </p:nvSpPr>
        <p:spPr>
          <a:xfrm>
            <a:off x="4136651"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1" name="Google Shape;331;p104"/>
          <p:cNvSpPr>
            <a:spLocks noGrp="1"/>
          </p:cNvSpPr>
          <p:nvPr>
            <p:ph type="pic" idx="7"/>
          </p:nvPr>
        </p:nvSpPr>
        <p:spPr>
          <a:xfrm>
            <a:off x="6589167" y="1627200"/>
            <a:ext cx="1199108" cy="1199108"/>
          </a:xfrm>
          <a:prstGeom prst="ellipse">
            <a:avLst/>
          </a:prstGeom>
          <a:solidFill>
            <a:schemeClr val="lt2"/>
          </a:solidFill>
          <a:ln>
            <a:noFill/>
          </a:ln>
        </p:spPr>
      </p:sp>
      <p:sp>
        <p:nvSpPr>
          <p:cNvPr id="332" name="Google Shape;332;p104"/>
          <p:cNvSpPr txBox="1">
            <a:spLocks noGrp="1"/>
          </p:cNvSpPr>
          <p:nvPr>
            <p:ph type="body" idx="8"/>
          </p:nvPr>
        </p:nvSpPr>
        <p:spPr>
          <a:xfrm>
            <a:off x="6348056"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3" name="Google Shape;333;p104"/>
          <p:cNvSpPr txBox="1">
            <a:spLocks noGrp="1"/>
          </p:cNvSpPr>
          <p:nvPr>
            <p:ph type="body" idx="9"/>
          </p:nvPr>
        </p:nvSpPr>
        <p:spPr>
          <a:xfrm>
            <a:off x="6348056"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4" name="Google Shape;334;p104"/>
          <p:cNvSpPr>
            <a:spLocks noGrp="1"/>
          </p:cNvSpPr>
          <p:nvPr>
            <p:ph type="pic" idx="13"/>
          </p:nvPr>
        </p:nvSpPr>
        <p:spPr>
          <a:xfrm>
            <a:off x="8800573" y="1627200"/>
            <a:ext cx="1199108" cy="1199108"/>
          </a:xfrm>
          <a:prstGeom prst="ellipse">
            <a:avLst/>
          </a:prstGeom>
          <a:solidFill>
            <a:schemeClr val="lt2"/>
          </a:solidFill>
          <a:ln>
            <a:noFill/>
          </a:ln>
        </p:spPr>
      </p:sp>
      <p:sp>
        <p:nvSpPr>
          <p:cNvPr id="335" name="Google Shape;335;p104"/>
          <p:cNvSpPr txBox="1">
            <a:spLocks noGrp="1"/>
          </p:cNvSpPr>
          <p:nvPr>
            <p:ph type="body" idx="14"/>
          </p:nvPr>
        </p:nvSpPr>
        <p:spPr>
          <a:xfrm>
            <a:off x="8559462"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6" name="Google Shape;336;p104"/>
          <p:cNvSpPr txBox="1">
            <a:spLocks noGrp="1"/>
          </p:cNvSpPr>
          <p:nvPr>
            <p:ph type="body" idx="15"/>
          </p:nvPr>
        </p:nvSpPr>
        <p:spPr>
          <a:xfrm>
            <a:off x="8559462"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7" name="Google Shape;337;p104"/>
          <p:cNvSpPr>
            <a:spLocks noGrp="1"/>
          </p:cNvSpPr>
          <p:nvPr>
            <p:ph type="pic" idx="16"/>
          </p:nvPr>
        </p:nvSpPr>
        <p:spPr>
          <a:xfrm>
            <a:off x="2166357" y="3918195"/>
            <a:ext cx="1199108" cy="1199108"/>
          </a:xfrm>
          <a:prstGeom prst="ellipse">
            <a:avLst/>
          </a:prstGeom>
          <a:solidFill>
            <a:schemeClr val="lt2"/>
          </a:solidFill>
          <a:ln>
            <a:noFill/>
          </a:ln>
        </p:spPr>
      </p:sp>
      <p:sp>
        <p:nvSpPr>
          <p:cNvPr id="338" name="Google Shape;338;p104"/>
          <p:cNvSpPr txBox="1">
            <a:spLocks noGrp="1"/>
          </p:cNvSpPr>
          <p:nvPr>
            <p:ph type="body" idx="17"/>
          </p:nvPr>
        </p:nvSpPr>
        <p:spPr>
          <a:xfrm>
            <a:off x="1925246"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9" name="Google Shape;339;p104"/>
          <p:cNvSpPr txBox="1">
            <a:spLocks noGrp="1"/>
          </p:cNvSpPr>
          <p:nvPr>
            <p:ph type="body" idx="18"/>
          </p:nvPr>
        </p:nvSpPr>
        <p:spPr>
          <a:xfrm>
            <a:off x="1925246"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0" name="Google Shape;340;p104"/>
          <p:cNvSpPr>
            <a:spLocks noGrp="1"/>
          </p:cNvSpPr>
          <p:nvPr>
            <p:ph type="pic" idx="19"/>
          </p:nvPr>
        </p:nvSpPr>
        <p:spPr>
          <a:xfrm>
            <a:off x="4377762" y="3918195"/>
            <a:ext cx="1199108" cy="1199108"/>
          </a:xfrm>
          <a:prstGeom prst="ellipse">
            <a:avLst/>
          </a:prstGeom>
          <a:solidFill>
            <a:schemeClr val="lt2"/>
          </a:solidFill>
          <a:ln>
            <a:noFill/>
          </a:ln>
        </p:spPr>
      </p:sp>
      <p:sp>
        <p:nvSpPr>
          <p:cNvPr id="341" name="Google Shape;341;p104"/>
          <p:cNvSpPr txBox="1">
            <a:spLocks noGrp="1"/>
          </p:cNvSpPr>
          <p:nvPr>
            <p:ph type="body" idx="20"/>
          </p:nvPr>
        </p:nvSpPr>
        <p:spPr>
          <a:xfrm>
            <a:off x="4136651"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2" name="Google Shape;342;p104"/>
          <p:cNvSpPr txBox="1">
            <a:spLocks noGrp="1"/>
          </p:cNvSpPr>
          <p:nvPr>
            <p:ph type="body" idx="21"/>
          </p:nvPr>
        </p:nvSpPr>
        <p:spPr>
          <a:xfrm>
            <a:off x="4136651"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3" name="Google Shape;343;p104"/>
          <p:cNvSpPr>
            <a:spLocks noGrp="1"/>
          </p:cNvSpPr>
          <p:nvPr>
            <p:ph type="pic" idx="22"/>
          </p:nvPr>
        </p:nvSpPr>
        <p:spPr>
          <a:xfrm>
            <a:off x="6589167" y="3918195"/>
            <a:ext cx="1199108" cy="1199108"/>
          </a:xfrm>
          <a:prstGeom prst="ellipse">
            <a:avLst/>
          </a:prstGeom>
          <a:solidFill>
            <a:schemeClr val="lt2"/>
          </a:solidFill>
          <a:ln>
            <a:noFill/>
          </a:ln>
        </p:spPr>
      </p:sp>
      <p:sp>
        <p:nvSpPr>
          <p:cNvPr id="344" name="Google Shape;344;p104"/>
          <p:cNvSpPr txBox="1">
            <a:spLocks noGrp="1"/>
          </p:cNvSpPr>
          <p:nvPr>
            <p:ph type="body" idx="23"/>
          </p:nvPr>
        </p:nvSpPr>
        <p:spPr>
          <a:xfrm>
            <a:off x="6348056"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5" name="Google Shape;345;p104"/>
          <p:cNvSpPr txBox="1">
            <a:spLocks noGrp="1"/>
          </p:cNvSpPr>
          <p:nvPr>
            <p:ph type="body" idx="24"/>
          </p:nvPr>
        </p:nvSpPr>
        <p:spPr>
          <a:xfrm>
            <a:off x="6348056"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6" name="Google Shape;346;p104"/>
          <p:cNvSpPr>
            <a:spLocks noGrp="1"/>
          </p:cNvSpPr>
          <p:nvPr>
            <p:ph type="pic" idx="25"/>
          </p:nvPr>
        </p:nvSpPr>
        <p:spPr>
          <a:xfrm>
            <a:off x="8800573" y="3918195"/>
            <a:ext cx="1199108" cy="1199108"/>
          </a:xfrm>
          <a:prstGeom prst="ellipse">
            <a:avLst/>
          </a:prstGeom>
          <a:solidFill>
            <a:schemeClr val="lt2"/>
          </a:solidFill>
          <a:ln>
            <a:noFill/>
          </a:ln>
        </p:spPr>
      </p:sp>
      <p:sp>
        <p:nvSpPr>
          <p:cNvPr id="347" name="Google Shape;347;p104"/>
          <p:cNvSpPr txBox="1">
            <a:spLocks noGrp="1"/>
          </p:cNvSpPr>
          <p:nvPr>
            <p:ph type="body" idx="26"/>
          </p:nvPr>
        </p:nvSpPr>
        <p:spPr>
          <a:xfrm>
            <a:off x="8559462"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8" name="Google Shape;348;p104"/>
          <p:cNvSpPr txBox="1">
            <a:spLocks noGrp="1"/>
          </p:cNvSpPr>
          <p:nvPr>
            <p:ph type="body" idx="27"/>
          </p:nvPr>
        </p:nvSpPr>
        <p:spPr>
          <a:xfrm>
            <a:off x="8559462"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20085869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matchingName="Two Content Image purple">
  <p:cSld name="Two Content Image purple">
    <p:bg>
      <p:bgPr>
        <a:solidFill>
          <a:schemeClr val="accent2"/>
        </a:solidFill>
        <a:effectLst/>
      </p:bgPr>
    </p:bg>
    <p:spTree>
      <p:nvGrpSpPr>
        <p:cNvPr id="1" name="Shape 349"/>
        <p:cNvGrpSpPr/>
        <p:nvPr/>
      </p:nvGrpSpPr>
      <p:grpSpPr>
        <a:xfrm>
          <a:off x="0" y="0"/>
          <a:ext cx="0" cy="0"/>
          <a:chOff x="0" y="0"/>
          <a:chExt cx="0" cy="0"/>
        </a:xfrm>
      </p:grpSpPr>
      <p:sp>
        <p:nvSpPr>
          <p:cNvPr id="350" name="Google Shape;350;p105"/>
          <p:cNvSpPr txBox="1"/>
          <p:nvPr/>
        </p:nvSpPr>
        <p:spPr>
          <a:xfrm>
            <a:off x="6096000" y="0"/>
            <a:ext cx="6096000" cy="6858000"/>
          </a:xfrm>
          <a:prstGeom prst="rect">
            <a:avLst/>
          </a:prstGeom>
          <a:solidFill>
            <a:srgbClr val="3F3F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DRAG &amp; DROP IMAGE</a:t>
            </a:r>
            <a:endParaRPr/>
          </a:p>
        </p:txBody>
      </p:sp>
      <p:sp>
        <p:nvSpPr>
          <p:cNvPr id="351" name="Google Shape;351;p105"/>
          <p:cNvSpPr txBox="1">
            <a:spLocks noGrp="1"/>
          </p:cNvSpPr>
          <p:nvPr>
            <p:ph type="title"/>
          </p:nvPr>
        </p:nvSpPr>
        <p:spPr>
          <a:xfrm>
            <a:off x="479425"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2" name="Google Shape;352;p105"/>
          <p:cNvSpPr txBox="1">
            <a:spLocks noGrp="1"/>
          </p:cNvSpPr>
          <p:nvPr>
            <p:ph type="body" idx="1"/>
          </p:nvPr>
        </p:nvSpPr>
        <p:spPr>
          <a:xfrm>
            <a:off x="479426"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lt1"/>
              </a:buClr>
              <a:buSzPts val="1600"/>
              <a:buNone/>
              <a:defRPr sz="1600">
                <a:solidFill>
                  <a:schemeClr val="lt1"/>
                </a:solidFill>
              </a:defRPr>
            </a:lvl1pPr>
            <a:lvl2pPr marL="914400" lvl="1" indent="-228600" algn="l">
              <a:lnSpc>
                <a:spcPct val="100000"/>
              </a:lnSpc>
              <a:spcBef>
                <a:spcPts val="600"/>
              </a:spcBef>
              <a:spcAft>
                <a:spcPts val="0"/>
              </a:spcAft>
              <a:buClr>
                <a:schemeClr val="lt1"/>
              </a:buClr>
              <a:buSzPts val="1600"/>
              <a:buNone/>
              <a:defRPr sz="1600">
                <a:solidFill>
                  <a:schemeClr val="lt1"/>
                </a:solidFill>
              </a:defRPr>
            </a:lvl2pPr>
            <a:lvl3pPr marL="1371600" lvl="2" indent="-330200" algn="l">
              <a:lnSpc>
                <a:spcPct val="100000"/>
              </a:lnSpc>
              <a:spcBef>
                <a:spcPts val="600"/>
              </a:spcBef>
              <a:spcAft>
                <a:spcPts val="0"/>
              </a:spcAft>
              <a:buSzPts val="1600"/>
              <a:buChar char="•"/>
              <a:defRPr sz="1600">
                <a:solidFill>
                  <a:schemeClr val="lt1"/>
                </a:solidFill>
              </a:defRPr>
            </a:lvl3pPr>
            <a:lvl4pPr marL="1828800" lvl="3" indent="-317500" algn="l">
              <a:lnSpc>
                <a:spcPct val="114285"/>
              </a:lnSpc>
              <a:spcBef>
                <a:spcPts val="1000"/>
              </a:spcBef>
              <a:spcAft>
                <a:spcPts val="0"/>
              </a:spcAft>
              <a:buClr>
                <a:schemeClr val="lt1"/>
              </a:buClr>
              <a:buSzPts val="1400"/>
              <a:buChar char="–"/>
              <a:defRPr sz="1400">
                <a:solidFill>
                  <a:schemeClr val="lt1"/>
                </a:solidFill>
              </a:defRPr>
            </a:lvl4pPr>
            <a:lvl5pPr marL="2286000" lvl="4" indent="-317500" algn="l">
              <a:lnSpc>
                <a:spcPct val="114285"/>
              </a:lnSpc>
              <a:spcBef>
                <a:spcPts val="600"/>
              </a:spcBef>
              <a:spcAft>
                <a:spcPts val="0"/>
              </a:spcAft>
              <a:buClr>
                <a:schemeClr val="lt1"/>
              </a:buClr>
              <a:buSzPts val="1400"/>
              <a:buChar char="–"/>
              <a:defRPr sz="1400">
                <a:solidFill>
                  <a:schemeClr val="lt1"/>
                </a:solidFill>
              </a:defRPr>
            </a:lvl5pPr>
            <a:lvl6pPr marL="2743200" lvl="5" indent="-317500" algn="l">
              <a:lnSpc>
                <a:spcPct val="114285"/>
              </a:lnSpc>
              <a:spcBef>
                <a:spcPts val="0"/>
              </a:spcBef>
              <a:spcAft>
                <a:spcPts val="0"/>
              </a:spcAft>
              <a:buClr>
                <a:schemeClr val="lt1"/>
              </a:buClr>
              <a:buSzPts val="1400"/>
              <a:buChar char="–"/>
              <a:defRPr sz="1400">
                <a:solidFill>
                  <a:schemeClr val="lt1"/>
                </a:solidFill>
              </a:defRPr>
            </a:lvl6pPr>
            <a:lvl7pPr marL="3200400" lvl="6" indent="-228600" algn="l">
              <a:lnSpc>
                <a:spcPct val="100000"/>
              </a:lnSpc>
              <a:spcBef>
                <a:spcPts val="1800"/>
              </a:spcBef>
              <a:spcAft>
                <a:spcPts val="0"/>
              </a:spcAft>
              <a:buClr>
                <a:schemeClr val="lt1"/>
              </a:buClr>
              <a:buSzPts val="1800"/>
              <a:buNone/>
              <a:defRPr/>
            </a:lvl7pPr>
            <a:lvl8pPr marL="3657600" lvl="7" indent="-342900" algn="l">
              <a:lnSpc>
                <a:spcPct val="100000"/>
              </a:lnSpc>
              <a:spcBef>
                <a:spcPts val="600"/>
              </a:spcBef>
              <a:spcAft>
                <a:spcPts val="0"/>
              </a:spcAft>
              <a:buClr>
                <a:schemeClr val="lt1"/>
              </a:buClr>
              <a:buSzPts val="1800"/>
              <a:buChar char="•"/>
              <a:defRPr/>
            </a:lvl8pPr>
            <a:lvl9pPr marL="4114800" lvl="8" indent="-342900" algn="l">
              <a:lnSpc>
                <a:spcPct val="100000"/>
              </a:lnSpc>
              <a:spcBef>
                <a:spcPts val="600"/>
              </a:spcBef>
              <a:spcAft>
                <a:spcPts val="0"/>
              </a:spcAft>
              <a:buClr>
                <a:schemeClr val="lt1"/>
              </a:buClr>
              <a:buSzPts val="1800"/>
              <a:buChar char="–"/>
              <a:defRPr/>
            </a:lvl9pPr>
          </a:lstStyle>
          <a:p>
            <a:endParaRPr/>
          </a:p>
        </p:txBody>
      </p:sp>
      <p:sp>
        <p:nvSpPr>
          <p:cNvPr id="353" name="Google Shape;353;p10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54" name="Google Shape;354;p105"/>
          <p:cNvPicPr preferRelativeResize="0"/>
          <p:nvPr/>
        </p:nvPicPr>
        <p:blipFill rotWithShape="1">
          <a:blip r:embed="rId2">
            <a:alphaModFix/>
          </a:blip>
          <a:srcRect/>
          <a:stretch/>
        </p:blipFill>
        <p:spPr>
          <a:xfrm>
            <a:off x="454025" y="6356100"/>
            <a:ext cx="862264" cy="272507"/>
          </a:xfrm>
          <a:prstGeom prst="rect">
            <a:avLst/>
          </a:prstGeom>
          <a:noFill/>
          <a:ln>
            <a:noFill/>
          </a:ln>
        </p:spPr>
      </p:pic>
    </p:spTree>
    <p:extLst>
      <p:ext uri="{BB962C8B-B14F-4D97-AF65-F5344CB8AC3E}">
        <p14:creationId xmlns:p14="http://schemas.microsoft.com/office/powerpoint/2010/main" val="95470331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8_Two Content">
  <p:cSld name="8_Two Content">
    <p:spTree>
      <p:nvGrpSpPr>
        <p:cNvPr id="1" name="Shape 361"/>
        <p:cNvGrpSpPr/>
        <p:nvPr/>
      </p:nvGrpSpPr>
      <p:grpSpPr>
        <a:xfrm>
          <a:off x="0" y="0"/>
          <a:ext cx="0" cy="0"/>
          <a:chOff x="0" y="0"/>
          <a:chExt cx="0" cy="0"/>
        </a:xfrm>
      </p:grpSpPr>
      <p:sp>
        <p:nvSpPr>
          <p:cNvPr id="362" name="Google Shape;362;p107"/>
          <p:cNvSpPr/>
          <p:nvPr/>
        </p:nvSpPr>
        <p:spPr>
          <a:xfrm>
            <a:off x="1" y="0"/>
            <a:ext cx="38862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3" name="Google Shape;363;p107"/>
          <p:cNvSpPr txBox="1">
            <a:spLocks noGrp="1"/>
          </p:cNvSpPr>
          <p:nvPr>
            <p:ph type="title"/>
          </p:nvPr>
        </p:nvSpPr>
        <p:spPr>
          <a:xfrm>
            <a:off x="479426" y="671987"/>
            <a:ext cx="2873375"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4" name="Google Shape;364;p107"/>
          <p:cNvSpPr txBox="1">
            <a:spLocks noGrp="1"/>
          </p:cNvSpPr>
          <p:nvPr>
            <p:ph type="body" idx="1"/>
          </p:nvPr>
        </p:nvSpPr>
        <p:spPr>
          <a:xfrm>
            <a:off x="479425" y="1627200"/>
            <a:ext cx="2873375"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65" name="Google Shape;365;p107"/>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pic>
        <p:nvPicPr>
          <p:cNvPr id="366" name="Google Shape;366;p107"/>
          <p:cNvPicPr preferRelativeResize="0"/>
          <p:nvPr/>
        </p:nvPicPr>
        <p:blipFill rotWithShape="1">
          <a:blip r:embed="rId2">
            <a:alphaModFix/>
          </a:blip>
          <a:srcRect/>
          <a:stretch/>
        </p:blipFill>
        <p:spPr>
          <a:xfrm>
            <a:off x="454025" y="6356100"/>
            <a:ext cx="862264" cy="272507"/>
          </a:xfrm>
          <a:prstGeom prst="rect">
            <a:avLst/>
          </a:prstGeom>
          <a:noFill/>
          <a:ln>
            <a:noFill/>
          </a:ln>
        </p:spPr>
      </p:pic>
      <p:grpSp>
        <p:nvGrpSpPr>
          <p:cNvPr id="367" name="Google Shape;367;p107"/>
          <p:cNvGrpSpPr/>
          <p:nvPr/>
        </p:nvGrpSpPr>
        <p:grpSpPr>
          <a:xfrm>
            <a:off x="4374334" y="1627200"/>
            <a:ext cx="780607" cy="584733"/>
            <a:chOff x="3949700" y="1822450"/>
            <a:chExt cx="4288792" cy="3212624"/>
          </a:xfrm>
        </p:grpSpPr>
        <p:sp>
          <p:nvSpPr>
            <p:cNvPr id="368" name="Google Shape;368;p107"/>
            <p:cNvSpPr/>
            <p:nvPr/>
          </p:nvSpPr>
          <p:spPr>
            <a:xfrm>
              <a:off x="3949700" y="1822450"/>
              <a:ext cx="2087098" cy="3212624"/>
            </a:xfrm>
            <a:custGeom>
              <a:avLst/>
              <a:gdLst/>
              <a:ahLst/>
              <a:cxnLst/>
              <a:rect l="l" t="t" r="r" b="b"/>
              <a:pathLst>
                <a:path w="2087098" h="3212624" extrusionOk="0">
                  <a:moveTo>
                    <a:pt x="1193076" y="1397889"/>
                  </a:moveTo>
                  <a:cubicBezTo>
                    <a:pt x="1338225" y="1397889"/>
                    <a:pt x="1482042" y="1431065"/>
                    <a:pt x="1609963" y="1499605"/>
                  </a:cubicBezTo>
                  <a:cubicBezTo>
                    <a:pt x="1870660" y="1639251"/>
                    <a:pt x="2050169" y="1894493"/>
                    <a:pt x="2050169" y="2280731"/>
                  </a:cubicBezTo>
                  <a:cubicBezTo>
                    <a:pt x="2050169" y="2844734"/>
                    <a:pt x="1620528" y="3212625"/>
                    <a:pt x="1068010" y="3212625"/>
                  </a:cubicBezTo>
                  <a:cubicBezTo>
                    <a:pt x="405180" y="3212530"/>
                    <a:pt x="0" y="2685315"/>
                    <a:pt x="0" y="1937366"/>
                  </a:cubicBezTo>
                  <a:cubicBezTo>
                    <a:pt x="0" y="821527"/>
                    <a:pt x="736595" y="85841"/>
                    <a:pt x="2087098" y="0"/>
                  </a:cubicBezTo>
                  <a:lnTo>
                    <a:pt x="2087098" y="404680"/>
                  </a:lnTo>
                  <a:cubicBezTo>
                    <a:pt x="1350503" y="502784"/>
                    <a:pt x="908489" y="809264"/>
                    <a:pt x="847098" y="1397889"/>
                  </a:cubicBezTo>
                  <a:lnTo>
                    <a:pt x="1193076" y="13978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 name="Google Shape;369;p107"/>
            <p:cNvSpPr/>
            <p:nvPr/>
          </p:nvSpPr>
          <p:spPr>
            <a:xfrm>
              <a:off x="6151394" y="1822450"/>
              <a:ext cx="2087098" cy="3212624"/>
            </a:xfrm>
            <a:custGeom>
              <a:avLst/>
              <a:gdLst/>
              <a:ahLst/>
              <a:cxnLst/>
              <a:rect l="l" t="t" r="r" b="b"/>
              <a:pathLst>
                <a:path w="2087098" h="3212624" extrusionOk="0">
                  <a:moveTo>
                    <a:pt x="1193171" y="1397889"/>
                  </a:moveTo>
                  <a:cubicBezTo>
                    <a:pt x="1338320" y="1397889"/>
                    <a:pt x="1482137" y="1431065"/>
                    <a:pt x="1610058" y="1499605"/>
                  </a:cubicBezTo>
                  <a:cubicBezTo>
                    <a:pt x="1870755" y="1639251"/>
                    <a:pt x="2050264" y="1894493"/>
                    <a:pt x="2050264" y="2280731"/>
                  </a:cubicBezTo>
                  <a:cubicBezTo>
                    <a:pt x="2050264" y="2844734"/>
                    <a:pt x="1620623" y="3212625"/>
                    <a:pt x="1068106" y="3212625"/>
                  </a:cubicBezTo>
                  <a:cubicBezTo>
                    <a:pt x="405180" y="3212625"/>
                    <a:pt x="0" y="2685315"/>
                    <a:pt x="0" y="1937366"/>
                  </a:cubicBezTo>
                  <a:cubicBezTo>
                    <a:pt x="95" y="821527"/>
                    <a:pt x="736690" y="85841"/>
                    <a:pt x="2087098" y="0"/>
                  </a:cubicBezTo>
                  <a:lnTo>
                    <a:pt x="2087098" y="404680"/>
                  </a:lnTo>
                  <a:cubicBezTo>
                    <a:pt x="1350503" y="502784"/>
                    <a:pt x="908489" y="809264"/>
                    <a:pt x="847098" y="1397889"/>
                  </a:cubicBezTo>
                  <a:lnTo>
                    <a:pt x="1193076" y="13978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0" name="Google Shape;370;p107"/>
          <p:cNvSpPr txBox="1">
            <a:spLocks noGrp="1"/>
          </p:cNvSpPr>
          <p:nvPr>
            <p:ph type="body" idx="2"/>
          </p:nvPr>
        </p:nvSpPr>
        <p:spPr>
          <a:xfrm>
            <a:off x="5432426" y="1624013"/>
            <a:ext cx="6280149" cy="1804987"/>
          </a:xfrm>
          <a:prstGeom prst="rect">
            <a:avLst/>
          </a:prstGeom>
          <a:noFill/>
          <a:ln>
            <a:noFill/>
          </a:ln>
        </p:spPr>
        <p:txBody>
          <a:bodyPr spcFirstLastPara="1" wrap="square" lIns="0" tIns="0" rIns="0" bIns="0" anchor="t" anchorCtr="0">
            <a:noAutofit/>
          </a:bodyPr>
          <a:lstStyle>
            <a:lvl1pPr marL="457200" lvl="0"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1pPr>
            <a:lvl2pPr marL="914400" lvl="1"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2pPr>
            <a:lvl3pPr marL="1371600" lvl="2" indent="-228600" algn="l">
              <a:lnSpc>
                <a:spcPct val="80000"/>
              </a:lnSpc>
              <a:spcBef>
                <a:spcPts val="0"/>
              </a:spcBef>
              <a:spcAft>
                <a:spcPts val="0"/>
              </a:spcAft>
              <a:buSzPts val="4000"/>
              <a:buNone/>
              <a:defRPr sz="4000" b="1" cap="none">
                <a:solidFill>
                  <a:schemeClr val="accent2"/>
                </a:solidFill>
                <a:latin typeface="Times New Roman"/>
                <a:ea typeface="Times New Roman"/>
                <a:cs typeface="Times New Roman"/>
                <a:sym typeface="Times New Roman"/>
              </a:defRPr>
            </a:lvl3pPr>
            <a:lvl4pPr marL="1828800" lvl="3"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4pPr>
            <a:lvl5pPr marL="2286000" lvl="4"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5pPr>
            <a:lvl6pPr marL="2743200" lvl="5"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1280192"/>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Shape 371"/>
        <p:cNvGrpSpPr/>
        <p:nvPr/>
      </p:nvGrpSpPr>
      <p:grpSpPr>
        <a:xfrm>
          <a:off x="0" y="0"/>
          <a:ext cx="0" cy="0"/>
          <a:chOff x="0" y="0"/>
          <a:chExt cx="0" cy="0"/>
        </a:xfrm>
      </p:grpSpPr>
      <p:sp>
        <p:nvSpPr>
          <p:cNvPr id="372" name="Google Shape;372;p108"/>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73" name="Google Shape;373;p108"/>
          <p:cNvSpPr>
            <a:spLocks noGrp="1"/>
          </p:cNvSpPr>
          <p:nvPr>
            <p:ph type="chart" idx="2"/>
          </p:nvPr>
        </p:nvSpPr>
        <p:spPr>
          <a:xfrm>
            <a:off x="4378325" y="671512"/>
            <a:ext cx="7318375" cy="4979480"/>
          </a:xfrm>
          <a:prstGeom prst="rect">
            <a:avLst/>
          </a:prstGeom>
          <a:solidFill>
            <a:srgbClr val="B4B4B4"/>
          </a:solidFill>
          <a:ln>
            <a:noFill/>
          </a:ln>
        </p:spPr>
        <p:txBody>
          <a:bodyPr spcFirstLastPara="1" wrap="square" lIns="0" tIns="0" rIns="0" bIns="0" anchor="ctr" anchorCtr="0">
            <a:noAutofit/>
          </a:bodyPr>
          <a:lstStyle>
            <a:lvl1pPr marR="0" lvl="0" algn="ctr" rtl="0">
              <a:lnSpc>
                <a:spcPct val="100000"/>
              </a:lnSpc>
              <a:spcBef>
                <a:spcPts val="600"/>
              </a:spcBef>
              <a:spcAft>
                <a:spcPts val="0"/>
              </a:spcAft>
              <a:buClr>
                <a:schemeClr val="dk1"/>
              </a:buClr>
              <a:buSzPts val="1000"/>
              <a:buFont typeface="Arial"/>
              <a:buNone/>
              <a:defRPr sz="1000" b="1" i="0" u="none" strike="noStrike" cap="none">
                <a:solidFill>
                  <a:schemeClr val="dk1"/>
                </a:solidFill>
                <a:latin typeface="Arial"/>
                <a:ea typeface="Arial"/>
                <a:cs typeface="Arial"/>
                <a:sym typeface="Arial"/>
              </a:defRPr>
            </a:lvl1pPr>
            <a:lvl2pPr marR="0" lvl="1"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R="0" lvl="4"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R="0" lvl="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R="0" lvl="6"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374" name="Google Shape;374;p108"/>
          <p:cNvSpPr txBox="1">
            <a:spLocks noGrp="1"/>
          </p:cNvSpPr>
          <p:nvPr>
            <p:ph type="body" idx="1"/>
          </p:nvPr>
        </p:nvSpPr>
        <p:spPr>
          <a:xfrm>
            <a:off x="4378325" y="5791200"/>
            <a:ext cx="6854825" cy="228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None/>
              <a:defRPr sz="1200" cap="none">
                <a:latin typeface="Arial"/>
                <a:ea typeface="Arial"/>
                <a:cs typeface="Arial"/>
                <a:sym typeface="Arial"/>
              </a:defRPr>
            </a:lvl1pPr>
            <a:lvl2pPr marL="914400" lvl="1" indent="-228600" algn="l">
              <a:lnSpc>
                <a:spcPct val="160000"/>
              </a:lnSpc>
              <a:spcBef>
                <a:spcPts val="300"/>
              </a:spcBef>
              <a:spcAft>
                <a:spcPts val="0"/>
              </a:spcAft>
              <a:buClr>
                <a:schemeClr val="dk1"/>
              </a:buClr>
              <a:buSzPts val="1000"/>
              <a:buNone/>
              <a:defRPr sz="1000"/>
            </a:lvl2pPr>
            <a:lvl3pPr marL="1371600" lvl="2" indent="-228600" algn="l">
              <a:lnSpc>
                <a:spcPct val="160000"/>
              </a:lnSpc>
              <a:spcBef>
                <a:spcPts val="0"/>
              </a:spcBef>
              <a:spcAft>
                <a:spcPts val="0"/>
              </a:spcAft>
              <a:buSzPts val="1000"/>
              <a:buNone/>
              <a:defRPr sz="1000"/>
            </a:lvl3pPr>
            <a:lvl4pPr marL="1828800" lvl="3" indent="-228600" algn="l">
              <a:lnSpc>
                <a:spcPct val="160000"/>
              </a:lnSpc>
              <a:spcBef>
                <a:spcPts val="0"/>
              </a:spcBef>
              <a:spcAft>
                <a:spcPts val="0"/>
              </a:spcAft>
              <a:buClr>
                <a:schemeClr val="dk1"/>
              </a:buClr>
              <a:buSzPts val="1000"/>
              <a:buNone/>
              <a:defRPr sz="1000"/>
            </a:lvl4pPr>
            <a:lvl5pPr marL="2286000" lvl="4" indent="-228600" algn="l">
              <a:lnSpc>
                <a:spcPct val="160000"/>
              </a:lnSpc>
              <a:spcBef>
                <a:spcPts val="0"/>
              </a:spcBef>
              <a:spcAft>
                <a:spcPts val="0"/>
              </a:spcAft>
              <a:buClr>
                <a:schemeClr val="dk1"/>
              </a:buClr>
              <a:buSzPts val="1000"/>
              <a:buNone/>
              <a:defRPr sz="1000"/>
            </a:lvl5pPr>
            <a:lvl6pPr marL="2743200" lvl="5" indent="-228600" algn="l">
              <a:lnSpc>
                <a:spcPct val="160000"/>
              </a:lnSpc>
              <a:spcBef>
                <a:spcPts val="0"/>
              </a:spcBef>
              <a:spcAft>
                <a:spcPts val="0"/>
              </a:spcAft>
              <a:buClr>
                <a:schemeClr val="dk1"/>
              </a:buClr>
              <a:buSzPts val="1000"/>
              <a:buNone/>
              <a:defRPr sz="1000"/>
            </a:lvl6pPr>
            <a:lvl7pPr marL="3200400" lvl="6" indent="-228600" algn="l">
              <a:lnSpc>
                <a:spcPct val="100000"/>
              </a:lnSpc>
              <a:spcBef>
                <a:spcPts val="0"/>
              </a:spcBef>
              <a:spcAft>
                <a:spcPts val="0"/>
              </a:spcAft>
              <a:buClr>
                <a:schemeClr val="dk1"/>
              </a:buClr>
              <a:buSzPts val="1000"/>
              <a:buNone/>
              <a:defRPr sz="1000"/>
            </a:lvl7pPr>
            <a:lvl8pPr marL="3657600" lvl="7" indent="-228600" algn="l">
              <a:lnSpc>
                <a:spcPct val="100000"/>
              </a:lnSpc>
              <a:spcBef>
                <a:spcPts val="0"/>
              </a:spcBef>
              <a:spcAft>
                <a:spcPts val="0"/>
              </a:spcAft>
              <a:buClr>
                <a:schemeClr val="dk1"/>
              </a:buClr>
              <a:buSzPts val="1000"/>
              <a:buNone/>
              <a:defRPr sz="1000"/>
            </a:lvl8pPr>
            <a:lvl9pPr marL="4114800" lvl="8" indent="-228600" algn="l">
              <a:lnSpc>
                <a:spcPct val="100000"/>
              </a:lnSpc>
              <a:spcBef>
                <a:spcPts val="0"/>
              </a:spcBef>
              <a:spcAft>
                <a:spcPts val="0"/>
              </a:spcAft>
              <a:buClr>
                <a:schemeClr val="dk1"/>
              </a:buClr>
              <a:buSzPts val="1000"/>
              <a:buNone/>
              <a:defRPr sz="1000"/>
            </a:lvl9pPr>
          </a:lstStyle>
          <a:p>
            <a:endParaRPr/>
          </a:p>
        </p:txBody>
      </p:sp>
      <p:sp>
        <p:nvSpPr>
          <p:cNvPr id="375" name="Google Shape;375;p108"/>
          <p:cNvSpPr/>
          <p:nvPr/>
        </p:nvSpPr>
        <p:spPr>
          <a:xfrm>
            <a:off x="1" y="0"/>
            <a:ext cx="38862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6" name="Google Shape;376;p108"/>
          <p:cNvSpPr txBox="1">
            <a:spLocks noGrp="1"/>
          </p:cNvSpPr>
          <p:nvPr>
            <p:ph type="title"/>
          </p:nvPr>
        </p:nvSpPr>
        <p:spPr>
          <a:xfrm>
            <a:off x="479426" y="671987"/>
            <a:ext cx="2873375"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7" name="Google Shape;377;p108"/>
          <p:cNvSpPr txBox="1">
            <a:spLocks noGrp="1"/>
          </p:cNvSpPr>
          <p:nvPr>
            <p:ph type="body" idx="3"/>
          </p:nvPr>
        </p:nvSpPr>
        <p:spPr>
          <a:xfrm>
            <a:off x="479425" y="1627200"/>
            <a:ext cx="2873375"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pic>
        <p:nvPicPr>
          <p:cNvPr id="378" name="Google Shape;378;p108"/>
          <p:cNvPicPr preferRelativeResize="0"/>
          <p:nvPr/>
        </p:nvPicPr>
        <p:blipFill rotWithShape="1">
          <a:blip r:embed="rId2">
            <a:alphaModFix/>
          </a:blip>
          <a:srcRect/>
          <a:stretch/>
        </p:blipFill>
        <p:spPr>
          <a:xfrm>
            <a:off x="454025" y="6356100"/>
            <a:ext cx="862264" cy="272507"/>
          </a:xfrm>
          <a:prstGeom prst="rect">
            <a:avLst/>
          </a:prstGeom>
          <a:noFill/>
          <a:ln>
            <a:noFill/>
          </a:ln>
        </p:spPr>
      </p:pic>
    </p:spTree>
    <p:extLst>
      <p:ext uri="{BB962C8B-B14F-4D97-AF65-F5344CB8AC3E}">
        <p14:creationId xmlns:p14="http://schemas.microsoft.com/office/powerpoint/2010/main" val="245662960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3_Two Content">
  <p:cSld name="3_Two Content">
    <p:spTree>
      <p:nvGrpSpPr>
        <p:cNvPr id="1" name="Shape 379"/>
        <p:cNvGrpSpPr/>
        <p:nvPr/>
      </p:nvGrpSpPr>
      <p:grpSpPr>
        <a:xfrm>
          <a:off x="0" y="0"/>
          <a:ext cx="0" cy="0"/>
          <a:chOff x="0" y="0"/>
          <a:chExt cx="0" cy="0"/>
        </a:xfrm>
      </p:grpSpPr>
      <p:sp>
        <p:nvSpPr>
          <p:cNvPr id="380" name="Google Shape;380;p109"/>
          <p:cNvSpPr txBox="1">
            <a:spLocks noGrp="1"/>
          </p:cNvSpPr>
          <p:nvPr>
            <p:ph type="title"/>
          </p:nvPr>
        </p:nvSpPr>
        <p:spPr>
          <a:xfrm>
            <a:off x="479426" y="671987"/>
            <a:ext cx="11233148"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1" name="Google Shape;381;p109"/>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82" name="Google Shape;382;p109"/>
          <p:cNvSpPr>
            <a:spLocks noGrp="1"/>
          </p:cNvSpPr>
          <p:nvPr>
            <p:ph type="chart" idx="2"/>
          </p:nvPr>
        </p:nvSpPr>
        <p:spPr>
          <a:xfrm>
            <a:off x="479426" y="1996008"/>
            <a:ext cx="11217274" cy="4023792"/>
          </a:xfrm>
          <a:prstGeom prst="rect">
            <a:avLst/>
          </a:prstGeom>
          <a:solidFill>
            <a:srgbClr val="B4B4B4"/>
          </a:solidFill>
          <a:ln>
            <a:noFill/>
          </a:ln>
        </p:spPr>
        <p:txBody>
          <a:bodyPr spcFirstLastPara="1" wrap="square" lIns="0" tIns="0" rIns="0" bIns="0" anchor="ctr" anchorCtr="0">
            <a:noAutofit/>
          </a:bodyPr>
          <a:lstStyle>
            <a:lvl1pPr marR="0" lvl="0" algn="ctr" rtl="0">
              <a:lnSpc>
                <a:spcPct val="100000"/>
              </a:lnSpc>
              <a:spcBef>
                <a:spcPts val="600"/>
              </a:spcBef>
              <a:spcAft>
                <a:spcPts val="0"/>
              </a:spcAft>
              <a:buClr>
                <a:schemeClr val="dk1"/>
              </a:buClr>
              <a:buSzPts val="1000"/>
              <a:buFont typeface="Arial"/>
              <a:buNone/>
              <a:defRPr sz="1000" b="1" i="0" u="none" strike="noStrike" cap="none">
                <a:solidFill>
                  <a:schemeClr val="dk1"/>
                </a:solidFill>
                <a:latin typeface="Arial"/>
                <a:ea typeface="Arial"/>
                <a:cs typeface="Arial"/>
                <a:sym typeface="Arial"/>
              </a:defRPr>
            </a:lvl1pPr>
            <a:lvl2pPr marR="0" lvl="1"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R="0" lvl="4"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R="0" lvl="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R="0" lvl="6"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383" name="Google Shape;383;p109"/>
          <p:cNvSpPr txBox="1">
            <a:spLocks noGrp="1"/>
          </p:cNvSpPr>
          <p:nvPr>
            <p:ph type="body" idx="1"/>
          </p:nvPr>
        </p:nvSpPr>
        <p:spPr>
          <a:xfrm>
            <a:off x="458787" y="1708036"/>
            <a:ext cx="6854825" cy="228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None/>
              <a:defRPr sz="1200" cap="none">
                <a:latin typeface="Arial"/>
                <a:ea typeface="Arial"/>
                <a:cs typeface="Arial"/>
                <a:sym typeface="Arial"/>
              </a:defRPr>
            </a:lvl1pPr>
            <a:lvl2pPr marL="914400" lvl="1" indent="-228600" algn="l">
              <a:lnSpc>
                <a:spcPct val="160000"/>
              </a:lnSpc>
              <a:spcBef>
                <a:spcPts val="300"/>
              </a:spcBef>
              <a:spcAft>
                <a:spcPts val="0"/>
              </a:spcAft>
              <a:buClr>
                <a:schemeClr val="dk1"/>
              </a:buClr>
              <a:buSzPts val="1000"/>
              <a:buNone/>
              <a:defRPr sz="1000"/>
            </a:lvl2pPr>
            <a:lvl3pPr marL="1371600" lvl="2" indent="-228600" algn="l">
              <a:lnSpc>
                <a:spcPct val="160000"/>
              </a:lnSpc>
              <a:spcBef>
                <a:spcPts val="0"/>
              </a:spcBef>
              <a:spcAft>
                <a:spcPts val="0"/>
              </a:spcAft>
              <a:buSzPts val="1000"/>
              <a:buNone/>
              <a:defRPr sz="1000"/>
            </a:lvl3pPr>
            <a:lvl4pPr marL="1828800" lvl="3" indent="-228600" algn="l">
              <a:lnSpc>
                <a:spcPct val="160000"/>
              </a:lnSpc>
              <a:spcBef>
                <a:spcPts val="0"/>
              </a:spcBef>
              <a:spcAft>
                <a:spcPts val="0"/>
              </a:spcAft>
              <a:buClr>
                <a:schemeClr val="dk1"/>
              </a:buClr>
              <a:buSzPts val="1000"/>
              <a:buNone/>
              <a:defRPr sz="1000"/>
            </a:lvl4pPr>
            <a:lvl5pPr marL="2286000" lvl="4" indent="-228600" algn="l">
              <a:lnSpc>
                <a:spcPct val="160000"/>
              </a:lnSpc>
              <a:spcBef>
                <a:spcPts val="0"/>
              </a:spcBef>
              <a:spcAft>
                <a:spcPts val="0"/>
              </a:spcAft>
              <a:buClr>
                <a:schemeClr val="dk1"/>
              </a:buClr>
              <a:buSzPts val="1000"/>
              <a:buNone/>
              <a:defRPr sz="1000"/>
            </a:lvl5pPr>
            <a:lvl6pPr marL="2743200" lvl="5" indent="-228600" algn="l">
              <a:lnSpc>
                <a:spcPct val="160000"/>
              </a:lnSpc>
              <a:spcBef>
                <a:spcPts val="0"/>
              </a:spcBef>
              <a:spcAft>
                <a:spcPts val="0"/>
              </a:spcAft>
              <a:buClr>
                <a:schemeClr val="dk1"/>
              </a:buClr>
              <a:buSzPts val="1000"/>
              <a:buNone/>
              <a:defRPr sz="1000"/>
            </a:lvl6pPr>
            <a:lvl7pPr marL="3200400" lvl="6" indent="-228600" algn="l">
              <a:lnSpc>
                <a:spcPct val="100000"/>
              </a:lnSpc>
              <a:spcBef>
                <a:spcPts val="0"/>
              </a:spcBef>
              <a:spcAft>
                <a:spcPts val="0"/>
              </a:spcAft>
              <a:buClr>
                <a:schemeClr val="dk1"/>
              </a:buClr>
              <a:buSzPts val="1000"/>
              <a:buNone/>
              <a:defRPr sz="1000"/>
            </a:lvl7pPr>
            <a:lvl8pPr marL="3657600" lvl="7" indent="-228600" algn="l">
              <a:lnSpc>
                <a:spcPct val="100000"/>
              </a:lnSpc>
              <a:spcBef>
                <a:spcPts val="0"/>
              </a:spcBef>
              <a:spcAft>
                <a:spcPts val="0"/>
              </a:spcAft>
              <a:buClr>
                <a:schemeClr val="dk1"/>
              </a:buClr>
              <a:buSzPts val="1000"/>
              <a:buNone/>
              <a:defRPr sz="1000"/>
            </a:lvl8pPr>
            <a:lvl9pPr marL="4114800" lvl="8" indent="-228600" algn="l">
              <a:lnSpc>
                <a:spcPct val="100000"/>
              </a:lnSpc>
              <a:spcBef>
                <a:spcPts val="0"/>
              </a:spcBef>
              <a:spcAft>
                <a:spcPts val="0"/>
              </a:spcAft>
              <a:buClr>
                <a:schemeClr val="dk1"/>
              </a:buClr>
              <a:buSzPts val="1000"/>
              <a:buNone/>
              <a:defRPr sz="1000"/>
            </a:lvl9pPr>
          </a:lstStyle>
          <a:p>
            <a:endParaRPr/>
          </a:p>
        </p:txBody>
      </p:sp>
    </p:spTree>
    <p:extLst>
      <p:ext uri="{BB962C8B-B14F-4D97-AF65-F5344CB8AC3E}">
        <p14:creationId xmlns:p14="http://schemas.microsoft.com/office/powerpoint/2010/main" val="113727192"/>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4_Two Content">
  <p:cSld name="4_Two Content">
    <p:spTree>
      <p:nvGrpSpPr>
        <p:cNvPr id="1" name="Shape 384"/>
        <p:cNvGrpSpPr/>
        <p:nvPr/>
      </p:nvGrpSpPr>
      <p:grpSpPr>
        <a:xfrm>
          <a:off x="0" y="0"/>
          <a:ext cx="0" cy="0"/>
          <a:chOff x="0" y="0"/>
          <a:chExt cx="0" cy="0"/>
        </a:xfrm>
      </p:grpSpPr>
      <p:sp>
        <p:nvSpPr>
          <p:cNvPr id="385" name="Google Shape;385;p110"/>
          <p:cNvSpPr txBox="1">
            <a:spLocks noGrp="1"/>
          </p:cNvSpPr>
          <p:nvPr>
            <p:ph type="title"/>
          </p:nvPr>
        </p:nvSpPr>
        <p:spPr>
          <a:xfrm>
            <a:off x="479426" y="671987"/>
            <a:ext cx="11233148"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6" name="Google Shape;386;p110"/>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87" name="Google Shape;387;p110"/>
          <p:cNvSpPr>
            <a:spLocks noGrp="1"/>
          </p:cNvSpPr>
          <p:nvPr>
            <p:ph type="chart" idx="2"/>
          </p:nvPr>
        </p:nvSpPr>
        <p:spPr>
          <a:xfrm>
            <a:off x="479426" y="1996008"/>
            <a:ext cx="5343305" cy="4023792"/>
          </a:xfrm>
          <a:prstGeom prst="rect">
            <a:avLst/>
          </a:prstGeom>
          <a:solidFill>
            <a:srgbClr val="B4B4B4"/>
          </a:solidFill>
          <a:ln>
            <a:noFill/>
          </a:ln>
        </p:spPr>
        <p:txBody>
          <a:bodyPr spcFirstLastPara="1" wrap="square" lIns="0" tIns="0" rIns="0" bIns="0" anchor="ctr" anchorCtr="0">
            <a:noAutofit/>
          </a:bodyPr>
          <a:lstStyle>
            <a:lvl1pPr marR="0" lvl="0" algn="ctr" rtl="0">
              <a:lnSpc>
                <a:spcPct val="100000"/>
              </a:lnSpc>
              <a:spcBef>
                <a:spcPts val="600"/>
              </a:spcBef>
              <a:spcAft>
                <a:spcPts val="0"/>
              </a:spcAft>
              <a:buClr>
                <a:schemeClr val="dk1"/>
              </a:buClr>
              <a:buSzPts val="1000"/>
              <a:buFont typeface="Arial"/>
              <a:buNone/>
              <a:defRPr sz="1000" b="1" i="0" u="none" strike="noStrike" cap="none">
                <a:solidFill>
                  <a:schemeClr val="dk1"/>
                </a:solidFill>
                <a:latin typeface="Arial"/>
                <a:ea typeface="Arial"/>
                <a:cs typeface="Arial"/>
                <a:sym typeface="Arial"/>
              </a:defRPr>
            </a:lvl1pPr>
            <a:lvl2pPr marR="0" lvl="1"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R="0" lvl="4"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R="0" lvl="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R="0" lvl="6"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388" name="Google Shape;388;p110"/>
          <p:cNvSpPr txBox="1">
            <a:spLocks noGrp="1"/>
          </p:cNvSpPr>
          <p:nvPr>
            <p:ph type="body" idx="1"/>
          </p:nvPr>
        </p:nvSpPr>
        <p:spPr>
          <a:xfrm>
            <a:off x="458787" y="1630191"/>
            <a:ext cx="5363944" cy="228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None/>
              <a:defRPr sz="1200" cap="none">
                <a:latin typeface="Arial"/>
                <a:ea typeface="Arial"/>
                <a:cs typeface="Arial"/>
                <a:sym typeface="Arial"/>
              </a:defRPr>
            </a:lvl1pPr>
            <a:lvl2pPr marL="914400" lvl="1" indent="-228600" algn="l">
              <a:lnSpc>
                <a:spcPct val="160000"/>
              </a:lnSpc>
              <a:spcBef>
                <a:spcPts val="300"/>
              </a:spcBef>
              <a:spcAft>
                <a:spcPts val="0"/>
              </a:spcAft>
              <a:buClr>
                <a:schemeClr val="dk1"/>
              </a:buClr>
              <a:buSzPts val="1000"/>
              <a:buNone/>
              <a:defRPr sz="1000"/>
            </a:lvl2pPr>
            <a:lvl3pPr marL="1371600" lvl="2" indent="-228600" algn="l">
              <a:lnSpc>
                <a:spcPct val="160000"/>
              </a:lnSpc>
              <a:spcBef>
                <a:spcPts val="0"/>
              </a:spcBef>
              <a:spcAft>
                <a:spcPts val="0"/>
              </a:spcAft>
              <a:buSzPts val="1000"/>
              <a:buNone/>
              <a:defRPr sz="1000"/>
            </a:lvl3pPr>
            <a:lvl4pPr marL="1828800" lvl="3" indent="-228600" algn="l">
              <a:lnSpc>
                <a:spcPct val="160000"/>
              </a:lnSpc>
              <a:spcBef>
                <a:spcPts val="0"/>
              </a:spcBef>
              <a:spcAft>
                <a:spcPts val="0"/>
              </a:spcAft>
              <a:buClr>
                <a:schemeClr val="dk1"/>
              </a:buClr>
              <a:buSzPts val="1000"/>
              <a:buNone/>
              <a:defRPr sz="1000"/>
            </a:lvl4pPr>
            <a:lvl5pPr marL="2286000" lvl="4" indent="-228600" algn="l">
              <a:lnSpc>
                <a:spcPct val="160000"/>
              </a:lnSpc>
              <a:spcBef>
                <a:spcPts val="0"/>
              </a:spcBef>
              <a:spcAft>
                <a:spcPts val="0"/>
              </a:spcAft>
              <a:buClr>
                <a:schemeClr val="dk1"/>
              </a:buClr>
              <a:buSzPts val="1000"/>
              <a:buNone/>
              <a:defRPr sz="1000"/>
            </a:lvl5pPr>
            <a:lvl6pPr marL="2743200" lvl="5" indent="-228600" algn="l">
              <a:lnSpc>
                <a:spcPct val="160000"/>
              </a:lnSpc>
              <a:spcBef>
                <a:spcPts val="0"/>
              </a:spcBef>
              <a:spcAft>
                <a:spcPts val="0"/>
              </a:spcAft>
              <a:buClr>
                <a:schemeClr val="dk1"/>
              </a:buClr>
              <a:buSzPts val="1000"/>
              <a:buNone/>
              <a:defRPr sz="1000"/>
            </a:lvl6pPr>
            <a:lvl7pPr marL="3200400" lvl="6" indent="-228600" algn="l">
              <a:lnSpc>
                <a:spcPct val="100000"/>
              </a:lnSpc>
              <a:spcBef>
                <a:spcPts val="0"/>
              </a:spcBef>
              <a:spcAft>
                <a:spcPts val="0"/>
              </a:spcAft>
              <a:buClr>
                <a:schemeClr val="dk1"/>
              </a:buClr>
              <a:buSzPts val="1000"/>
              <a:buNone/>
              <a:defRPr sz="1000"/>
            </a:lvl7pPr>
            <a:lvl8pPr marL="3657600" lvl="7" indent="-228600" algn="l">
              <a:lnSpc>
                <a:spcPct val="100000"/>
              </a:lnSpc>
              <a:spcBef>
                <a:spcPts val="0"/>
              </a:spcBef>
              <a:spcAft>
                <a:spcPts val="0"/>
              </a:spcAft>
              <a:buClr>
                <a:schemeClr val="dk1"/>
              </a:buClr>
              <a:buSzPts val="1000"/>
              <a:buNone/>
              <a:defRPr sz="1000"/>
            </a:lvl8pPr>
            <a:lvl9pPr marL="4114800" lvl="8" indent="-228600" algn="l">
              <a:lnSpc>
                <a:spcPct val="100000"/>
              </a:lnSpc>
              <a:spcBef>
                <a:spcPts val="0"/>
              </a:spcBef>
              <a:spcAft>
                <a:spcPts val="0"/>
              </a:spcAft>
              <a:buClr>
                <a:schemeClr val="dk1"/>
              </a:buClr>
              <a:buSzPts val="1000"/>
              <a:buNone/>
              <a:defRPr sz="1000"/>
            </a:lvl9pPr>
          </a:lstStyle>
          <a:p>
            <a:endParaRPr/>
          </a:p>
        </p:txBody>
      </p:sp>
      <p:sp>
        <p:nvSpPr>
          <p:cNvPr id="389" name="Google Shape;389;p110"/>
          <p:cNvSpPr>
            <a:spLocks noGrp="1"/>
          </p:cNvSpPr>
          <p:nvPr>
            <p:ph type="chart" idx="3"/>
          </p:nvPr>
        </p:nvSpPr>
        <p:spPr>
          <a:xfrm>
            <a:off x="6369271" y="1996008"/>
            <a:ext cx="5343305" cy="4023792"/>
          </a:xfrm>
          <a:prstGeom prst="rect">
            <a:avLst/>
          </a:prstGeom>
          <a:solidFill>
            <a:srgbClr val="B4B4B4"/>
          </a:solidFill>
          <a:ln>
            <a:noFill/>
          </a:ln>
        </p:spPr>
        <p:txBody>
          <a:bodyPr spcFirstLastPara="1" wrap="square" lIns="0" tIns="0" rIns="0" bIns="0" anchor="ctr" anchorCtr="0">
            <a:noAutofit/>
          </a:bodyPr>
          <a:lstStyle>
            <a:lvl1pPr marR="0" lvl="0" algn="ctr" rtl="0">
              <a:lnSpc>
                <a:spcPct val="100000"/>
              </a:lnSpc>
              <a:spcBef>
                <a:spcPts val="600"/>
              </a:spcBef>
              <a:spcAft>
                <a:spcPts val="0"/>
              </a:spcAft>
              <a:buClr>
                <a:schemeClr val="dk1"/>
              </a:buClr>
              <a:buSzPts val="1000"/>
              <a:buFont typeface="Arial"/>
              <a:buNone/>
              <a:defRPr sz="1000" b="1" i="0" u="none" strike="noStrike" cap="none">
                <a:solidFill>
                  <a:schemeClr val="dk1"/>
                </a:solidFill>
                <a:latin typeface="Arial"/>
                <a:ea typeface="Arial"/>
                <a:cs typeface="Arial"/>
                <a:sym typeface="Arial"/>
              </a:defRPr>
            </a:lvl1pPr>
            <a:lvl2pPr marR="0" lvl="1"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R="0" lvl="4"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R="0" lvl="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R="0" lvl="6"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390" name="Google Shape;390;p110"/>
          <p:cNvSpPr txBox="1">
            <a:spLocks noGrp="1"/>
          </p:cNvSpPr>
          <p:nvPr>
            <p:ph type="body" idx="4"/>
          </p:nvPr>
        </p:nvSpPr>
        <p:spPr>
          <a:xfrm>
            <a:off x="6369271" y="1630191"/>
            <a:ext cx="5363944" cy="228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None/>
              <a:defRPr sz="1200" cap="none">
                <a:latin typeface="Arial"/>
                <a:ea typeface="Arial"/>
                <a:cs typeface="Arial"/>
                <a:sym typeface="Arial"/>
              </a:defRPr>
            </a:lvl1pPr>
            <a:lvl2pPr marL="914400" lvl="1" indent="-228600" algn="l">
              <a:lnSpc>
                <a:spcPct val="160000"/>
              </a:lnSpc>
              <a:spcBef>
                <a:spcPts val="300"/>
              </a:spcBef>
              <a:spcAft>
                <a:spcPts val="0"/>
              </a:spcAft>
              <a:buClr>
                <a:schemeClr val="dk1"/>
              </a:buClr>
              <a:buSzPts val="1000"/>
              <a:buNone/>
              <a:defRPr sz="1000"/>
            </a:lvl2pPr>
            <a:lvl3pPr marL="1371600" lvl="2" indent="-228600" algn="l">
              <a:lnSpc>
                <a:spcPct val="160000"/>
              </a:lnSpc>
              <a:spcBef>
                <a:spcPts val="0"/>
              </a:spcBef>
              <a:spcAft>
                <a:spcPts val="0"/>
              </a:spcAft>
              <a:buSzPts val="1000"/>
              <a:buNone/>
              <a:defRPr sz="1000"/>
            </a:lvl3pPr>
            <a:lvl4pPr marL="1828800" lvl="3" indent="-228600" algn="l">
              <a:lnSpc>
                <a:spcPct val="160000"/>
              </a:lnSpc>
              <a:spcBef>
                <a:spcPts val="0"/>
              </a:spcBef>
              <a:spcAft>
                <a:spcPts val="0"/>
              </a:spcAft>
              <a:buClr>
                <a:schemeClr val="dk1"/>
              </a:buClr>
              <a:buSzPts val="1000"/>
              <a:buNone/>
              <a:defRPr sz="1000"/>
            </a:lvl4pPr>
            <a:lvl5pPr marL="2286000" lvl="4" indent="-228600" algn="l">
              <a:lnSpc>
                <a:spcPct val="160000"/>
              </a:lnSpc>
              <a:spcBef>
                <a:spcPts val="0"/>
              </a:spcBef>
              <a:spcAft>
                <a:spcPts val="0"/>
              </a:spcAft>
              <a:buClr>
                <a:schemeClr val="dk1"/>
              </a:buClr>
              <a:buSzPts val="1000"/>
              <a:buNone/>
              <a:defRPr sz="1000"/>
            </a:lvl5pPr>
            <a:lvl6pPr marL="2743200" lvl="5" indent="-228600" algn="l">
              <a:lnSpc>
                <a:spcPct val="160000"/>
              </a:lnSpc>
              <a:spcBef>
                <a:spcPts val="0"/>
              </a:spcBef>
              <a:spcAft>
                <a:spcPts val="0"/>
              </a:spcAft>
              <a:buClr>
                <a:schemeClr val="dk1"/>
              </a:buClr>
              <a:buSzPts val="1000"/>
              <a:buNone/>
              <a:defRPr sz="1000"/>
            </a:lvl6pPr>
            <a:lvl7pPr marL="3200400" lvl="6" indent="-228600" algn="l">
              <a:lnSpc>
                <a:spcPct val="100000"/>
              </a:lnSpc>
              <a:spcBef>
                <a:spcPts val="0"/>
              </a:spcBef>
              <a:spcAft>
                <a:spcPts val="0"/>
              </a:spcAft>
              <a:buClr>
                <a:schemeClr val="dk1"/>
              </a:buClr>
              <a:buSzPts val="1000"/>
              <a:buNone/>
              <a:defRPr sz="1000"/>
            </a:lvl7pPr>
            <a:lvl8pPr marL="3657600" lvl="7" indent="-228600" algn="l">
              <a:lnSpc>
                <a:spcPct val="100000"/>
              </a:lnSpc>
              <a:spcBef>
                <a:spcPts val="0"/>
              </a:spcBef>
              <a:spcAft>
                <a:spcPts val="0"/>
              </a:spcAft>
              <a:buClr>
                <a:schemeClr val="dk1"/>
              </a:buClr>
              <a:buSzPts val="1000"/>
              <a:buNone/>
              <a:defRPr sz="1000"/>
            </a:lvl8pPr>
            <a:lvl9pPr marL="4114800" lvl="8" indent="-228600" algn="l">
              <a:lnSpc>
                <a:spcPct val="100000"/>
              </a:lnSpc>
              <a:spcBef>
                <a:spcPts val="0"/>
              </a:spcBef>
              <a:spcAft>
                <a:spcPts val="0"/>
              </a:spcAft>
              <a:buClr>
                <a:schemeClr val="dk1"/>
              </a:buClr>
              <a:buSzPts val="1000"/>
              <a:buNone/>
              <a:defRPr sz="1000"/>
            </a:lvl9pPr>
          </a:lstStyle>
          <a:p>
            <a:endParaRPr/>
          </a:p>
        </p:txBody>
      </p:sp>
    </p:spTree>
    <p:extLst>
      <p:ext uri="{BB962C8B-B14F-4D97-AF65-F5344CB8AC3E}">
        <p14:creationId xmlns:p14="http://schemas.microsoft.com/office/powerpoint/2010/main" val="428578173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matchingName="Three Content banner">
  <p:cSld name="Three Content banner">
    <p:spTree>
      <p:nvGrpSpPr>
        <p:cNvPr id="1" name="Shape 391"/>
        <p:cNvGrpSpPr/>
        <p:nvPr/>
      </p:nvGrpSpPr>
      <p:grpSpPr>
        <a:xfrm>
          <a:off x="0" y="0"/>
          <a:ext cx="0" cy="0"/>
          <a:chOff x="0" y="0"/>
          <a:chExt cx="0" cy="0"/>
        </a:xfrm>
      </p:grpSpPr>
      <p:sp>
        <p:nvSpPr>
          <p:cNvPr id="392" name="Google Shape;392;p111"/>
          <p:cNvSpPr/>
          <p:nvPr/>
        </p:nvSpPr>
        <p:spPr>
          <a:xfrm>
            <a:off x="0" y="0"/>
            <a:ext cx="12192000" cy="2126255"/>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3" name="Google Shape;393;p11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94" name="Google Shape;394;p111"/>
          <p:cNvSpPr txBox="1">
            <a:spLocks noGrp="1"/>
          </p:cNvSpPr>
          <p:nvPr>
            <p:ph type="body" idx="1"/>
          </p:nvPr>
        </p:nvSpPr>
        <p:spPr>
          <a:xfrm>
            <a:off x="479424" y="3213881"/>
            <a:ext cx="3406775"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95" name="Google Shape;395;p111"/>
          <p:cNvSpPr txBox="1">
            <a:spLocks noGrp="1"/>
          </p:cNvSpPr>
          <p:nvPr>
            <p:ph type="body" idx="2"/>
          </p:nvPr>
        </p:nvSpPr>
        <p:spPr>
          <a:xfrm>
            <a:off x="4378325" y="3213881"/>
            <a:ext cx="3409950"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96" name="Google Shape;396;p111"/>
          <p:cNvSpPr txBox="1">
            <a:spLocks noGrp="1"/>
          </p:cNvSpPr>
          <p:nvPr>
            <p:ph type="body" idx="3"/>
          </p:nvPr>
        </p:nvSpPr>
        <p:spPr>
          <a:xfrm>
            <a:off x="479423" y="2292144"/>
            <a:ext cx="3406775"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2000"/>
              <a:buNone/>
              <a:defRPr sz="2000" b="0" i="0" cap="none">
                <a:solidFill>
                  <a:schemeClr val="dk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397" name="Google Shape;397;p111"/>
          <p:cNvSpPr txBox="1">
            <a:spLocks noGrp="1"/>
          </p:cNvSpPr>
          <p:nvPr>
            <p:ph type="body" idx="4"/>
          </p:nvPr>
        </p:nvSpPr>
        <p:spPr>
          <a:xfrm>
            <a:off x="4378325" y="2292144"/>
            <a:ext cx="3409950"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2000"/>
              <a:buNone/>
              <a:defRPr sz="2000" b="0" i="0" cap="none">
                <a:solidFill>
                  <a:schemeClr val="dk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398" name="Google Shape;398;p111"/>
          <p:cNvSpPr txBox="1">
            <a:spLocks noGrp="1"/>
          </p:cNvSpPr>
          <p:nvPr>
            <p:ph type="body" idx="5"/>
          </p:nvPr>
        </p:nvSpPr>
        <p:spPr>
          <a:xfrm>
            <a:off x="8277225" y="2292144"/>
            <a:ext cx="3409950"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2000"/>
              <a:buNone/>
              <a:defRPr sz="2000" b="0" i="0" cap="none">
                <a:solidFill>
                  <a:schemeClr val="dk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399" name="Google Shape;399;p111"/>
          <p:cNvSpPr txBox="1">
            <a:spLocks noGrp="1"/>
          </p:cNvSpPr>
          <p:nvPr>
            <p:ph type="title"/>
          </p:nvPr>
        </p:nvSpPr>
        <p:spPr>
          <a:xfrm>
            <a:off x="479425" y="671987"/>
            <a:ext cx="9035257" cy="952026"/>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0" name="Google Shape;400;p111"/>
          <p:cNvSpPr txBox="1">
            <a:spLocks noGrp="1"/>
          </p:cNvSpPr>
          <p:nvPr>
            <p:ph type="body" idx="6"/>
          </p:nvPr>
        </p:nvSpPr>
        <p:spPr>
          <a:xfrm>
            <a:off x="8277224" y="3213881"/>
            <a:ext cx="3409949"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60261896"/>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matchingName="1_Three Content banner">
  <p:cSld name="1_Three Content banner">
    <p:spTree>
      <p:nvGrpSpPr>
        <p:cNvPr id="1" name="Shape 401"/>
        <p:cNvGrpSpPr/>
        <p:nvPr/>
      </p:nvGrpSpPr>
      <p:grpSpPr>
        <a:xfrm>
          <a:off x="0" y="0"/>
          <a:ext cx="0" cy="0"/>
          <a:chOff x="0" y="0"/>
          <a:chExt cx="0" cy="0"/>
        </a:xfrm>
      </p:grpSpPr>
      <p:sp>
        <p:nvSpPr>
          <p:cNvPr id="402" name="Google Shape;402;p112"/>
          <p:cNvSpPr/>
          <p:nvPr/>
        </p:nvSpPr>
        <p:spPr>
          <a:xfrm>
            <a:off x="0" y="0"/>
            <a:ext cx="12192000" cy="212625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3" name="Google Shape;403;p112"/>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404" name="Google Shape;404;p112"/>
          <p:cNvSpPr txBox="1">
            <a:spLocks noGrp="1"/>
          </p:cNvSpPr>
          <p:nvPr>
            <p:ph type="body" idx="1"/>
          </p:nvPr>
        </p:nvSpPr>
        <p:spPr>
          <a:xfrm>
            <a:off x="479424" y="3213881"/>
            <a:ext cx="3406775"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05" name="Google Shape;405;p112"/>
          <p:cNvSpPr txBox="1">
            <a:spLocks noGrp="1"/>
          </p:cNvSpPr>
          <p:nvPr>
            <p:ph type="body" idx="2"/>
          </p:nvPr>
        </p:nvSpPr>
        <p:spPr>
          <a:xfrm>
            <a:off x="4378325" y="3213881"/>
            <a:ext cx="3409950"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06" name="Google Shape;406;p112"/>
          <p:cNvSpPr txBox="1">
            <a:spLocks noGrp="1"/>
          </p:cNvSpPr>
          <p:nvPr>
            <p:ph type="body" idx="3"/>
          </p:nvPr>
        </p:nvSpPr>
        <p:spPr>
          <a:xfrm>
            <a:off x="479423" y="2292144"/>
            <a:ext cx="3406775"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accent2"/>
              </a:buClr>
              <a:buSzPts val="2000"/>
              <a:buNone/>
              <a:defRPr sz="2000" b="0" i="0" cap="none">
                <a:solidFill>
                  <a:schemeClr val="accent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407" name="Google Shape;407;p112"/>
          <p:cNvSpPr txBox="1">
            <a:spLocks noGrp="1"/>
          </p:cNvSpPr>
          <p:nvPr>
            <p:ph type="body" idx="4"/>
          </p:nvPr>
        </p:nvSpPr>
        <p:spPr>
          <a:xfrm>
            <a:off x="4378325" y="2292144"/>
            <a:ext cx="3409950"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accent2"/>
              </a:buClr>
              <a:buSzPts val="2000"/>
              <a:buNone/>
              <a:defRPr sz="2000" b="0" i="0" cap="none">
                <a:solidFill>
                  <a:schemeClr val="accent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408" name="Google Shape;408;p112"/>
          <p:cNvSpPr txBox="1">
            <a:spLocks noGrp="1"/>
          </p:cNvSpPr>
          <p:nvPr>
            <p:ph type="body" idx="5"/>
          </p:nvPr>
        </p:nvSpPr>
        <p:spPr>
          <a:xfrm>
            <a:off x="8277225" y="2292144"/>
            <a:ext cx="3409950"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accent2"/>
              </a:buClr>
              <a:buSzPts val="2000"/>
              <a:buNone/>
              <a:defRPr sz="2000" b="0" i="0" cap="none">
                <a:solidFill>
                  <a:schemeClr val="accent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409" name="Google Shape;409;p112"/>
          <p:cNvSpPr txBox="1">
            <a:spLocks noGrp="1"/>
          </p:cNvSpPr>
          <p:nvPr>
            <p:ph type="title"/>
          </p:nvPr>
        </p:nvSpPr>
        <p:spPr>
          <a:xfrm>
            <a:off x="479425" y="671987"/>
            <a:ext cx="9035257" cy="952026"/>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0" name="Google Shape;410;p112"/>
          <p:cNvSpPr txBox="1">
            <a:spLocks noGrp="1"/>
          </p:cNvSpPr>
          <p:nvPr>
            <p:ph type="body" idx="6"/>
          </p:nvPr>
        </p:nvSpPr>
        <p:spPr>
          <a:xfrm>
            <a:off x="8277224" y="3213881"/>
            <a:ext cx="3409949"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51596120"/>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matchingName="Five Content Numbered">
  <p:cSld name="Five Content Numbered">
    <p:spTree>
      <p:nvGrpSpPr>
        <p:cNvPr id="1" name="Shape 411"/>
        <p:cNvGrpSpPr/>
        <p:nvPr/>
      </p:nvGrpSpPr>
      <p:grpSpPr>
        <a:xfrm>
          <a:off x="0" y="0"/>
          <a:ext cx="0" cy="0"/>
          <a:chOff x="0" y="0"/>
          <a:chExt cx="0" cy="0"/>
        </a:xfrm>
      </p:grpSpPr>
      <p:sp>
        <p:nvSpPr>
          <p:cNvPr id="412" name="Google Shape;412;p113"/>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11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414" name="Google Shape;414;p113"/>
          <p:cNvSpPr txBox="1">
            <a:spLocks noGrp="1"/>
          </p:cNvSpPr>
          <p:nvPr>
            <p:ph type="body" idx="1"/>
          </p:nvPr>
        </p:nvSpPr>
        <p:spPr>
          <a:xfrm>
            <a:off x="499169"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15" name="Google Shape;415;p113"/>
          <p:cNvSpPr txBox="1">
            <a:spLocks noGrp="1"/>
          </p:cNvSpPr>
          <p:nvPr>
            <p:ph type="body" idx="2"/>
          </p:nvPr>
        </p:nvSpPr>
        <p:spPr>
          <a:xfrm>
            <a:off x="479425"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16" name="Google Shape;416;p113"/>
          <p:cNvCxnSpPr/>
          <p:nvPr/>
        </p:nvCxnSpPr>
        <p:spPr>
          <a:xfrm>
            <a:off x="477044" y="2303251"/>
            <a:ext cx="1958400" cy="0"/>
          </a:xfrm>
          <a:prstGeom prst="straightConnector1">
            <a:avLst/>
          </a:prstGeom>
          <a:noFill/>
          <a:ln w="19050" cap="flat" cmpd="sng">
            <a:solidFill>
              <a:srgbClr val="D8D8D8"/>
            </a:solidFill>
            <a:prstDash val="solid"/>
            <a:miter lim="800000"/>
            <a:headEnd type="none" w="sm" len="sm"/>
            <a:tailEnd type="none" w="sm" len="sm"/>
          </a:ln>
        </p:spPr>
      </p:cxnSp>
      <p:sp>
        <p:nvSpPr>
          <p:cNvPr id="417" name="Google Shape;417;p113"/>
          <p:cNvSpPr txBox="1">
            <a:spLocks noGrp="1"/>
          </p:cNvSpPr>
          <p:nvPr>
            <p:ph type="body" idx="3"/>
          </p:nvPr>
        </p:nvSpPr>
        <p:spPr>
          <a:xfrm>
            <a:off x="2812380"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18" name="Google Shape;418;p113"/>
          <p:cNvSpPr txBox="1">
            <a:spLocks noGrp="1"/>
          </p:cNvSpPr>
          <p:nvPr>
            <p:ph type="body" idx="4"/>
          </p:nvPr>
        </p:nvSpPr>
        <p:spPr>
          <a:xfrm>
            <a:off x="2797572"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19" name="Google Shape;419;p113"/>
          <p:cNvCxnSpPr/>
          <p:nvPr/>
        </p:nvCxnSpPr>
        <p:spPr>
          <a:xfrm>
            <a:off x="2755424" y="2303251"/>
            <a:ext cx="1958400" cy="0"/>
          </a:xfrm>
          <a:prstGeom prst="straightConnector1">
            <a:avLst/>
          </a:prstGeom>
          <a:noFill/>
          <a:ln w="19050" cap="flat" cmpd="sng">
            <a:solidFill>
              <a:srgbClr val="D8D8D8"/>
            </a:solidFill>
            <a:prstDash val="solid"/>
            <a:miter lim="800000"/>
            <a:headEnd type="none" w="sm" len="sm"/>
            <a:tailEnd type="none" w="sm" len="sm"/>
          </a:ln>
        </p:spPr>
      </p:cxnSp>
      <p:sp>
        <p:nvSpPr>
          <p:cNvPr id="420" name="Google Shape;420;p113"/>
          <p:cNvSpPr txBox="1">
            <a:spLocks noGrp="1"/>
          </p:cNvSpPr>
          <p:nvPr>
            <p:ph type="body" idx="5"/>
          </p:nvPr>
        </p:nvSpPr>
        <p:spPr>
          <a:xfrm>
            <a:off x="5125591"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21" name="Google Shape;421;p113"/>
          <p:cNvSpPr txBox="1">
            <a:spLocks noGrp="1"/>
          </p:cNvSpPr>
          <p:nvPr>
            <p:ph type="body" idx="6"/>
          </p:nvPr>
        </p:nvSpPr>
        <p:spPr>
          <a:xfrm>
            <a:off x="5115719"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22" name="Google Shape;422;p113"/>
          <p:cNvCxnSpPr/>
          <p:nvPr/>
        </p:nvCxnSpPr>
        <p:spPr>
          <a:xfrm>
            <a:off x="5081270" y="2303251"/>
            <a:ext cx="1958400" cy="0"/>
          </a:xfrm>
          <a:prstGeom prst="straightConnector1">
            <a:avLst/>
          </a:prstGeom>
          <a:noFill/>
          <a:ln w="19050" cap="flat" cmpd="sng">
            <a:solidFill>
              <a:srgbClr val="D8D8D8"/>
            </a:solidFill>
            <a:prstDash val="solid"/>
            <a:miter lim="800000"/>
            <a:headEnd type="none" w="sm" len="sm"/>
            <a:tailEnd type="none" w="sm" len="sm"/>
          </a:ln>
        </p:spPr>
      </p:cxnSp>
      <p:sp>
        <p:nvSpPr>
          <p:cNvPr id="423" name="Google Shape;423;p113"/>
          <p:cNvSpPr txBox="1">
            <a:spLocks noGrp="1"/>
          </p:cNvSpPr>
          <p:nvPr>
            <p:ph type="body" idx="7"/>
          </p:nvPr>
        </p:nvSpPr>
        <p:spPr>
          <a:xfrm>
            <a:off x="7438802"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24" name="Google Shape;424;p113"/>
          <p:cNvSpPr txBox="1">
            <a:spLocks noGrp="1"/>
          </p:cNvSpPr>
          <p:nvPr>
            <p:ph type="body" idx="8"/>
          </p:nvPr>
        </p:nvSpPr>
        <p:spPr>
          <a:xfrm>
            <a:off x="7433866"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25" name="Google Shape;425;p113"/>
          <p:cNvCxnSpPr/>
          <p:nvPr/>
        </p:nvCxnSpPr>
        <p:spPr>
          <a:xfrm>
            <a:off x="7407116" y="2303251"/>
            <a:ext cx="1958400" cy="0"/>
          </a:xfrm>
          <a:prstGeom prst="straightConnector1">
            <a:avLst/>
          </a:prstGeom>
          <a:noFill/>
          <a:ln w="19050" cap="flat" cmpd="sng">
            <a:solidFill>
              <a:srgbClr val="D8D8D8"/>
            </a:solidFill>
            <a:prstDash val="solid"/>
            <a:miter lim="800000"/>
            <a:headEnd type="none" w="sm" len="sm"/>
            <a:tailEnd type="none" w="sm" len="sm"/>
          </a:ln>
        </p:spPr>
      </p:cxnSp>
      <p:sp>
        <p:nvSpPr>
          <p:cNvPr id="426" name="Google Shape;426;p113"/>
          <p:cNvSpPr txBox="1">
            <a:spLocks noGrp="1"/>
          </p:cNvSpPr>
          <p:nvPr>
            <p:ph type="body" idx="9"/>
          </p:nvPr>
        </p:nvSpPr>
        <p:spPr>
          <a:xfrm>
            <a:off x="9752012"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27" name="Google Shape;427;p113"/>
          <p:cNvSpPr txBox="1">
            <a:spLocks noGrp="1"/>
          </p:cNvSpPr>
          <p:nvPr>
            <p:ph type="body" idx="13"/>
          </p:nvPr>
        </p:nvSpPr>
        <p:spPr>
          <a:xfrm>
            <a:off x="9752012"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28" name="Google Shape;428;p113"/>
          <p:cNvCxnSpPr/>
          <p:nvPr/>
        </p:nvCxnSpPr>
        <p:spPr>
          <a:xfrm>
            <a:off x="9732963" y="2303251"/>
            <a:ext cx="1958400" cy="0"/>
          </a:xfrm>
          <a:prstGeom prst="straightConnector1">
            <a:avLst/>
          </a:prstGeom>
          <a:noFill/>
          <a:ln w="19050" cap="flat" cmpd="sng">
            <a:solidFill>
              <a:srgbClr val="D8D8D8"/>
            </a:solidFill>
            <a:prstDash val="solid"/>
            <a:miter lim="800000"/>
            <a:headEnd type="none" w="sm" len="sm"/>
            <a:tailEnd type="none" w="sm" len="sm"/>
          </a:ln>
        </p:spPr>
      </p:cxnSp>
    </p:spTree>
    <p:extLst>
      <p:ext uri="{BB962C8B-B14F-4D97-AF65-F5344CB8AC3E}">
        <p14:creationId xmlns:p14="http://schemas.microsoft.com/office/powerpoint/2010/main" val="4219840383"/>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matchingName="1_Five Content Numbered">
  <p:cSld name="1_Five Content Numbered">
    <p:spTree>
      <p:nvGrpSpPr>
        <p:cNvPr id="1" name="Shape 429"/>
        <p:cNvGrpSpPr/>
        <p:nvPr/>
      </p:nvGrpSpPr>
      <p:grpSpPr>
        <a:xfrm>
          <a:off x="0" y="0"/>
          <a:ext cx="0" cy="0"/>
          <a:chOff x="0" y="0"/>
          <a:chExt cx="0" cy="0"/>
        </a:xfrm>
      </p:grpSpPr>
      <p:sp>
        <p:nvSpPr>
          <p:cNvPr id="430" name="Google Shape;430;p114"/>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1" name="Google Shape;431;p11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432" name="Google Shape;432;p114"/>
          <p:cNvSpPr txBox="1">
            <a:spLocks noGrp="1"/>
          </p:cNvSpPr>
          <p:nvPr>
            <p:ph type="body" idx="1"/>
          </p:nvPr>
        </p:nvSpPr>
        <p:spPr>
          <a:xfrm>
            <a:off x="499169"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33" name="Google Shape;433;p114"/>
          <p:cNvSpPr txBox="1">
            <a:spLocks noGrp="1"/>
          </p:cNvSpPr>
          <p:nvPr>
            <p:ph type="body" idx="2"/>
          </p:nvPr>
        </p:nvSpPr>
        <p:spPr>
          <a:xfrm>
            <a:off x="479425" y="2520839"/>
            <a:ext cx="2469600"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34" name="Google Shape;434;p114"/>
          <p:cNvCxnSpPr/>
          <p:nvPr/>
        </p:nvCxnSpPr>
        <p:spPr>
          <a:xfrm>
            <a:off x="477044" y="2303251"/>
            <a:ext cx="2470805" cy="0"/>
          </a:xfrm>
          <a:prstGeom prst="straightConnector1">
            <a:avLst/>
          </a:prstGeom>
          <a:noFill/>
          <a:ln w="19050" cap="flat" cmpd="sng">
            <a:solidFill>
              <a:srgbClr val="D8D8D8"/>
            </a:solidFill>
            <a:prstDash val="solid"/>
            <a:miter lim="800000"/>
            <a:headEnd type="none" w="sm" len="sm"/>
            <a:tailEnd type="none" w="sm" len="sm"/>
          </a:ln>
        </p:spPr>
      </p:cxnSp>
      <p:sp>
        <p:nvSpPr>
          <p:cNvPr id="435" name="Google Shape;435;p114"/>
          <p:cNvSpPr txBox="1">
            <a:spLocks noGrp="1"/>
          </p:cNvSpPr>
          <p:nvPr>
            <p:ph type="body" idx="3"/>
          </p:nvPr>
        </p:nvSpPr>
        <p:spPr>
          <a:xfrm>
            <a:off x="3901008"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36" name="Google Shape;436;p114"/>
          <p:cNvSpPr txBox="1">
            <a:spLocks noGrp="1"/>
          </p:cNvSpPr>
          <p:nvPr>
            <p:ph type="body" idx="4"/>
          </p:nvPr>
        </p:nvSpPr>
        <p:spPr>
          <a:xfrm>
            <a:off x="3886200" y="2520839"/>
            <a:ext cx="2468424"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37" name="Google Shape;437;p114"/>
          <p:cNvCxnSpPr/>
          <p:nvPr/>
        </p:nvCxnSpPr>
        <p:spPr>
          <a:xfrm>
            <a:off x="3844052" y="2303251"/>
            <a:ext cx="2469600" cy="0"/>
          </a:xfrm>
          <a:prstGeom prst="straightConnector1">
            <a:avLst/>
          </a:prstGeom>
          <a:noFill/>
          <a:ln w="19050" cap="flat" cmpd="sng">
            <a:solidFill>
              <a:srgbClr val="D8D8D8"/>
            </a:solidFill>
            <a:prstDash val="solid"/>
            <a:miter lim="800000"/>
            <a:headEnd type="none" w="sm" len="sm"/>
            <a:tailEnd type="none" w="sm" len="sm"/>
          </a:ln>
        </p:spPr>
      </p:cxnSp>
      <p:sp>
        <p:nvSpPr>
          <p:cNvPr id="438" name="Google Shape;438;p114"/>
          <p:cNvSpPr txBox="1">
            <a:spLocks noGrp="1"/>
          </p:cNvSpPr>
          <p:nvPr>
            <p:ph type="body" idx="5"/>
          </p:nvPr>
        </p:nvSpPr>
        <p:spPr>
          <a:xfrm>
            <a:off x="7274411"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39" name="Google Shape;439;p114"/>
          <p:cNvSpPr txBox="1">
            <a:spLocks noGrp="1"/>
          </p:cNvSpPr>
          <p:nvPr>
            <p:ph type="body" idx="6"/>
          </p:nvPr>
        </p:nvSpPr>
        <p:spPr>
          <a:xfrm>
            <a:off x="7264539" y="2520839"/>
            <a:ext cx="2468424"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40" name="Google Shape;440;p114"/>
          <p:cNvCxnSpPr/>
          <p:nvPr/>
        </p:nvCxnSpPr>
        <p:spPr>
          <a:xfrm>
            <a:off x="7230090" y="2303251"/>
            <a:ext cx="2469600" cy="0"/>
          </a:xfrm>
          <a:prstGeom prst="straightConnector1">
            <a:avLst/>
          </a:prstGeom>
          <a:noFill/>
          <a:ln w="19050" cap="flat" cmpd="sng">
            <a:solidFill>
              <a:srgbClr val="D8D8D8"/>
            </a:solidFill>
            <a:prstDash val="solid"/>
            <a:miter lim="800000"/>
            <a:headEnd type="none" w="sm" len="sm"/>
            <a:tailEnd type="none" w="sm" len="sm"/>
          </a:ln>
        </p:spPr>
      </p:cxnSp>
    </p:spTree>
    <p:extLst>
      <p:ext uri="{BB962C8B-B14F-4D97-AF65-F5344CB8AC3E}">
        <p14:creationId xmlns:p14="http://schemas.microsoft.com/office/powerpoint/2010/main" val="245499397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matchingName="Title Only pink" type="titleOnly">
  <p:cSld name="Title Only pink">
    <p:bg>
      <p:bgPr>
        <a:solidFill>
          <a:schemeClr val="dk2"/>
        </a:solidFill>
        <a:effectLst/>
      </p:bgPr>
    </p:bg>
    <p:spTree>
      <p:nvGrpSpPr>
        <p:cNvPr id="1" name="Shape 441"/>
        <p:cNvGrpSpPr/>
        <p:nvPr/>
      </p:nvGrpSpPr>
      <p:grpSpPr>
        <a:xfrm>
          <a:off x="0" y="0"/>
          <a:ext cx="0" cy="0"/>
          <a:chOff x="0" y="0"/>
          <a:chExt cx="0" cy="0"/>
        </a:xfrm>
      </p:grpSpPr>
      <p:sp>
        <p:nvSpPr>
          <p:cNvPr id="442" name="Google Shape;442;p115"/>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3" name="Google Shape;443;p11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426139619"/>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matchingName="Title Only purple">
  <p:cSld name="Title Only purple">
    <p:bg>
      <p:bgPr>
        <a:solidFill>
          <a:schemeClr val="accent2"/>
        </a:solidFill>
        <a:effectLst/>
      </p:bgPr>
    </p:bg>
    <p:spTree>
      <p:nvGrpSpPr>
        <p:cNvPr id="1" name="Shape 444"/>
        <p:cNvGrpSpPr/>
        <p:nvPr/>
      </p:nvGrpSpPr>
      <p:grpSpPr>
        <a:xfrm>
          <a:off x="0" y="0"/>
          <a:ext cx="0" cy="0"/>
          <a:chOff x="0" y="0"/>
          <a:chExt cx="0" cy="0"/>
        </a:xfrm>
      </p:grpSpPr>
      <p:sp>
        <p:nvSpPr>
          <p:cNvPr id="445" name="Google Shape;445;p116"/>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6" name="Google Shape;446;p116"/>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4493862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matchingName="Two Content Half pink">
  <p:cSld name="Two Content Half pink">
    <p:spTree>
      <p:nvGrpSpPr>
        <p:cNvPr id="1" name="Shape 447"/>
        <p:cNvGrpSpPr/>
        <p:nvPr/>
      </p:nvGrpSpPr>
      <p:grpSpPr>
        <a:xfrm>
          <a:off x="0" y="0"/>
          <a:ext cx="0" cy="0"/>
          <a:chOff x="0" y="0"/>
          <a:chExt cx="0" cy="0"/>
        </a:xfrm>
      </p:grpSpPr>
    </p:spTree>
    <p:extLst>
      <p:ext uri="{BB962C8B-B14F-4D97-AF65-F5344CB8AC3E}">
        <p14:creationId xmlns:p14="http://schemas.microsoft.com/office/powerpoint/2010/main" val="319147952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matchingName="Key Message grey">
  <p:cSld name="Key Message grey">
    <p:bg>
      <p:bgPr>
        <a:solidFill>
          <a:schemeClr val="lt2"/>
        </a:solidFill>
        <a:effectLst/>
      </p:bgPr>
    </p:bg>
    <p:spTree>
      <p:nvGrpSpPr>
        <p:cNvPr id="1" name="Shape 448"/>
        <p:cNvGrpSpPr/>
        <p:nvPr/>
      </p:nvGrpSpPr>
      <p:grpSpPr>
        <a:xfrm>
          <a:off x="0" y="0"/>
          <a:ext cx="0" cy="0"/>
          <a:chOff x="0" y="0"/>
          <a:chExt cx="0" cy="0"/>
        </a:xfrm>
      </p:grpSpPr>
      <p:pic>
        <p:nvPicPr>
          <p:cNvPr id="449" name="Google Shape;449;p118" descr="Shape&#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50" name="Google Shape;450;p118"/>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451" name="Google Shape;451;p118"/>
          <p:cNvSpPr txBox="1">
            <a:spLocks noGrp="1"/>
          </p:cNvSpPr>
          <p:nvPr>
            <p:ph type="body" idx="1"/>
          </p:nvPr>
        </p:nvSpPr>
        <p:spPr>
          <a:xfrm>
            <a:off x="1939925" y="3429000"/>
            <a:ext cx="3066790" cy="1903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400"/>
              <a:buNone/>
              <a:defRPr sz="1400" b="0" i="0" cap="none">
                <a:solidFill>
                  <a:schemeClr val="dk2"/>
                </a:solidFill>
                <a:latin typeface="Arial"/>
                <a:ea typeface="Arial"/>
                <a:cs typeface="Arial"/>
                <a:sym typeface="Arial"/>
              </a:defRPr>
            </a:lvl1pPr>
            <a:lvl2pPr marL="914400" lvl="1" indent="-228600" algn="l">
              <a:lnSpc>
                <a:spcPct val="100000"/>
              </a:lnSpc>
              <a:spcBef>
                <a:spcPts val="0"/>
              </a:spcBef>
              <a:spcAft>
                <a:spcPts val="0"/>
              </a:spcAft>
              <a:buClr>
                <a:schemeClr val="dk2"/>
              </a:buClr>
              <a:buSzPts val="1400"/>
              <a:buNone/>
              <a:defRPr sz="1400" b="0" cap="none">
                <a:solidFill>
                  <a:schemeClr val="dk2"/>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452" name="Google Shape;452;p118"/>
          <p:cNvSpPr txBox="1">
            <a:spLocks noGrp="1"/>
          </p:cNvSpPr>
          <p:nvPr>
            <p:ph type="ctrTitle"/>
          </p:nvPr>
        </p:nvSpPr>
        <p:spPr>
          <a:xfrm>
            <a:off x="479425" y="671513"/>
            <a:ext cx="5846424" cy="2352902"/>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accent2"/>
              </a:buClr>
              <a:buSzPts val="4800"/>
              <a:buFont typeface="Times New Roman"/>
              <a:buNone/>
              <a:defRPr sz="48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3" name="Google Shape;453;p118"/>
          <p:cNvSpPr>
            <a:spLocks noGrp="1"/>
          </p:cNvSpPr>
          <p:nvPr>
            <p:ph type="pic" idx="2"/>
          </p:nvPr>
        </p:nvSpPr>
        <p:spPr>
          <a:xfrm>
            <a:off x="488134" y="3437709"/>
            <a:ext cx="968785" cy="968780"/>
          </a:xfrm>
          <a:prstGeom prst="ellipse">
            <a:avLst/>
          </a:prstGeom>
          <a:solidFill>
            <a:schemeClr val="accent3"/>
          </a:solidFill>
          <a:ln>
            <a:noFill/>
          </a:ln>
        </p:spPr>
      </p:sp>
    </p:spTree>
    <p:extLst>
      <p:ext uri="{BB962C8B-B14F-4D97-AF65-F5344CB8AC3E}">
        <p14:creationId xmlns:p14="http://schemas.microsoft.com/office/powerpoint/2010/main" val="4074726430"/>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matchingName="1_End slide purple">
  <p:cSld name="1_End slide purple">
    <p:bg>
      <p:bgPr>
        <a:solidFill>
          <a:schemeClr val="accent2"/>
        </a:solidFill>
        <a:effectLst/>
      </p:bgPr>
    </p:bg>
    <p:spTree>
      <p:nvGrpSpPr>
        <p:cNvPr id="1" name="Shape 454"/>
        <p:cNvGrpSpPr/>
        <p:nvPr/>
      </p:nvGrpSpPr>
      <p:grpSpPr>
        <a:xfrm>
          <a:off x="0" y="0"/>
          <a:ext cx="0" cy="0"/>
          <a:chOff x="0" y="0"/>
          <a:chExt cx="0" cy="0"/>
        </a:xfrm>
      </p:grpSpPr>
      <p:sp>
        <p:nvSpPr>
          <p:cNvPr id="455" name="Google Shape;455;p70"/>
          <p:cNvSpPr txBox="1">
            <a:spLocks noGrp="1"/>
          </p:cNvSpPr>
          <p:nvPr>
            <p:ph type="ctrTitle"/>
          </p:nvPr>
        </p:nvSpPr>
        <p:spPr>
          <a:xfrm>
            <a:off x="992187" y="4633060"/>
            <a:ext cx="6796088" cy="590931"/>
          </a:xfrm>
          <a:prstGeom prst="rect">
            <a:avLst/>
          </a:prstGeom>
          <a:noFill/>
          <a:ln>
            <a:noFill/>
          </a:ln>
        </p:spPr>
        <p:txBody>
          <a:bodyPr spcFirstLastPara="1" wrap="square" lIns="0" tIns="0" rIns="0" bIns="0" anchor="t" anchorCtr="0">
            <a:sp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56" name="Google Shape;456;p70"/>
          <p:cNvPicPr preferRelativeResize="0"/>
          <p:nvPr/>
        </p:nvPicPr>
        <p:blipFill rotWithShape="1">
          <a:blip r:embed="rId2">
            <a:alphaModFix/>
          </a:blip>
          <a:srcRect/>
          <a:stretch/>
        </p:blipFill>
        <p:spPr>
          <a:xfrm>
            <a:off x="965200" y="664254"/>
            <a:ext cx="1080195" cy="341383"/>
          </a:xfrm>
          <a:prstGeom prst="rect">
            <a:avLst/>
          </a:prstGeom>
          <a:noFill/>
          <a:ln>
            <a:noFill/>
          </a:ln>
        </p:spPr>
      </p:pic>
      <p:sp>
        <p:nvSpPr>
          <p:cNvPr id="457" name="Google Shape;457;p70"/>
          <p:cNvSpPr txBox="1">
            <a:spLocks noGrp="1"/>
          </p:cNvSpPr>
          <p:nvPr>
            <p:ph type="body" idx="1"/>
          </p:nvPr>
        </p:nvSpPr>
        <p:spPr>
          <a:xfrm>
            <a:off x="992187" y="5741822"/>
            <a:ext cx="6796088"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600"/>
              <a:buNone/>
              <a:defRPr sz="1600" b="0" i="0" cap="none">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pic>
        <p:nvPicPr>
          <p:cNvPr id="458" name="Google Shape;458;p70"/>
          <p:cNvPicPr preferRelativeResize="0"/>
          <p:nvPr/>
        </p:nvPicPr>
        <p:blipFill rotWithShape="1">
          <a:blip r:embed="rId3">
            <a:alphaModFix/>
          </a:blip>
          <a:srcRect/>
          <a:stretch/>
        </p:blipFill>
        <p:spPr>
          <a:xfrm>
            <a:off x="7805482" y="664254"/>
            <a:ext cx="3995224" cy="1368941"/>
          </a:xfrm>
          <a:prstGeom prst="rect">
            <a:avLst/>
          </a:prstGeom>
          <a:noFill/>
          <a:ln>
            <a:noFill/>
          </a:ln>
        </p:spPr>
      </p:pic>
    </p:spTree>
    <p:extLst>
      <p:ext uri="{BB962C8B-B14F-4D97-AF65-F5344CB8AC3E}">
        <p14:creationId xmlns:p14="http://schemas.microsoft.com/office/powerpoint/2010/main" val="913196859"/>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matchingName="End slide purple">
  <p:cSld name="End slide purple">
    <p:bg>
      <p:bgPr>
        <a:solidFill>
          <a:schemeClr val="dk2"/>
        </a:solidFill>
        <a:effectLst/>
      </p:bgPr>
    </p:bg>
    <p:spTree>
      <p:nvGrpSpPr>
        <p:cNvPr id="1" name="Shape 459"/>
        <p:cNvGrpSpPr/>
        <p:nvPr/>
      </p:nvGrpSpPr>
      <p:grpSpPr>
        <a:xfrm>
          <a:off x="0" y="0"/>
          <a:ext cx="0" cy="0"/>
          <a:chOff x="0" y="0"/>
          <a:chExt cx="0" cy="0"/>
        </a:xfrm>
      </p:grpSpPr>
      <p:pic>
        <p:nvPicPr>
          <p:cNvPr id="460" name="Google Shape;460;p119"/>
          <p:cNvPicPr preferRelativeResize="0"/>
          <p:nvPr/>
        </p:nvPicPr>
        <p:blipFill rotWithShape="1">
          <a:blip r:embed="rId2">
            <a:alphaModFix/>
          </a:blip>
          <a:srcRect/>
          <a:stretch/>
        </p:blipFill>
        <p:spPr>
          <a:xfrm>
            <a:off x="965200" y="687772"/>
            <a:ext cx="1080195" cy="341383"/>
          </a:xfrm>
          <a:prstGeom prst="rect">
            <a:avLst/>
          </a:prstGeom>
          <a:noFill/>
          <a:ln>
            <a:noFill/>
          </a:ln>
        </p:spPr>
      </p:pic>
      <p:sp>
        <p:nvSpPr>
          <p:cNvPr id="461" name="Google Shape;461;p119"/>
          <p:cNvSpPr txBox="1">
            <a:spLocks noGrp="1"/>
          </p:cNvSpPr>
          <p:nvPr>
            <p:ph type="ctrTitle"/>
          </p:nvPr>
        </p:nvSpPr>
        <p:spPr>
          <a:xfrm>
            <a:off x="992187" y="1596079"/>
            <a:ext cx="6796088" cy="1394547"/>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5400"/>
              <a:buFont typeface="Times New Roman"/>
              <a:buNone/>
              <a:defRPr sz="54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2" name="Google Shape;462;p119"/>
          <p:cNvSpPr txBox="1">
            <a:spLocks noGrp="1"/>
          </p:cNvSpPr>
          <p:nvPr>
            <p:ph type="body" idx="1"/>
          </p:nvPr>
        </p:nvSpPr>
        <p:spPr>
          <a:xfrm>
            <a:off x="965200" y="4887966"/>
            <a:ext cx="2521919"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lt1"/>
              </a:buClr>
              <a:buSzPts val="1600"/>
              <a:buFont typeface="Arial"/>
              <a:buNone/>
              <a:defRPr sz="1600" b="0">
                <a:solidFill>
                  <a:schemeClr val="lt1"/>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63" name="Google Shape;463;p119"/>
          <p:cNvSpPr txBox="1">
            <a:spLocks noGrp="1"/>
          </p:cNvSpPr>
          <p:nvPr>
            <p:ph type="body" idx="2"/>
          </p:nvPr>
        </p:nvSpPr>
        <p:spPr>
          <a:xfrm>
            <a:off x="965200" y="5252146"/>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64" name="Google Shape;464;p119"/>
          <p:cNvSpPr txBox="1">
            <a:spLocks noGrp="1"/>
          </p:cNvSpPr>
          <p:nvPr>
            <p:ph type="body" idx="3"/>
          </p:nvPr>
        </p:nvSpPr>
        <p:spPr>
          <a:xfrm>
            <a:off x="965200" y="5464390"/>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65" name="Google Shape;465;p119"/>
          <p:cNvSpPr txBox="1">
            <a:spLocks noGrp="1"/>
          </p:cNvSpPr>
          <p:nvPr>
            <p:ph type="body" idx="4"/>
          </p:nvPr>
        </p:nvSpPr>
        <p:spPr>
          <a:xfrm>
            <a:off x="965200" y="5676634"/>
            <a:ext cx="2521919"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2"/>
              </a:buClr>
              <a:buSzPts val="1000"/>
              <a:buFont typeface="Arial"/>
              <a:buNone/>
              <a:defRPr sz="1000" b="0">
                <a:solidFill>
                  <a:schemeClr val="lt2"/>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66" name="Google Shape;466;p119"/>
          <p:cNvSpPr txBox="1">
            <a:spLocks noGrp="1"/>
          </p:cNvSpPr>
          <p:nvPr>
            <p:ph type="body" idx="5"/>
          </p:nvPr>
        </p:nvSpPr>
        <p:spPr>
          <a:xfrm>
            <a:off x="965200" y="5888878"/>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lt2"/>
              </a:buClr>
              <a:buSzPts val="1000"/>
              <a:buFont typeface="Arial"/>
              <a:buNone/>
              <a:defRPr sz="1000" b="0">
                <a:solidFill>
                  <a:schemeClr val="l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67" name="Google Shape;467;p119"/>
          <p:cNvSpPr txBox="1">
            <a:spLocks noGrp="1"/>
          </p:cNvSpPr>
          <p:nvPr>
            <p:ph type="body" idx="6"/>
          </p:nvPr>
        </p:nvSpPr>
        <p:spPr>
          <a:xfrm>
            <a:off x="992187" y="3447821"/>
            <a:ext cx="6796088"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accent2"/>
              </a:buClr>
              <a:buSzPts val="1600"/>
              <a:buNone/>
              <a:defRPr sz="16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468" name="Google Shape;468;p119"/>
          <p:cNvSpPr txBox="1">
            <a:spLocks noGrp="1"/>
          </p:cNvSpPr>
          <p:nvPr>
            <p:ph type="body" idx="7"/>
          </p:nvPr>
        </p:nvSpPr>
        <p:spPr>
          <a:xfrm>
            <a:off x="8496578" y="1604585"/>
            <a:ext cx="2922588"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accent2"/>
              </a:buClr>
              <a:buSzPts val="1600"/>
              <a:buNone/>
              <a:defRPr sz="16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469" name="Google Shape;469;p119"/>
          <p:cNvSpPr>
            <a:spLocks noGrp="1"/>
          </p:cNvSpPr>
          <p:nvPr>
            <p:ph type="pic" idx="8"/>
          </p:nvPr>
        </p:nvSpPr>
        <p:spPr>
          <a:xfrm>
            <a:off x="965200" y="3975165"/>
            <a:ext cx="804228" cy="804224"/>
          </a:xfrm>
          <a:prstGeom prst="ellipse">
            <a:avLst/>
          </a:prstGeom>
          <a:solidFill>
            <a:schemeClr val="accent3"/>
          </a:solidFill>
          <a:ln>
            <a:noFill/>
          </a:ln>
        </p:spPr>
      </p:sp>
      <p:sp>
        <p:nvSpPr>
          <p:cNvPr id="470" name="Google Shape;470;p119"/>
          <p:cNvSpPr txBox="1">
            <a:spLocks noGrp="1"/>
          </p:cNvSpPr>
          <p:nvPr>
            <p:ph type="body" idx="9"/>
          </p:nvPr>
        </p:nvSpPr>
        <p:spPr>
          <a:xfrm>
            <a:off x="3886200" y="4899455"/>
            <a:ext cx="2521919"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lt1"/>
              </a:buClr>
              <a:buSzPts val="1600"/>
              <a:buFont typeface="Arial"/>
              <a:buNone/>
              <a:defRPr sz="1600" b="0">
                <a:solidFill>
                  <a:schemeClr val="lt1"/>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71" name="Google Shape;471;p119"/>
          <p:cNvSpPr>
            <a:spLocks noGrp="1"/>
          </p:cNvSpPr>
          <p:nvPr>
            <p:ph type="pic" idx="13"/>
          </p:nvPr>
        </p:nvSpPr>
        <p:spPr>
          <a:xfrm>
            <a:off x="3886200" y="3986654"/>
            <a:ext cx="804228" cy="804224"/>
          </a:xfrm>
          <a:prstGeom prst="ellipse">
            <a:avLst/>
          </a:prstGeom>
          <a:solidFill>
            <a:schemeClr val="accent3"/>
          </a:solidFill>
          <a:ln>
            <a:noFill/>
          </a:ln>
        </p:spPr>
      </p:sp>
      <p:sp>
        <p:nvSpPr>
          <p:cNvPr id="472" name="Google Shape;472;p119"/>
          <p:cNvSpPr txBox="1">
            <a:spLocks noGrp="1"/>
          </p:cNvSpPr>
          <p:nvPr>
            <p:ph type="body" idx="14"/>
          </p:nvPr>
        </p:nvSpPr>
        <p:spPr>
          <a:xfrm>
            <a:off x="6835088" y="4887966"/>
            <a:ext cx="2521919"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lt1"/>
              </a:buClr>
              <a:buSzPts val="1600"/>
              <a:buFont typeface="Arial"/>
              <a:buNone/>
              <a:defRPr sz="1600" b="0">
                <a:solidFill>
                  <a:schemeClr val="lt1"/>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73" name="Google Shape;473;p119"/>
          <p:cNvSpPr>
            <a:spLocks noGrp="1"/>
          </p:cNvSpPr>
          <p:nvPr>
            <p:ph type="pic" idx="15"/>
          </p:nvPr>
        </p:nvSpPr>
        <p:spPr>
          <a:xfrm>
            <a:off x="6835088" y="3975165"/>
            <a:ext cx="804228" cy="804224"/>
          </a:xfrm>
          <a:prstGeom prst="ellipse">
            <a:avLst/>
          </a:prstGeom>
          <a:solidFill>
            <a:schemeClr val="accent3"/>
          </a:solidFill>
          <a:ln>
            <a:noFill/>
          </a:ln>
        </p:spPr>
      </p:sp>
      <p:sp>
        <p:nvSpPr>
          <p:cNvPr id="474" name="Google Shape;474;p119"/>
          <p:cNvSpPr txBox="1">
            <a:spLocks noGrp="1"/>
          </p:cNvSpPr>
          <p:nvPr>
            <p:ph type="body" idx="16"/>
          </p:nvPr>
        </p:nvSpPr>
        <p:spPr>
          <a:xfrm>
            <a:off x="3892378" y="5252146"/>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5" name="Google Shape;475;p119"/>
          <p:cNvSpPr txBox="1">
            <a:spLocks noGrp="1"/>
          </p:cNvSpPr>
          <p:nvPr>
            <p:ph type="body" idx="17"/>
          </p:nvPr>
        </p:nvSpPr>
        <p:spPr>
          <a:xfrm>
            <a:off x="3892378" y="5464390"/>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6" name="Google Shape;476;p119"/>
          <p:cNvSpPr txBox="1">
            <a:spLocks noGrp="1"/>
          </p:cNvSpPr>
          <p:nvPr>
            <p:ph type="body" idx="18"/>
          </p:nvPr>
        </p:nvSpPr>
        <p:spPr>
          <a:xfrm>
            <a:off x="3892378" y="5676634"/>
            <a:ext cx="2521919"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2"/>
              </a:buClr>
              <a:buSzPts val="1000"/>
              <a:buFont typeface="Arial"/>
              <a:buNone/>
              <a:defRPr sz="1000" b="0">
                <a:solidFill>
                  <a:schemeClr val="lt2"/>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7" name="Google Shape;477;p119"/>
          <p:cNvSpPr txBox="1">
            <a:spLocks noGrp="1"/>
          </p:cNvSpPr>
          <p:nvPr>
            <p:ph type="body" idx="19"/>
          </p:nvPr>
        </p:nvSpPr>
        <p:spPr>
          <a:xfrm>
            <a:off x="3892378" y="5888878"/>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lt2"/>
              </a:buClr>
              <a:buSzPts val="1000"/>
              <a:buFont typeface="Arial"/>
              <a:buNone/>
              <a:defRPr sz="1000" b="0">
                <a:solidFill>
                  <a:schemeClr val="l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8" name="Google Shape;478;p119"/>
          <p:cNvSpPr txBox="1">
            <a:spLocks noGrp="1"/>
          </p:cNvSpPr>
          <p:nvPr>
            <p:ph type="body" idx="20"/>
          </p:nvPr>
        </p:nvSpPr>
        <p:spPr>
          <a:xfrm>
            <a:off x="6819556" y="5252146"/>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9" name="Google Shape;479;p119"/>
          <p:cNvSpPr txBox="1">
            <a:spLocks noGrp="1"/>
          </p:cNvSpPr>
          <p:nvPr>
            <p:ph type="body" idx="21"/>
          </p:nvPr>
        </p:nvSpPr>
        <p:spPr>
          <a:xfrm>
            <a:off x="6819556" y="5464390"/>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80" name="Google Shape;480;p119"/>
          <p:cNvSpPr txBox="1">
            <a:spLocks noGrp="1"/>
          </p:cNvSpPr>
          <p:nvPr>
            <p:ph type="body" idx="22"/>
          </p:nvPr>
        </p:nvSpPr>
        <p:spPr>
          <a:xfrm>
            <a:off x="6819556" y="5676634"/>
            <a:ext cx="2521919"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2"/>
              </a:buClr>
              <a:buSzPts val="1000"/>
              <a:buFont typeface="Arial"/>
              <a:buNone/>
              <a:defRPr sz="1000" b="0">
                <a:solidFill>
                  <a:schemeClr val="lt2"/>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81" name="Google Shape;481;p119"/>
          <p:cNvSpPr txBox="1">
            <a:spLocks noGrp="1"/>
          </p:cNvSpPr>
          <p:nvPr>
            <p:ph type="body" idx="23"/>
          </p:nvPr>
        </p:nvSpPr>
        <p:spPr>
          <a:xfrm>
            <a:off x="6819556" y="5888878"/>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lt2"/>
              </a:buClr>
              <a:buSzPts val="1000"/>
              <a:buFont typeface="Arial"/>
              <a:buNone/>
              <a:defRPr sz="1000" b="0">
                <a:solidFill>
                  <a:schemeClr val="l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Tree>
    <p:extLst>
      <p:ext uri="{BB962C8B-B14F-4D97-AF65-F5344CB8AC3E}">
        <p14:creationId xmlns:p14="http://schemas.microsoft.com/office/powerpoint/2010/main" val="1736405047"/>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matchingName="2_End slide purple">
  <p:cSld name="2_End slide purple">
    <p:bg>
      <p:bgPr>
        <a:solidFill>
          <a:schemeClr val="lt2"/>
        </a:solidFill>
        <a:effectLst/>
      </p:bgPr>
    </p:bg>
    <p:spTree>
      <p:nvGrpSpPr>
        <p:cNvPr id="1" name="Shape 482"/>
        <p:cNvGrpSpPr/>
        <p:nvPr/>
      </p:nvGrpSpPr>
      <p:grpSpPr>
        <a:xfrm>
          <a:off x="0" y="0"/>
          <a:ext cx="0" cy="0"/>
          <a:chOff x="0" y="0"/>
          <a:chExt cx="0" cy="0"/>
        </a:xfrm>
      </p:grpSpPr>
      <p:sp>
        <p:nvSpPr>
          <p:cNvPr id="483" name="Google Shape;483;p120"/>
          <p:cNvSpPr txBox="1">
            <a:spLocks noGrp="1"/>
          </p:cNvSpPr>
          <p:nvPr>
            <p:ph type="ctrTitle"/>
          </p:nvPr>
        </p:nvSpPr>
        <p:spPr>
          <a:xfrm>
            <a:off x="992187" y="1596079"/>
            <a:ext cx="6796088" cy="1394547"/>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accent2"/>
              </a:buClr>
              <a:buSzPts val="5400"/>
              <a:buFont typeface="Times New Roman"/>
              <a:buNone/>
              <a:defRPr sz="54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84" name="Google Shape;484;p120"/>
          <p:cNvPicPr preferRelativeResize="0"/>
          <p:nvPr/>
        </p:nvPicPr>
        <p:blipFill rotWithShape="1">
          <a:blip r:embed="rId2">
            <a:alphaModFix/>
          </a:blip>
          <a:srcRect/>
          <a:stretch/>
        </p:blipFill>
        <p:spPr>
          <a:xfrm>
            <a:off x="965200" y="687772"/>
            <a:ext cx="1080195" cy="341383"/>
          </a:xfrm>
          <a:prstGeom prst="rect">
            <a:avLst/>
          </a:prstGeom>
          <a:noFill/>
          <a:ln>
            <a:noFill/>
          </a:ln>
        </p:spPr>
      </p:pic>
      <p:sp>
        <p:nvSpPr>
          <p:cNvPr id="485" name="Google Shape;485;p120"/>
          <p:cNvSpPr txBox="1">
            <a:spLocks noGrp="1"/>
          </p:cNvSpPr>
          <p:nvPr>
            <p:ph type="body" idx="1"/>
          </p:nvPr>
        </p:nvSpPr>
        <p:spPr>
          <a:xfrm>
            <a:off x="8521262" y="1604585"/>
            <a:ext cx="3011214"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2"/>
              </a:buClr>
              <a:buSzPts val="1600"/>
              <a:buNone/>
              <a:defRPr sz="1600" b="0" i="0" cap="none">
                <a:solidFill>
                  <a:schemeClr val="dk2"/>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486" name="Google Shape;486;p120"/>
          <p:cNvSpPr txBox="1">
            <a:spLocks noGrp="1"/>
          </p:cNvSpPr>
          <p:nvPr>
            <p:ph type="body" idx="2"/>
          </p:nvPr>
        </p:nvSpPr>
        <p:spPr>
          <a:xfrm>
            <a:off x="965200" y="4887966"/>
            <a:ext cx="2653654"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dk2"/>
              </a:buClr>
              <a:buSzPts val="1600"/>
              <a:buFont typeface="Arial"/>
              <a:buNone/>
              <a:defRPr sz="1600" b="0">
                <a:solidFill>
                  <a:schemeClr val="dk2"/>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87" name="Google Shape;487;p120"/>
          <p:cNvSpPr txBox="1">
            <a:spLocks noGrp="1"/>
          </p:cNvSpPr>
          <p:nvPr>
            <p:ph type="body" idx="3"/>
          </p:nvPr>
        </p:nvSpPr>
        <p:spPr>
          <a:xfrm>
            <a:off x="965200" y="5252146"/>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88" name="Google Shape;488;p120"/>
          <p:cNvSpPr txBox="1">
            <a:spLocks noGrp="1"/>
          </p:cNvSpPr>
          <p:nvPr>
            <p:ph type="body" idx="4"/>
          </p:nvPr>
        </p:nvSpPr>
        <p:spPr>
          <a:xfrm>
            <a:off x="965200" y="5464390"/>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89" name="Google Shape;489;p120"/>
          <p:cNvSpPr txBox="1">
            <a:spLocks noGrp="1"/>
          </p:cNvSpPr>
          <p:nvPr>
            <p:ph type="body" idx="5"/>
          </p:nvPr>
        </p:nvSpPr>
        <p:spPr>
          <a:xfrm>
            <a:off x="965200" y="5676634"/>
            <a:ext cx="2653654"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rgbClr val="7F7F7F"/>
              </a:buClr>
              <a:buSzPts val="1000"/>
              <a:buFont typeface="Arial"/>
              <a:buNone/>
              <a:defRPr sz="1000" b="0">
                <a:solidFill>
                  <a:srgbClr val="7F7F7F"/>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90" name="Google Shape;490;p120"/>
          <p:cNvSpPr txBox="1">
            <a:spLocks noGrp="1"/>
          </p:cNvSpPr>
          <p:nvPr>
            <p:ph type="body" idx="6"/>
          </p:nvPr>
        </p:nvSpPr>
        <p:spPr>
          <a:xfrm>
            <a:off x="965200" y="5888878"/>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rgbClr val="7F7F7F"/>
              </a:buClr>
              <a:buSzPts val="1000"/>
              <a:buFont typeface="Arial"/>
              <a:buNone/>
              <a:defRPr sz="1000" b="0">
                <a:solidFill>
                  <a:srgbClr val="7F7F7F"/>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91" name="Google Shape;491;p120"/>
          <p:cNvSpPr txBox="1">
            <a:spLocks noGrp="1"/>
          </p:cNvSpPr>
          <p:nvPr>
            <p:ph type="body" idx="7"/>
          </p:nvPr>
        </p:nvSpPr>
        <p:spPr>
          <a:xfrm>
            <a:off x="992187" y="3447821"/>
            <a:ext cx="6796088"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accent2"/>
              </a:buClr>
              <a:buSzPts val="1600"/>
              <a:buNone/>
              <a:defRPr sz="16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492" name="Google Shape;492;p120"/>
          <p:cNvSpPr>
            <a:spLocks noGrp="1"/>
          </p:cNvSpPr>
          <p:nvPr>
            <p:ph type="pic" idx="8"/>
          </p:nvPr>
        </p:nvSpPr>
        <p:spPr>
          <a:xfrm>
            <a:off x="965200" y="3975165"/>
            <a:ext cx="804228" cy="804224"/>
          </a:xfrm>
          <a:prstGeom prst="ellipse">
            <a:avLst/>
          </a:prstGeom>
          <a:solidFill>
            <a:schemeClr val="accent3"/>
          </a:solidFill>
          <a:ln>
            <a:noFill/>
          </a:ln>
        </p:spPr>
      </p:sp>
      <p:sp>
        <p:nvSpPr>
          <p:cNvPr id="493" name="Google Shape;493;p120"/>
          <p:cNvSpPr txBox="1">
            <a:spLocks noGrp="1"/>
          </p:cNvSpPr>
          <p:nvPr>
            <p:ph type="body" idx="9"/>
          </p:nvPr>
        </p:nvSpPr>
        <p:spPr>
          <a:xfrm>
            <a:off x="3886200" y="4899455"/>
            <a:ext cx="2653654"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dk2"/>
              </a:buClr>
              <a:buSzPts val="1600"/>
              <a:buFont typeface="Arial"/>
              <a:buNone/>
              <a:defRPr sz="1600" b="0">
                <a:solidFill>
                  <a:schemeClr val="dk2"/>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94" name="Google Shape;494;p120"/>
          <p:cNvSpPr>
            <a:spLocks noGrp="1"/>
          </p:cNvSpPr>
          <p:nvPr>
            <p:ph type="pic" idx="13"/>
          </p:nvPr>
        </p:nvSpPr>
        <p:spPr>
          <a:xfrm>
            <a:off x="3886200" y="3986654"/>
            <a:ext cx="804228" cy="804224"/>
          </a:xfrm>
          <a:prstGeom prst="ellipse">
            <a:avLst/>
          </a:prstGeom>
          <a:solidFill>
            <a:schemeClr val="accent3"/>
          </a:solidFill>
          <a:ln>
            <a:noFill/>
          </a:ln>
        </p:spPr>
      </p:sp>
      <p:sp>
        <p:nvSpPr>
          <p:cNvPr id="495" name="Google Shape;495;p120"/>
          <p:cNvSpPr txBox="1">
            <a:spLocks noGrp="1"/>
          </p:cNvSpPr>
          <p:nvPr>
            <p:ph type="body" idx="14"/>
          </p:nvPr>
        </p:nvSpPr>
        <p:spPr>
          <a:xfrm>
            <a:off x="7311682" y="4887966"/>
            <a:ext cx="2653654"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dk2"/>
              </a:buClr>
              <a:buSzPts val="1600"/>
              <a:buFont typeface="Arial"/>
              <a:buNone/>
              <a:defRPr sz="1600" b="0">
                <a:solidFill>
                  <a:schemeClr val="dk2"/>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96" name="Google Shape;496;p120"/>
          <p:cNvSpPr>
            <a:spLocks noGrp="1"/>
          </p:cNvSpPr>
          <p:nvPr>
            <p:ph type="pic" idx="15"/>
          </p:nvPr>
        </p:nvSpPr>
        <p:spPr>
          <a:xfrm>
            <a:off x="7311682" y="3975165"/>
            <a:ext cx="804228" cy="804224"/>
          </a:xfrm>
          <a:prstGeom prst="ellipse">
            <a:avLst/>
          </a:prstGeom>
          <a:solidFill>
            <a:schemeClr val="accent3"/>
          </a:solidFill>
          <a:ln>
            <a:noFill/>
          </a:ln>
        </p:spPr>
      </p:sp>
      <p:sp>
        <p:nvSpPr>
          <p:cNvPr id="497" name="Google Shape;497;p120"/>
          <p:cNvSpPr txBox="1">
            <a:spLocks noGrp="1"/>
          </p:cNvSpPr>
          <p:nvPr>
            <p:ph type="body" idx="16"/>
          </p:nvPr>
        </p:nvSpPr>
        <p:spPr>
          <a:xfrm>
            <a:off x="3892378" y="5252146"/>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98" name="Google Shape;498;p120"/>
          <p:cNvSpPr txBox="1">
            <a:spLocks noGrp="1"/>
          </p:cNvSpPr>
          <p:nvPr>
            <p:ph type="body" idx="17"/>
          </p:nvPr>
        </p:nvSpPr>
        <p:spPr>
          <a:xfrm>
            <a:off x="3892378" y="5464390"/>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99" name="Google Shape;499;p120"/>
          <p:cNvSpPr txBox="1">
            <a:spLocks noGrp="1"/>
          </p:cNvSpPr>
          <p:nvPr>
            <p:ph type="body" idx="18"/>
          </p:nvPr>
        </p:nvSpPr>
        <p:spPr>
          <a:xfrm>
            <a:off x="3892378" y="5676634"/>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rgbClr val="7F7F7F"/>
              </a:buClr>
              <a:buSzPts val="1000"/>
              <a:buFont typeface="Arial"/>
              <a:buNone/>
              <a:defRPr sz="1000" b="0">
                <a:solidFill>
                  <a:srgbClr val="7F7F7F"/>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0" name="Google Shape;500;p120"/>
          <p:cNvSpPr txBox="1">
            <a:spLocks noGrp="1"/>
          </p:cNvSpPr>
          <p:nvPr>
            <p:ph type="body" idx="19"/>
          </p:nvPr>
        </p:nvSpPr>
        <p:spPr>
          <a:xfrm>
            <a:off x="3892378" y="5888878"/>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rgbClr val="7F7F7F"/>
              </a:buClr>
              <a:buSzPts val="1000"/>
              <a:buFont typeface="Arial"/>
              <a:buNone/>
              <a:defRPr sz="1000" b="0">
                <a:solidFill>
                  <a:srgbClr val="7F7F7F"/>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1" name="Google Shape;501;p120"/>
          <p:cNvSpPr txBox="1">
            <a:spLocks noGrp="1"/>
          </p:cNvSpPr>
          <p:nvPr>
            <p:ph type="body" idx="20"/>
          </p:nvPr>
        </p:nvSpPr>
        <p:spPr>
          <a:xfrm>
            <a:off x="7296150" y="5252146"/>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2" name="Google Shape;502;p120"/>
          <p:cNvSpPr txBox="1">
            <a:spLocks noGrp="1"/>
          </p:cNvSpPr>
          <p:nvPr>
            <p:ph type="body" idx="21"/>
          </p:nvPr>
        </p:nvSpPr>
        <p:spPr>
          <a:xfrm>
            <a:off x="7296150" y="5464390"/>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3" name="Google Shape;503;p120"/>
          <p:cNvSpPr txBox="1">
            <a:spLocks noGrp="1"/>
          </p:cNvSpPr>
          <p:nvPr>
            <p:ph type="body" idx="22"/>
          </p:nvPr>
        </p:nvSpPr>
        <p:spPr>
          <a:xfrm>
            <a:off x="7296150" y="5676634"/>
            <a:ext cx="2653654"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rgbClr val="7F7F7F"/>
              </a:buClr>
              <a:buSzPts val="1000"/>
              <a:buFont typeface="Arial"/>
              <a:buNone/>
              <a:defRPr sz="1000" b="0">
                <a:solidFill>
                  <a:srgbClr val="7F7F7F"/>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4" name="Google Shape;504;p120"/>
          <p:cNvSpPr txBox="1">
            <a:spLocks noGrp="1"/>
          </p:cNvSpPr>
          <p:nvPr>
            <p:ph type="body" idx="23"/>
          </p:nvPr>
        </p:nvSpPr>
        <p:spPr>
          <a:xfrm>
            <a:off x="7296150" y="5888878"/>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rgbClr val="7F7F7F"/>
              </a:buClr>
              <a:buSzPts val="1000"/>
              <a:buFont typeface="Arial"/>
              <a:buNone/>
              <a:defRPr sz="1000" b="0">
                <a:solidFill>
                  <a:srgbClr val="7F7F7F"/>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Tree>
    <p:extLst>
      <p:ext uri="{BB962C8B-B14F-4D97-AF65-F5344CB8AC3E}">
        <p14:creationId xmlns:p14="http://schemas.microsoft.com/office/powerpoint/2010/main" val="195652751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matchingName="End slide">
  <p:cSld name="End slide">
    <p:bg>
      <p:bgPr>
        <a:solidFill>
          <a:schemeClr val="dk2"/>
        </a:solidFill>
        <a:effectLst/>
      </p:bgPr>
    </p:bg>
    <p:spTree>
      <p:nvGrpSpPr>
        <p:cNvPr id="1" name="Shape 505"/>
        <p:cNvGrpSpPr/>
        <p:nvPr/>
      </p:nvGrpSpPr>
      <p:grpSpPr>
        <a:xfrm>
          <a:off x="0" y="0"/>
          <a:ext cx="0" cy="0"/>
          <a:chOff x="0" y="0"/>
          <a:chExt cx="0" cy="0"/>
        </a:xfrm>
      </p:grpSpPr>
    </p:spTree>
    <p:extLst>
      <p:ext uri="{BB962C8B-B14F-4D97-AF65-F5344CB8AC3E}">
        <p14:creationId xmlns:p14="http://schemas.microsoft.com/office/powerpoint/2010/main" val="1273798092"/>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matchingName="Mono-Title and Content">
  <p:cSld name="Mono-Title and Content">
    <p:spTree>
      <p:nvGrpSpPr>
        <p:cNvPr id="1" name="Shape 506"/>
        <p:cNvGrpSpPr/>
        <p:nvPr/>
      </p:nvGrpSpPr>
      <p:grpSpPr>
        <a:xfrm>
          <a:off x="0" y="0"/>
          <a:ext cx="0" cy="0"/>
          <a:chOff x="0" y="0"/>
          <a:chExt cx="0" cy="0"/>
        </a:xfrm>
      </p:grpSpPr>
      <p:sp>
        <p:nvSpPr>
          <p:cNvPr id="507" name="Google Shape;507;p122"/>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508" name="Google Shape;508;p122"/>
          <p:cNvGrpSpPr/>
          <p:nvPr/>
        </p:nvGrpSpPr>
        <p:grpSpPr>
          <a:xfrm>
            <a:off x="495300" y="6405563"/>
            <a:ext cx="269875" cy="269875"/>
            <a:chOff x="697706" y="6286499"/>
            <a:chExt cx="356347" cy="356347"/>
          </a:xfrm>
        </p:grpSpPr>
        <p:sp>
          <p:nvSpPr>
            <p:cNvPr id="509" name="Google Shape;509;p122"/>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0" name="Google Shape;510;p122"/>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11" name="Google Shape;511;p122"/>
          <p:cNvSpPr txBox="1">
            <a:spLocks noGrp="1"/>
          </p:cNvSpPr>
          <p:nvPr>
            <p:ph type="title"/>
          </p:nvPr>
        </p:nvSpPr>
        <p:spPr>
          <a:xfrm>
            <a:off x="495300" y="671987"/>
            <a:ext cx="10988676"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2" name="Google Shape;512;p122"/>
          <p:cNvSpPr txBox="1">
            <a:spLocks noGrp="1"/>
          </p:cNvSpPr>
          <p:nvPr>
            <p:ph type="body" idx="1"/>
          </p:nvPr>
        </p:nvSpPr>
        <p:spPr>
          <a:xfrm>
            <a:off x="495300" y="1627200"/>
            <a:ext cx="9728200" cy="43910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13" name="Google Shape;513;p122"/>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1pPr>
            <a:lvl2pPr marL="0" marR="0" lvl="1"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2pPr>
            <a:lvl3pPr marL="0" marR="0" lvl="2"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3pPr>
            <a:lvl4pPr marL="0" marR="0" lvl="3"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4pPr>
            <a:lvl5pPr marL="0" marR="0" lvl="4"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5pPr>
            <a:lvl6pPr marL="0" marR="0" lvl="5"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6pPr>
            <a:lvl7pPr marL="0" marR="0" lvl="6"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7pPr>
            <a:lvl8pPr marL="0" marR="0" lvl="7"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8pPr>
            <a:lvl9pPr marL="0" marR="0" lvl="8"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2114239"/>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matchingName="Mono-Two Content Half">
  <p:cSld name="Mono-Two Content Half">
    <p:spTree>
      <p:nvGrpSpPr>
        <p:cNvPr id="1" name="Shape 514"/>
        <p:cNvGrpSpPr/>
        <p:nvPr/>
      </p:nvGrpSpPr>
      <p:grpSpPr>
        <a:xfrm>
          <a:off x="0" y="0"/>
          <a:ext cx="0" cy="0"/>
          <a:chOff x="0" y="0"/>
          <a:chExt cx="0" cy="0"/>
        </a:xfrm>
      </p:grpSpPr>
      <p:sp>
        <p:nvSpPr>
          <p:cNvPr id="515" name="Google Shape;515;p123"/>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6" name="Google Shape;516;p123"/>
          <p:cNvSpPr txBox="1">
            <a:spLocks noGrp="1"/>
          </p:cNvSpPr>
          <p:nvPr>
            <p:ph type="title"/>
          </p:nvPr>
        </p:nvSpPr>
        <p:spPr>
          <a:xfrm>
            <a:off x="495300"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7" name="Google Shape;517;p123"/>
          <p:cNvSpPr txBox="1">
            <a:spLocks noGrp="1"/>
          </p:cNvSpPr>
          <p:nvPr>
            <p:ph type="body" idx="1"/>
          </p:nvPr>
        </p:nvSpPr>
        <p:spPr>
          <a:xfrm>
            <a:off x="495301"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18" name="Google Shape;518;p12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grpSp>
        <p:nvGrpSpPr>
          <p:cNvPr id="519" name="Google Shape;519;p123"/>
          <p:cNvGrpSpPr/>
          <p:nvPr/>
        </p:nvGrpSpPr>
        <p:grpSpPr>
          <a:xfrm>
            <a:off x="495300" y="6405563"/>
            <a:ext cx="269875" cy="269875"/>
            <a:chOff x="697706" y="6286499"/>
            <a:chExt cx="356347" cy="356347"/>
          </a:xfrm>
        </p:grpSpPr>
        <p:sp>
          <p:nvSpPr>
            <p:cNvPr id="520" name="Google Shape;520;p123"/>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1" name="Google Shape;521;p123"/>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1083933979"/>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Mono-Two Content">
  <p:cSld name="Mono-Two Content">
    <p:spTree>
      <p:nvGrpSpPr>
        <p:cNvPr id="1" name="Shape 522"/>
        <p:cNvGrpSpPr/>
        <p:nvPr/>
      </p:nvGrpSpPr>
      <p:grpSpPr>
        <a:xfrm>
          <a:off x="0" y="0"/>
          <a:ext cx="0" cy="0"/>
          <a:chOff x="0" y="0"/>
          <a:chExt cx="0" cy="0"/>
        </a:xfrm>
      </p:grpSpPr>
      <p:sp>
        <p:nvSpPr>
          <p:cNvPr id="523" name="Google Shape;523;p124"/>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4" name="Google Shape;524;p124"/>
          <p:cNvSpPr txBox="1">
            <a:spLocks noGrp="1"/>
          </p:cNvSpPr>
          <p:nvPr>
            <p:ph type="title"/>
          </p:nvPr>
        </p:nvSpPr>
        <p:spPr>
          <a:xfrm>
            <a:off x="495300" y="671987"/>
            <a:ext cx="10988676"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5" name="Google Shape;525;p124"/>
          <p:cNvSpPr txBox="1">
            <a:spLocks noGrp="1"/>
          </p:cNvSpPr>
          <p:nvPr>
            <p:ph type="body" idx="1"/>
          </p:nvPr>
        </p:nvSpPr>
        <p:spPr>
          <a:xfrm>
            <a:off x="495300" y="1627200"/>
            <a:ext cx="5309395"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26" name="Google Shape;526;p124"/>
          <p:cNvSpPr txBox="1">
            <a:spLocks noGrp="1"/>
          </p:cNvSpPr>
          <p:nvPr>
            <p:ph type="body" idx="2"/>
          </p:nvPr>
        </p:nvSpPr>
        <p:spPr>
          <a:xfrm>
            <a:off x="6174899" y="1627200"/>
            <a:ext cx="5309077"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27" name="Google Shape;527;p12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grpSp>
        <p:nvGrpSpPr>
          <p:cNvPr id="528" name="Google Shape;528;p124"/>
          <p:cNvGrpSpPr/>
          <p:nvPr/>
        </p:nvGrpSpPr>
        <p:grpSpPr>
          <a:xfrm>
            <a:off x="495300" y="6405563"/>
            <a:ext cx="269875" cy="269875"/>
            <a:chOff x="697706" y="6286499"/>
            <a:chExt cx="356347" cy="356347"/>
          </a:xfrm>
        </p:grpSpPr>
        <p:sp>
          <p:nvSpPr>
            <p:cNvPr id="529" name="Google Shape;529;p124"/>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0" name="Google Shape;530;p124"/>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2442079030"/>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Mono-Two Content Image">
  <p:cSld name="Mono-Two Content Image">
    <p:spTree>
      <p:nvGrpSpPr>
        <p:cNvPr id="1" name="Shape 531"/>
        <p:cNvGrpSpPr/>
        <p:nvPr/>
      </p:nvGrpSpPr>
      <p:grpSpPr>
        <a:xfrm>
          <a:off x="0" y="0"/>
          <a:ext cx="0" cy="0"/>
          <a:chOff x="0" y="0"/>
          <a:chExt cx="0" cy="0"/>
        </a:xfrm>
      </p:grpSpPr>
      <p:sp>
        <p:nvSpPr>
          <p:cNvPr id="532" name="Google Shape;532;p125"/>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3" name="Google Shape;533;p125"/>
          <p:cNvSpPr>
            <a:spLocks noGrp="1"/>
          </p:cNvSpPr>
          <p:nvPr>
            <p:ph type="pic" idx="2"/>
          </p:nvPr>
        </p:nvSpPr>
        <p:spPr>
          <a:xfrm>
            <a:off x="6096000" y="0"/>
            <a:ext cx="6096000" cy="6858000"/>
          </a:xfrm>
          <a:prstGeom prst="rect">
            <a:avLst/>
          </a:prstGeom>
          <a:noFill/>
          <a:ln>
            <a:noFill/>
          </a:ln>
        </p:spPr>
      </p:sp>
      <p:sp>
        <p:nvSpPr>
          <p:cNvPr id="534" name="Google Shape;534;p125"/>
          <p:cNvSpPr txBox="1">
            <a:spLocks noGrp="1"/>
          </p:cNvSpPr>
          <p:nvPr>
            <p:ph type="title"/>
          </p:nvPr>
        </p:nvSpPr>
        <p:spPr>
          <a:xfrm>
            <a:off x="495300"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5" name="Google Shape;535;p125"/>
          <p:cNvSpPr txBox="1">
            <a:spLocks noGrp="1"/>
          </p:cNvSpPr>
          <p:nvPr>
            <p:ph type="body" idx="1"/>
          </p:nvPr>
        </p:nvSpPr>
        <p:spPr>
          <a:xfrm>
            <a:off x="495301"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36" name="Google Shape;536;p12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537" name="Google Shape;537;p125"/>
          <p:cNvGrpSpPr/>
          <p:nvPr/>
        </p:nvGrpSpPr>
        <p:grpSpPr>
          <a:xfrm>
            <a:off x="495300" y="6405563"/>
            <a:ext cx="269875" cy="269875"/>
            <a:chOff x="697706" y="6286499"/>
            <a:chExt cx="356347" cy="356347"/>
          </a:xfrm>
        </p:grpSpPr>
        <p:sp>
          <p:nvSpPr>
            <p:cNvPr id="538" name="Google Shape;538;p125"/>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9" name="Google Shape;539;p125"/>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4079495911"/>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Mono-Two Content Half pink">
  <p:cSld name="Mono-Two Content Half pink">
    <p:spTree>
      <p:nvGrpSpPr>
        <p:cNvPr id="1" name="Shape 540"/>
        <p:cNvGrpSpPr/>
        <p:nvPr/>
      </p:nvGrpSpPr>
      <p:grpSpPr>
        <a:xfrm>
          <a:off x="0" y="0"/>
          <a:ext cx="0" cy="0"/>
          <a:chOff x="0" y="0"/>
          <a:chExt cx="0" cy="0"/>
        </a:xfrm>
      </p:grpSpPr>
      <p:sp>
        <p:nvSpPr>
          <p:cNvPr id="541" name="Google Shape;541;p126"/>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2" name="Google Shape;542;p126"/>
          <p:cNvSpPr/>
          <p:nvPr/>
        </p:nvSpPr>
        <p:spPr>
          <a:xfrm>
            <a:off x="6096000" y="0"/>
            <a:ext cx="60960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3" name="Google Shape;543;p126"/>
          <p:cNvSpPr txBox="1">
            <a:spLocks noGrp="1"/>
          </p:cNvSpPr>
          <p:nvPr>
            <p:ph type="title"/>
          </p:nvPr>
        </p:nvSpPr>
        <p:spPr>
          <a:xfrm>
            <a:off x="495300"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4" name="Google Shape;544;p126"/>
          <p:cNvSpPr txBox="1">
            <a:spLocks noGrp="1"/>
          </p:cNvSpPr>
          <p:nvPr>
            <p:ph type="body" idx="1"/>
          </p:nvPr>
        </p:nvSpPr>
        <p:spPr>
          <a:xfrm>
            <a:off x="495301"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45" name="Google Shape;545;p126"/>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546" name="Google Shape;546;p126"/>
          <p:cNvGrpSpPr/>
          <p:nvPr/>
        </p:nvGrpSpPr>
        <p:grpSpPr>
          <a:xfrm>
            <a:off x="495300" y="6405563"/>
            <a:ext cx="269875" cy="269875"/>
            <a:chOff x="697706" y="6286499"/>
            <a:chExt cx="356347" cy="356347"/>
          </a:xfrm>
        </p:grpSpPr>
        <p:sp>
          <p:nvSpPr>
            <p:cNvPr id="547" name="Google Shape;547;p126"/>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8" name="Google Shape;548;p126"/>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1362763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2.xml"/><Relationship Id="rId1" Type="http://schemas.openxmlformats.org/officeDocument/2006/relationships/slideLayout" Target="../slideLayouts/slideLayout24.xml"/><Relationship Id="rId5" Type="http://schemas.openxmlformats.org/officeDocument/2006/relationships/image" Target="../media/image1.emf"/><Relationship Id="rId4" Type="http://schemas.openxmlformats.org/officeDocument/2006/relationships/oleObject" Target="../embeddings/oleObject4.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21" Type="http://schemas.openxmlformats.org/officeDocument/2006/relationships/slideLayout" Target="../slideLayouts/slideLayout45.xml"/><Relationship Id="rId34" Type="http://schemas.openxmlformats.org/officeDocument/2006/relationships/theme" Target="../theme/theme3.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33" Type="http://schemas.openxmlformats.org/officeDocument/2006/relationships/slideLayout" Target="../slideLayouts/slideLayout57.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29" Type="http://schemas.openxmlformats.org/officeDocument/2006/relationships/slideLayout" Target="../slideLayouts/slideLayout5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32" Type="http://schemas.openxmlformats.org/officeDocument/2006/relationships/slideLayout" Target="../slideLayouts/slideLayout56.xml"/><Relationship Id="rId37" Type="http://schemas.openxmlformats.org/officeDocument/2006/relationships/image" Target="../media/image1.emf"/><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28" Type="http://schemas.openxmlformats.org/officeDocument/2006/relationships/slideLayout" Target="../slideLayouts/slideLayout52.xml"/><Relationship Id="rId36" Type="http://schemas.openxmlformats.org/officeDocument/2006/relationships/oleObject" Target="../embeddings/oleObject5.bin"/><Relationship Id="rId10" Type="http://schemas.openxmlformats.org/officeDocument/2006/relationships/slideLayout" Target="../slideLayouts/slideLayout34.xml"/><Relationship Id="rId19" Type="http://schemas.openxmlformats.org/officeDocument/2006/relationships/slideLayout" Target="../slideLayouts/slideLayout43.xml"/><Relationship Id="rId31" Type="http://schemas.openxmlformats.org/officeDocument/2006/relationships/slideLayout" Target="../slideLayouts/slideLayout55.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slideLayout" Target="../slideLayouts/slideLayout51.xml"/><Relationship Id="rId30" Type="http://schemas.openxmlformats.org/officeDocument/2006/relationships/slideLayout" Target="../slideLayouts/slideLayout54.xml"/><Relationship Id="rId35" Type="http://schemas.openxmlformats.org/officeDocument/2006/relationships/tags" Target="../tags/tag12.xml"/><Relationship Id="rId8" Type="http://schemas.openxmlformats.org/officeDocument/2006/relationships/slideLayout" Target="../slideLayouts/slideLayout32.xml"/><Relationship Id="rId3"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tags" Target="../tags/tag34.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theme" Target="../theme/theme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image" Target="../media/image20.pn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image" Target="../media/image1.emf"/><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oleObject" Target="../embeddings/oleObject15.bin"/></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21" Type="http://schemas.openxmlformats.org/officeDocument/2006/relationships/slideLayout" Target="../slideLayouts/slideLayout102.xml"/><Relationship Id="rId34" Type="http://schemas.openxmlformats.org/officeDocument/2006/relationships/slideLayout" Target="../slideLayouts/slideLayout115.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33" Type="http://schemas.openxmlformats.org/officeDocument/2006/relationships/slideLayout" Target="../slideLayouts/slideLayout114.xml"/><Relationship Id="rId38" Type="http://schemas.openxmlformats.org/officeDocument/2006/relationships/image" Target="../media/image1.emf"/><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slideLayout" Target="../slideLayouts/slideLayout110.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32" Type="http://schemas.openxmlformats.org/officeDocument/2006/relationships/slideLayout" Target="../slideLayouts/slideLayout113.xml"/><Relationship Id="rId37" Type="http://schemas.openxmlformats.org/officeDocument/2006/relationships/oleObject" Target="../embeddings/oleObject20.bin"/><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36" Type="http://schemas.openxmlformats.org/officeDocument/2006/relationships/tags" Target="../tags/tag43.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slideLayout" Target="../slideLayouts/slideLayout112.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slideLayout" Target="../slideLayouts/slideLayout111.xml"/><Relationship Id="rId35" Type="http://schemas.openxmlformats.org/officeDocument/2006/relationships/theme" Target="../theme/theme5.xml"/><Relationship Id="rId8" Type="http://schemas.openxmlformats.org/officeDocument/2006/relationships/slideLayout" Target="../slideLayouts/slideLayout89.xml"/><Relationship Id="rId3" Type="http://schemas.openxmlformats.org/officeDocument/2006/relationships/slideLayout" Target="../slideLayouts/slideLayout8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3.xml"/><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26" Type="http://schemas.openxmlformats.org/officeDocument/2006/relationships/slideLayout" Target="../slideLayouts/slideLayout141.xml"/><Relationship Id="rId3" Type="http://schemas.openxmlformats.org/officeDocument/2006/relationships/slideLayout" Target="../slideLayouts/slideLayout118.xml"/><Relationship Id="rId21" Type="http://schemas.openxmlformats.org/officeDocument/2006/relationships/slideLayout" Target="../slideLayouts/slideLayout136.xml"/><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5" Type="http://schemas.openxmlformats.org/officeDocument/2006/relationships/slideLayout" Target="../slideLayouts/slideLayout140.xml"/><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29" Type="http://schemas.openxmlformats.org/officeDocument/2006/relationships/tags" Target="../tags/tag57.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24" Type="http://schemas.openxmlformats.org/officeDocument/2006/relationships/slideLayout" Target="../slideLayouts/slideLayout139.xml"/><Relationship Id="rId32" Type="http://schemas.openxmlformats.org/officeDocument/2006/relationships/image" Target="../media/image2.png"/><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slideLayout" Target="../slideLayouts/slideLayout138.xml"/><Relationship Id="rId28" Type="http://schemas.openxmlformats.org/officeDocument/2006/relationships/theme" Target="../theme/theme6.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31" Type="http://schemas.openxmlformats.org/officeDocument/2006/relationships/image" Target="../media/image1.emf"/><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slideLayout" Target="../slideLayouts/slideLayout137.xml"/><Relationship Id="rId27" Type="http://schemas.openxmlformats.org/officeDocument/2006/relationships/slideLayout" Target="../slideLayouts/slideLayout142.xml"/><Relationship Id="rId30" Type="http://schemas.openxmlformats.org/officeDocument/2006/relationships/oleObject" Target="../embeddings/oleObject28.bin"/></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55.xml"/><Relationship Id="rId18" Type="http://schemas.openxmlformats.org/officeDocument/2006/relationships/slideLayout" Target="../slideLayouts/slideLayout160.xml"/><Relationship Id="rId26" Type="http://schemas.openxmlformats.org/officeDocument/2006/relationships/slideLayout" Target="../slideLayouts/slideLayout168.xml"/><Relationship Id="rId39" Type="http://schemas.openxmlformats.org/officeDocument/2006/relationships/slideLayout" Target="../slideLayouts/slideLayout181.xml"/><Relationship Id="rId21" Type="http://schemas.openxmlformats.org/officeDocument/2006/relationships/slideLayout" Target="../slideLayouts/slideLayout163.xml"/><Relationship Id="rId34" Type="http://schemas.openxmlformats.org/officeDocument/2006/relationships/slideLayout" Target="../slideLayouts/slideLayout176.xml"/><Relationship Id="rId42" Type="http://schemas.openxmlformats.org/officeDocument/2006/relationships/slideLayout" Target="../slideLayouts/slideLayout184.xml"/><Relationship Id="rId47" Type="http://schemas.openxmlformats.org/officeDocument/2006/relationships/slideLayout" Target="../slideLayouts/slideLayout189.xml"/><Relationship Id="rId50" Type="http://schemas.openxmlformats.org/officeDocument/2006/relationships/slideLayout" Target="../slideLayouts/slideLayout192.xml"/><Relationship Id="rId55" Type="http://schemas.openxmlformats.org/officeDocument/2006/relationships/slideLayout" Target="../slideLayouts/slideLayout197.xml"/><Relationship Id="rId7" Type="http://schemas.openxmlformats.org/officeDocument/2006/relationships/slideLayout" Target="../slideLayouts/slideLayout149.xml"/><Relationship Id="rId2" Type="http://schemas.openxmlformats.org/officeDocument/2006/relationships/slideLayout" Target="../slideLayouts/slideLayout144.xml"/><Relationship Id="rId16" Type="http://schemas.openxmlformats.org/officeDocument/2006/relationships/slideLayout" Target="../slideLayouts/slideLayout158.xml"/><Relationship Id="rId29" Type="http://schemas.openxmlformats.org/officeDocument/2006/relationships/slideLayout" Target="../slideLayouts/slideLayout171.xml"/><Relationship Id="rId11" Type="http://schemas.openxmlformats.org/officeDocument/2006/relationships/slideLayout" Target="../slideLayouts/slideLayout153.xml"/><Relationship Id="rId24" Type="http://schemas.openxmlformats.org/officeDocument/2006/relationships/slideLayout" Target="../slideLayouts/slideLayout166.xml"/><Relationship Id="rId32" Type="http://schemas.openxmlformats.org/officeDocument/2006/relationships/slideLayout" Target="../slideLayouts/slideLayout174.xml"/><Relationship Id="rId37" Type="http://schemas.openxmlformats.org/officeDocument/2006/relationships/slideLayout" Target="../slideLayouts/slideLayout179.xml"/><Relationship Id="rId40" Type="http://schemas.openxmlformats.org/officeDocument/2006/relationships/slideLayout" Target="../slideLayouts/slideLayout182.xml"/><Relationship Id="rId45" Type="http://schemas.openxmlformats.org/officeDocument/2006/relationships/slideLayout" Target="../slideLayouts/slideLayout187.xml"/><Relationship Id="rId53" Type="http://schemas.openxmlformats.org/officeDocument/2006/relationships/slideLayout" Target="../slideLayouts/slideLayout195.xml"/><Relationship Id="rId58" Type="http://schemas.openxmlformats.org/officeDocument/2006/relationships/image" Target="../media/image28.png"/><Relationship Id="rId5" Type="http://schemas.openxmlformats.org/officeDocument/2006/relationships/slideLayout" Target="../slideLayouts/slideLayout147.xml"/><Relationship Id="rId19" Type="http://schemas.openxmlformats.org/officeDocument/2006/relationships/slideLayout" Target="../slideLayouts/slideLayout161.xml"/><Relationship Id="rId4" Type="http://schemas.openxmlformats.org/officeDocument/2006/relationships/slideLayout" Target="../slideLayouts/slideLayout146.xml"/><Relationship Id="rId9" Type="http://schemas.openxmlformats.org/officeDocument/2006/relationships/slideLayout" Target="../slideLayouts/slideLayout151.xml"/><Relationship Id="rId14" Type="http://schemas.openxmlformats.org/officeDocument/2006/relationships/slideLayout" Target="../slideLayouts/slideLayout156.xml"/><Relationship Id="rId22" Type="http://schemas.openxmlformats.org/officeDocument/2006/relationships/slideLayout" Target="../slideLayouts/slideLayout164.xml"/><Relationship Id="rId27" Type="http://schemas.openxmlformats.org/officeDocument/2006/relationships/slideLayout" Target="../slideLayouts/slideLayout169.xml"/><Relationship Id="rId30" Type="http://schemas.openxmlformats.org/officeDocument/2006/relationships/slideLayout" Target="../slideLayouts/slideLayout172.xml"/><Relationship Id="rId35" Type="http://schemas.openxmlformats.org/officeDocument/2006/relationships/slideLayout" Target="../slideLayouts/slideLayout177.xml"/><Relationship Id="rId43" Type="http://schemas.openxmlformats.org/officeDocument/2006/relationships/slideLayout" Target="../slideLayouts/slideLayout185.xml"/><Relationship Id="rId48" Type="http://schemas.openxmlformats.org/officeDocument/2006/relationships/slideLayout" Target="../slideLayouts/slideLayout190.xml"/><Relationship Id="rId56" Type="http://schemas.openxmlformats.org/officeDocument/2006/relationships/slideLayout" Target="../slideLayouts/slideLayout198.xml"/><Relationship Id="rId8" Type="http://schemas.openxmlformats.org/officeDocument/2006/relationships/slideLayout" Target="../slideLayouts/slideLayout150.xml"/><Relationship Id="rId51" Type="http://schemas.openxmlformats.org/officeDocument/2006/relationships/slideLayout" Target="../slideLayouts/slideLayout193.xml"/><Relationship Id="rId3" Type="http://schemas.openxmlformats.org/officeDocument/2006/relationships/slideLayout" Target="../slideLayouts/slideLayout145.xml"/><Relationship Id="rId12" Type="http://schemas.openxmlformats.org/officeDocument/2006/relationships/slideLayout" Target="../slideLayouts/slideLayout154.xml"/><Relationship Id="rId17" Type="http://schemas.openxmlformats.org/officeDocument/2006/relationships/slideLayout" Target="../slideLayouts/slideLayout159.xml"/><Relationship Id="rId25" Type="http://schemas.openxmlformats.org/officeDocument/2006/relationships/slideLayout" Target="../slideLayouts/slideLayout167.xml"/><Relationship Id="rId33" Type="http://schemas.openxmlformats.org/officeDocument/2006/relationships/slideLayout" Target="../slideLayouts/slideLayout175.xml"/><Relationship Id="rId38" Type="http://schemas.openxmlformats.org/officeDocument/2006/relationships/slideLayout" Target="../slideLayouts/slideLayout180.xml"/><Relationship Id="rId46" Type="http://schemas.openxmlformats.org/officeDocument/2006/relationships/slideLayout" Target="../slideLayouts/slideLayout188.xml"/><Relationship Id="rId20" Type="http://schemas.openxmlformats.org/officeDocument/2006/relationships/slideLayout" Target="../slideLayouts/slideLayout162.xml"/><Relationship Id="rId41" Type="http://schemas.openxmlformats.org/officeDocument/2006/relationships/slideLayout" Target="../slideLayouts/slideLayout183.xml"/><Relationship Id="rId54" Type="http://schemas.openxmlformats.org/officeDocument/2006/relationships/slideLayout" Target="../slideLayouts/slideLayout196.xml"/><Relationship Id="rId1" Type="http://schemas.openxmlformats.org/officeDocument/2006/relationships/slideLayout" Target="../slideLayouts/slideLayout143.xml"/><Relationship Id="rId6" Type="http://schemas.openxmlformats.org/officeDocument/2006/relationships/slideLayout" Target="../slideLayouts/slideLayout148.xml"/><Relationship Id="rId15" Type="http://schemas.openxmlformats.org/officeDocument/2006/relationships/slideLayout" Target="../slideLayouts/slideLayout157.xml"/><Relationship Id="rId23" Type="http://schemas.openxmlformats.org/officeDocument/2006/relationships/slideLayout" Target="../slideLayouts/slideLayout165.xml"/><Relationship Id="rId28" Type="http://schemas.openxmlformats.org/officeDocument/2006/relationships/slideLayout" Target="../slideLayouts/slideLayout170.xml"/><Relationship Id="rId36" Type="http://schemas.openxmlformats.org/officeDocument/2006/relationships/slideLayout" Target="../slideLayouts/slideLayout178.xml"/><Relationship Id="rId49" Type="http://schemas.openxmlformats.org/officeDocument/2006/relationships/slideLayout" Target="../slideLayouts/slideLayout191.xml"/><Relationship Id="rId57" Type="http://schemas.openxmlformats.org/officeDocument/2006/relationships/theme" Target="../theme/theme7.xml"/><Relationship Id="rId10" Type="http://schemas.openxmlformats.org/officeDocument/2006/relationships/slideLayout" Target="../slideLayouts/slideLayout152.xml"/><Relationship Id="rId31" Type="http://schemas.openxmlformats.org/officeDocument/2006/relationships/slideLayout" Target="../slideLayouts/slideLayout173.xml"/><Relationship Id="rId44" Type="http://schemas.openxmlformats.org/officeDocument/2006/relationships/slideLayout" Target="../slideLayouts/slideLayout186.xml"/><Relationship Id="rId52" Type="http://schemas.openxmlformats.org/officeDocument/2006/relationships/slideLayout" Target="../slideLayouts/slideLayout19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6" imgW="270" imgH="270" progId="TCLayout.ActiveDocument.1">
                  <p:embed/>
                </p:oleObj>
              </mc:Choice>
              <mc:Fallback>
                <p:oleObj name="think-cell Slide" r:id="rId26" imgW="270" imgH="270" progId="TCLayout.ActiveDocument.1">
                  <p:embed/>
                  <p:pic>
                    <p:nvPicPr>
                      <p:cNvPr id="21" name="Object 20" hidden="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4067" r:id="rId12"/>
    <p:sldLayoutId id="2147483948" r:id="rId13"/>
    <p:sldLayoutId id="2147483954" r:id="rId14"/>
    <p:sldLayoutId id="2147483930" r:id="rId15"/>
    <p:sldLayoutId id="2147483961" r:id="rId16"/>
    <p:sldLayoutId id="2147483958" r:id="rId17"/>
    <p:sldLayoutId id="2147483959" r:id="rId18"/>
    <p:sldLayoutId id="2147483918" r:id="rId19"/>
    <p:sldLayoutId id="2147483922" r:id="rId20"/>
    <p:sldLayoutId id="2147483950" r:id="rId21"/>
    <p:sldLayoutId id="2147484003" r:id="rId22"/>
    <p:sldLayoutId id="2147484097" r:id="rId2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6" imgW="270" imgH="270" progId="TCLayout.ActiveDocument.1">
                  <p:embed/>
                </p:oleObj>
              </mc:Choice>
              <mc:Fallback>
                <p:oleObj name="think-cell Slide" r:id="rId36" imgW="270" imgH="270" progId="TCLayout.ActiveDocument.1">
                  <p:embed/>
                  <p:pic>
                    <p:nvPicPr>
                      <p:cNvPr id="21" name="Object 20" hidden="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D17879E2-3C96-3A06-90FD-9E1200992292}"/>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3963" r:id="rId21"/>
    <p:sldLayoutId id="2147483964" r:id="rId22"/>
    <p:sldLayoutId id="2147483965" r:id="rId23"/>
    <p:sldLayoutId id="2147483966" r:id="rId24"/>
    <p:sldLayoutId id="2147483967" r:id="rId25"/>
    <p:sldLayoutId id="2147483979" r:id="rId26"/>
    <p:sldLayoutId id="2147483969" r:id="rId27"/>
    <p:sldLayoutId id="2147483970" r:id="rId28"/>
    <p:sldLayoutId id="2147483971" r:id="rId29"/>
    <p:sldLayoutId id="2147483972" r:id="rId30"/>
    <p:sldLayoutId id="2147483973" r:id="rId31"/>
    <p:sldLayoutId id="2147483974" r:id="rId32"/>
    <p:sldLayoutId id="2147483975"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pic>
        <p:nvPicPr>
          <p:cNvPr id="2" name="Picture 1">
            <a:extLst>
              <a:ext uri="{FF2B5EF4-FFF2-40B4-BE49-F238E27FC236}">
                <a16:creationId xmlns:a16="http://schemas.microsoft.com/office/drawing/2014/main" id="{17B034BF-BEBE-C7A1-97E4-EF4D051EF143}"/>
              </a:ext>
            </a:extLst>
          </p:cNvPr>
          <p:cNvPicPr>
            <a:picLocks noChangeAspect="1"/>
          </p:cNvPicPr>
          <p:nvPr userDrawn="1"/>
        </p:nvPicPr>
        <p:blipFill>
          <a:blip r:embed="rId29"/>
          <a:stretch>
            <a:fillRect/>
          </a:stretch>
        </p:blipFill>
        <p:spPr>
          <a:xfrm>
            <a:off x="10322760" y="270577"/>
            <a:ext cx="817198" cy="275764"/>
          </a:xfrm>
          <a:prstGeom prst="rect">
            <a:avLst/>
          </a:prstGeom>
        </p:spPr>
      </p:pic>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343489" y="94731"/>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95F909D2-4B72-A85F-1824-B72A61A5AF6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 id="2147484026" r:id="rId21"/>
    <p:sldLayoutId id="2147484027" r:id="rId22"/>
    <p:sldLayoutId id="2147484028" r:id="rId23"/>
    <p:sldLayoutId id="2147484029"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21" name="Object 20" hidden="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C201F874-4263-EB0E-4A19-FB74904E4D3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260528291"/>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66"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3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28BB344A-D0C7-2ABD-C194-00D5F70A79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3038761969"/>
      </p:ext>
    </p:extLst>
  </p:cSld>
  <p:clrMap bg1="lt1" tx1="dk1" bg2="lt2" tx2="dk2" accent1="accent1" accent2="accent2" accent3="accent3" accent4="accent4" accent5="accent5" accent6="accent6" hlink="hlink" folHlink="folHlink"/>
  <p:sldLayoutIdLst>
    <p:sldLayoutId id="2147484069"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087" r:id="rId18"/>
    <p:sldLayoutId id="2147484088" r:id="rId19"/>
    <p:sldLayoutId id="2147484089" r:id="rId20"/>
    <p:sldLayoutId id="2147484090" r:id="rId21"/>
    <p:sldLayoutId id="2147484091" r:id="rId22"/>
    <p:sldLayoutId id="2147484092" r:id="rId23"/>
    <p:sldLayoutId id="2147484093" r:id="rId24"/>
    <p:sldLayoutId id="2147484094" r:id="rId25"/>
    <p:sldLayoutId id="2147484095" r:id="rId26"/>
    <p:sldLayoutId id="2147484096"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sp>
        <p:nvSpPr>
          <p:cNvPr id="45" name="Google Shape;45;p61"/>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marR="0" lvl="0" algn="l" rtl="0">
              <a:lnSpc>
                <a:spcPct val="96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 name="Google Shape;46;p61"/>
          <p:cNvSpPr txBox="1">
            <a:spLocks noGrp="1"/>
          </p:cNvSpPr>
          <p:nvPr>
            <p:ph type="body" idx="1"/>
          </p:nvPr>
        </p:nvSpPr>
        <p:spPr>
          <a:xfrm>
            <a:off x="480119" y="1627200"/>
            <a:ext cx="9743381" cy="43910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6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1pPr>
            <a:lvl2pPr marL="914400" marR="0" lvl="1" indent="-228600"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317500"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04800"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L="2286000" marR="0" lvl="4" indent="-298450"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L="2743200" marR="0" lvl="5" indent="-29527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L="3200400" marR="0" lvl="6" indent="-228600"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3657600" marR="0" lvl="7" indent="-298450"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85750"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47" name="Google Shape;47;p6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1pPr>
            <a:lvl2pPr marL="0" marR="0" lvl="1"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2pPr>
            <a:lvl3pPr marL="0" marR="0" lvl="2"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3pPr>
            <a:lvl4pPr marL="0" marR="0" lvl="3"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4pPr>
            <a:lvl5pPr marL="0" marR="0" lvl="4"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5pPr>
            <a:lvl6pPr marL="0" marR="0" lvl="5"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6pPr>
            <a:lvl7pPr marL="0" marR="0" lvl="6"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7pPr>
            <a:lvl8pPr marL="0" marR="0" lvl="7"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8pPr>
            <a:lvl9pPr marL="0" marR="0" lvl="8"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8" name="Google Shape;48;p61"/>
          <p:cNvPicPr preferRelativeResize="0"/>
          <p:nvPr/>
        </p:nvPicPr>
        <p:blipFill rotWithShape="1">
          <a:blip r:embed="rId58">
            <a:alphaModFix/>
          </a:blip>
          <a:srcRect/>
          <a:stretch/>
        </p:blipFill>
        <p:spPr>
          <a:xfrm>
            <a:off x="454025" y="6356100"/>
            <a:ext cx="862264" cy="272507"/>
          </a:xfrm>
          <a:prstGeom prst="rect">
            <a:avLst/>
          </a:prstGeom>
          <a:noFill/>
          <a:ln>
            <a:noFill/>
          </a:ln>
        </p:spPr>
      </p:pic>
    </p:spTree>
    <p:extLst>
      <p:ext uri="{BB962C8B-B14F-4D97-AF65-F5344CB8AC3E}">
        <p14:creationId xmlns:p14="http://schemas.microsoft.com/office/powerpoint/2010/main" val="3224598341"/>
      </p:ext>
    </p:extLst>
  </p:cSld>
  <p:clrMap bg1="lt1" tx1="dk1" bg2="dk2" tx2="lt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 id="2147484110" r:id="rId12"/>
    <p:sldLayoutId id="2147484111" r:id="rId13"/>
    <p:sldLayoutId id="2147484112" r:id="rId14"/>
    <p:sldLayoutId id="2147484113" r:id="rId15"/>
    <p:sldLayoutId id="2147484114" r:id="rId16"/>
    <p:sldLayoutId id="2147484115" r:id="rId17"/>
    <p:sldLayoutId id="2147484116" r:id="rId18"/>
    <p:sldLayoutId id="2147484117" r:id="rId19"/>
    <p:sldLayoutId id="2147484118" r:id="rId20"/>
    <p:sldLayoutId id="2147484119" r:id="rId21"/>
    <p:sldLayoutId id="2147484120" r:id="rId22"/>
    <p:sldLayoutId id="2147484121" r:id="rId23"/>
    <p:sldLayoutId id="2147484122" r:id="rId24"/>
    <p:sldLayoutId id="2147484123" r:id="rId25"/>
    <p:sldLayoutId id="2147484124" r:id="rId26"/>
    <p:sldLayoutId id="2147484125" r:id="rId27"/>
    <p:sldLayoutId id="2147484126" r:id="rId28"/>
    <p:sldLayoutId id="2147484127" r:id="rId29"/>
    <p:sldLayoutId id="2147484128" r:id="rId30"/>
    <p:sldLayoutId id="2147484129" r:id="rId31"/>
    <p:sldLayoutId id="2147484130" r:id="rId32"/>
    <p:sldLayoutId id="2147484131" r:id="rId33"/>
    <p:sldLayoutId id="2147484132" r:id="rId34"/>
    <p:sldLayoutId id="2147484133" r:id="rId35"/>
    <p:sldLayoutId id="2147484134" r:id="rId36"/>
    <p:sldLayoutId id="2147484135" r:id="rId37"/>
    <p:sldLayoutId id="2147484136" r:id="rId38"/>
    <p:sldLayoutId id="2147484137" r:id="rId39"/>
    <p:sldLayoutId id="2147484138" r:id="rId40"/>
    <p:sldLayoutId id="2147484139" r:id="rId41"/>
    <p:sldLayoutId id="2147484140" r:id="rId42"/>
    <p:sldLayoutId id="2147484141" r:id="rId43"/>
    <p:sldLayoutId id="2147484142" r:id="rId44"/>
    <p:sldLayoutId id="2147484143" r:id="rId45"/>
    <p:sldLayoutId id="2147484144" r:id="rId46"/>
    <p:sldLayoutId id="2147484145" r:id="rId47"/>
    <p:sldLayoutId id="2147484146" r:id="rId48"/>
    <p:sldLayoutId id="2147484147" r:id="rId49"/>
    <p:sldLayoutId id="2147484148" r:id="rId50"/>
    <p:sldLayoutId id="2147484149" r:id="rId51"/>
    <p:sldLayoutId id="2147484150" r:id="rId52"/>
    <p:sldLayoutId id="2147484151" r:id="rId53"/>
    <p:sldLayoutId id="2147484152" r:id="rId54"/>
    <p:sldLayoutId id="2147484153" r:id="rId55"/>
    <p:sldLayoutId id="2147484154" r:id="rId5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02">
          <p15:clr>
            <a:srgbClr val="F26B43"/>
          </p15:clr>
        </p15:guide>
        <p15:guide id="3" pos="1222">
          <p15:clr>
            <a:srgbClr val="F26B43"/>
          </p15:clr>
        </p15:guide>
        <p15:guide id="4" pos="1527">
          <p15:clr>
            <a:srgbClr val="F26B43"/>
          </p15:clr>
        </p15:guide>
        <p15:guide id="5" pos="2448">
          <p15:clr>
            <a:srgbClr val="F26B43"/>
          </p15:clr>
        </p15:guide>
        <p15:guide id="6" pos="2758">
          <p15:clr>
            <a:srgbClr val="F26B43"/>
          </p15:clr>
        </p15:guide>
        <p15:guide id="7" pos="4906">
          <p15:clr>
            <a:srgbClr val="F26B43"/>
          </p15:clr>
        </p15:guide>
        <p15:guide id="8" pos="5214">
          <p15:clr>
            <a:srgbClr val="F26B43"/>
          </p15:clr>
        </p15:guide>
        <p15:guide id="9" pos="6131">
          <p15:clr>
            <a:srgbClr val="F26B43"/>
          </p15:clr>
        </p15:guide>
        <p15:guide id="10" pos="6440">
          <p15:clr>
            <a:srgbClr val="F26B43"/>
          </p15:clr>
        </p15:guide>
        <p15:guide id="11" pos="7368">
          <p15:clr>
            <a:srgbClr val="F26B43"/>
          </p15:clr>
        </p15:guide>
        <p15:guide id="12" orient="horz" pos="1023">
          <p15:clr>
            <a:srgbClr val="F26B43"/>
          </p15:clr>
        </p15:guide>
        <p15:guide id="13" orient="horz" pos="423">
          <p15:clr>
            <a:srgbClr val="F26B43"/>
          </p15:clr>
        </p15:guide>
        <p15:guide id="14" orient="horz" pos="3792">
          <p15:clr>
            <a:srgbClr val="F26B43"/>
          </p15:clr>
        </p15:guide>
        <p15:guide id="15" orient="horz" pos="4170">
          <p15:clr>
            <a:srgbClr val="F26B43"/>
          </p15:clr>
        </p15:guide>
        <p15:guide id="1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42.sv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8.png"/><Relationship Id="rId7" Type="http://schemas.openxmlformats.org/officeDocument/2006/relationships/diagramColors" Target="../diagrams/colors3.xml"/><Relationship Id="rId2" Type="http://schemas.microsoft.com/office/2017/06/relationships/model3d" Target="../media/model3d1.glb"/><Relationship Id="rId1" Type="http://schemas.openxmlformats.org/officeDocument/2006/relationships/slideLayout" Target="../slideLayouts/slideLayout125.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5.xml"/><Relationship Id="rId1" Type="http://schemas.openxmlformats.org/officeDocument/2006/relationships/tags" Target="../tags/tag67.xml"/><Relationship Id="rId4" Type="http://schemas.openxmlformats.org/officeDocument/2006/relationships/image" Target="../media/image49.emf"/></Relationships>
</file>

<file path=ppt/slides/_rels/slide8.xml.rels><?xml version="1.0" encoding="UTF-8" standalone="yes"?>
<Relationships xmlns="http://schemas.openxmlformats.org/package/2006/relationships"><Relationship Id="rId8" Type="http://schemas.openxmlformats.org/officeDocument/2006/relationships/image" Target="../media/image54.png"/><Relationship Id="rId13" Type="http://schemas.microsoft.com/office/2017/06/relationships/model3d" Target="../media/model3d5.glb"/><Relationship Id="rId3" Type="http://schemas.openxmlformats.org/officeDocument/2006/relationships/image" Target="../media/image50.png"/><Relationship Id="rId7" Type="http://schemas.microsoft.com/office/2017/06/relationships/model3d" Target="../media/model3d2.glb"/><Relationship Id="rId12" Type="http://schemas.openxmlformats.org/officeDocument/2006/relationships/image" Target="../media/image56.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53.svg"/><Relationship Id="rId11" Type="http://schemas.microsoft.com/office/2017/06/relationships/model3d" Target="../media/model3d4.glb"/><Relationship Id="rId5" Type="http://schemas.openxmlformats.org/officeDocument/2006/relationships/image" Target="../media/image52.png"/><Relationship Id="rId10" Type="http://schemas.openxmlformats.org/officeDocument/2006/relationships/image" Target="../media/image55.png"/><Relationship Id="rId4" Type="http://schemas.openxmlformats.org/officeDocument/2006/relationships/image" Target="../media/image51.svg"/><Relationship Id="rId9" Type="http://schemas.microsoft.com/office/2017/06/relationships/model3d" Target="../media/model3d3.glb"/><Relationship Id="rId14" Type="http://schemas.openxmlformats.org/officeDocument/2006/relationships/image" Target="../media/image5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xml"/><Relationship Id="rId1" Type="http://schemas.openxmlformats.org/officeDocument/2006/relationships/slideLayout" Target="../slideLayouts/slideLayout143.xml"/><Relationship Id="rId5" Type="http://schemas.openxmlformats.org/officeDocument/2006/relationships/image" Target="../media/image60.png"/><Relationship Id="rId4" Type="http://schemas.openxmlformats.org/officeDocument/2006/relationships/image" Target="../media/image5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61.emf"/></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61.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10.xml"/><Relationship Id="rId6" Type="http://schemas.openxmlformats.org/officeDocument/2006/relationships/diagramColors" Target="../diagrams/colors4.xml"/><Relationship Id="rId11" Type="http://schemas.openxmlformats.org/officeDocument/2006/relationships/image" Target="../media/image65.png"/><Relationship Id="rId5" Type="http://schemas.openxmlformats.org/officeDocument/2006/relationships/diagramQuickStyle" Target="../diagrams/quickStyle4.xml"/><Relationship Id="rId10" Type="http://schemas.openxmlformats.org/officeDocument/2006/relationships/image" Target="../media/image64.png"/><Relationship Id="rId4" Type="http://schemas.openxmlformats.org/officeDocument/2006/relationships/diagramLayout" Target="../diagrams/layout4.xml"/><Relationship Id="rId9" Type="http://schemas.openxmlformats.org/officeDocument/2006/relationships/image" Target="../media/image6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a:t>Drafted: Mar-2024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1557853"/>
            <a:ext cx="8849356" cy="2492990"/>
          </a:xfrm>
        </p:spPr>
        <p:txBody>
          <a:bodyPr/>
          <a:lstStyle/>
          <a:p>
            <a:r>
              <a:rPr lang="en-GB" dirty="0"/>
              <a:t>Beazley </a:t>
            </a:r>
            <a:br>
              <a:rPr lang="en-GB" dirty="0"/>
            </a:br>
            <a:r>
              <a:rPr lang="en-GB" sz="4800" dirty="0" err="1"/>
              <a:t>gpas</a:t>
            </a:r>
            <a:r>
              <a:rPr lang="en-GB" sz="4800" dirty="0"/>
              <a:t> and Billing OPERATING MODEL</a:t>
            </a:r>
            <a:endParaRPr lang="en-GB" dirty="0"/>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r>
              <a:rPr lang="en-GB">
                <a:latin typeface="Ubuntu"/>
              </a:rPr>
              <a:t>Ways of Working for GPAS Programme Delivery – DRAFT v0.1</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F751E83-40E8-42F7-A58D-21FB1E3D3346}"/>
              </a:ext>
            </a:extLst>
          </p:cNvPr>
          <p:cNvGraphicFramePr>
            <a:graphicFrameLocks noGrp="1"/>
          </p:cNvGraphicFramePr>
          <p:nvPr>
            <p:extLst>
              <p:ext uri="{D42A27DB-BD31-4B8C-83A1-F6EECF244321}">
                <p14:modId xmlns:p14="http://schemas.microsoft.com/office/powerpoint/2010/main" val="3244192673"/>
              </p:ext>
            </p:extLst>
          </p:nvPr>
        </p:nvGraphicFramePr>
        <p:xfrm>
          <a:off x="246742" y="746760"/>
          <a:ext cx="11028717" cy="2001520"/>
        </p:xfrm>
        <a:graphic>
          <a:graphicData uri="http://schemas.openxmlformats.org/drawingml/2006/table">
            <a:tbl>
              <a:tblPr firstRow="1" bandRow="1">
                <a:tableStyleId>{21E4AEA4-8DFA-4A89-87EB-49C32662AFE0}</a:tableStyleId>
              </a:tblPr>
              <a:tblGrid>
                <a:gridCol w="532758">
                  <a:extLst>
                    <a:ext uri="{9D8B030D-6E8A-4147-A177-3AD203B41FA5}">
                      <a16:colId xmlns:a16="http://schemas.microsoft.com/office/drawing/2014/main" val="1209770128"/>
                    </a:ext>
                  </a:extLst>
                </a:gridCol>
                <a:gridCol w="1494496">
                  <a:extLst>
                    <a:ext uri="{9D8B030D-6E8A-4147-A177-3AD203B41FA5}">
                      <a16:colId xmlns:a16="http://schemas.microsoft.com/office/drawing/2014/main" val="1176944152"/>
                    </a:ext>
                  </a:extLst>
                </a:gridCol>
                <a:gridCol w="1494496">
                  <a:extLst>
                    <a:ext uri="{9D8B030D-6E8A-4147-A177-3AD203B41FA5}">
                      <a16:colId xmlns:a16="http://schemas.microsoft.com/office/drawing/2014/main" val="1714393275"/>
                    </a:ext>
                  </a:extLst>
                </a:gridCol>
                <a:gridCol w="7506967">
                  <a:extLst>
                    <a:ext uri="{9D8B030D-6E8A-4147-A177-3AD203B41FA5}">
                      <a16:colId xmlns:a16="http://schemas.microsoft.com/office/drawing/2014/main" val="26430190"/>
                    </a:ext>
                  </a:extLst>
                </a:gridCol>
              </a:tblGrid>
              <a:tr h="370840">
                <a:tc>
                  <a:txBody>
                    <a:bodyPr/>
                    <a:lstStyle/>
                    <a:p>
                      <a:r>
                        <a:rPr lang="en-IN" sz="1400" err="1"/>
                        <a:t>S.No</a:t>
                      </a:r>
                      <a:endParaRPr lang="en-IN" sz="1400">
                        <a:latin typeface="Ubuntu" panose="020B0504030602030204" pitchFamily="34" charset="0"/>
                      </a:endParaRPr>
                    </a:p>
                  </a:txBody>
                  <a:tcPr>
                    <a:solidFill>
                      <a:srgbClr val="FF66CC"/>
                    </a:solidFill>
                  </a:tcPr>
                </a:tc>
                <a:tc>
                  <a:txBody>
                    <a:bodyPr/>
                    <a:lstStyle/>
                    <a:p>
                      <a:r>
                        <a:rPr lang="en-IN" sz="1400" b="1" kern="1200">
                          <a:solidFill>
                            <a:schemeClr val="lt1"/>
                          </a:solidFill>
                          <a:latin typeface="+mn-lt"/>
                          <a:ea typeface="+mn-ea"/>
                          <a:cs typeface="+mn-cs"/>
                        </a:rPr>
                        <a:t>Version</a:t>
                      </a:r>
                    </a:p>
                  </a:txBody>
                  <a:tcPr>
                    <a:solidFill>
                      <a:srgbClr val="FF66CC"/>
                    </a:solidFill>
                  </a:tcPr>
                </a:tc>
                <a:tc>
                  <a:txBody>
                    <a:bodyPr/>
                    <a:lstStyle/>
                    <a:p>
                      <a:r>
                        <a:rPr lang="en-IN" sz="1400"/>
                        <a:t>Month/Date</a:t>
                      </a:r>
                      <a:endParaRPr lang="en-IN" sz="1400">
                        <a:latin typeface="Ubuntu" panose="020B0504030602030204" pitchFamily="34" charset="0"/>
                      </a:endParaRPr>
                    </a:p>
                  </a:txBody>
                  <a:tcPr>
                    <a:solidFill>
                      <a:srgbClr val="FF66CC"/>
                    </a:solidFill>
                  </a:tcPr>
                </a:tc>
                <a:tc>
                  <a:txBody>
                    <a:bodyPr/>
                    <a:lstStyle/>
                    <a:p>
                      <a:r>
                        <a:rPr lang="en-IN" sz="1400"/>
                        <a:t>Changes made</a:t>
                      </a:r>
                      <a:endParaRPr lang="en-IN" sz="1400">
                        <a:latin typeface="Ubuntu" panose="020B0504030602030204" pitchFamily="34" charset="0"/>
                      </a:endParaRPr>
                    </a:p>
                  </a:txBody>
                  <a:tcPr>
                    <a:solidFill>
                      <a:srgbClr val="FF66CC"/>
                    </a:solidFill>
                  </a:tcPr>
                </a:tc>
                <a:extLst>
                  <a:ext uri="{0D108BD9-81ED-4DB2-BD59-A6C34878D82A}">
                    <a16:rowId xmlns:a16="http://schemas.microsoft.com/office/drawing/2014/main" val="139133595"/>
                  </a:ext>
                </a:extLst>
              </a:tr>
              <a:tr h="370840">
                <a:tc>
                  <a:txBody>
                    <a:bodyPr/>
                    <a:lstStyle/>
                    <a:p>
                      <a:r>
                        <a:rPr lang="en-IN" sz="900">
                          <a:latin typeface="Ubuntu" panose="020B0504030602030204" pitchFamily="34" charset="0"/>
                        </a:rPr>
                        <a:t>1.</a:t>
                      </a:r>
                    </a:p>
                  </a:txBody>
                  <a:tcPr/>
                </a:tc>
                <a:tc>
                  <a:txBody>
                    <a:bodyPr/>
                    <a:lstStyle/>
                    <a:p>
                      <a:r>
                        <a:rPr lang="en-IN" sz="900">
                          <a:latin typeface="Ubuntu" panose="020B0504030602030204" pitchFamily="34" charset="0"/>
                        </a:rPr>
                        <a:t>0.1</a:t>
                      </a:r>
                    </a:p>
                  </a:txBody>
                  <a:tcPr/>
                </a:tc>
                <a:tc>
                  <a:txBody>
                    <a:bodyPr/>
                    <a:lstStyle/>
                    <a:p>
                      <a:r>
                        <a:rPr lang="en-IN" sz="900">
                          <a:latin typeface="Ubuntu" panose="020B0504030602030204" pitchFamily="34" charset="0"/>
                        </a:rPr>
                        <a:t>March-2024</a:t>
                      </a:r>
                    </a:p>
                  </a:txBody>
                  <a:tcPr/>
                </a:tc>
                <a:tc>
                  <a:txBody>
                    <a:bodyPr/>
                    <a:lstStyle/>
                    <a:p>
                      <a:pPr marL="0" indent="0">
                        <a:buNone/>
                      </a:pPr>
                      <a:r>
                        <a:rPr lang="en-IN" sz="900" dirty="0">
                          <a:latin typeface="Ubuntu" panose="020B0504030602030204" pitchFamily="34" charset="0"/>
                        </a:rPr>
                        <a:t>First version of Ways of working, focused more at Inception phase method &amp; processes</a:t>
                      </a:r>
                    </a:p>
                  </a:txBody>
                  <a:tcPr/>
                </a:tc>
                <a:extLst>
                  <a:ext uri="{0D108BD9-81ED-4DB2-BD59-A6C34878D82A}">
                    <a16:rowId xmlns:a16="http://schemas.microsoft.com/office/drawing/2014/main" val="828925552"/>
                  </a:ext>
                </a:extLst>
              </a:tr>
              <a:tr h="370840">
                <a:tc>
                  <a:txBody>
                    <a:bodyPr/>
                    <a:lstStyle/>
                    <a:p>
                      <a:r>
                        <a:rPr lang="en-IN" sz="900" dirty="0">
                          <a:latin typeface="Ubuntu" panose="020B0504030602030204" pitchFamily="34" charset="0"/>
                        </a:rPr>
                        <a:t>2</a:t>
                      </a:r>
                    </a:p>
                  </a:txBody>
                  <a:tcPr/>
                </a:tc>
                <a:tc>
                  <a:txBody>
                    <a:bodyPr/>
                    <a:lstStyle/>
                    <a:p>
                      <a:r>
                        <a:rPr lang="en-IN" sz="900" dirty="0">
                          <a:latin typeface="Ubuntu" panose="020B0504030602030204" pitchFamily="34" charset="0"/>
                        </a:rPr>
                        <a:t>0.2</a:t>
                      </a:r>
                    </a:p>
                  </a:txBody>
                  <a:tcPr/>
                </a:tc>
                <a:tc>
                  <a:txBody>
                    <a:bodyPr/>
                    <a:lstStyle/>
                    <a:p>
                      <a:r>
                        <a:rPr lang="en-IN" sz="900" dirty="0">
                          <a:latin typeface="Ubuntu" panose="020B0504030602030204" pitchFamily="34" charset="0"/>
                        </a:rPr>
                        <a:t>17</a:t>
                      </a:r>
                      <a:r>
                        <a:rPr lang="en-IN" sz="900" baseline="30000" dirty="0">
                          <a:latin typeface="Ubuntu" panose="020B0504030602030204" pitchFamily="34" charset="0"/>
                        </a:rPr>
                        <a:t>th</a:t>
                      </a:r>
                      <a:r>
                        <a:rPr lang="en-IN" sz="900" dirty="0">
                          <a:latin typeface="Ubuntu" panose="020B0504030602030204" pitchFamily="34" charset="0"/>
                        </a:rPr>
                        <a:t> March 2024</a:t>
                      </a:r>
                    </a:p>
                  </a:txBody>
                  <a:tcPr/>
                </a:tc>
                <a:tc>
                  <a:txBody>
                    <a:bodyPr/>
                    <a:lstStyle/>
                    <a:p>
                      <a:pPr marL="0" indent="0">
                        <a:buNone/>
                      </a:pPr>
                      <a:r>
                        <a:rPr lang="en-IN" sz="900" dirty="0">
                          <a:latin typeface="Ubuntu" panose="020B0504030602030204" pitchFamily="34" charset="0"/>
                        </a:rPr>
                        <a:t>Updates made basis feedback received from Warren – changes made to Team structure </a:t>
                      </a:r>
                    </a:p>
                    <a:p>
                      <a:pPr marL="0" indent="0">
                        <a:buNone/>
                      </a:pPr>
                      <a:r>
                        <a:rPr lang="en-IN" sz="900" dirty="0">
                          <a:latin typeface="Ubuntu" panose="020B0504030602030204" pitchFamily="34" charset="0"/>
                        </a:rPr>
                        <a:t>Warren to come back on Sign-off names from Beazley for Inception deliverables</a:t>
                      </a:r>
                    </a:p>
                  </a:txBody>
                  <a:tcPr/>
                </a:tc>
                <a:extLst>
                  <a:ext uri="{0D108BD9-81ED-4DB2-BD59-A6C34878D82A}">
                    <a16:rowId xmlns:a16="http://schemas.microsoft.com/office/drawing/2014/main" val="1502726898"/>
                  </a:ext>
                </a:extLst>
              </a:tr>
              <a:tr h="370840">
                <a:tc>
                  <a:txBody>
                    <a:bodyPr/>
                    <a:lstStyle/>
                    <a:p>
                      <a:r>
                        <a:rPr lang="en-IN" sz="900" dirty="0">
                          <a:latin typeface="Ubuntu" panose="020B0504030602030204" pitchFamily="34" charset="0"/>
                        </a:rPr>
                        <a:t>3</a:t>
                      </a:r>
                    </a:p>
                  </a:txBody>
                  <a:tcPr/>
                </a:tc>
                <a:tc>
                  <a:txBody>
                    <a:bodyPr/>
                    <a:lstStyle/>
                    <a:p>
                      <a:r>
                        <a:rPr lang="en-IN" sz="900" dirty="0">
                          <a:latin typeface="Ubuntu" panose="020B0504030602030204" pitchFamily="34" charset="0"/>
                        </a:rPr>
                        <a:t>0.3</a:t>
                      </a:r>
                    </a:p>
                  </a:txBody>
                  <a:tcPr/>
                </a:tc>
                <a:tc>
                  <a:txBody>
                    <a:bodyPr/>
                    <a:lstStyle/>
                    <a:p>
                      <a:r>
                        <a:rPr lang="en-IN" sz="900" dirty="0">
                          <a:latin typeface="Ubuntu" panose="020B0504030602030204" pitchFamily="34" charset="0"/>
                        </a:rPr>
                        <a:t>19</a:t>
                      </a:r>
                      <a:r>
                        <a:rPr lang="en-IN" sz="900" baseline="30000" dirty="0">
                          <a:latin typeface="Ubuntu" panose="020B0504030602030204" pitchFamily="34" charset="0"/>
                        </a:rPr>
                        <a:t>th</a:t>
                      </a:r>
                      <a:r>
                        <a:rPr lang="en-IN" sz="900" dirty="0">
                          <a:latin typeface="Ubuntu" panose="020B0504030602030204" pitchFamily="34" charset="0"/>
                        </a:rPr>
                        <a:t> March 2024</a:t>
                      </a:r>
                    </a:p>
                  </a:txBody>
                  <a:tcPr/>
                </a:tc>
                <a:tc>
                  <a:txBody>
                    <a:bodyPr/>
                    <a:lstStyle/>
                    <a:p>
                      <a:pPr marL="0" indent="0">
                        <a:buNone/>
                      </a:pPr>
                      <a:r>
                        <a:rPr lang="en-IN" sz="900" dirty="0">
                          <a:latin typeface="Ubuntu" panose="020B0504030602030204" pitchFamily="34" charset="0"/>
                        </a:rPr>
                        <a:t>Updates to Core team based on Beazley feedback, text changes on context slide, Removed names against responsibilities for Beazley, Added GPAS and Billing in the RACI, New integration entry in </a:t>
                      </a:r>
                      <a:r>
                        <a:rPr lang="en-IN" sz="900">
                          <a:latin typeface="Ubuntu" panose="020B0504030602030204" pitchFamily="34" charset="0"/>
                        </a:rPr>
                        <a:t>RACI, Removed </a:t>
                      </a:r>
                      <a:r>
                        <a:rPr lang="en-IN" sz="900" dirty="0">
                          <a:latin typeface="Ubuntu" panose="020B0504030602030204" pitchFamily="34" charset="0"/>
                        </a:rPr>
                        <a:t>the approvers and sign-off to be updated later once Beazley confirms</a:t>
                      </a:r>
                    </a:p>
                  </a:txBody>
                  <a:tcPr/>
                </a:tc>
                <a:extLst>
                  <a:ext uri="{0D108BD9-81ED-4DB2-BD59-A6C34878D82A}">
                    <a16:rowId xmlns:a16="http://schemas.microsoft.com/office/drawing/2014/main" val="2469317802"/>
                  </a:ext>
                </a:extLst>
              </a:tr>
              <a:tr h="370840">
                <a:tc>
                  <a:txBody>
                    <a:bodyPr/>
                    <a:lstStyle/>
                    <a:p>
                      <a:r>
                        <a:rPr lang="en-IN" sz="900" dirty="0">
                          <a:latin typeface="Ubuntu" panose="020B0504030602030204" pitchFamily="34" charset="0"/>
                        </a:rPr>
                        <a:t>4</a:t>
                      </a:r>
                    </a:p>
                  </a:txBody>
                  <a:tcPr/>
                </a:tc>
                <a:tc>
                  <a:txBody>
                    <a:bodyPr/>
                    <a:lstStyle/>
                    <a:p>
                      <a:r>
                        <a:rPr lang="en-IN" sz="900" dirty="0">
                          <a:latin typeface="Ubuntu" panose="020B0504030602030204" pitchFamily="34" charset="0"/>
                        </a:rPr>
                        <a:t>0.4</a:t>
                      </a:r>
                    </a:p>
                  </a:txBody>
                  <a:tcPr/>
                </a:tc>
                <a:tc>
                  <a:txBody>
                    <a:bodyPr/>
                    <a:lstStyle/>
                    <a:p>
                      <a:r>
                        <a:rPr lang="en-IN" sz="900" dirty="0">
                          <a:latin typeface="Ubuntu" panose="020B0504030602030204" pitchFamily="34" charset="0"/>
                        </a:rPr>
                        <a:t>25</a:t>
                      </a:r>
                      <a:r>
                        <a:rPr lang="en-IN" sz="900" baseline="30000" dirty="0">
                          <a:latin typeface="Ubuntu" panose="020B0504030602030204" pitchFamily="34" charset="0"/>
                        </a:rPr>
                        <a:t>th</a:t>
                      </a:r>
                      <a:r>
                        <a:rPr lang="en-IN" sz="900" dirty="0">
                          <a:latin typeface="Ubuntu" panose="020B0504030602030204" pitchFamily="34" charset="0"/>
                        </a:rPr>
                        <a:t> March 2024</a:t>
                      </a:r>
                    </a:p>
                  </a:txBody>
                  <a:tcPr/>
                </a:tc>
                <a:tc>
                  <a:txBody>
                    <a:bodyPr/>
                    <a:lstStyle/>
                    <a:p>
                      <a:pPr marL="0" indent="0">
                        <a:buNone/>
                      </a:pPr>
                      <a:r>
                        <a:rPr lang="en-IN" sz="900" dirty="0">
                          <a:latin typeface="Ubuntu" panose="020B0504030602030204" pitchFamily="34" charset="0"/>
                        </a:rPr>
                        <a:t>Updates to RACI, Two in a Box Structure and other minor changes</a:t>
                      </a:r>
                    </a:p>
                  </a:txBody>
                  <a:tcPr/>
                </a:tc>
                <a:extLst>
                  <a:ext uri="{0D108BD9-81ED-4DB2-BD59-A6C34878D82A}">
                    <a16:rowId xmlns:a16="http://schemas.microsoft.com/office/drawing/2014/main" val="846568765"/>
                  </a:ext>
                </a:extLst>
              </a:tr>
            </a:tbl>
          </a:graphicData>
        </a:graphic>
      </p:graphicFrame>
      <p:sp>
        <p:nvSpPr>
          <p:cNvPr id="5" name="Title 1">
            <a:extLst>
              <a:ext uri="{FF2B5EF4-FFF2-40B4-BE49-F238E27FC236}">
                <a16:creationId xmlns:a16="http://schemas.microsoft.com/office/drawing/2014/main" id="{5BD37474-4F12-4065-945E-FE8E554CE885}"/>
              </a:ext>
            </a:extLst>
          </p:cNvPr>
          <p:cNvSpPr txBox="1">
            <a:spLocks/>
          </p:cNvSpPr>
          <p:nvPr/>
        </p:nvSpPr>
        <p:spPr>
          <a:xfrm>
            <a:off x="-6219" y="42"/>
            <a:ext cx="12202633" cy="566016"/>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lvl="1" indent="174625">
              <a:lnSpc>
                <a:spcPct val="90000"/>
              </a:lnSpc>
              <a:spcBef>
                <a:spcPct val="0"/>
              </a:spcBef>
              <a:defRPr/>
            </a:pPr>
            <a:r>
              <a:rPr kumimoji="0" lang="en-GB" sz="2600" b="1" i="0" u="none" strike="noStrike" kern="1200" cap="none" spc="0" normalizeH="0" baseline="0" noProof="0">
                <a:ln>
                  <a:noFill/>
                </a:ln>
                <a:solidFill>
                  <a:schemeClr val="accent1">
                    <a:lumMod val="50000"/>
                  </a:schemeClr>
                </a:solidFill>
                <a:effectLst/>
                <a:uLnTx/>
                <a:uFillTx/>
                <a:latin typeface="+mj-lt"/>
                <a:ea typeface="+mj-ea"/>
                <a:cs typeface="+mj-cs"/>
              </a:rPr>
              <a:t>Document change history</a:t>
            </a:r>
            <a:endParaRPr kumimoji="0" lang="en-GB" sz="2600" b="0" i="0" u="none" strike="noStrike" kern="1200" cap="none" spc="0" normalizeH="0" baseline="0" noProof="0">
              <a:ln>
                <a:noFill/>
              </a:ln>
              <a:solidFill>
                <a:schemeClr val="accent1">
                  <a:lumMod val="50000"/>
                </a:schemeClr>
              </a:solidFill>
              <a:effectLst/>
              <a:uLnTx/>
              <a:uFillTx/>
              <a:latin typeface="+mj-lt"/>
              <a:ea typeface="+mj-ea"/>
              <a:cs typeface="+mj-cs"/>
            </a:endParaRPr>
          </a:p>
        </p:txBody>
      </p:sp>
    </p:spTree>
    <p:extLst>
      <p:ext uri="{BB962C8B-B14F-4D97-AF65-F5344CB8AC3E}">
        <p14:creationId xmlns:p14="http://schemas.microsoft.com/office/powerpoint/2010/main" val="185388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77FF-C41A-E11A-5FC0-772CD3D72343}"/>
              </a:ext>
            </a:extLst>
          </p:cNvPr>
          <p:cNvSpPr>
            <a:spLocks noGrp="1"/>
          </p:cNvSpPr>
          <p:nvPr>
            <p:ph type="title"/>
          </p:nvPr>
        </p:nvSpPr>
        <p:spPr>
          <a:xfrm>
            <a:off x="382779" y="337432"/>
            <a:ext cx="9776592" cy="716711"/>
          </a:xfrm>
        </p:spPr>
        <p:txBody>
          <a:bodyPr/>
          <a:lstStyle/>
          <a:p>
            <a:r>
              <a:rPr lang="en-IN"/>
              <a:t>CONTEXT</a:t>
            </a:r>
            <a:endParaRPr lang="en-US"/>
          </a:p>
        </p:txBody>
      </p:sp>
      <p:sp>
        <p:nvSpPr>
          <p:cNvPr id="3" name="TextBox 2">
            <a:extLst>
              <a:ext uri="{FF2B5EF4-FFF2-40B4-BE49-F238E27FC236}">
                <a16:creationId xmlns:a16="http://schemas.microsoft.com/office/drawing/2014/main" id="{84EB99FE-CDE2-5E96-9B09-A23AC697E275}"/>
              </a:ext>
            </a:extLst>
          </p:cNvPr>
          <p:cNvSpPr txBox="1"/>
          <p:nvPr/>
        </p:nvSpPr>
        <p:spPr>
          <a:xfrm>
            <a:off x="0" y="1014558"/>
            <a:ext cx="12192000" cy="1711916"/>
          </a:xfrm>
          <a:prstGeom prst="rect">
            <a:avLst/>
          </a:prstGeom>
          <a:solidFill>
            <a:schemeClr val="accent5">
              <a:lumMod val="20000"/>
              <a:lumOff val="80000"/>
            </a:schemeClr>
          </a:solidFill>
        </p:spPr>
        <p:txBody>
          <a:bodyPr wrap="square" lIns="360000" tIns="360000" rIns="360000" bIns="360000" rtlCol="0">
            <a:spAutoFit/>
          </a:bodyPr>
          <a:lstStyle/>
          <a:p>
            <a:pPr algn="ctr"/>
            <a:r>
              <a:rPr lang="en-IN" sz="1600" b="1"/>
              <a:t>Ways of working is a </a:t>
            </a:r>
            <a:r>
              <a:rPr lang="en-IN" sz="1600" b="1" u="sng"/>
              <a:t>Capgemini recommended way of Program execution </a:t>
            </a:r>
            <a:r>
              <a:rPr lang="en-IN" sz="1600" b="1"/>
              <a:t>allowing all relevant parties and stakeholders to operate and collaborate towards achieving the common program goals. This document intends to </a:t>
            </a:r>
            <a:r>
              <a:rPr lang="en-IN" sz="1600" b="1" u="sng"/>
              <a:t>target both processes and behaviours </a:t>
            </a:r>
            <a:r>
              <a:rPr lang="en-IN" sz="1600" b="1"/>
              <a:t>that form the building blocks of successful completion of GPAS</a:t>
            </a:r>
          </a:p>
          <a:p>
            <a:pPr algn="ctr"/>
            <a:endParaRPr lang="en-IN" sz="1600" b="1"/>
          </a:p>
        </p:txBody>
      </p:sp>
      <p:sp>
        <p:nvSpPr>
          <p:cNvPr id="4" name="TextBox 3">
            <a:extLst>
              <a:ext uri="{FF2B5EF4-FFF2-40B4-BE49-F238E27FC236}">
                <a16:creationId xmlns:a16="http://schemas.microsoft.com/office/drawing/2014/main" id="{D0E3B56D-C914-F6F6-B709-B1100F7A7A50}"/>
              </a:ext>
            </a:extLst>
          </p:cNvPr>
          <p:cNvSpPr txBox="1"/>
          <p:nvPr/>
        </p:nvSpPr>
        <p:spPr>
          <a:xfrm>
            <a:off x="0" y="2978739"/>
            <a:ext cx="12192000" cy="1465695"/>
          </a:xfrm>
          <a:prstGeom prst="rect">
            <a:avLst/>
          </a:prstGeom>
          <a:solidFill>
            <a:schemeClr val="bg1">
              <a:lumMod val="85000"/>
            </a:schemeClr>
          </a:solidFill>
        </p:spPr>
        <p:txBody>
          <a:bodyPr wrap="square" lIns="360000" tIns="360000" rIns="360000" bIns="360000" rtlCol="0">
            <a:spAutoFit/>
          </a:bodyPr>
          <a:lstStyle>
            <a:defPPr>
              <a:defRPr lang="pt-PT"/>
            </a:defPPr>
            <a:lvl1pPr algn="ctr"/>
          </a:lstStyle>
          <a:p>
            <a:r>
              <a:rPr lang="en-IN" sz="1600" b="1" dirty="0"/>
              <a:t>This Ways of working is specifically designed for </a:t>
            </a:r>
            <a:r>
              <a:rPr lang="en-IN" sz="1600" b="1" u="sng" dirty="0"/>
              <a:t>GPAS and Billing scope of work only </a:t>
            </a:r>
            <a:r>
              <a:rPr lang="en-IN" sz="1600" b="1" dirty="0"/>
              <a:t>and for the scope of work owned by Capgemini. The processes, behaviours and recommendations outlined here may not be applicable outside GPAS to the wider Modernization program</a:t>
            </a:r>
            <a:endParaRPr lang="en-US" sz="1600" b="1" dirty="0"/>
          </a:p>
        </p:txBody>
      </p:sp>
      <p:sp>
        <p:nvSpPr>
          <p:cNvPr id="5" name="TextBox 4">
            <a:extLst>
              <a:ext uri="{FF2B5EF4-FFF2-40B4-BE49-F238E27FC236}">
                <a16:creationId xmlns:a16="http://schemas.microsoft.com/office/drawing/2014/main" id="{16A929D2-8D5D-5B24-55A3-1E1C831846BD}"/>
              </a:ext>
            </a:extLst>
          </p:cNvPr>
          <p:cNvSpPr txBox="1"/>
          <p:nvPr/>
        </p:nvSpPr>
        <p:spPr>
          <a:xfrm>
            <a:off x="0" y="4696699"/>
            <a:ext cx="12192000" cy="1465695"/>
          </a:xfrm>
          <a:prstGeom prst="rect">
            <a:avLst/>
          </a:prstGeom>
          <a:solidFill>
            <a:schemeClr val="accent1">
              <a:lumMod val="75000"/>
            </a:schemeClr>
          </a:solidFill>
        </p:spPr>
        <p:txBody>
          <a:bodyPr wrap="square" lIns="360000" tIns="360000" rIns="360000" bIns="360000" rtlCol="0">
            <a:spAutoFit/>
          </a:bodyPr>
          <a:lstStyle>
            <a:defPPr>
              <a:defRPr lang="pt-PT"/>
            </a:defPPr>
            <a:lvl1pPr algn="ctr"/>
          </a:lstStyle>
          <a:p>
            <a:r>
              <a:rPr lang="en-IN" sz="1600" b="1">
                <a:solidFill>
                  <a:schemeClr val="bg1"/>
                </a:solidFill>
              </a:rPr>
              <a:t>The Ways of working document is expected to </a:t>
            </a:r>
            <a:r>
              <a:rPr lang="en-IN" sz="1600" b="1" u="sng">
                <a:solidFill>
                  <a:schemeClr val="bg1"/>
                </a:solidFill>
              </a:rPr>
              <a:t>evolve iteratively</a:t>
            </a:r>
            <a:r>
              <a:rPr lang="en-IN" sz="1600" b="1">
                <a:solidFill>
                  <a:schemeClr val="bg1"/>
                </a:solidFill>
              </a:rPr>
              <a:t>, through Inception phase before it can be made final. However, throughout the GPAS program execution, the delivery method or process </a:t>
            </a:r>
            <a:r>
              <a:rPr lang="en-IN" sz="1600" b="1" u="sng">
                <a:solidFill>
                  <a:schemeClr val="bg1"/>
                </a:solidFill>
              </a:rPr>
              <a:t>may undergo change </a:t>
            </a:r>
            <a:r>
              <a:rPr lang="en-IN" sz="1600" b="1">
                <a:solidFill>
                  <a:schemeClr val="bg1"/>
                </a:solidFill>
              </a:rPr>
              <a:t>in certain sections if all the influenced parties agree there is a need for improvement</a:t>
            </a:r>
            <a:endParaRPr lang="en-US" sz="1600" b="1">
              <a:solidFill>
                <a:schemeClr val="bg1"/>
              </a:solidFill>
            </a:endParaRPr>
          </a:p>
        </p:txBody>
      </p:sp>
    </p:spTree>
    <p:extLst>
      <p:ext uri="{BB962C8B-B14F-4D97-AF65-F5344CB8AC3E}">
        <p14:creationId xmlns:p14="http://schemas.microsoft.com/office/powerpoint/2010/main" val="2039370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DF60BF4-8471-6F8A-A08C-AC619450B681}"/>
              </a:ext>
            </a:extLst>
          </p:cNvPr>
          <p:cNvSpPr txBox="1"/>
          <p:nvPr/>
        </p:nvSpPr>
        <p:spPr>
          <a:xfrm>
            <a:off x="-240030" y="4889644"/>
            <a:ext cx="12432029" cy="1887751"/>
          </a:xfrm>
          <a:prstGeom prst="rect">
            <a:avLst/>
          </a:prstGeom>
          <a:solidFill>
            <a:schemeClr val="bg1">
              <a:lumMod val="95000"/>
            </a:schemeClr>
          </a:solidFill>
        </p:spPr>
        <p:txBody>
          <a:bodyPr wrap="square" rtlCol="0">
            <a:noAutofit/>
          </a:bodyPr>
          <a:lstStyle/>
          <a:p>
            <a:endParaRPr lang="en-US"/>
          </a:p>
        </p:txBody>
      </p:sp>
      <p:sp>
        <p:nvSpPr>
          <p:cNvPr id="2" name="Title 1">
            <a:extLst>
              <a:ext uri="{FF2B5EF4-FFF2-40B4-BE49-F238E27FC236}">
                <a16:creationId xmlns:a16="http://schemas.microsoft.com/office/drawing/2014/main" id="{A923476B-91F6-439A-224A-E47160CC010B}"/>
              </a:ext>
            </a:extLst>
          </p:cNvPr>
          <p:cNvSpPr>
            <a:spLocks noGrp="1"/>
          </p:cNvSpPr>
          <p:nvPr>
            <p:ph type="title"/>
          </p:nvPr>
        </p:nvSpPr>
        <p:spPr>
          <a:xfrm>
            <a:off x="404813" y="0"/>
            <a:ext cx="9776592" cy="716711"/>
          </a:xfrm>
        </p:spPr>
        <p:txBody>
          <a:bodyPr/>
          <a:lstStyle/>
          <a:p>
            <a:r>
              <a:rPr lang="en-IN"/>
              <a:t>Ways of working</a:t>
            </a:r>
            <a:endParaRPr lang="en-US"/>
          </a:p>
        </p:txBody>
      </p:sp>
      <p:sp>
        <p:nvSpPr>
          <p:cNvPr id="3" name="Title 1">
            <a:extLst>
              <a:ext uri="{FF2B5EF4-FFF2-40B4-BE49-F238E27FC236}">
                <a16:creationId xmlns:a16="http://schemas.microsoft.com/office/drawing/2014/main" id="{E8D7E566-D0A0-BDA1-692E-AEC1850354BA}"/>
              </a:ext>
            </a:extLst>
          </p:cNvPr>
          <p:cNvSpPr txBox="1">
            <a:spLocks/>
          </p:cNvSpPr>
          <p:nvPr/>
        </p:nvSpPr>
        <p:spPr>
          <a:xfrm>
            <a:off x="3855157" y="2075679"/>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600" cap="none" dirty="0">
                <a:latin typeface="+mn-lt"/>
              </a:rPr>
              <a:t>Scope of Inception phase</a:t>
            </a:r>
          </a:p>
          <a:p>
            <a:pPr marL="452438" indent="352425">
              <a:spcBef>
                <a:spcPts val="300"/>
              </a:spcBef>
              <a:buFont typeface="Arial" panose="020B0604020202020204" pitchFamily="34" charset="0"/>
              <a:buChar char="•"/>
            </a:pPr>
            <a:r>
              <a:rPr lang="en-IN" sz="1600" cap="none" dirty="0">
                <a:latin typeface="+mn-lt"/>
              </a:rPr>
              <a:t>Key Success factors</a:t>
            </a:r>
          </a:p>
          <a:p>
            <a:pPr marL="452438" indent="352425">
              <a:spcBef>
                <a:spcPts val="300"/>
              </a:spcBef>
              <a:buFont typeface="Arial" panose="020B0604020202020204" pitchFamily="34" charset="0"/>
              <a:buChar char="•"/>
            </a:pPr>
            <a:r>
              <a:rPr lang="en-IN" sz="1600" cap="none" dirty="0">
                <a:latin typeface="+mn-lt"/>
              </a:rPr>
              <a:t>Inception activities – week wise split</a:t>
            </a:r>
          </a:p>
          <a:p>
            <a:pPr marL="452438" indent="352425">
              <a:spcBef>
                <a:spcPts val="300"/>
              </a:spcBef>
              <a:buFont typeface="Arial" panose="020B0604020202020204" pitchFamily="34" charset="0"/>
              <a:buChar char="•"/>
            </a:pPr>
            <a:r>
              <a:rPr lang="en-IN" sz="1600" cap="none" dirty="0">
                <a:latin typeface="+mn-lt"/>
              </a:rPr>
              <a:t>Workshops – rules of engagement</a:t>
            </a:r>
          </a:p>
          <a:p>
            <a:pPr marL="452438" indent="352425">
              <a:spcBef>
                <a:spcPts val="300"/>
              </a:spcBef>
              <a:buFont typeface="Arial" panose="020B0604020202020204" pitchFamily="34" charset="0"/>
              <a:buChar char="•"/>
            </a:pPr>
            <a:r>
              <a:rPr lang="en-IN" sz="1600" cap="none" dirty="0">
                <a:latin typeface="+mn-lt"/>
              </a:rPr>
              <a:t>Inception phase deliverables</a:t>
            </a:r>
          </a:p>
          <a:p>
            <a:pPr marL="452438" indent="352425">
              <a:spcBef>
                <a:spcPts val="300"/>
              </a:spcBef>
              <a:buFont typeface="Arial" panose="020B0604020202020204" pitchFamily="34" charset="0"/>
              <a:buChar char="•"/>
            </a:pPr>
            <a:r>
              <a:rPr lang="en-IN" sz="1600" cap="none" dirty="0">
                <a:latin typeface="+mn-lt"/>
              </a:rPr>
              <a:t>Team Structure for Inception</a:t>
            </a:r>
          </a:p>
          <a:p>
            <a:pPr marL="452438" indent="352425">
              <a:spcBef>
                <a:spcPts val="300"/>
              </a:spcBef>
              <a:buFont typeface="Arial" panose="020B0604020202020204" pitchFamily="34" charset="0"/>
              <a:buChar char="•"/>
            </a:pPr>
            <a:r>
              <a:rPr lang="en-IN" sz="1600" cap="none" dirty="0">
                <a:latin typeface="+mn-lt"/>
              </a:rPr>
              <a:t>Design Principles</a:t>
            </a:r>
          </a:p>
          <a:p>
            <a:pPr marL="452438" indent="352425">
              <a:spcBef>
                <a:spcPts val="300"/>
              </a:spcBef>
              <a:buFont typeface="Arial" panose="020B0604020202020204" pitchFamily="34" charset="0"/>
              <a:buChar char="•"/>
            </a:pPr>
            <a:r>
              <a:rPr lang="en-IN" sz="1600" cap="none" dirty="0">
                <a:latin typeface="+mn-lt"/>
              </a:rPr>
              <a:t>RACI</a:t>
            </a:r>
          </a:p>
          <a:p>
            <a:pPr marL="452438" indent="352425">
              <a:spcBef>
                <a:spcPts val="300"/>
              </a:spcBef>
              <a:buFont typeface="Arial" panose="020B0604020202020204" pitchFamily="34" charset="0"/>
              <a:buChar char="•"/>
            </a:pPr>
            <a:r>
              <a:rPr lang="en-IN" sz="1600" cap="none" dirty="0">
                <a:latin typeface="+mn-lt"/>
              </a:rPr>
              <a:t>Key roles – Beazley and Capgemini</a:t>
            </a:r>
          </a:p>
          <a:p>
            <a:pPr marL="452438" indent="352425">
              <a:spcBef>
                <a:spcPts val="300"/>
              </a:spcBef>
              <a:buFont typeface="Arial" panose="020B0604020202020204" pitchFamily="34" charset="0"/>
              <a:buChar char="•"/>
            </a:pPr>
            <a:r>
              <a:rPr lang="en-IN" sz="1600" cap="none" dirty="0">
                <a:latin typeface="+mn-lt"/>
              </a:rPr>
              <a:t>Governance – </a:t>
            </a:r>
            <a:r>
              <a:rPr lang="en-IN" sz="1200" cap="none" dirty="0">
                <a:latin typeface="+mn-lt"/>
              </a:rPr>
              <a:t>Key roles, Cadence, Escalation, Change Control</a:t>
            </a:r>
            <a:endParaRPr lang="en-IN" sz="1600" cap="none" dirty="0">
              <a:latin typeface="+mn-lt"/>
            </a:endParaRPr>
          </a:p>
          <a:p>
            <a:pPr marL="452438" indent="352425">
              <a:spcBef>
                <a:spcPts val="300"/>
              </a:spcBef>
              <a:buFont typeface="Arial" panose="020B0604020202020204" pitchFamily="34" charset="0"/>
              <a:buChar char="•"/>
            </a:pPr>
            <a:r>
              <a:rPr lang="en-IN" sz="1600" cap="none" dirty="0">
                <a:latin typeface="+mn-lt"/>
              </a:rPr>
              <a:t>Tools for Inception</a:t>
            </a:r>
          </a:p>
          <a:p>
            <a:pPr marL="452438" indent="352425">
              <a:spcBef>
                <a:spcPts val="300"/>
              </a:spcBef>
              <a:buFont typeface="Arial" panose="020B0604020202020204" pitchFamily="34" charset="0"/>
              <a:buChar char="•"/>
            </a:pPr>
            <a:r>
              <a:rPr lang="en-IN" sz="1600" cap="none" dirty="0">
                <a:solidFill>
                  <a:schemeClr val="tx1"/>
                </a:solidFill>
                <a:latin typeface="+mn-lt"/>
              </a:rPr>
              <a:t>JIRA set-up and governance</a:t>
            </a:r>
            <a:endParaRPr lang="en-IN" sz="1400" cap="none" dirty="0">
              <a:solidFill>
                <a:schemeClr val="tx1"/>
              </a:solidFill>
              <a:latin typeface="+mn-lt"/>
            </a:endParaRPr>
          </a:p>
          <a:p>
            <a:pPr marL="457200" indent="-457200">
              <a:buFont typeface="Arial" panose="020B0604020202020204" pitchFamily="34" charset="0"/>
              <a:buChar char="•"/>
            </a:pPr>
            <a:endParaRPr lang="en-US" sz="1200" dirty="0"/>
          </a:p>
        </p:txBody>
      </p:sp>
      <p:sp>
        <p:nvSpPr>
          <p:cNvPr id="4" name="TextBox 3">
            <a:extLst>
              <a:ext uri="{FF2B5EF4-FFF2-40B4-BE49-F238E27FC236}">
                <a16:creationId xmlns:a16="http://schemas.microsoft.com/office/drawing/2014/main" id="{12F5E7F4-21B2-ECB1-1775-9F3F04E9F92D}"/>
              </a:ext>
            </a:extLst>
          </p:cNvPr>
          <p:cNvSpPr txBox="1"/>
          <p:nvPr/>
        </p:nvSpPr>
        <p:spPr>
          <a:xfrm>
            <a:off x="4220025" y="5114091"/>
            <a:ext cx="6126480" cy="1438855"/>
          </a:xfrm>
          <a:prstGeom prst="rect">
            <a:avLst/>
          </a:prstGeom>
          <a:noFill/>
        </p:spPr>
        <p:txBody>
          <a:bodyPr wrap="square" numCol="2" rtlCol="0">
            <a:spAutoFit/>
          </a:bodyPr>
          <a:lstStyle/>
          <a:p>
            <a:r>
              <a:rPr lang="en-IN" sz="1050" b="1" cap="none"/>
              <a:t>To be built &amp; agreed in parallel to Inception for start of build</a:t>
            </a:r>
          </a:p>
          <a:p>
            <a:pPr marL="800100" lvl="1" indent="-342900">
              <a:buClr>
                <a:schemeClr val="accent3">
                  <a:lumMod val="90000"/>
                  <a:lumOff val="10000"/>
                </a:schemeClr>
              </a:buClr>
              <a:buFont typeface="Arial" panose="020B0604020202020204" pitchFamily="34" charset="0"/>
              <a:buChar char="•"/>
            </a:pPr>
            <a:endParaRPr lang="en-US" sz="900" cap="none">
              <a:latin typeface="Ubuntu" panose="020B0504030602030204" pitchFamily="34" charset="0"/>
            </a:endParaRP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Foundation &amp; Waves Construct</a:t>
            </a:r>
            <a:endParaRPr lang="en-US" sz="900" cap="none">
              <a:latin typeface="Ubuntu" panose="020B0504030602030204" pitchFamily="34" charset="0"/>
              <a:ea typeface="Verdana"/>
            </a:endParaRP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Backlog management process</a:t>
            </a:r>
            <a:endParaRPr lang="en-US" sz="900" cap="none">
              <a:latin typeface="Ubuntu" panose="020B0504030602030204" pitchFamily="34" charset="0"/>
              <a:ea typeface="Verdana"/>
            </a:endParaRP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Sprint construct</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Cadence and ceremonies</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User story management</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Activities list</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DoD and </a:t>
            </a:r>
            <a:r>
              <a:rPr lang="en-US" sz="900" cap="none" err="1">
                <a:latin typeface="Ubuntu" panose="020B0504030602030204" pitchFamily="34" charset="0"/>
              </a:rPr>
              <a:t>DoR</a:t>
            </a:r>
            <a:r>
              <a:rPr lang="en-US" sz="900" cap="none">
                <a:latin typeface="Ubuntu" panose="020B0504030602030204" pitchFamily="34" charset="0"/>
              </a:rPr>
              <a:t> - Definition of Done and Definition of Ready</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Third party alignments and SLA</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Metrics &amp; Reporting</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Collaboration and Tool sets</a:t>
            </a:r>
            <a:endParaRPr lang="en-US" sz="1100"/>
          </a:p>
        </p:txBody>
      </p:sp>
      <p:graphicFrame>
        <p:nvGraphicFramePr>
          <p:cNvPr id="5" name="Diagram 4">
            <a:extLst>
              <a:ext uri="{FF2B5EF4-FFF2-40B4-BE49-F238E27FC236}">
                <a16:creationId xmlns:a16="http://schemas.microsoft.com/office/drawing/2014/main" id="{896ED968-B0D0-B357-BD13-0D83CFF33D69}"/>
              </a:ext>
            </a:extLst>
          </p:cNvPr>
          <p:cNvGraphicFramePr/>
          <p:nvPr>
            <p:extLst>
              <p:ext uri="{D42A27DB-BD31-4B8C-83A1-F6EECF244321}">
                <p14:modId xmlns:p14="http://schemas.microsoft.com/office/powerpoint/2010/main" val="1041795642"/>
              </p:ext>
            </p:extLst>
          </p:nvPr>
        </p:nvGraphicFramePr>
        <p:xfrm>
          <a:off x="213865" y="2209148"/>
          <a:ext cx="3443383" cy="1887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FD1B7925-B52C-F0E2-BD24-1FCAE823D2AE}"/>
              </a:ext>
            </a:extLst>
          </p:cNvPr>
          <p:cNvGraphicFramePr/>
          <p:nvPr>
            <p:extLst>
              <p:ext uri="{D42A27DB-BD31-4B8C-83A1-F6EECF244321}">
                <p14:modId xmlns:p14="http://schemas.microsoft.com/office/powerpoint/2010/main" val="2572209688"/>
              </p:ext>
            </p:extLst>
          </p:nvPr>
        </p:nvGraphicFramePr>
        <p:xfrm>
          <a:off x="1644797" y="5223510"/>
          <a:ext cx="1690692" cy="126362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TextBox 6">
            <a:extLst>
              <a:ext uri="{FF2B5EF4-FFF2-40B4-BE49-F238E27FC236}">
                <a16:creationId xmlns:a16="http://schemas.microsoft.com/office/drawing/2014/main" id="{E11ECEF2-9C2A-4D25-707D-105F042E2365}"/>
              </a:ext>
            </a:extLst>
          </p:cNvPr>
          <p:cNvSpPr txBox="1"/>
          <p:nvPr/>
        </p:nvSpPr>
        <p:spPr>
          <a:xfrm>
            <a:off x="301943" y="688832"/>
            <a:ext cx="11265217" cy="830997"/>
          </a:xfrm>
          <a:prstGeom prst="rect">
            <a:avLst/>
          </a:prstGeom>
          <a:noFill/>
        </p:spPr>
        <p:txBody>
          <a:bodyPr wrap="square" rtlCol="0">
            <a:spAutoFit/>
          </a:bodyPr>
          <a:lstStyle/>
          <a:p>
            <a:r>
              <a:rPr lang="en-IN" sz="1600" dirty="0"/>
              <a:t>The immediate focus is to draft and agree on Ways of working applicable for the start of Inception phase covering activities, deliverables, methods and processes expected to be jointly built and done by Capgemini and Beazley. As a next step, this document will be extended to document methods and processes applicable to the Build phase. </a:t>
            </a:r>
            <a:endParaRPr lang="en-US" sz="1600" dirty="0"/>
          </a:p>
        </p:txBody>
      </p:sp>
      <p:sp>
        <p:nvSpPr>
          <p:cNvPr id="9" name="TextBox 8">
            <a:extLst>
              <a:ext uri="{FF2B5EF4-FFF2-40B4-BE49-F238E27FC236}">
                <a16:creationId xmlns:a16="http://schemas.microsoft.com/office/drawing/2014/main" id="{E83694F7-709F-E499-3ECD-0339AC00CC39}"/>
              </a:ext>
            </a:extLst>
          </p:cNvPr>
          <p:cNvSpPr txBox="1"/>
          <p:nvPr/>
        </p:nvSpPr>
        <p:spPr>
          <a:xfrm>
            <a:off x="4128334" y="1548665"/>
            <a:ext cx="4871847" cy="369332"/>
          </a:xfrm>
          <a:prstGeom prst="rect">
            <a:avLst/>
          </a:prstGeom>
          <a:noFill/>
        </p:spPr>
        <p:txBody>
          <a:bodyPr wrap="none" rtlCol="0">
            <a:spAutoFit/>
          </a:bodyPr>
          <a:lstStyle/>
          <a:p>
            <a:r>
              <a:rPr lang="en-IN" sz="1800" b="1" cap="none" dirty="0">
                <a:latin typeface="+mn-lt"/>
              </a:rPr>
              <a:t>To be built &amp; agreed for start of Inception</a:t>
            </a:r>
            <a:endParaRPr lang="en-US" dirty="0"/>
          </a:p>
        </p:txBody>
      </p:sp>
    </p:spTree>
    <p:extLst>
      <p:ext uri="{BB962C8B-B14F-4D97-AF65-F5344CB8AC3E}">
        <p14:creationId xmlns:p14="http://schemas.microsoft.com/office/powerpoint/2010/main" val="336240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405387-D8E2-4B6F-964A-5340BD4F7A0C}"/>
              </a:ext>
            </a:extLst>
          </p:cNvPr>
          <p:cNvSpPr/>
          <p:nvPr/>
        </p:nvSpPr>
        <p:spPr>
          <a:xfrm>
            <a:off x="7574324" y="2904722"/>
            <a:ext cx="3907110" cy="2958117"/>
          </a:xfrm>
          <a:prstGeom prst="rect">
            <a:avLst/>
          </a:prstGeom>
        </p:spPr>
        <p:txBody>
          <a:bodyPr wrap="square">
            <a:spAutoFit/>
          </a:bodyPr>
          <a:lstStyle/>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Foundation Release Mobilization is focused on enabling MVP Design and Build to start </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Build the foundation with core principles intact. – data/ automation / experience</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Collaborative pre-work on entry criteria to ensure rapid start and timely completion</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Transform the plan from the Inception to reality, transforming the business requirements to functional systems</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Plan for future Releases and LOB</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Confirm Roll-out Approach</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lang="en-GB" sz="1200" dirty="0">
                <a:solidFill>
                  <a:srgbClr val="2E033E"/>
                </a:solidFill>
                <a:latin typeface="Ubuntu" panose="020B0504030602030204" pitchFamily="34" charset="0"/>
                <a:ea typeface="Calibri" panose="020F0502020204030204" pitchFamily="34" charset="0"/>
                <a:cs typeface="Times New Roman" panose="02020603050405020304" pitchFamily="18" charset="0"/>
              </a:rPr>
              <a:t>Key Design Decisions log</a:t>
            </a:r>
            <a:endPar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endParaRPr>
          </a:p>
        </p:txBody>
      </p:sp>
      <p:grpSp>
        <p:nvGrpSpPr>
          <p:cNvPr id="13" name="Group 12">
            <a:extLst>
              <a:ext uri="{FF2B5EF4-FFF2-40B4-BE49-F238E27FC236}">
                <a16:creationId xmlns:a16="http://schemas.microsoft.com/office/drawing/2014/main" id="{72D130E3-EC27-44DB-946D-17BBC3DA8A5D}"/>
              </a:ext>
            </a:extLst>
          </p:cNvPr>
          <p:cNvGrpSpPr/>
          <p:nvPr/>
        </p:nvGrpSpPr>
        <p:grpSpPr>
          <a:xfrm>
            <a:off x="456004" y="2001162"/>
            <a:ext cx="11424626" cy="679382"/>
            <a:chOff x="695054" y="1212989"/>
            <a:chExt cx="10761417" cy="679382"/>
          </a:xfrm>
        </p:grpSpPr>
        <p:sp>
          <p:nvSpPr>
            <p:cNvPr id="36" name="Rectangle 543" descr="© INSCALE GmbH, 26.05.2010&#10;http://www.presentationload.com/">
              <a:extLst>
                <a:ext uri="{FF2B5EF4-FFF2-40B4-BE49-F238E27FC236}">
                  <a16:creationId xmlns:a16="http://schemas.microsoft.com/office/drawing/2014/main" id="{AA3505B0-CC0C-424E-BB1A-AC2E01BEA6B3}"/>
                </a:ext>
              </a:extLst>
            </p:cNvPr>
            <p:cNvSpPr>
              <a:spLocks noChangeArrowheads="1"/>
            </p:cNvSpPr>
            <p:nvPr/>
          </p:nvSpPr>
          <p:spPr bwMode="gray">
            <a:xfrm>
              <a:off x="721360" y="1323902"/>
              <a:ext cx="6103432" cy="431097"/>
            </a:xfrm>
            <a:prstGeom prst="round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cxnSp>
          <p:nvCxnSpPr>
            <p:cNvPr id="39" name="Straight Connector 38">
              <a:extLst>
                <a:ext uri="{FF2B5EF4-FFF2-40B4-BE49-F238E27FC236}">
                  <a16:creationId xmlns:a16="http://schemas.microsoft.com/office/drawing/2014/main" id="{960B9580-4646-47FD-B988-E342C0AF064D}"/>
                </a:ext>
              </a:extLst>
            </p:cNvPr>
            <p:cNvCxnSpPr/>
            <p:nvPr/>
          </p:nvCxnSpPr>
          <p:spPr>
            <a:xfrm>
              <a:off x="695054" y="1884190"/>
              <a:ext cx="10756156" cy="8181"/>
            </a:xfrm>
            <a:prstGeom prst="line">
              <a:avLst/>
            </a:prstGeom>
            <a:ln w="28575">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413B3E0-5584-4ACD-AEE4-78794539589F}"/>
                </a:ext>
              </a:extLst>
            </p:cNvPr>
            <p:cNvCxnSpPr/>
            <p:nvPr/>
          </p:nvCxnSpPr>
          <p:spPr>
            <a:xfrm>
              <a:off x="700315" y="1212989"/>
              <a:ext cx="10756156" cy="6052"/>
            </a:xfrm>
            <a:prstGeom prst="straightConnector1">
              <a:avLst/>
            </a:prstGeom>
            <a:ln w="28575">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3" name="Isosceles Triangle 2">
              <a:extLst>
                <a:ext uri="{FF2B5EF4-FFF2-40B4-BE49-F238E27FC236}">
                  <a16:creationId xmlns:a16="http://schemas.microsoft.com/office/drawing/2014/main" id="{9521765B-5C1F-440B-B174-64A15E825245}"/>
                </a:ext>
              </a:extLst>
            </p:cNvPr>
            <p:cNvSpPr/>
            <p:nvPr/>
          </p:nvSpPr>
          <p:spPr>
            <a:xfrm rot="5400000">
              <a:off x="10932187" y="1439984"/>
              <a:ext cx="432000" cy="199551"/>
            </a:xfrm>
            <a:prstGeom prst="triangl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cxnSp>
          <p:nvCxnSpPr>
            <p:cNvPr id="10" name="Connector: Elbow 9">
              <a:extLst>
                <a:ext uri="{FF2B5EF4-FFF2-40B4-BE49-F238E27FC236}">
                  <a16:creationId xmlns:a16="http://schemas.microsoft.com/office/drawing/2014/main" id="{9EB57572-75F0-48C8-906B-32AD8135087B}"/>
                </a:ext>
              </a:extLst>
            </p:cNvPr>
            <p:cNvCxnSpPr>
              <a:cxnSpLocks/>
              <a:stCxn id="36" idx="3"/>
              <a:endCxn id="32" idx="1"/>
            </p:cNvCxnSpPr>
            <p:nvPr/>
          </p:nvCxnSpPr>
          <p:spPr>
            <a:xfrm flipV="1">
              <a:off x="6824792" y="1539308"/>
              <a:ext cx="494468" cy="143"/>
            </a:xfrm>
            <a:prstGeom prst="bentConnector3">
              <a:avLst/>
            </a:prstGeom>
            <a:ln>
              <a:solidFill>
                <a:schemeClr val="bg1">
                  <a:lumMod val="50000"/>
                </a:schemeClr>
              </a:solidFill>
              <a:headEnd type="oval"/>
              <a:tailEnd type="oval"/>
            </a:ln>
          </p:spPr>
          <p:style>
            <a:lnRef idx="1">
              <a:schemeClr val="accent2"/>
            </a:lnRef>
            <a:fillRef idx="0">
              <a:schemeClr val="accent2"/>
            </a:fillRef>
            <a:effectRef idx="0">
              <a:schemeClr val="accent2"/>
            </a:effectRef>
            <a:fontRef idx="minor">
              <a:schemeClr val="tx1"/>
            </a:fontRef>
          </p:style>
        </p:cxnSp>
        <p:sp>
          <p:nvSpPr>
            <p:cNvPr id="32" name="Rectangle 543" descr="© INSCALE GmbH, 26.05.2010&#10;http://www.presentationload.com/">
              <a:extLst>
                <a:ext uri="{FF2B5EF4-FFF2-40B4-BE49-F238E27FC236}">
                  <a16:creationId xmlns:a16="http://schemas.microsoft.com/office/drawing/2014/main" id="{587FC3A7-8E16-48F6-89D8-D4FCD2EA9A0F}"/>
                </a:ext>
              </a:extLst>
            </p:cNvPr>
            <p:cNvSpPr>
              <a:spLocks noChangeArrowheads="1"/>
            </p:cNvSpPr>
            <p:nvPr/>
          </p:nvSpPr>
          <p:spPr bwMode="gray">
            <a:xfrm>
              <a:off x="7319260" y="1323759"/>
              <a:ext cx="3761188" cy="431097"/>
            </a:xfrm>
            <a:prstGeom prst="round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1">
                  <a:ln>
                    <a:noFill/>
                  </a:ln>
                  <a:solidFill>
                    <a:srgbClr val="FFFFFF"/>
                  </a:solidFill>
                  <a:effectLst/>
                  <a:uLnTx/>
                  <a:uFillTx/>
                  <a:latin typeface="Ubuntu" panose="020B0504030602030204" pitchFamily="34" charset="0"/>
                  <a:ea typeface="+mn-ea"/>
                  <a:cs typeface="Times New Roman" panose="02020603050405020304" pitchFamily="18" charset="0"/>
                </a:rPr>
                <a:t>Design and Build</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grpSp>
      <p:sp>
        <p:nvSpPr>
          <p:cNvPr id="86" name="Rectangle 85">
            <a:extLst>
              <a:ext uri="{FF2B5EF4-FFF2-40B4-BE49-F238E27FC236}">
                <a16:creationId xmlns:a16="http://schemas.microsoft.com/office/drawing/2014/main" id="{3CF53EC4-E534-41CD-A9E3-3F741E9CEA50}"/>
              </a:ext>
            </a:extLst>
          </p:cNvPr>
          <p:cNvSpPr/>
          <p:nvPr/>
        </p:nvSpPr>
        <p:spPr>
          <a:xfrm>
            <a:off x="655655" y="2826059"/>
            <a:ext cx="6419399"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 is focused on “</a:t>
            </a:r>
            <a:r>
              <a:rPr kumimoji="0" lang="en-US" sz="1200" b="0" i="0" u="none" strike="noStrike" kern="1200" cap="none" spc="0" normalizeH="0" baseline="0" noProof="0">
                <a:ln>
                  <a:noFill/>
                </a:ln>
                <a:solidFill>
                  <a:srgbClr val="2B143D"/>
                </a:solidFill>
                <a:effectLst/>
                <a:uLnTx/>
                <a:uFillTx/>
                <a:latin typeface="Ubuntu Medium" panose="020B0504030602030204" pitchFamily="34" charset="0"/>
                <a:ea typeface="+mn-ea"/>
                <a:cs typeface="+mn-cs"/>
              </a:rPr>
              <a:t>Designing the next winning proposition</a:t>
            </a: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a:t>
            </a:r>
          </a:p>
        </p:txBody>
      </p:sp>
      <p:sp>
        <p:nvSpPr>
          <p:cNvPr id="44" name="Rounded Rectangle 1">
            <a:extLst>
              <a:ext uri="{FF2B5EF4-FFF2-40B4-BE49-F238E27FC236}">
                <a16:creationId xmlns:a16="http://schemas.microsoft.com/office/drawing/2014/main" id="{4317C8A2-F1B9-4B19-B63A-7182C5E94982}"/>
              </a:ext>
            </a:extLst>
          </p:cNvPr>
          <p:cNvSpPr/>
          <p:nvPr/>
        </p:nvSpPr>
        <p:spPr>
          <a:xfrm>
            <a:off x="675330" y="1034065"/>
            <a:ext cx="10983943" cy="67878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                           A common 12-weeks Programme Inception phase to clarify and align the scope in all Products for a Foundation, </a:t>
            </a:r>
            <a:br>
              <a:rPr kumimoji="0" lang="en-US" sz="14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br>
            <a:r>
              <a:rPr kumimoji="0" lang="en-US" sz="14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followed by the implementation of the planned Releases.</a:t>
            </a:r>
          </a:p>
        </p:txBody>
      </p:sp>
      <p:grpSp>
        <p:nvGrpSpPr>
          <p:cNvPr id="48" name="Group 3">
            <a:extLst>
              <a:ext uri="{FF2B5EF4-FFF2-40B4-BE49-F238E27FC236}">
                <a16:creationId xmlns:a16="http://schemas.microsoft.com/office/drawing/2014/main" id="{8DA70D1B-6521-4A25-AB32-A36F3DD32841}"/>
              </a:ext>
            </a:extLst>
          </p:cNvPr>
          <p:cNvGrpSpPr/>
          <p:nvPr/>
        </p:nvGrpSpPr>
        <p:grpSpPr>
          <a:xfrm>
            <a:off x="373599" y="961865"/>
            <a:ext cx="864000" cy="792000"/>
            <a:chOff x="76088" y="3655832"/>
            <a:chExt cx="948713" cy="900000"/>
          </a:xfrm>
        </p:grpSpPr>
        <p:sp>
          <p:nvSpPr>
            <p:cNvPr id="55" name="Freeform 31">
              <a:extLst>
                <a:ext uri="{FF2B5EF4-FFF2-40B4-BE49-F238E27FC236}">
                  <a16:creationId xmlns:a16="http://schemas.microsoft.com/office/drawing/2014/main" id="{30A4188F-0E7A-43B5-A7AD-289FB015E2C4}"/>
                </a:ext>
              </a:extLst>
            </p:cNvPr>
            <p:cNvSpPr>
              <a:spLocks noChangeAspect="1"/>
            </p:cNvSpPr>
            <p:nvPr/>
          </p:nvSpPr>
          <p:spPr>
            <a:xfrm>
              <a:off x="76088" y="3655832"/>
              <a:ext cx="948713" cy="900000"/>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chemeClr val="accent3"/>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Verdana"/>
                <a:cs typeface="Verdana"/>
                <a:sym typeface="Verdana"/>
              </a:endParaRPr>
            </a:p>
          </p:txBody>
        </p:sp>
        <p:pic>
          <p:nvPicPr>
            <p:cNvPr id="56" name="Graphic 73" descr="Home">
              <a:extLst>
                <a:ext uri="{FF2B5EF4-FFF2-40B4-BE49-F238E27FC236}">
                  <a16:creationId xmlns:a16="http://schemas.microsoft.com/office/drawing/2014/main" id="{CB1647C1-0DA0-4422-9EC9-675D71F10D3E}"/>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6573" y="3943752"/>
              <a:ext cx="324000" cy="324000"/>
            </a:xfrm>
            <a:prstGeom prst="rect">
              <a:avLst/>
            </a:prstGeom>
          </p:spPr>
        </p:pic>
        <p:pic>
          <p:nvPicPr>
            <p:cNvPr id="57" name="Graphic 74" descr="User">
              <a:extLst>
                <a:ext uri="{FF2B5EF4-FFF2-40B4-BE49-F238E27FC236}">
                  <a16:creationId xmlns:a16="http://schemas.microsoft.com/office/drawing/2014/main" id="{9BA18B8E-BD35-4A02-9F32-F25F2A98971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877" y="3945537"/>
              <a:ext cx="324000" cy="324000"/>
            </a:xfrm>
            <a:prstGeom prst="rect">
              <a:avLst/>
            </a:prstGeom>
          </p:spPr>
        </p:pic>
        <p:pic>
          <p:nvPicPr>
            <p:cNvPr id="58" name="Graphic 75" descr="Car">
              <a:extLst>
                <a:ext uri="{FF2B5EF4-FFF2-40B4-BE49-F238E27FC236}">
                  <a16:creationId xmlns:a16="http://schemas.microsoft.com/office/drawing/2014/main" id="{59D84FE1-5885-4A5C-A31A-BA7566C7F1E1}"/>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07404" y="4221124"/>
              <a:ext cx="324000" cy="324000"/>
            </a:xfrm>
            <a:prstGeom prst="rect">
              <a:avLst/>
            </a:prstGeom>
          </p:spPr>
        </p:pic>
        <p:pic>
          <p:nvPicPr>
            <p:cNvPr id="59" name="Graphic 76" descr="City">
              <a:extLst>
                <a:ext uri="{FF2B5EF4-FFF2-40B4-BE49-F238E27FC236}">
                  <a16:creationId xmlns:a16="http://schemas.microsoft.com/office/drawing/2014/main" id="{95A2B8F1-BF18-4126-B450-892CA0247892}"/>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82561" y="3691724"/>
              <a:ext cx="324000" cy="324000"/>
            </a:xfrm>
            <a:prstGeom prst="rect">
              <a:avLst/>
            </a:prstGeom>
          </p:spPr>
        </p:pic>
      </p:grpSp>
      <p:pic>
        <p:nvPicPr>
          <p:cNvPr id="60" name="Picture 59">
            <a:extLst>
              <a:ext uri="{FF2B5EF4-FFF2-40B4-BE49-F238E27FC236}">
                <a16:creationId xmlns:a16="http://schemas.microsoft.com/office/drawing/2014/main" id="{89CFFE63-FAED-4BE8-A599-37F543438291}"/>
              </a:ext>
            </a:extLst>
          </p:cNvPr>
          <p:cNvPicPr>
            <a:picLocks noChangeAspect="1"/>
          </p:cNvPicPr>
          <p:nvPr/>
        </p:nvPicPr>
        <p:blipFill>
          <a:blip r:embed="rId11"/>
          <a:stretch>
            <a:fillRect/>
          </a:stretch>
        </p:blipFill>
        <p:spPr>
          <a:xfrm>
            <a:off x="817196" y="3231463"/>
            <a:ext cx="6183127" cy="1562894"/>
          </a:xfrm>
          <a:prstGeom prst="rect">
            <a:avLst/>
          </a:prstGeom>
        </p:spPr>
      </p:pic>
      <p:sp>
        <p:nvSpPr>
          <p:cNvPr id="62" name="Rectangle 61">
            <a:extLst>
              <a:ext uri="{FF2B5EF4-FFF2-40B4-BE49-F238E27FC236}">
                <a16:creationId xmlns:a16="http://schemas.microsoft.com/office/drawing/2014/main" id="{2A8967D8-5F5F-455E-8B71-9B699B2642D4}"/>
              </a:ext>
            </a:extLst>
          </p:cNvPr>
          <p:cNvSpPr/>
          <p:nvPr/>
        </p:nvSpPr>
        <p:spPr>
          <a:xfrm>
            <a:off x="751073" y="4747501"/>
            <a:ext cx="3910021" cy="191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B143D"/>
                </a:solidFill>
                <a:effectLst/>
                <a:uLnTx/>
                <a:uFillTx/>
                <a:latin typeface="Ubuntu" panose="020B0504030602030204" pitchFamily="34" charset="0"/>
                <a:ea typeface="+mn-ea"/>
                <a:cs typeface="+mn-cs"/>
              </a:rPr>
              <a:t>What you’ll get:</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Prioritized backlog</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High Level Design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Foundation release plan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Key risks &amp; assumptions</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Dependencies detailed</a:t>
            </a:r>
          </a:p>
        </p:txBody>
      </p:sp>
      <p:sp>
        <p:nvSpPr>
          <p:cNvPr id="4" name="Title 3">
            <a:extLst>
              <a:ext uri="{FF2B5EF4-FFF2-40B4-BE49-F238E27FC236}">
                <a16:creationId xmlns:a16="http://schemas.microsoft.com/office/drawing/2014/main" id="{DC414236-5C82-48D0-806C-62CD41B1E435}"/>
              </a:ext>
            </a:extLst>
          </p:cNvPr>
          <p:cNvSpPr>
            <a:spLocks noGrp="1"/>
          </p:cNvSpPr>
          <p:nvPr>
            <p:ph type="title"/>
          </p:nvPr>
        </p:nvSpPr>
        <p:spPr>
          <a:xfrm>
            <a:off x="143219" y="151686"/>
            <a:ext cx="1086263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800" cap="none"/>
              <a:t>Programme Inception phase helps create the foundation &amp; vision of the Transformation</a:t>
            </a:r>
          </a:p>
        </p:txBody>
      </p:sp>
    </p:spTree>
    <p:extLst>
      <p:ext uri="{BB962C8B-B14F-4D97-AF65-F5344CB8AC3E}">
        <p14:creationId xmlns:p14="http://schemas.microsoft.com/office/powerpoint/2010/main" val="3832760879"/>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D7146C-928E-A2C0-BC2C-A2FCE7302BAB}"/>
              </a:ext>
            </a:extLst>
          </p:cNvPr>
          <p:cNvSpPr/>
          <p:nvPr/>
        </p:nvSpPr>
        <p:spPr>
          <a:xfrm>
            <a:off x="935556" y="1316564"/>
            <a:ext cx="2984934"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Time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Multi-day sessions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Aligned workshops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Covering India, UK and US time zone</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4" name="Rectangle 3">
            <a:extLst>
              <a:ext uri="{FF2B5EF4-FFF2-40B4-BE49-F238E27FC236}">
                <a16:creationId xmlns:a16="http://schemas.microsoft.com/office/drawing/2014/main" id="{A286A5A4-2232-BE23-7F95-A0948AC8A863}"/>
              </a:ext>
            </a:extLst>
          </p:cNvPr>
          <p:cNvSpPr/>
          <p:nvPr/>
        </p:nvSpPr>
        <p:spPr>
          <a:xfrm>
            <a:off x="935556" y="2271988"/>
            <a:ext cx="2700638" cy="907941"/>
          </a:xfrm>
          <a:prstGeom prst="rect">
            <a:avLst/>
          </a:prstGeom>
          <a:ln>
            <a:noFill/>
          </a:ln>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Inputs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 Process Design</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OOTB Guidewire Process Flows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Interfaces</a:t>
            </a:r>
          </a:p>
        </p:txBody>
      </p:sp>
      <p:sp>
        <p:nvSpPr>
          <p:cNvPr id="5" name="Rectangle 4">
            <a:extLst>
              <a:ext uri="{FF2B5EF4-FFF2-40B4-BE49-F238E27FC236}">
                <a16:creationId xmlns:a16="http://schemas.microsoft.com/office/drawing/2014/main" id="{6E6D0BDF-2693-EDA0-C9BC-6D0369204132}"/>
              </a:ext>
            </a:extLst>
          </p:cNvPr>
          <p:cNvSpPr/>
          <p:nvPr/>
        </p:nvSpPr>
        <p:spPr>
          <a:xfrm>
            <a:off x="935556" y="4336941"/>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Enablers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Guidewire Instance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 Tools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Reliable access to VDIs</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6" name="TextBox 5">
            <a:extLst>
              <a:ext uri="{FF2B5EF4-FFF2-40B4-BE49-F238E27FC236}">
                <a16:creationId xmlns:a16="http://schemas.microsoft.com/office/drawing/2014/main" id="{6E1CF81D-2826-57AD-AD79-4737835C1A99}"/>
              </a:ext>
            </a:extLst>
          </p:cNvPr>
          <p:cNvSpPr txBox="1"/>
          <p:nvPr/>
        </p:nvSpPr>
        <p:spPr>
          <a:xfrm>
            <a:off x="4913219" y="5315497"/>
            <a:ext cx="2736645" cy="1092607"/>
          </a:xfrm>
          <a:prstGeom prst="rect">
            <a:avLst/>
          </a:prstGeom>
          <a:noFill/>
          <a:ln>
            <a:no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Inception Phase Principles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OOTB Conformance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Business Priority / Rationale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Design for Future</a:t>
            </a:r>
          </a:p>
        </p:txBody>
      </p:sp>
      <p:sp>
        <p:nvSpPr>
          <p:cNvPr id="7" name="TextBox 6">
            <a:extLst>
              <a:ext uri="{FF2B5EF4-FFF2-40B4-BE49-F238E27FC236}">
                <a16:creationId xmlns:a16="http://schemas.microsoft.com/office/drawing/2014/main" id="{8EC98EDC-8444-49BE-CF85-0B5E7AF3B701}"/>
              </a:ext>
            </a:extLst>
          </p:cNvPr>
          <p:cNvSpPr txBox="1"/>
          <p:nvPr/>
        </p:nvSpPr>
        <p:spPr>
          <a:xfrm>
            <a:off x="8667052" y="1335340"/>
            <a:ext cx="2584293" cy="4478149"/>
          </a:xfrm>
          <a:prstGeom prst="rect">
            <a:avLst/>
          </a:prstGeom>
          <a:noFill/>
          <a:ln>
            <a:no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1" i="0" u="sng" strike="noStrike" kern="1200" cap="none" spc="0" normalizeH="0" baseline="0" noProof="0" dirty="0">
                <a:ln>
                  <a:noFill/>
                </a:ln>
                <a:solidFill>
                  <a:prstClr val="black"/>
                </a:solidFill>
                <a:effectLst/>
                <a:uLnTx/>
                <a:uFillTx/>
                <a:latin typeface="Ubuntu" panose="020B0504030602030204" pitchFamily="34" charset="0"/>
                <a:ea typeface="+mn-ea"/>
                <a:cs typeface="Arial" pitchFamily="34" charset="0"/>
              </a:rPr>
              <a:t>Outputs more focused at Foundation release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ECECEC">
                    <a:lumMod val="25000"/>
                  </a:srgbClr>
                </a:solidFill>
                <a:latin typeface="Ubuntu Medium"/>
              </a:rPr>
              <a:t>GPAS Ways of working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ECECEC">
                    <a:lumMod val="25000"/>
                  </a:srgbClr>
                </a:solidFill>
                <a:latin typeface="Ubuntu Medium"/>
              </a:rPr>
              <a:t>Prioritized Backlog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ECECEC">
                    <a:lumMod val="25000"/>
                  </a:srgbClr>
                </a:solidFill>
                <a:latin typeface="Ubuntu Medium"/>
              </a:rPr>
              <a:t>Effort &amp; Resourcing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ECECEC">
                    <a:lumMod val="25000"/>
                  </a:srgbClr>
                </a:solidFill>
                <a:latin typeface="Ubuntu Medium"/>
              </a:rPr>
              <a:t>GPAS &amp; Billing HLD and Delivery Plan</a:t>
            </a:r>
          </a:p>
          <a:p>
            <a:pPr marL="171450" indent="-171450">
              <a:spcAft>
                <a:spcPts val="600"/>
              </a:spcAft>
              <a:buFont typeface="Arial" panose="020B0604020202020204" pitchFamily="34" charset="0"/>
              <a:buChar char="•"/>
              <a:defRPr/>
            </a:pPr>
            <a:r>
              <a:rPr lang="en-GB" sz="1200" dirty="0">
                <a:solidFill>
                  <a:srgbClr val="ECECEC">
                    <a:lumMod val="25000"/>
                  </a:srgbClr>
                </a:solidFill>
                <a:latin typeface="Ubuntu Medium"/>
              </a:rPr>
              <a:t>Key Design Decisions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ECECEC">
                    <a:lumMod val="25000"/>
                  </a:srgbClr>
                </a:solidFill>
                <a:latin typeface="Ubuntu Medium"/>
              </a:rPr>
              <a:t>Migration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ECECEC">
                    <a:lumMod val="25000"/>
                  </a:srgbClr>
                </a:solidFill>
                <a:latin typeface="Ubuntu Medium"/>
              </a:rPr>
              <a:t>Integration Inventory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ECECEC">
                    <a:lumMod val="25000"/>
                  </a:srgbClr>
                </a:solidFill>
                <a:latin typeface="Ubuntu Medium"/>
              </a:rPr>
              <a:t>Dependency tracker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ECECEC">
                    <a:lumMod val="25000"/>
                  </a:srgbClr>
                </a:solidFill>
                <a:latin typeface="Ubuntu Medium"/>
              </a:rPr>
              <a:t>Test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ECECEC">
                    <a:lumMod val="25000"/>
                  </a:srgbClr>
                </a:solidFill>
                <a:latin typeface="Ubuntu Medium"/>
              </a:rPr>
              <a:t>Rationalized Product set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srgbClr val="ECECEC">
                  <a:lumMod val="25000"/>
                </a:srgbClr>
              </a:solidFill>
              <a:effectLst/>
              <a:uLnTx/>
              <a:uFillTx/>
              <a:latin typeface="Avenir Next LT Pro" panose="020B0504020202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1" i="0" u="sng" strike="noStrike" kern="1200" cap="none" spc="0" normalizeH="0" baseline="0" noProof="0" dirty="0">
                <a:ln>
                  <a:noFill/>
                </a:ln>
                <a:solidFill>
                  <a:prstClr val="black"/>
                </a:solidFill>
                <a:effectLst/>
                <a:uLnTx/>
                <a:uFillTx/>
                <a:latin typeface="Ubuntu" panose="020B0504030602030204" pitchFamily="34" charset="0"/>
                <a:ea typeface="+mn-ea"/>
                <a:cs typeface="Arial" pitchFamily="34" charset="0"/>
              </a:rPr>
              <a:t>Pebbles / Rocks / Boulders </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dirty="0">
                <a:solidFill>
                  <a:srgbClr val="ECECEC">
                    <a:lumMod val="25000"/>
                  </a:srgbClr>
                </a:solidFill>
                <a:latin typeface="Ubuntu Medium"/>
              </a:rPr>
              <a:t>Categorizing elements of solution for appropriate escalation to finalise scope</a:t>
            </a:r>
          </a:p>
        </p:txBody>
      </p:sp>
      <p:sp>
        <p:nvSpPr>
          <p:cNvPr id="9" name="Rectangle 8">
            <a:extLst>
              <a:ext uri="{FF2B5EF4-FFF2-40B4-BE49-F238E27FC236}">
                <a16:creationId xmlns:a16="http://schemas.microsoft.com/office/drawing/2014/main" id="{9A4AB8D2-7397-FFE5-185E-5357A2015AE9}"/>
              </a:ext>
            </a:extLst>
          </p:cNvPr>
          <p:cNvSpPr/>
          <p:nvPr/>
        </p:nvSpPr>
        <p:spPr>
          <a:xfrm>
            <a:off x="935556" y="3330793"/>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Owners, Business SME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Right Capgemini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Collaboration is key</a:t>
            </a:r>
          </a:p>
        </p:txBody>
      </p:sp>
      <p:sp>
        <p:nvSpPr>
          <p:cNvPr id="10" name="Rectangle 9">
            <a:extLst>
              <a:ext uri="{FF2B5EF4-FFF2-40B4-BE49-F238E27FC236}">
                <a16:creationId xmlns:a16="http://schemas.microsoft.com/office/drawing/2014/main" id="{1E34263D-C1F5-D015-FE8C-4A8C4C44910D}"/>
              </a:ext>
            </a:extLst>
          </p:cNvPr>
          <p:cNvSpPr/>
          <p:nvPr/>
        </p:nvSpPr>
        <p:spPr>
          <a:xfrm>
            <a:off x="973285" y="5356095"/>
            <a:ext cx="2625180" cy="1092607"/>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Decisions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Timely &amp; accurate decisions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On time escalations for help</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Lean thinking</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mc:AlternateContent xmlns:mc="http://schemas.openxmlformats.org/markup-compatibility/2006">
        <mc:Choice xmlns:am3d="http://schemas.microsoft.com/office/drawing/2017/model3d" Requires="am3d">
          <p:graphicFrame>
            <p:nvGraphicFramePr>
              <p:cNvPr id="16" name="3D Model 15" descr="Dart">
                <a:extLst>
                  <a:ext uri="{FF2B5EF4-FFF2-40B4-BE49-F238E27FC236}">
                    <a16:creationId xmlns:a16="http://schemas.microsoft.com/office/drawing/2014/main" id="{CED897B6-0D73-A5E0-1EFA-B01A458EE59F}"/>
                  </a:ext>
                </a:extLst>
              </p:cNvPr>
              <p:cNvGraphicFramePr/>
              <p:nvPr>
                <p:extLst>
                  <p:ext uri="{D42A27DB-BD31-4B8C-83A1-F6EECF244321}">
                    <p14:modId xmlns:p14="http://schemas.microsoft.com/office/powerpoint/2010/main" val="3187159322"/>
                  </p:ext>
                </p:extLst>
              </p:nvPr>
            </p:nvGraphicFramePr>
            <p:xfrm>
              <a:off x="0" y="29664"/>
              <a:ext cx="2604990" cy="894471"/>
            </p:xfrm>
            <a:graphic>
              <a:graphicData uri="http://schemas.microsoft.com/office/drawing/2017/model3d">
                <am3d:model3d r:embed="rId2">
                  <am3d:spPr>
                    <a:xfrm>
                      <a:off x="0" y="0"/>
                      <a:ext cx="2604990" cy="894471"/>
                    </a:xfrm>
                    <a:prstGeom prst="rect">
                      <a:avLst/>
                    </a:prstGeom>
                  </am3d:spPr>
                  <am3d:camera>
                    <am3d:pos x="0" y="0" z="49695114"/>
                    <am3d:up dx="0" dy="36000000" dz="0"/>
                    <am3d:lookAt x="0" y="0" z="0"/>
                    <am3d:perspective fov="2700000"/>
                  </am3d:camera>
                  <am3d:trans>
                    <am3d:meterPerModelUnit n="9222956" d="1000000"/>
                    <am3d:preTrans dx="-11827" dy="-421" dz="0"/>
                    <am3d:scale>
                      <am3d:sx n="1000000" d="1000000"/>
                      <am3d:sy n="1000000" d="1000000"/>
                      <am3d:sz n="1000000" d="1000000"/>
                    </am3d:scale>
                    <am3d:rot/>
                    <am3d:postTrans dx="0" dy="0" dz="0"/>
                  </am3d:trans>
                  <am3d:raster rName="Office3DRenderer" rVer="16.0.8326">
                    <am3d:blip r:embed="rId3"/>
                  </am3d:raster>
                  <am3d:objViewport viewportSz="28735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3D Model 15" descr="Dart">
                <a:extLst>
                  <a:ext uri="{FF2B5EF4-FFF2-40B4-BE49-F238E27FC236}">
                    <a16:creationId xmlns:a16="http://schemas.microsoft.com/office/drawing/2014/main" id="{CED897B6-0D73-A5E0-1EFA-B01A458EE5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29664"/>
                <a:ext cx="2604990" cy="894471"/>
              </a:xfrm>
              <a:prstGeom prst="rect">
                <a:avLst/>
              </a:prstGeom>
            </p:spPr>
          </p:pic>
        </mc:Fallback>
      </mc:AlternateContent>
      <p:sp>
        <p:nvSpPr>
          <p:cNvPr id="2" name="Title 1">
            <a:extLst>
              <a:ext uri="{FF2B5EF4-FFF2-40B4-BE49-F238E27FC236}">
                <a16:creationId xmlns:a16="http://schemas.microsoft.com/office/drawing/2014/main" id="{D2CE0C03-8036-93F1-B9E6-D7316BF5205F}"/>
              </a:ext>
            </a:extLst>
          </p:cNvPr>
          <p:cNvSpPr>
            <a:spLocks noGrp="1"/>
          </p:cNvSpPr>
          <p:nvPr>
            <p:ph type="title"/>
          </p:nvPr>
        </p:nvSpPr>
        <p:spPr>
          <a:xfrm>
            <a:off x="696654" y="387453"/>
            <a:ext cx="4731983" cy="716711"/>
          </a:xfrm>
        </p:spPr>
        <p:txBody>
          <a:bodyPr/>
          <a:lstStyle/>
          <a:p>
            <a:r>
              <a:rPr lang="en-IN"/>
              <a:t>KEY SUCCESS FACTORS</a:t>
            </a:r>
            <a:endParaRPr lang="en-US"/>
          </a:p>
        </p:txBody>
      </p:sp>
      <p:graphicFrame>
        <p:nvGraphicFramePr>
          <p:cNvPr id="19" name="Diagram 18">
            <a:extLst>
              <a:ext uri="{FF2B5EF4-FFF2-40B4-BE49-F238E27FC236}">
                <a16:creationId xmlns:a16="http://schemas.microsoft.com/office/drawing/2014/main" id="{7B93DE3C-006C-71CD-6103-22C108D6B9F6}"/>
              </a:ext>
            </a:extLst>
          </p:cNvPr>
          <p:cNvGraphicFramePr/>
          <p:nvPr>
            <p:extLst>
              <p:ext uri="{D42A27DB-BD31-4B8C-83A1-F6EECF244321}">
                <p14:modId xmlns:p14="http://schemas.microsoft.com/office/powerpoint/2010/main" val="103880938"/>
              </p:ext>
            </p:extLst>
          </p:nvPr>
        </p:nvGraphicFramePr>
        <p:xfrm>
          <a:off x="3590682" y="1318766"/>
          <a:ext cx="5134690" cy="39967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0" name="TextBox 19">
            <a:extLst>
              <a:ext uri="{FF2B5EF4-FFF2-40B4-BE49-F238E27FC236}">
                <a16:creationId xmlns:a16="http://schemas.microsoft.com/office/drawing/2014/main" id="{C53E4425-B81F-05CD-BBCB-45158A1AF17B}"/>
              </a:ext>
            </a:extLst>
          </p:cNvPr>
          <p:cNvSpPr txBox="1"/>
          <p:nvPr/>
        </p:nvSpPr>
        <p:spPr>
          <a:xfrm>
            <a:off x="4489358" y="2716466"/>
            <a:ext cx="3060834" cy="646331"/>
          </a:xfrm>
          <a:prstGeom prst="rect">
            <a:avLst/>
          </a:prstGeom>
          <a:noFill/>
        </p:spPr>
        <p:txBody>
          <a:bodyPr wrap="square" rtlCol="0">
            <a:spAutoFit/>
          </a:bodyPr>
          <a:lstStyle/>
          <a:p>
            <a:r>
              <a:rPr lang="en-IN" b="1">
                <a:solidFill>
                  <a:schemeClr val="bg1"/>
                </a:solidFill>
              </a:rPr>
              <a:t>AGILE </a:t>
            </a:r>
          </a:p>
          <a:p>
            <a:r>
              <a:rPr lang="en-IN" b="1">
                <a:solidFill>
                  <a:schemeClr val="bg1"/>
                </a:solidFill>
              </a:rPr>
              <a:t>MATURITY</a:t>
            </a:r>
            <a:endParaRPr lang="en-US" b="1">
              <a:solidFill>
                <a:schemeClr val="bg1"/>
              </a:solidFill>
            </a:endParaRPr>
          </a:p>
        </p:txBody>
      </p:sp>
      <p:sp>
        <p:nvSpPr>
          <p:cNvPr id="21" name="TextBox 20">
            <a:extLst>
              <a:ext uri="{FF2B5EF4-FFF2-40B4-BE49-F238E27FC236}">
                <a16:creationId xmlns:a16="http://schemas.microsoft.com/office/drawing/2014/main" id="{43EF1F3D-986F-69DE-7F33-3E72EDA1C1F2}"/>
              </a:ext>
            </a:extLst>
          </p:cNvPr>
          <p:cNvSpPr txBox="1"/>
          <p:nvPr/>
        </p:nvSpPr>
        <p:spPr>
          <a:xfrm>
            <a:off x="6296165" y="2606664"/>
            <a:ext cx="1693246" cy="646331"/>
          </a:xfrm>
          <a:prstGeom prst="rect">
            <a:avLst/>
          </a:prstGeom>
          <a:noFill/>
        </p:spPr>
        <p:txBody>
          <a:bodyPr wrap="square" rtlCol="0">
            <a:spAutoFit/>
          </a:bodyPr>
          <a:lstStyle/>
          <a:p>
            <a:r>
              <a:rPr lang="en-IN" b="1" dirty="0">
                <a:solidFill>
                  <a:schemeClr val="bg1"/>
                </a:solidFill>
              </a:rPr>
              <a:t>COLLABORATION</a:t>
            </a:r>
            <a:endParaRPr lang="en-US" b="1" dirty="0">
              <a:solidFill>
                <a:schemeClr val="bg1"/>
              </a:solidFill>
            </a:endParaRPr>
          </a:p>
        </p:txBody>
      </p:sp>
      <p:sp>
        <p:nvSpPr>
          <p:cNvPr id="22" name="TextBox 21">
            <a:extLst>
              <a:ext uri="{FF2B5EF4-FFF2-40B4-BE49-F238E27FC236}">
                <a16:creationId xmlns:a16="http://schemas.microsoft.com/office/drawing/2014/main" id="{3B39B51D-EB0A-DCF1-6EAF-8E8440D8E993}"/>
              </a:ext>
            </a:extLst>
          </p:cNvPr>
          <p:cNvSpPr txBox="1"/>
          <p:nvPr/>
        </p:nvSpPr>
        <p:spPr>
          <a:xfrm>
            <a:off x="5262849" y="4022437"/>
            <a:ext cx="3060834" cy="646331"/>
          </a:xfrm>
          <a:prstGeom prst="rect">
            <a:avLst/>
          </a:prstGeom>
          <a:noFill/>
        </p:spPr>
        <p:txBody>
          <a:bodyPr wrap="square" rtlCol="0">
            <a:spAutoFit/>
          </a:bodyPr>
          <a:lstStyle/>
          <a:p>
            <a:r>
              <a:rPr lang="en-IN" b="1" dirty="0">
                <a:solidFill>
                  <a:schemeClr val="bg1"/>
                </a:solidFill>
              </a:rPr>
              <a:t>DEPENDENCIES MANAGEMENT</a:t>
            </a:r>
            <a:endParaRPr lang="en-US" b="1" dirty="0">
              <a:solidFill>
                <a:schemeClr val="bg1"/>
              </a:solidFill>
            </a:endParaRPr>
          </a:p>
        </p:txBody>
      </p:sp>
    </p:spTree>
    <p:extLst>
      <p:ext uri="{BB962C8B-B14F-4D97-AF65-F5344CB8AC3E}">
        <p14:creationId xmlns:p14="http://schemas.microsoft.com/office/powerpoint/2010/main" val="3760393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159" y="87673"/>
            <a:ext cx="9776592" cy="716711"/>
          </a:xfrm>
        </p:spPr>
        <p:txBody>
          <a:bodyPr>
            <a:normAutofit/>
          </a:bodyPr>
          <a:lstStyle/>
          <a:p>
            <a:r>
              <a:rPr lang="en-GB"/>
              <a:t>INCEPTION PLAN – By WEEK BREAKDOWN	</a:t>
            </a:r>
          </a:p>
        </p:txBody>
      </p:sp>
      <p:sp>
        <p:nvSpPr>
          <p:cNvPr id="4" name="Rectangle 3"/>
          <p:cNvSpPr/>
          <p:nvPr/>
        </p:nvSpPr>
        <p:spPr>
          <a:xfrm>
            <a:off x="361159" y="6098385"/>
            <a:ext cx="3579905" cy="440237"/>
          </a:xfrm>
          <a:prstGeom prst="rect">
            <a:avLst/>
          </a:prstGeom>
          <a:solidFill>
            <a:schemeClr val="accent1">
              <a:lumMod val="20000"/>
              <a:lumOff val="80000"/>
            </a:schemeClr>
          </a:solidFill>
          <a:ln w="12700">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Ubuntu"/>
                <a:ea typeface="+mn-ea"/>
                <a:cs typeface="+mn-cs"/>
              </a:rPr>
              <a:t>Workshops - Tuesday, Wednesday, Thursday</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600" kern="0">
                <a:solidFill>
                  <a:prstClr val="black"/>
                </a:solidFill>
                <a:latin typeface="Ubuntu"/>
              </a:rPr>
              <a:t>(AM: 10-12:30</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600" kern="0">
                <a:solidFill>
                  <a:prstClr val="black"/>
                </a:solidFill>
                <a:latin typeface="Ubuntu"/>
              </a:rPr>
              <a:t>PM-13:30-17:00)</a:t>
            </a:r>
            <a:endParaRPr kumimoji="0" lang="en-GB" sz="600" b="0" i="0" u="none" strike="noStrike" kern="0" cap="none" spc="0" normalizeH="0" baseline="0" noProof="0">
              <a:ln>
                <a:noFill/>
              </a:ln>
              <a:solidFill>
                <a:prstClr val="black"/>
              </a:solidFill>
              <a:effectLst/>
              <a:uLnTx/>
              <a:uFillTx/>
              <a:latin typeface="Ubuntu"/>
              <a:ea typeface="+mn-ea"/>
              <a:cs typeface="+mn-cs"/>
            </a:endParaRPr>
          </a:p>
        </p:txBody>
      </p:sp>
      <p:sp>
        <p:nvSpPr>
          <p:cNvPr id="29" name="TextBox 28">
            <a:extLst>
              <a:ext uri="{FF2B5EF4-FFF2-40B4-BE49-F238E27FC236}">
                <a16:creationId xmlns:a16="http://schemas.microsoft.com/office/drawing/2014/main" id="{F775D17F-4F76-3019-AFF6-FE3E9E255426}"/>
              </a:ext>
            </a:extLst>
          </p:cNvPr>
          <p:cNvSpPr txBox="1"/>
          <p:nvPr/>
        </p:nvSpPr>
        <p:spPr>
          <a:xfrm>
            <a:off x="262286" y="641178"/>
            <a:ext cx="10561923" cy="338554"/>
          </a:xfrm>
          <a:prstGeom prst="rect">
            <a:avLst/>
          </a:prstGeom>
          <a:noFill/>
        </p:spPr>
        <p:txBody>
          <a:bodyPr wrap="square" rtlCol="0">
            <a:spAutoFit/>
          </a:bodyPr>
          <a:lstStyle/>
          <a:p>
            <a:r>
              <a:rPr lang="en-IN" sz="1600"/>
              <a:t>The Inception plan will be shared separately for Beazley’s review and preparation for start</a:t>
            </a:r>
          </a:p>
        </p:txBody>
      </p:sp>
      <p:pic>
        <p:nvPicPr>
          <p:cNvPr id="3" name="Picture 2">
            <a:extLst>
              <a:ext uri="{FF2B5EF4-FFF2-40B4-BE49-F238E27FC236}">
                <a16:creationId xmlns:a16="http://schemas.microsoft.com/office/drawing/2014/main" id="{E49A6C2B-ED7A-11D5-208D-D7B1899DE46C}"/>
              </a:ext>
            </a:extLst>
          </p:cNvPr>
          <p:cNvPicPr>
            <a:picLocks noChangeAspect="1"/>
          </p:cNvPicPr>
          <p:nvPr/>
        </p:nvPicPr>
        <p:blipFill>
          <a:blip r:embed="rId4"/>
          <a:stretch>
            <a:fillRect/>
          </a:stretch>
        </p:blipFill>
        <p:spPr>
          <a:xfrm>
            <a:off x="361158" y="979731"/>
            <a:ext cx="11150122" cy="5034989"/>
          </a:xfrm>
          <a:prstGeom prst="rect">
            <a:avLst/>
          </a:prstGeom>
        </p:spPr>
      </p:pic>
    </p:spTree>
    <p:custDataLst>
      <p:tags r:id="rId1"/>
    </p:custDataLst>
    <p:extLst>
      <p:ext uri="{BB962C8B-B14F-4D97-AF65-F5344CB8AC3E}">
        <p14:creationId xmlns:p14="http://schemas.microsoft.com/office/powerpoint/2010/main" val="3590382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D2D7E358-6DE7-AC81-78A4-C6C9C453B8E3}"/>
              </a:ext>
            </a:extLst>
          </p:cNvPr>
          <p:cNvSpPr txBox="1">
            <a:spLocks/>
          </p:cNvSpPr>
          <p:nvPr/>
        </p:nvSpPr>
        <p:spPr>
          <a:xfrm>
            <a:off x="184150" y="846135"/>
            <a:ext cx="10331450" cy="44211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chemeClr val="tx1">
                    <a:lumMod val="95000"/>
                    <a:lumOff val="5000"/>
                  </a:schemeClr>
                </a:solidFill>
                <a:effectLst/>
                <a:uLnTx/>
                <a:uFillTx/>
                <a:latin typeface="+mj-lt"/>
                <a:ea typeface="+mn-ea"/>
                <a:cs typeface="+mn-cs"/>
              </a:rPr>
              <a:t>Rules of Engagement</a:t>
            </a:r>
          </a:p>
        </p:txBody>
      </p:sp>
      <p:sp>
        <p:nvSpPr>
          <p:cNvPr id="15" name="Text Placeholder 4">
            <a:extLst>
              <a:ext uri="{FF2B5EF4-FFF2-40B4-BE49-F238E27FC236}">
                <a16:creationId xmlns:a16="http://schemas.microsoft.com/office/drawing/2014/main" id="{7114F612-1D6D-A91C-B8FD-07C6097D12EB}"/>
              </a:ext>
            </a:extLst>
          </p:cNvPr>
          <p:cNvSpPr txBox="1">
            <a:spLocks/>
          </p:cNvSpPr>
          <p:nvPr/>
        </p:nvSpPr>
        <p:spPr>
          <a:xfrm>
            <a:off x="338175" y="1390883"/>
            <a:ext cx="8046413" cy="4076234"/>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0070AD"/>
              </a:buClr>
              <a:defRPr/>
            </a:pPr>
            <a:r>
              <a:rPr lang="en-GB">
                <a:solidFill>
                  <a:schemeClr val="tx1">
                    <a:lumMod val="95000"/>
                    <a:lumOff val="5000"/>
                  </a:schemeClr>
                </a:solidFill>
              </a:rPr>
              <a:t>All meeting and workshop invites to include:</a:t>
            </a:r>
          </a:p>
          <a:p>
            <a:pPr marL="469900" lvl="2" indent="-285750">
              <a:buClr>
                <a:srgbClr val="0070AD"/>
              </a:buClr>
              <a:defRPr/>
            </a:pPr>
            <a:r>
              <a:rPr lang="en-GB" sz="1200">
                <a:solidFill>
                  <a:schemeClr val="tx1">
                    <a:lumMod val="95000"/>
                    <a:lumOff val="5000"/>
                  </a:schemeClr>
                </a:solidFill>
              </a:rPr>
              <a:t>Purpose of the meeting / Agenda</a:t>
            </a:r>
          </a:p>
          <a:p>
            <a:pPr marL="469900" lvl="2" indent="-285750">
              <a:buClr>
                <a:srgbClr val="0070AD"/>
              </a:buClr>
              <a:defRPr/>
            </a:pPr>
            <a:r>
              <a:rPr lang="en-GB" sz="1200">
                <a:solidFill>
                  <a:schemeClr val="tx1">
                    <a:lumMod val="95000"/>
                    <a:lumOff val="5000"/>
                  </a:schemeClr>
                </a:solidFill>
              </a:rPr>
              <a:t>Input to the meeting</a:t>
            </a:r>
          </a:p>
          <a:p>
            <a:pPr marL="469900" lvl="2" indent="-285750">
              <a:buClr>
                <a:srgbClr val="0070AD"/>
              </a:buClr>
              <a:defRPr/>
            </a:pPr>
            <a:r>
              <a:rPr lang="en-GB" sz="1200">
                <a:solidFill>
                  <a:schemeClr val="tx1">
                    <a:lumMod val="95000"/>
                    <a:lumOff val="5000"/>
                  </a:schemeClr>
                </a:solidFill>
              </a:rPr>
              <a:t>Expected output from the meeting</a:t>
            </a:r>
          </a:p>
          <a:p>
            <a:pPr marL="469900" lvl="2" indent="-285750">
              <a:buClr>
                <a:srgbClr val="0070AD"/>
              </a:buClr>
              <a:defRPr/>
            </a:pPr>
            <a:r>
              <a:rPr lang="en-GB" sz="1200">
                <a:solidFill>
                  <a:schemeClr val="tx1">
                    <a:lumMod val="95000"/>
                    <a:lumOff val="5000"/>
                  </a:schemeClr>
                </a:solidFill>
              </a:rPr>
              <a:t>Deliverable(s) output (as required)</a:t>
            </a:r>
          </a:p>
          <a:p>
            <a:pPr lvl="1">
              <a:buClr>
                <a:srgbClr val="0070AD"/>
              </a:buClr>
              <a:defRPr/>
            </a:pPr>
            <a:r>
              <a:rPr lang="en-GB">
                <a:solidFill>
                  <a:schemeClr val="tx1">
                    <a:lumMod val="95000"/>
                    <a:lumOff val="5000"/>
                  </a:schemeClr>
                </a:solidFill>
              </a:rPr>
              <a:t>Be straight and transparent</a:t>
            </a:r>
          </a:p>
          <a:p>
            <a:pPr lvl="1">
              <a:buClr>
                <a:srgbClr val="0070AD"/>
              </a:buClr>
              <a:defRPr/>
            </a:pPr>
            <a:r>
              <a:rPr lang="en-GB">
                <a:solidFill>
                  <a:schemeClr val="tx1">
                    <a:lumMod val="95000"/>
                    <a:lumOff val="5000"/>
                  </a:schemeClr>
                </a:solidFill>
              </a:rPr>
              <a:t>Business attendees and availability to be confirmed by Beazley (Senior Product Owner/relevant Product Owner) before invitation is sent</a:t>
            </a:r>
          </a:p>
          <a:p>
            <a:pPr lvl="1">
              <a:buClr>
                <a:srgbClr val="0070AD"/>
              </a:buClr>
              <a:defRPr/>
            </a:pPr>
            <a:r>
              <a:rPr lang="en-GB">
                <a:solidFill>
                  <a:schemeClr val="tx1">
                    <a:lumMod val="95000"/>
                    <a:lumOff val="5000"/>
                  </a:schemeClr>
                </a:solidFill>
              </a:rPr>
              <a:t>Parking lots/Decision logs to be captured and logged in the required trackers </a:t>
            </a:r>
          </a:p>
          <a:p>
            <a:pPr lvl="1">
              <a:buClr>
                <a:srgbClr val="0070AD"/>
              </a:buClr>
              <a:defRPr/>
            </a:pPr>
            <a:r>
              <a:rPr lang="en-GB">
                <a:solidFill>
                  <a:schemeClr val="tx1">
                    <a:lumMod val="95000"/>
                    <a:lumOff val="5000"/>
                  </a:schemeClr>
                </a:solidFill>
              </a:rPr>
              <a:t>Critical decisions to go through appropriate Programme Governance forums and documentation</a:t>
            </a:r>
          </a:p>
          <a:p>
            <a:pPr lvl="1">
              <a:buClr>
                <a:srgbClr val="0070AD"/>
              </a:buClr>
              <a:defRPr/>
            </a:pPr>
            <a:r>
              <a:rPr lang="en-GB">
                <a:solidFill>
                  <a:schemeClr val="tx1">
                    <a:lumMod val="95000"/>
                    <a:lumOff val="5000"/>
                  </a:schemeClr>
                </a:solidFill>
              </a:rPr>
              <a:t>On site and remote attendance options to be available</a:t>
            </a:r>
          </a:p>
          <a:p>
            <a:pPr lvl="1">
              <a:buClr>
                <a:srgbClr val="0070AD"/>
              </a:buClr>
              <a:defRPr/>
            </a:pPr>
            <a:r>
              <a:rPr lang="en-GB">
                <a:solidFill>
                  <a:schemeClr val="tx1">
                    <a:lumMod val="95000"/>
                    <a:lumOff val="5000"/>
                  </a:schemeClr>
                </a:solidFill>
              </a:rPr>
              <a:t>Recording of sessions to be used where appropriate</a:t>
            </a:r>
          </a:p>
          <a:p>
            <a:pPr lvl="1">
              <a:buClr>
                <a:srgbClr val="0070AD"/>
              </a:buClr>
              <a:defRPr/>
            </a:pPr>
            <a:r>
              <a:rPr lang="en-GB">
                <a:solidFill>
                  <a:schemeClr val="tx1">
                    <a:lumMod val="95000"/>
                    <a:lumOff val="5000"/>
                  </a:schemeClr>
                </a:solidFill>
              </a:rPr>
              <a:t>All sessions to be aligned to overall programme strategy</a:t>
            </a:r>
          </a:p>
          <a:p>
            <a:pPr lvl="1">
              <a:buClr>
                <a:srgbClr val="0070AD"/>
              </a:buClr>
              <a:defRPr/>
            </a:pPr>
            <a:r>
              <a:rPr lang="en-GB">
                <a:solidFill>
                  <a:schemeClr val="tx1">
                    <a:lumMod val="95000"/>
                    <a:lumOff val="5000"/>
                  </a:schemeClr>
                </a:solidFill>
              </a:rPr>
              <a:t>All material to be utilised for Beazley programme purposes only</a:t>
            </a:r>
          </a:p>
        </p:txBody>
      </p:sp>
      <p:grpSp>
        <p:nvGrpSpPr>
          <p:cNvPr id="18" name="Group 11">
            <a:extLst>
              <a:ext uri="{FF2B5EF4-FFF2-40B4-BE49-F238E27FC236}">
                <a16:creationId xmlns:a16="http://schemas.microsoft.com/office/drawing/2014/main" id="{1945267C-D67E-6522-A49B-2F0BD2157224}"/>
              </a:ext>
              <a:ext uri="{C183D7F6-B498-43B3-948B-1728B52AA6E4}">
                <adec:decorative xmlns:adec="http://schemas.microsoft.com/office/drawing/2017/decorative" val="1"/>
              </a:ext>
            </a:extLst>
          </p:cNvPr>
          <p:cNvGrpSpPr/>
          <p:nvPr/>
        </p:nvGrpSpPr>
        <p:grpSpPr>
          <a:xfrm>
            <a:off x="8478517" y="914311"/>
            <a:ext cx="1700533" cy="2050593"/>
            <a:chOff x="4714876" y="2290759"/>
            <a:chExt cx="2647950" cy="2647950"/>
          </a:xfrm>
        </p:grpSpPr>
        <p:pic>
          <p:nvPicPr>
            <p:cNvPr id="19" name="Graphic 5">
              <a:extLst>
                <a:ext uri="{FF2B5EF4-FFF2-40B4-BE49-F238E27FC236}">
                  <a16:creationId xmlns:a16="http://schemas.microsoft.com/office/drawing/2014/main" id="{D7582443-EA74-EB7B-F980-1AFCDEBFEE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4912" y="2671762"/>
              <a:ext cx="2162175" cy="1514475"/>
            </a:xfrm>
            <a:prstGeom prst="rect">
              <a:avLst/>
            </a:prstGeom>
          </p:spPr>
        </p:pic>
        <p:pic>
          <p:nvPicPr>
            <p:cNvPr id="20" name="Graphic 6">
              <a:extLst>
                <a:ext uri="{FF2B5EF4-FFF2-40B4-BE49-F238E27FC236}">
                  <a16:creationId xmlns:a16="http://schemas.microsoft.com/office/drawing/2014/main" id="{B5BF5D75-0166-7550-A443-DD7D22925A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14876" y="2290759"/>
              <a:ext cx="2647950" cy="2647950"/>
            </a:xfrm>
            <a:prstGeom prst="rect">
              <a:avLst/>
            </a:prstGeom>
          </p:spPr>
        </p:pic>
      </p:grpSp>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Guidelines for meetings and workshops</a:t>
            </a:r>
          </a:p>
        </p:txBody>
      </p:sp>
      <mc:AlternateContent xmlns:mc="http://schemas.openxmlformats.org/markup-compatibility/2006">
        <mc:Choice xmlns:am3d="http://schemas.microsoft.com/office/drawing/2017/model3d" Requires="am3d">
          <p:graphicFrame>
            <p:nvGraphicFramePr>
              <p:cNvPr id="5" name="3D Model 4" descr="Checklist">
                <a:extLst>
                  <a:ext uri="{FF2B5EF4-FFF2-40B4-BE49-F238E27FC236}">
                    <a16:creationId xmlns:a16="http://schemas.microsoft.com/office/drawing/2014/main" id="{2D49F938-EF32-0FC1-7E10-BA6C667906B8}"/>
                  </a:ext>
                </a:extLst>
              </p:cNvPr>
              <p:cNvGraphicFramePr>
                <a:graphicFrameLocks noChangeAspect="1"/>
              </p:cNvGraphicFramePr>
              <p:nvPr>
                <p:extLst>
                  <p:ext uri="{D42A27DB-BD31-4B8C-83A1-F6EECF244321}">
                    <p14:modId xmlns:p14="http://schemas.microsoft.com/office/powerpoint/2010/main" val="1178636459"/>
                  </p:ext>
                </p:extLst>
              </p:nvPr>
            </p:nvGraphicFramePr>
            <p:xfrm rot="2135239">
              <a:off x="8500075" y="3005014"/>
              <a:ext cx="1685923" cy="1743074"/>
            </p:xfrm>
            <a:graphic>
              <a:graphicData uri="http://schemas.microsoft.com/office/drawing/2017/model3d">
                <am3d:model3d r:embed="rId7">
                  <am3d:spPr>
                    <a:xfrm rot="2135239">
                      <a:off x="0" y="0"/>
                      <a:ext cx="1685923" cy="1743074"/>
                    </a:xfrm>
                    <a:prstGeom prst="rect">
                      <a:avLst/>
                    </a:prstGeom>
                  </am3d:spPr>
                  <am3d:camera>
                    <am3d:pos x="0" y="0" z="61616842"/>
                    <am3d:up dx="0" dy="36000000" dz="0"/>
                    <am3d:lookAt x="0" y="0" z="0"/>
                    <am3d:perspective fov="2700000"/>
                  </am3d:camera>
                  <am3d:trans>
                    <am3d:meterPerModelUnit n="83313" d="1000000"/>
                    <am3d:preTrans dx="-2" dy="-8018320" dz="-1001795"/>
                    <am3d:scale>
                      <am3d:sx n="1000000" d="1000000"/>
                      <am3d:sy n="1000000" d="1000000"/>
                      <am3d:sz n="1000000" d="1000000"/>
                    </am3d:scale>
                    <am3d:rot ax="5054555" ay="319038" az="2555243"/>
                    <am3d:postTrans dx="0" dy="0" dz="0"/>
                  </am3d:trans>
                  <am3d:raster rName="Office3DRenderer" rVer="16.0.8326">
                    <am3d:blip r:embed="rId8"/>
                  </am3d:raster>
                  <am3d:objViewport viewportSz="220027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Checklist">
                <a:extLst>
                  <a:ext uri="{FF2B5EF4-FFF2-40B4-BE49-F238E27FC236}">
                    <a16:creationId xmlns:a16="http://schemas.microsoft.com/office/drawing/2014/main" id="{2D49F938-EF32-0FC1-7E10-BA6C667906B8}"/>
                  </a:ext>
                </a:extLst>
              </p:cNvPr>
              <p:cNvPicPr>
                <a:picLocks noGrp="1" noRot="1" noChangeAspect="1" noMove="1" noResize="1" noEditPoints="1" noAdjustHandles="1" noChangeArrowheads="1" noChangeShapeType="1" noCrop="1"/>
              </p:cNvPicPr>
              <p:nvPr/>
            </p:nvPicPr>
            <p:blipFill>
              <a:blip r:embed="rId8"/>
              <a:stretch>
                <a:fillRect/>
              </a:stretch>
            </p:blipFill>
            <p:spPr>
              <a:xfrm rot="2135239">
                <a:off x="8500075" y="3005014"/>
                <a:ext cx="1685923" cy="1743074"/>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 name="3D Model 5" descr="Reversible Freestanding Whiteboard">
                <a:extLst>
                  <a:ext uri="{FF2B5EF4-FFF2-40B4-BE49-F238E27FC236}">
                    <a16:creationId xmlns:a16="http://schemas.microsoft.com/office/drawing/2014/main" id="{C2E01FA7-357D-F4F4-5E40-9253AA3CD2AC}"/>
                  </a:ext>
                </a:extLst>
              </p:cNvPr>
              <p:cNvGraphicFramePr>
                <a:graphicFrameLocks noChangeAspect="1"/>
              </p:cNvGraphicFramePr>
              <p:nvPr>
                <p:extLst>
                  <p:ext uri="{D42A27DB-BD31-4B8C-83A1-F6EECF244321}">
                    <p14:modId xmlns:p14="http://schemas.microsoft.com/office/powerpoint/2010/main" val="2697115744"/>
                  </p:ext>
                </p:extLst>
              </p:nvPr>
            </p:nvGraphicFramePr>
            <p:xfrm>
              <a:off x="10371735" y="951099"/>
              <a:ext cx="1458078" cy="1884062"/>
            </p:xfrm>
            <a:graphic>
              <a:graphicData uri="http://schemas.microsoft.com/office/drawing/2017/model3d">
                <am3d:model3d r:embed="rId9">
                  <am3d:spPr>
                    <a:xfrm>
                      <a:off x="0" y="0"/>
                      <a:ext cx="1458078" cy="1884062"/>
                    </a:xfrm>
                    <a:prstGeom prst="rect">
                      <a:avLst/>
                    </a:prstGeom>
                  </am3d:spPr>
                  <am3d:camera>
                    <am3d:pos x="0" y="0" z="64662750"/>
                    <am3d:up dx="0" dy="36000000" dz="0"/>
                    <am3d:lookAt x="0" y="0" z="0"/>
                    <am3d:perspective fov="2700000"/>
                  </am3d:camera>
                  <am3d:trans>
                    <am3d:meterPerModelUnit n="477478" d="1000000"/>
                    <am3d:preTrans dx="0" dy="-1821638" dz="0"/>
                    <am3d:scale>
                      <am3d:sx n="1000000" d="1000000"/>
                      <am3d:sy n="1000000" d="1000000"/>
                      <am3d:sz n="1000000" d="1000000"/>
                    </am3d:scale>
                    <am3d:rot ax="324721" ay="-1630137" az="-148608"/>
                    <am3d:postTrans dx="0" dy="0" dz="0"/>
                  </am3d:trans>
                  <am3d:raster rName="Office3DRenderer" rVer="16.0.8326">
                    <am3d:blip r:embed="rId10"/>
                  </am3d:raster>
                  <am3d:objViewport viewportSz="22336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Reversible Freestanding Whiteboard">
                <a:extLst>
                  <a:ext uri="{FF2B5EF4-FFF2-40B4-BE49-F238E27FC236}">
                    <a16:creationId xmlns:a16="http://schemas.microsoft.com/office/drawing/2014/main" id="{C2E01FA7-357D-F4F4-5E40-9253AA3CD2AC}"/>
                  </a:ext>
                </a:extLst>
              </p:cNvPr>
              <p:cNvPicPr>
                <a:picLocks noGrp="1" noRot="1" noChangeAspect="1" noMove="1" noResize="1" noEditPoints="1" noAdjustHandles="1" noChangeArrowheads="1" noChangeShapeType="1" noCrop="1"/>
              </p:cNvPicPr>
              <p:nvPr/>
            </p:nvPicPr>
            <p:blipFill>
              <a:blip r:embed="rId10"/>
              <a:stretch>
                <a:fillRect/>
              </a:stretch>
            </p:blipFill>
            <p:spPr>
              <a:xfrm>
                <a:off x="10371735" y="951099"/>
                <a:ext cx="1458078" cy="188406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descr="Alarm Clock">
                <a:extLst>
                  <a:ext uri="{FF2B5EF4-FFF2-40B4-BE49-F238E27FC236}">
                    <a16:creationId xmlns:a16="http://schemas.microsoft.com/office/drawing/2014/main" id="{E61F256C-684D-D6A6-CA56-440CEA3A2335}"/>
                  </a:ext>
                </a:extLst>
              </p:cNvPr>
              <p:cNvGraphicFramePr>
                <a:graphicFrameLocks noChangeAspect="1"/>
              </p:cNvGraphicFramePr>
              <p:nvPr>
                <p:extLst>
                  <p:ext uri="{D42A27DB-BD31-4B8C-83A1-F6EECF244321}">
                    <p14:modId xmlns:p14="http://schemas.microsoft.com/office/powerpoint/2010/main" val="3782646505"/>
                  </p:ext>
                </p:extLst>
              </p:nvPr>
            </p:nvGraphicFramePr>
            <p:xfrm>
              <a:off x="10699750" y="2835161"/>
              <a:ext cx="985992" cy="1435748"/>
            </p:xfrm>
            <a:graphic>
              <a:graphicData uri="http://schemas.microsoft.com/office/drawing/2017/model3d">
                <am3d:model3d r:embed="rId11">
                  <am3d:spPr>
                    <a:xfrm>
                      <a:off x="0" y="0"/>
                      <a:ext cx="985992" cy="1435748"/>
                    </a:xfrm>
                    <a:prstGeom prst="rect">
                      <a:avLst/>
                    </a:prstGeom>
                  </am3d:spPr>
                  <am3d:camera>
                    <am3d:pos x="0" y="0" z="59061727"/>
                    <am3d:up dx="0" dy="36000000" dz="0"/>
                    <am3d:lookAt x="0" y="0" z="0"/>
                    <am3d:perspective fov="2700000"/>
                  </am3d:camera>
                  <am3d:trans>
                    <am3d:meterPerModelUnit n="7429298" d="1000000"/>
                    <am3d:preTrans dx="0" dy="-18000000" dz="0"/>
                    <am3d:scale>
                      <am3d:sx n="1000000" d="1000000"/>
                      <am3d:sy n="1000000" d="1000000"/>
                      <am3d:sz n="1000000" d="1000000"/>
                    </am3d:scale>
                    <am3d:rot ax="620191" ay="-903709" az="-162816"/>
                    <am3d:postTrans dx="0" dy="0" dz="0"/>
                  </am3d:trans>
                  <am3d:raster rName="Office3DRenderer" rVer="16.0.8326">
                    <am3d:blip r:embed="rId12"/>
                  </am3d:raster>
                  <am3d:objViewport viewportSz="16496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Alarm Clock">
                <a:extLst>
                  <a:ext uri="{FF2B5EF4-FFF2-40B4-BE49-F238E27FC236}">
                    <a16:creationId xmlns:a16="http://schemas.microsoft.com/office/drawing/2014/main" id="{E61F256C-684D-D6A6-CA56-440CEA3A2335}"/>
                  </a:ext>
                </a:extLst>
              </p:cNvPr>
              <p:cNvPicPr>
                <a:picLocks noGrp="1" noRot="1" noChangeAspect="1" noMove="1" noResize="1" noEditPoints="1" noAdjustHandles="1" noChangeArrowheads="1" noChangeShapeType="1" noCrop="1"/>
              </p:cNvPicPr>
              <p:nvPr/>
            </p:nvPicPr>
            <p:blipFill>
              <a:blip r:embed="rId12"/>
              <a:stretch>
                <a:fillRect/>
              </a:stretch>
            </p:blipFill>
            <p:spPr>
              <a:xfrm>
                <a:off x="10699750" y="2835161"/>
                <a:ext cx="985992" cy="143574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Magnetic Whiteboard Pen Markers">
                <a:extLst>
                  <a:ext uri="{FF2B5EF4-FFF2-40B4-BE49-F238E27FC236}">
                    <a16:creationId xmlns:a16="http://schemas.microsoft.com/office/drawing/2014/main" id="{E639E75B-58B1-2B18-9545-9B08EFDE673E}"/>
                  </a:ext>
                </a:extLst>
              </p:cNvPr>
              <p:cNvGraphicFramePr/>
              <p:nvPr>
                <p:extLst>
                  <p:ext uri="{D42A27DB-BD31-4B8C-83A1-F6EECF244321}">
                    <p14:modId xmlns:p14="http://schemas.microsoft.com/office/powerpoint/2010/main" val="3398061871"/>
                  </p:ext>
                </p:extLst>
              </p:nvPr>
            </p:nvGraphicFramePr>
            <p:xfrm>
              <a:off x="10765979" y="1220752"/>
              <a:ext cx="825198" cy="699572"/>
            </p:xfrm>
            <a:graphic>
              <a:graphicData uri="http://schemas.microsoft.com/office/drawing/2017/model3d">
                <am3d:model3d r:embed="rId13">
                  <am3d:spPr>
                    <a:xfrm>
                      <a:off x="0" y="0"/>
                      <a:ext cx="825198" cy="699572"/>
                    </a:xfrm>
                    <a:prstGeom prst="rect">
                      <a:avLst/>
                    </a:prstGeom>
                  </am3d:spPr>
                  <am3d:camera>
                    <am3d:pos x="0" y="0" z="61860013"/>
                    <am3d:up dx="0" dy="36000000" dz="0"/>
                    <am3d:lookAt x="0" y="0" z="0"/>
                    <am3d:perspective fov="2700000"/>
                  </am3d:camera>
                  <am3d:trans>
                    <am3d:meterPerModelUnit n="6829015" d="1000000"/>
                    <am3d:preTrans dx="0" dy="0" dz="1475067"/>
                    <am3d:scale>
                      <am3d:sx n="1000000" d="1000000"/>
                      <am3d:sy n="1000000" d="1000000"/>
                      <am3d:sz n="1000000" d="1000000"/>
                    </am3d:scale>
                    <am3d:rot/>
                    <am3d:postTrans dx="0" dy="0" dz="0"/>
                  </am3d:trans>
                  <am3d:raster rName="Office3DRenderer" rVer="16.0.8326">
                    <am3d:blip r:embed="rId14"/>
                  </am3d:raster>
                  <am3d:objViewport viewportSz="114332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Magnetic Whiteboard Pen Markers">
                <a:extLst>
                  <a:ext uri="{FF2B5EF4-FFF2-40B4-BE49-F238E27FC236}">
                    <a16:creationId xmlns:a16="http://schemas.microsoft.com/office/drawing/2014/main" id="{E639E75B-58B1-2B18-9545-9B08EFDE673E}"/>
                  </a:ext>
                </a:extLst>
              </p:cNvPr>
              <p:cNvPicPr>
                <a:picLocks noGrp="1" noRot="1" noChangeAspect="1" noMove="1" noResize="1" noEditPoints="1" noAdjustHandles="1" noChangeArrowheads="1" noChangeShapeType="1" noCrop="1"/>
              </p:cNvPicPr>
              <p:nvPr/>
            </p:nvPicPr>
            <p:blipFill>
              <a:blip r:embed="rId14"/>
              <a:stretch>
                <a:fillRect/>
              </a:stretch>
            </p:blipFill>
            <p:spPr>
              <a:xfrm>
                <a:off x="10765979" y="1220752"/>
                <a:ext cx="825198" cy="699572"/>
              </a:xfrm>
              <a:prstGeom prst="rect">
                <a:avLst/>
              </a:prstGeom>
            </p:spPr>
          </p:pic>
        </mc:Fallback>
      </mc:AlternateContent>
    </p:spTree>
    <p:extLst>
      <p:ext uri="{BB962C8B-B14F-4D97-AF65-F5344CB8AC3E}">
        <p14:creationId xmlns:p14="http://schemas.microsoft.com/office/powerpoint/2010/main" val="3727333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graphicFrame>
        <p:nvGraphicFramePr>
          <p:cNvPr id="7" name="Table 3">
            <a:extLst>
              <a:ext uri="{FF2B5EF4-FFF2-40B4-BE49-F238E27FC236}">
                <a16:creationId xmlns:a16="http://schemas.microsoft.com/office/drawing/2014/main" id="{F09AD3DE-54A7-DD92-2123-3432F75CB9A8}"/>
              </a:ext>
            </a:extLst>
          </p:cNvPr>
          <p:cNvGraphicFramePr>
            <a:graphicFrameLocks noGrp="1"/>
          </p:cNvGraphicFramePr>
          <p:nvPr>
            <p:extLst>
              <p:ext uri="{D42A27DB-BD31-4B8C-83A1-F6EECF244321}">
                <p14:modId xmlns:p14="http://schemas.microsoft.com/office/powerpoint/2010/main" val="2025282679"/>
              </p:ext>
            </p:extLst>
          </p:nvPr>
        </p:nvGraphicFramePr>
        <p:xfrm>
          <a:off x="312919" y="1549578"/>
          <a:ext cx="11206533" cy="4990370"/>
        </p:xfrm>
        <a:graphic>
          <a:graphicData uri="http://schemas.openxmlformats.org/drawingml/2006/table">
            <a:tbl>
              <a:tblPr firstRow="1" bandRow="1">
                <a:tableStyleId>{21E4AEA4-8DFA-4A89-87EB-49C32662AFE0}</a:tableStyleId>
              </a:tblPr>
              <a:tblGrid>
                <a:gridCol w="2165978">
                  <a:extLst>
                    <a:ext uri="{9D8B030D-6E8A-4147-A177-3AD203B41FA5}">
                      <a16:colId xmlns:a16="http://schemas.microsoft.com/office/drawing/2014/main" val="2939084461"/>
                    </a:ext>
                  </a:extLst>
                </a:gridCol>
                <a:gridCol w="5706397">
                  <a:extLst>
                    <a:ext uri="{9D8B030D-6E8A-4147-A177-3AD203B41FA5}">
                      <a16:colId xmlns:a16="http://schemas.microsoft.com/office/drawing/2014/main" val="3726267601"/>
                    </a:ext>
                  </a:extLst>
                </a:gridCol>
                <a:gridCol w="1667079">
                  <a:extLst>
                    <a:ext uri="{9D8B030D-6E8A-4147-A177-3AD203B41FA5}">
                      <a16:colId xmlns:a16="http://schemas.microsoft.com/office/drawing/2014/main" val="2308116736"/>
                    </a:ext>
                  </a:extLst>
                </a:gridCol>
                <a:gridCol w="1667079">
                  <a:extLst>
                    <a:ext uri="{9D8B030D-6E8A-4147-A177-3AD203B41FA5}">
                      <a16:colId xmlns:a16="http://schemas.microsoft.com/office/drawing/2014/main" val="397007781"/>
                    </a:ext>
                  </a:extLst>
                </a:gridCol>
              </a:tblGrid>
              <a:tr h="307955">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dirty="0"/>
                        <a:t>Review</a:t>
                      </a:r>
                    </a:p>
                  </a:txBody>
                  <a:tcPr>
                    <a:solidFill>
                      <a:srgbClr val="FF66CC"/>
                    </a:solidFill>
                  </a:tcPr>
                </a:tc>
                <a:tc>
                  <a:txBody>
                    <a:bodyPr/>
                    <a:lstStyle/>
                    <a:p>
                      <a:r>
                        <a:rPr lang="en-GB" sz="1400" dirty="0"/>
                        <a:t>Sign Off</a:t>
                      </a:r>
                    </a:p>
                  </a:txBody>
                  <a:tcPr>
                    <a:solidFill>
                      <a:srgbClr val="FF66CC"/>
                    </a:solidFill>
                  </a:tcPr>
                </a:tc>
                <a:extLst>
                  <a:ext uri="{0D108BD9-81ED-4DB2-BD59-A6C34878D82A}">
                    <a16:rowId xmlns:a16="http://schemas.microsoft.com/office/drawing/2014/main" val="2887758253"/>
                  </a:ext>
                </a:extLst>
              </a:tr>
              <a:tr h="759877">
                <a:tc>
                  <a:txBody>
                    <a:bodyPr/>
                    <a:lstStyle/>
                    <a:p>
                      <a:r>
                        <a:rPr lang="en-GB" sz="1200"/>
                        <a:t>PD1: GPAS Ways of Working</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kern="1200">
                          <a:solidFill>
                            <a:schemeClr val="dk1"/>
                          </a:solidFill>
                        </a:rPr>
                        <a:t>Detailed methodology, Governance model, Change control model, communication management, Reporting &amp; meeting cadence, Initial team structure, RACI, Escalation approach, Tools for build &amp; usage boundaries</a:t>
                      </a:r>
                      <a:endParaRPr lang="en-GB"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1722306551"/>
                  </a:ext>
                </a:extLst>
              </a:tr>
              <a:tr h="646705">
                <a:tc>
                  <a:txBody>
                    <a:bodyPr/>
                    <a:lstStyle/>
                    <a:p>
                      <a:r>
                        <a:rPr lang="en-GB" sz="1200"/>
                        <a:t>PD2: Prioritized Backlog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a:t>Documentation of Foundation Release Functional requirements, in scope Epics/Features. User Stories scope statement defined in excel format for uploading into JIRA</a:t>
                      </a:r>
                      <a:endParaRPr lang="en-GB" sz="12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632069045"/>
                  </a:ext>
                </a:extLst>
              </a:tr>
              <a:tr h="602788">
                <a:tc>
                  <a:txBody>
                    <a:bodyPr/>
                    <a:lstStyle/>
                    <a:p>
                      <a:r>
                        <a:rPr lang="en-GB" sz="1200">
                          <a:solidFill>
                            <a:schemeClr val="tx1"/>
                          </a:solidFill>
                        </a:rPr>
                        <a:t>PD3: Resourcing &amp; Efforts (Foundation)</a:t>
                      </a:r>
                      <a:endParaRPr lang="en-GB" sz="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tx1"/>
                          </a:solidFill>
                        </a:rPr>
                        <a:t>Breakdown of resourcing needs (by quarter) aligned to effort and bottom-up estimation of Epics and Features against the delivery plan. High level scope, budget, and resourcing/effort should reconcile.</a:t>
                      </a:r>
                      <a:endParaRPr lang="en-IN" sz="1200" kern="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3312199651"/>
                  </a:ext>
                </a:extLst>
              </a:tr>
              <a:tr h="675447">
                <a:tc>
                  <a:txBody>
                    <a:bodyPr/>
                    <a:lstStyle/>
                    <a:p>
                      <a:r>
                        <a:rPr lang="en-GB" sz="1200"/>
                        <a:t>PD4: Delivery Structure &amp; Plan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rPr>
                        <a:t>Phase &amp; Workstream definitions, objectives and milestones.  Verification and Acceptance. </a:t>
                      </a:r>
                      <a:r>
                        <a:rPr lang="en-US" sz="1200" kern="1200">
                          <a:solidFill>
                            <a:schemeClr val="dk1"/>
                          </a:solidFill>
                        </a:rPr>
                        <a:t>Plan detailing the Guidewire sprint plan, number of sprints, dates, and high-level proposed scope breakdown. </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3447769189"/>
                  </a:ext>
                </a:extLst>
              </a:tr>
              <a:tr h="646705">
                <a:tc>
                  <a:txBody>
                    <a:bodyPr/>
                    <a:lstStyle/>
                    <a:p>
                      <a:r>
                        <a:rPr lang="en-GB" sz="1200"/>
                        <a:t>PD5: GPAS High Level Design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rPr>
                        <a:t>Aligned to agreed architecture decisions and principles</a:t>
                      </a:r>
                      <a:endParaRPr lang="en-IN" sz="1200" kern="1200">
                        <a:solidFill>
                          <a:schemeClr val="dk1"/>
                        </a:solidFill>
                      </a:endParaRPr>
                    </a:p>
                    <a:p>
                      <a:pPr marL="0" algn="l" rtl="0" eaLnBrk="1" latinLnBrk="0" hangingPunct="1"/>
                      <a:r>
                        <a:rPr lang="en-GB" sz="1200" kern="1200">
                          <a:solidFill>
                            <a:schemeClr val="dk1"/>
                          </a:solidFill>
                        </a:rPr>
                        <a:t>Detail how Policy and Billing Center will fit into Beazley ecosystem. </a:t>
                      </a:r>
                      <a:endParaRPr lang="en-IN" sz="1200" kern="1200">
                        <a:solidFill>
                          <a:schemeClr val="dk1"/>
                        </a:solidFill>
                      </a:endParaRPr>
                    </a:p>
                    <a:p>
                      <a:pPr marL="0" algn="l" defTabSz="914400" rtl="0" eaLnBrk="1" latinLnBrk="0" hangingPunct="1"/>
                      <a:r>
                        <a:rPr lang="en-GB" sz="1200" kern="1200">
                          <a:solidFill>
                            <a:schemeClr val="dk1"/>
                          </a:solidFill>
                        </a:rPr>
                        <a:t>Detail the key Integrations for the Foundation release</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34138585"/>
                  </a:ext>
                </a:extLst>
              </a:tr>
              <a:tr h="591016">
                <a:tc>
                  <a:txBody>
                    <a:bodyPr/>
                    <a:lstStyle/>
                    <a:p>
                      <a:r>
                        <a:rPr lang="en-GB" sz="1200"/>
                        <a:t>PD6: Migration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Approach to migration in terms of execution and timing.</a:t>
                      </a:r>
                      <a:br>
                        <a:rPr lang="en-GB" sz="1200" kern="1200">
                          <a:solidFill>
                            <a:srgbClr val="000000"/>
                          </a:solidFill>
                          <a:latin typeface="+mn-lt"/>
                          <a:ea typeface="+mn-ea"/>
                          <a:cs typeface="+mn-cs"/>
                        </a:rPr>
                      </a:br>
                      <a:r>
                        <a:rPr lang="en-GB" sz="1200" kern="1200">
                          <a:solidFill>
                            <a:schemeClr val="dk1"/>
                          </a:solidFill>
                          <a:latin typeface="+mn-lt"/>
                          <a:ea typeface="+mn-ea"/>
                          <a:cs typeface="+mn-cs"/>
                        </a:rPr>
                        <a:t>High-level data requirements at an entity level, from relevant business areas.</a:t>
                      </a:r>
                    </a:p>
                  </a:txBody>
                  <a:tcPr anchor="ct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105283812"/>
                  </a:ext>
                </a:extLst>
              </a:tr>
              <a:tr h="759877">
                <a:tc>
                  <a:txBody>
                    <a:bodyPr/>
                    <a:lstStyle/>
                    <a:p>
                      <a:pPr algn="l"/>
                      <a:r>
                        <a:rPr lang="en-GB" sz="1200"/>
                        <a:t>PD7: Integration Manifest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Inventory of integrations defining cardinality, service contract ownership, integration pattern or method, initial view on complexity.</a:t>
                      </a:r>
                      <a:br>
                        <a:rPr lang="en-GB" sz="1200" kern="1200">
                          <a:solidFill>
                            <a:srgbClr val="000000"/>
                          </a:solidFill>
                          <a:latin typeface="+mn-lt"/>
                          <a:ea typeface="+mn-ea"/>
                          <a:cs typeface="+mn-cs"/>
                        </a:rPr>
                      </a:br>
                      <a:r>
                        <a:rPr lang="en-GB" sz="1200" kern="1200">
                          <a:solidFill>
                            <a:schemeClr val="dk1"/>
                          </a:solidFill>
                          <a:latin typeface="+mn-lt"/>
                          <a:ea typeface="+mn-ea"/>
                          <a:cs typeface="+mn-cs"/>
                        </a:rPr>
                        <a:t>Definition of any intermediated services or gateways to influence design.</a:t>
                      </a:r>
                    </a:p>
                  </a:txBody>
                  <a:tcPr anchor="ct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485944377"/>
                  </a:ext>
                </a:extLst>
              </a:tr>
            </a:tbl>
          </a:graphicData>
        </a:graphic>
      </p:graphicFrame>
      <p:sp>
        <p:nvSpPr>
          <p:cNvPr id="8" name="Rectangle 7">
            <a:extLst>
              <a:ext uri="{FF2B5EF4-FFF2-40B4-BE49-F238E27FC236}">
                <a16:creationId xmlns:a16="http://schemas.microsoft.com/office/drawing/2014/main" id="{0FC11A24-1C94-770E-AEE9-EAB1535A997B}"/>
              </a:ext>
            </a:extLst>
          </p:cNvPr>
          <p:cNvSpPr/>
          <p:nvPr/>
        </p:nvSpPr>
        <p:spPr>
          <a:xfrm>
            <a:off x="182633" y="954867"/>
            <a:ext cx="1167912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p>
        </p:txBody>
      </p:sp>
    </p:spTree>
    <p:extLst>
      <p:ext uri="{BB962C8B-B14F-4D97-AF65-F5344CB8AC3E}">
        <p14:creationId xmlns:p14="http://schemas.microsoft.com/office/powerpoint/2010/main" val="885501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sp>
        <p:nvSpPr>
          <p:cNvPr id="9" name="Rectangle 8">
            <a:extLst>
              <a:ext uri="{FF2B5EF4-FFF2-40B4-BE49-F238E27FC236}">
                <a16:creationId xmlns:a16="http://schemas.microsoft.com/office/drawing/2014/main" id="{3D54C89B-1399-C1AC-A358-E4B00D566802}"/>
              </a:ext>
            </a:extLst>
          </p:cNvPr>
          <p:cNvSpPr/>
          <p:nvPr/>
        </p:nvSpPr>
        <p:spPr>
          <a:xfrm>
            <a:off x="182633" y="1126863"/>
            <a:ext cx="1182521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endParaRPr kumimoji="0" lang="en-US" sz="16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endParaRPr>
          </a:p>
        </p:txBody>
      </p:sp>
      <p:graphicFrame>
        <p:nvGraphicFramePr>
          <p:cNvPr id="7" name="Table 3">
            <a:extLst>
              <a:ext uri="{FF2B5EF4-FFF2-40B4-BE49-F238E27FC236}">
                <a16:creationId xmlns:a16="http://schemas.microsoft.com/office/drawing/2014/main" id="{1470A3E6-EED3-B469-6894-7ADF80D74BC2}"/>
              </a:ext>
            </a:extLst>
          </p:cNvPr>
          <p:cNvGraphicFramePr>
            <a:graphicFrameLocks noGrp="1"/>
          </p:cNvGraphicFramePr>
          <p:nvPr>
            <p:extLst>
              <p:ext uri="{D42A27DB-BD31-4B8C-83A1-F6EECF244321}">
                <p14:modId xmlns:p14="http://schemas.microsoft.com/office/powerpoint/2010/main" val="4266912734"/>
              </p:ext>
            </p:extLst>
          </p:nvPr>
        </p:nvGraphicFramePr>
        <p:xfrm>
          <a:off x="275277" y="1881375"/>
          <a:ext cx="9745594" cy="2790016"/>
        </p:xfrm>
        <a:graphic>
          <a:graphicData uri="http://schemas.openxmlformats.org/drawingml/2006/table">
            <a:tbl>
              <a:tblPr firstRow="1" bandRow="1">
                <a:tableStyleId>{21E4AEA4-8DFA-4A89-87EB-49C32662AFE0}</a:tableStyleId>
              </a:tblPr>
              <a:tblGrid>
                <a:gridCol w="1902759">
                  <a:extLst>
                    <a:ext uri="{9D8B030D-6E8A-4147-A177-3AD203B41FA5}">
                      <a16:colId xmlns:a16="http://schemas.microsoft.com/office/drawing/2014/main" val="2939084461"/>
                    </a:ext>
                  </a:extLst>
                </a:gridCol>
                <a:gridCol w="4913857">
                  <a:extLst>
                    <a:ext uri="{9D8B030D-6E8A-4147-A177-3AD203B41FA5}">
                      <a16:colId xmlns:a16="http://schemas.microsoft.com/office/drawing/2014/main" val="3726267601"/>
                    </a:ext>
                  </a:extLst>
                </a:gridCol>
                <a:gridCol w="1464489">
                  <a:extLst>
                    <a:ext uri="{9D8B030D-6E8A-4147-A177-3AD203B41FA5}">
                      <a16:colId xmlns:a16="http://schemas.microsoft.com/office/drawing/2014/main" val="1491111414"/>
                    </a:ext>
                  </a:extLst>
                </a:gridCol>
                <a:gridCol w="1464489">
                  <a:extLst>
                    <a:ext uri="{9D8B030D-6E8A-4147-A177-3AD203B41FA5}">
                      <a16:colId xmlns:a16="http://schemas.microsoft.com/office/drawing/2014/main" val="397007781"/>
                    </a:ext>
                  </a:extLst>
                </a:gridCol>
              </a:tblGrid>
              <a:tr h="306595">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dirty="0"/>
                        <a:t>Reviewer</a:t>
                      </a:r>
                    </a:p>
                  </a:txBody>
                  <a:tcPr>
                    <a:solidFill>
                      <a:srgbClr val="FF66CC"/>
                    </a:solidFill>
                  </a:tcPr>
                </a:tc>
                <a:tc>
                  <a:txBody>
                    <a:bodyPr/>
                    <a:lstStyle/>
                    <a:p>
                      <a:r>
                        <a:rPr lang="en-GB" sz="1400" dirty="0"/>
                        <a:t>Sign Off</a:t>
                      </a:r>
                    </a:p>
                  </a:txBody>
                  <a:tcPr>
                    <a:solidFill>
                      <a:srgbClr val="FF66CC"/>
                    </a:solidFill>
                  </a:tcPr>
                </a:tc>
                <a:extLst>
                  <a:ext uri="{0D108BD9-81ED-4DB2-BD59-A6C34878D82A}">
                    <a16:rowId xmlns:a16="http://schemas.microsoft.com/office/drawing/2014/main" val="2887758253"/>
                  </a:ext>
                </a:extLst>
              </a:tr>
              <a:tr h="459893">
                <a:tc>
                  <a:txBody>
                    <a:bodyPr/>
                    <a:lstStyle/>
                    <a:p>
                      <a:r>
                        <a:rPr lang="en-GB" sz="1200"/>
                        <a:t>PD8: Detailed Dependency Tracker</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Internal and External Dependencies detailed with dates and deliverables agreed with each of the related parties.</a:t>
                      </a:r>
                    </a:p>
                  </a:txBody>
                  <a:tcP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1722306551"/>
                  </a:ext>
                </a:extLst>
              </a:tr>
              <a:tr h="459893">
                <a:tc>
                  <a:txBody>
                    <a:bodyPr/>
                    <a:lstStyle/>
                    <a:p>
                      <a:r>
                        <a:rPr lang="en-GB" sz="1200"/>
                        <a:t>PD9: Functional &amp; Technical Principals</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latin typeface="+mn-lt"/>
                          <a:ea typeface="+mn-ea"/>
                          <a:cs typeface="+mn-cs"/>
                        </a:rPr>
                        <a:t>Functional and Technical Design principles documented. </a:t>
                      </a:r>
                    </a:p>
                  </a:txBody>
                  <a:tcP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632069045"/>
                  </a:ext>
                </a:extLst>
              </a:tr>
              <a:tr h="1011764">
                <a:tc>
                  <a:txBody>
                    <a:bodyPr/>
                    <a:lstStyle/>
                    <a:p>
                      <a:r>
                        <a:rPr lang="en-GB" sz="1200" dirty="0"/>
                        <a:t>PD10: GPAS Test Strategy</a:t>
                      </a:r>
                      <a:endParaRPr lang="en-GB" sz="12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High level scope of key test phases, gates and entry/exit criteria; view of resourcing. Input into Definition of Done (DoD) including acceptance criteria, automation definition. Definition of the GPAS  environment requirements and when they will be required by to meet the timelines. </a:t>
                      </a:r>
                      <a:endParaRPr lang="en-IN" sz="1200" kern="1200">
                        <a:solidFill>
                          <a:schemeClr val="dk1"/>
                        </a:solidFill>
                        <a:latin typeface="+mn-lt"/>
                        <a:ea typeface="+mn-ea"/>
                        <a:cs typeface="+mn-cs"/>
                      </a:endParaRPr>
                    </a:p>
                  </a:txBody>
                  <a:tcPr/>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3312199651"/>
                  </a:ext>
                </a:extLst>
              </a:tr>
              <a:tr h="551871">
                <a:tc>
                  <a:txBody>
                    <a:bodyPr/>
                    <a:lstStyle/>
                    <a:p>
                      <a:r>
                        <a:rPr lang="en-GB" sz="1200"/>
                        <a:t>PD11: Product Set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Rationalised product set for foundation release</a:t>
                      </a:r>
                      <a:endParaRPr lang="en-IN" sz="1200" kern="1200">
                        <a:solidFill>
                          <a:schemeClr val="dk1"/>
                        </a:solidFill>
                        <a:latin typeface="+mn-lt"/>
                        <a:ea typeface="+mn-ea"/>
                        <a:cs typeface="+mn-cs"/>
                      </a:endParaRPr>
                    </a:p>
                    <a:p>
                      <a:pPr marL="0" algn="l" defTabSz="914400" rtl="0" eaLnBrk="1" latinLnBrk="0" hangingPunct="1"/>
                      <a:r>
                        <a:rPr lang="en-GB" sz="1200" kern="1200">
                          <a:solidFill>
                            <a:schemeClr val="dk1"/>
                          </a:solidFill>
                          <a:latin typeface="+mn-lt"/>
                          <a:ea typeface="+mn-ea"/>
                          <a:cs typeface="+mn-cs"/>
                        </a:rPr>
                        <a:t>Identification of any products requiring further analysis and key decision papers where necessary.</a:t>
                      </a:r>
                      <a:endParaRPr lang="en-IN" sz="1200" kern="1200">
                        <a:solidFill>
                          <a:schemeClr val="dk1"/>
                        </a:solidFill>
                        <a:latin typeface="+mn-lt"/>
                        <a:ea typeface="+mn-ea"/>
                        <a:cs typeface="+mn-cs"/>
                      </a:endParaRPr>
                    </a:p>
                  </a:txBody>
                  <a:tcPr marL="68580" marR="68580" marT="0" marB="0"/>
                </a:tc>
                <a:tc>
                  <a:txBody>
                    <a:bodyPr/>
                    <a:lstStyle/>
                    <a:p>
                      <a:pPr lvl="0" algn="ctr">
                        <a:buNone/>
                      </a:pPr>
                      <a:r>
                        <a:rPr lang="en-GB" sz="1200" dirty="0">
                          <a:latin typeface="Calibri"/>
                          <a:cs typeface="Calibri"/>
                        </a:rPr>
                        <a:t>TBD</a:t>
                      </a:r>
                    </a:p>
                  </a:txBody>
                  <a:tcPr/>
                </a:tc>
                <a:tc>
                  <a:txBody>
                    <a:bodyPr/>
                    <a:lstStyle/>
                    <a:p>
                      <a:pPr lvl="0" algn="ctr">
                        <a:buNone/>
                      </a:pPr>
                      <a:r>
                        <a:rPr lang="en-GB" sz="1200" dirty="0">
                          <a:latin typeface="Calibri"/>
                          <a:cs typeface="Calibri"/>
                        </a:rPr>
                        <a:t>TBD</a:t>
                      </a:r>
                    </a:p>
                  </a:txBody>
                  <a:tcPr/>
                </a:tc>
                <a:extLst>
                  <a:ext uri="{0D108BD9-81ED-4DB2-BD59-A6C34878D82A}">
                    <a16:rowId xmlns:a16="http://schemas.microsoft.com/office/drawing/2014/main" val="3447769189"/>
                  </a:ext>
                </a:extLst>
              </a:tr>
            </a:tbl>
          </a:graphicData>
        </a:graphic>
      </p:graphicFrame>
    </p:spTree>
    <p:extLst>
      <p:ext uri="{BB962C8B-B14F-4D97-AF65-F5344CB8AC3E}">
        <p14:creationId xmlns:p14="http://schemas.microsoft.com/office/powerpoint/2010/main" val="1414742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4664" y="-27541"/>
            <a:ext cx="10164537" cy="528219"/>
          </a:xfrm>
        </p:spPr>
        <p:txBody>
          <a:bodyPr/>
          <a:lstStyle/>
          <a:p>
            <a:r>
              <a:rPr lang="en-US" sz="1600" dirty="0"/>
              <a:t>Teams for inception and Beyond…</a:t>
            </a:r>
            <a:endParaRPr lang="en-GB" sz="1600" dirty="0"/>
          </a:p>
        </p:txBody>
      </p:sp>
      <p:sp>
        <p:nvSpPr>
          <p:cNvPr id="7" name="Signalisation droite 22">
            <a:extLst>
              <a:ext uri="{FF2B5EF4-FFF2-40B4-BE49-F238E27FC236}">
                <a16:creationId xmlns:a16="http://schemas.microsoft.com/office/drawing/2014/main" id="{CF482E92-8843-4B1E-9460-85D780F726E7}"/>
              </a:ext>
            </a:extLst>
          </p:cNvPr>
          <p:cNvSpPr/>
          <p:nvPr/>
        </p:nvSpPr>
        <p:spPr>
          <a:xfrm>
            <a:off x="355401" y="3462666"/>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dirty="0">
                <a:solidFill>
                  <a:schemeClr val="accent1">
                    <a:lumMod val="50000"/>
                  </a:schemeClr>
                </a:solidFill>
                <a:latin typeface="Ubuntu" panose="020B0504030602030204" pitchFamily="34" charset="0"/>
              </a:rPr>
              <a:t>Architects</a:t>
            </a:r>
          </a:p>
        </p:txBody>
      </p:sp>
      <p:sp>
        <p:nvSpPr>
          <p:cNvPr id="8" name="Signalisation droite 23">
            <a:extLst>
              <a:ext uri="{FF2B5EF4-FFF2-40B4-BE49-F238E27FC236}">
                <a16:creationId xmlns:a16="http://schemas.microsoft.com/office/drawing/2014/main" id="{D2143455-0E20-4682-A2DF-1F58AC4B1135}"/>
              </a:ext>
            </a:extLst>
          </p:cNvPr>
          <p:cNvSpPr/>
          <p:nvPr/>
        </p:nvSpPr>
        <p:spPr>
          <a:xfrm>
            <a:off x="355401" y="4302744"/>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a:solidFill>
                  <a:schemeClr val="accent1">
                    <a:lumMod val="50000"/>
                  </a:schemeClr>
                </a:solidFill>
                <a:latin typeface="Ubuntu" panose="020B0504030602030204" pitchFamily="34" charset="0"/>
              </a:rPr>
              <a:t>Technical Leads</a:t>
            </a:r>
          </a:p>
        </p:txBody>
      </p:sp>
      <p:sp>
        <p:nvSpPr>
          <p:cNvPr id="9" name="Signalisation droite 24">
            <a:extLst>
              <a:ext uri="{FF2B5EF4-FFF2-40B4-BE49-F238E27FC236}">
                <a16:creationId xmlns:a16="http://schemas.microsoft.com/office/drawing/2014/main" id="{C1937554-0865-4E7F-8D99-F7B08ABAFA6F}"/>
              </a:ext>
            </a:extLst>
          </p:cNvPr>
          <p:cNvSpPr/>
          <p:nvPr/>
        </p:nvSpPr>
        <p:spPr>
          <a:xfrm>
            <a:off x="355394" y="1376874"/>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dirty="0">
                <a:solidFill>
                  <a:schemeClr val="accent1">
                    <a:lumMod val="50000"/>
                  </a:schemeClr>
                </a:solidFill>
                <a:latin typeface="Ubuntu"/>
              </a:rPr>
              <a:t>Delivery Leads</a:t>
            </a:r>
          </a:p>
        </p:txBody>
      </p:sp>
      <p:sp>
        <p:nvSpPr>
          <p:cNvPr id="10" name="Signalisation droite 25">
            <a:extLst>
              <a:ext uri="{FF2B5EF4-FFF2-40B4-BE49-F238E27FC236}">
                <a16:creationId xmlns:a16="http://schemas.microsoft.com/office/drawing/2014/main" id="{FEE61689-EBDC-4DD7-8E85-3EDAE8A91A48}"/>
              </a:ext>
            </a:extLst>
          </p:cNvPr>
          <p:cNvSpPr/>
          <p:nvPr/>
        </p:nvSpPr>
        <p:spPr>
          <a:xfrm>
            <a:off x="355401" y="1835086"/>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050" b="1">
                <a:solidFill>
                  <a:schemeClr val="accent1">
                    <a:lumMod val="50000"/>
                  </a:schemeClr>
                </a:solidFill>
                <a:latin typeface="Ubuntu" panose="020B0504030602030204" pitchFamily="34" charset="0"/>
              </a:rPr>
              <a:t>Product Owner</a:t>
            </a:r>
          </a:p>
        </p:txBody>
      </p:sp>
      <p:sp>
        <p:nvSpPr>
          <p:cNvPr id="13" name="Signalisation droite 26">
            <a:extLst>
              <a:ext uri="{FF2B5EF4-FFF2-40B4-BE49-F238E27FC236}">
                <a16:creationId xmlns:a16="http://schemas.microsoft.com/office/drawing/2014/main" id="{95FBCEB3-4ABC-4E9E-BA08-C48578BAB9FD}"/>
              </a:ext>
            </a:extLst>
          </p:cNvPr>
          <p:cNvSpPr/>
          <p:nvPr/>
        </p:nvSpPr>
        <p:spPr>
          <a:xfrm>
            <a:off x="355401" y="4708920"/>
            <a:ext cx="2172439" cy="346521"/>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a:solidFill>
                  <a:schemeClr val="accent1">
                    <a:lumMod val="50000"/>
                  </a:schemeClr>
                </a:solidFill>
                <a:latin typeface="Ubuntu" panose="020B0504030602030204" pitchFamily="34" charset="0"/>
              </a:rPr>
              <a:t>Test Manager</a:t>
            </a:r>
          </a:p>
        </p:txBody>
      </p:sp>
      <p:sp>
        <p:nvSpPr>
          <p:cNvPr id="18" name="Rectangle: Rounded Corners 17">
            <a:extLst>
              <a:ext uri="{FF2B5EF4-FFF2-40B4-BE49-F238E27FC236}">
                <a16:creationId xmlns:a16="http://schemas.microsoft.com/office/drawing/2014/main" id="{571B77EA-D609-72E9-E7C1-18DC17A1913C}"/>
              </a:ext>
            </a:extLst>
          </p:cNvPr>
          <p:cNvSpPr/>
          <p:nvPr/>
        </p:nvSpPr>
        <p:spPr>
          <a:xfrm>
            <a:off x="2956366" y="3467213"/>
            <a:ext cx="1632258" cy="29741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Brett Fabian-Smith</a:t>
            </a:r>
          </a:p>
        </p:txBody>
      </p:sp>
      <p:sp>
        <p:nvSpPr>
          <p:cNvPr id="24" name="Rectangle: Rounded Corners 23">
            <a:extLst>
              <a:ext uri="{FF2B5EF4-FFF2-40B4-BE49-F238E27FC236}">
                <a16:creationId xmlns:a16="http://schemas.microsoft.com/office/drawing/2014/main" id="{955E6E69-29C1-1718-D72A-5AE79009A804}"/>
              </a:ext>
            </a:extLst>
          </p:cNvPr>
          <p:cNvSpPr/>
          <p:nvPr/>
        </p:nvSpPr>
        <p:spPr>
          <a:xfrm>
            <a:off x="2961226" y="4309545"/>
            <a:ext cx="2175707" cy="3270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Vamshi Chennamadhavuni</a:t>
            </a:r>
          </a:p>
          <a:p>
            <a:pPr algn="ctr"/>
            <a:r>
              <a:rPr lang="en-IN" sz="850" dirty="0">
                <a:solidFill>
                  <a:schemeClr val="bg1"/>
                </a:solidFill>
              </a:rPr>
              <a:t>(Guidewire)</a:t>
            </a:r>
          </a:p>
        </p:txBody>
      </p:sp>
      <p:sp>
        <p:nvSpPr>
          <p:cNvPr id="25" name="Rectangle: Rounded Corners 24">
            <a:extLst>
              <a:ext uri="{FF2B5EF4-FFF2-40B4-BE49-F238E27FC236}">
                <a16:creationId xmlns:a16="http://schemas.microsoft.com/office/drawing/2014/main" id="{D41F7F17-E643-06F5-2DCE-DAA285B8B81F}"/>
              </a:ext>
            </a:extLst>
          </p:cNvPr>
          <p:cNvSpPr/>
          <p:nvPr/>
        </p:nvSpPr>
        <p:spPr>
          <a:xfrm>
            <a:off x="2968589" y="4720871"/>
            <a:ext cx="3510929" cy="29726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err="1">
                <a:solidFill>
                  <a:schemeClr val="bg1"/>
                </a:solidFill>
              </a:rPr>
              <a:t>SivaramaKrishna</a:t>
            </a:r>
            <a:r>
              <a:rPr lang="en-IN" sz="950" dirty="0">
                <a:solidFill>
                  <a:schemeClr val="bg1"/>
                </a:solidFill>
              </a:rPr>
              <a:t> Narayanan</a:t>
            </a:r>
            <a:endParaRPr lang="en-US" sz="950" dirty="0">
              <a:solidFill>
                <a:schemeClr val="bg1"/>
              </a:solidFill>
            </a:endParaRPr>
          </a:p>
        </p:txBody>
      </p:sp>
      <p:sp>
        <p:nvSpPr>
          <p:cNvPr id="27" name="Rectangle: Rounded Corners 26">
            <a:extLst>
              <a:ext uri="{FF2B5EF4-FFF2-40B4-BE49-F238E27FC236}">
                <a16:creationId xmlns:a16="http://schemas.microsoft.com/office/drawing/2014/main" id="{037FD3AD-AAD4-B517-A34E-059E0882B174}"/>
              </a:ext>
            </a:extLst>
          </p:cNvPr>
          <p:cNvSpPr/>
          <p:nvPr/>
        </p:nvSpPr>
        <p:spPr>
          <a:xfrm>
            <a:off x="7027960" y="1367004"/>
            <a:ext cx="1666330" cy="30028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Athik Miah</a:t>
            </a:r>
          </a:p>
          <a:p>
            <a:pPr algn="ctr"/>
            <a:r>
              <a:rPr lang="en-IN" sz="850" dirty="0">
                <a:solidFill>
                  <a:schemeClr val="bg1"/>
                </a:solidFill>
              </a:rPr>
              <a:t>(Billing)</a:t>
            </a:r>
          </a:p>
        </p:txBody>
      </p:sp>
      <p:sp>
        <p:nvSpPr>
          <p:cNvPr id="31" name="Rectangle: Rounded Corners 30">
            <a:extLst>
              <a:ext uri="{FF2B5EF4-FFF2-40B4-BE49-F238E27FC236}">
                <a16:creationId xmlns:a16="http://schemas.microsoft.com/office/drawing/2014/main" id="{AEF0F270-8715-80BD-8234-1A25BB77CD8A}"/>
              </a:ext>
            </a:extLst>
          </p:cNvPr>
          <p:cNvSpPr/>
          <p:nvPr/>
        </p:nvSpPr>
        <p:spPr>
          <a:xfrm>
            <a:off x="6156575" y="3468794"/>
            <a:ext cx="1425312"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Dean Johnston</a:t>
            </a:r>
          </a:p>
          <a:p>
            <a:pPr algn="ctr"/>
            <a:r>
              <a:rPr lang="en-IN" sz="800" dirty="0">
                <a:solidFill>
                  <a:schemeClr val="bg1"/>
                </a:solidFill>
              </a:rPr>
              <a:t>(Enterprise Architect)</a:t>
            </a:r>
          </a:p>
        </p:txBody>
      </p:sp>
      <p:sp>
        <p:nvSpPr>
          <p:cNvPr id="33" name="Rectangle: Rounded Corners 32">
            <a:extLst>
              <a:ext uri="{FF2B5EF4-FFF2-40B4-BE49-F238E27FC236}">
                <a16:creationId xmlns:a16="http://schemas.microsoft.com/office/drawing/2014/main" id="{A3F475C5-907D-6532-8579-331CF8BAE291}"/>
              </a:ext>
            </a:extLst>
          </p:cNvPr>
          <p:cNvSpPr/>
          <p:nvPr/>
        </p:nvSpPr>
        <p:spPr>
          <a:xfrm>
            <a:off x="6784015" y="4729960"/>
            <a:ext cx="3250237" cy="289301"/>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TBD (from Hexaware)</a:t>
            </a:r>
          </a:p>
        </p:txBody>
      </p:sp>
      <p:sp>
        <p:nvSpPr>
          <p:cNvPr id="37" name="Rectangle: Rounded Corners 36">
            <a:extLst>
              <a:ext uri="{FF2B5EF4-FFF2-40B4-BE49-F238E27FC236}">
                <a16:creationId xmlns:a16="http://schemas.microsoft.com/office/drawing/2014/main" id="{BF0DF6CC-3BE1-2648-3B74-57113A199020}"/>
              </a:ext>
            </a:extLst>
          </p:cNvPr>
          <p:cNvSpPr/>
          <p:nvPr/>
        </p:nvSpPr>
        <p:spPr>
          <a:xfrm>
            <a:off x="8823177" y="1370693"/>
            <a:ext cx="1925434" cy="289301"/>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Stephen Payne</a:t>
            </a:r>
          </a:p>
        </p:txBody>
      </p:sp>
      <p:sp>
        <p:nvSpPr>
          <p:cNvPr id="40" name="Rectangle: Rounded Corners 39">
            <a:extLst>
              <a:ext uri="{FF2B5EF4-FFF2-40B4-BE49-F238E27FC236}">
                <a16:creationId xmlns:a16="http://schemas.microsoft.com/office/drawing/2014/main" id="{352D14A1-BAC8-8576-C1DC-F9C4DD35CBBE}"/>
              </a:ext>
            </a:extLst>
          </p:cNvPr>
          <p:cNvSpPr/>
          <p:nvPr/>
        </p:nvSpPr>
        <p:spPr>
          <a:xfrm>
            <a:off x="7697678" y="3457123"/>
            <a:ext cx="1425312"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Matt Reynolds</a:t>
            </a:r>
          </a:p>
          <a:p>
            <a:pPr algn="ctr"/>
            <a:r>
              <a:rPr lang="en-IN" sz="800" dirty="0">
                <a:solidFill>
                  <a:schemeClr val="bg1"/>
                </a:solidFill>
              </a:rPr>
              <a:t>(Business Architect)</a:t>
            </a:r>
          </a:p>
        </p:txBody>
      </p:sp>
      <p:sp>
        <p:nvSpPr>
          <p:cNvPr id="42" name="Rectangle: Rounded Corners 41">
            <a:extLst>
              <a:ext uri="{FF2B5EF4-FFF2-40B4-BE49-F238E27FC236}">
                <a16:creationId xmlns:a16="http://schemas.microsoft.com/office/drawing/2014/main" id="{19ED339B-7A18-7B10-E72E-B41146A09498}"/>
              </a:ext>
            </a:extLst>
          </p:cNvPr>
          <p:cNvSpPr/>
          <p:nvPr/>
        </p:nvSpPr>
        <p:spPr>
          <a:xfrm>
            <a:off x="7050687" y="4284210"/>
            <a:ext cx="1405746" cy="33626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Gourab Marik</a:t>
            </a:r>
          </a:p>
          <a:p>
            <a:pPr algn="ctr"/>
            <a:r>
              <a:rPr lang="en-IN" sz="850" dirty="0">
                <a:solidFill>
                  <a:schemeClr val="bg1"/>
                </a:solidFill>
              </a:rPr>
              <a:t>(Integration)</a:t>
            </a:r>
          </a:p>
        </p:txBody>
      </p:sp>
      <p:sp>
        <p:nvSpPr>
          <p:cNvPr id="43" name="Rectangle: Rounded Corners 42">
            <a:extLst>
              <a:ext uri="{FF2B5EF4-FFF2-40B4-BE49-F238E27FC236}">
                <a16:creationId xmlns:a16="http://schemas.microsoft.com/office/drawing/2014/main" id="{E8A31937-0281-AB06-CD23-C92E28045440}"/>
              </a:ext>
            </a:extLst>
          </p:cNvPr>
          <p:cNvSpPr/>
          <p:nvPr/>
        </p:nvSpPr>
        <p:spPr>
          <a:xfrm>
            <a:off x="8608466" y="4276966"/>
            <a:ext cx="1425786" cy="3270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Balaji KV</a:t>
            </a:r>
          </a:p>
          <a:p>
            <a:pPr algn="ctr"/>
            <a:r>
              <a:rPr lang="en-IN" sz="850" dirty="0">
                <a:solidFill>
                  <a:schemeClr val="bg1"/>
                </a:solidFill>
              </a:rPr>
              <a:t>(Billing)</a:t>
            </a:r>
          </a:p>
        </p:txBody>
      </p:sp>
      <p:sp>
        <p:nvSpPr>
          <p:cNvPr id="45" name="Signalisation droite 24">
            <a:extLst>
              <a:ext uri="{FF2B5EF4-FFF2-40B4-BE49-F238E27FC236}">
                <a16:creationId xmlns:a16="http://schemas.microsoft.com/office/drawing/2014/main" id="{F90EC28B-1E07-0F7A-F0F6-57BE81225AA2}"/>
              </a:ext>
            </a:extLst>
          </p:cNvPr>
          <p:cNvSpPr/>
          <p:nvPr/>
        </p:nvSpPr>
        <p:spPr>
          <a:xfrm>
            <a:off x="355394" y="962332"/>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defRPr/>
            </a:pPr>
            <a:r>
              <a:rPr lang="en-US" sz="1050" b="1" dirty="0">
                <a:solidFill>
                  <a:schemeClr val="accent1">
                    <a:lumMod val="50000"/>
                  </a:schemeClr>
                </a:solidFill>
                <a:latin typeface="Ubuntu"/>
              </a:rPr>
              <a:t>Programme Directors</a:t>
            </a:r>
            <a:endParaRPr lang="en-US" sz="1050" b="1" dirty="0">
              <a:solidFill>
                <a:schemeClr val="accent1">
                  <a:lumMod val="50000"/>
                </a:schemeClr>
              </a:solidFill>
              <a:latin typeface="Ubuntu" panose="020B0504030602030204" pitchFamily="34" charset="0"/>
            </a:endParaRPr>
          </a:p>
        </p:txBody>
      </p:sp>
      <p:sp>
        <p:nvSpPr>
          <p:cNvPr id="46" name="Rectangle: Rounded Corners 45">
            <a:extLst>
              <a:ext uri="{FF2B5EF4-FFF2-40B4-BE49-F238E27FC236}">
                <a16:creationId xmlns:a16="http://schemas.microsoft.com/office/drawing/2014/main" id="{29E3ED98-0A5D-ACDF-C52F-5C788B3262F4}"/>
              </a:ext>
            </a:extLst>
          </p:cNvPr>
          <p:cNvSpPr/>
          <p:nvPr/>
        </p:nvSpPr>
        <p:spPr>
          <a:xfrm>
            <a:off x="2958784" y="963325"/>
            <a:ext cx="3573497" cy="30550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a:solidFill>
                  <a:schemeClr val="bg1"/>
                </a:solidFill>
              </a:rPr>
              <a:t>Max Cartwright</a:t>
            </a:r>
            <a:endParaRPr lang="en-US" sz="950"/>
          </a:p>
        </p:txBody>
      </p:sp>
      <p:sp>
        <p:nvSpPr>
          <p:cNvPr id="47" name="Rectangle: Rounded Corners 46">
            <a:extLst>
              <a:ext uri="{FF2B5EF4-FFF2-40B4-BE49-F238E27FC236}">
                <a16:creationId xmlns:a16="http://schemas.microsoft.com/office/drawing/2014/main" id="{C1FD1D2F-8602-F2F1-0EF8-F3A5E2C835B3}"/>
              </a:ext>
            </a:extLst>
          </p:cNvPr>
          <p:cNvSpPr/>
          <p:nvPr/>
        </p:nvSpPr>
        <p:spPr>
          <a:xfrm>
            <a:off x="6627861" y="961686"/>
            <a:ext cx="3250237" cy="314152"/>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Warren Pilkington</a:t>
            </a:r>
          </a:p>
        </p:txBody>
      </p:sp>
      <p:sp>
        <p:nvSpPr>
          <p:cNvPr id="48" name="Rectangle: Rounded Corners 47">
            <a:extLst>
              <a:ext uri="{FF2B5EF4-FFF2-40B4-BE49-F238E27FC236}">
                <a16:creationId xmlns:a16="http://schemas.microsoft.com/office/drawing/2014/main" id="{DBBD1BD3-AEB4-3796-CD10-3E64FE8AEC55}"/>
              </a:ext>
            </a:extLst>
          </p:cNvPr>
          <p:cNvSpPr/>
          <p:nvPr/>
        </p:nvSpPr>
        <p:spPr>
          <a:xfrm>
            <a:off x="2965274" y="1349516"/>
            <a:ext cx="2113454" cy="32491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Ananda Arasu </a:t>
            </a:r>
            <a:r>
              <a:rPr lang="en-IN" sz="950" dirty="0">
                <a:solidFill>
                  <a:schemeClr val="bg1"/>
                </a:solidFill>
              </a:rPr>
              <a:t>Ponnaiah</a:t>
            </a:r>
          </a:p>
          <a:p>
            <a:pPr algn="ctr"/>
            <a:r>
              <a:rPr lang="en-IN" sz="800" dirty="0">
                <a:solidFill>
                  <a:schemeClr val="bg1"/>
                </a:solidFill>
              </a:rPr>
              <a:t>(UK)</a:t>
            </a:r>
          </a:p>
        </p:txBody>
      </p:sp>
      <p:sp>
        <p:nvSpPr>
          <p:cNvPr id="49" name="Rectangle: Rounded Corners 48">
            <a:extLst>
              <a:ext uri="{FF2B5EF4-FFF2-40B4-BE49-F238E27FC236}">
                <a16:creationId xmlns:a16="http://schemas.microsoft.com/office/drawing/2014/main" id="{4D207688-39E6-D5AF-EA8F-22F7187A7A77}"/>
              </a:ext>
            </a:extLst>
          </p:cNvPr>
          <p:cNvSpPr/>
          <p:nvPr/>
        </p:nvSpPr>
        <p:spPr>
          <a:xfrm>
            <a:off x="5228110" y="1367511"/>
            <a:ext cx="1666330" cy="3141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Natraj </a:t>
            </a:r>
            <a:r>
              <a:rPr lang="en-IN" sz="950" dirty="0">
                <a:solidFill>
                  <a:schemeClr val="bg1"/>
                </a:solidFill>
              </a:rPr>
              <a:t>Gudla</a:t>
            </a:r>
          </a:p>
          <a:p>
            <a:pPr algn="ctr"/>
            <a:r>
              <a:rPr lang="en-IN" sz="800" dirty="0">
                <a:solidFill>
                  <a:schemeClr val="bg1"/>
                </a:solidFill>
              </a:rPr>
              <a:t>(India)</a:t>
            </a:r>
          </a:p>
        </p:txBody>
      </p:sp>
      <p:sp>
        <p:nvSpPr>
          <p:cNvPr id="51" name="Signalisation droite 26">
            <a:extLst>
              <a:ext uri="{FF2B5EF4-FFF2-40B4-BE49-F238E27FC236}">
                <a16:creationId xmlns:a16="http://schemas.microsoft.com/office/drawing/2014/main" id="{DEEC0034-B3D3-273D-2EAA-CA6ABA791932}"/>
              </a:ext>
            </a:extLst>
          </p:cNvPr>
          <p:cNvSpPr/>
          <p:nvPr/>
        </p:nvSpPr>
        <p:spPr>
          <a:xfrm>
            <a:off x="355401" y="5135733"/>
            <a:ext cx="2172439" cy="346521"/>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a:solidFill>
                  <a:schemeClr val="accent1">
                    <a:lumMod val="50000"/>
                  </a:schemeClr>
                </a:solidFill>
                <a:latin typeface="Ubuntu" panose="020B0504030602030204" pitchFamily="34" charset="0"/>
              </a:rPr>
              <a:t>Product Rationalization</a:t>
            </a:r>
          </a:p>
        </p:txBody>
      </p:sp>
      <p:sp>
        <p:nvSpPr>
          <p:cNvPr id="54" name="Signalisation droite 25">
            <a:extLst>
              <a:ext uri="{FF2B5EF4-FFF2-40B4-BE49-F238E27FC236}">
                <a16:creationId xmlns:a16="http://schemas.microsoft.com/office/drawing/2014/main" id="{E71E1F2D-6EDC-DCFD-7472-49C20451C5CE}"/>
              </a:ext>
            </a:extLst>
          </p:cNvPr>
          <p:cNvSpPr/>
          <p:nvPr/>
        </p:nvSpPr>
        <p:spPr>
          <a:xfrm>
            <a:off x="355401" y="556164"/>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050" b="1" dirty="0">
                <a:solidFill>
                  <a:schemeClr val="accent1">
                    <a:lumMod val="50000"/>
                  </a:schemeClr>
                </a:solidFill>
                <a:latin typeface="Ubuntu"/>
              </a:rPr>
              <a:t>Business Sponsors / Delivery Exec</a:t>
            </a:r>
            <a:endParaRPr lang="en-US" sz="1050" b="1" dirty="0">
              <a:solidFill>
                <a:schemeClr val="accent1">
                  <a:lumMod val="50000"/>
                </a:schemeClr>
              </a:solidFill>
              <a:latin typeface="Ubuntu" panose="020B0504030602030204" pitchFamily="34" charset="0"/>
            </a:endParaRPr>
          </a:p>
        </p:txBody>
      </p:sp>
      <p:sp>
        <p:nvSpPr>
          <p:cNvPr id="55" name="Rectangle: Rounded Corners 54">
            <a:extLst>
              <a:ext uri="{FF2B5EF4-FFF2-40B4-BE49-F238E27FC236}">
                <a16:creationId xmlns:a16="http://schemas.microsoft.com/office/drawing/2014/main" id="{14133841-23B0-214F-D90C-3566F5697992}"/>
              </a:ext>
            </a:extLst>
          </p:cNvPr>
          <p:cNvSpPr/>
          <p:nvPr/>
        </p:nvSpPr>
        <p:spPr>
          <a:xfrm>
            <a:off x="4955608" y="583528"/>
            <a:ext cx="1838346" cy="318989"/>
          </a:xfrm>
          <a:prstGeom prst="roundRect">
            <a:avLst/>
          </a:prstGeom>
          <a:solidFill>
            <a:srgbClr val="FF66CC"/>
          </a:solidFill>
          <a:ln w="12700" cap="flat" cmpd="sng" algn="ctr">
            <a:solidFill>
              <a:srgbClr val="FFFFFF">
                <a:hueOff val="0"/>
                <a:satOff val="0"/>
                <a:lumOff val="0"/>
                <a:alphaOff val="0"/>
              </a:srgbClr>
            </a:solidFill>
            <a:prstDash val="solid"/>
            <a:miter lim="800000"/>
          </a:ln>
          <a:effectLst/>
        </p:spPr>
        <p:txBody>
          <a:bodyPr rtlCol="0" anchor="ctr"/>
          <a:lstStyle/>
          <a:p>
            <a:pPr algn="ctr"/>
            <a:r>
              <a:rPr lang="en-IN" sz="950" dirty="0" err="1">
                <a:solidFill>
                  <a:schemeClr val="bg1"/>
                </a:solidFill>
              </a:rPr>
              <a:t>Vanesssa</a:t>
            </a:r>
            <a:r>
              <a:rPr lang="en-IN" sz="950" dirty="0">
                <a:solidFill>
                  <a:schemeClr val="bg1"/>
                </a:solidFill>
              </a:rPr>
              <a:t> Ortega</a:t>
            </a:r>
          </a:p>
        </p:txBody>
      </p:sp>
      <p:sp>
        <p:nvSpPr>
          <p:cNvPr id="56" name="Signalisation droite 26">
            <a:extLst>
              <a:ext uri="{FF2B5EF4-FFF2-40B4-BE49-F238E27FC236}">
                <a16:creationId xmlns:a16="http://schemas.microsoft.com/office/drawing/2014/main" id="{5A0D705D-0922-C500-DCCF-A70855A706D0}"/>
              </a:ext>
            </a:extLst>
          </p:cNvPr>
          <p:cNvSpPr/>
          <p:nvPr/>
        </p:nvSpPr>
        <p:spPr>
          <a:xfrm>
            <a:off x="363792" y="5974973"/>
            <a:ext cx="2158254" cy="32819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dirty="0">
                <a:solidFill>
                  <a:schemeClr val="accent1">
                    <a:lumMod val="50000"/>
                  </a:schemeClr>
                </a:solidFill>
                <a:latin typeface="Ubuntu" panose="020B0504030602030204" pitchFamily="34" charset="0"/>
              </a:rPr>
              <a:t>Procurement</a:t>
            </a:r>
          </a:p>
        </p:txBody>
      </p:sp>
      <p:sp>
        <p:nvSpPr>
          <p:cNvPr id="57" name="Rectangle: Rounded Corners 56">
            <a:extLst>
              <a:ext uri="{FF2B5EF4-FFF2-40B4-BE49-F238E27FC236}">
                <a16:creationId xmlns:a16="http://schemas.microsoft.com/office/drawing/2014/main" id="{FA9B77D7-CB12-72E7-9C39-15642DAD2A8B}"/>
              </a:ext>
            </a:extLst>
          </p:cNvPr>
          <p:cNvSpPr/>
          <p:nvPr/>
        </p:nvSpPr>
        <p:spPr>
          <a:xfrm>
            <a:off x="2947208" y="5984358"/>
            <a:ext cx="3573498" cy="33030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a:solidFill>
                  <a:schemeClr val="bg1"/>
                </a:solidFill>
              </a:rPr>
              <a:t>Ian Craney</a:t>
            </a:r>
          </a:p>
        </p:txBody>
      </p:sp>
      <p:sp>
        <p:nvSpPr>
          <p:cNvPr id="58" name="Rectangle: Rounded Corners 57">
            <a:extLst>
              <a:ext uri="{FF2B5EF4-FFF2-40B4-BE49-F238E27FC236}">
                <a16:creationId xmlns:a16="http://schemas.microsoft.com/office/drawing/2014/main" id="{476F6A9E-1225-F31F-CC6D-DF0BCC19D373}"/>
              </a:ext>
            </a:extLst>
          </p:cNvPr>
          <p:cNvSpPr/>
          <p:nvPr/>
        </p:nvSpPr>
        <p:spPr>
          <a:xfrm>
            <a:off x="6757068" y="5979128"/>
            <a:ext cx="3250237"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a:solidFill>
                  <a:schemeClr val="bg1"/>
                </a:solidFill>
              </a:rPr>
              <a:t>Ben </a:t>
            </a:r>
            <a:r>
              <a:rPr lang="en-IN" sz="950" err="1">
                <a:solidFill>
                  <a:schemeClr val="bg1"/>
                </a:solidFill>
              </a:rPr>
              <a:t>Lowles</a:t>
            </a:r>
          </a:p>
        </p:txBody>
      </p:sp>
      <p:sp>
        <p:nvSpPr>
          <p:cNvPr id="60" name="Rectangle: Rounded Corners 59">
            <a:extLst>
              <a:ext uri="{FF2B5EF4-FFF2-40B4-BE49-F238E27FC236}">
                <a16:creationId xmlns:a16="http://schemas.microsoft.com/office/drawing/2014/main" id="{1908A986-EA3E-EC36-BB95-059E12FB0A7C}"/>
              </a:ext>
            </a:extLst>
          </p:cNvPr>
          <p:cNvSpPr/>
          <p:nvPr/>
        </p:nvSpPr>
        <p:spPr>
          <a:xfrm>
            <a:off x="2958856" y="1801292"/>
            <a:ext cx="1416521"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Abby Vredenburg</a:t>
            </a:r>
          </a:p>
          <a:p>
            <a:pPr algn="ctr"/>
            <a:r>
              <a:rPr lang="en-IN" sz="850" dirty="0">
                <a:solidFill>
                  <a:schemeClr val="bg1"/>
                </a:solidFill>
              </a:rPr>
              <a:t>(Business Process)</a:t>
            </a:r>
          </a:p>
        </p:txBody>
      </p:sp>
      <p:sp>
        <p:nvSpPr>
          <p:cNvPr id="2" name="Rectangle: Rounded Corners 1">
            <a:extLst>
              <a:ext uri="{FF2B5EF4-FFF2-40B4-BE49-F238E27FC236}">
                <a16:creationId xmlns:a16="http://schemas.microsoft.com/office/drawing/2014/main" id="{C0CAE81E-CAC7-0C52-E2E4-6A9F71FAF871}"/>
              </a:ext>
            </a:extLst>
          </p:cNvPr>
          <p:cNvSpPr/>
          <p:nvPr/>
        </p:nvSpPr>
        <p:spPr>
          <a:xfrm>
            <a:off x="8028028" y="121186"/>
            <a:ext cx="1004124" cy="213217"/>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rPr>
              <a:t>Beazley</a:t>
            </a:r>
          </a:p>
        </p:txBody>
      </p:sp>
      <p:sp>
        <p:nvSpPr>
          <p:cNvPr id="5" name="Rectangle: Rounded Corners 4">
            <a:extLst>
              <a:ext uri="{FF2B5EF4-FFF2-40B4-BE49-F238E27FC236}">
                <a16:creationId xmlns:a16="http://schemas.microsoft.com/office/drawing/2014/main" id="{28929B99-8514-BD0D-C3FF-41DC0E1AB85A}"/>
              </a:ext>
            </a:extLst>
          </p:cNvPr>
          <p:cNvSpPr/>
          <p:nvPr/>
        </p:nvSpPr>
        <p:spPr>
          <a:xfrm>
            <a:off x="9101405" y="114200"/>
            <a:ext cx="1001282" cy="22020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rPr>
              <a:t>Capgemini</a:t>
            </a:r>
          </a:p>
        </p:txBody>
      </p:sp>
      <p:sp>
        <p:nvSpPr>
          <p:cNvPr id="6" name="Rectangle: Rounded Corners 5">
            <a:extLst>
              <a:ext uri="{FF2B5EF4-FFF2-40B4-BE49-F238E27FC236}">
                <a16:creationId xmlns:a16="http://schemas.microsoft.com/office/drawing/2014/main" id="{4075ED8A-5485-62F1-BBA6-2C62EAA06B1C}"/>
              </a:ext>
            </a:extLst>
          </p:cNvPr>
          <p:cNvSpPr/>
          <p:nvPr/>
        </p:nvSpPr>
        <p:spPr>
          <a:xfrm>
            <a:off x="2947357" y="578413"/>
            <a:ext cx="1972513" cy="3270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Barry Houston</a:t>
            </a:r>
          </a:p>
        </p:txBody>
      </p:sp>
      <p:sp>
        <p:nvSpPr>
          <p:cNvPr id="11" name="Rectangle: Rounded Corners 10">
            <a:extLst>
              <a:ext uri="{FF2B5EF4-FFF2-40B4-BE49-F238E27FC236}">
                <a16:creationId xmlns:a16="http://schemas.microsoft.com/office/drawing/2014/main" id="{873DABBF-ACC5-70E9-5C0E-7E29BF76981A}"/>
              </a:ext>
            </a:extLst>
          </p:cNvPr>
          <p:cNvSpPr/>
          <p:nvPr/>
        </p:nvSpPr>
        <p:spPr>
          <a:xfrm>
            <a:off x="6840879" y="593466"/>
            <a:ext cx="1925434" cy="302993"/>
          </a:xfrm>
          <a:prstGeom prst="roundRect">
            <a:avLst/>
          </a:prstGeom>
          <a:solidFill>
            <a:srgbClr val="FF66CC"/>
          </a:solidFill>
          <a:ln w="12700" cap="flat" cmpd="sng" algn="ctr">
            <a:solidFill>
              <a:srgbClr val="FFFFFF">
                <a:hueOff val="0"/>
                <a:satOff val="0"/>
                <a:lumOff val="0"/>
                <a:alphaOff val="0"/>
              </a:srgbClr>
            </a:solidFill>
            <a:prstDash val="solid"/>
            <a:miter lim="800000"/>
          </a:ln>
          <a:effectLst/>
        </p:spPr>
        <p:txBody>
          <a:bodyPr lIns="91440" tIns="45720" rIns="91440" bIns="45720" rtlCol="0" anchor="ctr"/>
          <a:lstStyle/>
          <a:p>
            <a:pPr algn="ctr"/>
            <a:r>
              <a:rPr lang="en-IN" sz="950" err="1">
                <a:solidFill>
                  <a:schemeClr val="bg1"/>
                </a:solidFill>
              </a:rPr>
              <a:t>Akhlas</a:t>
            </a:r>
            <a:r>
              <a:rPr lang="en-IN" sz="950">
                <a:solidFill>
                  <a:schemeClr val="bg1"/>
                </a:solidFill>
              </a:rPr>
              <a:t> Hafiz</a:t>
            </a:r>
            <a:endParaRPr lang="en-US" sz="950"/>
          </a:p>
        </p:txBody>
      </p:sp>
      <p:sp>
        <p:nvSpPr>
          <p:cNvPr id="15" name="Signalisation droite 25">
            <a:extLst>
              <a:ext uri="{FF2B5EF4-FFF2-40B4-BE49-F238E27FC236}">
                <a16:creationId xmlns:a16="http://schemas.microsoft.com/office/drawing/2014/main" id="{F5F56D37-7D16-F5FB-A7BB-EC0BE051CBC4}"/>
              </a:ext>
            </a:extLst>
          </p:cNvPr>
          <p:cNvSpPr/>
          <p:nvPr/>
        </p:nvSpPr>
        <p:spPr>
          <a:xfrm>
            <a:off x="355401" y="2266306"/>
            <a:ext cx="2172439" cy="339613"/>
          </a:xfrm>
          <a:prstGeom prst="homePlate">
            <a:avLst/>
          </a:prstGeom>
          <a:solidFill>
            <a:srgbClr val="78CF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050" b="1">
                <a:solidFill>
                  <a:schemeClr val="accent1">
                    <a:lumMod val="50000"/>
                  </a:schemeClr>
                </a:solidFill>
                <a:latin typeface="Ubuntu"/>
              </a:rPr>
              <a:t>Functional Leads</a:t>
            </a:r>
            <a:endParaRPr lang="en-US" sz="1600"/>
          </a:p>
        </p:txBody>
      </p:sp>
      <p:sp>
        <p:nvSpPr>
          <p:cNvPr id="16" name="Rectangle: Rounded Corners 15">
            <a:extLst>
              <a:ext uri="{FF2B5EF4-FFF2-40B4-BE49-F238E27FC236}">
                <a16:creationId xmlns:a16="http://schemas.microsoft.com/office/drawing/2014/main" id="{B6115C53-43F7-67FD-689E-29E4FE040E16}"/>
              </a:ext>
            </a:extLst>
          </p:cNvPr>
          <p:cNvSpPr/>
          <p:nvPr/>
        </p:nvSpPr>
        <p:spPr>
          <a:xfrm>
            <a:off x="2960116" y="2240066"/>
            <a:ext cx="2688546" cy="3211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Sherezad Contractor </a:t>
            </a:r>
            <a:endParaRPr lang="en-US" sz="950" dirty="0">
              <a:solidFill>
                <a:schemeClr val="bg1"/>
              </a:solidFill>
            </a:endParaRPr>
          </a:p>
          <a:p>
            <a:pPr algn="ctr"/>
            <a:r>
              <a:rPr lang="en-IN" sz="850" dirty="0">
                <a:solidFill>
                  <a:schemeClr val="bg1"/>
                </a:solidFill>
              </a:rPr>
              <a:t>(Policy)</a:t>
            </a:r>
          </a:p>
        </p:txBody>
      </p:sp>
      <p:sp>
        <p:nvSpPr>
          <p:cNvPr id="22" name="Rectangle: Rounded Corners 21">
            <a:extLst>
              <a:ext uri="{FF2B5EF4-FFF2-40B4-BE49-F238E27FC236}">
                <a16:creationId xmlns:a16="http://schemas.microsoft.com/office/drawing/2014/main" id="{C5477E02-1B87-0425-2FFE-22E7E6642DDC}"/>
              </a:ext>
            </a:extLst>
          </p:cNvPr>
          <p:cNvSpPr/>
          <p:nvPr/>
        </p:nvSpPr>
        <p:spPr>
          <a:xfrm>
            <a:off x="5822499" y="2233869"/>
            <a:ext cx="2269553" cy="3383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Sriram Jagannathan</a:t>
            </a:r>
          </a:p>
          <a:p>
            <a:pPr algn="ctr"/>
            <a:r>
              <a:rPr lang="en-IN" sz="850" dirty="0">
                <a:solidFill>
                  <a:schemeClr val="bg1"/>
                </a:solidFill>
              </a:rPr>
              <a:t> (Billing)</a:t>
            </a:r>
          </a:p>
        </p:txBody>
      </p:sp>
      <p:sp>
        <p:nvSpPr>
          <p:cNvPr id="12" name="Rectangle: Rounded Corners 11">
            <a:extLst>
              <a:ext uri="{FF2B5EF4-FFF2-40B4-BE49-F238E27FC236}">
                <a16:creationId xmlns:a16="http://schemas.microsoft.com/office/drawing/2014/main" id="{9E4BF4D9-9D54-2EA5-0D69-7C0FF8C6E2A2}"/>
              </a:ext>
            </a:extLst>
          </p:cNvPr>
          <p:cNvSpPr/>
          <p:nvPr/>
        </p:nvSpPr>
        <p:spPr>
          <a:xfrm>
            <a:off x="2959247" y="5150139"/>
            <a:ext cx="1121755" cy="29741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Peter Dixon</a:t>
            </a:r>
            <a:endParaRPr lang="en-US" sz="950" dirty="0"/>
          </a:p>
        </p:txBody>
      </p:sp>
      <p:sp>
        <p:nvSpPr>
          <p:cNvPr id="14" name="Rectangle: Rounded Corners 13">
            <a:extLst>
              <a:ext uri="{FF2B5EF4-FFF2-40B4-BE49-F238E27FC236}">
                <a16:creationId xmlns:a16="http://schemas.microsoft.com/office/drawing/2014/main" id="{6BB6CD4C-2327-F604-CD62-6B258FAE91F0}"/>
              </a:ext>
            </a:extLst>
          </p:cNvPr>
          <p:cNvSpPr/>
          <p:nvPr/>
        </p:nvSpPr>
        <p:spPr>
          <a:xfrm>
            <a:off x="4130530" y="5141748"/>
            <a:ext cx="1230773" cy="3058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Kelly Reisling</a:t>
            </a:r>
            <a:endParaRPr lang="en-US" sz="950" dirty="0"/>
          </a:p>
        </p:txBody>
      </p:sp>
      <p:sp>
        <p:nvSpPr>
          <p:cNvPr id="17" name="Rectangle: Rounded Corners 16">
            <a:extLst>
              <a:ext uri="{FF2B5EF4-FFF2-40B4-BE49-F238E27FC236}">
                <a16:creationId xmlns:a16="http://schemas.microsoft.com/office/drawing/2014/main" id="{846966F0-5E16-612A-9412-C827212895C9}"/>
              </a:ext>
            </a:extLst>
          </p:cNvPr>
          <p:cNvSpPr/>
          <p:nvPr/>
        </p:nvSpPr>
        <p:spPr>
          <a:xfrm>
            <a:off x="5421988" y="5149999"/>
            <a:ext cx="1070363" cy="29039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Jeff </a:t>
            </a:r>
            <a:r>
              <a:rPr lang="en-IN" sz="950" dirty="0" err="1">
                <a:solidFill>
                  <a:schemeClr val="bg1"/>
                </a:solidFill>
              </a:rPr>
              <a:t>Colandrea</a:t>
            </a:r>
            <a:endParaRPr lang="en-IN" sz="950" dirty="0">
              <a:solidFill>
                <a:schemeClr val="bg1"/>
              </a:solidFill>
            </a:endParaRPr>
          </a:p>
        </p:txBody>
      </p:sp>
      <p:sp>
        <p:nvSpPr>
          <p:cNvPr id="23" name="Rectangle: Rounded Corners 22">
            <a:extLst>
              <a:ext uri="{FF2B5EF4-FFF2-40B4-BE49-F238E27FC236}">
                <a16:creationId xmlns:a16="http://schemas.microsoft.com/office/drawing/2014/main" id="{C8477846-C2D4-B82A-99BD-7F52995EA5E7}"/>
              </a:ext>
            </a:extLst>
          </p:cNvPr>
          <p:cNvSpPr/>
          <p:nvPr/>
        </p:nvSpPr>
        <p:spPr>
          <a:xfrm>
            <a:off x="5228110" y="4296367"/>
            <a:ext cx="1743145" cy="3360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Rajesh Bandaru</a:t>
            </a:r>
            <a:endParaRPr lang="en-US" sz="950" dirty="0">
              <a:solidFill>
                <a:schemeClr val="bg1"/>
              </a:solidFill>
            </a:endParaRPr>
          </a:p>
          <a:p>
            <a:pPr algn="ctr"/>
            <a:r>
              <a:rPr lang="en-IN" sz="850" dirty="0">
                <a:solidFill>
                  <a:schemeClr val="bg1"/>
                </a:solidFill>
              </a:rPr>
              <a:t>(Policy)</a:t>
            </a:r>
          </a:p>
        </p:txBody>
      </p:sp>
      <p:sp>
        <p:nvSpPr>
          <p:cNvPr id="26" name="Signalisation droite 23">
            <a:extLst>
              <a:ext uri="{FF2B5EF4-FFF2-40B4-BE49-F238E27FC236}">
                <a16:creationId xmlns:a16="http://schemas.microsoft.com/office/drawing/2014/main" id="{E9CB7396-10C8-1B13-8798-CF0F4E50ADFE}"/>
              </a:ext>
            </a:extLst>
          </p:cNvPr>
          <p:cNvSpPr/>
          <p:nvPr/>
        </p:nvSpPr>
        <p:spPr>
          <a:xfrm>
            <a:off x="355394" y="3889953"/>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a:solidFill>
                  <a:schemeClr val="accent1">
                    <a:lumMod val="50000"/>
                  </a:schemeClr>
                </a:solidFill>
                <a:latin typeface="Ubuntu" panose="020B0504030602030204" pitchFamily="34" charset="0"/>
              </a:rPr>
              <a:t>Current</a:t>
            </a:r>
            <a:r>
              <a:rPr lang="en-US" sz="1050" b="1" dirty="0">
                <a:solidFill>
                  <a:schemeClr val="accent1">
                    <a:lumMod val="50000"/>
                  </a:schemeClr>
                </a:solidFill>
                <a:latin typeface="Ubuntu" panose="020B0504030602030204" pitchFamily="34" charset="0"/>
              </a:rPr>
              <a:t> Platform Owners</a:t>
            </a:r>
          </a:p>
        </p:txBody>
      </p:sp>
      <p:sp>
        <p:nvSpPr>
          <p:cNvPr id="28" name="Rectangle: Rounded Corners 27">
            <a:extLst>
              <a:ext uri="{FF2B5EF4-FFF2-40B4-BE49-F238E27FC236}">
                <a16:creationId xmlns:a16="http://schemas.microsoft.com/office/drawing/2014/main" id="{CB358107-C9B2-244E-007B-C2A7ADF39805}"/>
              </a:ext>
            </a:extLst>
          </p:cNvPr>
          <p:cNvSpPr/>
          <p:nvPr/>
        </p:nvSpPr>
        <p:spPr>
          <a:xfrm>
            <a:off x="2963492" y="3884094"/>
            <a:ext cx="1589494" cy="320112"/>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Jeff </a:t>
            </a:r>
            <a:r>
              <a:rPr lang="en-IN" sz="950" dirty="0" err="1">
                <a:solidFill>
                  <a:schemeClr val="bg1"/>
                </a:solidFill>
              </a:rPr>
              <a:t>Colandrea</a:t>
            </a:r>
          </a:p>
          <a:p>
            <a:pPr algn="ctr"/>
            <a:r>
              <a:rPr lang="en-IN" sz="800" dirty="0">
                <a:solidFill>
                  <a:schemeClr val="bg1"/>
                </a:solidFill>
              </a:rPr>
              <a:t>(Beazley Pro)</a:t>
            </a:r>
          </a:p>
        </p:txBody>
      </p:sp>
      <p:sp>
        <p:nvSpPr>
          <p:cNvPr id="32" name="Rectangle: Rounded Corners 31">
            <a:extLst>
              <a:ext uri="{FF2B5EF4-FFF2-40B4-BE49-F238E27FC236}">
                <a16:creationId xmlns:a16="http://schemas.microsoft.com/office/drawing/2014/main" id="{7121BE69-FE8D-A9B0-D61E-D5A870BD74D7}"/>
              </a:ext>
            </a:extLst>
          </p:cNvPr>
          <p:cNvSpPr/>
          <p:nvPr/>
        </p:nvSpPr>
        <p:spPr>
          <a:xfrm>
            <a:off x="4710625" y="3881235"/>
            <a:ext cx="1589494" cy="320112"/>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Devin Wells</a:t>
            </a:r>
          </a:p>
        </p:txBody>
      </p:sp>
      <p:sp>
        <p:nvSpPr>
          <p:cNvPr id="38" name="Rectangle: Rounded Corners 37">
            <a:extLst>
              <a:ext uri="{FF2B5EF4-FFF2-40B4-BE49-F238E27FC236}">
                <a16:creationId xmlns:a16="http://schemas.microsoft.com/office/drawing/2014/main" id="{F85CB716-5636-ED29-BAA1-7BE06E653220}"/>
              </a:ext>
            </a:extLst>
          </p:cNvPr>
          <p:cNvSpPr/>
          <p:nvPr/>
        </p:nvSpPr>
        <p:spPr>
          <a:xfrm>
            <a:off x="4522500" y="1805918"/>
            <a:ext cx="1297315"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TBD</a:t>
            </a:r>
          </a:p>
          <a:p>
            <a:pPr algn="ctr"/>
            <a:r>
              <a:rPr lang="en-IN" sz="850" dirty="0">
                <a:solidFill>
                  <a:schemeClr val="bg1"/>
                </a:solidFill>
              </a:rPr>
              <a:t>(Policy)</a:t>
            </a:r>
          </a:p>
        </p:txBody>
      </p:sp>
      <p:sp>
        <p:nvSpPr>
          <p:cNvPr id="39" name="Rectangle: Rounded Corners 38">
            <a:extLst>
              <a:ext uri="{FF2B5EF4-FFF2-40B4-BE49-F238E27FC236}">
                <a16:creationId xmlns:a16="http://schemas.microsoft.com/office/drawing/2014/main" id="{DCB286E1-46E0-D0D7-918C-09FCC73E1807}"/>
              </a:ext>
            </a:extLst>
          </p:cNvPr>
          <p:cNvSpPr/>
          <p:nvPr/>
        </p:nvSpPr>
        <p:spPr>
          <a:xfrm>
            <a:off x="6000220" y="1800163"/>
            <a:ext cx="1416521"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Patrycja </a:t>
            </a:r>
            <a:r>
              <a:rPr lang="en-IN" sz="950" dirty="0" err="1">
                <a:solidFill>
                  <a:schemeClr val="bg1"/>
                </a:solidFill>
              </a:rPr>
              <a:t>Kuligowska</a:t>
            </a:r>
            <a:endParaRPr lang="en-IN" sz="950" dirty="0">
              <a:solidFill>
                <a:schemeClr val="bg1"/>
              </a:solidFill>
            </a:endParaRPr>
          </a:p>
          <a:p>
            <a:pPr algn="ctr"/>
            <a:r>
              <a:rPr lang="en-IN" sz="850" dirty="0">
                <a:solidFill>
                  <a:schemeClr val="bg1"/>
                </a:solidFill>
              </a:rPr>
              <a:t>(Billing)</a:t>
            </a:r>
          </a:p>
        </p:txBody>
      </p:sp>
      <p:sp>
        <p:nvSpPr>
          <p:cNvPr id="41" name="Rectangle: Rounded Corners 40">
            <a:extLst>
              <a:ext uri="{FF2B5EF4-FFF2-40B4-BE49-F238E27FC236}">
                <a16:creationId xmlns:a16="http://schemas.microsoft.com/office/drawing/2014/main" id="{402E6D74-BDC5-10E4-A6AB-B4C48C21CD8C}"/>
              </a:ext>
            </a:extLst>
          </p:cNvPr>
          <p:cNvSpPr/>
          <p:nvPr/>
        </p:nvSpPr>
        <p:spPr>
          <a:xfrm>
            <a:off x="2982224" y="2659393"/>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Devin Wells</a:t>
            </a:r>
          </a:p>
          <a:p>
            <a:pPr algn="ctr"/>
            <a:r>
              <a:rPr lang="en-IN" sz="850" dirty="0">
                <a:solidFill>
                  <a:schemeClr val="bg1"/>
                </a:solidFill>
              </a:rPr>
              <a:t>(Policy)</a:t>
            </a:r>
          </a:p>
        </p:txBody>
      </p:sp>
      <p:sp>
        <p:nvSpPr>
          <p:cNvPr id="50" name="Rectangle: Rounded Corners 49">
            <a:extLst>
              <a:ext uri="{FF2B5EF4-FFF2-40B4-BE49-F238E27FC236}">
                <a16:creationId xmlns:a16="http://schemas.microsoft.com/office/drawing/2014/main" id="{18D654AC-6CFA-0149-B53E-55C367DBF244}"/>
              </a:ext>
            </a:extLst>
          </p:cNvPr>
          <p:cNvSpPr/>
          <p:nvPr/>
        </p:nvSpPr>
        <p:spPr>
          <a:xfrm>
            <a:off x="4396118" y="2647355"/>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a:t>Kerstin </a:t>
            </a:r>
            <a:r>
              <a:rPr lang="en-US" sz="950" dirty="0" err="1"/>
              <a:t>Kasdorf</a:t>
            </a:r>
            <a:endParaRPr lang="en-US" sz="950" dirty="0"/>
          </a:p>
          <a:p>
            <a:pPr algn="ctr"/>
            <a:r>
              <a:rPr lang="en-IN" sz="850" dirty="0">
                <a:solidFill>
                  <a:schemeClr val="bg1"/>
                </a:solidFill>
              </a:rPr>
              <a:t>(Process excellence)</a:t>
            </a:r>
          </a:p>
        </p:txBody>
      </p:sp>
      <p:sp>
        <p:nvSpPr>
          <p:cNvPr id="52" name="Rectangle: Rounded Corners 51">
            <a:extLst>
              <a:ext uri="{FF2B5EF4-FFF2-40B4-BE49-F238E27FC236}">
                <a16:creationId xmlns:a16="http://schemas.microsoft.com/office/drawing/2014/main" id="{7BA8726E-743F-FBCD-80A9-821920B3EA9E}"/>
              </a:ext>
            </a:extLst>
          </p:cNvPr>
          <p:cNvSpPr/>
          <p:nvPr/>
        </p:nvSpPr>
        <p:spPr>
          <a:xfrm>
            <a:off x="5799197" y="2647355"/>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a:t>Steve Flood</a:t>
            </a:r>
          </a:p>
          <a:p>
            <a:pPr algn="ctr"/>
            <a:r>
              <a:rPr lang="en-IN" sz="850" dirty="0">
                <a:solidFill>
                  <a:schemeClr val="bg1"/>
                </a:solidFill>
              </a:rPr>
              <a:t>(Claims)</a:t>
            </a:r>
          </a:p>
        </p:txBody>
      </p:sp>
      <p:sp>
        <p:nvSpPr>
          <p:cNvPr id="53" name="Signalisation droite 25">
            <a:extLst>
              <a:ext uri="{FF2B5EF4-FFF2-40B4-BE49-F238E27FC236}">
                <a16:creationId xmlns:a16="http://schemas.microsoft.com/office/drawing/2014/main" id="{A901EF7D-14D0-CB4B-BE6D-8D8A78410D6B}"/>
              </a:ext>
            </a:extLst>
          </p:cNvPr>
          <p:cNvSpPr/>
          <p:nvPr/>
        </p:nvSpPr>
        <p:spPr>
          <a:xfrm>
            <a:off x="372757" y="2676073"/>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050" b="1" dirty="0">
                <a:solidFill>
                  <a:schemeClr val="accent1">
                    <a:lumMod val="50000"/>
                  </a:schemeClr>
                </a:solidFill>
                <a:latin typeface="Ubuntu" panose="020B0504030602030204" pitchFamily="34" charset="0"/>
              </a:rPr>
              <a:t>Subject Matter Experts</a:t>
            </a:r>
          </a:p>
        </p:txBody>
      </p:sp>
      <p:sp>
        <p:nvSpPr>
          <p:cNvPr id="63" name="Rectangle: Rounded Corners 62">
            <a:extLst>
              <a:ext uri="{FF2B5EF4-FFF2-40B4-BE49-F238E27FC236}">
                <a16:creationId xmlns:a16="http://schemas.microsoft.com/office/drawing/2014/main" id="{9AE61723-C27E-7F4D-54B3-1F44D201CBDF}"/>
              </a:ext>
            </a:extLst>
          </p:cNvPr>
          <p:cNvSpPr/>
          <p:nvPr/>
        </p:nvSpPr>
        <p:spPr>
          <a:xfrm>
            <a:off x="4656121" y="3462474"/>
            <a:ext cx="1410231" cy="33030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a:solidFill>
                  <a:schemeClr val="bg1"/>
                </a:solidFill>
              </a:rPr>
              <a:t>Jigar Solanki</a:t>
            </a:r>
            <a:endParaRPr lang="en-US" sz="950"/>
          </a:p>
        </p:txBody>
      </p:sp>
      <p:sp>
        <p:nvSpPr>
          <p:cNvPr id="66" name="Signalisation droite 26">
            <a:extLst>
              <a:ext uri="{FF2B5EF4-FFF2-40B4-BE49-F238E27FC236}">
                <a16:creationId xmlns:a16="http://schemas.microsoft.com/office/drawing/2014/main" id="{23B5E970-87DE-DE75-B2BE-20E4DCD3B0C4}"/>
              </a:ext>
            </a:extLst>
          </p:cNvPr>
          <p:cNvSpPr/>
          <p:nvPr/>
        </p:nvSpPr>
        <p:spPr>
          <a:xfrm>
            <a:off x="362486" y="6380916"/>
            <a:ext cx="2158254" cy="32819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dirty="0">
                <a:solidFill>
                  <a:schemeClr val="accent1">
                    <a:lumMod val="50000"/>
                  </a:schemeClr>
                </a:solidFill>
                <a:latin typeface="Ubuntu" panose="020B0504030602030204" pitchFamily="34" charset="0"/>
              </a:rPr>
              <a:t>Dev Ops</a:t>
            </a:r>
          </a:p>
        </p:txBody>
      </p:sp>
      <p:sp>
        <p:nvSpPr>
          <p:cNvPr id="67" name="Rectangle: Rounded Corners 66">
            <a:extLst>
              <a:ext uri="{FF2B5EF4-FFF2-40B4-BE49-F238E27FC236}">
                <a16:creationId xmlns:a16="http://schemas.microsoft.com/office/drawing/2014/main" id="{38189103-6121-61B6-ECF2-EFE284E3242A}"/>
              </a:ext>
            </a:extLst>
          </p:cNvPr>
          <p:cNvSpPr/>
          <p:nvPr/>
        </p:nvSpPr>
        <p:spPr>
          <a:xfrm>
            <a:off x="2937183" y="6425990"/>
            <a:ext cx="3573498" cy="33030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TBD</a:t>
            </a:r>
          </a:p>
        </p:txBody>
      </p:sp>
      <p:sp>
        <p:nvSpPr>
          <p:cNvPr id="68" name="Rectangle: Rounded Corners 67">
            <a:extLst>
              <a:ext uri="{FF2B5EF4-FFF2-40B4-BE49-F238E27FC236}">
                <a16:creationId xmlns:a16="http://schemas.microsoft.com/office/drawing/2014/main" id="{7B833AB6-F7EA-898C-3734-29FA6B29F2B2}"/>
              </a:ext>
            </a:extLst>
          </p:cNvPr>
          <p:cNvSpPr/>
          <p:nvPr/>
        </p:nvSpPr>
        <p:spPr>
          <a:xfrm>
            <a:off x="6774076" y="6406854"/>
            <a:ext cx="3250237"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TBD</a:t>
            </a:r>
          </a:p>
        </p:txBody>
      </p:sp>
      <p:sp>
        <p:nvSpPr>
          <p:cNvPr id="3" name="Rectangle: Rounded Corners 2">
            <a:extLst>
              <a:ext uri="{FF2B5EF4-FFF2-40B4-BE49-F238E27FC236}">
                <a16:creationId xmlns:a16="http://schemas.microsoft.com/office/drawing/2014/main" id="{3AAF9918-951B-D1B0-3ABC-AEBDC1F8332F}"/>
              </a:ext>
            </a:extLst>
          </p:cNvPr>
          <p:cNvSpPr/>
          <p:nvPr/>
        </p:nvSpPr>
        <p:spPr>
          <a:xfrm>
            <a:off x="6579578" y="5151069"/>
            <a:ext cx="1197612" cy="282911"/>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Matt Reynolds</a:t>
            </a:r>
          </a:p>
        </p:txBody>
      </p:sp>
      <p:sp>
        <p:nvSpPr>
          <p:cNvPr id="19" name="Rectangle: Rounded Corners 18">
            <a:extLst>
              <a:ext uri="{FF2B5EF4-FFF2-40B4-BE49-F238E27FC236}">
                <a16:creationId xmlns:a16="http://schemas.microsoft.com/office/drawing/2014/main" id="{5C4007F1-98FF-11A8-55ED-363670277417}"/>
              </a:ext>
            </a:extLst>
          </p:cNvPr>
          <p:cNvSpPr/>
          <p:nvPr/>
        </p:nvSpPr>
        <p:spPr>
          <a:xfrm>
            <a:off x="7854418" y="5154379"/>
            <a:ext cx="1197612" cy="280531"/>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Troy Baillargeon</a:t>
            </a:r>
          </a:p>
        </p:txBody>
      </p:sp>
      <p:sp>
        <p:nvSpPr>
          <p:cNvPr id="20" name="Rectangle: Rounded Corners 19">
            <a:extLst>
              <a:ext uri="{FF2B5EF4-FFF2-40B4-BE49-F238E27FC236}">
                <a16:creationId xmlns:a16="http://schemas.microsoft.com/office/drawing/2014/main" id="{AD97C38C-EF58-8621-3C87-6113FF1AA50E}"/>
              </a:ext>
            </a:extLst>
          </p:cNvPr>
          <p:cNvSpPr/>
          <p:nvPr/>
        </p:nvSpPr>
        <p:spPr>
          <a:xfrm>
            <a:off x="9138126" y="5156051"/>
            <a:ext cx="1133172" cy="29039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Steve </a:t>
            </a:r>
            <a:r>
              <a:rPr lang="en-IN" sz="950" dirty="0" err="1">
                <a:solidFill>
                  <a:schemeClr val="bg1"/>
                </a:solidFill>
              </a:rPr>
              <a:t>Enness</a:t>
            </a:r>
            <a:endParaRPr lang="en-IN" sz="950" dirty="0">
              <a:solidFill>
                <a:schemeClr val="bg1"/>
              </a:solidFill>
            </a:endParaRPr>
          </a:p>
        </p:txBody>
      </p:sp>
      <p:sp>
        <p:nvSpPr>
          <p:cNvPr id="21" name="Rectangle: Rounded Corners 20">
            <a:extLst>
              <a:ext uri="{FF2B5EF4-FFF2-40B4-BE49-F238E27FC236}">
                <a16:creationId xmlns:a16="http://schemas.microsoft.com/office/drawing/2014/main" id="{4AE2F4EB-49B4-5884-EF91-AC8C0FFAA158}"/>
              </a:ext>
            </a:extLst>
          </p:cNvPr>
          <p:cNvSpPr/>
          <p:nvPr/>
        </p:nvSpPr>
        <p:spPr>
          <a:xfrm>
            <a:off x="10357644" y="5156050"/>
            <a:ext cx="1349880" cy="29039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U/W </a:t>
            </a:r>
            <a:r>
              <a:rPr lang="en-IN" sz="950" dirty="0" err="1">
                <a:solidFill>
                  <a:schemeClr val="bg1"/>
                </a:solidFill>
              </a:rPr>
              <a:t>SMEs..TBD</a:t>
            </a:r>
            <a:endParaRPr lang="en-IN" sz="950" dirty="0">
              <a:solidFill>
                <a:schemeClr val="bg1"/>
              </a:solidFill>
            </a:endParaRPr>
          </a:p>
        </p:txBody>
      </p:sp>
      <p:sp>
        <p:nvSpPr>
          <p:cNvPr id="29" name="Rectangle: Rounded Corners 28">
            <a:extLst>
              <a:ext uri="{FF2B5EF4-FFF2-40B4-BE49-F238E27FC236}">
                <a16:creationId xmlns:a16="http://schemas.microsoft.com/office/drawing/2014/main" id="{B1F3955C-C354-C3BB-1FA9-B4DBDAF25490}"/>
              </a:ext>
            </a:extLst>
          </p:cNvPr>
          <p:cNvSpPr/>
          <p:nvPr/>
        </p:nvSpPr>
        <p:spPr>
          <a:xfrm>
            <a:off x="6438534" y="3874871"/>
            <a:ext cx="1589494" cy="320112"/>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Mark </a:t>
            </a:r>
            <a:r>
              <a:rPr lang="en-IN" sz="950" dirty="0" err="1">
                <a:solidFill>
                  <a:schemeClr val="bg1"/>
                </a:solidFill>
              </a:rPr>
              <a:t>Parlsey</a:t>
            </a:r>
            <a:endParaRPr lang="en-IN" sz="950" dirty="0">
              <a:solidFill>
                <a:schemeClr val="bg1"/>
              </a:solidFill>
            </a:endParaRPr>
          </a:p>
        </p:txBody>
      </p:sp>
      <p:sp>
        <p:nvSpPr>
          <p:cNvPr id="30" name="Signalisation droite 26">
            <a:extLst>
              <a:ext uri="{FF2B5EF4-FFF2-40B4-BE49-F238E27FC236}">
                <a16:creationId xmlns:a16="http://schemas.microsoft.com/office/drawing/2014/main" id="{BC8EBAD4-73FA-97BB-E85E-75080FA97993}"/>
              </a:ext>
            </a:extLst>
          </p:cNvPr>
          <p:cNvSpPr/>
          <p:nvPr/>
        </p:nvSpPr>
        <p:spPr>
          <a:xfrm>
            <a:off x="355394" y="5553028"/>
            <a:ext cx="2158254" cy="32819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dirty="0">
                <a:solidFill>
                  <a:schemeClr val="accent1">
                    <a:lumMod val="50000"/>
                  </a:schemeClr>
                </a:solidFill>
                <a:latin typeface="Ubuntu" panose="020B0504030602030204" pitchFamily="34" charset="0"/>
              </a:rPr>
              <a:t>Migration</a:t>
            </a:r>
          </a:p>
        </p:txBody>
      </p:sp>
      <p:sp>
        <p:nvSpPr>
          <p:cNvPr id="34" name="Rectangle: Rounded Corners 33">
            <a:extLst>
              <a:ext uri="{FF2B5EF4-FFF2-40B4-BE49-F238E27FC236}">
                <a16:creationId xmlns:a16="http://schemas.microsoft.com/office/drawing/2014/main" id="{876201D5-940A-7AE4-6D07-18C47B457983}"/>
              </a:ext>
            </a:extLst>
          </p:cNvPr>
          <p:cNvSpPr/>
          <p:nvPr/>
        </p:nvSpPr>
        <p:spPr>
          <a:xfrm>
            <a:off x="2964238" y="5558848"/>
            <a:ext cx="1589494"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Andy Ford (BA)</a:t>
            </a:r>
          </a:p>
        </p:txBody>
      </p:sp>
      <p:sp>
        <p:nvSpPr>
          <p:cNvPr id="35" name="Rectangle: Rounded Corners 34">
            <a:extLst>
              <a:ext uri="{FF2B5EF4-FFF2-40B4-BE49-F238E27FC236}">
                <a16:creationId xmlns:a16="http://schemas.microsoft.com/office/drawing/2014/main" id="{CA2B910F-DE03-0DFE-B2B4-CD86D1077033}"/>
              </a:ext>
            </a:extLst>
          </p:cNvPr>
          <p:cNvSpPr/>
          <p:nvPr/>
        </p:nvSpPr>
        <p:spPr>
          <a:xfrm>
            <a:off x="4619187" y="5557160"/>
            <a:ext cx="1589494"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Anita Param (BA)</a:t>
            </a:r>
          </a:p>
        </p:txBody>
      </p:sp>
      <p:sp>
        <p:nvSpPr>
          <p:cNvPr id="36" name="Rectangle: Rounded Corners 35">
            <a:extLst>
              <a:ext uri="{FF2B5EF4-FFF2-40B4-BE49-F238E27FC236}">
                <a16:creationId xmlns:a16="http://schemas.microsoft.com/office/drawing/2014/main" id="{B1A39A6A-FF94-4AB0-AB58-587FD5F07C8A}"/>
              </a:ext>
            </a:extLst>
          </p:cNvPr>
          <p:cNvSpPr/>
          <p:nvPr/>
        </p:nvSpPr>
        <p:spPr>
          <a:xfrm>
            <a:off x="8823177" y="605661"/>
            <a:ext cx="1925434" cy="302993"/>
          </a:xfrm>
          <a:prstGeom prst="roundRect">
            <a:avLst/>
          </a:prstGeom>
          <a:solidFill>
            <a:srgbClr val="FF66CC"/>
          </a:solidFill>
          <a:ln w="12700" cap="flat" cmpd="sng" algn="ctr">
            <a:solidFill>
              <a:srgbClr val="FFFFFF">
                <a:hueOff val="0"/>
                <a:satOff val="0"/>
                <a:lumOff val="0"/>
                <a:alphaOff val="0"/>
              </a:srgbClr>
            </a:solidFill>
            <a:prstDash val="solid"/>
            <a:miter lim="800000"/>
          </a:ln>
          <a:effectLst/>
        </p:spPr>
        <p:txBody>
          <a:bodyPr lIns="91440" tIns="45720" rIns="91440" bIns="45720" rtlCol="0" anchor="ctr"/>
          <a:lstStyle/>
          <a:p>
            <a:pPr algn="ctr"/>
            <a:r>
              <a:rPr lang="en-IN" sz="950" dirty="0">
                <a:solidFill>
                  <a:schemeClr val="bg1"/>
                </a:solidFill>
              </a:rPr>
              <a:t>Dauda Jammeh</a:t>
            </a:r>
            <a:endParaRPr lang="en-US" sz="950" dirty="0"/>
          </a:p>
        </p:txBody>
      </p:sp>
      <p:sp>
        <p:nvSpPr>
          <p:cNvPr id="62" name="Rectangle: Rounded Corners 61">
            <a:extLst>
              <a:ext uri="{FF2B5EF4-FFF2-40B4-BE49-F238E27FC236}">
                <a16:creationId xmlns:a16="http://schemas.microsoft.com/office/drawing/2014/main" id="{87136965-ECDC-D72A-1877-6B62A3FD1FB7}"/>
              </a:ext>
            </a:extLst>
          </p:cNvPr>
          <p:cNvSpPr/>
          <p:nvPr/>
        </p:nvSpPr>
        <p:spPr>
          <a:xfrm>
            <a:off x="7235323" y="2640567"/>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a:t>Saad </a:t>
            </a:r>
            <a:r>
              <a:rPr lang="en-US" sz="950" dirty="0" err="1"/>
              <a:t>Jassani</a:t>
            </a:r>
            <a:endParaRPr lang="en-US" sz="950" dirty="0"/>
          </a:p>
          <a:p>
            <a:pPr algn="ctr"/>
            <a:r>
              <a:rPr lang="en-IN" sz="900" dirty="0">
                <a:solidFill>
                  <a:schemeClr val="bg1"/>
                </a:solidFill>
              </a:rPr>
              <a:t>(Process Excellence)</a:t>
            </a:r>
            <a:endParaRPr lang="en-IN" sz="1000" dirty="0">
              <a:solidFill>
                <a:schemeClr val="bg1"/>
              </a:solidFill>
            </a:endParaRPr>
          </a:p>
        </p:txBody>
      </p:sp>
      <p:sp>
        <p:nvSpPr>
          <p:cNvPr id="64" name="Rectangle: Rounded Corners 63">
            <a:extLst>
              <a:ext uri="{FF2B5EF4-FFF2-40B4-BE49-F238E27FC236}">
                <a16:creationId xmlns:a16="http://schemas.microsoft.com/office/drawing/2014/main" id="{B2DCA098-73ED-1CDE-2D1E-76C26233AC08}"/>
              </a:ext>
            </a:extLst>
          </p:cNvPr>
          <p:cNvSpPr/>
          <p:nvPr/>
        </p:nvSpPr>
        <p:spPr>
          <a:xfrm>
            <a:off x="8674432" y="2638010"/>
            <a:ext cx="1425311" cy="32415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err="1"/>
              <a:t>Subu</a:t>
            </a:r>
            <a:r>
              <a:rPr lang="en-US" sz="950" dirty="0"/>
              <a:t> </a:t>
            </a:r>
            <a:r>
              <a:rPr lang="en-US" sz="950" dirty="0" err="1"/>
              <a:t>Ramasundaram</a:t>
            </a:r>
            <a:endParaRPr lang="en-US" sz="950" dirty="0"/>
          </a:p>
          <a:p>
            <a:pPr algn="ctr"/>
            <a:r>
              <a:rPr lang="en-IN" sz="850" dirty="0">
                <a:solidFill>
                  <a:schemeClr val="bg1"/>
                </a:solidFill>
              </a:rPr>
              <a:t>(Process Excellence)</a:t>
            </a:r>
          </a:p>
        </p:txBody>
      </p:sp>
      <p:sp>
        <p:nvSpPr>
          <p:cNvPr id="65" name="Rectangle: Rounded Corners 64">
            <a:extLst>
              <a:ext uri="{FF2B5EF4-FFF2-40B4-BE49-F238E27FC236}">
                <a16:creationId xmlns:a16="http://schemas.microsoft.com/office/drawing/2014/main" id="{FFFCEFD4-DC4F-DFA7-376A-C7C6C06C2596}"/>
              </a:ext>
            </a:extLst>
          </p:cNvPr>
          <p:cNvSpPr/>
          <p:nvPr/>
        </p:nvSpPr>
        <p:spPr>
          <a:xfrm>
            <a:off x="10180904" y="2629124"/>
            <a:ext cx="1425311" cy="32415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a:t>Molly </a:t>
            </a:r>
            <a:r>
              <a:rPr lang="en-US" sz="950" dirty="0" err="1"/>
              <a:t>Spolarich</a:t>
            </a:r>
            <a:endParaRPr lang="en-US" sz="950" dirty="0"/>
          </a:p>
          <a:p>
            <a:pPr algn="ctr"/>
            <a:r>
              <a:rPr lang="en-IN" sz="850" dirty="0">
                <a:solidFill>
                  <a:schemeClr val="bg1"/>
                </a:solidFill>
              </a:rPr>
              <a:t>(Operations)</a:t>
            </a:r>
          </a:p>
        </p:txBody>
      </p:sp>
      <p:sp>
        <p:nvSpPr>
          <p:cNvPr id="70" name="Rectangle: Rounded Corners 69">
            <a:extLst>
              <a:ext uri="{FF2B5EF4-FFF2-40B4-BE49-F238E27FC236}">
                <a16:creationId xmlns:a16="http://schemas.microsoft.com/office/drawing/2014/main" id="{A882A15C-B748-AE26-850F-C33FC8ED7605}"/>
              </a:ext>
            </a:extLst>
          </p:cNvPr>
          <p:cNvSpPr/>
          <p:nvPr/>
        </p:nvSpPr>
        <p:spPr>
          <a:xfrm>
            <a:off x="2982224" y="3048984"/>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50" dirty="0">
                <a:effectLst/>
                <a:ea typeface="Calibri" panose="020F0502020204030204" pitchFamily="34" charset="0"/>
              </a:rPr>
              <a:t>Carol Hamilton</a:t>
            </a:r>
            <a:endParaRPr lang="en-IN" sz="950" dirty="0">
              <a:solidFill>
                <a:schemeClr val="bg1"/>
              </a:solidFill>
            </a:endParaRPr>
          </a:p>
          <a:p>
            <a:pPr algn="ctr"/>
            <a:r>
              <a:rPr lang="en-IN" sz="850" dirty="0">
                <a:solidFill>
                  <a:schemeClr val="bg1"/>
                </a:solidFill>
              </a:rPr>
              <a:t>(Billing)</a:t>
            </a:r>
          </a:p>
        </p:txBody>
      </p:sp>
      <p:sp>
        <p:nvSpPr>
          <p:cNvPr id="71" name="Rectangle: Rounded Corners 70">
            <a:extLst>
              <a:ext uri="{FF2B5EF4-FFF2-40B4-BE49-F238E27FC236}">
                <a16:creationId xmlns:a16="http://schemas.microsoft.com/office/drawing/2014/main" id="{CFA41B96-D6AD-73F4-1493-2D03A6CE1AFC}"/>
              </a:ext>
            </a:extLst>
          </p:cNvPr>
          <p:cNvSpPr/>
          <p:nvPr/>
        </p:nvSpPr>
        <p:spPr>
          <a:xfrm>
            <a:off x="4403787" y="3028456"/>
            <a:ext cx="1804893" cy="34974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50" dirty="0">
                <a:effectLst/>
                <a:ea typeface="Calibri" panose="020F0502020204030204" pitchFamily="34" charset="0"/>
              </a:rPr>
              <a:t>Alejandro </a:t>
            </a:r>
            <a:r>
              <a:rPr lang="en-GB" sz="950" dirty="0" err="1">
                <a:effectLst/>
                <a:ea typeface="Calibri" panose="020F0502020204030204" pitchFamily="34" charset="0"/>
              </a:rPr>
              <a:t>Gonzalvez</a:t>
            </a:r>
            <a:r>
              <a:rPr lang="en-GB" sz="950" dirty="0">
                <a:effectLst/>
                <a:ea typeface="Calibri" panose="020F0502020204030204" pitchFamily="34" charset="0"/>
              </a:rPr>
              <a:t> Suarez</a:t>
            </a:r>
            <a:endParaRPr lang="en-IN" sz="950" dirty="0">
              <a:solidFill>
                <a:schemeClr val="bg1"/>
              </a:solidFill>
            </a:endParaRPr>
          </a:p>
          <a:p>
            <a:pPr algn="ctr"/>
            <a:r>
              <a:rPr lang="en-IN" sz="850" dirty="0">
                <a:solidFill>
                  <a:schemeClr val="bg1"/>
                </a:solidFill>
              </a:rPr>
              <a:t>(Billing)</a:t>
            </a:r>
          </a:p>
        </p:txBody>
      </p:sp>
      <p:sp>
        <p:nvSpPr>
          <p:cNvPr id="72" name="Rectangle: Rounded Corners 71">
            <a:extLst>
              <a:ext uri="{FF2B5EF4-FFF2-40B4-BE49-F238E27FC236}">
                <a16:creationId xmlns:a16="http://schemas.microsoft.com/office/drawing/2014/main" id="{401E2EFE-F0EB-8602-2659-D9135AF072CB}"/>
              </a:ext>
            </a:extLst>
          </p:cNvPr>
          <p:cNvSpPr/>
          <p:nvPr/>
        </p:nvSpPr>
        <p:spPr>
          <a:xfrm>
            <a:off x="6300119" y="3060864"/>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50" dirty="0">
                <a:effectLst/>
                <a:ea typeface="Calibri" panose="020F0502020204030204" pitchFamily="34" charset="0"/>
              </a:rPr>
              <a:t>Sarah Carroll</a:t>
            </a:r>
            <a:endParaRPr lang="en-IN" sz="950" dirty="0">
              <a:solidFill>
                <a:schemeClr val="bg1"/>
              </a:solidFill>
            </a:endParaRPr>
          </a:p>
          <a:p>
            <a:pPr algn="ctr"/>
            <a:r>
              <a:rPr lang="en-IN" sz="850" dirty="0">
                <a:solidFill>
                  <a:schemeClr val="bg1"/>
                </a:solidFill>
              </a:rPr>
              <a:t>(Billing)</a:t>
            </a:r>
          </a:p>
        </p:txBody>
      </p:sp>
      <p:sp>
        <p:nvSpPr>
          <p:cNvPr id="73" name="Rectangle: Rounded Corners 72">
            <a:extLst>
              <a:ext uri="{FF2B5EF4-FFF2-40B4-BE49-F238E27FC236}">
                <a16:creationId xmlns:a16="http://schemas.microsoft.com/office/drawing/2014/main" id="{502A2512-AA96-16C3-6456-422F190E4440}"/>
              </a:ext>
            </a:extLst>
          </p:cNvPr>
          <p:cNvSpPr/>
          <p:nvPr/>
        </p:nvSpPr>
        <p:spPr>
          <a:xfrm>
            <a:off x="7772494" y="3050120"/>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50" dirty="0">
                <a:effectLst/>
                <a:ea typeface="Calibri" panose="020F0502020204030204" pitchFamily="34" charset="0"/>
              </a:rPr>
              <a:t>Jonathan Abbott </a:t>
            </a:r>
            <a:endParaRPr lang="en-IN" sz="950" dirty="0">
              <a:solidFill>
                <a:schemeClr val="bg1"/>
              </a:solidFill>
            </a:endParaRPr>
          </a:p>
          <a:p>
            <a:pPr algn="ctr"/>
            <a:r>
              <a:rPr lang="en-IN" sz="850" dirty="0">
                <a:solidFill>
                  <a:schemeClr val="bg1"/>
                </a:solidFill>
              </a:rPr>
              <a:t>(Billing)</a:t>
            </a:r>
          </a:p>
        </p:txBody>
      </p:sp>
      <p:sp>
        <p:nvSpPr>
          <p:cNvPr id="74" name="Rectangle: Rounded Corners 73">
            <a:extLst>
              <a:ext uri="{FF2B5EF4-FFF2-40B4-BE49-F238E27FC236}">
                <a16:creationId xmlns:a16="http://schemas.microsoft.com/office/drawing/2014/main" id="{6EB8AF32-1584-D84F-8809-122BA49A81DA}"/>
              </a:ext>
            </a:extLst>
          </p:cNvPr>
          <p:cNvSpPr/>
          <p:nvPr/>
        </p:nvSpPr>
        <p:spPr>
          <a:xfrm>
            <a:off x="9209705" y="3449309"/>
            <a:ext cx="1425312"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50" dirty="0">
                <a:effectLst/>
                <a:ea typeface="Calibri" panose="020F0502020204030204" pitchFamily="34" charset="0"/>
              </a:rPr>
              <a:t>Danny Sohal</a:t>
            </a:r>
          </a:p>
          <a:p>
            <a:pPr algn="ctr"/>
            <a:r>
              <a:rPr lang="en-GB" sz="850" dirty="0">
                <a:solidFill>
                  <a:schemeClr val="bg1"/>
                </a:solidFill>
                <a:latin typeface="Calibri" panose="020F0502020204030204" pitchFamily="34" charset="0"/>
                <a:ea typeface="Calibri" panose="020F0502020204030204" pitchFamily="34" charset="0"/>
              </a:rPr>
              <a:t>(Finance EA)</a:t>
            </a:r>
            <a:endParaRPr lang="en-IN" sz="850" dirty="0">
              <a:solidFill>
                <a:schemeClr val="bg1"/>
              </a:solidFill>
            </a:endParaRPr>
          </a:p>
        </p:txBody>
      </p:sp>
      <p:sp>
        <p:nvSpPr>
          <p:cNvPr id="75" name="Rectangle: Rounded Corners 74">
            <a:extLst>
              <a:ext uri="{FF2B5EF4-FFF2-40B4-BE49-F238E27FC236}">
                <a16:creationId xmlns:a16="http://schemas.microsoft.com/office/drawing/2014/main" id="{C76C3FD2-6506-A608-4B33-3BB86E68D7B2}"/>
              </a:ext>
            </a:extLst>
          </p:cNvPr>
          <p:cNvSpPr/>
          <p:nvPr/>
        </p:nvSpPr>
        <p:spPr>
          <a:xfrm>
            <a:off x="10687433" y="3439370"/>
            <a:ext cx="1502049"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50" dirty="0">
                <a:effectLst/>
                <a:ea typeface="Calibri" panose="020F0502020204030204" pitchFamily="34" charset="0"/>
              </a:rPr>
              <a:t>Marta </a:t>
            </a:r>
            <a:r>
              <a:rPr lang="en-GB" sz="950" dirty="0" err="1">
                <a:effectLst/>
                <a:ea typeface="Calibri" panose="020F0502020204030204" pitchFamily="34" charset="0"/>
              </a:rPr>
              <a:t>Latuszek</a:t>
            </a:r>
            <a:r>
              <a:rPr lang="en-GB" sz="950" dirty="0">
                <a:effectLst/>
                <a:ea typeface="Calibri" panose="020F0502020204030204" pitchFamily="34" charset="0"/>
              </a:rPr>
              <a:t> </a:t>
            </a:r>
          </a:p>
          <a:p>
            <a:pPr algn="ctr"/>
            <a:r>
              <a:rPr lang="en-GB" sz="850" dirty="0">
                <a:solidFill>
                  <a:schemeClr val="bg1"/>
                </a:solidFill>
                <a:latin typeface="Calibri" panose="020F0502020204030204" pitchFamily="34" charset="0"/>
                <a:ea typeface="Calibri" panose="020F0502020204030204" pitchFamily="34" charset="0"/>
              </a:rPr>
              <a:t>(</a:t>
            </a:r>
            <a:r>
              <a:rPr lang="en-GB" sz="850" dirty="0">
                <a:effectLst/>
                <a:latin typeface="Calibri" panose="020F0502020204030204" pitchFamily="34" charset="0"/>
                <a:ea typeface="Calibri" panose="020F0502020204030204" pitchFamily="34" charset="0"/>
              </a:rPr>
              <a:t>Finance Business Architect</a:t>
            </a:r>
            <a:r>
              <a:rPr lang="en-GB" sz="950" dirty="0">
                <a:solidFill>
                  <a:schemeClr val="bg1"/>
                </a:solidFill>
                <a:latin typeface="Calibri" panose="020F0502020204030204" pitchFamily="34" charset="0"/>
                <a:ea typeface="Calibri" panose="020F0502020204030204" pitchFamily="34" charset="0"/>
              </a:rPr>
              <a:t>)</a:t>
            </a:r>
            <a:endParaRPr lang="en-IN" sz="950" dirty="0">
              <a:solidFill>
                <a:schemeClr val="bg1"/>
              </a:solidFill>
            </a:endParaRPr>
          </a:p>
        </p:txBody>
      </p:sp>
      <p:sp>
        <p:nvSpPr>
          <p:cNvPr id="44" name="Rectangle: Rounded Corners 43">
            <a:extLst>
              <a:ext uri="{FF2B5EF4-FFF2-40B4-BE49-F238E27FC236}">
                <a16:creationId xmlns:a16="http://schemas.microsoft.com/office/drawing/2014/main" id="{1CBCB0FD-153D-C192-1315-DF69BB26EA25}"/>
              </a:ext>
            </a:extLst>
          </p:cNvPr>
          <p:cNvSpPr/>
          <p:nvPr/>
        </p:nvSpPr>
        <p:spPr>
          <a:xfrm>
            <a:off x="9209705" y="3036426"/>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a:solidFill>
                  <a:schemeClr val="bg1"/>
                </a:solidFill>
                <a:effectLst/>
                <a:ea typeface="Calibri" panose="020F0502020204030204" pitchFamily="34" charset="0"/>
              </a:rPr>
              <a:t>Dominik </a:t>
            </a:r>
            <a:r>
              <a:rPr lang="en-US" sz="950" dirty="0" err="1">
                <a:solidFill>
                  <a:schemeClr val="bg1"/>
                </a:solidFill>
                <a:effectLst/>
                <a:ea typeface="Calibri" panose="020F0502020204030204" pitchFamily="34" charset="0"/>
              </a:rPr>
              <a:t>Dyszkowski</a:t>
            </a:r>
            <a:r>
              <a:rPr lang="en-US" sz="950" dirty="0">
                <a:solidFill>
                  <a:schemeClr val="bg1"/>
                </a:solidFill>
                <a:effectLst/>
                <a:ea typeface="Calibri" panose="020F0502020204030204" pitchFamily="34" charset="0"/>
              </a:rPr>
              <a:t> </a:t>
            </a:r>
            <a:endParaRPr lang="en-IN" sz="950" dirty="0">
              <a:solidFill>
                <a:schemeClr val="bg1"/>
              </a:solidFill>
            </a:endParaRPr>
          </a:p>
          <a:p>
            <a:pPr algn="ctr"/>
            <a:r>
              <a:rPr lang="en-IN" sz="850" dirty="0">
                <a:solidFill>
                  <a:schemeClr val="bg1"/>
                </a:solidFill>
              </a:rPr>
              <a:t>(Billing)</a:t>
            </a:r>
          </a:p>
        </p:txBody>
      </p:sp>
      <p:sp>
        <p:nvSpPr>
          <p:cNvPr id="59" name="Rectangle: Rounded Corners 58">
            <a:extLst>
              <a:ext uri="{FF2B5EF4-FFF2-40B4-BE49-F238E27FC236}">
                <a16:creationId xmlns:a16="http://schemas.microsoft.com/office/drawing/2014/main" id="{E1EECE60-297C-9E91-CE2E-5818C22F13B3}"/>
              </a:ext>
            </a:extLst>
          </p:cNvPr>
          <p:cNvSpPr/>
          <p:nvPr/>
        </p:nvSpPr>
        <p:spPr>
          <a:xfrm>
            <a:off x="8135190" y="3856737"/>
            <a:ext cx="1589494" cy="320112"/>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Antonio Seager</a:t>
            </a:r>
          </a:p>
          <a:p>
            <a:pPr algn="ctr"/>
            <a:r>
              <a:rPr lang="en-IN" sz="800" dirty="0">
                <a:solidFill>
                  <a:schemeClr val="bg1"/>
                </a:solidFill>
              </a:rPr>
              <a:t>(Finance)</a:t>
            </a:r>
          </a:p>
        </p:txBody>
      </p:sp>
    </p:spTree>
    <p:extLst>
      <p:ext uri="{BB962C8B-B14F-4D97-AF65-F5344CB8AC3E}">
        <p14:creationId xmlns:p14="http://schemas.microsoft.com/office/powerpoint/2010/main" val="3711325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54664" y="-27541"/>
            <a:ext cx="10164537" cy="528219"/>
          </a:xfrm>
        </p:spPr>
        <p:txBody>
          <a:bodyPr/>
          <a:lstStyle/>
          <a:p>
            <a:r>
              <a:rPr lang="en-US" sz="1600" dirty="0"/>
              <a:t>Teams for inception and Beyond…</a:t>
            </a:r>
            <a:endParaRPr lang="en-GB" sz="1600" dirty="0"/>
          </a:p>
        </p:txBody>
      </p:sp>
      <p:sp>
        <p:nvSpPr>
          <p:cNvPr id="7" name="Signalisation droite 22">
            <a:extLst>
              <a:ext uri="{FF2B5EF4-FFF2-40B4-BE49-F238E27FC236}">
                <a16:creationId xmlns:a16="http://schemas.microsoft.com/office/drawing/2014/main" id="{CF482E92-8843-4B1E-9460-85D780F726E7}"/>
              </a:ext>
            </a:extLst>
          </p:cNvPr>
          <p:cNvSpPr/>
          <p:nvPr/>
        </p:nvSpPr>
        <p:spPr>
          <a:xfrm>
            <a:off x="355401" y="3084981"/>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a:solidFill>
                  <a:schemeClr val="accent1">
                    <a:lumMod val="50000"/>
                  </a:schemeClr>
                </a:solidFill>
                <a:latin typeface="Ubuntu" panose="020B0504030602030204" pitchFamily="34" charset="0"/>
              </a:rPr>
              <a:t>Architects</a:t>
            </a:r>
          </a:p>
        </p:txBody>
      </p:sp>
      <p:sp>
        <p:nvSpPr>
          <p:cNvPr id="8" name="Signalisation droite 23">
            <a:extLst>
              <a:ext uri="{FF2B5EF4-FFF2-40B4-BE49-F238E27FC236}">
                <a16:creationId xmlns:a16="http://schemas.microsoft.com/office/drawing/2014/main" id="{D2143455-0E20-4682-A2DF-1F58AC4B1135}"/>
              </a:ext>
            </a:extLst>
          </p:cNvPr>
          <p:cNvSpPr/>
          <p:nvPr/>
        </p:nvSpPr>
        <p:spPr>
          <a:xfrm>
            <a:off x="355401" y="3915119"/>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a:solidFill>
                  <a:schemeClr val="accent1">
                    <a:lumMod val="50000"/>
                  </a:schemeClr>
                </a:solidFill>
                <a:latin typeface="Ubuntu" panose="020B0504030602030204" pitchFamily="34" charset="0"/>
              </a:rPr>
              <a:t>Technical Leads</a:t>
            </a:r>
          </a:p>
        </p:txBody>
      </p:sp>
      <p:sp>
        <p:nvSpPr>
          <p:cNvPr id="9" name="Signalisation droite 24">
            <a:extLst>
              <a:ext uri="{FF2B5EF4-FFF2-40B4-BE49-F238E27FC236}">
                <a16:creationId xmlns:a16="http://schemas.microsoft.com/office/drawing/2014/main" id="{C1937554-0865-4E7F-8D99-F7B08ABAFA6F}"/>
              </a:ext>
            </a:extLst>
          </p:cNvPr>
          <p:cNvSpPr/>
          <p:nvPr/>
        </p:nvSpPr>
        <p:spPr>
          <a:xfrm>
            <a:off x="355394" y="1376874"/>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dirty="0">
                <a:solidFill>
                  <a:schemeClr val="accent1">
                    <a:lumMod val="50000"/>
                  </a:schemeClr>
                </a:solidFill>
                <a:latin typeface="Ubuntu"/>
              </a:rPr>
              <a:t>Delivery Leads</a:t>
            </a:r>
          </a:p>
        </p:txBody>
      </p:sp>
      <p:sp>
        <p:nvSpPr>
          <p:cNvPr id="10" name="Signalisation droite 25">
            <a:extLst>
              <a:ext uri="{FF2B5EF4-FFF2-40B4-BE49-F238E27FC236}">
                <a16:creationId xmlns:a16="http://schemas.microsoft.com/office/drawing/2014/main" id="{FEE61689-EBDC-4DD7-8E85-3EDAE8A91A48}"/>
              </a:ext>
            </a:extLst>
          </p:cNvPr>
          <p:cNvSpPr/>
          <p:nvPr/>
        </p:nvSpPr>
        <p:spPr>
          <a:xfrm>
            <a:off x="355401" y="1835086"/>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050" b="1">
                <a:solidFill>
                  <a:schemeClr val="accent1">
                    <a:lumMod val="50000"/>
                  </a:schemeClr>
                </a:solidFill>
                <a:latin typeface="Ubuntu" panose="020B0504030602030204" pitchFamily="34" charset="0"/>
              </a:rPr>
              <a:t>Product Owner</a:t>
            </a:r>
          </a:p>
        </p:txBody>
      </p:sp>
      <p:sp>
        <p:nvSpPr>
          <p:cNvPr id="13" name="Signalisation droite 26">
            <a:extLst>
              <a:ext uri="{FF2B5EF4-FFF2-40B4-BE49-F238E27FC236}">
                <a16:creationId xmlns:a16="http://schemas.microsoft.com/office/drawing/2014/main" id="{95FBCEB3-4ABC-4E9E-BA08-C48578BAB9FD}"/>
              </a:ext>
            </a:extLst>
          </p:cNvPr>
          <p:cNvSpPr/>
          <p:nvPr/>
        </p:nvSpPr>
        <p:spPr>
          <a:xfrm>
            <a:off x="355401" y="4321295"/>
            <a:ext cx="2172439" cy="346521"/>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a:solidFill>
                  <a:schemeClr val="accent1">
                    <a:lumMod val="50000"/>
                  </a:schemeClr>
                </a:solidFill>
                <a:latin typeface="Ubuntu" panose="020B0504030602030204" pitchFamily="34" charset="0"/>
              </a:rPr>
              <a:t>Test Manager</a:t>
            </a:r>
          </a:p>
        </p:txBody>
      </p:sp>
      <p:sp>
        <p:nvSpPr>
          <p:cNvPr id="18" name="Rectangle: Rounded Corners 17">
            <a:extLst>
              <a:ext uri="{FF2B5EF4-FFF2-40B4-BE49-F238E27FC236}">
                <a16:creationId xmlns:a16="http://schemas.microsoft.com/office/drawing/2014/main" id="{571B77EA-D609-72E9-E7C1-18DC17A1913C}"/>
              </a:ext>
            </a:extLst>
          </p:cNvPr>
          <p:cNvSpPr/>
          <p:nvPr/>
        </p:nvSpPr>
        <p:spPr>
          <a:xfrm>
            <a:off x="2956366" y="3089528"/>
            <a:ext cx="1632258" cy="29741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Brett Fabian-Smith</a:t>
            </a:r>
          </a:p>
        </p:txBody>
      </p:sp>
      <p:sp>
        <p:nvSpPr>
          <p:cNvPr id="24" name="Rectangle: Rounded Corners 23">
            <a:extLst>
              <a:ext uri="{FF2B5EF4-FFF2-40B4-BE49-F238E27FC236}">
                <a16:creationId xmlns:a16="http://schemas.microsoft.com/office/drawing/2014/main" id="{955E6E69-29C1-1718-D72A-5AE79009A804}"/>
              </a:ext>
            </a:extLst>
          </p:cNvPr>
          <p:cNvSpPr/>
          <p:nvPr/>
        </p:nvSpPr>
        <p:spPr>
          <a:xfrm>
            <a:off x="2961226" y="3921920"/>
            <a:ext cx="2175707" cy="3270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Vamshi Chennamadhavuni</a:t>
            </a:r>
          </a:p>
          <a:p>
            <a:pPr algn="ctr"/>
            <a:r>
              <a:rPr lang="en-IN" sz="850" dirty="0">
                <a:solidFill>
                  <a:schemeClr val="bg1"/>
                </a:solidFill>
              </a:rPr>
              <a:t>(Guidewire)</a:t>
            </a:r>
          </a:p>
        </p:txBody>
      </p:sp>
      <p:sp>
        <p:nvSpPr>
          <p:cNvPr id="25" name="Rectangle: Rounded Corners 24">
            <a:extLst>
              <a:ext uri="{FF2B5EF4-FFF2-40B4-BE49-F238E27FC236}">
                <a16:creationId xmlns:a16="http://schemas.microsoft.com/office/drawing/2014/main" id="{D41F7F17-E643-06F5-2DCE-DAA285B8B81F}"/>
              </a:ext>
            </a:extLst>
          </p:cNvPr>
          <p:cNvSpPr/>
          <p:nvPr/>
        </p:nvSpPr>
        <p:spPr>
          <a:xfrm>
            <a:off x="2968589" y="4333246"/>
            <a:ext cx="3510929" cy="29726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err="1">
                <a:solidFill>
                  <a:schemeClr val="bg1"/>
                </a:solidFill>
              </a:rPr>
              <a:t>SivaramaKrishna</a:t>
            </a:r>
            <a:r>
              <a:rPr lang="en-IN" sz="950" dirty="0">
                <a:solidFill>
                  <a:schemeClr val="bg1"/>
                </a:solidFill>
              </a:rPr>
              <a:t> Narayanan</a:t>
            </a:r>
            <a:endParaRPr lang="en-US" sz="950" dirty="0">
              <a:solidFill>
                <a:schemeClr val="bg1"/>
              </a:solidFill>
            </a:endParaRPr>
          </a:p>
        </p:txBody>
      </p:sp>
      <p:sp>
        <p:nvSpPr>
          <p:cNvPr id="27" name="Rectangle: Rounded Corners 26">
            <a:extLst>
              <a:ext uri="{FF2B5EF4-FFF2-40B4-BE49-F238E27FC236}">
                <a16:creationId xmlns:a16="http://schemas.microsoft.com/office/drawing/2014/main" id="{037FD3AD-AAD4-B517-A34E-059E0882B174}"/>
              </a:ext>
            </a:extLst>
          </p:cNvPr>
          <p:cNvSpPr/>
          <p:nvPr/>
        </p:nvSpPr>
        <p:spPr>
          <a:xfrm>
            <a:off x="7027960" y="1367004"/>
            <a:ext cx="1666330" cy="30028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Athik Miah</a:t>
            </a:r>
          </a:p>
          <a:p>
            <a:pPr algn="ctr"/>
            <a:r>
              <a:rPr lang="en-IN" sz="850" dirty="0">
                <a:solidFill>
                  <a:schemeClr val="bg1"/>
                </a:solidFill>
              </a:rPr>
              <a:t>(Billing)</a:t>
            </a:r>
          </a:p>
        </p:txBody>
      </p:sp>
      <p:sp>
        <p:nvSpPr>
          <p:cNvPr id="31" name="Rectangle: Rounded Corners 30">
            <a:extLst>
              <a:ext uri="{FF2B5EF4-FFF2-40B4-BE49-F238E27FC236}">
                <a16:creationId xmlns:a16="http://schemas.microsoft.com/office/drawing/2014/main" id="{AEF0F270-8715-80BD-8234-1A25BB77CD8A}"/>
              </a:ext>
            </a:extLst>
          </p:cNvPr>
          <p:cNvSpPr/>
          <p:nvPr/>
        </p:nvSpPr>
        <p:spPr>
          <a:xfrm>
            <a:off x="6210705" y="3061685"/>
            <a:ext cx="1425312"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Dean Johnston</a:t>
            </a:r>
          </a:p>
        </p:txBody>
      </p:sp>
      <p:sp>
        <p:nvSpPr>
          <p:cNvPr id="33" name="Rectangle: Rounded Corners 32">
            <a:extLst>
              <a:ext uri="{FF2B5EF4-FFF2-40B4-BE49-F238E27FC236}">
                <a16:creationId xmlns:a16="http://schemas.microsoft.com/office/drawing/2014/main" id="{A3F475C5-907D-6532-8579-331CF8BAE291}"/>
              </a:ext>
            </a:extLst>
          </p:cNvPr>
          <p:cNvSpPr/>
          <p:nvPr/>
        </p:nvSpPr>
        <p:spPr>
          <a:xfrm>
            <a:off x="6784015" y="4342335"/>
            <a:ext cx="3250237" cy="289301"/>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TBD (from Hexaware)</a:t>
            </a:r>
          </a:p>
        </p:txBody>
      </p:sp>
      <p:sp>
        <p:nvSpPr>
          <p:cNvPr id="37" name="Rectangle: Rounded Corners 36">
            <a:extLst>
              <a:ext uri="{FF2B5EF4-FFF2-40B4-BE49-F238E27FC236}">
                <a16:creationId xmlns:a16="http://schemas.microsoft.com/office/drawing/2014/main" id="{BF0DF6CC-3BE1-2648-3B74-57113A199020}"/>
              </a:ext>
            </a:extLst>
          </p:cNvPr>
          <p:cNvSpPr/>
          <p:nvPr/>
        </p:nvSpPr>
        <p:spPr>
          <a:xfrm>
            <a:off x="8823177" y="1370693"/>
            <a:ext cx="1925434" cy="289301"/>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Stephen Payne</a:t>
            </a:r>
          </a:p>
        </p:txBody>
      </p:sp>
      <p:sp>
        <p:nvSpPr>
          <p:cNvPr id="40" name="Rectangle: Rounded Corners 39">
            <a:extLst>
              <a:ext uri="{FF2B5EF4-FFF2-40B4-BE49-F238E27FC236}">
                <a16:creationId xmlns:a16="http://schemas.microsoft.com/office/drawing/2014/main" id="{352D14A1-BAC8-8576-C1DC-F9C4DD35CBBE}"/>
              </a:ext>
            </a:extLst>
          </p:cNvPr>
          <p:cNvSpPr/>
          <p:nvPr/>
        </p:nvSpPr>
        <p:spPr>
          <a:xfrm>
            <a:off x="7777190" y="3059560"/>
            <a:ext cx="1425312"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Matt Reynolds</a:t>
            </a:r>
          </a:p>
        </p:txBody>
      </p:sp>
      <p:sp>
        <p:nvSpPr>
          <p:cNvPr id="42" name="Rectangle: Rounded Corners 41">
            <a:extLst>
              <a:ext uri="{FF2B5EF4-FFF2-40B4-BE49-F238E27FC236}">
                <a16:creationId xmlns:a16="http://schemas.microsoft.com/office/drawing/2014/main" id="{19ED339B-7A18-7B10-E72E-B41146A09498}"/>
              </a:ext>
            </a:extLst>
          </p:cNvPr>
          <p:cNvSpPr/>
          <p:nvPr/>
        </p:nvSpPr>
        <p:spPr>
          <a:xfrm>
            <a:off x="7050687" y="3896585"/>
            <a:ext cx="1405746" cy="33626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Gourab Marik</a:t>
            </a:r>
          </a:p>
          <a:p>
            <a:pPr algn="ctr"/>
            <a:r>
              <a:rPr lang="en-IN" sz="850" dirty="0">
                <a:solidFill>
                  <a:schemeClr val="bg1"/>
                </a:solidFill>
              </a:rPr>
              <a:t>(Integration)</a:t>
            </a:r>
          </a:p>
        </p:txBody>
      </p:sp>
      <p:sp>
        <p:nvSpPr>
          <p:cNvPr id="43" name="Rectangle: Rounded Corners 42">
            <a:extLst>
              <a:ext uri="{FF2B5EF4-FFF2-40B4-BE49-F238E27FC236}">
                <a16:creationId xmlns:a16="http://schemas.microsoft.com/office/drawing/2014/main" id="{E8A31937-0281-AB06-CD23-C92E28045440}"/>
              </a:ext>
            </a:extLst>
          </p:cNvPr>
          <p:cNvSpPr/>
          <p:nvPr/>
        </p:nvSpPr>
        <p:spPr>
          <a:xfrm>
            <a:off x="8608466" y="3889341"/>
            <a:ext cx="1425786" cy="3270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Balaji KV</a:t>
            </a:r>
          </a:p>
          <a:p>
            <a:pPr algn="ctr"/>
            <a:r>
              <a:rPr lang="en-IN" sz="850" dirty="0">
                <a:solidFill>
                  <a:schemeClr val="bg1"/>
                </a:solidFill>
              </a:rPr>
              <a:t>(Billing)</a:t>
            </a:r>
          </a:p>
        </p:txBody>
      </p:sp>
      <p:sp>
        <p:nvSpPr>
          <p:cNvPr id="45" name="Signalisation droite 24">
            <a:extLst>
              <a:ext uri="{FF2B5EF4-FFF2-40B4-BE49-F238E27FC236}">
                <a16:creationId xmlns:a16="http://schemas.microsoft.com/office/drawing/2014/main" id="{F90EC28B-1E07-0F7A-F0F6-57BE81225AA2}"/>
              </a:ext>
            </a:extLst>
          </p:cNvPr>
          <p:cNvSpPr/>
          <p:nvPr/>
        </p:nvSpPr>
        <p:spPr>
          <a:xfrm>
            <a:off x="355394" y="962332"/>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defRPr/>
            </a:pPr>
            <a:r>
              <a:rPr lang="en-US" sz="1050" b="1" dirty="0">
                <a:solidFill>
                  <a:schemeClr val="accent1">
                    <a:lumMod val="50000"/>
                  </a:schemeClr>
                </a:solidFill>
                <a:latin typeface="Ubuntu"/>
              </a:rPr>
              <a:t>Programme Directors</a:t>
            </a:r>
            <a:endParaRPr lang="en-US" sz="1050" b="1" dirty="0">
              <a:solidFill>
                <a:schemeClr val="accent1">
                  <a:lumMod val="50000"/>
                </a:schemeClr>
              </a:solidFill>
              <a:latin typeface="Ubuntu" panose="020B0504030602030204" pitchFamily="34" charset="0"/>
            </a:endParaRPr>
          </a:p>
        </p:txBody>
      </p:sp>
      <p:sp>
        <p:nvSpPr>
          <p:cNvPr id="46" name="Rectangle: Rounded Corners 45">
            <a:extLst>
              <a:ext uri="{FF2B5EF4-FFF2-40B4-BE49-F238E27FC236}">
                <a16:creationId xmlns:a16="http://schemas.microsoft.com/office/drawing/2014/main" id="{29E3ED98-0A5D-ACDF-C52F-5C788B3262F4}"/>
              </a:ext>
            </a:extLst>
          </p:cNvPr>
          <p:cNvSpPr/>
          <p:nvPr/>
        </p:nvSpPr>
        <p:spPr>
          <a:xfrm>
            <a:off x="2958784" y="963325"/>
            <a:ext cx="3573497" cy="30550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a:solidFill>
                  <a:schemeClr val="bg1"/>
                </a:solidFill>
              </a:rPr>
              <a:t>Max Cartwright</a:t>
            </a:r>
            <a:endParaRPr lang="en-US" sz="950"/>
          </a:p>
        </p:txBody>
      </p:sp>
      <p:sp>
        <p:nvSpPr>
          <p:cNvPr id="47" name="Rectangle: Rounded Corners 46">
            <a:extLst>
              <a:ext uri="{FF2B5EF4-FFF2-40B4-BE49-F238E27FC236}">
                <a16:creationId xmlns:a16="http://schemas.microsoft.com/office/drawing/2014/main" id="{C1FD1D2F-8602-F2F1-0EF8-F3A5E2C835B3}"/>
              </a:ext>
            </a:extLst>
          </p:cNvPr>
          <p:cNvSpPr/>
          <p:nvPr/>
        </p:nvSpPr>
        <p:spPr>
          <a:xfrm>
            <a:off x="6627861" y="961686"/>
            <a:ext cx="3250237" cy="314152"/>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Warren Pilkington</a:t>
            </a:r>
          </a:p>
        </p:txBody>
      </p:sp>
      <p:sp>
        <p:nvSpPr>
          <p:cNvPr id="48" name="Rectangle: Rounded Corners 47">
            <a:extLst>
              <a:ext uri="{FF2B5EF4-FFF2-40B4-BE49-F238E27FC236}">
                <a16:creationId xmlns:a16="http://schemas.microsoft.com/office/drawing/2014/main" id="{DBBD1BD3-AEB4-3796-CD10-3E64FE8AEC55}"/>
              </a:ext>
            </a:extLst>
          </p:cNvPr>
          <p:cNvSpPr/>
          <p:nvPr/>
        </p:nvSpPr>
        <p:spPr>
          <a:xfrm>
            <a:off x="2965274" y="1349516"/>
            <a:ext cx="2113454" cy="32491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Ananda Arasu </a:t>
            </a:r>
            <a:r>
              <a:rPr lang="en-IN" sz="950" err="1">
                <a:solidFill>
                  <a:schemeClr val="bg1"/>
                </a:solidFill>
              </a:rPr>
              <a:t>Ponnaiah</a:t>
            </a:r>
          </a:p>
        </p:txBody>
      </p:sp>
      <p:sp>
        <p:nvSpPr>
          <p:cNvPr id="49" name="Rectangle: Rounded Corners 48">
            <a:extLst>
              <a:ext uri="{FF2B5EF4-FFF2-40B4-BE49-F238E27FC236}">
                <a16:creationId xmlns:a16="http://schemas.microsoft.com/office/drawing/2014/main" id="{4D207688-39E6-D5AF-EA8F-22F7187A7A77}"/>
              </a:ext>
            </a:extLst>
          </p:cNvPr>
          <p:cNvSpPr/>
          <p:nvPr/>
        </p:nvSpPr>
        <p:spPr>
          <a:xfrm>
            <a:off x="5228110" y="1367511"/>
            <a:ext cx="1666330" cy="3141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Natraj </a:t>
            </a:r>
            <a:r>
              <a:rPr lang="en-IN" sz="950" err="1">
                <a:solidFill>
                  <a:schemeClr val="bg1"/>
                </a:solidFill>
              </a:rPr>
              <a:t>Gudla</a:t>
            </a:r>
          </a:p>
        </p:txBody>
      </p:sp>
      <p:sp>
        <p:nvSpPr>
          <p:cNvPr id="51" name="Signalisation droite 26">
            <a:extLst>
              <a:ext uri="{FF2B5EF4-FFF2-40B4-BE49-F238E27FC236}">
                <a16:creationId xmlns:a16="http://schemas.microsoft.com/office/drawing/2014/main" id="{DEEC0034-B3D3-273D-2EAA-CA6ABA791932}"/>
              </a:ext>
            </a:extLst>
          </p:cNvPr>
          <p:cNvSpPr/>
          <p:nvPr/>
        </p:nvSpPr>
        <p:spPr>
          <a:xfrm>
            <a:off x="355401" y="4748108"/>
            <a:ext cx="2172439" cy="346521"/>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a:solidFill>
                  <a:schemeClr val="accent1">
                    <a:lumMod val="50000"/>
                  </a:schemeClr>
                </a:solidFill>
                <a:latin typeface="Ubuntu" panose="020B0504030602030204" pitchFamily="34" charset="0"/>
              </a:rPr>
              <a:t>Product Rationalization</a:t>
            </a:r>
          </a:p>
        </p:txBody>
      </p:sp>
      <p:sp>
        <p:nvSpPr>
          <p:cNvPr id="54" name="Signalisation droite 25">
            <a:extLst>
              <a:ext uri="{FF2B5EF4-FFF2-40B4-BE49-F238E27FC236}">
                <a16:creationId xmlns:a16="http://schemas.microsoft.com/office/drawing/2014/main" id="{E71E1F2D-6EDC-DCFD-7472-49C20451C5CE}"/>
              </a:ext>
            </a:extLst>
          </p:cNvPr>
          <p:cNvSpPr/>
          <p:nvPr/>
        </p:nvSpPr>
        <p:spPr>
          <a:xfrm>
            <a:off x="355401" y="556164"/>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050" b="1" dirty="0">
                <a:solidFill>
                  <a:schemeClr val="accent1">
                    <a:lumMod val="50000"/>
                  </a:schemeClr>
                </a:solidFill>
                <a:latin typeface="Ubuntu"/>
              </a:rPr>
              <a:t>Business Sponsors / Delivery Exec</a:t>
            </a:r>
            <a:endParaRPr lang="en-US" sz="1050" b="1" dirty="0">
              <a:solidFill>
                <a:schemeClr val="accent1">
                  <a:lumMod val="50000"/>
                </a:schemeClr>
              </a:solidFill>
              <a:latin typeface="Ubuntu" panose="020B0504030602030204" pitchFamily="34" charset="0"/>
            </a:endParaRPr>
          </a:p>
        </p:txBody>
      </p:sp>
      <p:sp>
        <p:nvSpPr>
          <p:cNvPr id="55" name="Rectangle: Rounded Corners 54">
            <a:extLst>
              <a:ext uri="{FF2B5EF4-FFF2-40B4-BE49-F238E27FC236}">
                <a16:creationId xmlns:a16="http://schemas.microsoft.com/office/drawing/2014/main" id="{14133841-23B0-214F-D90C-3566F5697992}"/>
              </a:ext>
            </a:extLst>
          </p:cNvPr>
          <p:cNvSpPr/>
          <p:nvPr/>
        </p:nvSpPr>
        <p:spPr>
          <a:xfrm>
            <a:off x="4955608" y="583528"/>
            <a:ext cx="1838346" cy="318989"/>
          </a:xfrm>
          <a:prstGeom prst="roundRect">
            <a:avLst/>
          </a:prstGeom>
          <a:solidFill>
            <a:srgbClr val="FF66CC"/>
          </a:solidFill>
          <a:ln w="12700" cap="flat" cmpd="sng" algn="ctr">
            <a:solidFill>
              <a:srgbClr val="FFFFFF">
                <a:hueOff val="0"/>
                <a:satOff val="0"/>
                <a:lumOff val="0"/>
                <a:alphaOff val="0"/>
              </a:srgbClr>
            </a:solidFill>
            <a:prstDash val="solid"/>
            <a:miter lim="800000"/>
          </a:ln>
          <a:effectLst/>
        </p:spPr>
        <p:txBody>
          <a:bodyPr rtlCol="0" anchor="ctr"/>
          <a:lstStyle/>
          <a:p>
            <a:pPr algn="ctr"/>
            <a:r>
              <a:rPr lang="en-IN" sz="950" dirty="0" err="1">
                <a:solidFill>
                  <a:schemeClr val="bg1"/>
                </a:solidFill>
              </a:rPr>
              <a:t>Vanesssa</a:t>
            </a:r>
            <a:r>
              <a:rPr lang="en-IN" sz="950" dirty="0">
                <a:solidFill>
                  <a:schemeClr val="bg1"/>
                </a:solidFill>
              </a:rPr>
              <a:t> Ortega</a:t>
            </a:r>
          </a:p>
        </p:txBody>
      </p:sp>
      <p:sp>
        <p:nvSpPr>
          <p:cNvPr id="56" name="Signalisation droite 26">
            <a:extLst>
              <a:ext uri="{FF2B5EF4-FFF2-40B4-BE49-F238E27FC236}">
                <a16:creationId xmlns:a16="http://schemas.microsoft.com/office/drawing/2014/main" id="{5A0D705D-0922-C500-DCCF-A70855A706D0}"/>
              </a:ext>
            </a:extLst>
          </p:cNvPr>
          <p:cNvSpPr/>
          <p:nvPr/>
        </p:nvSpPr>
        <p:spPr>
          <a:xfrm>
            <a:off x="363792" y="5587348"/>
            <a:ext cx="2158254" cy="32819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dirty="0">
                <a:solidFill>
                  <a:schemeClr val="accent1">
                    <a:lumMod val="50000"/>
                  </a:schemeClr>
                </a:solidFill>
                <a:latin typeface="Ubuntu" panose="020B0504030602030204" pitchFamily="34" charset="0"/>
              </a:rPr>
              <a:t>Procurement</a:t>
            </a:r>
          </a:p>
        </p:txBody>
      </p:sp>
      <p:sp>
        <p:nvSpPr>
          <p:cNvPr id="57" name="Rectangle: Rounded Corners 56">
            <a:extLst>
              <a:ext uri="{FF2B5EF4-FFF2-40B4-BE49-F238E27FC236}">
                <a16:creationId xmlns:a16="http://schemas.microsoft.com/office/drawing/2014/main" id="{FA9B77D7-CB12-72E7-9C39-15642DAD2A8B}"/>
              </a:ext>
            </a:extLst>
          </p:cNvPr>
          <p:cNvSpPr/>
          <p:nvPr/>
        </p:nvSpPr>
        <p:spPr>
          <a:xfrm>
            <a:off x="2947208" y="5596733"/>
            <a:ext cx="3573498" cy="33030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a:solidFill>
                  <a:schemeClr val="bg1"/>
                </a:solidFill>
              </a:rPr>
              <a:t>Ian Craney</a:t>
            </a:r>
          </a:p>
        </p:txBody>
      </p:sp>
      <p:sp>
        <p:nvSpPr>
          <p:cNvPr id="58" name="Rectangle: Rounded Corners 57">
            <a:extLst>
              <a:ext uri="{FF2B5EF4-FFF2-40B4-BE49-F238E27FC236}">
                <a16:creationId xmlns:a16="http://schemas.microsoft.com/office/drawing/2014/main" id="{476F6A9E-1225-F31F-CC6D-DF0BCC19D373}"/>
              </a:ext>
            </a:extLst>
          </p:cNvPr>
          <p:cNvSpPr/>
          <p:nvPr/>
        </p:nvSpPr>
        <p:spPr>
          <a:xfrm>
            <a:off x="6757068" y="5591503"/>
            <a:ext cx="3250237"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a:solidFill>
                  <a:schemeClr val="bg1"/>
                </a:solidFill>
              </a:rPr>
              <a:t>Ben </a:t>
            </a:r>
            <a:r>
              <a:rPr lang="en-IN" sz="950" err="1">
                <a:solidFill>
                  <a:schemeClr val="bg1"/>
                </a:solidFill>
              </a:rPr>
              <a:t>Lowles</a:t>
            </a:r>
          </a:p>
        </p:txBody>
      </p:sp>
      <p:sp>
        <p:nvSpPr>
          <p:cNvPr id="60" name="Rectangle: Rounded Corners 59">
            <a:extLst>
              <a:ext uri="{FF2B5EF4-FFF2-40B4-BE49-F238E27FC236}">
                <a16:creationId xmlns:a16="http://schemas.microsoft.com/office/drawing/2014/main" id="{1908A986-EA3E-EC36-BB95-059E12FB0A7C}"/>
              </a:ext>
            </a:extLst>
          </p:cNvPr>
          <p:cNvSpPr/>
          <p:nvPr/>
        </p:nvSpPr>
        <p:spPr>
          <a:xfrm>
            <a:off x="2958856" y="1801292"/>
            <a:ext cx="1416521"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Abby Vredenburg</a:t>
            </a:r>
          </a:p>
          <a:p>
            <a:pPr algn="ctr"/>
            <a:r>
              <a:rPr lang="en-IN" sz="850" dirty="0">
                <a:solidFill>
                  <a:schemeClr val="bg1"/>
                </a:solidFill>
              </a:rPr>
              <a:t>(Business Process)</a:t>
            </a:r>
          </a:p>
        </p:txBody>
      </p:sp>
      <p:sp>
        <p:nvSpPr>
          <p:cNvPr id="2" name="Rectangle: Rounded Corners 1">
            <a:extLst>
              <a:ext uri="{FF2B5EF4-FFF2-40B4-BE49-F238E27FC236}">
                <a16:creationId xmlns:a16="http://schemas.microsoft.com/office/drawing/2014/main" id="{C0CAE81E-CAC7-0C52-E2E4-6A9F71FAF871}"/>
              </a:ext>
            </a:extLst>
          </p:cNvPr>
          <p:cNvSpPr/>
          <p:nvPr/>
        </p:nvSpPr>
        <p:spPr>
          <a:xfrm>
            <a:off x="8028028" y="121186"/>
            <a:ext cx="1004124" cy="213217"/>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rPr>
              <a:t>Beazley</a:t>
            </a:r>
          </a:p>
        </p:txBody>
      </p:sp>
      <p:sp>
        <p:nvSpPr>
          <p:cNvPr id="5" name="Rectangle: Rounded Corners 4">
            <a:extLst>
              <a:ext uri="{FF2B5EF4-FFF2-40B4-BE49-F238E27FC236}">
                <a16:creationId xmlns:a16="http://schemas.microsoft.com/office/drawing/2014/main" id="{28929B99-8514-BD0D-C3FF-41DC0E1AB85A}"/>
              </a:ext>
            </a:extLst>
          </p:cNvPr>
          <p:cNvSpPr/>
          <p:nvPr/>
        </p:nvSpPr>
        <p:spPr>
          <a:xfrm>
            <a:off x="9101405" y="114200"/>
            <a:ext cx="1001282" cy="22020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rPr>
              <a:t>Capgemini</a:t>
            </a:r>
          </a:p>
        </p:txBody>
      </p:sp>
      <p:sp>
        <p:nvSpPr>
          <p:cNvPr id="6" name="Rectangle: Rounded Corners 5">
            <a:extLst>
              <a:ext uri="{FF2B5EF4-FFF2-40B4-BE49-F238E27FC236}">
                <a16:creationId xmlns:a16="http://schemas.microsoft.com/office/drawing/2014/main" id="{4075ED8A-5485-62F1-BBA6-2C62EAA06B1C}"/>
              </a:ext>
            </a:extLst>
          </p:cNvPr>
          <p:cNvSpPr/>
          <p:nvPr/>
        </p:nvSpPr>
        <p:spPr>
          <a:xfrm>
            <a:off x="2947357" y="578413"/>
            <a:ext cx="1972513" cy="3270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Barry Houston</a:t>
            </a:r>
          </a:p>
        </p:txBody>
      </p:sp>
      <p:sp>
        <p:nvSpPr>
          <p:cNvPr id="11" name="Rectangle: Rounded Corners 10">
            <a:extLst>
              <a:ext uri="{FF2B5EF4-FFF2-40B4-BE49-F238E27FC236}">
                <a16:creationId xmlns:a16="http://schemas.microsoft.com/office/drawing/2014/main" id="{873DABBF-ACC5-70E9-5C0E-7E29BF76981A}"/>
              </a:ext>
            </a:extLst>
          </p:cNvPr>
          <p:cNvSpPr/>
          <p:nvPr/>
        </p:nvSpPr>
        <p:spPr>
          <a:xfrm>
            <a:off x="6840879" y="593466"/>
            <a:ext cx="1925434" cy="302993"/>
          </a:xfrm>
          <a:prstGeom prst="roundRect">
            <a:avLst/>
          </a:prstGeom>
          <a:solidFill>
            <a:srgbClr val="FF66CC"/>
          </a:solidFill>
          <a:ln w="12700" cap="flat" cmpd="sng" algn="ctr">
            <a:solidFill>
              <a:srgbClr val="FFFFFF">
                <a:hueOff val="0"/>
                <a:satOff val="0"/>
                <a:lumOff val="0"/>
                <a:alphaOff val="0"/>
              </a:srgbClr>
            </a:solidFill>
            <a:prstDash val="solid"/>
            <a:miter lim="800000"/>
          </a:ln>
          <a:effectLst/>
        </p:spPr>
        <p:txBody>
          <a:bodyPr lIns="91440" tIns="45720" rIns="91440" bIns="45720" rtlCol="0" anchor="ctr"/>
          <a:lstStyle/>
          <a:p>
            <a:pPr algn="ctr"/>
            <a:r>
              <a:rPr lang="en-IN" sz="950" err="1">
                <a:solidFill>
                  <a:schemeClr val="bg1"/>
                </a:solidFill>
              </a:rPr>
              <a:t>Akhlas</a:t>
            </a:r>
            <a:r>
              <a:rPr lang="en-IN" sz="950">
                <a:solidFill>
                  <a:schemeClr val="bg1"/>
                </a:solidFill>
              </a:rPr>
              <a:t> Hafiz</a:t>
            </a:r>
            <a:endParaRPr lang="en-US" sz="950"/>
          </a:p>
        </p:txBody>
      </p:sp>
      <p:sp>
        <p:nvSpPr>
          <p:cNvPr id="15" name="Signalisation droite 25">
            <a:extLst>
              <a:ext uri="{FF2B5EF4-FFF2-40B4-BE49-F238E27FC236}">
                <a16:creationId xmlns:a16="http://schemas.microsoft.com/office/drawing/2014/main" id="{F5F56D37-7D16-F5FB-A7BB-EC0BE051CBC4}"/>
              </a:ext>
            </a:extLst>
          </p:cNvPr>
          <p:cNvSpPr/>
          <p:nvPr/>
        </p:nvSpPr>
        <p:spPr>
          <a:xfrm>
            <a:off x="355401" y="2266306"/>
            <a:ext cx="2172439" cy="339613"/>
          </a:xfrm>
          <a:prstGeom prst="homePlate">
            <a:avLst/>
          </a:prstGeom>
          <a:solidFill>
            <a:srgbClr val="78CF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050" b="1">
                <a:solidFill>
                  <a:schemeClr val="accent1">
                    <a:lumMod val="50000"/>
                  </a:schemeClr>
                </a:solidFill>
                <a:latin typeface="Ubuntu"/>
              </a:rPr>
              <a:t>Functional Leads</a:t>
            </a:r>
            <a:endParaRPr lang="en-US" sz="1600"/>
          </a:p>
        </p:txBody>
      </p:sp>
      <p:sp>
        <p:nvSpPr>
          <p:cNvPr id="16" name="Rectangle: Rounded Corners 15">
            <a:extLst>
              <a:ext uri="{FF2B5EF4-FFF2-40B4-BE49-F238E27FC236}">
                <a16:creationId xmlns:a16="http://schemas.microsoft.com/office/drawing/2014/main" id="{B6115C53-43F7-67FD-689E-29E4FE040E16}"/>
              </a:ext>
            </a:extLst>
          </p:cNvPr>
          <p:cNvSpPr/>
          <p:nvPr/>
        </p:nvSpPr>
        <p:spPr>
          <a:xfrm>
            <a:off x="2960116" y="2240066"/>
            <a:ext cx="2688546" cy="3211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Sherezad Contractor </a:t>
            </a:r>
            <a:endParaRPr lang="en-US" sz="950" dirty="0">
              <a:solidFill>
                <a:schemeClr val="bg1"/>
              </a:solidFill>
            </a:endParaRPr>
          </a:p>
          <a:p>
            <a:pPr algn="ctr"/>
            <a:r>
              <a:rPr lang="en-IN" sz="850" dirty="0">
                <a:solidFill>
                  <a:schemeClr val="bg1"/>
                </a:solidFill>
              </a:rPr>
              <a:t>(Policy)</a:t>
            </a:r>
          </a:p>
        </p:txBody>
      </p:sp>
      <p:sp>
        <p:nvSpPr>
          <p:cNvPr id="22" name="Rectangle: Rounded Corners 21">
            <a:extLst>
              <a:ext uri="{FF2B5EF4-FFF2-40B4-BE49-F238E27FC236}">
                <a16:creationId xmlns:a16="http://schemas.microsoft.com/office/drawing/2014/main" id="{C5477E02-1B87-0425-2FFE-22E7E6642DDC}"/>
              </a:ext>
            </a:extLst>
          </p:cNvPr>
          <p:cNvSpPr/>
          <p:nvPr/>
        </p:nvSpPr>
        <p:spPr>
          <a:xfrm>
            <a:off x="5822499" y="2233869"/>
            <a:ext cx="2269553" cy="3383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Sriram Jagannathan</a:t>
            </a:r>
          </a:p>
          <a:p>
            <a:pPr algn="ctr"/>
            <a:r>
              <a:rPr lang="en-IN" sz="850" dirty="0">
                <a:solidFill>
                  <a:schemeClr val="bg1"/>
                </a:solidFill>
              </a:rPr>
              <a:t> (Billing)</a:t>
            </a:r>
          </a:p>
        </p:txBody>
      </p:sp>
      <p:sp>
        <p:nvSpPr>
          <p:cNvPr id="12" name="Rectangle: Rounded Corners 11">
            <a:extLst>
              <a:ext uri="{FF2B5EF4-FFF2-40B4-BE49-F238E27FC236}">
                <a16:creationId xmlns:a16="http://schemas.microsoft.com/office/drawing/2014/main" id="{9E4BF4D9-9D54-2EA5-0D69-7C0FF8C6E2A2}"/>
              </a:ext>
            </a:extLst>
          </p:cNvPr>
          <p:cNvSpPr/>
          <p:nvPr/>
        </p:nvSpPr>
        <p:spPr>
          <a:xfrm>
            <a:off x="2959247" y="4762514"/>
            <a:ext cx="1121755" cy="29741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Peter Dixon</a:t>
            </a:r>
            <a:endParaRPr lang="en-US" sz="950" dirty="0"/>
          </a:p>
        </p:txBody>
      </p:sp>
      <p:sp>
        <p:nvSpPr>
          <p:cNvPr id="14" name="Rectangle: Rounded Corners 13">
            <a:extLst>
              <a:ext uri="{FF2B5EF4-FFF2-40B4-BE49-F238E27FC236}">
                <a16:creationId xmlns:a16="http://schemas.microsoft.com/office/drawing/2014/main" id="{6BB6CD4C-2327-F604-CD62-6B258FAE91F0}"/>
              </a:ext>
            </a:extLst>
          </p:cNvPr>
          <p:cNvSpPr/>
          <p:nvPr/>
        </p:nvSpPr>
        <p:spPr>
          <a:xfrm>
            <a:off x="4130530" y="4754123"/>
            <a:ext cx="1230773" cy="3058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Kelly Reisling</a:t>
            </a:r>
            <a:endParaRPr lang="en-US" sz="950" dirty="0"/>
          </a:p>
        </p:txBody>
      </p:sp>
      <p:sp>
        <p:nvSpPr>
          <p:cNvPr id="17" name="Rectangle: Rounded Corners 16">
            <a:extLst>
              <a:ext uri="{FF2B5EF4-FFF2-40B4-BE49-F238E27FC236}">
                <a16:creationId xmlns:a16="http://schemas.microsoft.com/office/drawing/2014/main" id="{846966F0-5E16-612A-9412-C827212895C9}"/>
              </a:ext>
            </a:extLst>
          </p:cNvPr>
          <p:cNvSpPr/>
          <p:nvPr/>
        </p:nvSpPr>
        <p:spPr>
          <a:xfrm>
            <a:off x="5421988" y="4762374"/>
            <a:ext cx="1070363" cy="29039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Jeff </a:t>
            </a:r>
            <a:r>
              <a:rPr lang="en-IN" sz="950" dirty="0" err="1">
                <a:solidFill>
                  <a:schemeClr val="bg1"/>
                </a:solidFill>
              </a:rPr>
              <a:t>Colandrea</a:t>
            </a:r>
            <a:endParaRPr lang="en-IN" sz="950" dirty="0">
              <a:solidFill>
                <a:schemeClr val="bg1"/>
              </a:solidFill>
            </a:endParaRPr>
          </a:p>
        </p:txBody>
      </p:sp>
      <p:sp>
        <p:nvSpPr>
          <p:cNvPr id="23" name="Rectangle: Rounded Corners 22">
            <a:extLst>
              <a:ext uri="{FF2B5EF4-FFF2-40B4-BE49-F238E27FC236}">
                <a16:creationId xmlns:a16="http://schemas.microsoft.com/office/drawing/2014/main" id="{C8477846-C2D4-B82A-99BD-7F52995EA5E7}"/>
              </a:ext>
            </a:extLst>
          </p:cNvPr>
          <p:cNvSpPr/>
          <p:nvPr/>
        </p:nvSpPr>
        <p:spPr>
          <a:xfrm>
            <a:off x="5228110" y="3908742"/>
            <a:ext cx="1743145" cy="33605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Rajesh Bandaru</a:t>
            </a:r>
            <a:endParaRPr lang="en-US" sz="950" dirty="0">
              <a:solidFill>
                <a:schemeClr val="bg1"/>
              </a:solidFill>
            </a:endParaRPr>
          </a:p>
          <a:p>
            <a:pPr algn="ctr"/>
            <a:r>
              <a:rPr lang="en-IN" sz="850" dirty="0">
                <a:solidFill>
                  <a:schemeClr val="bg1"/>
                </a:solidFill>
              </a:rPr>
              <a:t>(Policy)</a:t>
            </a:r>
          </a:p>
        </p:txBody>
      </p:sp>
      <p:sp>
        <p:nvSpPr>
          <p:cNvPr id="26" name="Signalisation droite 23">
            <a:extLst>
              <a:ext uri="{FF2B5EF4-FFF2-40B4-BE49-F238E27FC236}">
                <a16:creationId xmlns:a16="http://schemas.microsoft.com/office/drawing/2014/main" id="{E9CB7396-10C8-1B13-8798-CF0F4E50ADFE}"/>
              </a:ext>
            </a:extLst>
          </p:cNvPr>
          <p:cNvSpPr/>
          <p:nvPr/>
        </p:nvSpPr>
        <p:spPr>
          <a:xfrm>
            <a:off x="355394" y="3502328"/>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a:solidFill>
                  <a:schemeClr val="accent1">
                    <a:lumMod val="50000"/>
                  </a:schemeClr>
                </a:solidFill>
                <a:latin typeface="Ubuntu" panose="020B0504030602030204" pitchFamily="34" charset="0"/>
              </a:rPr>
              <a:t>Current</a:t>
            </a:r>
            <a:r>
              <a:rPr lang="en-US" sz="1050" b="1" dirty="0">
                <a:solidFill>
                  <a:schemeClr val="accent1">
                    <a:lumMod val="50000"/>
                  </a:schemeClr>
                </a:solidFill>
                <a:latin typeface="Ubuntu" panose="020B0504030602030204" pitchFamily="34" charset="0"/>
              </a:rPr>
              <a:t> Platform Owners</a:t>
            </a:r>
          </a:p>
        </p:txBody>
      </p:sp>
      <p:sp>
        <p:nvSpPr>
          <p:cNvPr id="28" name="Rectangle: Rounded Corners 27">
            <a:extLst>
              <a:ext uri="{FF2B5EF4-FFF2-40B4-BE49-F238E27FC236}">
                <a16:creationId xmlns:a16="http://schemas.microsoft.com/office/drawing/2014/main" id="{CB358107-C9B2-244E-007B-C2A7ADF39805}"/>
              </a:ext>
            </a:extLst>
          </p:cNvPr>
          <p:cNvSpPr/>
          <p:nvPr/>
        </p:nvSpPr>
        <p:spPr>
          <a:xfrm>
            <a:off x="2963492" y="3496469"/>
            <a:ext cx="1589494" cy="320112"/>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Jeff </a:t>
            </a:r>
            <a:r>
              <a:rPr lang="en-IN" sz="950" dirty="0" err="1">
                <a:solidFill>
                  <a:schemeClr val="bg1"/>
                </a:solidFill>
              </a:rPr>
              <a:t>Colandrea</a:t>
            </a:r>
            <a:endParaRPr lang="en-IN" sz="950" dirty="0">
              <a:solidFill>
                <a:schemeClr val="bg1"/>
              </a:solidFill>
            </a:endParaRPr>
          </a:p>
        </p:txBody>
      </p:sp>
      <p:sp>
        <p:nvSpPr>
          <p:cNvPr id="32" name="Rectangle: Rounded Corners 31">
            <a:extLst>
              <a:ext uri="{FF2B5EF4-FFF2-40B4-BE49-F238E27FC236}">
                <a16:creationId xmlns:a16="http://schemas.microsoft.com/office/drawing/2014/main" id="{7121BE69-FE8D-A9B0-D61E-D5A870BD74D7}"/>
              </a:ext>
            </a:extLst>
          </p:cNvPr>
          <p:cNvSpPr/>
          <p:nvPr/>
        </p:nvSpPr>
        <p:spPr>
          <a:xfrm>
            <a:off x="4710625" y="3493610"/>
            <a:ext cx="1589494" cy="320112"/>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Devin Wells</a:t>
            </a:r>
          </a:p>
        </p:txBody>
      </p:sp>
      <p:sp>
        <p:nvSpPr>
          <p:cNvPr id="38" name="Rectangle: Rounded Corners 37">
            <a:extLst>
              <a:ext uri="{FF2B5EF4-FFF2-40B4-BE49-F238E27FC236}">
                <a16:creationId xmlns:a16="http://schemas.microsoft.com/office/drawing/2014/main" id="{F85CB716-5636-ED29-BAA1-7BE06E653220}"/>
              </a:ext>
            </a:extLst>
          </p:cNvPr>
          <p:cNvSpPr/>
          <p:nvPr/>
        </p:nvSpPr>
        <p:spPr>
          <a:xfrm>
            <a:off x="4522500" y="1805918"/>
            <a:ext cx="1297315"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TBD</a:t>
            </a:r>
          </a:p>
          <a:p>
            <a:pPr algn="ctr"/>
            <a:r>
              <a:rPr lang="en-IN" sz="850" dirty="0">
                <a:solidFill>
                  <a:schemeClr val="bg1"/>
                </a:solidFill>
              </a:rPr>
              <a:t>(Policy)</a:t>
            </a:r>
          </a:p>
        </p:txBody>
      </p:sp>
      <p:sp>
        <p:nvSpPr>
          <p:cNvPr id="39" name="Rectangle: Rounded Corners 38">
            <a:extLst>
              <a:ext uri="{FF2B5EF4-FFF2-40B4-BE49-F238E27FC236}">
                <a16:creationId xmlns:a16="http://schemas.microsoft.com/office/drawing/2014/main" id="{DCB286E1-46E0-D0D7-918C-09FCC73E1807}"/>
              </a:ext>
            </a:extLst>
          </p:cNvPr>
          <p:cNvSpPr/>
          <p:nvPr/>
        </p:nvSpPr>
        <p:spPr>
          <a:xfrm>
            <a:off x="6000220" y="1800163"/>
            <a:ext cx="1416521"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Patrycja </a:t>
            </a:r>
            <a:r>
              <a:rPr lang="en-IN" sz="950" dirty="0" err="1">
                <a:solidFill>
                  <a:schemeClr val="bg1"/>
                </a:solidFill>
              </a:rPr>
              <a:t>Kuligowska</a:t>
            </a:r>
            <a:endParaRPr lang="en-IN" sz="950" dirty="0">
              <a:solidFill>
                <a:schemeClr val="bg1"/>
              </a:solidFill>
            </a:endParaRPr>
          </a:p>
          <a:p>
            <a:pPr algn="ctr"/>
            <a:r>
              <a:rPr lang="en-IN" sz="850" dirty="0">
                <a:solidFill>
                  <a:schemeClr val="bg1"/>
                </a:solidFill>
              </a:rPr>
              <a:t>(Billing)</a:t>
            </a:r>
          </a:p>
        </p:txBody>
      </p:sp>
      <p:sp>
        <p:nvSpPr>
          <p:cNvPr id="41" name="Rectangle: Rounded Corners 40">
            <a:extLst>
              <a:ext uri="{FF2B5EF4-FFF2-40B4-BE49-F238E27FC236}">
                <a16:creationId xmlns:a16="http://schemas.microsoft.com/office/drawing/2014/main" id="{402E6D74-BDC5-10E4-A6AB-B4C48C21CD8C}"/>
              </a:ext>
            </a:extLst>
          </p:cNvPr>
          <p:cNvSpPr/>
          <p:nvPr/>
        </p:nvSpPr>
        <p:spPr>
          <a:xfrm>
            <a:off x="2982224" y="2659393"/>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Devin Wells</a:t>
            </a:r>
          </a:p>
          <a:p>
            <a:pPr algn="ctr"/>
            <a:r>
              <a:rPr lang="en-IN" sz="850" dirty="0">
                <a:solidFill>
                  <a:schemeClr val="bg1"/>
                </a:solidFill>
              </a:rPr>
              <a:t>(Policy)</a:t>
            </a:r>
          </a:p>
        </p:txBody>
      </p:sp>
      <p:sp>
        <p:nvSpPr>
          <p:cNvPr id="50" name="Rectangle: Rounded Corners 49">
            <a:extLst>
              <a:ext uri="{FF2B5EF4-FFF2-40B4-BE49-F238E27FC236}">
                <a16:creationId xmlns:a16="http://schemas.microsoft.com/office/drawing/2014/main" id="{18D654AC-6CFA-0149-B53E-55C367DBF244}"/>
              </a:ext>
            </a:extLst>
          </p:cNvPr>
          <p:cNvSpPr/>
          <p:nvPr/>
        </p:nvSpPr>
        <p:spPr>
          <a:xfrm>
            <a:off x="4396118" y="2647355"/>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a:t>Kerstin </a:t>
            </a:r>
            <a:r>
              <a:rPr lang="en-US" sz="950" dirty="0" err="1"/>
              <a:t>Kasdorf</a:t>
            </a:r>
            <a:endParaRPr lang="en-US" sz="950" dirty="0"/>
          </a:p>
          <a:p>
            <a:pPr algn="ctr"/>
            <a:r>
              <a:rPr lang="en-IN" sz="850" dirty="0">
                <a:solidFill>
                  <a:schemeClr val="bg1"/>
                </a:solidFill>
              </a:rPr>
              <a:t>(Process excellence)</a:t>
            </a:r>
          </a:p>
        </p:txBody>
      </p:sp>
      <p:sp>
        <p:nvSpPr>
          <p:cNvPr id="52" name="Rectangle: Rounded Corners 51">
            <a:extLst>
              <a:ext uri="{FF2B5EF4-FFF2-40B4-BE49-F238E27FC236}">
                <a16:creationId xmlns:a16="http://schemas.microsoft.com/office/drawing/2014/main" id="{7BA8726E-743F-FBCD-80A9-821920B3EA9E}"/>
              </a:ext>
            </a:extLst>
          </p:cNvPr>
          <p:cNvSpPr/>
          <p:nvPr/>
        </p:nvSpPr>
        <p:spPr>
          <a:xfrm>
            <a:off x="5799197" y="2647355"/>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a:t>Steve Flood</a:t>
            </a:r>
          </a:p>
          <a:p>
            <a:pPr algn="ctr"/>
            <a:r>
              <a:rPr lang="en-IN" sz="850" dirty="0">
                <a:solidFill>
                  <a:schemeClr val="bg1"/>
                </a:solidFill>
              </a:rPr>
              <a:t>(Claims)</a:t>
            </a:r>
          </a:p>
        </p:txBody>
      </p:sp>
      <p:sp>
        <p:nvSpPr>
          <p:cNvPr id="53" name="Signalisation droite 25">
            <a:extLst>
              <a:ext uri="{FF2B5EF4-FFF2-40B4-BE49-F238E27FC236}">
                <a16:creationId xmlns:a16="http://schemas.microsoft.com/office/drawing/2014/main" id="{A901EF7D-14D0-CB4B-BE6D-8D8A78410D6B}"/>
              </a:ext>
            </a:extLst>
          </p:cNvPr>
          <p:cNvSpPr/>
          <p:nvPr/>
        </p:nvSpPr>
        <p:spPr>
          <a:xfrm>
            <a:off x="372757" y="2676073"/>
            <a:ext cx="2172439" cy="33961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050" b="1" dirty="0">
                <a:solidFill>
                  <a:schemeClr val="accent1">
                    <a:lumMod val="50000"/>
                  </a:schemeClr>
                </a:solidFill>
                <a:latin typeface="Ubuntu" panose="020B0504030602030204" pitchFamily="34" charset="0"/>
              </a:rPr>
              <a:t>Subject Matter Experts</a:t>
            </a:r>
          </a:p>
        </p:txBody>
      </p:sp>
      <p:sp>
        <p:nvSpPr>
          <p:cNvPr id="63" name="Rectangle: Rounded Corners 62">
            <a:extLst>
              <a:ext uri="{FF2B5EF4-FFF2-40B4-BE49-F238E27FC236}">
                <a16:creationId xmlns:a16="http://schemas.microsoft.com/office/drawing/2014/main" id="{9AE61723-C27E-7F4D-54B3-1F44D201CBDF}"/>
              </a:ext>
            </a:extLst>
          </p:cNvPr>
          <p:cNvSpPr/>
          <p:nvPr/>
        </p:nvSpPr>
        <p:spPr>
          <a:xfrm>
            <a:off x="4697946" y="3074615"/>
            <a:ext cx="1410231" cy="33030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a:solidFill>
                  <a:schemeClr val="bg1"/>
                </a:solidFill>
              </a:rPr>
              <a:t>Jigar Solanki</a:t>
            </a:r>
            <a:endParaRPr lang="en-US" sz="950"/>
          </a:p>
        </p:txBody>
      </p:sp>
      <p:sp>
        <p:nvSpPr>
          <p:cNvPr id="66" name="Signalisation droite 26">
            <a:extLst>
              <a:ext uri="{FF2B5EF4-FFF2-40B4-BE49-F238E27FC236}">
                <a16:creationId xmlns:a16="http://schemas.microsoft.com/office/drawing/2014/main" id="{23B5E970-87DE-DE75-B2BE-20E4DCD3B0C4}"/>
              </a:ext>
            </a:extLst>
          </p:cNvPr>
          <p:cNvSpPr/>
          <p:nvPr/>
        </p:nvSpPr>
        <p:spPr>
          <a:xfrm>
            <a:off x="362486" y="5993291"/>
            <a:ext cx="2158254" cy="328193"/>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dirty="0">
                <a:solidFill>
                  <a:schemeClr val="accent1">
                    <a:lumMod val="50000"/>
                  </a:schemeClr>
                </a:solidFill>
                <a:latin typeface="Ubuntu" panose="020B0504030602030204" pitchFamily="34" charset="0"/>
              </a:rPr>
              <a:t>Dev Ops</a:t>
            </a:r>
          </a:p>
        </p:txBody>
      </p:sp>
      <p:sp>
        <p:nvSpPr>
          <p:cNvPr id="67" name="Rectangle: Rounded Corners 66">
            <a:extLst>
              <a:ext uri="{FF2B5EF4-FFF2-40B4-BE49-F238E27FC236}">
                <a16:creationId xmlns:a16="http://schemas.microsoft.com/office/drawing/2014/main" id="{38189103-6121-61B6-ECF2-EFE284E3242A}"/>
              </a:ext>
            </a:extLst>
          </p:cNvPr>
          <p:cNvSpPr/>
          <p:nvPr/>
        </p:nvSpPr>
        <p:spPr>
          <a:xfrm>
            <a:off x="2937183" y="6038365"/>
            <a:ext cx="3573498" cy="33030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TBD</a:t>
            </a:r>
          </a:p>
        </p:txBody>
      </p:sp>
      <p:sp>
        <p:nvSpPr>
          <p:cNvPr id="68" name="Rectangle: Rounded Corners 67">
            <a:extLst>
              <a:ext uri="{FF2B5EF4-FFF2-40B4-BE49-F238E27FC236}">
                <a16:creationId xmlns:a16="http://schemas.microsoft.com/office/drawing/2014/main" id="{7B833AB6-F7EA-898C-3734-29FA6B29F2B2}"/>
              </a:ext>
            </a:extLst>
          </p:cNvPr>
          <p:cNvSpPr/>
          <p:nvPr/>
        </p:nvSpPr>
        <p:spPr>
          <a:xfrm>
            <a:off x="6774076" y="6019229"/>
            <a:ext cx="3250237"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950" dirty="0">
                <a:solidFill>
                  <a:schemeClr val="bg1"/>
                </a:solidFill>
              </a:rPr>
              <a:t>TBD</a:t>
            </a:r>
          </a:p>
        </p:txBody>
      </p:sp>
      <p:sp>
        <p:nvSpPr>
          <p:cNvPr id="3" name="Rectangle: Rounded Corners 2">
            <a:extLst>
              <a:ext uri="{FF2B5EF4-FFF2-40B4-BE49-F238E27FC236}">
                <a16:creationId xmlns:a16="http://schemas.microsoft.com/office/drawing/2014/main" id="{3AAF9918-951B-D1B0-3ABC-AEBDC1F8332F}"/>
              </a:ext>
            </a:extLst>
          </p:cNvPr>
          <p:cNvSpPr/>
          <p:nvPr/>
        </p:nvSpPr>
        <p:spPr>
          <a:xfrm>
            <a:off x="6579578" y="4763444"/>
            <a:ext cx="1197612" cy="282911"/>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rPr>
              <a:t>Matt Reynolds</a:t>
            </a:r>
          </a:p>
        </p:txBody>
      </p:sp>
      <p:sp>
        <p:nvSpPr>
          <p:cNvPr id="19" name="Rectangle: Rounded Corners 18">
            <a:extLst>
              <a:ext uri="{FF2B5EF4-FFF2-40B4-BE49-F238E27FC236}">
                <a16:creationId xmlns:a16="http://schemas.microsoft.com/office/drawing/2014/main" id="{5C4007F1-98FF-11A8-55ED-363670277417}"/>
              </a:ext>
            </a:extLst>
          </p:cNvPr>
          <p:cNvSpPr/>
          <p:nvPr/>
        </p:nvSpPr>
        <p:spPr>
          <a:xfrm>
            <a:off x="7854418" y="4766754"/>
            <a:ext cx="1197612" cy="280531"/>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Troy Baillargeon</a:t>
            </a:r>
          </a:p>
        </p:txBody>
      </p:sp>
      <p:sp>
        <p:nvSpPr>
          <p:cNvPr id="20" name="Rectangle: Rounded Corners 19">
            <a:extLst>
              <a:ext uri="{FF2B5EF4-FFF2-40B4-BE49-F238E27FC236}">
                <a16:creationId xmlns:a16="http://schemas.microsoft.com/office/drawing/2014/main" id="{AD97C38C-EF58-8621-3C87-6113FF1AA50E}"/>
              </a:ext>
            </a:extLst>
          </p:cNvPr>
          <p:cNvSpPr/>
          <p:nvPr/>
        </p:nvSpPr>
        <p:spPr>
          <a:xfrm>
            <a:off x="9138126" y="4768426"/>
            <a:ext cx="1133172" cy="29039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Steve </a:t>
            </a:r>
            <a:r>
              <a:rPr lang="en-IN" sz="950" dirty="0" err="1">
                <a:solidFill>
                  <a:schemeClr val="bg1"/>
                </a:solidFill>
              </a:rPr>
              <a:t>Enness</a:t>
            </a:r>
            <a:endParaRPr lang="en-IN" sz="950" dirty="0">
              <a:solidFill>
                <a:schemeClr val="bg1"/>
              </a:solidFill>
            </a:endParaRPr>
          </a:p>
        </p:txBody>
      </p:sp>
      <p:sp>
        <p:nvSpPr>
          <p:cNvPr id="21" name="Rectangle: Rounded Corners 20">
            <a:extLst>
              <a:ext uri="{FF2B5EF4-FFF2-40B4-BE49-F238E27FC236}">
                <a16:creationId xmlns:a16="http://schemas.microsoft.com/office/drawing/2014/main" id="{4AE2F4EB-49B4-5884-EF91-AC8C0FFAA158}"/>
              </a:ext>
            </a:extLst>
          </p:cNvPr>
          <p:cNvSpPr/>
          <p:nvPr/>
        </p:nvSpPr>
        <p:spPr>
          <a:xfrm>
            <a:off x="10357644" y="4768425"/>
            <a:ext cx="1349880" cy="29039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U/W </a:t>
            </a:r>
            <a:r>
              <a:rPr lang="en-IN" sz="950" dirty="0" err="1">
                <a:solidFill>
                  <a:schemeClr val="bg1"/>
                </a:solidFill>
              </a:rPr>
              <a:t>SMEs..TBD</a:t>
            </a:r>
            <a:endParaRPr lang="en-IN" sz="950" dirty="0">
              <a:solidFill>
                <a:schemeClr val="bg1"/>
              </a:solidFill>
            </a:endParaRPr>
          </a:p>
        </p:txBody>
      </p:sp>
      <p:sp>
        <p:nvSpPr>
          <p:cNvPr id="29" name="Rectangle: Rounded Corners 28">
            <a:extLst>
              <a:ext uri="{FF2B5EF4-FFF2-40B4-BE49-F238E27FC236}">
                <a16:creationId xmlns:a16="http://schemas.microsoft.com/office/drawing/2014/main" id="{B1F3955C-C354-C3BB-1FA9-B4DBDAF25490}"/>
              </a:ext>
            </a:extLst>
          </p:cNvPr>
          <p:cNvSpPr/>
          <p:nvPr/>
        </p:nvSpPr>
        <p:spPr>
          <a:xfrm>
            <a:off x="6438534" y="3487246"/>
            <a:ext cx="1589494" cy="320112"/>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Mark </a:t>
            </a:r>
            <a:r>
              <a:rPr lang="en-IN" sz="950" dirty="0" err="1">
                <a:solidFill>
                  <a:schemeClr val="bg1"/>
                </a:solidFill>
              </a:rPr>
              <a:t>Parlsey</a:t>
            </a:r>
            <a:endParaRPr lang="en-IN" sz="950" dirty="0">
              <a:solidFill>
                <a:schemeClr val="bg1"/>
              </a:solidFill>
            </a:endParaRPr>
          </a:p>
        </p:txBody>
      </p:sp>
      <p:sp>
        <p:nvSpPr>
          <p:cNvPr id="30" name="Signalisation droite 26">
            <a:extLst>
              <a:ext uri="{FF2B5EF4-FFF2-40B4-BE49-F238E27FC236}">
                <a16:creationId xmlns:a16="http://schemas.microsoft.com/office/drawing/2014/main" id="{BC8EBAD4-73FA-97BB-E85E-75080FA97993}"/>
              </a:ext>
            </a:extLst>
          </p:cNvPr>
          <p:cNvSpPr/>
          <p:nvPr/>
        </p:nvSpPr>
        <p:spPr>
          <a:xfrm>
            <a:off x="355394" y="5165403"/>
            <a:ext cx="2158254" cy="32819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050" b="1" dirty="0">
                <a:solidFill>
                  <a:schemeClr val="accent1">
                    <a:lumMod val="50000"/>
                  </a:schemeClr>
                </a:solidFill>
                <a:latin typeface="Ubuntu" panose="020B0504030602030204" pitchFamily="34" charset="0"/>
              </a:rPr>
              <a:t>Migration</a:t>
            </a:r>
          </a:p>
        </p:txBody>
      </p:sp>
      <p:sp>
        <p:nvSpPr>
          <p:cNvPr id="34" name="Rectangle: Rounded Corners 33">
            <a:extLst>
              <a:ext uri="{FF2B5EF4-FFF2-40B4-BE49-F238E27FC236}">
                <a16:creationId xmlns:a16="http://schemas.microsoft.com/office/drawing/2014/main" id="{876201D5-940A-7AE4-6D07-18C47B457983}"/>
              </a:ext>
            </a:extLst>
          </p:cNvPr>
          <p:cNvSpPr/>
          <p:nvPr/>
        </p:nvSpPr>
        <p:spPr>
          <a:xfrm>
            <a:off x="2964238" y="5171223"/>
            <a:ext cx="1589494"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Andy Ford (BA)</a:t>
            </a:r>
          </a:p>
        </p:txBody>
      </p:sp>
      <p:sp>
        <p:nvSpPr>
          <p:cNvPr id="35" name="Rectangle: Rounded Corners 34">
            <a:extLst>
              <a:ext uri="{FF2B5EF4-FFF2-40B4-BE49-F238E27FC236}">
                <a16:creationId xmlns:a16="http://schemas.microsoft.com/office/drawing/2014/main" id="{CA2B910F-DE03-0DFE-B2B4-CD86D1077033}"/>
              </a:ext>
            </a:extLst>
          </p:cNvPr>
          <p:cNvSpPr/>
          <p:nvPr/>
        </p:nvSpPr>
        <p:spPr>
          <a:xfrm>
            <a:off x="4619187" y="5169535"/>
            <a:ext cx="1589494" cy="33030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50" dirty="0">
                <a:solidFill>
                  <a:schemeClr val="bg1"/>
                </a:solidFill>
              </a:rPr>
              <a:t>Anita Param (BA)</a:t>
            </a:r>
          </a:p>
        </p:txBody>
      </p:sp>
      <p:sp>
        <p:nvSpPr>
          <p:cNvPr id="36" name="Rectangle: Rounded Corners 35">
            <a:extLst>
              <a:ext uri="{FF2B5EF4-FFF2-40B4-BE49-F238E27FC236}">
                <a16:creationId xmlns:a16="http://schemas.microsoft.com/office/drawing/2014/main" id="{B1A39A6A-FF94-4AB0-AB58-587FD5F07C8A}"/>
              </a:ext>
            </a:extLst>
          </p:cNvPr>
          <p:cNvSpPr/>
          <p:nvPr/>
        </p:nvSpPr>
        <p:spPr>
          <a:xfrm>
            <a:off x="8823177" y="605661"/>
            <a:ext cx="1925434" cy="302993"/>
          </a:xfrm>
          <a:prstGeom prst="roundRect">
            <a:avLst/>
          </a:prstGeom>
          <a:solidFill>
            <a:srgbClr val="FF66CC"/>
          </a:solidFill>
          <a:ln w="12700" cap="flat" cmpd="sng" algn="ctr">
            <a:solidFill>
              <a:srgbClr val="FFFFFF">
                <a:hueOff val="0"/>
                <a:satOff val="0"/>
                <a:lumOff val="0"/>
                <a:alphaOff val="0"/>
              </a:srgbClr>
            </a:solidFill>
            <a:prstDash val="solid"/>
            <a:miter lim="800000"/>
          </a:ln>
          <a:effectLst/>
        </p:spPr>
        <p:txBody>
          <a:bodyPr lIns="91440" tIns="45720" rIns="91440" bIns="45720" rtlCol="0" anchor="ctr"/>
          <a:lstStyle/>
          <a:p>
            <a:pPr algn="ctr"/>
            <a:r>
              <a:rPr lang="en-IN" sz="950" dirty="0">
                <a:solidFill>
                  <a:schemeClr val="bg1"/>
                </a:solidFill>
              </a:rPr>
              <a:t>Dauda Jammeh</a:t>
            </a:r>
            <a:endParaRPr lang="en-US" sz="950" dirty="0"/>
          </a:p>
        </p:txBody>
      </p:sp>
      <p:sp>
        <p:nvSpPr>
          <p:cNvPr id="62" name="Rectangle: Rounded Corners 61">
            <a:extLst>
              <a:ext uri="{FF2B5EF4-FFF2-40B4-BE49-F238E27FC236}">
                <a16:creationId xmlns:a16="http://schemas.microsoft.com/office/drawing/2014/main" id="{87136965-ECDC-D72A-1877-6B62A3FD1FB7}"/>
              </a:ext>
            </a:extLst>
          </p:cNvPr>
          <p:cNvSpPr/>
          <p:nvPr/>
        </p:nvSpPr>
        <p:spPr>
          <a:xfrm>
            <a:off x="7235323" y="2640567"/>
            <a:ext cx="1349880" cy="312716"/>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a:t>Saad </a:t>
            </a:r>
            <a:r>
              <a:rPr lang="en-US" sz="950" dirty="0" err="1"/>
              <a:t>Jassani</a:t>
            </a:r>
            <a:endParaRPr lang="en-US" sz="950" dirty="0"/>
          </a:p>
          <a:p>
            <a:pPr algn="ctr"/>
            <a:r>
              <a:rPr lang="en-IN" sz="900" dirty="0">
                <a:solidFill>
                  <a:schemeClr val="bg1"/>
                </a:solidFill>
              </a:rPr>
              <a:t>(Process Excellence)</a:t>
            </a:r>
            <a:endParaRPr lang="en-IN" sz="1000" dirty="0">
              <a:solidFill>
                <a:schemeClr val="bg1"/>
              </a:solidFill>
            </a:endParaRPr>
          </a:p>
        </p:txBody>
      </p:sp>
      <p:sp>
        <p:nvSpPr>
          <p:cNvPr id="64" name="Rectangle: Rounded Corners 63">
            <a:extLst>
              <a:ext uri="{FF2B5EF4-FFF2-40B4-BE49-F238E27FC236}">
                <a16:creationId xmlns:a16="http://schemas.microsoft.com/office/drawing/2014/main" id="{B2DCA098-73ED-1CDE-2D1E-76C26233AC08}"/>
              </a:ext>
            </a:extLst>
          </p:cNvPr>
          <p:cNvSpPr/>
          <p:nvPr/>
        </p:nvSpPr>
        <p:spPr>
          <a:xfrm>
            <a:off x="8674432" y="2638010"/>
            <a:ext cx="1425311" cy="32415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err="1"/>
              <a:t>Subu</a:t>
            </a:r>
            <a:r>
              <a:rPr lang="en-US" sz="950" dirty="0"/>
              <a:t> </a:t>
            </a:r>
            <a:r>
              <a:rPr lang="en-US" sz="950" dirty="0" err="1"/>
              <a:t>Ramasundaram</a:t>
            </a:r>
            <a:endParaRPr lang="en-US" sz="950" dirty="0"/>
          </a:p>
          <a:p>
            <a:pPr algn="ctr"/>
            <a:r>
              <a:rPr lang="en-IN" sz="850" dirty="0">
                <a:solidFill>
                  <a:schemeClr val="bg1"/>
                </a:solidFill>
              </a:rPr>
              <a:t>(Process Excellence)</a:t>
            </a:r>
          </a:p>
        </p:txBody>
      </p:sp>
      <p:sp>
        <p:nvSpPr>
          <p:cNvPr id="65" name="Rectangle: Rounded Corners 64">
            <a:extLst>
              <a:ext uri="{FF2B5EF4-FFF2-40B4-BE49-F238E27FC236}">
                <a16:creationId xmlns:a16="http://schemas.microsoft.com/office/drawing/2014/main" id="{FFFCEFD4-DC4F-DFA7-376A-C7C6C06C2596}"/>
              </a:ext>
            </a:extLst>
          </p:cNvPr>
          <p:cNvSpPr/>
          <p:nvPr/>
        </p:nvSpPr>
        <p:spPr>
          <a:xfrm>
            <a:off x="10180904" y="2629124"/>
            <a:ext cx="1425311" cy="32415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50" dirty="0"/>
              <a:t>Molly </a:t>
            </a:r>
            <a:r>
              <a:rPr lang="en-US" sz="950" dirty="0" err="1"/>
              <a:t>Spolarich</a:t>
            </a:r>
            <a:endParaRPr lang="en-US" sz="950" dirty="0"/>
          </a:p>
          <a:p>
            <a:pPr algn="ctr"/>
            <a:r>
              <a:rPr lang="en-IN" sz="850" dirty="0">
                <a:solidFill>
                  <a:schemeClr val="bg1"/>
                </a:solidFill>
              </a:rPr>
              <a:t>(Operations)</a:t>
            </a:r>
          </a:p>
        </p:txBody>
      </p:sp>
    </p:spTree>
    <p:extLst>
      <p:ext uri="{BB962C8B-B14F-4D97-AF65-F5344CB8AC3E}">
        <p14:creationId xmlns:p14="http://schemas.microsoft.com/office/powerpoint/2010/main" val="1226129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8" name="TextBox 857">
            <a:extLst>
              <a:ext uri="{FF2B5EF4-FFF2-40B4-BE49-F238E27FC236}">
                <a16:creationId xmlns:a16="http://schemas.microsoft.com/office/drawing/2014/main" id="{153EAD49-6D34-FDE3-62E1-07527C938D2C}"/>
              </a:ext>
            </a:extLst>
          </p:cNvPr>
          <p:cNvSpPr txBox="1">
            <a:spLocks/>
          </p:cNvSpPr>
          <p:nvPr/>
        </p:nvSpPr>
        <p:spPr>
          <a:xfrm>
            <a:off x="8063838" y="580758"/>
            <a:ext cx="4070795" cy="284669"/>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Arial"/>
                <a:sym typeface="Arial"/>
              </a:rPr>
              <a:t>Key Cross-Programme Delivery Support</a:t>
            </a:r>
          </a:p>
        </p:txBody>
      </p:sp>
      <p:sp>
        <p:nvSpPr>
          <p:cNvPr id="906" name="Callout: Left-Right Arrow 905">
            <a:extLst>
              <a:ext uri="{FF2B5EF4-FFF2-40B4-BE49-F238E27FC236}">
                <a16:creationId xmlns:a16="http://schemas.microsoft.com/office/drawing/2014/main" id="{5ECBF880-0EE1-A68A-05CE-582466C6582B}"/>
              </a:ext>
            </a:extLst>
          </p:cNvPr>
          <p:cNvSpPr/>
          <p:nvPr/>
        </p:nvSpPr>
        <p:spPr>
          <a:xfrm>
            <a:off x="7736207" y="580757"/>
            <a:ext cx="301282" cy="5983853"/>
          </a:xfrm>
          <a:prstGeom prst="leftRightArrowCallout">
            <a:avLst>
              <a:gd name="adj1" fmla="val 45204"/>
              <a:gd name="adj2" fmla="val 37279"/>
              <a:gd name="adj3" fmla="val 19338"/>
              <a:gd name="adj4" fmla="val 3123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3" name="TextBox 12">
            <a:extLst>
              <a:ext uri="{FF2B5EF4-FFF2-40B4-BE49-F238E27FC236}">
                <a16:creationId xmlns:a16="http://schemas.microsoft.com/office/drawing/2014/main" id="{85C6F378-1A6C-FF71-CECF-4D4A410E94A4}"/>
              </a:ext>
            </a:extLst>
          </p:cNvPr>
          <p:cNvSpPr txBox="1"/>
          <p:nvPr/>
        </p:nvSpPr>
        <p:spPr>
          <a:xfrm>
            <a:off x="57366" y="23665"/>
            <a:ext cx="794801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800" b="1" i="0" u="none" strike="noStrike" kern="0" cap="none" spc="0" normalizeH="0" baseline="0" noProof="0" dirty="0">
                <a:ln>
                  <a:noFill/>
                </a:ln>
                <a:solidFill>
                  <a:srgbClr val="000000"/>
                </a:solidFill>
                <a:effectLst/>
                <a:uLnTx/>
                <a:uFillTx/>
                <a:latin typeface="Arial"/>
                <a:cs typeface="Arial"/>
                <a:sym typeface="Arial"/>
              </a:rPr>
              <a:t>GPAS &amp; BILLING – DRAFT STRUCTURE v0.2</a:t>
            </a:r>
          </a:p>
        </p:txBody>
      </p:sp>
      <p:sp>
        <p:nvSpPr>
          <p:cNvPr id="17" name="Google Shape;919;g22f1b912626_0_165">
            <a:extLst>
              <a:ext uri="{FF2B5EF4-FFF2-40B4-BE49-F238E27FC236}">
                <a16:creationId xmlns:a16="http://schemas.microsoft.com/office/drawing/2014/main" id="{43893CC7-D216-9009-1C37-9882C0322D32}"/>
              </a:ext>
            </a:extLst>
          </p:cNvPr>
          <p:cNvSpPr/>
          <p:nvPr/>
        </p:nvSpPr>
        <p:spPr>
          <a:xfrm>
            <a:off x="121996" y="1159849"/>
            <a:ext cx="3484141" cy="327060"/>
          </a:xfrm>
          <a:prstGeom prst="rect">
            <a:avLst/>
          </a:prstGeom>
          <a:solidFill>
            <a:schemeClr val="accent1"/>
          </a:solid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1" i="0" u="none" strike="noStrike" kern="0" cap="none" spc="0" normalizeH="0" baseline="0" noProof="0">
                <a:ln>
                  <a:noFill/>
                </a:ln>
                <a:solidFill>
                  <a:srgbClr val="FFFFFF"/>
                </a:solidFill>
                <a:effectLst/>
                <a:uLnTx/>
                <a:uFillTx/>
                <a:latin typeface="Arial"/>
                <a:cs typeface="Arial"/>
                <a:sym typeface="Arial"/>
              </a:rPr>
              <a:t>Modernisation Steering Group</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1" i="0" u="none" strike="noStrike" kern="0" cap="none" spc="0" normalizeH="0" baseline="0" noProof="0">
                <a:ln>
                  <a:noFill/>
                </a:ln>
                <a:solidFill>
                  <a:srgbClr val="FFFFFF"/>
                </a:solidFill>
                <a:effectLst/>
                <a:uLnTx/>
                <a:uFillTx/>
                <a:latin typeface="Arial"/>
                <a:cs typeface="Arial"/>
                <a:sym typeface="Arial"/>
              </a:rPr>
              <a:t>See previous Slide)</a:t>
            </a:r>
            <a:endParaRPr kumimoji="0" sz="800" b="1" i="0" u="none" strike="noStrike" kern="0" cap="none" spc="0" normalizeH="0" baseline="0" noProof="0">
              <a:ln>
                <a:noFill/>
              </a:ln>
              <a:solidFill>
                <a:srgbClr val="FFFFFF"/>
              </a:solidFill>
              <a:effectLst/>
              <a:uLnTx/>
              <a:uFillTx/>
              <a:latin typeface="Arial"/>
              <a:cs typeface="Arial"/>
              <a:sym typeface="Arial"/>
            </a:endParaRPr>
          </a:p>
        </p:txBody>
      </p:sp>
      <p:sp>
        <p:nvSpPr>
          <p:cNvPr id="898" name="Google Shape;919;g22f1b912626_0_165">
            <a:extLst>
              <a:ext uri="{FF2B5EF4-FFF2-40B4-BE49-F238E27FC236}">
                <a16:creationId xmlns:a16="http://schemas.microsoft.com/office/drawing/2014/main" id="{BBDE39A9-7C6B-DA94-2373-53CFDA796FDC}"/>
              </a:ext>
            </a:extLst>
          </p:cNvPr>
          <p:cNvSpPr/>
          <p:nvPr/>
        </p:nvSpPr>
        <p:spPr>
          <a:xfrm>
            <a:off x="121996" y="580757"/>
            <a:ext cx="3484141" cy="327060"/>
          </a:xfrm>
          <a:prstGeom prst="rect">
            <a:avLst/>
          </a:prstGeom>
          <a:solidFill>
            <a:schemeClr val="accent1"/>
          </a:solid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1" i="0" u="none" strike="noStrike" kern="0" cap="none" spc="0" normalizeH="0" baseline="0" noProof="0">
                <a:ln>
                  <a:noFill/>
                </a:ln>
                <a:solidFill>
                  <a:srgbClr val="FFFFFF"/>
                </a:solidFill>
                <a:effectLst/>
                <a:uLnTx/>
                <a:uFillTx/>
                <a:latin typeface="Arial"/>
                <a:cs typeface="Arial"/>
                <a:sym typeface="Arial"/>
              </a:rPr>
              <a:t>Risk Board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1" i="0" u="none" strike="noStrike" kern="0" cap="none" spc="0" normalizeH="0" baseline="0" noProof="0">
                <a:ln>
                  <a:noFill/>
                </a:ln>
                <a:solidFill>
                  <a:srgbClr val="FFFFFF"/>
                </a:solidFill>
                <a:effectLst/>
                <a:uLnTx/>
                <a:uFillTx/>
                <a:latin typeface="Arial"/>
                <a:cs typeface="Arial"/>
                <a:sym typeface="Arial"/>
              </a:rPr>
              <a:t>(see previous slide)</a:t>
            </a:r>
            <a:endParaRPr kumimoji="0" sz="800" b="1" i="0" u="none" strike="noStrike" kern="0" cap="none" spc="0" normalizeH="0" baseline="0" noProof="0">
              <a:ln>
                <a:noFill/>
              </a:ln>
              <a:solidFill>
                <a:srgbClr val="FFFFFF"/>
              </a:solidFill>
              <a:effectLst/>
              <a:uLnTx/>
              <a:uFillTx/>
              <a:latin typeface="Arial"/>
              <a:cs typeface="Arial"/>
              <a:sym typeface="Arial"/>
            </a:endParaRPr>
          </a:p>
        </p:txBody>
      </p:sp>
      <p:sp>
        <p:nvSpPr>
          <p:cNvPr id="1026" name="Arrow: Right 1025">
            <a:extLst>
              <a:ext uri="{FF2B5EF4-FFF2-40B4-BE49-F238E27FC236}">
                <a16:creationId xmlns:a16="http://schemas.microsoft.com/office/drawing/2014/main" id="{E65E9DA2-C172-6AED-0674-42D86DABABA6}"/>
              </a:ext>
            </a:extLst>
          </p:cNvPr>
          <p:cNvSpPr/>
          <p:nvPr/>
        </p:nvSpPr>
        <p:spPr>
          <a:xfrm rot="16200000">
            <a:off x="375660" y="860216"/>
            <a:ext cx="169788" cy="3270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27" name="Arrow: Right 1026">
            <a:extLst>
              <a:ext uri="{FF2B5EF4-FFF2-40B4-BE49-F238E27FC236}">
                <a16:creationId xmlns:a16="http://schemas.microsoft.com/office/drawing/2014/main" id="{D5B37FD2-E1FF-94D6-8EF4-BFFE9BD293E8}"/>
              </a:ext>
            </a:extLst>
          </p:cNvPr>
          <p:cNvSpPr/>
          <p:nvPr/>
        </p:nvSpPr>
        <p:spPr>
          <a:xfrm rot="16200000">
            <a:off x="375660" y="1443922"/>
            <a:ext cx="169788" cy="3270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36" name="TextBox 1035">
            <a:extLst>
              <a:ext uri="{FF2B5EF4-FFF2-40B4-BE49-F238E27FC236}">
                <a16:creationId xmlns:a16="http://schemas.microsoft.com/office/drawing/2014/main" id="{B7964C27-0CDE-8A02-D90B-3D08615D0A7A}"/>
              </a:ext>
            </a:extLst>
          </p:cNvPr>
          <p:cNvSpPr txBox="1">
            <a:spLocks/>
          </p:cNvSpPr>
          <p:nvPr/>
        </p:nvSpPr>
        <p:spPr>
          <a:xfrm>
            <a:off x="1433690" y="6083430"/>
            <a:ext cx="6356998" cy="494730"/>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Arial"/>
                <a:sym typeface="Arial"/>
              </a:rPr>
              <a:t>Delivery Teams (see over)</a:t>
            </a:r>
          </a:p>
        </p:txBody>
      </p:sp>
      <p:sp>
        <p:nvSpPr>
          <p:cNvPr id="1038" name="Google Shape;926;g22f1b912626_0_165">
            <a:extLst>
              <a:ext uri="{FF2B5EF4-FFF2-40B4-BE49-F238E27FC236}">
                <a16:creationId xmlns:a16="http://schemas.microsoft.com/office/drawing/2014/main" id="{B71D1069-2FD4-4E29-B4C7-B3B6A28EF9C7}"/>
              </a:ext>
            </a:extLst>
          </p:cNvPr>
          <p:cNvSpPr txBox="1"/>
          <p:nvPr/>
        </p:nvSpPr>
        <p:spPr>
          <a:xfrm>
            <a:off x="6312463" y="655458"/>
            <a:ext cx="257100" cy="1230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3F3F3F"/>
              </a:buClr>
              <a:buSzPts val="1200"/>
              <a:buFont typeface="Arial"/>
              <a:buNone/>
              <a:tabLst/>
              <a:defRPr/>
            </a:pPr>
            <a:r>
              <a:rPr kumimoji="0" lang="en-US" sz="800" b="1" i="0" u="none" strike="noStrike" kern="0" cap="none" spc="0" normalizeH="0" baseline="0" noProof="0">
                <a:ln>
                  <a:noFill/>
                </a:ln>
                <a:solidFill>
                  <a:srgbClr val="000000"/>
                </a:solidFill>
                <a:effectLst/>
                <a:uLnTx/>
                <a:uFillTx/>
                <a:latin typeface="Arial"/>
                <a:ea typeface="Arial"/>
                <a:cs typeface="Arial"/>
                <a:sym typeface="Arial"/>
              </a:rPr>
              <a:t>Key:</a:t>
            </a:r>
            <a:endParaRPr kumimoji="0" sz="800" b="1"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039" name="Google Shape;927;g22f1b912626_0_165">
            <a:extLst>
              <a:ext uri="{FF2B5EF4-FFF2-40B4-BE49-F238E27FC236}">
                <a16:creationId xmlns:a16="http://schemas.microsoft.com/office/drawing/2014/main" id="{6C03F5A1-E187-070A-9724-737177581FED}"/>
              </a:ext>
            </a:extLst>
          </p:cNvPr>
          <p:cNvSpPr/>
          <p:nvPr/>
        </p:nvSpPr>
        <p:spPr>
          <a:xfrm>
            <a:off x="6671219" y="832017"/>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a:solidFill>
              <a:schemeClr val="tx1"/>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Beazley</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040" name="Google Shape;928;g22f1b912626_0_165">
            <a:extLst>
              <a:ext uri="{FF2B5EF4-FFF2-40B4-BE49-F238E27FC236}">
                <a16:creationId xmlns:a16="http://schemas.microsoft.com/office/drawing/2014/main" id="{DFCFD78D-7D81-396A-01A0-7AA51FC6E67E}"/>
              </a:ext>
            </a:extLst>
          </p:cNvPr>
          <p:cNvSpPr/>
          <p:nvPr/>
        </p:nvSpPr>
        <p:spPr>
          <a:xfrm>
            <a:off x="6671219" y="641364"/>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0098C7"/>
          </a:solidFill>
          <a:ln>
            <a:solidFill>
              <a:schemeClr val="tx1"/>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Capgemini</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042" name="Rectangle 1041">
            <a:extLst>
              <a:ext uri="{FF2B5EF4-FFF2-40B4-BE49-F238E27FC236}">
                <a16:creationId xmlns:a16="http://schemas.microsoft.com/office/drawing/2014/main" id="{149E6FD5-3BF1-81C5-45A6-31D94622612B}"/>
              </a:ext>
            </a:extLst>
          </p:cNvPr>
          <p:cNvSpPr/>
          <p:nvPr/>
        </p:nvSpPr>
        <p:spPr>
          <a:xfrm>
            <a:off x="6581752" y="580757"/>
            <a:ext cx="1147448" cy="151472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43" name="Google Shape;927;g22f1b912626_0_165">
            <a:extLst>
              <a:ext uri="{FF2B5EF4-FFF2-40B4-BE49-F238E27FC236}">
                <a16:creationId xmlns:a16="http://schemas.microsoft.com/office/drawing/2014/main" id="{CD70E87A-D0B5-BA77-0D20-D1178F7B7DDB}"/>
              </a:ext>
            </a:extLst>
          </p:cNvPr>
          <p:cNvSpPr/>
          <p:nvPr/>
        </p:nvSpPr>
        <p:spPr>
          <a:xfrm>
            <a:off x="6671219" y="1022670"/>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6">
              <a:lumMod val="75000"/>
            </a:schemeClr>
          </a:solidFill>
          <a:ln>
            <a:solidFill>
              <a:schemeClr val="tx1"/>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Guidewire</a:t>
            </a:r>
            <a:endParaRPr kumimoji="0" sz="700" b="0" i="0" u="none" strike="noStrike" kern="0" cap="none" spc="0" normalizeH="0" baseline="0" noProof="0" dirty="0">
              <a:ln>
                <a:noFill/>
              </a:ln>
              <a:solidFill>
                <a:srgbClr val="FFFFFF"/>
              </a:solidFill>
              <a:effectLst/>
              <a:uLnTx/>
              <a:uFillTx/>
              <a:latin typeface="Arial"/>
              <a:ea typeface="Arial"/>
              <a:cs typeface="Arial"/>
              <a:sym typeface="Arial"/>
            </a:endParaRPr>
          </a:p>
        </p:txBody>
      </p:sp>
      <p:pic>
        <p:nvPicPr>
          <p:cNvPr id="1062" name="Picture 1061">
            <a:extLst>
              <a:ext uri="{FF2B5EF4-FFF2-40B4-BE49-F238E27FC236}">
                <a16:creationId xmlns:a16="http://schemas.microsoft.com/office/drawing/2014/main" id="{3AA06E24-8E61-D171-2145-5EE49048510D}"/>
              </a:ext>
            </a:extLst>
          </p:cNvPr>
          <p:cNvPicPr>
            <a:picLocks noChangeAspect="1"/>
          </p:cNvPicPr>
          <p:nvPr/>
        </p:nvPicPr>
        <p:blipFill>
          <a:blip r:embed="rId3"/>
          <a:stretch>
            <a:fillRect/>
          </a:stretch>
        </p:blipFill>
        <p:spPr>
          <a:xfrm>
            <a:off x="6665249" y="1478594"/>
            <a:ext cx="315120" cy="163862"/>
          </a:xfrm>
          <a:prstGeom prst="rect">
            <a:avLst/>
          </a:prstGeom>
        </p:spPr>
      </p:pic>
      <p:sp>
        <p:nvSpPr>
          <p:cNvPr id="1063" name="TextBox 1062">
            <a:extLst>
              <a:ext uri="{FF2B5EF4-FFF2-40B4-BE49-F238E27FC236}">
                <a16:creationId xmlns:a16="http://schemas.microsoft.com/office/drawing/2014/main" id="{F71AD09B-6C1B-65C9-F75B-DF0CBEAE2597}"/>
              </a:ext>
            </a:extLst>
          </p:cNvPr>
          <p:cNvSpPr txBox="1"/>
          <p:nvPr/>
        </p:nvSpPr>
        <p:spPr>
          <a:xfrm>
            <a:off x="6923338" y="1454010"/>
            <a:ext cx="649537"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800" b="0" i="0" u="none" strike="noStrike" kern="0" cap="none" spc="0" normalizeH="0" baseline="0" noProof="0">
                <a:ln>
                  <a:noFill/>
                </a:ln>
                <a:solidFill>
                  <a:srgbClr val="000000"/>
                </a:solidFill>
                <a:effectLst/>
                <a:uLnTx/>
                <a:uFillTx/>
                <a:latin typeface="Arial"/>
                <a:cs typeface="Arial"/>
                <a:sym typeface="Arial"/>
              </a:rPr>
              <a:t>US Based</a:t>
            </a:r>
          </a:p>
        </p:txBody>
      </p:sp>
      <p:pic>
        <p:nvPicPr>
          <p:cNvPr id="7" name="Picture 6">
            <a:extLst>
              <a:ext uri="{FF2B5EF4-FFF2-40B4-BE49-F238E27FC236}">
                <a16:creationId xmlns:a16="http://schemas.microsoft.com/office/drawing/2014/main" id="{3A6AB0B9-75D5-0E51-597C-E924F8A83AD8}"/>
              </a:ext>
            </a:extLst>
          </p:cNvPr>
          <p:cNvPicPr>
            <a:picLocks noChangeAspect="1"/>
          </p:cNvPicPr>
          <p:nvPr/>
        </p:nvPicPr>
        <p:blipFill>
          <a:blip r:embed="rId4"/>
          <a:stretch>
            <a:fillRect/>
          </a:stretch>
        </p:blipFill>
        <p:spPr>
          <a:xfrm>
            <a:off x="6657620" y="1874570"/>
            <a:ext cx="322749" cy="163115"/>
          </a:xfrm>
          <a:prstGeom prst="rect">
            <a:avLst/>
          </a:prstGeom>
        </p:spPr>
      </p:pic>
      <p:sp>
        <p:nvSpPr>
          <p:cNvPr id="8" name="TextBox 7">
            <a:extLst>
              <a:ext uri="{FF2B5EF4-FFF2-40B4-BE49-F238E27FC236}">
                <a16:creationId xmlns:a16="http://schemas.microsoft.com/office/drawing/2014/main" id="{8AF436F1-3819-8492-CB57-5601E142F673}"/>
              </a:ext>
            </a:extLst>
          </p:cNvPr>
          <p:cNvSpPr txBox="1"/>
          <p:nvPr/>
        </p:nvSpPr>
        <p:spPr>
          <a:xfrm>
            <a:off x="6925522" y="1846601"/>
            <a:ext cx="731290"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800" b="0" i="0" u="none" strike="noStrike" kern="0" cap="none" spc="0" normalizeH="0" baseline="0" noProof="0">
                <a:ln>
                  <a:noFill/>
                </a:ln>
                <a:solidFill>
                  <a:srgbClr val="000000"/>
                </a:solidFill>
                <a:effectLst/>
                <a:uLnTx/>
                <a:uFillTx/>
                <a:latin typeface="Arial"/>
                <a:cs typeface="Arial"/>
                <a:sym typeface="Arial"/>
              </a:rPr>
              <a:t>India Based</a:t>
            </a:r>
          </a:p>
        </p:txBody>
      </p:sp>
      <p:pic>
        <p:nvPicPr>
          <p:cNvPr id="25" name="Picture 24">
            <a:extLst>
              <a:ext uri="{FF2B5EF4-FFF2-40B4-BE49-F238E27FC236}">
                <a16:creationId xmlns:a16="http://schemas.microsoft.com/office/drawing/2014/main" id="{F532C5DB-A6EB-51F5-BA2B-443A06EF4C5A}"/>
              </a:ext>
            </a:extLst>
          </p:cNvPr>
          <p:cNvPicPr>
            <a:picLocks noChangeAspect="1"/>
          </p:cNvPicPr>
          <p:nvPr/>
        </p:nvPicPr>
        <p:blipFill>
          <a:blip r:embed="rId5"/>
          <a:stretch>
            <a:fillRect/>
          </a:stretch>
        </p:blipFill>
        <p:spPr>
          <a:xfrm>
            <a:off x="6657620" y="1675780"/>
            <a:ext cx="330934" cy="165467"/>
          </a:xfrm>
          <a:prstGeom prst="rect">
            <a:avLst/>
          </a:prstGeom>
        </p:spPr>
      </p:pic>
      <p:sp>
        <p:nvSpPr>
          <p:cNvPr id="26" name="TextBox 25">
            <a:extLst>
              <a:ext uri="{FF2B5EF4-FFF2-40B4-BE49-F238E27FC236}">
                <a16:creationId xmlns:a16="http://schemas.microsoft.com/office/drawing/2014/main" id="{E1BCE4E6-D7CE-38CF-0AB5-279FB314F9AA}"/>
              </a:ext>
            </a:extLst>
          </p:cNvPr>
          <p:cNvSpPr txBox="1"/>
          <p:nvPr/>
        </p:nvSpPr>
        <p:spPr>
          <a:xfrm>
            <a:off x="6919971" y="1650305"/>
            <a:ext cx="86914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800" b="0" i="0" u="none" strike="noStrike" kern="0" cap="none" spc="0" normalizeH="0" baseline="0" noProof="0">
                <a:ln>
                  <a:noFill/>
                </a:ln>
                <a:solidFill>
                  <a:srgbClr val="000000"/>
                </a:solidFill>
                <a:effectLst/>
                <a:uLnTx/>
                <a:uFillTx/>
                <a:latin typeface="Arial"/>
                <a:cs typeface="Arial"/>
                <a:sym typeface="Arial"/>
              </a:rPr>
              <a:t>Canada Based</a:t>
            </a:r>
          </a:p>
        </p:txBody>
      </p:sp>
      <p:sp>
        <p:nvSpPr>
          <p:cNvPr id="29" name="Google Shape;927;g22f1b912626_0_165">
            <a:extLst>
              <a:ext uri="{FF2B5EF4-FFF2-40B4-BE49-F238E27FC236}">
                <a16:creationId xmlns:a16="http://schemas.microsoft.com/office/drawing/2014/main" id="{0876F1DB-C48D-4044-F7D0-AF0EC987EE3F}"/>
              </a:ext>
            </a:extLst>
          </p:cNvPr>
          <p:cNvSpPr/>
          <p:nvPr/>
        </p:nvSpPr>
        <p:spPr>
          <a:xfrm>
            <a:off x="6670151" y="1234155"/>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gradFill flip="none" rotWithShape="1">
            <a:gsLst>
              <a:gs pos="34000">
                <a:srgbClr val="0098C7">
                  <a:alpha val="50000"/>
                </a:srgbClr>
              </a:gs>
              <a:gs pos="66000">
                <a:srgbClr val="DC199B"/>
              </a:gs>
              <a:gs pos="34000">
                <a:srgbClr val="DC199B">
                  <a:alpha val="50000"/>
                </a:srgbClr>
              </a:gs>
              <a:gs pos="66000">
                <a:srgbClr val="002060">
                  <a:alpha val="70000"/>
                </a:srgbClr>
              </a:gs>
            </a:gsLst>
            <a:lin ang="0" scaled="0"/>
            <a:tileRect/>
          </a:gradFill>
          <a:ln>
            <a:solidFill>
              <a:schemeClr val="tx1"/>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 typeface="Arial"/>
              <a:buNone/>
              <a:tabLst/>
              <a:defRPr/>
            </a:pPr>
            <a:r>
              <a:rPr kumimoji="0" lang="en-GB" sz="700" b="0" i="0" u="none" strike="noStrike" kern="0" cap="none" spc="0" normalizeH="0" baseline="0" noProof="0" dirty="0">
                <a:ln>
                  <a:noFill/>
                </a:ln>
                <a:solidFill>
                  <a:srgbClr val="FFFFFF"/>
                </a:solidFill>
                <a:effectLst/>
                <a:uLnTx/>
                <a:uFillTx/>
                <a:latin typeface="Arial"/>
                <a:ea typeface="Arial"/>
                <a:cs typeface="Arial"/>
                <a:sym typeface="Arial"/>
              </a:rPr>
              <a:t>TBD – Cap/Beazley/GW</a:t>
            </a:r>
            <a:endParaRPr kumimoji="0" sz="7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0" name="Google Shape;919;g22f1b912626_0_165">
            <a:extLst>
              <a:ext uri="{FF2B5EF4-FFF2-40B4-BE49-F238E27FC236}">
                <a16:creationId xmlns:a16="http://schemas.microsoft.com/office/drawing/2014/main" id="{0B59A991-941B-2378-0850-929E635539A3}"/>
              </a:ext>
            </a:extLst>
          </p:cNvPr>
          <p:cNvSpPr/>
          <p:nvPr/>
        </p:nvSpPr>
        <p:spPr>
          <a:xfrm>
            <a:off x="4196129" y="580757"/>
            <a:ext cx="1468117" cy="1871538"/>
          </a:xfrm>
          <a:prstGeom prst="rect">
            <a:avLst/>
          </a:prstGeom>
          <a:solidFill>
            <a:schemeClr val="accent1"/>
          </a:solid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1" i="0" u="none" strike="noStrike" kern="0" cap="none" spc="0" normalizeH="0" baseline="0" noProof="0">
                <a:ln>
                  <a:noFill/>
                </a:ln>
                <a:solidFill>
                  <a:srgbClr val="FFFFFF"/>
                </a:solidFill>
                <a:effectLst/>
                <a:uLnTx/>
                <a:uFillTx/>
                <a:latin typeface="Arial"/>
                <a:cs typeface="Arial"/>
                <a:sym typeface="Arial"/>
              </a:rPr>
              <a:t>Other Programme Stakeholders</a:t>
            </a:r>
            <a:endParaRPr kumimoji="0" sz="800" b="1" i="0" u="none" strike="noStrike" kern="0" cap="none" spc="0" normalizeH="0" baseline="0" noProof="0">
              <a:ln>
                <a:noFill/>
              </a:ln>
              <a:solidFill>
                <a:srgbClr val="FFFFFF"/>
              </a:solidFill>
              <a:effectLst/>
              <a:uLnTx/>
              <a:uFillTx/>
              <a:latin typeface="Arial"/>
              <a:cs typeface="Arial"/>
              <a:sym typeface="Arial"/>
            </a:endParaRPr>
          </a:p>
        </p:txBody>
      </p:sp>
      <p:sp>
        <p:nvSpPr>
          <p:cNvPr id="899" name="Arrow: Up-Down 898">
            <a:extLst>
              <a:ext uri="{FF2B5EF4-FFF2-40B4-BE49-F238E27FC236}">
                <a16:creationId xmlns:a16="http://schemas.microsoft.com/office/drawing/2014/main" id="{83D59CCD-F7BA-46A5-F7B0-290D5C746450}"/>
              </a:ext>
            </a:extLst>
          </p:cNvPr>
          <p:cNvSpPr/>
          <p:nvPr/>
        </p:nvSpPr>
        <p:spPr>
          <a:xfrm>
            <a:off x="4631539" y="2518152"/>
            <a:ext cx="246400" cy="34203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02" name="Arrow: Up-Down 901">
            <a:extLst>
              <a:ext uri="{FF2B5EF4-FFF2-40B4-BE49-F238E27FC236}">
                <a16:creationId xmlns:a16="http://schemas.microsoft.com/office/drawing/2014/main" id="{3B6CA8BD-D347-77E5-33A6-9EEB22E65FDB}"/>
              </a:ext>
            </a:extLst>
          </p:cNvPr>
          <p:cNvSpPr/>
          <p:nvPr/>
        </p:nvSpPr>
        <p:spPr>
          <a:xfrm rot="5400000">
            <a:off x="3748229" y="1922804"/>
            <a:ext cx="246400" cy="34203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33" name="Arrow: Left-Up 932">
            <a:extLst>
              <a:ext uri="{FF2B5EF4-FFF2-40B4-BE49-F238E27FC236}">
                <a16:creationId xmlns:a16="http://schemas.microsoft.com/office/drawing/2014/main" id="{E9D72AAE-3468-840A-A931-94C6D3A138BA}"/>
              </a:ext>
            </a:extLst>
          </p:cNvPr>
          <p:cNvSpPr/>
          <p:nvPr/>
        </p:nvSpPr>
        <p:spPr>
          <a:xfrm flipH="1">
            <a:off x="114481" y="2860191"/>
            <a:ext cx="201593" cy="823988"/>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34" name="Arrow: Left-Up 933">
            <a:extLst>
              <a:ext uri="{FF2B5EF4-FFF2-40B4-BE49-F238E27FC236}">
                <a16:creationId xmlns:a16="http://schemas.microsoft.com/office/drawing/2014/main" id="{85CE3442-C10C-1632-56FF-769A0E02BF8C}"/>
              </a:ext>
            </a:extLst>
          </p:cNvPr>
          <p:cNvSpPr/>
          <p:nvPr/>
        </p:nvSpPr>
        <p:spPr>
          <a:xfrm flipH="1">
            <a:off x="333409" y="4451258"/>
            <a:ext cx="201593" cy="823988"/>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36" name="Arrow: Left-Up 935">
            <a:extLst>
              <a:ext uri="{FF2B5EF4-FFF2-40B4-BE49-F238E27FC236}">
                <a16:creationId xmlns:a16="http://schemas.microsoft.com/office/drawing/2014/main" id="{1F4651BF-0A03-81DC-FE3E-A21B3B575A7E}"/>
              </a:ext>
            </a:extLst>
          </p:cNvPr>
          <p:cNvSpPr/>
          <p:nvPr/>
        </p:nvSpPr>
        <p:spPr>
          <a:xfrm flipH="1">
            <a:off x="904631" y="6033484"/>
            <a:ext cx="444583" cy="269224"/>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8" name="Google Shape;919;g22f1b912626_0_165">
            <a:extLst>
              <a:ext uri="{FF2B5EF4-FFF2-40B4-BE49-F238E27FC236}">
                <a16:creationId xmlns:a16="http://schemas.microsoft.com/office/drawing/2014/main" id="{3F0A3E4D-D077-DE92-594D-6B8B5EF6FE4B}"/>
              </a:ext>
            </a:extLst>
          </p:cNvPr>
          <p:cNvSpPr/>
          <p:nvPr/>
        </p:nvSpPr>
        <p:spPr>
          <a:xfrm>
            <a:off x="1080924" y="2936834"/>
            <a:ext cx="900653"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Warren Pilkington (Prog Director)</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19" name="Google Shape;919;g22f1b912626_0_165">
            <a:extLst>
              <a:ext uri="{FF2B5EF4-FFF2-40B4-BE49-F238E27FC236}">
                <a16:creationId xmlns:a16="http://schemas.microsoft.com/office/drawing/2014/main" id="{7944E31C-CF33-246B-DE9C-B7034EFEE4CA}"/>
              </a:ext>
            </a:extLst>
          </p:cNvPr>
          <p:cNvSpPr/>
          <p:nvPr/>
        </p:nvSpPr>
        <p:spPr>
          <a:xfrm>
            <a:off x="1081717" y="3303171"/>
            <a:ext cx="899224"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Max Cartwright</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(Prog Director)</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1" name="Google Shape;919;g22f1b912626_0_165">
            <a:extLst>
              <a:ext uri="{FF2B5EF4-FFF2-40B4-BE49-F238E27FC236}">
                <a16:creationId xmlns:a16="http://schemas.microsoft.com/office/drawing/2014/main" id="{97AECA90-4A90-3373-EA83-2362216BE281}"/>
              </a:ext>
            </a:extLst>
          </p:cNvPr>
          <p:cNvSpPr/>
          <p:nvPr/>
        </p:nvSpPr>
        <p:spPr>
          <a:xfrm>
            <a:off x="2916061" y="3307934"/>
            <a:ext cx="900653"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err="1">
                <a:ln>
                  <a:noFill/>
                </a:ln>
                <a:solidFill>
                  <a:srgbClr val="FFFFFF"/>
                </a:solidFill>
                <a:effectLst/>
                <a:uLnTx/>
                <a:uFillTx/>
                <a:latin typeface="Arial"/>
                <a:cs typeface="Arial"/>
                <a:sym typeface="Arial"/>
              </a:rPr>
              <a:t>Athik</a:t>
            </a:r>
            <a:r>
              <a:rPr kumimoji="0" lang="en-US" sz="700" b="0" i="0" u="none" strike="noStrike" kern="0" cap="none" spc="0" normalizeH="0" baseline="0" noProof="0">
                <a:ln>
                  <a:noFill/>
                </a:ln>
                <a:solidFill>
                  <a:srgbClr val="FFFFFF"/>
                </a:solidFill>
                <a:effectLst/>
                <a:uLnTx/>
                <a:uFillTx/>
                <a:latin typeface="Arial"/>
                <a:cs typeface="Arial"/>
                <a:sym typeface="Arial"/>
              </a:rPr>
              <a:t> Miah</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(Del Lead - Billing)</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2" name="Google Shape;919;g22f1b912626_0_165">
            <a:extLst>
              <a:ext uri="{FF2B5EF4-FFF2-40B4-BE49-F238E27FC236}">
                <a16:creationId xmlns:a16="http://schemas.microsoft.com/office/drawing/2014/main" id="{961906AC-CAAC-F23A-ACD2-C49A238054A7}"/>
              </a:ext>
            </a:extLst>
          </p:cNvPr>
          <p:cNvSpPr/>
          <p:nvPr/>
        </p:nvSpPr>
        <p:spPr>
          <a:xfrm>
            <a:off x="2923690" y="3662256"/>
            <a:ext cx="899224"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Ananda A Ponnaiah</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(Del Lead UK)</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7" name="Google Shape;919;g22f1b912626_0_165">
            <a:extLst>
              <a:ext uri="{FF2B5EF4-FFF2-40B4-BE49-F238E27FC236}">
                <a16:creationId xmlns:a16="http://schemas.microsoft.com/office/drawing/2014/main" id="{D14E66A4-5F78-34E0-00B1-7082031E446E}"/>
              </a:ext>
            </a:extLst>
          </p:cNvPr>
          <p:cNvSpPr/>
          <p:nvPr/>
        </p:nvSpPr>
        <p:spPr>
          <a:xfrm>
            <a:off x="4766714" y="2951123"/>
            <a:ext cx="900653"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Dean Johnston</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(Ent Architecture)</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8" name="Google Shape;919;g22f1b912626_0_165">
            <a:extLst>
              <a:ext uri="{FF2B5EF4-FFF2-40B4-BE49-F238E27FC236}">
                <a16:creationId xmlns:a16="http://schemas.microsoft.com/office/drawing/2014/main" id="{1E7D8624-3592-2919-1239-1AB11BC0222D}"/>
              </a:ext>
            </a:extLst>
          </p:cNvPr>
          <p:cNvSpPr/>
          <p:nvPr/>
        </p:nvSpPr>
        <p:spPr>
          <a:xfrm>
            <a:off x="4767507" y="3674508"/>
            <a:ext cx="899224"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Brett Fabian-Smith</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(Ent Architect)</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963" name="Google Shape;919;g22f1b912626_0_165">
            <a:extLst>
              <a:ext uri="{FF2B5EF4-FFF2-40B4-BE49-F238E27FC236}">
                <a16:creationId xmlns:a16="http://schemas.microsoft.com/office/drawing/2014/main" id="{13BECDC8-DC4C-5772-4F37-7AB97BA3BD4F}"/>
              </a:ext>
            </a:extLst>
          </p:cNvPr>
          <p:cNvSpPr/>
          <p:nvPr/>
        </p:nvSpPr>
        <p:spPr>
          <a:xfrm>
            <a:off x="2916061" y="2941597"/>
            <a:ext cx="900653"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Stephen Payne</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(Del Lead – GPAS &amp; Billing)</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6" name="TextBox 5">
            <a:extLst>
              <a:ext uri="{FF2B5EF4-FFF2-40B4-BE49-F238E27FC236}">
                <a16:creationId xmlns:a16="http://schemas.microsoft.com/office/drawing/2014/main" id="{DA5C355D-4C03-E6DC-1A50-DE7ED909F9E9}"/>
              </a:ext>
            </a:extLst>
          </p:cNvPr>
          <p:cNvSpPr txBox="1">
            <a:spLocks/>
          </p:cNvSpPr>
          <p:nvPr/>
        </p:nvSpPr>
        <p:spPr>
          <a:xfrm>
            <a:off x="345961" y="2930662"/>
            <a:ext cx="707706" cy="1448998"/>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prstClr val="white"/>
                </a:solidFill>
                <a:effectLst/>
                <a:uLnTx/>
                <a:uFillTx/>
                <a:latin typeface="Arial"/>
                <a:ea typeface="+mn-ea"/>
                <a:cs typeface="Arial"/>
                <a:sym typeface="Arial"/>
              </a:rPr>
              <a:t>Program Leadership</a:t>
            </a:r>
          </a:p>
        </p:txBody>
      </p:sp>
      <p:sp>
        <p:nvSpPr>
          <p:cNvPr id="901" name="Google Shape;919;g22f1b912626_0_165">
            <a:extLst>
              <a:ext uri="{FF2B5EF4-FFF2-40B4-BE49-F238E27FC236}">
                <a16:creationId xmlns:a16="http://schemas.microsoft.com/office/drawing/2014/main" id="{B565D13F-21BD-4582-554E-32FFACE3F184}"/>
              </a:ext>
            </a:extLst>
          </p:cNvPr>
          <p:cNvSpPr/>
          <p:nvPr/>
        </p:nvSpPr>
        <p:spPr>
          <a:xfrm>
            <a:off x="4766714" y="3317460"/>
            <a:ext cx="900653"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Danny Sohal</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(Finance Architect)</a:t>
            </a:r>
          </a:p>
        </p:txBody>
      </p:sp>
      <p:sp>
        <p:nvSpPr>
          <p:cNvPr id="904" name="Google Shape;919;g22f1b912626_0_165">
            <a:extLst>
              <a:ext uri="{FF2B5EF4-FFF2-40B4-BE49-F238E27FC236}">
                <a16:creationId xmlns:a16="http://schemas.microsoft.com/office/drawing/2014/main" id="{315494C0-8B92-A7DE-AD9F-0B393EFA508A}"/>
              </a:ext>
            </a:extLst>
          </p:cNvPr>
          <p:cNvSpPr/>
          <p:nvPr/>
        </p:nvSpPr>
        <p:spPr>
          <a:xfrm>
            <a:off x="1998043" y="2936834"/>
            <a:ext cx="900653"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(Lead GPAS PO)</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sp>
        <p:nvSpPr>
          <p:cNvPr id="905" name="Google Shape;919;g22f1b912626_0_165">
            <a:extLst>
              <a:ext uri="{FF2B5EF4-FFF2-40B4-BE49-F238E27FC236}">
                <a16:creationId xmlns:a16="http://schemas.microsoft.com/office/drawing/2014/main" id="{DAC87E84-8111-DF4B-3DEE-10D1FF79EA63}"/>
              </a:ext>
            </a:extLst>
          </p:cNvPr>
          <p:cNvSpPr/>
          <p:nvPr/>
        </p:nvSpPr>
        <p:spPr>
          <a:xfrm>
            <a:off x="1998836" y="3660219"/>
            <a:ext cx="899224" cy="342942"/>
          </a:xfrm>
          <a:prstGeom prst="rect">
            <a:avLst/>
          </a:prstGeom>
          <a:solidFill>
            <a:srgbClr val="0098C7">
              <a:alpha val="50000"/>
            </a:srgb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(Functional Lead)</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sp>
        <p:nvSpPr>
          <p:cNvPr id="907" name="Google Shape;919;g22f1b912626_0_165">
            <a:extLst>
              <a:ext uri="{FF2B5EF4-FFF2-40B4-BE49-F238E27FC236}">
                <a16:creationId xmlns:a16="http://schemas.microsoft.com/office/drawing/2014/main" id="{2452AEF4-81F9-CAFD-1019-D7A5F862123F}"/>
              </a:ext>
            </a:extLst>
          </p:cNvPr>
          <p:cNvSpPr/>
          <p:nvPr/>
        </p:nvSpPr>
        <p:spPr>
          <a:xfrm>
            <a:off x="3839007" y="2941597"/>
            <a:ext cx="900653"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Owen Humphries</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(Technical Lead)</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908" name="Google Shape;919;g22f1b912626_0_165">
            <a:extLst>
              <a:ext uri="{FF2B5EF4-FFF2-40B4-BE49-F238E27FC236}">
                <a16:creationId xmlns:a16="http://schemas.microsoft.com/office/drawing/2014/main" id="{6AB3ACCB-4971-190F-5A61-A97927773968}"/>
              </a:ext>
            </a:extLst>
          </p:cNvPr>
          <p:cNvSpPr/>
          <p:nvPr/>
        </p:nvSpPr>
        <p:spPr>
          <a:xfrm>
            <a:off x="1998043" y="3303171"/>
            <a:ext cx="900653"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(Lead Finance PO)</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sp>
        <p:nvSpPr>
          <p:cNvPr id="836" name="Google Shape;919;g22f1b912626_0_165">
            <a:extLst>
              <a:ext uri="{FF2B5EF4-FFF2-40B4-BE49-F238E27FC236}">
                <a16:creationId xmlns:a16="http://schemas.microsoft.com/office/drawing/2014/main" id="{4869A33E-39EF-B6CA-003E-99EC84E0BCFA}"/>
              </a:ext>
            </a:extLst>
          </p:cNvPr>
          <p:cNvSpPr/>
          <p:nvPr/>
        </p:nvSpPr>
        <p:spPr>
          <a:xfrm>
            <a:off x="4770535" y="4036427"/>
            <a:ext cx="899224" cy="342942"/>
          </a:xfrm>
          <a:prstGeom prst="rect">
            <a:avLst/>
          </a:prstGeom>
          <a:solidFill>
            <a:srgbClr val="002060">
              <a:alpha val="70000"/>
            </a:srgb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(GW Ent Architect)</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sp>
        <p:nvSpPr>
          <p:cNvPr id="859" name="Google Shape;919;g22f1b912626_0_165">
            <a:extLst>
              <a:ext uri="{FF2B5EF4-FFF2-40B4-BE49-F238E27FC236}">
                <a16:creationId xmlns:a16="http://schemas.microsoft.com/office/drawing/2014/main" id="{AE2DD096-306C-F7AF-C573-FF72205B7811}"/>
              </a:ext>
            </a:extLst>
          </p:cNvPr>
          <p:cNvSpPr/>
          <p:nvPr/>
        </p:nvSpPr>
        <p:spPr>
          <a:xfrm>
            <a:off x="3838089" y="3665319"/>
            <a:ext cx="899224" cy="342942"/>
          </a:xfrm>
          <a:prstGeom prst="rect">
            <a:avLst/>
          </a:prstGeom>
          <a:solidFill>
            <a:srgbClr val="00206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Frederic Brunner</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(Delivery Director)</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900" name="Google Shape;919;g22f1b912626_0_165">
            <a:extLst>
              <a:ext uri="{FF2B5EF4-FFF2-40B4-BE49-F238E27FC236}">
                <a16:creationId xmlns:a16="http://schemas.microsoft.com/office/drawing/2014/main" id="{958627D4-19F0-F035-57E0-02B562D5C93E}"/>
              </a:ext>
            </a:extLst>
          </p:cNvPr>
          <p:cNvSpPr/>
          <p:nvPr/>
        </p:nvSpPr>
        <p:spPr>
          <a:xfrm>
            <a:off x="5692140" y="2946150"/>
            <a:ext cx="900653"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Jeff </a:t>
            </a:r>
            <a:r>
              <a:rPr kumimoji="0" lang="en-US" sz="700" b="0" i="0" u="none" strike="noStrike" kern="0" cap="none" spc="0" normalizeH="0" baseline="0" noProof="0" err="1">
                <a:ln>
                  <a:noFill/>
                </a:ln>
                <a:solidFill>
                  <a:srgbClr val="FFFFFF"/>
                </a:solidFill>
                <a:effectLst/>
                <a:uLnTx/>
                <a:uFillTx/>
                <a:latin typeface="Arial"/>
                <a:cs typeface="Arial"/>
                <a:sym typeface="Arial"/>
              </a:rPr>
              <a:t>Colandrea</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(Platform Owner)</a:t>
            </a:r>
          </a:p>
        </p:txBody>
      </p:sp>
      <p:pic>
        <p:nvPicPr>
          <p:cNvPr id="1057" name="Picture 1056">
            <a:extLst>
              <a:ext uri="{FF2B5EF4-FFF2-40B4-BE49-F238E27FC236}">
                <a16:creationId xmlns:a16="http://schemas.microsoft.com/office/drawing/2014/main" id="{772062D5-31B4-1009-AE6D-E4531038E269}"/>
              </a:ext>
            </a:extLst>
          </p:cNvPr>
          <p:cNvPicPr>
            <a:picLocks noChangeAspect="1"/>
          </p:cNvPicPr>
          <p:nvPr/>
        </p:nvPicPr>
        <p:blipFill>
          <a:blip r:embed="rId3"/>
          <a:stretch>
            <a:fillRect/>
          </a:stretch>
        </p:blipFill>
        <p:spPr>
          <a:xfrm>
            <a:off x="6463489" y="2951060"/>
            <a:ext cx="122556" cy="63729"/>
          </a:xfrm>
          <a:prstGeom prst="rect">
            <a:avLst/>
          </a:prstGeom>
          <a:ln>
            <a:noFill/>
          </a:ln>
        </p:spPr>
      </p:pic>
      <p:grpSp>
        <p:nvGrpSpPr>
          <p:cNvPr id="914" name="Group 913">
            <a:extLst>
              <a:ext uri="{FF2B5EF4-FFF2-40B4-BE49-F238E27FC236}">
                <a16:creationId xmlns:a16="http://schemas.microsoft.com/office/drawing/2014/main" id="{56772C09-74E3-8CE6-625E-A137A7EA1C6A}"/>
              </a:ext>
            </a:extLst>
          </p:cNvPr>
          <p:cNvGrpSpPr/>
          <p:nvPr/>
        </p:nvGrpSpPr>
        <p:grpSpPr>
          <a:xfrm>
            <a:off x="3837455" y="3308216"/>
            <a:ext cx="899224" cy="342942"/>
            <a:chOff x="4319533" y="3660219"/>
            <a:chExt cx="899224" cy="342942"/>
          </a:xfrm>
        </p:grpSpPr>
        <p:sp>
          <p:nvSpPr>
            <p:cNvPr id="962" name="Google Shape;919;g22f1b912626_0_165">
              <a:extLst>
                <a:ext uri="{FF2B5EF4-FFF2-40B4-BE49-F238E27FC236}">
                  <a16:creationId xmlns:a16="http://schemas.microsoft.com/office/drawing/2014/main" id="{C7A49277-9DD9-6860-BD4D-97AED7D3936D}"/>
                </a:ext>
              </a:extLst>
            </p:cNvPr>
            <p:cNvSpPr/>
            <p:nvPr/>
          </p:nvSpPr>
          <p:spPr>
            <a:xfrm>
              <a:off x="4319533" y="3660219"/>
              <a:ext cx="899224"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Natraj Gudla</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(Del lead – India)</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F0CEEFE3-DEC4-AE42-1234-9023572F14F7}"/>
                </a:ext>
              </a:extLst>
            </p:cNvPr>
            <p:cNvPicPr>
              <a:picLocks noChangeAspect="1"/>
            </p:cNvPicPr>
            <p:nvPr/>
          </p:nvPicPr>
          <p:blipFill>
            <a:blip r:embed="rId4"/>
            <a:stretch>
              <a:fillRect/>
            </a:stretch>
          </p:blipFill>
          <p:spPr>
            <a:xfrm>
              <a:off x="5110926" y="3665997"/>
              <a:ext cx="102792" cy="68357"/>
            </a:xfrm>
            <a:prstGeom prst="rect">
              <a:avLst/>
            </a:prstGeom>
            <a:ln>
              <a:noFill/>
            </a:ln>
          </p:spPr>
        </p:pic>
      </p:grpSp>
      <p:sp>
        <p:nvSpPr>
          <p:cNvPr id="937" name="Rectangle 936">
            <a:extLst>
              <a:ext uri="{FF2B5EF4-FFF2-40B4-BE49-F238E27FC236}">
                <a16:creationId xmlns:a16="http://schemas.microsoft.com/office/drawing/2014/main" id="{ED37CCC9-B898-9AA6-8F7E-50FCB2E8B85E}"/>
              </a:ext>
            </a:extLst>
          </p:cNvPr>
          <p:cNvSpPr/>
          <p:nvPr/>
        </p:nvSpPr>
        <p:spPr>
          <a:xfrm>
            <a:off x="4762905" y="2944951"/>
            <a:ext cx="904469" cy="1433868"/>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40" name="Rectangle 939">
            <a:extLst>
              <a:ext uri="{FF2B5EF4-FFF2-40B4-BE49-F238E27FC236}">
                <a16:creationId xmlns:a16="http://schemas.microsoft.com/office/drawing/2014/main" id="{CC3F2096-358C-D9BA-AD82-B6998C54B920}"/>
              </a:ext>
            </a:extLst>
          </p:cNvPr>
          <p:cNvSpPr/>
          <p:nvPr/>
        </p:nvSpPr>
        <p:spPr>
          <a:xfrm>
            <a:off x="2914456" y="2941597"/>
            <a:ext cx="1826507" cy="106360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41" name="Rectangle 940">
            <a:extLst>
              <a:ext uri="{FF2B5EF4-FFF2-40B4-BE49-F238E27FC236}">
                <a16:creationId xmlns:a16="http://schemas.microsoft.com/office/drawing/2014/main" id="{7843CE75-C10D-CA6C-7351-25B3964C1CCE}"/>
              </a:ext>
            </a:extLst>
          </p:cNvPr>
          <p:cNvSpPr/>
          <p:nvPr/>
        </p:nvSpPr>
        <p:spPr>
          <a:xfrm>
            <a:off x="1995336" y="2941207"/>
            <a:ext cx="895283" cy="1066327"/>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43" name="Rectangle 942">
            <a:extLst>
              <a:ext uri="{FF2B5EF4-FFF2-40B4-BE49-F238E27FC236}">
                <a16:creationId xmlns:a16="http://schemas.microsoft.com/office/drawing/2014/main" id="{6A6F1035-D2B7-3C27-8342-77E436BBD511}"/>
              </a:ext>
            </a:extLst>
          </p:cNvPr>
          <p:cNvSpPr/>
          <p:nvPr/>
        </p:nvSpPr>
        <p:spPr>
          <a:xfrm>
            <a:off x="1080824" y="2941597"/>
            <a:ext cx="895283" cy="71049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grpSp>
        <p:nvGrpSpPr>
          <p:cNvPr id="968" name="Group 967">
            <a:extLst>
              <a:ext uri="{FF2B5EF4-FFF2-40B4-BE49-F238E27FC236}">
                <a16:creationId xmlns:a16="http://schemas.microsoft.com/office/drawing/2014/main" id="{F0CA849A-9D7B-F599-893F-45F145120ABA}"/>
              </a:ext>
            </a:extLst>
          </p:cNvPr>
          <p:cNvGrpSpPr/>
          <p:nvPr/>
        </p:nvGrpSpPr>
        <p:grpSpPr>
          <a:xfrm>
            <a:off x="99684" y="1729550"/>
            <a:ext cx="3505325" cy="1067507"/>
            <a:chOff x="99684" y="1729550"/>
            <a:chExt cx="3505325" cy="1067507"/>
          </a:xfrm>
        </p:grpSpPr>
        <p:sp>
          <p:nvSpPr>
            <p:cNvPr id="15" name="Google Shape;919;g22f1b912626_0_165">
              <a:extLst>
                <a:ext uri="{FF2B5EF4-FFF2-40B4-BE49-F238E27FC236}">
                  <a16:creationId xmlns:a16="http://schemas.microsoft.com/office/drawing/2014/main" id="{00B28477-6496-A66B-EF94-7C198FF02185}"/>
                </a:ext>
              </a:extLst>
            </p:cNvPr>
            <p:cNvSpPr/>
            <p:nvPr/>
          </p:nvSpPr>
          <p:spPr>
            <a:xfrm>
              <a:off x="1766174" y="2095485"/>
              <a:ext cx="905416"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Barry Houston</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(Delivery Exec)</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957" name="Google Shape;919;g22f1b912626_0_165">
              <a:extLst>
                <a:ext uri="{FF2B5EF4-FFF2-40B4-BE49-F238E27FC236}">
                  <a16:creationId xmlns:a16="http://schemas.microsoft.com/office/drawing/2014/main" id="{3A43BBE0-8ADD-FEE5-8EF3-DFB995B2BFB7}"/>
                </a:ext>
              </a:extLst>
            </p:cNvPr>
            <p:cNvSpPr/>
            <p:nvPr/>
          </p:nvSpPr>
          <p:spPr>
            <a:xfrm>
              <a:off x="2694680" y="1734666"/>
              <a:ext cx="906855"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Ben </a:t>
              </a:r>
              <a:r>
                <a:rPr kumimoji="0" lang="en-US" sz="700" b="0" i="0" u="none" strike="noStrike" kern="0" cap="none" spc="0" normalizeH="0" baseline="0" noProof="0" err="1">
                  <a:ln>
                    <a:noFill/>
                  </a:ln>
                  <a:solidFill>
                    <a:srgbClr val="FFFFFF"/>
                  </a:solidFill>
                  <a:effectLst/>
                  <a:uLnTx/>
                  <a:uFillTx/>
                  <a:latin typeface="Arial"/>
                  <a:cs typeface="Arial"/>
                  <a:sym typeface="Arial"/>
                </a:rPr>
                <a:t>Lowles</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(Procurement Lead)</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958" name="Google Shape;919;g22f1b912626_0_165">
              <a:extLst>
                <a:ext uri="{FF2B5EF4-FFF2-40B4-BE49-F238E27FC236}">
                  <a16:creationId xmlns:a16="http://schemas.microsoft.com/office/drawing/2014/main" id="{B2176C95-85A4-394C-C28E-0A1859AE1C8B}"/>
                </a:ext>
              </a:extLst>
            </p:cNvPr>
            <p:cNvSpPr/>
            <p:nvPr/>
          </p:nvSpPr>
          <p:spPr>
            <a:xfrm>
              <a:off x="2699593" y="2095485"/>
              <a:ext cx="905416"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Ian Craney</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(Procurement Lead)</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960" name="Google Shape;919;g22f1b912626_0_165">
              <a:extLst>
                <a:ext uri="{FF2B5EF4-FFF2-40B4-BE49-F238E27FC236}">
                  <a16:creationId xmlns:a16="http://schemas.microsoft.com/office/drawing/2014/main" id="{40BE3179-05A7-D6B4-2872-993B997A63DB}"/>
                </a:ext>
              </a:extLst>
            </p:cNvPr>
            <p:cNvSpPr/>
            <p:nvPr/>
          </p:nvSpPr>
          <p:spPr>
            <a:xfrm>
              <a:off x="834861" y="1734666"/>
              <a:ext cx="906855"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err="1">
                  <a:ln>
                    <a:noFill/>
                  </a:ln>
                  <a:solidFill>
                    <a:srgbClr val="FFFFFF"/>
                  </a:solidFill>
                  <a:effectLst/>
                  <a:uLnTx/>
                  <a:uFillTx/>
                  <a:latin typeface="Arial"/>
                  <a:cs typeface="Arial"/>
                  <a:sym typeface="Arial"/>
                </a:rPr>
                <a:t>Akhlas</a:t>
              </a:r>
              <a:r>
                <a:rPr kumimoji="0" lang="en-US" sz="700" b="0" i="0" u="none" strike="noStrike" kern="0" cap="none" spc="0" normalizeH="0" baseline="0" noProof="0">
                  <a:ln>
                    <a:noFill/>
                  </a:ln>
                  <a:solidFill>
                    <a:srgbClr val="FFFFFF"/>
                  </a:solidFill>
                  <a:effectLst/>
                  <a:uLnTx/>
                  <a:uFillTx/>
                  <a:latin typeface="Arial"/>
                  <a:cs typeface="Arial"/>
                  <a:sym typeface="Arial"/>
                </a:rPr>
                <a:t> Hafiz</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(Head of Modernisation)</a:t>
              </a:r>
            </a:p>
          </p:txBody>
        </p:sp>
        <p:sp>
          <p:nvSpPr>
            <p:cNvPr id="961" name="Google Shape;919;g22f1b912626_0_165">
              <a:extLst>
                <a:ext uri="{FF2B5EF4-FFF2-40B4-BE49-F238E27FC236}">
                  <a16:creationId xmlns:a16="http://schemas.microsoft.com/office/drawing/2014/main" id="{83667437-610F-C997-0BA5-3282DF7DB1F8}"/>
                </a:ext>
              </a:extLst>
            </p:cNvPr>
            <p:cNvSpPr/>
            <p:nvPr/>
          </p:nvSpPr>
          <p:spPr>
            <a:xfrm>
              <a:off x="834861" y="2095485"/>
              <a:ext cx="906855"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Dauda Jammeh</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(Bus Owner - Finance)</a:t>
              </a:r>
            </a:p>
          </p:txBody>
        </p:sp>
        <p:sp>
          <p:nvSpPr>
            <p:cNvPr id="5" name="TextBox 4">
              <a:extLst>
                <a:ext uri="{FF2B5EF4-FFF2-40B4-BE49-F238E27FC236}">
                  <a16:creationId xmlns:a16="http://schemas.microsoft.com/office/drawing/2014/main" id="{90AEB16E-C3D0-1CBF-D61C-7579DACABCEE}"/>
                </a:ext>
              </a:extLst>
            </p:cNvPr>
            <p:cNvSpPr txBox="1">
              <a:spLocks/>
            </p:cNvSpPr>
            <p:nvPr/>
          </p:nvSpPr>
          <p:spPr>
            <a:xfrm>
              <a:off x="99684" y="1729550"/>
              <a:ext cx="717068" cy="106331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prstClr val="white"/>
                  </a:solidFill>
                  <a:effectLst/>
                  <a:uLnTx/>
                  <a:uFillTx/>
                  <a:latin typeface="Arial"/>
                  <a:ea typeface="+mn-ea"/>
                  <a:cs typeface="Arial"/>
                  <a:sym typeface="Arial"/>
                </a:rPr>
                <a:t>Executive Leadership</a:t>
              </a:r>
            </a:p>
          </p:txBody>
        </p:sp>
        <p:sp>
          <p:nvSpPr>
            <p:cNvPr id="983" name="Google Shape;919;g22f1b912626_0_165">
              <a:extLst>
                <a:ext uri="{FF2B5EF4-FFF2-40B4-BE49-F238E27FC236}">
                  <a16:creationId xmlns:a16="http://schemas.microsoft.com/office/drawing/2014/main" id="{7FB9BA65-D885-AF56-B7A5-59160C3D3F81}"/>
                </a:ext>
              </a:extLst>
            </p:cNvPr>
            <p:cNvSpPr/>
            <p:nvPr/>
          </p:nvSpPr>
          <p:spPr>
            <a:xfrm>
              <a:off x="1766174" y="2454115"/>
              <a:ext cx="905416" cy="342942"/>
            </a:xfrm>
            <a:prstGeom prst="rect">
              <a:avLst/>
            </a:prstGeom>
            <a:solidFill>
              <a:srgbClr val="00206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Stephan Benet-</a:t>
              </a:r>
              <a:r>
                <a:rPr kumimoji="0" lang="en-US" sz="700" b="0" i="0" u="none" strike="noStrike" kern="0" cap="none" spc="0" normalizeH="0" baseline="0" noProof="0" err="1">
                  <a:ln>
                    <a:noFill/>
                  </a:ln>
                  <a:solidFill>
                    <a:srgbClr val="FFFFFF"/>
                  </a:solidFill>
                  <a:effectLst/>
                  <a:uLnTx/>
                  <a:uFillTx/>
                  <a:latin typeface="Arial"/>
                  <a:cs typeface="Arial"/>
                  <a:sym typeface="Arial"/>
                </a:rPr>
                <a:t>Weiler</a:t>
              </a:r>
              <a:r>
                <a:rPr kumimoji="0" lang="en-US" sz="700" b="0" i="0" u="none" strike="noStrike" kern="0" cap="none" spc="0" normalizeH="0" baseline="0" noProof="0">
                  <a:ln>
                    <a:noFill/>
                  </a:ln>
                  <a:solidFill>
                    <a:srgbClr val="FFFFFF"/>
                  </a:solidFill>
                  <a:effectLst/>
                  <a:uLnTx/>
                  <a:uFillTx/>
                  <a:latin typeface="Arial"/>
                  <a:cs typeface="Arial"/>
                  <a:sym typeface="Arial"/>
                </a:rPr>
                <a:t> / </a:t>
              </a:r>
              <a:r>
                <a:rPr kumimoji="0" lang="en-US" sz="700" b="0" i="0" u="none" strike="noStrike" kern="0" cap="none" spc="0" normalizeH="0" baseline="0" noProof="0" err="1">
                  <a:ln>
                    <a:noFill/>
                  </a:ln>
                  <a:solidFill>
                    <a:srgbClr val="FFFFFF"/>
                  </a:solidFill>
                  <a:effectLst/>
                  <a:uLnTx/>
                  <a:uFillTx/>
                  <a:latin typeface="Arial"/>
                  <a:cs typeface="Arial"/>
                  <a:sym typeface="Arial"/>
                </a:rPr>
                <a:t>Aine</a:t>
              </a:r>
              <a:r>
                <a:rPr kumimoji="0" lang="en-US" sz="700" b="0" i="0" u="none" strike="noStrike" kern="0" cap="none" spc="0" normalizeH="0" baseline="0" noProof="0">
                  <a:ln>
                    <a:noFill/>
                  </a:ln>
                  <a:solidFill>
                    <a:srgbClr val="FFFFFF"/>
                  </a:solidFill>
                  <a:effectLst/>
                  <a:uLnTx/>
                  <a:uFillTx/>
                  <a:latin typeface="Arial"/>
                  <a:cs typeface="Arial"/>
                  <a:sym typeface="Arial"/>
                </a:rPr>
                <a:t> Kane (Del Exec)</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12" name="Google Shape;919;g22f1b912626_0_165">
              <a:extLst>
                <a:ext uri="{FF2B5EF4-FFF2-40B4-BE49-F238E27FC236}">
                  <a16:creationId xmlns:a16="http://schemas.microsoft.com/office/drawing/2014/main" id="{302DE8FA-9836-1586-3323-28E50DED1B1C}"/>
                </a:ext>
              </a:extLst>
            </p:cNvPr>
            <p:cNvSpPr/>
            <p:nvPr/>
          </p:nvSpPr>
          <p:spPr>
            <a:xfrm>
              <a:off x="1765381" y="1734666"/>
              <a:ext cx="906855"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Vanessa Ortega (Business Owner)</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pic>
          <p:nvPicPr>
            <p:cNvPr id="1056" name="Picture 1055">
              <a:extLst>
                <a:ext uri="{FF2B5EF4-FFF2-40B4-BE49-F238E27FC236}">
                  <a16:creationId xmlns:a16="http://schemas.microsoft.com/office/drawing/2014/main" id="{DD4D650F-AAFF-E14E-EF42-6D2595FCEBB6}"/>
                </a:ext>
              </a:extLst>
            </p:cNvPr>
            <p:cNvPicPr>
              <a:picLocks noChangeAspect="1"/>
            </p:cNvPicPr>
            <p:nvPr/>
          </p:nvPicPr>
          <p:blipFill>
            <a:blip r:embed="rId3"/>
            <a:stretch>
              <a:fillRect/>
            </a:stretch>
          </p:blipFill>
          <p:spPr>
            <a:xfrm>
              <a:off x="2551040" y="1740076"/>
              <a:ext cx="111330" cy="63729"/>
            </a:xfrm>
            <a:prstGeom prst="rect">
              <a:avLst/>
            </a:prstGeom>
          </p:spPr>
        </p:pic>
        <p:sp>
          <p:nvSpPr>
            <p:cNvPr id="959" name="Rectangle 958">
              <a:extLst>
                <a:ext uri="{FF2B5EF4-FFF2-40B4-BE49-F238E27FC236}">
                  <a16:creationId xmlns:a16="http://schemas.microsoft.com/office/drawing/2014/main" id="{AD519513-01C1-E440-F2C0-74064BA9391D}"/>
                </a:ext>
              </a:extLst>
            </p:cNvPr>
            <p:cNvSpPr/>
            <p:nvPr/>
          </p:nvSpPr>
          <p:spPr>
            <a:xfrm>
              <a:off x="2698907" y="1742076"/>
              <a:ext cx="906102" cy="696352"/>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66" name="Rectangle 965">
              <a:extLst>
                <a:ext uri="{FF2B5EF4-FFF2-40B4-BE49-F238E27FC236}">
                  <a16:creationId xmlns:a16="http://schemas.microsoft.com/office/drawing/2014/main" id="{5075CFBF-1933-CB8F-7F4C-DEC1AF3F3AA5}"/>
                </a:ext>
              </a:extLst>
            </p:cNvPr>
            <p:cNvSpPr/>
            <p:nvPr/>
          </p:nvSpPr>
          <p:spPr>
            <a:xfrm>
              <a:off x="1772208" y="1736872"/>
              <a:ext cx="906102" cy="105599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67" name="Rectangle 966">
              <a:extLst>
                <a:ext uri="{FF2B5EF4-FFF2-40B4-BE49-F238E27FC236}">
                  <a16:creationId xmlns:a16="http://schemas.microsoft.com/office/drawing/2014/main" id="{0718D319-2DA3-F24C-70B5-23A89035EC52}"/>
                </a:ext>
              </a:extLst>
            </p:cNvPr>
            <p:cNvSpPr/>
            <p:nvPr/>
          </p:nvSpPr>
          <p:spPr>
            <a:xfrm>
              <a:off x="839475" y="1737298"/>
              <a:ext cx="906102" cy="696352"/>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991" name="Group 990">
            <a:extLst>
              <a:ext uri="{FF2B5EF4-FFF2-40B4-BE49-F238E27FC236}">
                <a16:creationId xmlns:a16="http://schemas.microsoft.com/office/drawing/2014/main" id="{EAF489D3-4475-279A-9742-907935C78431}"/>
              </a:ext>
            </a:extLst>
          </p:cNvPr>
          <p:cNvGrpSpPr/>
          <p:nvPr/>
        </p:nvGrpSpPr>
        <p:grpSpPr>
          <a:xfrm>
            <a:off x="550778" y="4524109"/>
            <a:ext cx="7252907" cy="1437857"/>
            <a:chOff x="550778" y="4524109"/>
            <a:chExt cx="7252907" cy="1437857"/>
          </a:xfrm>
        </p:grpSpPr>
        <p:sp>
          <p:nvSpPr>
            <p:cNvPr id="944" name="Google Shape;919;g22f1b912626_0_165">
              <a:extLst>
                <a:ext uri="{FF2B5EF4-FFF2-40B4-BE49-F238E27FC236}">
                  <a16:creationId xmlns:a16="http://schemas.microsoft.com/office/drawing/2014/main" id="{F5749439-B36A-433D-F810-BBFC650B4B96}"/>
                </a:ext>
              </a:extLst>
            </p:cNvPr>
            <p:cNvSpPr/>
            <p:nvPr/>
          </p:nvSpPr>
          <p:spPr>
            <a:xfrm>
              <a:off x="1267948" y="4534830"/>
              <a:ext cx="796168"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Kerstin </a:t>
              </a:r>
              <a:r>
                <a:rPr kumimoji="0" lang="en-US" sz="700" b="0" i="0" u="none" strike="noStrike" kern="0" cap="none" spc="0" normalizeH="0" baseline="0" noProof="0" err="1">
                  <a:ln>
                    <a:noFill/>
                  </a:ln>
                  <a:solidFill>
                    <a:srgbClr val="FFFFFF"/>
                  </a:solidFill>
                  <a:effectLst/>
                  <a:uLnTx/>
                  <a:uFillTx/>
                  <a:latin typeface="Arial"/>
                  <a:cs typeface="Arial"/>
                  <a:sym typeface="Arial"/>
                </a:rPr>
                <a:t>Kasdorf</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(Policy PO)</a:t>
              </a:r>
            </a:p>
          </p:txBody>
        </p:sp>
        <p:sp>
          <p:nvSpPr>
            <p:cNvPr id="945" name="Google Shape;919;g22f1b912626_0_165">
              <a:extLst>
                <a:ext uri="{FF2B5EF4-FFF2-40B4-BE49-F238E27FC236}">
                  <a16:creationId xmlns:a16="http://schemas.microsoft.com/office/drawing/2014/main" id="{AD2CBC71-CDD7-1676-E9E8-752D0EDC1391}"/>
                </a:ext>
              </a:extLst>
            </p:cNvPr>
            <p:cNvSpPr/>
            <p:nvPr/>
          </p:nvSpPr>
          <p:spPr>
            <a:xfrm>
              <a:off x="1268740" y="4894794"/>
              <a:ext cx="794905"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Sherezad Contractor</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(PC </a:t>
              </a:r>
              <a:r>
                <a:rPr kumimoji="0" lang="en-US" sz="700" b="0" i="0" u="none" strike="noStrike" kern="0" cap="none" spc="0" normalizeH="0" baseline="0" noProof="0" err="1">
                  <a:ln>
                    <a:noFill/>
                  </a:ln>
                  <a:solidFill>
                    <a:srgbClr val="FFFFFF"/>
                  </a:solidFill>
                  <a:effectLst/>
                  <a:uLnTx/>
                  <a:uFillTx/>
                  <a:latin typeface="Arial"/>
                  <a:cs typeface="Arial"/>
                  <a:sym typeface="Arial"/>
                </a:rPr>
                <a:t>Func</a:t>
              </a:r>
              <a:r>
                <a:rPr kumimoji="0" lang="en-US" sz="700" b="0" i="0" u="none" strike="noStrike" kern="0" cap="none" spc="0" normalizeH="0" baseline="0" noProof="0">
                  <a:ln>
                    <a:noFill/>
                  </a:ln>
                  <a:solidFill>
                    <a:srgbClr val="FFFFFF"/>
                  </a:solidFill>
                  <a:effectLst/>
                  <a:uLnTx/>
                  <a:uFillTx/>
                  <a:latin typeface="Arial"/>
                  <a:cs typeface="Arial"/>
                  <a:sym typeface="Arial"/>
                </a:rPr>
                <a:t> </a:t>
              </a:r>
              <a:r>
                <a:rPr kumimoji="0" lang="en-US" sz="700" b="0" i="0" u="none" strike="noStrike" kern="0" cap="none" spc="0" normalizeH="0" baseline="0" noProof="0" err="1">
                  <a:ln>
                    <a:noFill/>
                  </a:ln>
                  <a:solidFill>
                    <a:srgbClr val="FFFFFF"/>
                  </a:solidFill>
                  <a:effectLst/>
                  <a:uLnTx/>
                  <a:uFillTx/>
                  <a:latin typeface="Arial"/>
                  <a:cs typeface="Arial"/>
                  <a:sym typeface="Arial"/>
                </a:rPr>
                <a:t>Ld</a:t>
              </a:r>
              <a:r>
                <a:rPr kumimoji="0" lang="en-US" sz="700" b="0" i="0" u="none" strike="noStrike" kern="0" cap="none" spc="0" normalizeH="0" baseline="0" noProof="0">
                  <a:ln>
                    <a:noFill/>
                  </a:ln>
                  <a:solidFill>
                    <a:srgbClr val="FFFFFF"/>
                  </a:solidFill>
                  <a:effectLst/>
                  <a:uLnTx/>
                  <a:uFillTx/>
                  <a:latin typeface="Arial"/>
                  <a:cs typeface="Arial"/>
                  <a:sym typeface="Arial"/>
                </a:rPr>
                <a:t>)</a:t>
              </a:r>
            </a:p>
          </p:txBody>
        </p:sp>
        <p:sp>
          <p:nvSpPr>
            <p:cNvPr id="946" name="Google Shape;919;g22f1b912626_0_165">
              <a:extLst>
                <a:ext uri="{FF2B5EF4-FFF2-40B4-BE49-F238E27FC236}">
                  <a16:creationId xmlns:a16="http://schemas.microsoft.com/office/drawing/2014/main" id="{0D5B4D6F-181C-C605-F6CA-5457D33C7198}"/>
                </a:ext>
              </a:extLst>
            </p:cNvPr>
            <p:cNvSpPr/>
            <p:nvPr/>
          </p:nvSpPr>
          <p:spPr>
            <a:xfrm>
              <a:off x="1268740" y="5254261"/>
              <a:ext cx="794905"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Rajesh Bandaru</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(PC Tech </a:t>
              </a:r>
              <a:r>
                <a:rPr kumimoji="0" lang="en-US" sz="700" b="0" i="0" u="none" strike="noStrike" kern="0" cap="none" spc="0" normalizeH="0" baseline="0" noProof="0" err="1">
                  <a:ln>
                    <a:noFill/>
                  </a:ln>
                  <a:solidFill>
                    <a:srgbClr val="FFFFFF"/>
                  </a:solidFill>
                  <a:effectLst/>
                  <a:uLnTx/>
                  <a:uFillTx/>
                  <a:latin typeface="Arial"/>
                  <a:cs typeface="Arial"/>
                  <a:sym typeface="Arial"/>
                </a:rPr>
                <a:t>Ld</a:t>
              </a:r>
              <a:r>
                <a:rPr kumimoji="0" lang="en-US" sz="700" b="0" i="0" u="none" strike="noStrike" kern="0" cap="none" spc="0" normalizeH="0" baseline="0" noProof="0">
                  <a:ln>
                    <a:noFill/>
                  </a:ln>
                  <a:solidFill>
                    <a:srgbClr val="FFFFFF"/>
                  </a:solidFill>
                  <a:effectLst/>
                  <a:uLnTx/>
                  <a:uFillTx/>
                  <a:latin typeface="Arial"/>
                  <a:cs typeface="Arial"/>
                  <a:sym typeface="Arial"/>
                </a:rPr>
                <a:t>)</a:t>
              </a:r>
            </a:p>
          </p:txBody>
        </p:sp>
        <p:sp>
          <p:nvSpPr>
            <p:cNvPr id="947" name="Google Shape;919;g22f1b912626_0_165">
              <a:extLst>
                <a:ext uri="{FF2B5EF4-FFF2-40B4-BE49-F238E27FC236}">
                  <a16:creationId xmlns:a16="http://schemas.microsoft.com/office/drawing/2014/main" id="{276D7BE6-3DC4-9C59-FF9F-FE5F43EE2DE2}"/>
                </a:ext>
              </a:extLst>
            </p:cNvPr>
            <p:cNvSpPr/>
            <p:nvPr/>
          </p:nvSpPr>
          <p:spPr>
            <a:xfrm>
              <a:off x="2095414" y="4534830"/>
              <a:ext cx="796168"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Patrycja </a:t>
              </a:r>
              <a:r>
                <a:rPr kumimoji="0" lang="en-US" sz="700" b="0" i="0" u="none" strike="noStrike" kern="0" cap="none" spc="0" normalizeH="0" baseline="0" noProof="0" err="1">
                  <a:ln>
                    <a:noFill/>
                  </a:ln>
                  <a:solidFill>
                    <a:srgbClr val="FFFFFF"/>
                  </a:solidFill>
                  <a:effectLst/>
                  <a:uLnTx/>
                  <a:uFillTx/>
                  <a:latin typeface="Arial"/>
                  <a:cs typeface="Arial"/>
                  <a:sym typeface="Arial"/>
                </a:rPr>
                <a:t>Kuligowska</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(Billing PO)</a:t>
              </a:r>
            </a:p>
          </p:txBody>
        </p:sp>
        <p:sp>
          <p:nvSpPr>
            <p:cNvPr id="948" name="Google Shape;919;g22f1b912626_0_165">
              <a:extLst>
                <a:ext uri="{FF2B5EF4-FFF2-40B4-BE49-F238E27FC236}">
                  <a16:creationId xmlns:a16="http://schemas.microsoft.com/office/drawing/2014/main" id="{5420B4F8-4BCD-D5A6-E8D4-C592DA6BF265}"/>
                </a:ext>
              </a:extLst>
            </p:cNvPr>
            <p:cNvSpPr/>
            <p:nvPr/>
          </p:nvSpPr>
          <p:spPr>
            <a:xfrm>
              <a:off x="2096206" y="4894794"/>
              <a:ext cx="794905"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Sriram Jagannathan</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(BC </a:t>
              </a:r>
              <a:r>
                <a:rPr kumimoji="0" lang="en-US" sz="700" b="0" i="0" u="none" strike="noStrike" kern="0" cap="none" spc="0" normalizeH="0" baseline="0" noProof="0" err="1">
                  <a:ln>
                    <a:noFill/>
                  </a:ln>
                  <a:solidFill>
                    <a:srgbClr val="FFFFFF"/>
                  </a:solidFill>
                  <a:effectLst/>
                  <a:uLnTx/>
                  <a:uFillTx/>
                  <a:latin typeface="Arial"/>
                  <a:cs typeface="Arial"/>
                  <a:sym typeface="Arial"/>
                </a:rPr>
                <a:t>Func</a:t>
              </a:r>
              <a:r>
                <a:rPr kumimoji="0" lang="en-US" sz="700" b="0" i="0" u="none" strike="noStrike" kern="0" cap="none" spc="0" normalizeH="0" baseline="0" noProof="0">
                  <a:ln>
                    <a:noFill/>
                  </a:ln>
                  <a:solidFill>
                    <a:srgbClr val="FFFFFF"/>
                  </a:solidFill>
                  <a:effectLst/>
                  <a:uLnTx/>
                  <a:uFillTx/>
                  <a:latin typeface="Arial"/>
                  <a:cs typeface="Arial"/>
                  <a:sym typeface="Arial"/>
                </a:rPr>
                <a:t> </a:t>
              </a:r>
              <a:r>
                <a:rPr kumimoji="0" lang="en-US" sz="700" b="0" i="0" u="none" strike="noStrike" kern="0" cap="none" spc="0" normalizeH="0" baseline="0" noProof="0" err="1">
                  <a:ln>
                    <a:noFill/>
                  </a:ln>
                  <a:solidFill>
                    <a:srgbClr val="FFFFFF"/>
                  </a:solidFill>
                  <a:effectLst/>
                  <a:uLnTx/>
                  <a:uFillTx/>
                  <a:latin typeface="Arial"/>
                  <a:cs typeface="Arial"/>
                  <a:sym typeface="Arial"/>
                </a:rPr>
                <a:t>Ld</a:t>
              </a:r>
              <a:r>
                <a:rPr kumimoji="0" lang="en-US" sz="700" b="0" i="0" u="none" strike="noStrike" kern="0" cap="none" spc="0" normalizeH="0" baseline="0" noProof="0">
                  <a:ln>
                    <a:noFill/>
                  </a:ln>
                  <a:solidFill>
                    <a:srgbClr val="FFFFFF"/>
                  </a:solidFill>
                  <a:effectLst/>
                  <a:uLnTx/>
                  <a:uFillTx/>
                  <a:latin typeface="Arial"/>
                  <a:cs typeface="Arial"/>
                  <a:sym typeface="Arial"/>
                </a:rPr>
                <a:t>)</a:t>
              </a:r>
            </a:p>
          </p:txBody>
        </p:sp>
        <p:sp>
          <p:nvSpPr>
            <p:cNvPr id="949" name="Google Shape;919;g22f1b912626_0_165">
              <a:extLst>
                <a:ext uri="{FF2B5EF4-FFF2-40B4-BE49-F238E27FC236}">
                  <a16:creationId xmlns:a16="http://schemas.microsoft.com/office/drawing/2014/main" id="{CD5A2B5C-C64F-C49C-CA2E-D244CC68809A}"/>
                </a:ext>
              </a:extLst>
            </p:cNvPr>
            <p:cNvSpPr/>
            <p:nvPr/>
          </p:nvSpPr>
          <p:spPr>
            <a:xfrm>
              <a:off x="2096206" y="5254261"/>
              <a:ext cx="794905"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Balaji KV</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(BC Technical Lead)</a:t>
              </a:r>
            </a:p>
          </p:txBody>
        </p:sp>
        <p:sp>
          <p:nvSpPr>
            <p:cNvPr id="838" name="Google Shape;919;g22f1b912626_0_165">
              <a:extLst>
                <a:ext uri="{FF2B5EF4-FFF2-40B4-BE49-F238E27FC236}">
                  <a16:creationId xmlns:a16="http://schemas.microsoft.com/office/drawing/2014/main" id="{767D2905-0126-F693-AF6B-6F7108AE426A}"/>
                </a:ext>
              </a:extLst>
            </p:cNvPr>
            <p:cNvSpPr/>
            <p:nvPr/>
          </p:nvSpPr>
          <p:spPr>
            <a:xfrm>
              <a:off x="2920259" y="4896492"/>
              <a:ext cx="794905" cy="339546"/>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Gourab </a:t>
              </a:r>
              <a:r>
                <a:rPr kumimoji="0" lang="en-US" sz="700" b="0" i="0" u="none" strike="noStrike" kern="0" cap="none" spc="0" normalizeH="0" baseline="0" noProof="0" err="1">
                  <a:ln>
                    <a:noFill/>
                  </a:ln>
                  <a:solidFill>
                    <a:srgbClr val="FFFFFF"/>
                  </a:solidFill>
                  <a:effectLst/>
                  <a:uLnTx/>
                  <a:uFillTx/>
                  <a:latin typeface="Arial"/>
                  <a:cs typeface="Arial"/>
                  <a:sym typeface="Arial"/>
                </a:rPr>
                <a:t>Marikm</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(GW Int. Lead)</a:t>
              </a:r>
            </a:p>
          </p:txBody>
        </p:sp>
        <p:sp>
          <p:nvSpPr>
            <p:cNvPr id="840" name="Google Shape;919;g22f1b912626_0_165">
              <a:extLst>
                <a:ext uri="{FF2B5EF4-FFF2-40B4-BE49-F238E27FC236}">
                  <a16:creationId xmlns:a16="http://schemas.microsoft.com/office/drawing/2014/main" id="{3D07D657-56A3-B6A4-AB34-937077B27D95}"/>
                </a:ext>
              </a:extLst>
            </p:cNvPr>
            <p:cNvSpPr/>
            <p:nvPr/>
          </p:nvSpPr>
          <p:spPr>
            <a:xfrm>
              <a:off x="2920259" y="5254261"/>
              <a:ext cx="794905"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Vamshi C</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(Guidewire Lead)</a:t>
              </a:r>
            </a:p>
          </p:txBody>
        </p:sp>
        <p:sp>
          <p:nvSpPr>
            <p:cNvPr id="846" name="Google Shape;919;g22f1b912626_0_165">
              <a:extLst>
                <a:ext uri="{FF2B5EF4-FFF2-40B4-BE49-F238E27FC236}">
                  <a16:creationId xmlns:a16="http://schemas.microsoft.com/office/drawing/2014/main" id="{0E4DC9BA-64F7-7142-8540-5B8A0829FE7B}"/>
                </a:ext>
              </a:extLst>
            </p:cNvPr>
            <p:cNvSpPr/>
            <p:nvPr/>
          </p:nvSpPr>
          <p:spPr>
            <a:xfrm>
              <a:off x="5368847" y="4896170"/>
              <a:ext cx="794905" cy="342942"/>
            </a:xfrm>
            <a:prstGeom prst="rect">
              <a:avLst/>
            </a:prstGeom>
            <a:solidFill>
              <a:srgbClr val="0098C7">
                <a:alpha val="50000"/>
              </a:srgb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(Policy </a:t>
              </a:r>
              <a:r>
                <a:rPr kumimoji="0" lang="en-US" sz="700" b="0" i="0" u="none" strike="noStrike" kern="0" cap="none" spc="0" normalizeH="0" baseline="0" noProof="0" dirty="0" err="1">
                  <a:ln>
                    <a:noFill/>
                  </a:ln>
                  <a:solidFill>
                    <a:srgbClr val="FFFFFF"/>
                  </a:solidFill>
                  <a:effectLst/>
                  <a:uLnTx/>
                  <a:uFillTx/>
                  <a:latin typeface="Arial"/>
                  <a:cs typeface="Arial"/>
                  <a:sym typeface="Arial"/>
                </a:rPr>
                <a:t>Mig’n</a:t>
              </a:r>
              <a:r>
                <a:rPr kumimoji="0" lang="en-US" sz="700" b="0" i="0" u="none" strike="noStrike" kern="0" cap="none" spc="0" normalizeH="0" baseline="0" noProof="0" dirty="0">
                  <a:ln>
                    <a:noFill/>
                  </a:ln>
                  <a:solidFill>
                    <a:srgbClr val="FFFFFF"/>
                  </a:solidFill>
                  <a:effectLst/>
                  <a:uLnTx/>
                  <a:uFillTx/>
                  <a:latin typeface="Arial"/>
                  <a:cs typeface="Arial"/>
                  <a:sym typeface="Arial"/>
                </a:rPr>
                <a:t> Lead)</a:t>
              </a:r>
            </a:p>
          </p:txBody>
        </p:sp>
        <p:sp>
          <p:nvSpPr>
            <p:cNvPr id="9" name="TextBox 8">
              <a:extLst>
                <a:ext uri="{FF2B5EF4-FFF2-40B4-BE49-F238E27FC236}">
                  <a16:creationId xmlns:a16="http://schemas.microsoft.com/office/drawing/2014/main" id="{07C1E2B6-E39C-DF09-67DD-AF5BB70377FE}"/>
                </a:ext>
              </a:extLst>
            </p:cNvPr>
            <p:cNvSpPr txBox="1">
              <a:spLocks/>
            </p:cNvSpPr>
            <p:nvPr/>
          </p:nvSpPr>
          <p:spPr>
            <a:xfrm>
              <a:off x="550778" y="4524109"/>
              <a:ext cx="707706" cy="1437857"/>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prstClr val="white"/>
                  </a:solidFill>
                  <a:effectLst/>
                  <a:uLnTx/>
                  <a:uFillTx/>
                  <a:latin typeface="Arial"/>
                  <a:cs typeface="Arial"/>
                  <a:sym typeface="Arial"/>
                </a:rPr>
                <a:t>POs, Functional &amp; Technical Leads</a:t>
              </a:r>
            </a:p>
          </p:txBody>
        </p:sp>
        <p:sp>
          <p:nvSpPr>
            <p:cNvPr id="985" name="Google Shape;919;g22f1b912626_0_165">
              <a:extLst>
                <a:ext uri="{FF2B5EF4-FFF2-40B4-BE49-F238E27FC236}">
                  <a16:creationId xmlns:a16="http://schemas.microsoft.com/office/drawing/2014/main" id="{72F60A4C-F595-419A-4288-C1334C79E607}"/>
                </a:ext>
              </a:extLst>
            </p:cNvPr>
            <p:cNvSpPr/>
            <p:nvPr/>
          </p:nvSpPr>
          <p:spPr>
            <a:xfrm>
              <a:off x="6181417" y="4536206"/>
              <a:ext cx="796168"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 (Hexaware)</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(Test Mgr)</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sp>
          <p:nvSpPr>
            <p:cNvPr id="986" name="Google Shape;919;g22f1b912626_0_165">
              <a:extLst>
                <a:ext uri="{FF2B5EF4-FFF2-40B4-BE49-F238E27FC236}">
                  <a16:creationId xmlns:a16="http://schemas.microsoft.com/office/drawing/2014/main" id="{EA420B40-85A7-C8F9-C97F-80F371DA8777}"/>
                </a:ext>
              </a:extLst>
            </p:cNvPr>
            <p:cNvSpPr/>
            <p:nvPr/>
          </p:nvSpPr>
          <p:spPr>
            <a:xfrm>
              <a:off x="6182209" y="4896170"/>
              <a:ext cx="794905"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IN" sz="700" b="0" i="0" u="none" strike="noStrike" kern="0" cap="none" spc="0" normalizeH="0" baseline="0" noProof="0" err="1">
                  <a:ln>
                    <a:noFill/>
                  </a:ln>
                  <a:solidFill>
                    <a:srgbClr val="FFFFFF"/>
                  </a:solidFill>
                  <a:effectLst/>
                  <a:uLnTx/>
                  <a:uFillTx/>
                  <a:latin typeface="Arial"/>
                  <a:cs typeface="Arial"/>
                  <a:sym typeface="Arial"/>
                </a:rPr>
                <a:t>SivaramaKrishna</a:t>
              </a:r>
              <a:r>
                <a:rPr kumimoji="0" lang="en-IN" sz="700" b="0" i="0" u="none" strike="noStrike" kern="0" cap="none" spc="0" normalizeH="0" baseline="0" noProof="0">
                  <a:ln>
                    <a:noFill/>
                  </a:ln>
                  <a:solidFill>
                    <a:srgbClr val="FFFFFF"/>
                  </a:solidFill>
                  <a:effectLst/>
                  <a:uLnTx/>
                  <a:uFillTx/>
                  <a:latin typeface="Arial"/>
                  <a:cs typeface="Arial"/>
                  <a:sym typeface="Arial"/>
                </a:rPr>
                <a:t> Narayanan </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IN" sz="700" b="0" i="0" u="none" strike="noStrike" kern="0" cap="none" spc="0" normalizeH="0" baseline="0" noProof="0">
                  <a:ln>
                    <a:noFill/>
                  </a:ln>
                  <a:solidFill>
                    <a:srgbClr val="FFFFFF"/>
                  </a:solidFill>
                  <a:effectLst/>
                  <a:uLnTx/>
                  <a:uFillTx/>
                  <a:latin typeface="Arial"/>
                  <a:cs typeface="Arial"/>
                  <a:sym typeface="Arial"/>
                </a:rPr>
                <a:t>(Test Manager)</a:t>
              </a:r>
            </a:p>
          </p:txBody>
        </p:sp>
        <p:sp>
          <p:nvSpPr>
            <p:cNvPr id="11" name="Google Shape;919;g22f1b912626_0_165">
              <a:extLst>
                <a:ext uri="{FF2B5EF4-FFF2-40B4-BE49-F238E27FC236}">
                  <a16:creationId xmlns:a16="http://schemas.microsoft.com/office/drawing/2014/main" id="{23378F48-3438-ABB6-5A7D-C7203B66D0F9}"/>
                </a:ext>
              </a:extLst>
            </p:cNvPr>
            <p:cNvSpPr/>
            <p:nvPr/>
          </p:nvSpPr>
          <p:spPr>
            <a:xfrm>
              <a:off x="2919467" y="4534830"/>
              <a:ext cx="796168"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(Integration Lead)</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sp>
          <p:nvSpPr>
            <p:cNvPr id="909" name="Google Shape;919;g22f1b912626_0_165">
              <a:extLst>
                <a:ext uri="{FF2B5EF4-FFF2-40B4-BE49-F238E27FC236}">
                  <a16:creationId xmlns:a16="http://schemas.microsoft.com/office/drawing/2014/main" id="{AE499B17-037C-2A73-F150-043CD5B8A637}"/>
                </a:ext>
              </a:extLst>
            </p:cNvPr>
            <p:cNvSpPr/>
            <p:nvPr/>
          </p:nvSpPr>
          <p:spPr>
            <a:xfrm>
              <a:off x="5369643" y="4536206"/>
              <a:ext cx="796168"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(Migration Lead)</a:t>
              </a:r>
            </a:p>
          </p:txBody>
        </p:sp>
        <p:sp>
          <p:nvSpPr>
            <p:cNvPr id="984" name="Google Shape;919;g22f1b912626_0_165">
              <a:extLst>
                <a:ext uri="{FF2B5EF4-FFF2-40B4-BE49-F238E27FC236}">
                  <a16:creationId xmlns:a16="http://schemas.microsoft.com/office/drawing/2014/main" id="{7899828A-DD6B-1098-CE8B-EDA6427B2BFB}"/>
                </a:ext>
              </a:extLst>
            </p:cNvPr>
            <p:cNvSpPr/>
            <p:nvPr/>
          </p:nvSpPr>
          <p:spPr>
            <a:xfrm>
              <a:off x="1268740" y="5613567"/>
              <a:ext cx="794905" cy="342942"/>
            </a:xfrm>
            <a:prstGeom prst="rect">
              <a:avLst/>
            </a:prstGeom>
            <a:solidFill>
              <a:srgbClr val="002060">
                <a:alpha val="70000"/>
              </a:srgb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(GW PC Lead)</a:t>
              </a:r>
            </a:p>
          </p:txBody>
        </p:sp>
        <p:sp>
          <p:nvSpPr>
            <p:cNvPr id="988" name="Google Shape;919;g22f1b912626_0_165">
              <a:extLst>
                <a:ext uri="{FF2B5EF4-FFF2-40B4-BE49-F238E27FC236}">
                  <a16:creationId xmlns:a16="http://schemas.microsoft.com/office/drawing/2014/main" id="{B6A03FFA-5A23-72C6-5F31-CC85F08DEE07}"/>
                </a:ext>
              </a:extLst>
            </p:cNvPr>
            <p:cNvSpPr/>
            <p:nvPr/>
          </p:nvSpPr>
          <p:spPr>
            <a:xfrm>
              <a:off x="2096206" y="5613567"/>
              <a:ext cx="794905" cy="342942"/>
            </a:xfrm>
            <a:prstGeom prst="rect">
              <a:avLst/>
            </a:prstGeom>
            <a:solidFill>
              <a:srgbClr val="002060">
                <a:alpha val="70000"/>
              </a:srgb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(GW BC Lead)</a:t>
              </a:r>
            </a:p>
          </p:txBody>
        </p:sp>
        <p:sp>
          <p:nvSpPr>
            <p:cNvPr id="990" name="Google Shape;919;g22f1b912626_0_165">
              <a:extLst>
                <a:ext uri="{FF2B5EF4-FFF2-40B4-BE49-F238E27FC236}">
                  <a16:creationId xmlns:a16="http://schemas.microsoft.com/office/drawing/2014/main" id="{AD3DBE6F-5B47-6839-B5CC-B2F40BA250D5}"/>
                </a:ext>
              </a:extLst>
            </p:cNvPr>
            <p:cNvSpPr/>
            <p:nvPr/>
          </p:nvSpPr>
          <p:spPr>
            <a:xfrm>
              <a:off x="2920259" y="5615265"/>
              <a:ext cx="794905" cy="339546"/>
            </a:xfrm>
            <a:prstGeom prst="rect">
              <a:avLst/>
            </a:prstGeom>
            <a:solidFill>
              <a:srgbClr val="002060">
                <a:alpha val="70000"/>
              </a:srgb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(GW Int Lead)</a:t>
              </a:r>
            </a:p>
          </p:txBody>
        </p:sp>
        <p:pic>
          <p:nvPicPr>
            <p:cNvPr id="10" name="Picture 9">
              <a:extLst>
                <a:ext uri="{FF2B5EF4-FFF2-40B4-BE49-F238E27FC236}">
                  <a16:creationId xmlns:a16="http://schemas.microsoft.com/office/drawing/2014/main" id="{F1879F1B-A925-0115-53CD-858CEB54ABFF}"/>
                </a:ext>
              </a:extLst>
            </p:cNvPr>
            <p:cNvPicPr>
              <a:picLocks noChangeAspect="1"/>
            </p:cNvPicPr>
            <p:nvPr/>
          </p:nvPicPr>
          <p:blipFill>
            <a:blip r:embed="rId4"/>
            <a:stretch>
              <a:fillRect/>
            </a:stretch>
          </p:blipFill>
          <p:spPr>
            <a:xfrm>
              <a:off x="3606137" y="4900190"/>
              <a:ext cx="102792" cy="68357"/>
            </a:xfrm>
            <a:prstGeom prst="rect">
              <a:avLst/>
            </a:prstGeom>
            <a:ln>
              <a:noFill/>
            </a:ln>
          </p:spPr>
        </p:pic>
        <p:sp>
          <p:nvSpPr>
            <p:cNvPr id="925" name="Google Shape;919;g22f1b912626_0_165">
              <a:extLst>
                <a:ext uri="{FF2B5EF4-FFF2-40B4-BE49-F238E27FC236}">
                  <a16:creationId xmlns:a16="http://schemas.microsoft.com/office/drawing/2014/main" id="{FF765150-343C-E904-F1D6-C7F15FB968F3}"/>
                </a:ext>
              </a:extLst>
            </p:cNvPr>
            <p:cNvSpPr/>
            <p:nvPr/>
          </p:nvSpPr>
          <p:spPr>
            <a:xfrm>
              <a:off x="7000870" y="4538005"/>
              <a:ext cx="796168"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 (Training / Bus Readiness Lead)</a:t>
              </a:r>
            </a:p>
          </p:txBody>
        </p:sp>
        <p:sp>
          <p:nvSpPr>
            <p:cNvPr id="926" name="Google Shape;919;g22f1b912626_0_165">
              <a:extLst>
                <a:ext uri="{FF2B5EF4-FFF2-40B4-BE49-F238E27FC236}">
                  <a16:creationId xmlns:a16="http://schemas.microsoft.com/office/drawing/2014/main" id="{D46FDDBF-39DE-BB19-025F-481A290FBD7E}"/>
                </a:ext>
              </a:extLst>
            </p:cNvPr>
            <p:cNvSpPr/>
            <p:nvPr/>
          </p:nvSpPr>
          <p:spPr>
            <a:xfrm>
              <a:off x="3731531" y="4534830"/>
              <a:ext cx="796168"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(Data Lead)</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sp>
          <p:nvSpPr>
            <p:cNvPr id="927" name="Google Shape;919;g22f1b912626_0_165">
              <a:extLst>
                <a:ext uri="{FF2B5EF4-FFF2-40B4-BE49-F238E27FC236}">
                  <a16:creationId xmlns:a16="http://schemas.microsoft.com/office/drawing/2014/main" id="{79B8CC57-4D8F-EC70-A148-502F09D0A9F2}"/>
                </a:ext>
              </a:extLst>
            </p:cNvPr>
            <p:cNvSpPr/>
            <p:nvPr/>
          </p:nvSpPr>
          <p:spPr>
            <a:xfrm>
              <a:off x="4546515" y="4545762"/>
              <a:ext cx="796168" cy="339630"/>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(Docs Lead)</a:t>
              </a:r>
            </a:p>
          </p:txBody>
        </p:sp>
        <p:sp>
          <p:nvSpPr>
            <p:cNvPr id="969" name="Rectangle 968">
              <a:extLst>
                <a:ext uri="{FF2B5EF4-FFF2-40B4-BE49-F238E27FC236}">
                  <a16:creationId xmlns:a16="http://schemas.microsoft.com/office/drawing/2014/main" id="{D4856AB8-903A-F214-C833-7207A19B8087}"/>
                </a:ext>
              </a:extLst>
            </p:cNvPr>
            <p:cNvSpPr/>
            <p:nvPr/>
          </p:nvSpPr>
          <p:spPr>
            <a:xfrm>
              <a:off x="1273621" y="4538142"/>
              <a:ext cx="796168" cy="1416669"/>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71" name="Rectangle 970">
              <a:extLst>
                <a:ext uri="{FF2B5EF4-FFF2-40B4-BE49-F238E27FC236}">
                  <a16:creationId xmlns:a16="http://schemas.microsoft.com/office/drawing/2014/main" id="{49F8E2B3-05CF-5BF3-08CC-6473A30F2698}"/>
                </a:ext>
              </a:extLst>
            </p:cNvPr>
            <p:cNvSpPr/>
            <p:nvPr/>
          </p:nvSpPr>
          <p:spPr>
            <a:xfrm>
              <a:off x="2098541" y="4538142"/>
              <a:ext cx="796168" cy="1416669"/>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74" name="Rectangle 973">
              <a:extLst>
                <a:ext uri="{FF2B5EF4-FFF2-40B4-BE49-F238E27FC236}">
                  <a16:creationId xmlns:a16="http://schemas.microsoft.com/office/drawing/2014/main" id="{6457260A-2470-A10C-D3AD-C58474502327}"/>
                </a:ext>
              </a:extLst>
            </p:cNvPr>
            <p:cNvSpPr/>
            <p:nvPr/>
          </p:nvSpPr>
          <p:spPr>
            <a:xfrm>
              <a:off x="2918041" y="4538142"/>
              <a:ext cx="796168" cy="1416669"/>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77" name="Rectangle 976">
              <a:extLst>
                <a:ext uri="{FF2B5EF4-FFF2-40B4-BE49-F238E27FC236}">
                  <a16:creationId xmlns:a16="http://schemas.microsoft.com/office/drawing/2014/main" id="{608FFD73-BC24-13E7-6485-30F5848FFBAB}"/>
                </a:ext>
              </a:extLst>
            </p:cNvPr>
            <p:cNvSpPr/>
            <p:nvPr/>
          </p:nvSpPr>
          <p:spPr>
            <a:xfrm>
              <a:off x="3737555" y="4538143"/>
              <a:ext cx="796168" cy="33963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78" name="Rectangle 977">
              <a:extLst>
                <a:ext uri="{FF2B5EF4-FFF2-40B4-BE49-F238E27FC236}">
                  <a16:creationId xmlns:a16="http://schemas.microsoft.com/office/drawing/2014/main" id="{1571322E-907A-B783-2AB1-7ABDBC56D5B8}"/>
                </a:ext>
              </a:extLst>
            </p:cNvPr>
            <p:cNvSpPr/>
            <p:nvPr/>
          </p:nvSpPr>
          <p:spPr>
            <a:xfrm>
              <a:off x="4550750" y="4537178"/>
              <a:ext cx="796168" cy="33963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82" name="Rectangle 981">
              <a:extLst>
                <a:ext uri="{FF2B5EF4-FFF2-40B4-BE49-F238E27FC236}">
                  <a16:creationId xmlns:a16="http://schemas.microsoft.com/office/drawing/2014/main" id="{947992CF-27B4-FB89-5E7C-03C82BD6EF67}"/>
                </a:ext>
              </a:extLst>
            </p:cNvPr>
            <p:cNvSpPr/>
            <p:nvPr/>
          </p:nvSpPr>
          <p:spPr>
            <a:xfrm>
              <a:off x="5368215" y="4538947"/>
              <a:ext cx="796168" cy="69709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87" name="Rectangle 986">
              <a:extLst>
                <a:ext uri="{FF2B5EF4-FFF2-40B4-BE49-F238E27FC236}">
                  <a16:creationId xmlns:a16="http://schemas.microsoft.com/office/drawing/2014/main" id="{F286E80F-F46D-D3D8-26A4-47402CB62BF3}"/>
                </a:ext>
              </a:extLst>
            </p:cNvPr>
            <p:cNvSpPr/>
            <p:nvPr/>
          </p:nvSpPr>
          <p:spPr>
            <a:xfrm>
              <a:off x="6185529" y="4538947"/>
              <a:ext cx="796168" cy="69709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89" name="Rectangle 988">
              <a:extLst>
                <a:ext uri="{FF2B5EF4-FFF2-40B4-BE49-F238E27FC236}">
                  <a16:creationId xmlns:a16="http://schemas.microsoft.com/office/drawing/2014/main" id="{34788FAA-9C72-93E4-D6AA-BE35B84443DB}"/>
                </a:ext>
              </a:extLst>
            </p:cNvPr>
            <p:cNvSpPr/>
            <p:nvPr/>
          </p:nvSpPr>
          <p:spPr>
            <a:xfrm>
              <a:off x="6999668" y="4539661"/>
              <a:ext cx="804017" cy="33963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919" name="Group 918">
            <a:extLst>
              <a:ext uri="{FF2B5EF4-FFF2-40B4-BE49-F238E27FC236}">
                <a16:creationId xmlns:a16="http://schemas.microsoft.com/office/drawing/2014/main" id="{0A7EA864-6AA4-8111-FB73-73707E790580}"/>
              </a:ext>
            </a:extLst>
          </p:cNvPr>
          <p:cNvGrpSpPr/>
          <p:nvPr/>
        </p:nvGrpSpPr>
        <p:grpSpPr>
          <a:xfrm>
            <a:off x="8063839" y="2130805"/>
            <a:ext cx="4051868" cy="354092"/>
            <a:chOff x="8063839" y="2130805"/>
            <a:chExt cx="4051868" cy="354092"/>
          </a:xfrm>
        </p:grpSpPr>
        <p:sp>
          <p:nvSpPr>
            <p:cNvPr id="952" name="Google Shape;919;g22f1b912626_0_165">
              <a:extLst>
                <a:ext uri="{FF2B5EF4-FFF2-40B4-BE49-F238E27FC236}">
                  <a16:creationId xmlns:a16="http://schemas.microsoft.com/office/drawing/2014/main" id="{F856E8DF-CDC7-D532-B846-5A766AA568D8}"/>
                </a:ext>
              </a:extLst>
            </p:cNvPr>
            <p:cNvSpPr/>
            <p:nvPr/>
          </p:nvSpPr>
          <p:spPr>
            <a:xfrm>
              <a:off x="10419134" y="2132384"/>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Kerstin </a:t>
              </a:r>
              <a:r>
                <a:rPr kumimoji="0" lang="en-US" sz="700" b="0" i="0" u="none" strike="noStrike" kern="0" cap="none" spc="0" normalizeH="0" baseline="0" noProof="0" err="1">
                  <a:ln>
                    <a:noFill/>
                  </a:ln>
                  <a:solidFill>
                    <a:srgbClr val="FFFFFF"/>
                  </a:solidFill>
                  <a:effectLst/>
                  <a:uLnTx/>
                  <a:uFillTx/>
                  <a:latin typeface="Arial"/>
                  <a:cs typeface="Arial"/>
                  <a:sym typeface="Arial"/>
                </a:rPr>
                <a:t>Kasdorf</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(Process SME)</a:t>
              </a:r>
            </a:p>
          </p:txBody>
        </p:sp>
        <p:sp>
          <p:nvSpPr>
            <p:cNvPr id="953" name="Google Shape;919;g22f1b912626_0_165">
              <a:extLst>
                <a:ext uri="{FF2B5EF4-FFF2-40B4-BE49-F238E27FC236}">
                  <a16:creationId xmlns:a16="http://schemas.microsoft.com/office/drawing/2014/main" id="{F47B2A84-67F1-D91B-8106-E98A161C9E62}"/>
                </a:ext>
              </a:extLst>
            </p:cNvPr>
            <p:cNvSpPr/>
            <p:nvPr/>
          </p:nvSpPr>
          <p:spPr>
            <a:xfrm>
              <a:off x="9564513" y="2137193"/>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Saad </a:t>
              </a:r>
              <a:r>
                <a:rPr kumimoji="0" lang="en-US" sz="700" b="0" i="0" u="none" strike="noStrike" kern="0" cap="none" spc="0" normalizeH="0" baseline="0" noProof="0" err="1">
                  <a:ln>
                    <a:noFill/>
                  </a:ln>
                  <a:solidFill>
                    <a:srgbClr val="FFFFFF"/>
                  </a:solidFill>
                  <a:effectLst/>
                  <a:uLnTx/>
                  <a:uFillTx/>
                  <a:latin typeface="Arial"/>
                  <a:cs typeface="Arial"/>
                  <a:sym typeface="Arial"/>
                </a:rPr>
                <a:t>Jassani</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(Process SME)</a:t>
              </a:r>
            </a:p>
          </p:txBody>
        </p:sp>
        <p:sp>
          <p:nvSpPr>
            <p:cNvPr id="954" name="Google Shape;919;g22f1b912626_0_165">
              <a:extLst>
                <a:ext uri="{FF2B5EF4-FFF2-40B4-BE49-F238E27FC236}">
                  <a16:creationId xmlns:a16="http://schemas.microsoft.com/office/drawing/2014/main" id="{86602B55-6166-406D-36FF-5C0361B14F40}"/>
                </a:ext>
              </a:extLst>
            </p:cNvPr>
            <p:cNvSpPr/>
            <p:nvPr/>
          </p:nvSpPr>
          <p:spPr>
            <a:xfrm>
              <a:off x="11281462" y="2130805"/>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err="1">
                  <a:ln>
                    <a:noFill/>
                  </a:ln>
                  <a:solidFill>
                    <a:srgbClr val="FFFFFF"/>
                  </a:solidFill>
                  <a:effectLst/>
                  <a:uLnTx/>
                  <a:uFillTx/>
                  <a:latin typeface="Arial"/>
                  <a:cs typeface="Arial"/>
                  <a:sym typeface="Arial"/>
                </a:rPr>
                <a:t>Subu</a:t>
              </a:r>
              <a:r>
                <a:rPr kumimoji="0" lang="en-US" sz="700" b="0" i="0" u="none" strike="noStrike" kern="0" cap="none" spc="0" normalizeH="0" baseline="0" noProof="0">
                  <a:ln>
                    <a:noFill/>
                  </a:ln>
                  <a:solidFill>
                    <a:srgbClr val="FFFFFF"/>
                  </a:solidFill>
                  <a:effectLst/>
                  <a:uLnTx/>
                  <a:uFillTx/>
                  <a:latin typeface="Arial"/>
                  <a:cs typeface="Arial"/>
                  <a:sym typeface="Arial"/>
                </a:rPr>
                <a:t> </a:t>
              </a:r>
              <a:r>
                <a:rPr kumimoji="0" lang="en-US" sz="700" b="0" i="0" u="none" strike="noStrike" kern="0" cap="none" spc="0" normalizeH="0" baseline="0" noProof="0" err="1">
                  <a:ln>
                    <a:noFill/>
                  </a:ln>
                  <a:solidFill>
                    <a:srgbClr val="FFFFFF"/>
                  </a:solidFill>
                  <a:effectLst/>
                  <a:uLnTx/>
                  <a:uFillTx/>
                  <a:latin typeface="Arial"/>
                  <a:cs typeface="Arial"/>
                  <a:sym typeface="Arial"/>
                </a:rPr>
                <a:t>Ramasundaram</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(Process SME)</a:t>
              </a:r>
            </a:p>
          </p:txBody>
        </p:sp>
        <p:sp>
          <p:nvSpPr>
            <p:cNvPr id="850" name="Google Shape;919;g22f1b912626_0_165">
              <a:extLst>
                <a:ext uri="{FF2B5EF4-FFF2-40B4-BE49-F238E27FC236}">
                  <a16:creationId xmlns:a16="http://schemas.microsoft.com/office/drawing/2014/main" id="{CCAC17CC-B71F-5FB9-7523-CB43945A4052}"/>
                </a:ext>
              </a:extLst>
            </p:cNvPr>
            <p:cNvSpPr/>
            <p:nvPr/>
          </p:nvSpPr>
          <p:spPr>
            <a:xfrm>
              <a:off x="8710678" y="2137522"/>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Abby</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Vredenburg</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(Bus Proc PO)</a:t>
              </a:r>
            </a:p>
          </p:txBody>
        </p:sp>
        <p:sp>
          <p:nvSpPr>
            <p:cNvPr id="993" name="TextBox 992">
              <a:extLst>
                <a:ext uri="{FF2B5EF4-FFF2-40B4-BE49-F238E27FC236}">
                  <a16:creationId xmlns:a16="http://schemas.microsoft.com/office/drawing/2014/main" id="{B94BA312-F276-CBF9-50B0-88CF41B46269}"/>
                </a:ext>
              </a:extLst>
            </p:cNvPr>
            <p:cNvSpPr txBox="1">
              <a:spLocks/>
            </p:cNvSpPr>
            <p:nvPr/>
          </p:nvSpPr>
          <p:spPr>
            <a:xfrm>
              <a:off x="8063839" y="2137146"/>
              <a:ext cx="633400" cy="347751"/>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Process Excellence</a:t>
              </a:r>
            </a:p>
          </p:txBody>
        </p:sp>
        <p:pic>
          <p:nvPicPr>
            <p:cNvPr id="1055" name="Picture 1054">
              <a:extLst>
                <a:ext uri="{FF2B5EF4-FFF2-40B4-BE49-F238E27FC236}">
                  <a16:creationId xmlns:a16="http://schemas.microsoft.com/office/drawing/2014/main" id="{7FC1AF83-5D41-CBAA-BC67-2B2E0E55A883}"/>
                </a:ext>
              </a:extLst>
            </p:cNvPr>
            <p:cNvPicPr>
              <a:picLocks noChangeAspect="1"/>
            </p:cNvPicPr>
            <p:nvPr/>
          </p:nvPicPr>
          <p:blipFill>
            <a:blip r:embed="rId3"/>
            <a:stretch>
              <a:fillRect/>
            </a:stretch>
          </p:blipFill>
          <p:spPr>
            <a:xfrm>
              <a:off x="9409250" y="2140597"/>
              <a:ext cx="122556" cy="63729"/>
            </a:xfrm>
            <a:prstGeom prst="rect">
              <a:avLst/>
            </a:prstGeom>
            <a:ln>
              <a:noFill/>
            </a:ln>
          </p:spPr>
        </p:pic>
        <p:sp>
          <p:nvSpPr>
            <p:cNvPr id="995" name="Rectangle 994">
              <a:extLst>
                <a:ext uri="{FF2B5EF4-FFF2-40B4-BE49-F238E27FC236}">
                  <a16:creationId xmlns:a16="http://schemas.microsoft.com/office/drawing/2014/main" id="{8499996E-BD13-5987-90CE-8244D53B9061}"/>
                </a:ext>
              </a:extLst>
            </p:cNvPr>
            <p:cNvSpPr/>
            <p:nvPr/>
          </p:nvSpPr>
          <p:spPr>
            <a:xfrm>
              <a:off x="8067739" y="2133022"/>
              <a:ext cx="4047968" cy="341936"/>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932" name="Group 931">
            <a:extLst>
              <a:ext uri="{FF2B5EF4-FFF2-40B4-BE49-F238E27FC236}">
                <a16:creationId xmlns:a16="http://schemas.microsoft.com/office/drawing/2014/main" id="{89408FE4-6FD0-363D-900F-2C3A7FD7379C}"/>
              </a:ext>
            </a:extLst>
          </p:cNvPr>
          <p:cNvGrpSpPr/>
          <p:nvPr/>
        </p:nvGrpSpPr>
        <p:grpSpPr>
          <a:xfrm>
            <a:off x="8057762" y="3010034"/>
            <a:ext cx="3195908" cy="710788"/>
            <a:chOff x="8057762" y="3010034"/>
            <a:chExt cx="3195908" cy="710788"/>
          </a:xfrm>
        </p:grpSpPr>
        <p:sp>
          <p:nvSpPr>
            <p:cNvPr id="844" name="Google Shape;919;g22f1b912626_0_165">
              <a:extLst>
                <a:ext uri="{FF2B5EF4-FFF2-40B4-BE49-F238E27FC236}">
                  <a16:creationId xmlns:a16="http://schemas.microsoft.com/office/drawing/2014/main" id="{BBA4DD06-C61E-0E5B-9DCA-F08E940C2C33}"/>
                </a:ext>
              </a:extLst>
            </p:cNvPr>
            <p:cNvSpPr/>
            <p:nvPr/>
          </p:nvSpPr>
          <p:spPr>
            <a:xfrm>
              <a:off x="9562131" y="3372030"/>
              <a:ext cx="839081"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Andy Ford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(Migration BA)</a:t>
              </a:r>
            </a:p>
          </p:txBody>
        </p:sp>
        <p:sp>
          <p:nvSpPr>
            <p:cNvPr id="845" name="Google Shape;919;g22f1b912626_0_165">
              <a:extLst>
                <a:ext uri="{FF2B5EF4-FFF2-40B4-BE49-F238E27FC236}">
                  <a16:creationId xmlns:a16="http://schemas.microsoft.com/office/drawing/2014/main" id="{6D45F9B9-2384-8625-CF05-69C2D2848444}"/>
                </a:ext>
              </a:extLst>
            </p:cNvPr>
            <p:cNvSpPr/>
            <p:nvPr/>
          </p:nvSpPr>
          <p:spPr>
            <a:xfrm>
              <a:off x="9570333" y="3020144"/>
              <a:ext cx="828022" cy="342942"/>
            </a:xfrm>
            <a:prstGeom prst="rect">
              <a:avLst/>
            </a:prstGeom>
            <a:solidFill>
              <a:srgbClr val="DC199B"/>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Anita Param</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(Migration BA)</a:t>
              </a:r>
            </a:p>
          </p:txBody>
        </p:sp>
        <p:sp>
          <p:nvSpPr>
            <p:cNvPr id="910" name="Google Shape;919;g22f1b912626_0_165">
              <a:extLst>
                <a:ext uri="{FF2B5EF4-FFF2-40B4-BE49-F238E27FC236}">
                  <a16:creationId xmlns:a16="http://schemas.microsoft.com/office/drawing/2014/main" id="{1C723224-C8B1-0F08-0EA6-F5D369B505B7}"/>
                </a:ext>
              </a:extLst>
            </p:cNvPr>
            <p:cNvSpPr/>
            <p:nvPr/>
          </p:nvSpPr>
          <p:spPr>
            <a:xfrm>
              <a:off x="8710167" y="3371814"/>
              <a:ext cx="828104"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Dominik </a:t>
              </a:r>
              <a:r>
                <a:rPr kumimoji="0" lang="en-US" sz="800" b="0" i="0" u="none" strike="noStrike" kern="0" cap="none" spc="0" normalizeH="0" baseline="0" noProof="0" err="1">
                  <a:ln>
                    <a:noFill/>
                  </a:ln>
                  <a:solidFill>
                    <a:srgbClr val="FFFFFF"/>
                  </a:solidFill>
                  <a:effectLst/>
                  <a:uLnTx/>
                  <a:uFillTx/>
                  <a:latin typeface="Arial"/>
                  <a:cs typeface="Arial"/>
                  <a:sym typeface="Arial"/>
                </a:rPr>
                <a:t>Dyszkowski</a:t>
              </a:r>
              <a:endParaRPr kumimoji="0" lang="en-US" sz="8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(BA)</a:t>
              </a:r>
            </a:p>
          </p:txBody>
        </p:sp>
        <p:sp>
          <p:nvSpPr>
            <p:cNvPr id="913" name="Google Shape;919;g22f1b912626_0_165">
              <a:extLst>
                <a:ext uri="{FF2B5EF4-FFF2-40B4-BE49-F238E27FC236}">
                  <a16:creationId xmlns:a16="http://schemas.microsoft.com/office/drawing/2014/main" id="{EDC2AAFC-D26F-33FA-BC19-BF3281989A28}"/>
                </a:ext>
              </a:extLst>
            </p:cNvPr>
            <p:cNvSpPr/>
            <p:nvPr/>
          </p:nvSpPr>
          <p:spPr>
            <a:xfrm>
              <a:off x="8713426" y="3010034"/>
              <a:ext cx="828103"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Alejandro </a:t>
              </a:r>
              <a:r>
                <a:rPr kumimoji="0" lang="en-US" sz="800" b="0" i="0" u="none" strike="noStrike" kern="0" cap="none" spc="0" normalizeH="0" baseline="0" noProof="0" err="1">
                  <a:ln>
                    <a:noFill/>
                  </a:ln>
                  <a:solidFill>
                    <a:srgbClr val="FFFFFF"/>
                  </a:solidFill>
                  <a:effectLst/>
                  <a:uLnTx/>
                  <a:uFillTx/>
                  <a:latin typeface="Arial"/>
                  <a:cs typeface="Arial"/>
                  <a:sym typeface="Arial"/>
                </a:rPr>
                <a:t>Gonzalvez</a:t>
              </a:r>
              <a:r>
                <a:rPr kumimoji="0" lang="en-US" sz="800" b="0" i="0" u="none" strike="noStrike" kern="0" cap="none" spc="0" normalizeH="0" baseline="0" noProof="0">
                  <a:ln>
                    <a:noFill/>
                  </a:ln>
                  <a:solidFill>
                    <a:srgbClr val="FFFFFF"/>
                  </a:solidFill>
                  <a:effectLst/>
                  <a:uLnTx/>
                  <a:uFillTx/>
                  <a:latin typeface="Arial"/>
                  <a:cs typeface="Arial"/>
                  <a:sym typeface="Arial"/>
                </a:rPr>
                <a:t> Suarez (BA)</a:t>
              </a:r>
            </a:p>
          </p:txBody>
        </p:sp>
        <p:sp>
          <p:nvSpPr>
            <p:cNvPr id="916" name="Google Shape;919;g22f1b912626_0_165">
              <a:extLst>
                <a:ext uri="{FF2B5EF4-FFF2-40B4-BE49-F238E27FC236}">
                  <a16:creationId xmlns:a16="http://schemas.microsoft.com/office/drawing/2014/main" id="{F02EB92B-0C01-E07A-FF37-A953AE3CC595}"/>
                </a:ext>
              </a:extLst>
            </p:cNvPr>
            <p:cNvSpPr/>
            <p:nvPr/>
          </p:nvSpPr>
          <p:spPr>
            <a:xfrm>
              <a:off x="10420568" y="3372222"/>
              <a:ext cx="833102"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(Prod </a:t>
              </a:r>
              <a:r>
                <a:rPr kumimoji="0" lang="en-US" sz="800" b="0" i="0" u="none" strike="noStrike" kern="0" cap="none" spc="0" normalizeH="0" baseline="0" noProof="0" dirty="0" err="1">
                  <a:ln>
                    <a:noFill/>
                  </a:ln>
                  <a:solidFill>
                    <a:srgbClr val="FFFFFF"/>
                  </a:solidFill>
                  <a:effectLst/>
                  <a:uLnTx/>
                  <a:uFillTx/>
                  <a:latin typeface="Arial"/>
                  <a:cs typeface="Arial"/>
                  <a:sym typeface="Arial"/>
                </a:rPr>
                <a:t>Rational</a:t>
              </a:r>
              <a:r>
                <a:rPr kumimoji="0" lang="en-US" sz="800" b="0" i="0" u="none" strike="noStrike" kern="0" cap="none" spc="0" normalizeH="0" baseline="30000" noProof="0" dirty="0" err="1">
                  <a:ln>
                    <a:noFill/>
                  </a:ln>
                  <a:solidFill>
                    <a:srgbClr val="FFFFFF"/>
                  </a:solidFill>
                  <a:effectLst/>
                  <a:uLnTx/>
                  <a:uFillTx/>
                  <a:latin typeface="Arial"/>
                  <a:cs typeface="Arial"/>
                  <a:sym typeface="Arial"/>
                </a:rPr>
                <a:t>n</a:t>
              </a:r>
              <a:r>
                <a:rPr kumimoji="0" lang="en-US" sz="800" b="0" i="0" u="none" strike="noStrike" kern="0" cap="none" spc="0" normalizeH="0" baseline="0" noProof="0" dirty="0">
                  <a:ln>
                    <a:noFill/>
                  </a:ln>
                  <a:solidFill>
                    <a:srgbClr val="FFFFFF"/>
                  </a:solidFill>
                  <a:effectLst/>
                  <a:uLnTx/>
                  <a:uFillTx/>
                  <a:latin typeface="Arial"/>
                  <a:cs typeface="Arial"/>
                  <a:sym typeface="Arial"/>
                </a:rPr>
                <a:t> BA)</a:t>
              </a:r>
            </a:p>
          </p:txBody>
        </p:sp>
        <p:sp>
          <p:nvSpPr>
            <p:cNvPr id="917" name="Google Shape;919;g22f1b912626_0_165">
              <a:extLst>
                <a:ext uri="{FF2B5EF4-FFF2-40B4-BE49-F238E27FC236}">
                  <a16:creationId xmlns:a16="http://schemas.microsoft.com/office/drawing/2014/main" id="{40CF8876-B987-64A5-EA1C-25830DE9491A}"/>
                </a:ext>
              </a:extLst>
            </p:cNvPr>
            <p:cNvSpPr/>
            <p:nvPr/>
          </p:nvSpPr>
          <p:spPr>
            <a:xfrm>
              <a:off x="10421930" y="3011123"/>
              <a:ext cx="828103" cy="342942"/>
            </a:xfrm>
            <a:prstGeom prst="rect">
              <a:avLst/>
            </a:prstGeom>
            <a:solidFill>
              <a:srgbClr val="DC199B">
                <a:alpha val="50000"/>
              </a:srgb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(Process Design BA)</a:t>
              </a:r>
            </a:p>
          </p:txBody>
        </p:sp>
        <p:sp>
          <p:nvSpPr>
            <p:cNvPr id="998" name="TextBox 997">
              <a:extLst>
                <a:ext uri="{FF2B5EF4-FFF2-40B4-BE49-F238E27FC236}">
                  <a16:creationId xmlns:a16="http://schemas.microsoft.com/office/drawing/2014/main" id="{0A80D8C5-4717-BC94-2025-962A0C1B2211}"/>
                </a:ext>
              </a:extLst>
            </p:cNvPr>
            <p:cNvSpPr txBox="1">
              <a:spLocks/>
            </p:cNvSpPr>
            <p:nvPr/>
          </p:nvSpPr>
          <p:spPr>
            <a:xfrm>
              <a:off x="8063839" y="3013779"/>
              <a:ext cx="633400" cy="701194"/>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Business Analysis</a:t>
              </a:r>
            </a:p>
          </p:txBody>
        </p:sp>
        <p:sp>
          <p:nvSpPr>
            <p:cNvPr id="997" name="Rectangle 996">
              <a:extLst>
                <a:ext uri="{FF2B5EF4-FFF2-40B4-BE49-F238E27FC236}">
                  <a16:creationId xmlns:a16="http://schemas.microsoft.com/office/drawing/2014/main" id="{5BFFB8F4-316D-6694-7867-E267500DD3A1}"/>
                </a:ext>
              </a:extLst>
            </p:cNvPr>
            <p:cNvSpPr/>
            <p:nvPr/>
          </p:nvSpPr>
          <p:spPr>
            <a:xfrm>
              <a:off x="8057762" y="3015081"/>
              <a:ext cx="3188235" cy="705741"/>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924" name="Group 923">
            <a:extLst>
              <a:ext uri="{FF2B5EF4-FFF2-40B4-BE49-F238E27FC236}">
                <a16:creationId xmlns:a16="http://schemas.microsoft.com/office/drawing/2014/main" id="{1BBA8533-2A9E-7BEF-0E09-78019E5BC866}"/>
              </a:ext>
            </a:extLst>
          </p:cNvPr>
          <p:cNvGrpSpPr/>
          <p:nvPr/>
        </p:nvGrpSpPr>
        <p:grpSpPr>
          <a:xfrm>
            <a:off x="8063839" y="4609932"/>
            <a:ext cx="4052998" cy="349958"/>
            <a:chOff x="8063839" y="4609932"/>
            <a:chExt cx="4052998" cy="349958"/>
          </a:xfrm>
        </p:grpSpPr>
        <p:sp>
          <p:nvSpPr>
            <p:cNvPr id="835" name="Google Shape;919;g22f1b912626_0_165">
              <a:extLst>
                <a:ext uri="{FF2B5EF4-FFF2-40B4-BE49-F238E27FC236}">
                  <a16:creationId xmlns:a16="http://schemas.microsoft.com/office/drawing/2014/main" id="{CF6D0639-9471-0AC5-F015-BCECFDCF0A2C}"/>
                </a:ext>
              </a:extLst>
            </p:cNvPr>
            <p:cNvSpPr/>
            <p:nvPr/>
          </p:nvSpPr>
          <p:spPr>
            <a:xfrm>
              <a:off x="10421954" y="4615921"/>
              <a:ext cx="839081" cy="338874"/>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Devin Wells</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(TBD)</a:t>
              </a:r>
            </a:p>
          </p:txBody>
        </p:sp>
        <p:sp>
          <p:nvSpPr>
            <p:cNvPr id="2" name="Google Shape;919;g22f1b912626_0_165">
              <a:extLst>
                <a:ext uri="{FF2B5EF4-FFF2-40B4-BE49-F238E27FC236}">
                  <a16:creationId xmlns:a16="http://schemas.microsoft.com/office/drawing/2014/main" id="{B9B72905-D04F-205D-940B-04CA10597A59}"/>
                </a:ext>
              </a:extLst>
            </p:cNvPr>
            <p:cNvSpPr/>
            <p:nvPr/>
          </p:nvSpPr>
          <p:spPr>
            <a:xfrm>
              <a:off x="9561511" y="4613756"/>
              <a:ext cx="839081" cy="338874"/>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Mark </a:t>
              </a:r>
              <a:r>
                <a:rPr kumimoji="0" lang="en-US" sz="800" b="0" i="0" u="none" strike="noStrike" kern="0" cap="none" spc="0" normalizeH="0" baseline="0" noProof="0" dirty="0" err="1">
                  <a:ln>
                    <a:noFill/>
                  </a:ln>
                  <a:solidFill>
                    <a:srgbClr val="FFFFFF"/>
                  </a:solidFill>
                  <a:effectLst/>
                  <a:uLnTx/>
                  <a:uFillTx/>
                  <a:latin typeface="Arial"/>
                  <a:cs typeface="Arial"/>
                  <a:sym typeface="Arial"/>
                </a:rPr>
                <a:t>Parlsey</a:t>
              </a:r>
              <a:endParaRPr kumimoji="0" lang="en-US" sz="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(TBD)</a:t>
              </a:r>
            </a:p>
          </p:txBody>
        </p:sp>
        <p:sp>
          <p:nvSpPr>
            <p:cNvPr id="918" name="Google Shape;919;g22f1b912626_0_165">
              <a:extLst>
                <a:ext uri="{FF2B5EF4-FFF2-40B4-BE49-F238E27FC236}">
                  <a16:creationId xmlns:a16="http://schemas.microsoft.com/office/drawing/2014/main" id="{8262ABAF-577C-9D12-0968-6E60FD734E15}"/>
                </a:ext>
              </a:extLst>
            </p:cNvPr>
            <p:cNvSpPr/>
            <p:nvPr/>
          </p:nvSpPr>
          <p:spPr>
            <a:xfrm>
              <a:off x="8707937" y="4613756"/>
              <a:ext cx="839081" cy="338874"/>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Jeff </a:t>
              </a:r>
              <a:r>
                <a:rPr kumimoji="0" lang="en-US" sz="800" b="0" i="0" u="none" strike="noStrike" kern="0" cap="none" spc="0" normalizeH="0" baseline="0" noProof="0" err="1">
                  <a:ln>
                    <a:noFill/>
                  </a:ln>
                  <a:solidFill>
                    <a:srgbClr val="FFFFFF"/>
                  </a:solidFill>
                  <a:effectLst/>
                  <a:uLnTx/>
                  <a:uFillTx/>
                  <a:latin typeface="Arial"/>
                  <a:cs typeface="Arial"/>
                  <a:sym typeface="Arial"/>
                </a:rPr>
                <a:t>Colandrea</a:t>
              </a:r>
              <a:endParaRPr kumimoji="0" lang="en-US" sz="8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a:t>
              </a:r>
              <a:r>
                <a:rPr kumimoji="0" lang="en-US" sz="800" b="0" i="0" u="none" strike="noStrike" kern="0" cap="none" spc="0" normalizeH="0" baseline="0" noProof="0" err="1">
                  <a:ln>
                    <a:noFill/>
                  </a:ln>
                  <a:solidFill>
                    <a:srgbClr val="FFFFFF"/>
                  </a:solidFill>
                  <a:effectLst/>
                  <a:uLnTx/>
                  <a:uFillTx/>
                  <a:latin typeface="Arial"/>
                  <a:cs typeface="Arial"/>
                  <a:sym typeface="Arial"/>
                </a:rPr>
                <a:t>BeazleyPro</a:t>
              </a:r>
              <a:r>
                <a:rPr kumimoji="0" lang="en-US" sz="800" b="0" i="0" u="none" strike="noStrike" kern="0" cap="none" spc="0" normalizeH="0" baseline="0" noProof="0">
                  <a:ln>
                    <a:noFill/>
                  </a:ln>
                  <a:solidFill>
                    <a:srgbClr val="FFFFFF"/>
                  </a:solidFill>
                  <a:effectLst/>
                  <a:uLnTx/>
                  <a:uFillTx/>
                  <a:latin typeface="Arial"/>
                  <a:cs typeface="Arial"/>
                  <a:sym typeface="Arial"/>
                </a:rPr>
                <a:t>)</a:t>
              </a:r>
            </a:p>
          </p:txBody>
        </p:sp>
        <p:sp>
          <p:nvSpPr>
            <p:cNvPr id="920" name="Google Shape;919;g22f1b912626_0_165">
              <a:extLst>
                <a:ext uri="{FF2B5EF4-FFF2-40B4-BE49-F238E27FC236}">
                  <a16:creationId xmlns:a16="http://schemas.microsoft.com/office/drawing/2014/main" id="{A49E7DCC-FD96-E3AA-A601-E35C4EA896E4}"/>
                </a:ext>
              </a:extLst>
            </p:cNvPr>
            <p:cNvSpPr/>
            <p:nvPr/>
          </p:nvSpPr>
          <p:spPr>
            <a:xfrm>
              <a:off x="11277756" y="4614119"/>
              <a:ext cx="839081" cy="338874"/>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Antonia Seager</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(Finance)</a:t>
              </a:r>
            </a:p>
          </p:txBody>
        </p:sp>
        <p:sp>
          <p:nvSpPr>
            <p:cNvPr id="1017" name="TextBox 1016">
              <a:extLst>
                <a:ext uri="{FF2B5EF4-FFF2-40B4-BE49-F238E27FC236}">
                  <a16:creationId xmlns:a16="http://schemas.microsoft.com/office/drawing/2014/main" id="{F11882CC-CC78-E986-79BF-1C122A510226}"/>
                </a:ext>
              </a:extLst>
            </p:cNvPr>
            <p:cNvSpPr txBox="1">
              <a:spLocks/>
            </p:cNvSpPr>
            <p:nvPr/>
          </p:nvSpPr>
          <p:spPr>
            <a:xfrm>
              <a:off x="8063839" y="4609932"/>
              <a:ext cx="633400" cy="349958"/>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Current Plat. Owners</a:t>
              </a:r>
            </a:p>
          </p:txBody>
        </p:sp>
        <p:pic>
          <p:nvPicPr>
            <p:cNvPr id="1061" name="Picture 1060">
              <a:extLst>
                <a:ext uri="{FF2B5EF4-FFF2-40B4-BE49-F238E27FC236}">
                  <a16:creationId xmlns:a16="http://schemas.microsoft.com/office/drawing/2014/main" id="{2A9B07D4-DBC9-E491-F340-7594D662BB2B}"/>
                </a:ext>
              </a:extLst>
            </p:cNvPr>
            <p:cNvPicPr>
              <a:picLocks noChangeAspect="1"/>
            </p:cNvPicPr>
            <p:nvPr/>
          </p:nvPicPr>
          <p:blipFill>
            <a:blip r:embed="rId3"/>
            <a:stretch>
              <a:fillRect/>
            </a:stretch>
          </p:blipFill>
          <p:spPr>
            <a:xfrm>
              <a:off x="9418033" y="4621364"/>
              <a:ext cx="122556" cy="63729"/>
            </a:xfrm>
            <a:prstGeom prst="rect">
              <a:avLst/>
            </a:prstGeom>
            <a:ln>
              <a:noFill/>
            </a:ln>
          </p:spPr>
        </p:pic>
        <p:pic>
          <p:nvPicPr>
            <p:cNvPr id="24" name="Picture 23">
              <a:extLst>
                <a:ext uri="{FF2B5EF4-FFF2-40B4-BE49-F238E27FC236}">
                  <a16:creationId xmlns:a16="http://schemas.microsoft.com/office/drawing/2014/main" id="{05D7C7CB-45CC-8964-79D1-59CFD5360D31}"/>
                </a:ext>
              </a:extLst>
            </p:cNvPr>
            <p:cNvPicPr>
              <a:picLocks noChangeAspect="1"/>
            </p:cNvPicPr>
            <p:nvPr/>
          </p:nvPicPr>
          <p:blipFill>
            <a:blip r:embed="rId5"/>
            <a:stretch>
              <a:fillRect/>
            </a:stretch>
          </p:blipFill>
          <p:spPr>
            <a:xfrm>
              <a:off x="11140177" y="4624592"/>
              <a:ext cx="113940" cy="56970"/>
            </a:xfrm>
            <a:prstGeom prst="rect">
              <a:avLst/>
            </a:prstGeom>
            <a:ln>
              <a:noFill/>
            </a:ln>
          </p:spPr>
        </p:pic>
        <p:sp>
          <p:nvSpPr>
            <p:cNvPr id="1001" name="Rectangle 1000">
              <a:extLst>
                <a:ext uri="{FF2B5EF4-FFF2-40B4-BE49-F238E27FC236}">
                  <a16:creationId xmlns:a16="http://schemas.microsoft.com/office/drawing/2014/main" id="{E80F6594-57A1-9D7B-0C1B-99BC893B0738}"/>
                </a:ext>
              </a:extLst>
            </p:cNvPr>
            <p:cNvSpPr/>
            <p:nvPr/>
          </p:nvSpPr>
          <p:spPr>
            <a:xfrm>
              <a:off x="8066236" y="4614962"/>
              <a:ext cx="4047968" cy="341936"/>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928" name="Group 927">
            <a:extLst>
              <a:ext uri="{FF2B5EF4-FFF2-40B4-BE49-F238E27FC236}">
                <a16:creationId xmlns:a16="http://schemas.microsoft.com/office/drawing/2014/main" id="{01B62866-BDEA-B819-493B-A505343519F5}"/>
              </a:ext>
            </a:extLst>
          </p:cNvPr>
          <p:cNvGrpSpPr/>
          <p:nvPr/>
        </p:nvGrpSpPr>
        <p:grpSpPr>
          <a:xfrm>
            <a:off x="8060664" y="5052077"/>
            <a:ext cx="3205441" cy="703793"/>
            <a:chOff x="8060664" y="5052077"/>
            <a:chExt cx="3205441" cy="703793"/>
          </a:xfrm>
        </p:grpSpPr>
        <p:sp>
          <p:nvSpPr>
            <p:cNvPr id="31" name="Google Shape;919;g22f1b912626_0_165">
              <a:extLst>
                <a:ext uri="{FF2B5EF4-FFF2-40B4-BE49-F238E27FC236}">
                  <a16:creationId xmlns:a16="http://schemas.microsoft.com/office/drawing/2014/main" id="{7D03B130-F6B8-D2A9-F210-08FEDC3CAC70}"/>
                </a:ext>
              </a:extLst>
            </p:cNvPr>
            <p:cNvSpPr/>
            <p:nvPr/>
          </p:nvSpPr>
          <p:spPr>
            <a:xfrm>
              <a:off x="9561157" y="5416995"/>
              <a:ext cx="839081" cy="338874"/>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Jigar Solanki</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(Solution Architect)</a:t>
              </a:r>
              <a:endParaRPr kumimoji="0" sz="800" b="0" i="0" u="none" strike="noStrike" kern="0" cap="none" spc="0" normalizeH="0" baseline="0" noProof="0">
                <a:ln>
                  <a:noFill/>
                </a:ln>
                <a:solidFill>
                  <a:srgbClr val="FFFFFF"/>
                </a:solidFill>
                <a:effectLst/>
                <a:uLnTx/>
                <a:uFillTx/>
                <a:latin typeface="Arial"/>
                <a:cs typeface="Arial"/>
                <a:sym typeface="Arial"/>
              </a:endParaRPr>
            </a:p>
          </p:txBody>
        </p:sp>
        <p:sp>
          <p:nvSpPr>
            <p:cNvPr id="897" name="Google Shape;919;g22f1b912626_0_165">
              <a:extLst>
                <a:ext uri="{FF2B5EF4-FFF2-40B4-BE49-F238E27FC236}">
                  <a16:creationId xmlns:a16="http://schemas.microsoft.com/office/drawing/2014/main" id="{8845B570-0252-C9F1-C818-4ACB8373E86A}"/>
                </a:ext>
              </a:extLst>
            </p:cNvPr>
            <p:cNvSpPr/>
            <p:nvPr/>
          </p:nvSpPr>
          <p:spPr>
            <a:xfrm>
              <a:off x="10420356" y="5057389"/>
              <a:ext cx="845749" cy="338874"/>
            </a:xfrm>
            <a:prstGeom prst="rect">
              <a:avLst/>
            </a:prstGeom>
            <a:solidFill>
              <a:srgbClr val="002060">
                <a:alpha val="70000"/>
              </a:srgb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TBD (GW Assurance Architect)</a:t>
              </a:r>
              <a:endParaRPr kumimoji="0" sz="800" b="0" i="0" u="none" strike="noStrike" kern="0" cap="none" spc="0" normalizeH="0" baseline="0" noProof="0" dirty="0">
                <a:ln>
                  <a:noFill/>
                </a:ln>
                <a:solidFill>
                  <a:srgbClr val="FFFFFF"/>
                </a:solidFill>
                <a:effectLst/>
                <a:uLnTx/>
                <a:uFillTx/>
                <a:latin typeface="Arial"/>
                <a:cs typeface="Arial"/>
                <a:sym typeface="Arial"/>
              </a:endParaRPr>
            </a:p>
          </p:txBody>
        </p:sp>
        <p:sp>
          <p:nvSpPr>
            <p:cNvPr id="930" name="Google Shape;919;g22f1b912626_0_165">
              <a:extLst>
                <a:ext uri="{FF2B5EF4-FFF2-40B4-BE49-F238E27FC236}">
                  <a16:creationId xmlns:a16="http://schemas.microsoft.com/office/drawing/2014/main" id="{83778943-0575-96D5-6BBD-A8AEE67C8C9D}"/>
                </a:ext>
              </a:extLst>
            </p:cNvPr>
            <p:cNvSpPr/>
            <p:nvPr/>
          </p:nvSpPr>
          <p:spPr>
            <a:xfrm>
              <a:off x="9561157" y="5057897"/>
              <a:ext cx="839081" cy="340747"/>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(Solution Architect)</a:t>
              </a:r>
              <a:endParaRPr kumimoji="0" sz="800" b="0" i="0" u="none" strike="noStrike" kern="0" cap="none" spc="0" normalizeH="0" baseline="0" noProof="0" dirty="0">
                <a:ln>
                  <a:noFill/>
                </a:ln>
                <a:solidFill>
                  <a:srgbClr val="FFFFFF"/>
                </a:solidFill>
                <a:effectLst/>
                <a:uLnTx/>
                <a:uFillTx/>
                <a:latin typeface="Arial"/>
                <a:cs typeface="Arial"/>
                <a:sym typeface="Arial"/>
              </a:endParaRPr>
            </a:p>
          </p:txBody>
        </p:sp>
        <p:sp>
          <p:nvSpPr>
            <p:cNvPr id="931" name="Google Shape;919;g22f1b912626_0_165">
              <a:extLst>
                <a:ext uri="{FF2B5EF4-FFF2-40B4-BE49-F238E27FC236}">
                  <a16:creationId xmlns:a16="http://schemas.microsoft.com/office/drawing/2014/main" id="{4D7AC3F5-1AFB-0270-03AC-19528CE64E43}"/>
                </a:ext>
              </a:extLst>
            </p:cNvPr>
            <p:cNvSpPr/>
            <p:nvPr/>
          </p:nvSpPr>
          <p:spPr>
            <a:xfrm>
              <a:off x="8707623" y="5412927"/>
              <a:ext cx="83335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Marta </a:t>
              </a:r>
              <a:r>
                <a:rPr kumimoji="0" lang="en-US" sz="800" b="0" i="0" u="none" strike="noStrike" kern="0" cap="none" spc="0" normalizeH="0" baseline="0" noProof="0" err="1">
                  <a:ln>
                    <a:noFill/>
                  </a:ln>
                  <a:solidFill>
                    <a:srgbClr val="FFFFFF"/>
                  </a:solidFill>
                  <a:effectLst/>
                  <a:uLnTx/>
                  <a:uFillTx/>
                  <a:latin typeface="Arial"/>
                  <a:cs typeface="Arial"/>
                  <a:sym typeface="Arial"/>
                </a:rPr>
                <a:t>Latuszek</a:t>
              </a:r>
              <a:r>
                <a:rPr kumimoji="0" lang="en-US" sz="800" b="0" i="0" u="none" strike="noStrike" kern="0" cap="none" spc="0" normalizeH="0" baseline="0" noProof="0">
                  <a:ln>
                    <a:noFill/>
                  </a:ln>
                  <a:solidFill>
                    <a:srgbClr val="FFFFFF"/>
                  </a:solidFill>
                  <a:effectLst/>
                  <a:uLnTx/>
                  <a:uFillTx/>
                  <a:latin typeface="Arial"/>
                  <a:cs typeface="Arial"/>
                  <a:sym typeface="Arial"/>
                </a:rPr>
                <a:t> </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(Fin Architect)</a:t>
              </a:r>
              <a:endParaRPr kumimoji="0" sz="800" b="0" i="0" u="none" strike="noStrike" kern="0" cap="none" spc="0" normalizeH="0" baseline="0" noProof="0">
                <a:ln>
                  <a:noFill/>
                </a:ln>
                <a:solidFill>
                  <a:srgbClr val="FFFFFF"/>
                </a:solidFill>
                <a:effectLst/>
                <a:uLnTx/>
                <a:uFillTx/>
                <a:latin typeface="Arial"/>
                <a:cs typeface="Arial"/>
                <a:sym typeface="Arial"/>
              </a:endParaRPr>
            </a:p>
          </p:txBody>
        </p:sp>
        <p:sp>
          <p:nvSpPr>
            <p:cNvPr id="942" name="Google Shape;919;g22f1b912626_0_165">
              <a:extLst>
                <a:ext uri="{FF2B5EF4-FFF2-40B4-BE49-F238E27FC236}">
                  <a16:creationId xmlns:a16="http://schemas.microsoft.com/office/drawing/2014/main" id="{81B9ADBC-18ED-6088-237B-CBBD8DD66173}"/>
                </a:ext>
              </a:extLst>
            </p:cNvPr>
            <p:cNvSpPr/>
            <p:nvPr/>
          </p:nvSpPr>
          <p:spPr>
            <a:xfrm>
              <a:off x="8708916" y="5055702"/>
              <a:ext cx="830773"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Matt Reynolds</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(Bus Arch)</a:t>
              </a:r>
              <a:endParaRPr kumimoji="0" sz="800" b="0" i="0" u="none" strike="noStrike" kern="0" cap="none" spc="0" normalizeH="0" baseline="0" noProof="0">
                <a:ln>
                  <a:noFill/>
                </a:ln>
                <a:solidFill>
                  <a:srgbClr val="FFFFFF"/>
                </a:solidFill>
                <a:effectLst/>
                <a:uLnTx/>
                <a:uFillTx/>
                <a:latin typeface="Arial"/>
                <a:cs typeface="Arial"/>
                <a:sym typeface="Arial"/>
              </a:endParaRPr>
            </a:p>
          </p:txBody>
        </p:sp>
        <p:sp>
          <p:nvSpPr>
            <p:cNvPr id="1010" name="TextBox 1009">
              <a:extLst>
                <a:ext uri="{FF2B5EF4-FFF2-40B4-BE49-F238E27FC236}">
                  <a16:creationId xmlns:a16="http://schemas.microsoft.com/office/drawing/2014/main" id="{6C12B2D1-FD37-6FF9-6CE3-F860B8251182}"/>
                </a:ext>
              </a:extLst>
            </p:cNvPr>
            <p:cNvSpPr txBox="1">
              <a:spLocks/>
            </p:cNvSpPr>
            <p:nvPr/>
          </p:nvSpPr>
          <p:spPr>
            <a:xfrm>
              <a:off x="8060664" y="5052077"/>
              <a:ext cx="633400" cy="70379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Architects</a:t>
              </a:r>
            </a:p>
          </p:txBody>
        </p:sp>
        <p:sp>
          <p:nvSpPr>
            <p:cNvPr id="1007" name="Rectangle 1006">
              <a:extLst>
                <a:ext uri="{FF2B5EF4-FFF2-40B4-BE49-F238E27FC236}">
                  <a16:creationId xmlns:a16="http://schemas.microsoft.com/office/drawing/2014/main" id="{AC6BA3FE-B336-D54C-8679-7A7C0AFDB915}"/>
                </a:ext>
              </a:extLst>
            </p:cNvPr>
            <p:cNvSpPr/>
            <p:nvPr/>
          </p:nvSpPr>
          <p:spPr>
            <a:xfrm>
              <a:off x="8070420" y="5057266"/>
              <a:ext cx="3188235" cy="698604"/>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929" name="Group 928">
            <a:extLst>
              <a:ext uri="{FF2B5EF4-FFF2-40B4-BE49-F238E27FC236}">
                <a16:creationId xmlns:a16="http://schemas.microsoft.com/office/drawing/2014/main" id="{92DBF109-C5D8-E132-9789-533D873B8CCE}"/>
              </a:ext>
            </a:extLst>
          </p:cNvPr>
          <p:cNvGrpSpPr/>
          <p:nvPr/>
        </p:nvGrpSpPr>
        <p:grpSpPr>
          <a:xfrm>
            <a:off x="8063839" y="5866592"/>
            <a:ext cx="3192135" cy="712302"/>
            <a:chOff x="8063839" y="5866592"/>
            <a:chExt cx="3192135" cy="712302"/>
          </a:xfrm>
        </p:grpSpPr>
        <p:sp>
          <p:nvSpPr>
            <p:cNvPr id="1002" name="TextBox 1001">
              <a:extLst>
                <a:ext uri="{FF2B5EF4-FFF2-40B4-BE49-F238E27FC236}">
                  <a16:creationId xmlns:a16="http://schemas.microsoft.com/office/drawing/2014/main" id="{30290911-77AD-AB37-53AB-06BF5320198B}"/>
                </a:ext>
              </a:extLst>
            </p:cNvPr>
            <p:cNvSpPr txBox="1">
              <a:spLocks/>
            </p:cNvSpPr>
            <p:nvPr/>
          </p:nvSpPr>
          <p:spPr>
            <a:xfrm>
              <a:off x="8063839" y="5866592"/>
              <a:ext cx="633400" cy="71230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dirty="0">
                  <a:ln>
                    <a:noFill/>
                  </a:ln>
                  <a:solidFill>
                    <a:prstClr val="white"/>
                  </a:solidFill>
                  <a:effectLst/>
                  <a:uLnTx/>
                  <a:uFillTx/>
                  <a:latin typeface="Arial"/>
                  <a:ea typeface="+mn-ea"/>
                  <a:cs typeface="Arial"/>
                  <a:sym typeface="Arial"/>
                </a:rPr>
                <a:t>Shared Services SMEs</a:t>
              </a:r>
            </a:p>
          </p:txBody>
        </p:sp>
        <p:sp>
          <p:nvSpPr>
            <p:cNvPr id="1003" name="Google Shape;919;g22f1b912626_0_165">
              <a:extLst>
                <a:ext uri="{FF2B5EF4-FFF2-40B4-BE49-F238E27FC236}">
                  <a16:creationId xmlns:a16="http://schemas.microsoft.com/office/drawing/2014/main" id="{3E9FE98E-1145-E259-6995-029FFAE010F3}"/>
                </a:ext>
              </a:extLst>
            </p:cNvPr>
            <p:cNvSpPr/>
            <p:nvPr/>
          </p:nvSpPr>
          <p:spPr>
            <a:xfrm>
              <a:off x="8707937" y="5870471"/>
              <a:ext cx="839081"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(IT Security)</a:t>
              </a:r>
            </a:p>
          </p:txBody>
        </p:sp>
        <p:sp>
          <p:nvSpPr>
            <p:cNvPr id="1004" name="Google Shape;919;g22f1b912626_0_165">
              <a:extLst>
                <a:ext uri="{FF2B5EF4-FFF2-40B4-BE49-F238E27FC236}">
                  <a16:creationId xmlns:a16="http://schemas.microsoft.com/office/drawing/2014/main" id="{38FB7A16-EACB-ECEA-F364-07658886308C}"/>
                </a:ext>
              </a:extLst>
            </p:cNvPr>
            <p:cNvSpPr/>
            <p:nvPr/>
          </p:nvSpPr>
          <p:spPr>
            <a:xfrm>
              <a:off x="9563351" y="5870471"/>
              <a:ext cx="839081"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(Risk)</a:t>
              </a:r>
            </a:p>
          </p:txBody>
        </p:sp>
        <p:sp>
          <p:nvSpPr>
            <p:cNvPr id="1005" name="Google Shape;919;g22f1b912626_0_165">
              <a:extLst>
                <a:ext uri="{FF2B5EF4-FFF2-40B4-BE49-F238E27FC236}">
                  <a16:creationId xmlns:a16="http://schemas.microsoft.com/office/drawing/2014/main" id="{3BE4F215-AEA1-2900-0F7D-820F87449227}"/>
                </a:ext>
              </a:extLst>
            </p:cNvPr>
            <p:cNvSpPr/>
            <p:nvPr/>
          </p:nvSpPr>
          <p:spPr>
            <a:xfrm>
              <a:off x="8707937" y="6231190"/>
              <a:ext cx="839081"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(Audit)</a:t>
              </a:r>
            </a:p>
          </p:txBody>
        </p:sp>
        <p:sp>
          <p:nvSpPr>
            <p:cNvPr id="1006" name="Google Shape;919;g22f1b912626_0_165">
              <a:extLst>
                <a:ext uri="{FF2B5EF4-FFF2-40B4-BE49-F238E27FC236}">
                  <a16:creationId xmlns:a16="http://schemas.microsoft.com/office/drawing/2014/main" id="{4A881807-9787-9F74-BCF5-22FF345EE06B}"/>
                </a:ext>
              </a:extLst>
            </p:cNvPr>
            <p:cNvSpPr/>
            <p:nvPr/>
          </p:nvSpPr>
          <p:spPr>
            <a:xfrm>
              <a:off x="9563351" y="6232837"/>
              <a:ext cx="839081"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(Compliance)</a:t>
              </a:r>
            </a:p>
          </p:txBody>
        </p:sp>
        <p:sp>
          <p:nvSpPr>
            <p:cNvPr id="1014" name="Google Shape;870;g22f1b912626_0_165">
              <a:extLst>
                <a:ext uri="{FF2B5EF4-FFF2-40B4-BE49-F238E27FC236}">
                  <a16:creationId xmlns:a16="http://schemas.microsoft.com/office/drawing/2014/main" id="{14A16F95-982F-F22E-6662-C827D154624A}"/>
                </a:ext>
              </a:extLst>
            </p:cNvPr>
            <p:cNvSpPr/>
            <p:nvPr/>
          </p:nvSpPr>
          <p:spPr>
            <a:xfrm>
              <a:off x="10415511" y="5870408"/>
              <a:ext cx="834914" cy="703724"/>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w="9525" cap="flat" cmpd="sng">
              <a:noFill/>
              <a:prstDash val="solid"/>
              <a:round/>
              <a:headEnd type="none" w="sm" len="sm"/>
              <a:tailEnd type="none" w="sm" len="sm"/>
            </a:ln>
          </p:spPr>
          <p:txBody>
            <a:bodyPr spcFirstLastPara="1" wrap="square" lIns="7200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PAS BAU transition (based on ITOM/BAU Serv Mgmnt Structure)</a:t>
              </a:r>
              <a:endParaRPr kumimoji="0" sz="1050" b="0" i="0" u="none" strike="noStrike" kern="0" cap="none" spc="0" normalizeH="0" baseline="0" noProof="0">
                <a:ln>
                  <a:noFill/>
                </a:ln>
                <a:solidFill>
                  <a:srgbClr val="FFFFFF"/>
                </a:solidFill>
                <a:effectLst/>
                <a:uLnTx/>
                <a:uFillTx/>
                <a:latin typeface="Arial"/>
                <a:cs typeface="Arial"/>
                <a:sym typeface="Arial"/>
              </a:endParaRPr>
            </a:p>
          </p:txBody>
        </p:sp>
        <p:sp>
          <p:nvSpPr>
            <p:cNvPr id="1008" name="Rectangle 1007">
              <a:extLst>
                <a:ext uri="{FF2B5EF4-FFF2-40B4-BE49-F238E27FC236}">
                  <a16:creationId xmlns:a16="http://schemas.microsoft.com/office/drawing/2014/main" id="{B4D9012A-487F-B678-E88D-E592A7C042BC}"/>
                </a:ext>
              </a:extLst>
            </p:cNvPr>
            <p:cNvSpPr/>
            <p:nvPr/>
          </p:nvSpPr>
          <p:spPr>
            <a:xfrm>
              <a:off x="8067739" y="5870255"/>
              <a:ext cx="3188235" cy="705741"/>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grpSp>
      <p:sp>
        <p:nvSpPr>
          <p:cNvPr id="3" name="Rectangle 2">
            <a:extLst>
              <a:ext uri="{FF2B5EF4-FFF2-40B4-BE49-F238E27FC236}">
                <a16:creationId xmlns:a16="http://schemas.microsoft.com/office/drawing/2014/main" id="{778EB3A8-C25E-8CC9-E529-04F2937C08A5}"/>
              </a:ext>
            </a:extLst>
          </p:cNvPr>
          <p:cNvSpPr/>
          <p:nvPr/>
        </p:nvSpPr>
        <p:spPr>
          <a:xfrm>
            <a:off x="5689251" y="2944951"/>
            <a:ext cx="904469" cy="342942"/>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grpSp>
        <p:nvGrpSpPr>
          <p:cNvPr id="921" name="Group 920">
            <a:extLst>
              <a:ext uri="{FF2B5EF4-FFF2-40B4-BE49-F238E27FC236}">
                <a16:creationId xmlns:a16="http://schemas.microsoft.com/office/drawing/2014/main" id="{464F84F2-695F-82CE-B7F4-275C2C42D956}"/>
              </a:ext>
            </a:extLst>
          </p:cNvPr>
          <p:cNvGrpSpPr/>
          <p:nvPr/>
        </p:nvGrpSpPr>
        <p:grpSpPr>
          <a:xfrm>
            <a:off x="8063837" y="2570270"/>
            <a:ext cx="3183142" cy="543556"/>
            <a:chOff x="8063837" y="2570270"/>
            <a:chExt cx="3183142" cy="543556"/>
          </a:xfrm>
        </p:grpSpPr>
        <p:sp>
          <p:nvSpPr>
            <p:cNvPr id="832" name="Google Shape;919;g22f1b912626_0_165">
              <a:extLst>
                <a:ext uri="{FF2B5EF4-FFF2-40B4-BE49-F238E27FC236}">
                  <a16:creationId xmlns:a16="http://schemas.microsoft.com/office/drawing/2014/main" id="{F596B990-B3EA-CE9F-405C-DEA501620E5D}"/>
                </a:ext>
              </a:extLst>
            </p:cNvPr>
            <p:cNvSpPr/>
            <p:nvPr/>
          </p:nvSpPr>
          <p:spPr>
            <a:xfrm>
              <a:off x="8712808" y="2574905"/>
              <a:ext cx="829338"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Simon Fry</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(Infrastructure)</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833" name="Google Shape;919;g22f1b912626_0_165">
              <a:extLst>
                <a:ext uri="{FF2B5EF4-FFF2-40B4-BE49-F238E27FC236}">
                  <a16:creationId xmlns:a16="http://schemas.microsoft.com/office/drawing/2014/main" id="{1491CEC2-5DBB-FC24-2DB0-99D0A4066674}"/>
                </a:ext>
              </a:extLst>
            </p:cNvPr>
            <p:cNvSpPr/>
            <p:nvPr/>
          </p:nvSpPr>
          <p:spPr>
            <a:xfrm>
              <a:off x="10418957" y="2576137"/>
              <a:ext cx="828022" cy="342942"/>
            </a:xfrm>
            <a:prstGeom prst="rect">
              <a:avLst/>
            </a:prstGeom>
            <a:solidFill>
              <a:srgbClr val="0098C7">
                <a:alpha val="50000"/>
              </a:srgb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(DevOps)</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sp>
          <p:nvSpPr>
            <p:cNvPr id="994" name="TextBox 993">
              <a:extLst>
                <a:ext uri="{FF2B5EF4-FFF2-40B4-BE49-F238E27FC236}">
                  <a16:creationId xmlns:a16="http://schemas.microsoft.com/office/drawing/2014/main" id="{9387084C-FAD9-9D72-66EF-C8B242ACC6A7}"/>
                </a:ext>
              </a:extLst>
            </p:cNvPr>
            <p:cNvSpPr txBox="1">
              <a:spLocks/>
            </p:cNvSpPr>
            <p:nvPr/>
          </p:nvSpPr>
          <p:spPr>
            <a:xfrm>
              <a:off x="8063839" y="2570270"/>
              <a:ext cx="633400" cy="349766"/>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Infra / DevOps</a:t>
              </a:r>
            </a:p>
          </p:txBody>
        </p:sp>
        <p:sp>
          <p:nvSpPr>
            <p:cNvPr id="938" name="Rectangle 937">
              <a:extLst>
                <a:ext uri="{FF2B5EF4-FFF2-40B4-BE49-F238E27FC236}">
                  <a16:creationId xmlns:a16="http://schemas.microsoft.com/office/drawing/2014/main" id="{98D15FF0-9FB4-F1FC-6CA2-A79EDCF4D215}"/>
                </a:ext>
              </a:extLst>
            </p:cNvPr>
            <p:cNvSpPr/>
            <p:nvPr/>
          </p:nvSpPr>
          <p:spPr>
            <a:xfrm>
              <a:off x="9104618" y="3113826"/>
              <a:ext cx="45719" cy="0"/>
            </a:xfrm>
            <a:prstGeom prst="rect">
              <a:avLst/>
            </a:prstGeom>
            <a:noFill/>
            <a:ln w="25400" cap="flat" cmpd="sng" algn="ctr">
              <a:noFill/>
              <a:prstDash val="solid"/>
            </a:ln>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latin typeface="Arial"/>
                <a:ea typeface="+mn-ea"/>
                <a:cs typeface="Arial"/>
                <a:sym typeface="Arial"/>
              </a:endParaRPr>
            </a:p>
          </p:txBody>
        </p:sp>
        <p:sp>
          <p:nvSpPr>
            <p:cNvPr id="996" name="Rectangle 995">
              <a:extLst>
                <a:ext uri="{FF2B5EF4-FFF2-40B4-BE49-F238E27FC236}">
                  <a16:creationId xmlns:a16="http://schemas.microsoft.com/office/drawing/2014/main" id="{0934F672-821E-E996-DECC-C1E9DCB48885}"/>
                </a:ext>
              </a:extLst>
            </p:cNvPr>
            <p:cNvSpPr/>
            <p:nvPr/>
          </p:nvSpPr>
          <p:spPr>
            <a:xfrm>
              <a:off x="8063837" y="2574458"/>
              <a:ext cx="3176135" cy="341936"/>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0" name="Google Shape;919;g22f1b912626_0_165">
              <a:extLst>
                <a:ext uri="{FF2B5EF4-FFF2-40B4-BE49-F238E27FC236}">
                  <a16:creationId xmlns:a16="http://schemas.microsoft.com/office/drawing/2014/main" id="{5B5EA841-D320-FA59-8AA7-F14423E5FC5E}"/>
                </a:ext>
              </a:extLst>
            </p:cNvPr>
            <p:cNvSpPr/>
            <p:nvPr/>
          </p:nvSpPr>
          <p:spPr>
            <a:xfrm>
              <a:off x="9567197" y="2574901"/>
              <a:ext cx="829338"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(DevOps)</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grpSp>
      <p:grpSp>
        <p:nvGrpSpPr>
          <p:cNvPr id="923" name="Group 922">
            <a:extLst>
              <a:ext uri="{FF2B5EF4-FFF2-40B4-BE49-F238E27FC236}">
                <a16:creationId xmlns:a16="http://schemas.microsoft.com/office/drawing/2014/main" id="{1CE35F53-2336-1C89-7CCF-78565B571A80}"/>
              </a:ext>
            </a:extLst>
          </p:cNvPr>
          <p:cNvGrpSpPr/>
          <p:nvPr/>
        </p:nvGrpSpPr>
        <p:grpSpPr>
          <a:xfrm>
            <a:off x="8057762" y="3804970"/>
            <a:ext cx="4047968" cy="717537"/>
            <a:chOff x="8057762" y="3804970"/>
            <a:chExt cx="4047968" cy="717537"/>
          </a:xfrm>
        </p:grpSpPr>
        <p:sp>
          <p:nvSpPr>
            <p:cNvPr id="950" name="Google Shape;919;g22f1b912626_0_165">
              <a:extLst>
                <a:ext uri="{FF2B5EF4-FFF2-40B4-BE49-F238E27FC236}">
                  <a16:creationId xmlns:a16="http://schemas.microsoft.com/office/drawing/2014/main" id="{348E270E-2884-B0D2-C629-4DFBCED8281B}"/>
                </a:ext>
              </a:extLst>
            </p:cNvPr>
            <p:cNvSpPr/>
            <p:nvPr/>
          </p:nvSpPr>
          <p:spPr>
            <a:xfrm>
              <a:off x="8710678" y="3813855"/>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Devin Wells</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(Policy SME)</a:t>
              </a:r>
            </a:p>
          </p:txBody>
        </p:sp>
        <p:sp>
          <p:nvSpPr>
            <p:cNvPr id="951" name="Google Shape;919;g22f1b912626_0_165">
              <a:extLst>
                <a:ext uri="{FF2B5EF4-FFF2-40B4-BE49-F238E27FC236}">
                  <a16:creationId xmlns:a16="http://schemas.microsoft.com/office/drawing/2014/main" id="{0315869A-6180-063A-91F1-094BA7F40B9F}"/>
                </a:ext>
              </a:extLst>
            </p:cNvPr>
            <p:cNvSpPr/>
            <p:nvPr/>
          </p:nvSpPr>
          <p:spPr>
            <a:xfrm>
              <a:off x="8710678" y="4171628"/>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Steve Flood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(Claims SME)</a:t>
              </a:r>
            </a:p>
          </p:txBody>
        </p:sp>
        <p:sp>
          <p:nvSpPr>
            <p:cNvPr id="955" name="Google Shape;919;g22f1b912626_0_165">
              <a:extLst>
                <a:ext uri="{FF2B5EF4-FFF2-40B4-BE49-F238E27FC236}">
                  <a16:creationId xmlns:a16="http://schemas.microsoft.com/office/drawing/2014/main" id="{F1ACF85E-FA94-38BF-28D4-8871CA5E70B4}"/>
                </a:ext>
              </a:extLst>
            </p:cNvPr>
            <p:cNvSpPr/>
            <p:nvPr/>
          </p:nvSpPr>
          <p:spPr>
            <a:xfrm>
              <a:off x="10423026" y="4171628"/>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Molly </a:t>
              </a:r>
              <a:r>
                <a:rPr kumimoji="0" lang="en-US" sz="700" b="0" i="0" u="none" strike="noStrike" kern="0" cap="none" spc="0" normalizeH="0" baseline="0" noProof="0" err="1">
                  <a:ln>
                    <a:noFill/>
                  </a:ln>
                  <a:solidFill>
                    <a:srgbClr val="FFFFFF"/>
                  </a:solidFill>
                  <a:effectLst/>
                  <a:uLnTx/>
                  <a:uFillTx/>
                  <a:latin typeface="Arial"/>
                  <a:cs typeface="Arial"/>
                  <a:sym typeface="Arial"/>
                </a:rPr>
                <a:t>Spolarich</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(Operations SME)</a:t>
              </a:r>
            </a:p>
          </p:txBody>
        </p:sp>
        <p:sp>
          <p:nvSpPr>
            <p:cNvPr id="841" name="Google Shape;919;g22f1b912626_0_165">
              <a:extLst>
                <a:ext uri="{FF2B5EF4-FFF2-40B4-BE49-F238E27FC236}">
                  <a16:creationId xmlns:a16="http://schemas.microsoft.com/office/drawing/2014/main" id="{DE10CE88-929D-1740-942C-3AABF3A3EB7D}"/>
                </a:ext>
              </a:extLst>
            </p:cNvPr>
            <p:cNvSpPr/>
            <p:nvPr/>
          </p:nvSpPr>
          <p:spPr>
            <a:xfrm>
              <a:off x="11268965" y="4172863"/>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Troy Baillargeon (Prod </a:t>
              </a:r>
              <a:r>
                <a:rPr kumimoji="0" lang="en-US" sz="700" b="0" i="0" u="none" strike="noStrike" kern="0" cap="none" spc="0" normalizeH="0" baseline="0" noProof="0" dirty="0" err="1">
                  <a:ln>
                    <a:noFill/>
                  </a:ln>
                  <a:solidFill>
                    <a:srgbClr val="FFFFFF"/>
                  </a:solidFill>
                  <a:effectLst/>
                  <a:uLnTx/>
                  <a:uFillTx/>
                  <a:latin typeface="Arial"/>
                  <a:cs typeface="Arial"/>
                  <a:sym typeface="Arial"/>
                </a:rPr>
                <a:t>Rationalisation</a:t>
              </a:r>
              <a:r>
                <a:rPr kumimoji="0" lang="en-US" sz="700" b="0" i="0" u="none" strike="noStrike" kern="0" cap="none" spc="0" normalizeH="0" baseline="0" noProof="0" dirty="0">
                  <a:ln>
                    <a:noFill/>
                  </a:ln>
                  <a:solidFill>
                    <a:srgbClr val="FFFFFF"/>
                  </a:solidFill>
                  <a:effectLst/>
                  <a:uLnTx/>
                  <a:uFillTx/>
                  <a:latin typeface="Arial"/>
                  <a:cs typeface="Arial"/>
                  <a:sym typeface="Arial"/>
                </a:rPr>
                <a:t>)</a:t>
              </a:r>
            </a:p>
          </p:txBody>
        </p:sp>
        <p:sp>
          <p:nvSpPr>
            <p:cNvPr id="842" name="Google Shape;919;g22f1b912626_0_165">
              <a:extLst>
                <a:ext uri="{FF2B5EF4-FFF2-40B4-BE49-F238E27FC236}">
                  <a16:creationId xmlns:a16="http://schemas.microsoft.com/office/drawing/2014/main" id="{7AD350BC-F775-B8EB-6E99-6356C31AFBF1}"/>
                </a:ext>
              </a:extLst>
            </p:cNvPr>
            <p:cNvSpPr/>
            <p:nvPr/>
          </p:nvSpPr>
          <p:spPr>
            <a:xfrm>
              <a:off x="11264931" y="3811915"/>
              <a:ext cx="837710"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Steve </a:t>
              </a:r>
              <a:r>
                <a:rPr kumimoji="0" lang="en-US" sz="700" b="0" i="0" u="none" strike="noStrike" kern="0" cap="none" spc="0" normalizeH="0" baseline="0" noProof="0" dirty="0" err="1">
                  <a:ln>
                    <a:noFill/>
                  </a:ln>
                  <a:solidFill>
                    <a:srgbClr val="FFFFFF"/>
                  </a:solidFill>
                  <a:effectLst/>
                  <a:uLnTx/>
                  <a:uFillTx/>
                  <a:latin typeface="Arial"/>
                  <a:cs typeface="Arial"/>
                  <a:sym typeface="Arial"/>
                </a:rPr>
                <a:t>Enness</a:t>
              </a:r>
              <a:endParaRPr kumimoji="0" lang="en-US" sz="7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(Prod </a:t>
              </a:r>
              <a:r>
                <a:rPr kumimoji="0" lang="en-US" sz="700" b="0" i="0" u="none" strike="noStrike" kern="0" cap="none" spc="0" normalizeH="0" baseline="0" noProof="0" dirty="0" err="1">
                  <a:ln>
                    <a:noFill/>
                  </a:ln>
                  <a:solidFill>
                    <a:srgbClr val="FFFFFF"/>
                  </a:solidFill>
                  <a:effectLst/>
                  <a:uLnTx/>
                  <a:uFillTx/>
                  <a:latin typeface="Arial"/>
                  <a:cs typeface="Arial"/>
                  <a:sym typeface="Arial"/>
                </a:rPr>
                <a:t>Rationalisation</a:t>
              </a:r>
              <a:r>
                <a:rPr kumimoji="0" lang="en-US" sz="700" b="0" i="0" u="none" strike="noStrike" kern="0" cap="none" spc="0" normalizeH="0" baseline="0" noProof="0" dirty="0">
                  <a:ln>
                    <a:noFill/>
                  </a:ln>
                  <a:solidFill>
                    <a:srgbClr val="FFFFFF"/>
                  </a:solidFill>
                  <a:effectLst/>
                  <a:uLnTx/>
                  <a:uFillTx/>
                  <a:latin typeface="Arial"/>
                  <a:cs typeface="Arial"/>
                  <a:sym typeface="Arial"/>
                </a:rPr>
                <a:t>)</a:t>
              </a:r>
            </a:p>
          </p:txBody>
        </p:sp>
        <p:sp>
          <p:nvSpPr>
            <p:cNvPr id="964" name="Google Shape;919;g22f1b912626_0_165">
              <a:extLst>
                <a:ext uri="{FF2B5EF4-FFF2-40B4-BE49-F238E27FC236}">
                  <a16:creationId xmlns:a16="http://schemas.microsoft.com/office/drawing/2014/main" id="{F9EAA615-7D34-8D3C-F1CA-BA0D3E80D35E}"/>
                </a:ext>
              </a:extLst>
            </p:cNvPr>
            <p:cNvSpPr/>
            <p:nvPr/>
          </p:nvSpPr>
          <p:spPr>
            <a:xfrm>
              <a:off x="10423150" y="3813855"/>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Carol Hamilton</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(Credit Control NA)</a:t>
              </a:r>
            </a:p>
          </p:txBody>
        </p:sp>
        <p:sp>
          <p:nvSpPr>
            <p:cNvPr id="1000" name="TextBox 999">
              <a:extLst>
                <a:ext uri="{FF2B5EF4-FFF2-40B4-BE49-F238E27FC236}">
                  <a16:creationId xmlns:a16="http://schemas.microsoft.com/office/drawing/2014/main" id="{A6F3CFB6-A2F4-08FD-DF44-FFF67A1429A6}"/>
                </a:ext>
              </a:extLst>
            </p:cNvPr>
            <p:cNvSpPr txBox="1">
              <a:spLocks/>
            </p:cNvSpPr>
            <p:nvPr/>
          </p:nvSpPr>
          <p:spPr>
            <a:xfrm>
              <a:off x="8063839" y="3804970"/>
              <a:ext cx="633400" cy="717537"/>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SMEs</a:t>
              </a:r>
            </a:p>
          </p:txBody>
        </p:sp>
        <p:pic>
          <p:nvPicPr>
            <p:cNvPr id="1059" name="Picture 1058">
              <a:extLst>
                <a:ext uri="{FF2B5EF4-FFF2-40B4-BE49-F238E27FC236}">
                  <a16:creationId xmlns:a16="http://schemas.microsoft.com/office/drawing/2014/main" id="{8FC1AD13-036C-8EEB-B985-FCB3CD4466FA}"/>
                </a:ext>
              </a:extLst>
            </p:cNvPr>
            <p:cNvPicPr>
              <a:picLocks noChangeAspect="1"/>
            </p:cNvPicPr>
            <p:nvPr/>
          </p:nvPicPr>
          <p:blipFill>
            <a:blip r:embed="rId3"/>
            <a:stretch>
              <a:fillRect/>
            </a:stretch>
          </p:blipFill>
          <p:spPr>
            <a:xfrm>
              <a:off x="11129858" y="4171507"/>
              <a:ext cx="122556" cy="63729"/>
            </a:xfrm>
            <a:prstGeom prst="rect">
              <a:avLst/>
            </a:prstGeom>
            <a:ln>
              <a:noFill/>
            </a:ln>
          </p:spPr>
        </p:pic>
        <p:pic>
          <p:nvPicPr>
            <p:cNvPr id="1060" name="Picture 1059">
              <a:extLst>
                <a:ext uri="{FF2B5EF4-FFF2-40B4-BE49-F238E27FC236}">
                  <a16:creationId xmlns:a16="http://schemas.microsoft.com/office/drawing/2014/main" id="{3EF36D13-8E52-D89A-1212-3D1F86115E58}"/>
                </a:ext>
              </a:extLst>
            </p:cNvPr>
            <p:cNvPicPr>
              <a:picLocks noChangeAspect="1"/>
            </p:cNvPicPr>
            <p:nvPr/>
          </p:nvPicPr>
          <p:blipFill>
            <a:blip r:embed="rId3"/>
            <a:stretch>
              <a:fillRect/>
            </a:stretch>
          </p:blipFill>
          <p:spPr>
            <a:xfrm>
              <a:off x="11977037" y="4172742"/>
              <a:ext cx="122556" cy="63729"/>
            </a:xfrm>
            <a:prstGeom prst="rect">
              <a:avLst/>
            </a:prstGeom>
            <a:ln>
              <a:noFill/>
            </a:ln>
          </p:spPr>
        </p:pic>
        <p:pic>
          <p:nvPicPr>
            <p:cNvPr id="16" name="Picture 15">
              <a:extLst>
                <a:ext uri="{FF2B5EF4-FFF2-40B4-BE49-F238E27FC236}">
                  <a16:creationId xmlns:a16="http://schemas.microsoft.com/office/drawing/2014/main" id="{1AC05A48-8C24-1EBA-CB35-8FAB0BACFED3}"/>
                </a:ext>
              </a:extLst>
            </p:cNvPr>
            <p:cNvPicPr>
              <a:picLocks noChangeAspect="1"/>
            </p:cNvPicPr>
            <p:nvPr/>
          </p:nvPicPr>
          <p:blipFill>
            <a:blip r:embed="rId3"/>
            <a:stretch>
              <a:fillRect/>
            </a:stretch>
          </p:blipFill>
          <p:spPr>
            <a:xfrm>
              <a:off x="11127477" y="3811868"/>
              <a:ext cx="122556" cy="63729"/>
            </a:xfrm>
            <a:prstGeom prst="rect">
              <a:avLst/>
            </a:prstGeom>
            <a:ln>
              <a:noFill/>
            </a:ln>
          </p:spPr>
        </p:pic>
        <p:pic>
          <p:nvPicPr>
            <p:cNvPr id="23" name="Picture 22">
              <a:extLst>
                <a:ext uri="{FF2B5EF4-FFF2-40B4-BE49-F238E27FC236}">
                  <a16:creationId xmlns:a16="http://schemas.microsoft.com/office/drawing/2014/main" id="{CAA010C1-368D-44D7-1515-6683513A41E2}"/>
                </a:ext>
              </a:extLst>
            </p:cNvPr>
            <p:cNvPicPr>
              <a:picLocks noChangeAspect="1"/>
            </p:cNvPicPr>
            <p:nvPr/>
          </p:nvPicPr>
          <p:blipFill>
            <a:blip r:embed="rId5"/>
            <a:stretch>
              <a:fillRect/>
            </a:stretch>
          </p:blipFill>
          <p:spPr>
            <a:xfrm>
              <a:off x="9429468" y="3815247"/>
              <a:ext cx="113940" cy="56970"/>
            </a:xfrm>
            <a:prstGeom prst="rect">
              <a:avLst/>
            </a:prstGeom>
            <a:ln>
              <a:noFill/>
            </a:ln>
          </p:spPr>
        </p:pic>
        <p:sp>
          <p:nvSpPr>
            <p:cNvPr id="999" name="Rectangle 998">
              <a:extLst>
                <a:ext uri="{FF2B5EF4-FFF2-40B4-BE49-F238E27FC236}">
                  <a16:creationId xmlns:a16="http://schemas.microsoft.com/office/drawing/2014/main" id="{C89B4F7B-BC25-79D5-B98C-94A29EE28312}"/>
                </a:ext>
              </a:extLst>
            </p:cNvPr>
            <p:cNvSpPr/>
            <p:nvPr/>
          </p:nvSpPr>
          <p:spPr>
            <a:xfrm>
              <a:off x="8057762" y="3808373"/>
              <a:ext cx="4047968" cy="709140"/>
            </a:xfrm>
            <a:custGeom>
              <a:avLst/>
              <a:gdLst>
                <a:gd name="connsiteX0" fmla="*/ 0 w 4047968"/>
                <a:gd name="connsiteY0" fmla="*/ 0 h 709140"/>
                <a:gd name="connsiteX1" fmla="*/ 4047968 w 4047968"/>
                <a:gd name="connsiteY1" fmla="*/ 0 h 709140"/>
                <a:gd name="connsiteX2" fmla="*/ 4047968 w 4047968"/>
                <a:gd name="connsiteY2" fmla="*/ 709140 h 709140"/>
                <a:gd name="connsiteX3" fmla="*/ 0 w 4047968"/>
                <a:gd name="connsiteY3" fmla="*/ 709140 h 709140"/>
                <a:gd name="connsiteX4" fmla="*/ 0 w 4047968"/>
                <a:gd name="connsiteY4" fmla="*/ 0 h 709140"/>
                <a:gd name="connsiteX0" fmla="*/ 0 w 4047968"/>
                <a:gd name="connsiteY0" fmla="*/ 0 h 709140"/>
                <a:gd name="connsiteX1" fmla="*/ 4047968 w 4047968"/>
                <a:gd name="connsiteY1" fmla="*/ 0 h 709140"/>
                <a:gd name="connsiteX2" fmla="*/ 4047968 w 4047968"/>
                <a:gd name="connsiteY2" fmla="*/ 709140 h 709140"/>
                <a:gd name="connsiteX3" fmla="*/ 0 w 4047968"/>
                <a:gd name="connsiteY3" fmla="*/ 709140 h 709140"/>
                <a:gd name="connsiteX4" fmla="*/ 0 w 4047968"/>
                <a:gd name="connsiteY4" fmla="*/ 0 h 709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7968" h="709140">
                  <a:moveTo>
                    <a:pt x="0" y="0"/>
                  </a:moveTo>
                  <a:lnTo>
                    <a:pt x="4047968" y="0"/>
                  </a:lnTo>
                  <a:lnTo>
                    <a:pt x="4047968" y="709140"/>
                  </a:lnTo>
                  <a:lnTo>
                    <a:pt x="0" y="709140"/>
                  </a:lnTo>
                  <a:lnTo>
                    <a:pt x="0" y="0"/>
                  </a:ln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03" name="Google Shape;919;g22f1b912626_0_165">
              <a:extLst>
                <a:ext uri="{FF2B5EF4-FFF2-40B4-BE49-F238E27FC236}">
                  <a16:creationId xmlns:a16="http://schemas.microsoft.com/office/drawing/2014/main" id="{19C4D221-C35F-3D24-B015-E8D874DFD26F}"/>
                </a:ext>
              </a:extLst>
            </p:cNvPr>
            <p:cNvSpPr/>
            <p:nvPr/>
          </p:nvSpPr>
          <p:spPr>
            <a:xfrm>
              <a:off x="9562794" y="3811698"/>
              <a:ext cx="839081" cy="338874"/>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Sarah Carrol</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(Billing)</a:t>
              </a:r>
            </a:p>
          </p:txBody>
        </p:sp>
        <p:sp>
          <p:nvSpPr>
            <p:cNvPr id="911" name="Google Shape;919;g22f1b912626_0_165">
              <a:extLst>
                <a:ext uri="{FF2B5EF4-FFF2-40B4-BE49-F238E27FC236}">
                  <a16:creationId xmlns:a16="http://schemas.microsoft.com/office/drawing/2014/main" id="{99FF5B7B-2EC4-750D-F991-51FF7B5D9586}"/>
                </a:ext>
              </a:extLst>
            </p:cNvPr>
            <p:cNvSpPr/>
            <p:nvPr/>
          </p:nvSpPr>
          <p:spPr>
            <a:xfrm>
              <a:off x="9562811" y="4174754"/>
              <a:ext cx="839081" cy="338874"/>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Jonathan Abbott</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dirty="0">
                  <a:ln>
                    <a:noFill/>
                  </a:ln>
                  <a:solidFill>
                    <a:srgbClr val="FFFFFF"/>
                  </a:solidFill>
                  <a:effectLst/>
                  <a:uLnTx/>
                  <a:uFillTx/>
                  <a:latin typeface="Arial"/>
                  <a:cs typeface="Arial"/>
                  <a:sym typeface="Arial"/>
                </a:rPr>
                <a:t>(Billing)</a:t>
              </a:r>
            </a:p>
          </p:txBody>
        </p:sp>
      </p:grpSp>
      <p:grpSp>
        <p:nvGrpSpPr>
          <p:cNvPr id="915" name="Group 914">
            <a:extLst>
              <a:ext uri="{FF2B5EF4-FFF2-40B4-BE49-F238E27FC236}">
                <a16:creationId xmlns:a16="http://schemas.microsoft.com/office/drawing/2014/main" id="{03FB6ECB-B004-0285-E95C-E91611CB9677}"/>
              </a:ext>
            </a:extLst>
          </p:cNvPr>
          <p:cNvGrpSpPr/>
          <p:nvPr/>
        </p:nvGrpSpPr>
        <p:grpSpPr>
          <a:xfrm>
            <a:off x="8063838" y="947320"/>
            <a:ext cx="4055555" cy="1103206"/>
            <a:chOff x="8063838" y="947320"/>
            <a:chExt cx="4055555" cy="1103206"/>
          </a:xfrm>
        </p:grpSpPr>
        <p:sp>
          <p:nvSpPr>
            <p:cNvPr id="847" name="Google Shape;919;g22f1b912626_0_165">
              <a:extLst>
                <a:ext uri="{FF2B5EF4-FFF2-40B4-BE49-F238E27FC236}">
                  <a16:creationId xmlns:a16="http://schemas.microsoft.com/office/drawing/2014/main" id="{69D726B5-FB2C-A9C8-3F49-CA5C75E57B7F}"/>
                </a:ext>
              </a:extLst>
            </p:cNvPr>
            <p:cNvSpPr/>
            <p:nvPr/>
          </p:nvSpPr>
          <p:spPr>
            <a:xfrm>
              <a:off x="11281644" y="949518"/>
              <a:ext cx="837749"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Peter Dixon</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(Prod </a:t>
              </a:r>
              <a:r>
                <a:rPr kumimoji="0" lang="en-US" sz="700" b="0" i="0" u="none" strike="noStrike" kern="0" cap="none" spc="0" normalizeH="0" baseline="0" noProof="0" err="1">
                  <a:ln>
                    <a:noFill/>
                  </a:ln>
                  <a:solidFill>
                    <a:srgbClr val="FFFFFF"/>
                  </a:solidFill>
                  <a:effectLst/>
                  <a:uLnTx/>
                  <a:uFillTx/>
                  <a:latin typeface="Arial"/>
                  <a:cs typeface="Arial"/>
                  <a:sym typeface="Arial"/>
                </a:rPr>
                <a:t>Rationalisation</a:t>
              </a:r>
              <a:r>
                <a:rPr kumimoji="0" lang="en-US" sz="700" b="0" i="0" u="none" strike="noStrike" kern="0" cap="none" spc="0" normalizeH="0" baseline="0" noProof="0">
                  <a:ln>
                    <a:noFill/>
                  </a:ln>
                  <a:solidFill>
                    <a:srgbClr val="FFFFFF"/>
                  </a:solidFill>
                  <a:effectLst/>
                  <a:uLnTx/>
                  <a:uFillTx/>
                  <a:latin typeface="Arial"/>
                  <a:cs typeface="Arial"/>
                  <a:sym typeface="Arial"/>
                </a:rPr>
                <a:t>)</a:t>
              </a:r>
            </a:p>
          </p:txBody>
        </p:sp>
        <p:sp>
          <p:nvSpPr>
            <p:cNvPr id="848" name="Google Shape;919;g22f1b912626_0_165">
              <a:extLst>
                <a:ext uri="{FF2B5EF4-FFF2-40B4-BE49-F238E27FC236}">
                  <a16:creationId xmlns:a16="http://schemas.microsoft.com/office/drawing/2014/main" id="{FA3317EC-6662-982F-52D6-35200739FE88}"/>
                </a:ext>
              </a:extLst>
            </p:cNvPr>
            <p:cNvSpPr/>
            <p:nvPr/>
          </p:nvSpPr>
          <p:spPr>
            <a:xfrm>
              <a:off x="11281644" y="1328037"/>
              <a:ext cx="837749" cy="342942"/>
            </a:xfrm>
            <a:prstGeom prst="rect">
              <a:avLst/>
            </a:prstGeom>
            <a:solidFill>
              <a:srgbClr val="0098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Kelly </a:t>
              </a:r>
              <a:r>
                <a:rPr kumimoji="0" lang="en-US" sz="700" b="0" i="0" u="none" strike="noStrike" kern="0" cap="none" spc="0" normalizeH="0" baseline="0" noProof="0" err="1">
                  <a:ln>
                    <a:noFill/>
                  </a:ln>
                  <a:solidFill>
                    <a:srgbClr val="FFFFFF"/>
                  </a:solidFill>
                  <a:effectLst/>
                  <a:uLnTx/>
                  <a:uFillTx/>
                  <a:latin typeface="Arial"/>
                  <a:cs typeface="Arial"/>
                  <a:sym typeface="Arial"/>
                </a:rPr>
                <a:t>Reisling</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(Prod </a:t>
              </a:r>
              <a:r>
                <a:rPr kumimoji="0" lang="en-US" sz="700" b="0" i="0" u="none" strike="noStrike" kern="0" cap="none" spc="0" normalizeH="0" baseline="0" noProof="0" err="1">
                  <a:ln>
                    <a:noFill/>
                  </a:ln>
                  <a:solidFill>
                    <a:srgbClr val="FFFFFF"/>
                  </a:solidFill>
                  <a:effectLst/>
                  <a:uLnTx/>
                  <a:uFillTx/>
                  <a:latin typeface="Arial"/>
                  <a:cs typeface="Arial"/>
                  <a:sym typeface="Arial"/>
                </a:rPr>
                <a:t>Rationalisation</a:t>
              </a:r>
              <a:r>
                <a:rPr kumimoji="0" lang="en-US" sz="700" b="0" i="0" u="none" strike="noStrike" kern="0" cap="none" spc="0" normalizeH="0" baseline="0" noProof="0">
                  <a:ln>
                    <a:noFill/>
                  </a:ln>
                  <a:solidFill>
                    <a:srgbClr val="FFFFFF"/>
                  </a:solidFill>
                  <a:effectLst/>
                  <a:uLnTx/>
                  <a:uFillTx/>
                  <a:latin typeface="Arial"/>
                  <a:cs typeface="Arial"/>
                  <a:sym typeface="Arial"/>
                </a:rPr>
                <a:t>)</a:t>
              </a:r>
            </a:p>
          </p:txBody>
        </p:sp>
        <p:sp>
          <p:nvSpPr>
            <p:cNvPr id="965" name="Google Shape;919;g22f1b912626_0_165">
              <a:extLst>
                <a:ext uri="{FF2B5EF4-FFF2-40B4-BE49-F238E27FC236}">
                  <a16:creationId xmlns:a16="http://schemas.microsoft.com/office/drawing/2014/main" id="{D9331184-8C5F-DD0D-3369-B4DB3F1BD6B5}"/>
                </a:ext>
              </a:extLst>
            </p:cNvPr>
            <p:cNvSpPr/>
            <p:nvPr/>
          </p:nvSpPr>
          <p:spPr>
            <a:xfrm>
              <a:off x="8707937" y="1698057"/>
              <a:ext cx="839081"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(Prod </a:t>
              </a:r>
              <a:r>
                <a:rPr kumimoji="0" lang="en-US" sz="700" b="0" i="0" u="none" strike="noStrike" kern="0" cap="none" spc="0" normalizeH="0" baseline="0" noProof="0" dirty="0" err="1">
                  <a:ln>
                    <a:noFill/>
                  </a:ln>
                  <a:solidFill>
                    <a:srgbClr val="FFFFFF"/>
                  </a:solidFill>
                  <a:effectLst/>
                  <a:uLnTx/>
                  <a:uFillTx/>
                  <a:latin typeface="Arial"/>
                  <a:cs typeface="Arial"/>
                  <a:sym typeface="Arial"/>
                </a:rPr>
                <a:t>Rationalis’n</a:t>
              </a:r>
              <a:r>
                <a:rPr kumimoji="0" lang="en-US" sz="700" b="0" i="0" u="none" strike="noStrike" kern="0" cap="none" spc="0" normalizeH="0" baseline="0" noProof="0" dirty="0">
                  <a:ln>
                    <a:noFill/>
                  </a:ln>
                  <a:solidFill>
                    <a:srgbClr val="FFFFFF"/>
                  </a:solidFill>
                  <a:effectLst/>
                  <a:uLnTx/>
                  <a:uFillTx/>
                  <a:latin typeface="Arial"/>
                  <a:cs typeface="Arial"/>
                  <a:sym typeface="Arial"/>
                </a:rPr>
                <a:t> BA)</a:t>
              </a:r>
            </a:p>
          </p:txBody>
        </p:sp>
        <p:sp>
          <p:nvSpPr>
            <p:cNvPr id="970" name="Google Shape;919;g22f1b912626_0_165">
              <a:extLst>
                <a:ext uri="{FF2B5EF4-FFF2-40B4-BE49-F238E27FC236}">
                  <a16:creationId xmlns:a16="http://schemas.microsoft.com/office/drawing/2014/main" id="{5D2EA68F-AEBE-87F7-06EB-38564CA73499}"/>
                </a:ext>
              </a:extLst>
            </p:cNvPr>
            <p:cNvSpPr/>
            <p:nvPr/>
          </p:nvSpPr>
          <p:spPr>
            <a:xfrm>
              <a:off x="9569438" y="1700041"/>
              <a:ext cx="839081"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(Prod </a:t>
              </a:r>
              <a:r>
                <a:rPr kumimoji="0" lang="en-US" sz="700" b="0" i="0" u="none" strike="noStrike" kern="0" cap="none" spc="0" normalizeH="0" baseline="0" noProof="0" dirty="0" err="1">
                  <a:ln>
                    <a:noFill/>
                  </a:ln>
                  <a:solidFill>
                    <a:srgbClr val="FFFFFF"/>
                  </a:solidFill>
                  <a:effectLst/>
                  <a:uLnTx/>
                  <a:uFillTx/>
                  <a:latin typeface="Arial"/>
                  <a:cs typeface="Arial"/>
                  <a:sym typeface="Arial"/>
                </a:rPr>
                <a:t>Rationalis’n</a:t>
              </a:r>
              <a:r>
                <a:rPr kumimoji="0" lang="en-US" sz="700" b="0" i="0" u="none" strike="noStrike" kern="0" cap="none" spc="0" normalizeH="0" baseline="0" noProof="0" dirty="0">
                  <a:ln>
                    <a:noFill/>
                  </a:ln>
                  <a:solidFill>
                    <a:srgbClr val="FFFFFF"/>
                  </a:solidFill>
                  <a:effectLst/>
                  <a:uLnTx/>
                  <a:uFillTx/>
                  <a:latin typeface="Arial"/>
                  <a:cs typeface="Arial"/>
                  <a:sym typeface="Arial"/>
                </a:rPr>
                <a:t> BA)</a:t>
              </a:r>
            </a:p>
          </p:txBody>
        </p:sp>
        <p:sp>
          <p:nvSpPr>
            <p:cNvPr id="972" name="Google Shape;919;g22f1b912626_0_165">
              <a:extLst>
                <a:ext uri="{FF2B5EF4-FFF2-40B4-BE49-F238E27FC236}">
                  <a16:creationId xmlns:a16="http://schemas.microsoft.com/office/drawing/2014/main" id="{FE0C3134-6B72-76C1-BF22-DED6DF45F8D2}"/>
                </a:ext>
              </a:extLst>
            </p:cNvPr>
            <p:cNvSpPr/>
            <p:nvPr/>
          </p:nvSpPr>
          <p:spPr>
            <a:xfrm>
              <a:off x="9559772" y="955233"/>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Devin Wells</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(Policy SME)</a:t>
              </a:r>
            </a:p>
          </p:txBody>
        </p:sp>
        <p:sp>
          <p:nvSpPr>
            <p:cNvPr id="973" name="Google Shape;919;g22f1b912626_0_165">
              <a:extLst>
                <a:ext uri="{FF2B5EF4-FFF2-40B4-BE49-F238E27FC236}">
                  <a16:creationId xmlns:a16="http://schemas.microsoft.com/office/drawing/2014/main" id="{F7CEC0CA-B69C-3BB7-90A0-F05ECEDCF584}"/>
                </a:ext>
              </a:extLst>
            </p:cNvPr>
            <p:cNvSpPr/>
            <p:nvPr/>
          </p:nvSpPr>
          <p:spPr>
            <a:xfrm>
              <a:off x="10421759" y="947320"/>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Matt Reynolds</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(Bus. Architecture)</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975" name="Google Shape;919;g22f1b912626_0_165">
              <a:extLst>
                <a:ext uri="{FF2B5EF4-FFF2-40B4-BE49-F238E27FC236}">
                  <a16:creationId xmlns:a16="http://schemas.microsoft.com/office/drawing/2014/main" id="{B0468486-6315-E671-4EF6-E85F9B1CD035}"/>
                </a:ext>
              </a:extLst>
            </p:cNvPr>
            <p:cNvSpPr/>
            <p:nvPr/>
          </p:nvSpPr>
          <p:spPr>
            <a:xfrm>
              <a:off x="9559772" y="1327149"/>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Steve Flood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(Claims SME)</a:t>
              </a:r>
            </a:p>
          </p:txBody>
        </p:sp>
        <p:sp>
          <p:nvSpPr>
            <p:cNvPr id="976" name="Google Shape;919;g22f1b912626_0_165">
              <a:extLst>
                <a:ext uri="{FF2B5EF4-FFF2-40B4-BE49-F238E27FC236}">
                  <a16:creationId xmlns:a16="http://schemas.microsoft.com/office/drawing/2014/main" id="{5999DA9F-481C-8EAE-D75E-9E688C6E47DE}"/>
                </a:ext>
              </a:extLst>
            </p:cNvPr>
            <p:cNvSpPr/>
            <p:nvPr/>
          </p:nvSpPr>
          <p:spPr>
            <a:xfrm>
              <a:off x="10421240" y="1327149"/>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Troy Baillargeon (Prod </a:t>
              </a:r>
              <a:r>
                <a:rPr kumimoji="0" lang="en-US" sz="700" b="0" i="0" u="none" strike="noStrike" kern="0" cap="none" spc="0" normalizeH="0" baseline="0" noProof="0" dirty="0" err="1">
                  <a:ln>
                    <a:noFill/>
                  </a:ln>
                  <a:solidFill>
                    <a:srgbClr val="FFFFFF"/>
                  </a:solidFill>
                  <a:effectLst/>
                  <a:uLnTx/>
                  <a:uFillTx/>
                  <a:latin typeface="Arial"/>
                  <a:cs typeface="Arial"/>
                  <a:sym typeface="Arial"/>
                </a:rPr>
                <a:t>Rationalisation</a:t>
              </a:r>
              <a:r>
                <a:rPr kumimoji="0" lang="en-US" sz="700" b="0" i="0" u="none" strike="noStrike" kern="0" cap="none" spc="0" normalizeH="0" baseline="0" noProof="0" dirty="0">
                  <a:ln>
                    <a:noFill/>
                  </a:ln>
                  <a:solidFill>
                    <a:srgbClr val="FFFFFF"/>
                  </a:solidFill>
                  <a:effectLst/>
                  <a:uLnTx/>
                  <a:uFillTx/>
                  <a:latin typeface="Arial"/>
                  <a:cs typeface="Arial"/>
                  <a:sym typeface="Arial"/>
                </a:rPr>
                <a:t>)</a:t>
              </a:r>
            </a:p>
          </p:txBody>
        </p:sp>
        <p:sp>
          <p:nvSpPr>
            <p:cNvPr id="979" name="Google Shape;919;g22f1b912626_0_165">
              <a:extLst>
                <a:ext uri="{FF2B5EF4-FFF2-40B4-BE49-F238E27FC236}">
                  <a16:creationId xmlns:a16="http://schemas.microsoft.com/office/drawing/2014/main" id="{D887EA1F-429F-AFAA-815E-EFDEB462CC43}"/>
                </a:ext>
              </a:extLst>
            </p:cNvPr>
            <p:cNvSpPr/>
            <p:nvPr/>
          </p:nvSpPr>
          <p:spPr>
            <a:xfrm>
              <a:off x="8707937" y="955233"/>
              <a:ext cx="839081"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Jeff </a:t>
              </a:r>
              <a:r>
                <a:rPr kumimoji="0" lang="en-US" sz="700" b="0" i="0" u="none" strike="noStrike" kern="0" cap="none" spc="0" normalizeH="0" baseline="0" noProof="0" err="1">
                  <a:ln>
                    <a:noFill/>
                  </a:ln>
                  <a:solidFill>
                    <a:srgbClr val="FFFFFF"/>
                  </a:solidFill>
                  <a:effectLst/>
                  <a:uLnTx/>
                  <a:uFillTx/>
                  <a:latin typeface="Arial"/>
                  <a:cs typeface="Arial"/>
                  <a:sym typeface="Arial"/>
                </a:rPr>
                <a:t>Colandrea</a:t>
              </a:r>
              <a:endParaRPr kumimoji="0" lang="en-US"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(Platform Owner)</a:t>
              </a:r>
            </a:p>
          </p:txBody>
        </p:sp>
        <p:sp>
          <p:nvSpPr>
            <p:cNvPr id="980" name="Google Shape;919;g22f1b912626_0_165">
              <a:extLst>
                <a:ext uri="{FF2B5EF4-FFF2-40B4-BE49-F238E27FC236}">
                  <a16:creationId xmlns:a16="http://schemas.microsoft.com/office/drawing/2014/main" id="{F1983821-1565-D360-0EF6-37F0FC6DBAFF}"/>
                </a:ext>
              </a:extLst>
            </p:cNvPr>
            <p:cNvSpPr/>
            <p:nvPr/>
          </p:nvSpPr>
          <p:spPr>
            <a:xfrm>
              <a:off x="8710678" y="1327149"/>
              <a:ext cx="833599" cy="342942"/>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Abby </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Vredenburg</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(Bus Proc PO)</a:t>
              </a:r>
            </a:p>
          </p:txBody>
        </p:sp>
        <p:sp>
          <p:nvSpPr>
            <p:cNvPr id="981" name="Google Shape;919;g22f1b912626_0_165">
              <a:extLst>
                <a:ext uri="{FF2B5EF4-FFF2-40B4-BE49-F238E27FC236}">
                  <a16:creationId xmlns:a16="http://schemas.microsoft.com/office/drawing/2014/main" id="{5AA1EDAB-A07F-A9E7-B3D1-2E4CB6B34087}"/>
                </a:ext>
              </a:extLst>
            </p:cNvPr>
            <p:cNvSpPr/>
            <p:nvPr/>
          </p:nvSpPr>
          <p:spPr>
            <a:xfrm>
              <a:off x="10420930" y="1705523"/>
              <a:ext cx="833599" cy="345003"/>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(Data Team Reps)</a:t>
              </a:r>
              <a:endParaRPr kumimoji="0" sz="700" b="0" i="0" u="none" strike="noStrike" kern="0" cap="none" spc="0" normalizeH="0" baseline="0" noProof="0" dirty="0">
                <a:ln>
                  <a:noFill/>
                </a:ln>
                <a:solidFill>
                  <a:srgbClr val="FFFFFF"/>
                </a:solidFill>
                <a:effectLst/>
                <a:uLnTx/>
                <a:uFillTx/>
                <a:latin typeface="Arial"/>
                <a:cs typeface="Arial"/>
                <a:sym typeface="Arial"/>
              </a:endParaRPr>
            </a:p>
          </p:txBody>
        </p:sp>
        <p:sp>
          <p:nvSpPr>
            <p:cNvPr id="860" name="TextBox 859">
              <a:extLst>
                <a:ext uri="{FF2B5EF4-FFF2-40B4-BE49-F238E27FC236}">
                  <a16:creationId xmlns:a16="http://schemas.microsoft.com/office/drawing/2014/main" id="{9CA3F5B2-22B0-37FD-393D-B7D571A1D4F9}"/>
                </a:ext>
              </a:extLst>
            </p:cNvPr>
            <p:cNvSpPr txBox="1">
              <a:spLocks/>
            </p:cNvSpPr>
            <p:nvPr/>
          </p:nvSpPr>
          <p:spPr>
            <a:xfrm>
              <a:off x="8063839" y="949333"/>
              <a:ext cx="625130" cy="1092910"/>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cs typeface="Arial"/>
                  <a:sym typeface="Arial"/>
                </a:rPr>
                <a:t>Product </a:t>
              </a:r>
              <a:r>
                <a:rPr kumimoji="0" lang="en-GB" sz="800" b="1" i="0" u="none" strike="noStrike" kern="0" cap="none" spc="0" normalizeH="0" baseline="0" noProof="0" err="1">
                  <a:ln>
                    <a:noFill/>
                  </a:ln>
                  <a:solidFill>
                    <a:prstClr val="white"/>
                  </a:solidFill>
                  <a:effectLst/>
                  <a:uLnTx/>
                  <a:uFillTx/>
                  <a:latin typeface="Arial"/>
                  <a:cs typeface="Arial"/>
                  <a:sym typeface="Arial"/>
                </a:rPr>
                <a:t>Rationalis-ation</a:t>
              </a:r>
              <a:endParaRPr kumimoji="0" lang="en-GB" sz="800" b="1" i="0" u="none" strike="noStrike" kern="0" cap="none" spc="0" normalizeH="0" baseline="0" noProof="0">
                <a:ln>
                  <a:noFill/>
                </a:ln>
                <a:solidFill>
                  <a:prstClr val="white"/>
                </a:solidFill>
                <a:effectLst/>
                <a:uLnTx/>
                <a:uFillTx/>
                <a:latin typeface="Arial"/>
                <a:cs typeface="Arial"/>
                <a:sym typeface="Arial"/>
              </a:endParaRPr>
            </a:p>
          </p:txBody>
        </p:sp>
        <p:pic>
          <p:nvPicPr>
            <p:cNvPr id="1051" name="Picture 1050">
              <a:extLst>
                <a:ext uri="{FF2B5EF4-FFF2-40B4-BE49-F238E27FC236}">
                  <a16:creationId xmlns:a16="http://schemas.microsoft.com/office/drawing/2014/main" id="{AC816AE3-80B5-CDEC-922A-243895B08158}"/>
                </a:ext>
              </a:extLst>
            </p:cNvPr>
            <p:cNvPicPr>
              <a:picLocks noChangeAspect="1"/>
            </p:cNvPicPr>
            <p:nvPr/>
          </p:nvPicPr>
          <p:blipFill>
            <a:blip r:embed="rId3"/>
            <a:stretch>
              <a:fillRect/>
            </a:stretch>
          </p:blipFill>
          <p:spPr>
            <a:xfrm>
              <a:off x="9420397" y="955233"/>
              <a:ext cx="122556" cy="63729"/>
            </a:xfrm>
            <a:prstGeom prst="rect">
              <a:avLst/>
            </a:prstGeom>
            <a:ln>
              <a:noFill/>
            </a:ln>
          </p:spPr>
        </p:pic>
        <p:pic>
          <p:nvPicPr>
            <p:cNvPr id="1052" name="Picture 1051">
              <a:extLst>
                <a:ext uri="{FF2B5EF4-FFF2-40B4-BE49-F238E27FC236}">
                  <a16:creationId xmlns:a16="http://schemas.microsoft.com/office/drawing/2014/main" id="{3D11223D-5418-5D65-FF6E-BD7AF6462512}"/>
                </a:ext>
              </a:extLst>
            </p:cNvPr>
            <p:cNvPicPr>
              <a:picLocks noChangeAspect="1"/>
            </p:cNvPicPr>
            <p:nvPr/>
          </p:nvPicPr>
          <p:blipFill>
            <a:blip r:embed="rId3"/>
            <a:stretch>
              <a:fillRect/>
            </a:stretch>
          </p:blipFill>
          <p:spPr>
            <a:xfrm>
              <a:off x="10266032" y="955233"/>
              <a:ext cx="122556" cy="63729"/>
            </a:xfrm>
            <a:prstGeom prst="rect">
              <a:avLst/>
            </a:prstGeom>
            <a:ln>
              <a:noFill/>
            </a:ln>
          </p:spPr>
        </p:pic>
        <p:pic>
          <p:nvPicPr>
            <p:cNvPr id="1053" name="Picture 1052">
              <a:extLst>
                <a:ext uri="{FF2B5EF4-FFF2-40B4-BE49-F238E27FC236}">
                  <a16:creationId xmlns:a16="http://schemas.microsoft.com/office/drawing/2014/main" id="{BB5B9428-7DF5-05BD-691B-D68B66A52FED}"/>
                </a:ext>
              </a:extLst>
            </p:cNvPr>
            <p:cNvPicPr>
              <a:picLocks noChangeAspect="1"/>
            </p:cNvPicPr>
            <p:nvPr/>
          </p:nvPicPr>
          <p:blipFill>
            <a:blip r:embed="rId3"/>
            <a:stretch>
              <a:fillRect/>
            </a:stretch>
          </p:blipFill>
          <p:spPr>
            <a:xfrm>
              <a:off x="11125141" y="1328588"/>
              <a:ext cx="122556" cy="63729"/>
            </a:xfrm>
            <a:prstGeom prst="rect">
              <a:avLst/>
            </a:prstGeom>
            <a:ln>
              <a:noFill/>
            </a:ln>
          </p:spPr>
        </p:pic>
        <p:pic>
          <p:nvPicPr>
            <p:cNvPr id="1054" name="Picture 1053">
              <a:extLst>
                <a:ext uri="{FF2B5EF4-FFF2-40B4-BE49-F238E27FC236}">
                  <a16:creationId xmlns:a16="http://schemas.microsoft.com/office/drawing/2014/main" id="{6CD9B377-9D76-BA56-6485-4288C49B54CE}"/>
                </a:ext>
              </a:extLst>
            </p:cNvPr>
            <p:cNvPicPr>
              <a:picLocks noChangeAspect="1"/>
            </p:cNvPicPr>
            <p:nvPr/>
          </p:nvPicPr>
          <p:blipFill>
            <a:blip r:embed="rId3"/>
            <a:stretch>
              <a:fillRect/>
            </a:stretch>
          </p:blipFill>
          <p:spPr>
            <a:xfrm>
              <a:off x="9420397" y="1330969"/>
              <a:ext cx="122556" cy="63729"/>
            </a:xfrm>
            <a:prstGeom prst="rect">
              <a:avLst/>
            </a:prstGeom>
            <a:ln>
              <a:noFill/>
            </a:ln>
          </p:spPr>
        </p:pic>
        <p:pic>
          <p:nvPicPr>
            <p:cNvPr id="14" name="Picture 13">
              <a:extLst>
                <a:ext uri="{FF2B5EF4-FFF2-40B4-BE49-F238E27FC236}">
                  <a16:creationId xmlns:a16="http://schemas.microsoft.com/office/drawing/2014/main" id="{28695136-D5BE-6EDA-C26D-B234EBDA15D1}"/>
                </a:ext>
              </a:extLst>
            </p:cNvPr>
            <p:cNvPicPr>
              <a:picLocks noChangeAspect="1"/>
            </p:cNvPicPr>
            <p:nvPr/>
          </p:nvPicPr>
          <p:blipFill>
            <a:blip r:embed="rId3"/>
            <a:stretch>
              <a:fillRect/>
            </a:stretch>
          </p:blipFill>
          <p:spPr>
            <a:xfrm>
              <a:off x="11991519" y="1333615"/>
              <a:ext cx="122556" cy="63729"/>
            </a:xfrm>
            <a:prstGeom prst="rect">
              <a:avLst/>
            </a:prstGeom>
            <a:ln>
              <a:noFill/>
            </a:ln>
          </p:spPr>
        </p:pic>
        <p:sp>
          <p:nvSpPr>
            <p:cNvPr id="992" name="Rectangle 991">
              <a:extLst>
                <a:ext uri="{FF2B5EF4-FFF2-40B4-BE49-F238E27FC236}">
                  <a16:creationId xmlns:a16="http://schemas.microsoft.com/office/drawing/2014/main" id="{8FE43CDF-2629-A43E-84F4-23C7D9AC562C}"/>
                </a:ext>
              </a:extLst>
            </p:cNvPr>
            <p:cNvSpPr/>
            <p:nvPr/>
          </p:nvSpPr>
          <p:spPr>
            <a:xfrm>
              <a:off x="8063838" y="947320"/>
              <a:ext cx="4047968" cy="1097639"/>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12" name="Google Shape;919;g22f1b912626_0_165">
              <a:extLst>
                <a:ext uri="{FF2B5EF4-FFF2-40B4-BE49-F238E27FC236}">
                  <a16:creationId xmlns:a16="http://schemas.microsoft.com/office/drawing/2014/main" id="{74E49857-BB94-70D4-FB4E-C0665C6B03FA}"/>
                </a:ext>
              </a:extLst>
            </p:cNvPr>
            <p:cNvSpPr/>
            <p:nvPr/>
          </p:nvSpPr>
          <p:spPr>
            <a:xfrm>
              <a:off x="11270022" y="1698718"/>
              <a:ext cx="839081" cy="342942"/>
            </a:xfrm>
            <a:prstGeom prst="rect">
              <a:avLst/>
            </a:prstGeom>
            <a:solidFill>
              <a:schemeClr val="accent1">
                <a:alpha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TBD</a:t>
              </a:r>
            </a:p>
            <a:p>
              <a:pPr marL="0" marR="0" lvl="0" indent="0" algn="ctr" defTabSz="914400" rtl="0" eaLnBrk="1" fontAlgn="auto" latinLnBrk="0" hangingPunct="1">
                <a:lnSpc>
                  <a:spcPct val="9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dirty="0">
                  <a:ln>
                    <a:noFill/>
                  </a:ln>
                  <a:solidFill>
                    <a:srgbClr val="FFFFFF"/>
                  </a:solidFill>
                  <a:effectLst/>
                  <a:uLnTx/>
                  <a:uFillTx/>
                  <a:latin typeface="Arial"/>
                  <a:cs typeface="Arial"/>
                  <a:sym typeface="Arial"/>
                </a:rPr>
                <a:t>(UW SMEs)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926" name="Google Shape;926;g22f1b912626_0_165"/>
          <p:cNvSpPr txBox="1"/>
          <p:nvPr/>
        </p:nvSpPr>
        <p:spPr>
          <a:xfrm>
            <a:off x="1747121" y="6395556"/>
            <a:ext cx="257100" cy="1230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3F3F3F"/>
              </a:buClr>
              <a:buSzPts val="1200"/>
              <a:buFont typeface="Arial"/>
              <a:buNone/>
              <a:tabLst/>
              <a:defRPr/>
            </a:pPr>
            <a:r>
              <a:rPr kumimoji="0" lang="en-US" sz="800" b="1" i="0" u="none" strike="noStrike" kern="0" cap="none" spc="0" normalizeH="0" baseline="0" noProof="0">
                <a:ln>
                  <a:noFill/>
                </a:ln>
                <a:solidFill>
                  <a:srgbClr val="000000"/>
                </a:solidFill>
                <a:effectLst/>
                <a:uLnTx/>
                <a:uFillTx/>
                <a:latin typeface="Arial"/>
                <a:ea typeface="Arial"/>
                <a:cs typeface="Arial"/>
                <a:sym typeface="Arial"/>
              </a:rPr>
              <a:t>Key:</a:t>
            </a:r>
            <a:endParaRPr kumimoji="0" sz="800" b="1"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27" name="Google Shape;927;g22f1b912626_0_165"/>
          <p:cNvSpPr/>
          <p:nvPr/>
        </p:nvSpPr>
        <p:spPr>
          <a:xfrm>
            <a:off x="3240532" y="6381462"/>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a:solidFill>
              <a:schemeClr val="tx1"/>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Beazley</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928" name="Google Shape;928;g22f1b912626_0_165"/>
          <p:cNvSpPr/>
          <p:nvPr/>
        </p:nvSpPr>
        <p:spPr>
          <a:xfrm>
            <a:off x="2106784" y="6381462"/>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0098C7"/>
          </a:solidFill>
          <a:ln>
            <a:solidFill>
              <a:schemeClr val="tx1"/>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Capgemini</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 name="TextBox 4">
            <a:extLst>
              <a:ext uri="{FF2B5EF4-FFF2-40B4-BE49-F238E27FC236}">
                <a16:creationId xmlns:a16="http://schemas.microsoft.com/office/drawing/2014/main" id="{90AEB16E-C3D0-1CBF-D61C-7579DACABCEE}"/>
              </a:ext>
            </a:extLst>
          </p:cNvPr>
          <p:cNvSpPr txBox="1">
            <a:spLocks/>
          </p:cNvSpPr>
          <p:nvPr/>
        </p:nvSpPr>
        <p:spPr>
          <a:xfrm>
            <a:off x="85928" y="817393"/>
            <a:ext cx="2610055" cy="331041"/>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Arial"/>
                <a:sym typeface="Arial"/>
              </a:rPr>
              <a:t>Executive Leadership</a:t>
            </a:r>
          </a:p>
        </p:txBody>
      </p:sp>
      <p:sp>
        <p:nvSpPr>
          <p:cNvPr id="6" name="TextBox 5">
            <a:extLst>
              <a:ext uri="{FF2B5EF4-FFF2-40B4-BE49-F238E27FC236}">
                <a16:creationId xmlns:a16="http://schemas.microsoft.com/office/drawing/2014/main" id="{DA5C355D-4C03-E6DC-1A50-DE7ED909F9E9}"/>
              </a:ext>
            </a:extLst>
          </p:cNvPr>
          <p:cNvSpPr txBox="1">
            <a:spLocks/>
          </p:cNvSpPr>
          <p:nvPr/>
        </p:nvSpPr>
        <p:spPr>
          <a:xfrm>
            <a:off x="413897" y="1288463"/>
            <a:ext cx="2610055" cy="331041"/>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Arial"/>
                <a:sym typeface="Arial"/>
              </a:rPr>
              <a:t>Program Leadership</a:t>
            </a:r>
          </a:p>
        </p:txBody>
      </p:sp>
      <p:sp>
        <p:nvSpPr>
          <p:cNvPr id="8" name="TextBox 7">
            <a:extLst>
              <a:ext uri="{FF2B5EF4-FFF2-40B4-BE49-F238E27FC236}">
                <a16:creationId xmlns:a16="http://schemas.microsoft.com/office/drawing/2014/main" id="{6B94823D-2DBC-6259-3754-78B20B4ECFF9}"/>
              </a:ext>
            </a:extLst>
          </p:cNvPr>
          <p:cNvSpPr txBox="1">
            <a:spLocks/>
          </p:cNvSpPr>
          <p:nvPr/>
        </p:nvSpPr>
        <p:spPr>
          <a:xfrm>
            <a:off x="734937" y="2468842"/>
            <a:ext cx="920467" cy="331620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Arial"/>
                <a:sym typeface="Arial"/>
              </a:rPr>
              <a:t>Delivery Teams</a:t>
            </a:r>
          </a:p>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1000" b="1" i="0" u="none" strike="noStrike" kern="0" cap="none" spc="0" normalizeH="0" baseline="0" noProof="0">
              <a:ln>
                <a:noFill/>
              </a:ln>
              <a:solidFill>
                <a:prstClr val="white"/>
              </a:solidFill>
              <a:effectLst/>
              <a:uLnTx/>
              <a:uFillTx/>
              <a:latin typeface="Arial"/>
              <a:ea typeface="+mn-ea"/>
              <a:cs typeface="Arial"/>
              <a:sym typeface="Arial"/>
            </a:endParaRPr>
          </a:p>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Arial"/>
                <a:sym typeface="Arial"/>
              </a:rPr>
              <a:t>Foundation Release</a:t>
            </a:r>
          </a:p>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Arial"/>
                <a:sym typeface="Arial"/>
              </a:rPr>
              <a:t>(High Level)</a:t>
            </a:r>
          </a:p>
        </p:txBody>
      </p:sp>
      <p:sp>
        <p:nvSpPr>
          <p:cNvPr id="9" name="TextBox 8">
            <a:extLst>
              <a:ext uri="{FF2B5EF4-FFF2-40B4-BE49-F238E27FC236}">
                <a16:creationId xmlns:a16="http://schemas.microsoft.com/office/drawing/2014/main" id="{07C1E2B6-E39C-DF09-67DD-AF5BB70377FE}"/>
              </a:ext>
            </a:extLst>
          </p:cNvPr>
          <p:cNvSpPr txBox="1">
            <a:spLocks/>
          </p:cNvSpPr>
          <p:nvPr/>
        </p:nvSpPr>
        <p:spPr>
          <a:xfrm>
            <a:off x="733220" y="1754394"/>
            <a:ext cx="2610055" cy="331041"/>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cs typeface="Arial"/>
                <a:sym typeface="Arial"/>
              </a:rPr>
              <a:t>POs, Functional &amp; Technical Leads</a:t>
            </a:r>
          </a:p>
        </p:txBody>
      </p:sp>
      <p:sp>
        <p:nvSpPr>
          <p:cNvPr id="919" name="Rectangle 918">
            <a:extLst>
              <a:ext uri="{FF2B5EF4-FFF2-40B4-BE49-F238E27FC236}">
                <a16:creationId xmlns:a16="http://schemas.microsoft.com/office/drawing/2014/main" id="{43DD2AF1-E4EA-602E-C430-5A127881A1AA}"/>
              </a:ext>
            </a:extLst>
          </p:cNvPr>
          <p:cNvSpPr/>
          <p:nvPr/>
        </p:nvSpPr>
        <p:spPr>
          <a:xfrm>
            <a:off x="2905609" y="2992954"/>
            <a:ext cx="1141659"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Analysts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2060"/>
                </a:solidFill>
                <a:effectLst/>
                <a:uLnTx/>
                <a:uFillTx/>
                <a:latin typeface="Arial" charset="0"/>
                <a:ea typeface="+mn-ea"/>
                <a:cs typeface="Arial"/>
                <a:sym typeface="Arial"/>
              </a:rPr>
              <a:t>GW Consultants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Business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98C7"/>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p:txBody>
      </p:sp>
      <p:sp>
        <p:nvSpPr>
          <p:cNvPr id="933" name="Rectangle 932">
            <a:extLst>
              <a:ext uri="{FF2B5EF4-FFF2-40B4-BE49-F238E27FC236}">
                <a16:creationId xmlns:a16="http://schemas.microsoft.com/office/drawing/2014/main" id="{09A78593-A2CE-DB08-A883-0D627CF5EFF1}"/>
              </a:ext>
            </a:extLst>
          </p:cNvPr>
          <p:cNvSpPr/>
          <p:nvPr/>
        </p:nvSpPr>
        <p:spPr>
          <a:xfrm>
            <a:off x="3925222" y="3728753"/>
            <a:ext cx="0" cy="0"/>
          </a:xfrm>
          <a:prstGeom prst="rect">
            <a:avLst/>
          </a:prstGeom>
          <a:noFill/>
          <a:ln w="25400" cap="flat" cmpd="sng" algn="ctr">
            <a:noFill/>
            <a:prstDash val="solid"/>
          </a:ln>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latin typeface="Arial"/>
              <a:ea typeface="+mn-ea"/>
              <a:cs typeface="Arial"/>
              <a:sym typeface="Arial"/>
            </a:endParaRPr>
          </a:p>
        </p:txBody>
      </p:sp>
      <p:sp>
        <p:nvSpPr>
          <p:cNvPr id="935" name="Rounded Rectangle 79">
            <a:extLst>
              <a:ext uri="{FF2B5EF4-FFF2-40B4-BE49-F238E27FC236}">
                <a16:creationId xmlns:a16="http://schemas.microsoft.com/office/drawing/2014/main" id="{84026126-094C-5DF1-5F1E-70DD18DF9982}"/>
              </a:ext>
            </a:extLst>
          </p:cNvPr>
          <p:cNvSpPr/>
          <p:nvPr/>
        </p:nvSpPr>
        <p:spPr>
          <a:xfrm>
            <a:off x="8077290" y="2568629"/>
            <a:ext cx="967418"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sym typeface="Arial"/>
              </a:rPr>
              <a:t>Testing Lead</a:t>
            </a:r>
          </a:p>
        </p:txBody>
      </p:sp>
      <p:sp>
        <p:nvSpPr>
          <p:cNvPr id="936" name="Rounded Rectangle 82">
            <a:extLst>
              <a:ext uri="{FF2B5EF4-FFF2-40B4-BE49-F238E27FC236}">
                <a16:creationId xmlns:a16="http://schemas.microsoft.com/office/drawing/2014/main" id="{0755209E-BAE9-1417-FBC0-F9F21DA6CB4B}"/>
              </a:ext>
            </a:extLst>
          </p:cNvPr>
          <p:cNvSpPr/>
          <p:nvPr/>
        </p:nvSpPr>
        <p:spPr>
          <a:xfrm>
            <a:off x="1920189" y="2570910"/>
            <a:ext cx="998307"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sym typeface="Arial"/>
              </a:rPr>
              <a:t>Policy Lead</a:t>
            </a:r>
          </a:p>
        </p:txBody>
      </p:sp>
      <p:sp>
        <p:nvSpPr>
          <p:cNvPr id="937" name="Rectangle 936">
            <a:extLst>
              <a:ext uri="{FF2B5EF4-FFF2-40B4-BE49-F238E27FC236}">
                <a16:creationId xmlns:a16="http://schemas.microsoft.com/office/drawing/2014/main" id="{3ACCBBB7-3109-32B7-844B-D3709E3FF15F}"/>
              </a:ext>
            </a:extLst>
          </p:cNvPr>
          <p:cNvSpPr/>
          <p:nvPr/>
        </p:nvSpPr>
        <p:spPr>
          <a:xfrm>
            <a:off x="1868242" y="2992954"/>
            <a:ext cx="1141659"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Analysts</a:t>
            </a:r>
          </a:p>
          <a:p>
            <a:pPr marL="0" marR="0" lvl="0" indent="0" algn="l" defTabSz="932962" rtl="0" eaLnBrk="1" fontAlgn="base" latinLnBrk="0" hangingPunct="1">
              <a:lnSpc>
                <a:spcPct val="100000"/>
              </a:lnSpc>
              <a:spcBef>
                <a:spcPct val="0"/>
              </a:spcBef>
              <a:spcAft>
                <a:spcPct val="0"/>
              </a:spcAft>
              <a:buClrTx/>
              <a:buSzTx/>
              <a:buFont typeface="Arial"/>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Dev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2060"/>
                </a:solidFill>
                <a:effectLst/>
                <a:uLnTx/>
                <a:uFillTx/>
                <a:latin typeface="Arial" charset="0"/>
                <a:ea typeface="+mn-ea"/>
                <a:cs typeface="Arial"/>
                <a:sym typeface="Arial"/>
              </a:rPr>
              <a:t>GW Consultants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2060"/>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2060"/>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Business Analyst </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Testers</a:t>
            </a:r>
          </a:p>
        </p:txBody>
      </p:sp>
      <p:sp>
        <p:nvSpPr>
          <p:cNvPr id="943" name="Rectangle 942">
            <a:extLst>
              <a:ext uri="{FF2B5EF4-FFF2-40B4-BE49-F238E27FC236}">
                <a16:creationId xmlns:a16="http://schemas.microsoft.com/office/drawing/2014/main" id="{E0961D12-0C58-FEF3-943E-83DC2FCED295}"/>
              </a:ext>
            </a:extLst>
          </p:cNvPr>
          <p:cNvSpPr/>
          <p:nvPr/>
        </p:nvSpPr>
        <p:spPr>
          <a:xfrm rot="16200000">
            <a:off x="1513264" y="3203347"/>
            <a:ext cx="564621" cy="233590"/>
          </a:xfrm>
          <a:prstGeom prst="rect">
            <a:avLst/>
          </a:prstGeom>
          <a:solidFill>
            <a:srgbClr val="0070AD">
              <a:lumMod val="50000"/>
            </a:srgbClr>
          </a:solidFill>
        </p:spPr>
        <p:txBody>
          <a:bodyPr wrap="square" lIns="0" rIns="0">
            <a:sp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a:ln>
                  <a:noFill/>
                </a:ln>
                <a:solidFill>
                  <a:srgbClr val="FFFFFF"/>
                </a:solidFill>
                <a:effectLst/>
                <a:uLnTx/>
                <a:uFillTx/>
                <a:latin typeface="Arial"/>
                <a:ea typeface="+mn-ea"/>
                <a:cs typeface="Arial"/>
                <a:sym typeface="Arial"/>
              </a:rPr>
              <a:t>UK</a:t>
            </a:r>
            <a:endParaRPr kumimoji="0" lang="en-GB" sz="1837" b="0" i="0" u="none" strike="noStrike" kern="0" cap="none" spc="0" normalizeH="0" baseline="0" noProof="0">
              <a:ln>
                <a:noFill/>
              </a:ln>
              <a:solidFill>
                <a:srgbClr val="FFFFFF"/>
              </a:solidFill>
              <a:effectLst/>
              <a:uLnTx/>
              <a:uFillTx/>
              <a:latin typeface="Arial" charset="0"/>
              <a:ea typeface="+mn-ea"/>
              <a:cs typeface="Arial"/>
              <a:sym typeface="Arial"/>
            </a:endParaRPr>
          </a:p>
        </p:txBody>
      </p:sp>
      <p:sp>
        <p:nvSpPr>
          <p:cNvPr id="956" name="Rectangle 955">
            <a:extLst>
              <a:ext uri="{FF2B5EF4-FFF2-40B4-BE49-F238E27FC236}">
                <a16:creationId xmlns:a16="http://schemas.microsoft.com/office/drawing/2014/main" id="{39BA74A3-3C2B-6CDC-1CF1-DADDC69CFEFB}"/>
              </a:ext>
            </a:extLst>
          </p:cNvPr>
          <p:cNvSpPr/>
          <p:nvPr/>
        </p:nvSpPr>
        <p:spPr>
          <a:xfrm rot="16200000">
            <a:off x="1522355" y="4649401"/>
            <a:ext cx="568671" cy="233590"/>
          </a:xfrm>
          <a:prstGeom prst="rect">
            <a:avLst/>
          </a:prstGeom>
          <a:solidFill>
            <a:srgbClr val="0070AD">
              <a:lumMod val="50000"/>
            </a:srgbClr>
          </a:solidFill>
        </p:spPr>
        <p:txBody>
          <a:bodyPr wrap="square" lIns="0" rIns="0">
            <a:sp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a:ln>
                  <a:noFill/>
                </a:ln>
                <a:solidFill>
                  <a:srgbClr val="FFFFFF"/>
                </a:solidFill>
                <a:effectLst/>
                <a:uLnTx/>
                <a:uFillTx/>
                <a:latin typeface="Arial"/>
                <a:ea typeface="+mn-ea"/>
                <a:cs typeface="Arial"/>
                <a:sym typeface="Arial"/>
              </a:rPr>
              <a:t>India</a:t>
            </a:r>
            <a:endParaRPr kumimoji="0" lang="en-GB" sz="1837" b="0" i="0" u="none" strike="noStrike" kern="0" cap="none" spc="0" normalizeH="0" baseline="0" noProof="0">
              <a:ln>
                <a:noFill/>
              </a:ln>
              <a:solidFill>
                <a:srgbClr val="FFFFFF"/>
              </a:solidFill>
              <a:effectLst/>
              <a:uLnTx/>
              <a:uFillTx/>
              <a:latin typeface="Arial" charset="0"/>
              <a:ea typeface="+mn-ea"/>
              <a:cs typeface="Arial"/>
              <a:sym typeface="Arial"/>
            </a:endParaRPr>
          </a:p>
        </p:txBody>
      </p:sp>
      <p:sp>
        <p:nvSpPr>
          <p:cNvPr id="966" name="Rounded Rectangle 185">
            <a:extLst>
              <a:ext uri="{FF2B5EF4-FFF2-40B4-BE49-F238E27FC236}">
                <a16:creationId xmlns:a16="http://schemas.microsoft.com/office/drawing/2014/main" id="{A661A4A6-98AA-549A-A63D-90C9F927BFF9}"/>
              </a:ext>
            </a:extLst>
          </p:cNvPr>
          <p:cNvSpPr/>
          <p:nvPr/>
        </p:nvSpPr>
        <p:spPr>
          <a:xfrm>
            <a:off x="2977620" y="2570910"/>
            <a:ext cx="998307"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sym typeface="Arial"/>
              </a:rPr>
              <a:t>Billing Lead</a:t>
            </a:r>
          </a:p>
        </p:txBody>
      </p:sp>
      <p:sp>
        <p:nvSpPr>
          <p:cNvPr id="967" name="Rounded Rectangle 186">
            <a:extLst>
              <a:ext uri="{FF2B5EF4-FFF2-40B4-BE49-F238E27FC236}">
                <a16:creationId xmlns:a16="http://schemas.microsoft.com/office/drawing/2014/main" id="{E474EA41-BB7E-4DFF-2991-CF65BE77A2F0}"/>
              </a:ext>
            </a:extLst>
          </p:cNvPr>
          <p:cNvSpPr/>
          <p:nvPr/>
        </p:nvSpPr>
        <p:spPr>
          <a:xfrm>
            <a:off x="4035051" y="2570910"/>
            <a:ext cx="889367"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sym typeface="Arial"/>
              </a:rPr>
              <a:t>Integration Lead</a:t>
            </a:r>
          </a:p>
        </p:txBody>
      </p:sp>
      <p:sp>
        <p:nvSpPr>
          <p:cNvPr id="971" name="Rectangle 970">
            <a:extLst>
              <a:ext uri="{FF2B5EF4-FFF2-40B4-BE49-F238E27FC236}">
                <a16:creationId xmlns:a16="http://schemas.microsoft.com/office/drawing/2014/main" id="{8FA17ACF-FF17-CB9D-07B9-38D7E5F18297}"/>
              </a:ext>
            </a:extLst>
          </p:cNvPr>
          <p:cNvSpPr/>
          <p:nvPr/>
        </p:nvSpPr>
        <p:spPr>
          <a:xfrm>
            <a:off x="3949345" y="2992954"/>
            <a:ext cx="1116527" cy="2160000"/>
          </a:xfrm>
          <a:prstGeom prst="rect">
            <a:avLst/>
          </a:prstGeom>
        </p:spPr>
        <p:txBody>
          <a:bodyPr wrap="square">
            <a:noAutofit/>
          </a:bodyPr>
          <a:lstStyle/>
          <a:p>
            <a:pPr marL="0" marR="0" lvl="0" indent="0" algn="l" defTabSz="932962" rtl="0" eaLnBrk="1" fontAlgn="base" latinLnBrk="0" hangingPunct="1">
              <a:lnSpc>
                <a:spcPct val="100000"/>
              </a:lnSpc>
              <a:spcBef>
                <a:spcPct val="0"/>
              </a:spcBef>
              <a:spcAft>
                <a:spcPct val="0"/>
              </a:spcAft>
              <a:buClrTx/>
              <a:buSzTx/>
              <a:buFont typeface="Arial"/>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Technical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2060"/>
                </a:solidFill>
                <a:effectLst/>
                <a:uLnTx/>
                <a:uFillTx/>
                <a:latin typeface="Arial" charset="0"/>
                <a:ea typeface="+mn-ea"/>
                <a:cs typeface="Arial"/>
                <a:sym typeface="Arial"/>
              </a:rPr>
              <a:t>GW Consultants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2060"/>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Business / Mapping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p:txBody>
      </p:sp>
      <p:sp>
        <p:nvSpPr>
          <p:cNvPr id="974" name="Rounded Rectangle 145">
            <a:extLst>
              <a:ext uri="{FF2B5EF4-FFF2-40B4-BE49-F238E27FC236}">
                <a16:creationId xmlns:a16="http://schemas.microsoft.com/office/drawing/2014/main" id="{5E984A70-4EDA-6B76-17AD-5F0F032678D8}"/>
              </a:ext>
            </a:extLst>
          </p:cNvPr>
          <p:cNvSpPr/>
          <p:nvPr/>
        </p:nvSpPr>
        <p:spPr>
          <a:xfrm>
            <a:off x="1912370" y="5448466"/>
            <a:ext cx="5065131" cy="250873"/>
          </a:xfrm>
          <a:prstGeom prst="roundRect">
            <a:avLst>
              <a:gd name="adj" fmla="val 0"/>
            </a:avLst>
          </a:prstGeom>
          <a:solidFill>
            <a:srgbClr val="0098C7"/>
          </a:soli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sym typeface="Arial"/>
              </a:rPr>
              <a:t>Automation Testers</a:t>
            </a:r>
          </a:p>
        </p:txBody>
      </p:sp>
      <p:sp>
        <p:nvSpPr>
          <p:cNvPr id="977" name="Rectangle 976">
            <a:extLst>
              <a:ext uri="{FF2B5EF4-FFF2-40B4-BE49-F238E27FC236}">
                <a16:creationId xmlns:a16="http://schemas.microsoft.com/office/drawing/2014/main" id="{75E232AA-8A3A-1DF6-8964-8A30E1E4FF8C}"/>
              </a:ext>
            </a:extLst>
          </p:cNvPr>
          <p:cNvSpPr/>
          <p:nvPr/>
        </p:nvSpPr>
        <p:spPr>
          <a:xfrm>
            <a:off x="6999739" y="2976295"/>
            <a:ext cx="1179568" cy="2160000"/>
          </a:xfrm>
          <a:prstGeom prst="rect">
            <a:avLst/>
          </a:prstGeom>
        </p:spPr>
        <p:txBody>
          <a:bodyPr wrap="squar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Technical SMEs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Business / Migration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Migration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Testers</a:t>
            </a:r>
          </a:p>
        </p:txBody>
      </p:sp>
      <p:sp>
        <p:nvSpPr>
          <p:cNvPr id="978" name="Rounded Rectangle 186">
            <a:extLst>
              <a:ext uri="{FF2B5EF4-FFF2-40B4-BE49-F238E27FC236}">
                <a16:creationId xmlns:a16="http://schemas.microsoft.com/office/drawing/2014/main" id="{C9CA072B-1D08-6A7C-B3D7-4FDBF3351CD5}"/>
              </a:ext>
            </a:extLst>
          </p:cNvPr>
          <p:cNvSpPr/>
          <p:nvPr/>
        </p:nvSpPr>
        <p:spPr>
          <a:xfrm>
            <a:off x="7048782" y="2568629"/>
            <a:ext cx="969384"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sym typeface="Arial"/>
              </a:rPr>
              <a:t>Migration Lead</a:t>
            </a:r>
          </a:p>
        </p:txBody>
      </p:sp>
      <p:sp>
        <p:nvSpPr>
          <p:cNvPr id="10" name="Rectangle 9">
            <a:extLst>
              <a:ext uri="{FF2B5EF4-FFF2-40B4-BE49-F238E27FC236}">
                <a16:creationId xmlns:a16="http://schemas.microsoft.com/office/drawing/2014/main" id="{4EB075B7-6A28-F541-D6F5-45CA278E5F62}"/>
              </a:ext>
            </a:extLst>
          </p:cNvPr>
          <p:cNvSpPr/>
          <p:nvPr/>
        </p:nvSpPr>
        <p:spPr>
          <a:xfrm>
            <a:off x="733427" y="2468842"/>
            <a:ext cx="9590331" cy="33162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0" name="Rectangle 19">
            <a:extLst>
              <a:ext uri="{FF2B5EF4-FFF2-40B4-BE49-F238E27FC236}">
                <a16:creationId xmlns:a16="http://schemas.microsoft.com/office/drawing/2014/main" id="{415002E1-0AED-1D80-C293-9F05C8DA67C3}"/>
              </a:ext>
            </a:extLst>
          </p:cNvPr>
          <p:cNvSpPr/>
          <p:nvPr/>
        </p:nvSpPr>
        <p:spPr>
          <a:xfrm>
            <a:off x="8028269" y="2964590"/>
            <a:ext cx="1179568" cy="2160000"/>
          </a:xfrm>
          <a:prstGeom prst="rect">
            <a:avLst/>
          </a:prstGeom>
        </p:spPr>
        <p:txBody>
          <a:bodyPr wrap="squar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UAT 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DC199B"/>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DC199B"/>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8C7"/>
                </a:solidFill>
                <a:effectLst/>
                <a:uLnTx/>
                <a:uFillTx/>
                <a:latin typeface="Arial" charset="0"/>
                <a:ea typeface="+mn-ea"/>
                <a:cs typeface="Arial"/>
                <a:sym typeface="Arial"/>
              </a:rPr>
              <a:t>SIT Testers</a:t>
            </a:r>
          </a:p>
        </p:txBody>
      </p:sp>
      <p:sp>
        <p:nvSpPr>
          <p:cNvPr id="23" name="Rounded Rectangle 145">
            <a:extLst>
              <a:ext uri="{FF2B5EF4-FFF2-40B4-BE49-F238E27FC236}">
                <a16:creationId xmlns:a16="http://schemas.microsoft.com/office/drawing/2014/main" id="{2DD1599B-ED66-2CAA-0038-541B871904DE}"/>
              </a:ext>
            </a:extLst>
          </p:cNvPr>
          <p:cNvSpPr/>
          <p:nvPr/>
        </p:nvSpPr>
        <p:spPr>
          <a:xfrm>
            <a:off x="4374280" y="6381462"/>
            <a:ext cx="1000590" cy="163863"/>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srgbClr val="FFFFFF"/>
                </a:solidFill>
                <a:effectLst/>
                <a:uLnTx/>
                <a:uFillTx/>
                <a:latin typeface="Arial"/>
                <a:ea typeface="+mn-ea"/>
                <a:cs typeface="Arial" pitchFamily="34" charset="0"/>
                <a:sym typeface="Arial"/>
              </a:rPr>
              <a:t>Combined Teams</a:t>
            </a:r>
          </a:p>
        </p:txBody>
      </p:sp>
      <p:sp>
        <p:nvSpPr>
          <p:cNvPr id="24" name="Rectangle 23">
            <a:extLst>
              <a:ext uri="{FF2B5EF4-FFF2-40B4-BE49-F238E27FC236}">
                <a16:creationId xmlns:a16="http://schemas.microsoft.com/office/drawing/2014/main" id="{A4A62038-A37A-9E9C-1B63-1C4A6CA58E46}"/>
              </a:ext>
            </a:extLst>
          </p:cNvPr>
          <p:cNvSpPr/>
          <p:nvPr/>
        </p:nvSpPr>
        <p:spPr>
          <a:xfrm>
            <a:off x="1658110" y="6333040"/>
            <a:ext cx="5076186" cy="2616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 name="Google Shape;927;g22f1b912626_0_165">
            <a:extLst>
              <a:ext uri="{FF2B5EF4-FFF2-40B4-BE49-F238E27FC236}">
                <a16:creationId xmlns:a16="http://schemas.microsoft.com/office/drawing/2014/main" id="{B83017E7-A357-8CDC-F395-14F04C5126A4}"/>
              </a:ext>
            </a:extLst>
          </p:cNvPr>
          <p:cNvSpPr/>
          <p:nvPr/>
        </p:nvSpPr>
        <p:spPr>
          <a:xfrm>
            <a:off x="5508027" y="6381462"/>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6">
              <a:lumMod val="75000"/>
            </a:schemeClr>
          </a:solidFill>
          <a:ln>
            <a:solidFill>
              <a:schemeClr val="tx1"/>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Guidewire</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cxnSp>
        <p:nvCxnSpPr>
          <p:cNvPr id="899" name="Straight Connector 898">
            <a:extLst>
              <a:ext uri="{FF2B5EF4-FFF2-40B4-BE49-F238E27FC236}">
                <a16:creationId xmlns:a16="http://schemas.microsoft.com/office/drawing/2014/main" id="{457DE920-E533-F3E8-98C7-58544CEC1B38}"/>
              </a:ext>
            </a:extLst>
          </p:cNvPr>
          <p:cNvCxnSpPr>
            <a:cxnSpLocks/>
          </p:cNvCxnSpPr>
          <p:nvPr/>
        </p:nvCxnSpPr>
        <p:spPr>
          <a:xfrm>
            <a:off x="1795070" y="4269521"/>
            <a:ext cx="8415730"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06" name="Callout: Left-Right Arrow 905">
            <a:extLst>
              <a:ext uri="{FF2B5EF4-FFF2-40B4-BE49-F238E27FC236}">
                <a16:creationId xmlns:a16="http://schemas.microsoft.com/office/drawing/2014/main" id="{5ECBF880-0EE1-A68A-05CE-582466C6582B}"/>
              </a:ext>
            </a:extLst>
          </p:cNvPr>
          <p:cNvSpPr/>
          <p:nvPr/>
        </p:nvSpPr>
        <p:spPr>
          <a:xfrm>
            <a:off x="10487404" y="872233"/>
            <a:ext cx="718466" cy="5622418"/>
          </a:xfrm>
          <a:prstGeom prst="leftRightArrowCallout">
            <a:avLst>
              <a:gd name="adj1" fmla="val 31505"/>
              <a:gd name="adj2" fmla="val 26567"/>
              <a:gd name="adj3" fmla="val 25000"/>
              <a:gd name="adj4" fmla="val 199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4" name="TextBox 13">
            <a:extLst>
              <a:ext uri="{FF2B5EF4-FFF2-40B4-BE49-F238E27FC236}">
                <a16:creationId xmlns:a16="http://schemas.microsoft.com/office/drawing/2014/main" id="{B8AAB77A-CAF9-3367-695F-5D35B6578E11}"/>
              </a:ext>
            </a:extLst>
          </p:cNvPr>
          <p:cNvSpPr txBox="1">
            <a:spLocks/>
          </p:cNvSpPr>
          <p:nvPr/>
        </p:nvSpPr>
        <p:spPr>
          <a:xfrm>
            <a:off x="11267867" y="874927"/>
            <a:ext cx="625130" cy="1084523"/>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cs typeface="Arial"/>
                <a:sym typeface="Arial"/>
              </a:rPr>
              <a:t>Product </a:t>
            </a:r>
            <a:r>
              <a:rPr kumimoji="0" lang="en-GB" sz="800" b="1" i="0" u="none" strike="noStrike" kern="0" cap="none" spc="0" normalizeH="0" baseline="0" noProof="0" err="1">
                <a:ln>
                  <a:noFill/>
                </a:ln>
                <a:solidFill>
                  <a:prstClr val="white"/>
                </a:solidFill>
                <a:effectLst/>
                <a:uLnTx/>
                <a:uFillTx/>
                <a:latin typeface="Arial"/>
                <a:cs typeface="Arial"/>
                <a:sym typeface="Arial"/>
              </a:rPr>
              <a:t>Rationalis-ation</a:t>
            </a:r>
            <a:endParaRPr kumimoji="0" lang="en-GB" sz="800" b="1" i="0" u="none" strike="noStrike" kern="0" cap="none" spc="0" normalizeH="0" baseline="0" noProof="0">
              <a:ln>
                <a:noFill/>
              </a:ln>
              <a:solidFill>
                <a:prstClr val="white"/>
              </a:solidFill>
              <a:effectLst/>
              <a:uLnTx/>
              <a:uFillTx/>
              <a:latin typeface="Arial"/>
              <a:cs typeface="Arial"/>
              <a:sym typeface="Arial"/>
            </a:endParaRPr>
          </a:p>
        </p:txBody>
      </p:sp>
      <p:sp>
        <p:nvSpPr>
          <p:cNvPr id="16" name="TextBox 15">
            <a:extLst>
              <a:ext uri="{FF2B5EF4-FFF2-40B4-BE49-F238E27FC236}">
                <a16:creationId xmlns:a16="http://schemas.microsoft.com/office/drawing/2014/main" id="{4313714D-ED57-5640-60F4-BEDAC7741DC8}"/>
              </a:ext>
            </a:extLst>
          </p:cNvPr>
          <p:cNvSpPr txBox="1">
            <a:spLocks/>
          </p:cNvSpPr>
          <p:nvPr/>
        </p:nvSpPr>
        <p:spPr>
          <a:xfrm>
            <a:off x="11267867" y="2050835"/>
            <a:ext cx="633400" cy="347751"/>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Process Excellence</a:t>
            </a:r>
          </a:p>
        </p:txBody>
      </p:sp>
      <p:sp>
        <p:nvSpPr>
          <p:cNvPr id="17" name="TextBox 16">
            <a:extLst>
              <a:ext uri="{FF2B5EF4-FFF2-40B4-BE49-F238E27FC236}">
                <a16:creationId xmlns:a16="http://schemas.microsoft.com/office/drawing/2014/main" id="{D598F693-C3BD-E222-3BF9-443E6CDFF267}"/>
              </a:ext>
            </a:extLst>
          </p:cNvPr>
          <p:cNvSpPr txBox="1">
            <a:spLocks/>
          </p:cNvSpPr>
          <p:nvPr/>
        </p:nvSpPr>
        <p:spPr>
          <a:xfrm>
            <a:off x="11267867" y="2488721"/>
            <a:ext cx="633400" cy="349958"/>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Infra / DevOps</a:t>
            </a:r>
          </a:p>
        </p:txBody>
      </p:sp>
      <p:sp>
        <p:nvSpPr>
          <p:cNvPr id="898" name="TextBox 897">
            <a:extLst>
              <a:ext uri="{FF2B5EF4-FFF2-40B4-BE49-F238E27FC236}">
                <a16:creationId xmlns:a16="http://schemas.microsoft.com/office/drawing/2014/main" id="{FE62040E-7769-BBA6-1771-6D4C924222E8}"/>
              </a:ext>
            </a:extLst>
          </p:cNvPr>
          <p:cNvSpPr txBox="1">
            <a:spLocks/>
          </p:cNvSpPr>
          <p:nvPr/>
        </p:nvSpPr>
        <p:spPr>
          <a:xfrm>
            <a:off x="11267867" y="2932230"/>
            <a:ext cx="633400" cy="701194"/>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Business Analysis</a:t>
            </a:r>
          </a:p>
        </p:txBody>
      </p:sp>
      <p:sp>
        <p:nvSpPr>
          <p:cNvPr id="900" name="TextBox 899">
            <a:extLst>
              <a:ext uri="{FF2B5EF4-FFF2-40B4-BE49-F238E27FC236}">
                <a16:creationId xmlns:a16="http://schemas.microsoft.com/office/drawing/2014/main" id="{67EAD384-CCD4-507A-9296-1697E55DA838}"/>
              </a:ext>
            </a:extLst>
          </p:cNvPr>
          <p:cNvSpPr txBox="1">
            <a:spLocks/>
          </p:cNvSpPr>
          <p:nvPr/>
        </p:nvSpPr>
        <p:spPr>
          <a:xfrm>
            <a:off x="11267867" y="3723421"/>
            <a:ext cx="633400" cy="717537"/>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SMEs</a:t>
            </a:r>
          </a:p>
        </p:txBody>
      </p:sp>
      <p:sp>
        <p:nvSpPr>
          <p:cNvPr id="901" name="TextBox 900">
            <a:extLst>
              <a:ext uri="{FF2B5EF4-FFF2-40B4-BE49-F238E27FC236}">
                <a16:creationId xmlns:a16="http://schemas.microsoft.com/office/drawing/2014/main" id="{F875705C-3C87-4B51-4604-B1E73F23BC07}"/>
              </a:ext>
            </a:extLst>
          </p:cNvPr>
          <p:cNvSpPr txBox="1">
            <a:spLocks/>
          </p:cNvSpPr>
          <p:nvPr/>
        </p:nvSpPr>
        <p:spPr>
          <a:xfrm>
            <a:off x="11267867" y="4530764"/>
            <a:ext cx="633400" cy="349958"/>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Current Plat. Owners</a:t>
            </a:r>
          </a:p>
        </p:txBody>
      </p:sp>
      <p:sp>
        <p:nvSpPr>
          <p:cNvPr id="902" name="TextBox 901">
            <a:extLst>
              <a:ext uri="{FF2B5EF4-FFF2-40B4-BE49-F238E27FC236}">
                <a16:creationId xmlns:a16="http://schemas.microsoft.com/office/drawing/2014/main" id="{A6D0AB9A-B436-0C7E-189C-DE9EBF536836}"/>
              </a:ext>
            </a:extLst>
          </p:cNvPr>
          <p:cNvSpPr txBox="1">
            <a:spLocks/>
          </p:cNvSpPr>
          <p:nvPr/>
        </p:nvSpPr>
        <p:spPr>
          <a:xfrm>
            <a:off x="11267867" y="4970528"/>
            <a:ext cx="633400" cy="72471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Architects</a:t>
            </a:r>
          </a:p>
        </p:txBody>
      </p:sp>
      <p:sp>
        <p:nvSpPr>
          <p:cNvPr id="903" name="TextBox 902">
            <a:extLst>
              <a:ext uri="{FF2B5EF4-FFF2-40B4-BE49-F238E27FC236}">
                <a16:creationId xmlns:a16="http://schemas.microsoft.com/office/drawing/2014/main" id="{7A9B95AC-8DEF-C0E5-304C-1C1120A0F3EA}"/>
              </a:ext>
            </a:extLst>
          </p:cNvPr>
          <p:cNvSpPr txBox="1">
            <a:spLocks/>
          </p:cNvSpPr>
          <p:nvPr/>
        </p:nvSpPr>
        <p:spPr>
          <a:xfrm>
            <a:off x="11267867" y="5785043"/>
            <a:ext cx="633400" cy="71230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Arial"/>
                <a:ea typeface="+mn-ea"/>
                <a:cs typeface="Arial"/>
                <a:sym typeface="Arial"/>
              </a:rPr>
              <a:t>Shared Services</a:t>
            </a:r>
          </a:p>
        </p:txBody>
      </p:sp>
      <p:sp>
        <p:nvSpPr>
          <p:cNvPr id="904" name="Rectangle 903">
            <a:extLst>
              <a:ext uri="{FF2B5EF4-FFF2-40B4-BE49-F238E27FC236}">
                <a16:creationId xmlns:a16="http://schemas.microsoft.com/office/drawing/2014/main" id="{F647A4E9-2823-2B83-2AC5-FBE11D7FA259}"/>
              </a:ext>
            </a:extLst>
          </p:cNvPr>
          <p:cNvSpPr/>
          <p:nvPr/>
        </p:nvSpPr>
        <p:spPr>
          <a:xfrm>
            <a:off x="4927860" y="2988995"/>
            <a:ext cx="1179568" cy="2160000"/>
          </a:xfrm>
          <a:prstGeom prst="rect">
            <a:avLst/>
          </a:prstGeom>
        </p:spPr>
        <p:txBody>
          <a:bodyPr wrap="squar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Technical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 Data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Data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DC199B"/>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DC199B"/>
              </a:solidFill>
              <a:effectLst/>
              <a:uLnTx/>
              <a:uFillTx/>
              <a:latin typeface="Arial" charset="0"/>
              <a:ea typeface="+mn-ea"/>
              <a:cs typeface="Arial"/>
              <a:sym typeface="Arial"/>
            </a:endParaRPr>
          </a:p>
        </p:txBody>
      </p:sp>
      <p:sp>
        <p:nvSpPr>
          <p:cNvPr id="905" name="Rounded Rectangle 186">
            <a:extLst>
              <a:ext uri="{FF2B5EF4-FFF2-40B4-BE49-F238E27FC236}">
                <a16:creationId xmlns:a16="http://schemas.microsoft.com/office/drawing/2014/main" id="{F46B07E1-F58A-E2AF-E324-C93FFFF58FF8}"/>
              </a:ext>
            </a:extLst>
          </p:cNvPr>
          <p:cNvSpPr/>
          <p:nvPr/>
        </p:nvSpPr>
        <p:spPr>
          <a:xfrm>
            <a:off x="4993162" y="2568629"/>
            <a:ext cx="969384" cy="430792"/>
          </a:xfrm>
          <a:prstGeom prst="roundRect">
            <a:avLst>
              <a:gd name="adj" fmla="val 0"/>
            </a:avLst>
          </a:prstGeom>
          <a:solidFill>
            <a:srgbClr val="DC199B"/>
          </a:soli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sym typeface="Arial"/>
              </a:rPr>
              <a:t>Data Lead</a:t>
            </a:r>
          </a:p>
        </p:txBody>
      </p:sp>
      <p:sp>
        <p:nvSpPr>
          <p:cNvPr id="908" name="Arrow: Left-Up 907">
            <a:extLst>
              <a:ext uri="{FF2B5EF4-FFF2-40B4-BE49-F238E27FC236}">
                <a16:creationId xmlns:a16="http://schemas.microsoft.com/office/drawing/2014/main" id="{3DD3662D-5EF3-482A-6646-EB4A6505F135}"/>
              </a:ext>
            </a:extLst>
          </p:cNvPr>
          <p:cNvSpPr/>
          <p:nvPr/>
        </p:nvSpPr>
        <p:spPr>
          <a:xfrm flipH="1">
            <a:off x="90006" y="1188314"/>
            <a:ext cx="293132" cy="331041"/>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09" name="Arrow: Left-Up 908">
            <a:extLst>
              <a:ext uri="{FF2B5EF4-FFF2-40B4-BE49-F238E27FC236}">
                <a16:creationId xmlns:a16="http://schemas.microsoft.com/office/drawing/2014/main" id="{EF497D6C-A999-5944-9C1B-72BCFD1884AC}"/>
              </a:ext>
            </a:extLst>
          </p:cNvPr>
          <p:cNvSpPr/>
          <p:nvPr/>
        </p:nvSpPr>
        <p:spPr>
          <a:xfrm flipH="1">
            <a:off x="409329" y="1718259"/>
            <a:ext cx="293132" cy="331041"/>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10" name="Arrow: Up-Down 909">
            <a:extLst>
              <a:ext uri="{FF2B5EF4-FFF2-40B4-BE49-F238E27FC236}">
                <a16:creationId xmlns:a16="http://schemas.microsoft.com/office/drawing/2014/main" id="{8ABE9A6F-80E7-396A-FFC4-43596437D262}"/>
              </a:ext>
            </a:extLst>
          </p:cNvPr>
          <p:cNvSpPr/>
          <p:nvPr/>
        </p:nvSpPr>
        <p:spPr>
          <a:xfrm>
            <a:off x="1071970" y="2106119"/>
            <a:ext cx="246400" cy="34203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11" name="Rounded Rectangle 79">
            <a:extLst>
              <a:ext uri="{FF2B5EF4-FFF2-40B4-BE49-F238E27FC236}">
                <a16:creationId xmlns:a16="http://schemas.microsoft.com/office/drawing/2014/main" id="{4FA1DB03-579C-BC16-2F87-31B26E4B5183}"/>
              </a:ext>
            </a:extLst>
          </p:cNvPr>
          <p:cNvSpPr/>
          <p:nvPr/>
        </p:nvSpPr>
        <p:spPr>
          <a:xfrm>
            <a:off x="9095608" y="2570910"/>
            <a:ext cx="967418" cy="430792"/>
          </a:xfrm>
          <a:prstGeom prst="roundRect">
            <a:avLst>
              <a:gd name="adj" fmla="val 0"/>
            </a:avLst>
          </a:prstGeom>
          <a:solidFill>
            <a:srgbClr val="DC199B"/>
          </a:soli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 typeface="Arial"/>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sym typeface="Arial"/>
              </a:rPr>
              <a:t>Training &amp; Business Readiness</a:t>
            </a:r>
          </a:p>
        </p:txBody>
      </p:sp>
      <p:sp>
        <p:nvSpPr>
          <p:cNvPr id="912" name="Rectangle 911">
            <a:extLst>
              <a:ext uri="{FF2B5EF4-FFF2-40B4-BE49-F238E27FC236}">
                <a16:creationId xmlns:a16="http://schemas.microsoft.com/office/drawing/2014/main" id="{BB752B5E-984E-9FE3-C7A4-88EB666625A0}"/>
              </a:ext>
            </a:extLst>
          </p:cNvPr>
          <p:cNvSpPr/>
          <p:nvPr/>
        </p:nvSpPr>
        <p:spPr>
          <a:xfrm>
            <a:off x="9050152" y="2966871"/>
            <a:ext cx="1179568" cy="2160000"/>
          </a:xfrm>
          <a:prstGeom prst="rect">
            <a:avLst/>
          </a:prstGeom>
        </p:spPr>
        <p:txBody>
          <a:bodyPr wrap="squar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Readiness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Training and Communication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Model Office Lead</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DC199B"/>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98C7"/>
              </a:solidFill>
              <a:effectLst/>
              <a:uLnTx/>
              <a:uFillTx/>
              <a:latin typeface="Arial" charset="0"/>
              <a:ea typeface="+mn-ea"/>
              <a:cs typeface="Arial"/>
              <a:sym typeface="Arial"/>
            </a:endParaRPr>
          </a:p>
        </p:txBody>
      </p:sp>
      <p:sp>
        <p:nvSpPr>
          <p:cNvPr id="915" name="Rounded Rectangle 186">
            <a:extLst>
              <a:ext uri="{FF2B5EF4-FFF2-40B4-BE49-F238E27FC236}">
                <a16:creationId xmlns:a16="http://schemas.microsoft.com/office/drawing/2014/main" id="{6ACF7BAC-A53C-FCE9-7E5E-CE96335239E8}"/>
              </a:ext>
            </a:extLst>
          </p:cNvPr>
          <p:cNvSpPr/>
          <p:nvPr/>
        </p:nvSpPr>
        <p:spPr>
          <a:xfrm>
            <a:off x="6021670" y="2568629"/>
            <a:ext cx="969384" cy="430792"/>
          </a:xfrm>
          <a:prstGeom prst="roundRect">
            <a:avLst>
              <a:gd name="adj" fmla="val 0"/>
            </a:avLst>
          </a:prstGeom>
          <a:solidFill>
            <a:srgbClr val="DC199B"/>
          </a:solidFill>
          <a:ln w="3175" cap="flat" cmpd="sng" algn="ctr">
            <a:solidFill>
              <a:schemeClr val="tx1"/>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sym typeface="Arial"/>
              </a:rPr>
              <a:t>Docs Lead</a:t>
            </a:r>
          </a:p>
        </p:txBody>
      </p:sp>
      <p:sp>
        <p:nvSpPr>
          <p:cNvPr id="916" name="Rectangle 915">
            <a:extLst>
              <a:ext uri="{FF2B5EF4-FFF2-40B4-BE49-F238E27FC236}">
                <a16:creationId xmlns:a16="http://schemas.microsoft.com/office/drawing/2014/main" id="{B964CACF-4BAA-320D-8ED7-9DBA4135AE66}"/>
              </a:ext>
            </a:extLst>
          </p:cNvPr>
          <p:cNvSpPr/>
          <p:nvPr/>
        </p:nvSpPr>
        <p:spPr>
          <a:xfrm>
            <a:off x="5937510" y="2988995"/>
            <a:ext cx="1179568" cy="2160000"/>
          </a:xfrm>
          <a:prstGeom prst="rect">
            <a:avLst/>
          </a:prstGeom>
        </p:spPr>
        <p:txBody>
          <a:bodyPr wrap="squar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Technical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Business / Docs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Docs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DC199B"/>
                </a:solidFill>
                <a:effectLst/>
                <a:uLnTx/>
                <a:uFillTx/>
                <a:latin typeface="Arial" charset="0"/>
                <a:ea typeface="+mn-ea"/>
                <a:cs typeface="Arial"/>
                <a:sym typeface="Arial"/>
              </a:rPr>
              <a:t>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DC199B"/>
              </a:solidFill>
              <a:effectLst/>
              <a:uLnTx/>
              <a:uFillTx/>
              <a:latin typeface="Arial" charset="0"/>
              <a:ea typeface="+mn-ea"/>
              <a:cs typeface="Arial"/>
              <a:sym typeface="Arial"/>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DC199B"/>
              </a:solidFill>
              <a:effectLst/>
              <a:uLnTx/>
              <a:uFillTx/>
              <a:latin typeface="Arial" charset="0"/>
              <a:ea typeface="+mn-ea"/>
              <a:cs typeface="Arial"/>
              <a:sym typeface="Arial"/>
            </a:endParaRPr>
          </a:p>
        </p:txBody>
      </p:sp>
      <p:sp>
        <p:nvSpPr>
          <p:cNvPr id="917" name="TextBox 916">
            <a:extLst>
              <a:ext uri="{FF2B5EF4-FFF2-40B4-BE49-F238E27FC236}">
                <a16:creationId xmlns:a16="http://schemas.microsoft.com/office/drawing/2014/main" id="{63F26C0F-A63A-0D0E-3D6D-D8481123AAB3}"/>
              </a:ext>
            </a:extLst>
          </p:cNvPr>
          <p:cNvSpPr txBox="1"/>
          <p:nvPr/>
        </p:nvSpPr>
        <p:spPr>
          <a:xfrm>
            <a:off x="57366" y="23665"/>
            <a:ext cx="111091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800" b="1" i="0" u="none" strike="noStrike" kern="0" cap="none" spc="0" normalizeH="0" baseline="0" noProof="0" dirty="0">
                <a:ln>
                  <a:noFill/>
                </a:ln>
                <a:solidFill>
                  <a:srgbClr val="000000"/>
                </a:solidFill>
                <a:effectLst/>
                <a:uLnTx/>
                <a:uFillTx/>
                <a:latin typeface="Arial"/>
                <a:cs typeface="Arial"/>
                <a:sym typeface="Arial"/>
              </a:rPr>
              <a:t>GPAS &amp; BILLING – DRAFT STRUCTURE (+DEVELOPMENT) v0.2</a:t>
            </a:r>
          </a:p>
        </p:txBody>
      </p:sp>
    </p:spTree>
    <p:extLst>
      <p:ext uri="{BB962C8B-B14F-4D97-AF65-F5344CB8AC3E}">
        <p14:creationId xmlns:p14="http://schemas.microsoft.com/office/powerpoint/2010/main" val="2037103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Design principles</a:t>
            </a:r>
          </a:p>
        </p:txBody>
      </p:sp>
      <p:cxnSp>
        <p:nvCxnSpPr>
          <p:cNvPr id="143" name="Straight Connector 142">
            <a:extLst>
              <a:ext uri="{FF2B5EF4-FFF2-40B4-BE49-F238E27FC236}">
                <a16:creationId xmlns:a16="http://schemas.microsoft.com/office/drawing/2014/main" id="{3BF8E67B-C462-9DA6-1146-CD7A06B01E8A}"/>
              </a:ext>
            </a:extLst>
          </p:cNvPr>
          <p:cNvCxnSpPr>
            <a:cxnSpLocks/>
          </p:cNvCxnSpPr>
          <p:nvPr/>
        </p:nvCxnSpPr>
        <p:spPr>
          <a:xfrm>
            <a:off x="-9331" y="1762659"/>
            <a:ext cx="837446" cy="0"/>
          </a:xfrm>
          <a:prstGeom prst="line">
            <a:avLst/>
          </a:prstGeom>
          <a:noFill/>
          <a:ln w="28575" cap="flat" cmpd="sng" algn="ctr">
            <a:solidFill>
              <a:srgbClr val="FF0000"/>
            </a:solidFill>
            <a:prstDash val="solid"/>
            <a:miter lim="800000"/>
          </a:ln>
          <a:effectLst/>
        </p:spPr>
      </p:cxnSp>
      <p:sp>
        <p:nvSpPr>
          <p:cNvPr id="144" name="Arc 143">
            <a:extLst>
              <a:ext uri="{FF2B5EF4-FFF2-40B4-BE49-F238E27FC236}">
                <a16:creationId xmlns:a16="http://schemas.microsoft.com/office/drawing/2014/main" id="{DB02A6E2-1255-63F4-C9DE-F2A3BA5FAB6F}"/>
              </a:ext>
            </a:extLst>
          </p:cNvPr>
          <p:cNvSpPr/>
          <p:nvPr/>
        </p:nvSpPr>
        <p:spPr>
          <a:xfrm>
            <a:off x="625670" y="1762439"/>
            <a:ext cx="424188" cy="424188"/>
          </a:xfrm>
          <a:prstGeom prst="arc">
            <a:avLst>
              <a:gd name="adj1" fmla="val 16043556"/>
              <a:gd name="adj2" fmla="val 0"/>
            </a:avLst>
          </a:prstGeom>
          <a:no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145" name="Straight Connector 144">
            <a:extLst>
              <a:ext uri="{FF2B5EF4-FFF2-40B4-BE49-F238E27FC236}">
                <a16:creationId xmlns:a16="http://schemas.microsoft.com/office/drawing/2014/main" id="{63575297-23D9-2043-C00C-09B94D4DC048}"/>
              </a:ext>
            </a:extLst>
          </p:cNvPr>
          <p:cNvCxnSpPr>
            <a:cxnSpLocks/>
          </p:cNvCxnSpPr>
          <p:nvPr/>
        </p:nvCxnSpPr>
        <p:spPr>
          <a:xfrm flipH="1">
            <a:off x="1046329" y="1868203"/>
            <a:ext cx="3529" cy="4687064"/>
          </a:xfrm>
          <a:prstGeom prst="line">
            <a:avLst/>
          </a:prstGeom>
          <a:noFill/>
          <a:ln w="28575" cap="flat" cmpd="sng" algn="ctr">
            <a:solidFill>
              <a:srgbClr val="FF0000"/>
            </a:solidFill>
            <a:prstDash val="solid"/>
            <a:miter lim="800000"/>
          </a:ln>
          <a:effectLst/>
        </p:spPr>
      </p:cxnSp>
      <p:sp>
        <p:nvSpPr>
          <p:cNvPr id="146" name="Oval 145">
            <a:extLst>
              <a:ext uri="{FF2B5EF4-FFF2-40B4-BE49-F238E27FC236}">
                <a16:creationId xmlns:a16="http://schemas.microsoft.com/office/drawing/2014/main" id="{C9649591-4E12-F2C2-DD1B-810451CB6239}"/>
              </a:ext>
            </a:extLst>
          </p:cNvPr>
          <p:cNvSpPr/>
          <p:nvPr/>
        </p:nvSpPr>
        <p:spPr>
          <a:xfrm>
            <a:off x="778907" y="1843139"/>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47" name="TextBox 146">
            <a:extLst>
              <a:ext uri="{FF2B5EF4-FFF2-40B4-BE49-F238E27FC236}">
                <a16:creationId xmlns:a16="http://schemas.microsoft.com/office/drawing/2014/main" id="{E04A8A85-F206-2907-B975-2470983DDE9D}"/>
              </a:ext>
            </a:extLst>
          </p:cNvPr>
          <p:cNvSpPr txBox="1"/>
          <p:nvPr/>
        </p:nvSpPr>
        <p:spPr>
          <a:xfrm>
            <a:off x="1405476" y="1990521"/>
            <a:ext cx="3942702" cy="246221"/>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 support the agreed Release  scope?</a:t>
            </a:r>
          </a:p>
        </p:txBody>
      </p:sp>
      <p:grpSp>
        <p:nvGrpSpPr>
          <p:cNvPr id="148" name="Group 147">
            <a:extLst>
              <a:ext uri="{FF2B5EF4-FFF2-40B4-BE49-F238E27FC236}">
                <a16:creationId xmlns:a16="http://schemas.microsoft.com/office/drawing/2014/main" id="{D78BA56B-DD66-B653-579D-06BF009C253B}"/>
              </a:ext>
            </a:extLst>
          </p:cNvPr>
          <p:cNvGrpSpPr/>
          <p:nvPr/>
        </p:nvGrpSpPr>
        <p:grpSpPr>
          <a:xfrm>
            <a:off x="847467" y="1976999"/>
            <a:ext cx="390676" cy="277405"/>
            <a:chOff x="1565508" y="2532433"/>
            <a:chExt cx="559237" cy="397100"/>
          </a:xfrm>
          <a:solidFill>
            <a:sysClr val="window" lastClr="FFFFFF"/>
          </a:solidFill>
        </p:grpSpPr>
        <p:sp>
          <p:nvSpPr>
            <p:cNvPr id="149" name="Freeform 151">
              <a:extLst>
                <a:ext uri="{FF2B5EF4-FFF2-40B4-BE49-F238E27FC236}">
                  <a16:creationId xmlns:a16="http://schemas.microsoft.com/office/drawing/2014/main" id="{8E688E1F-AA36-1ACD-C114-0F4BC5B74694}"/>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0" name="Freeform 152">
              <a:extLst>
                <a:ext uri="{FF2B5EF4-FFF2-40B4-BE49-F238E27FC236}">
                  <a16:creationId xmlns:a16="http://schemas.microsoft.com/office/drawing/2014/main" id="{3EF37959-B3F2-BDFE-65EF-B6B1127CB506}"/>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1" name="Freeform 153">
              <a:extLst>
                <a:ext uri="{FF2B5EF4-FFF2-40B4-BE49-F238E27FC236}">
                  <a16:creationId xmlns:a16="http://schemas.microsoft.com/office/drawing/2014/main" id="{EB1A9BDC-AA5E-175D-EF23-69DD8FC15DD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2" name="Freeform 154">
              <a:extLst>
                <a:ext uri="{FF2B5EF4-FFF2-40B4-BE49-F238E27FC236}">
                  <a16:creationId xmlns:a16="http://schemas.microsoft.com/office/drawing/2014/main" id="{76ECC646-DCBD-B725-9ADD-8FA0D8E0C7CC}"/>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3" name="Freeform 155">
              <a:extLst>
                <a:ext uri="{FF2B5EF4-FFF2-40B4-BE49-F238E27FC236}">
                  <a16:creationId xmlns:a16="http://schemas.microsoft.com/office/drawing/2014/main" id="{2938E531-12F7-39DF-4E5F-E184A45FD818}"/>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4" name="Freeform 156">
              <a:extLst>
                <a:ext uri="{FF2B5EF4-FFF2-40B4-BE49-F238E27FC236}">
                  <a16:creationId xmlns:a16="http://schemas.microsoft.com/office/drawing/2014/main" id="{88556206-AD7F-E09B-14E5-480F5A538981}"/>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5" name="Freeform 157">
              <a:extLst>
                <a:ext uri="{FF2B5EF4-FFF2-40B4-BE49-F238E27FC236}">
                  <a16:creationId xmlns:a16="http://schemas.microsoft.com/office/drawing/2014/main" id="{56333906-DF9F-3B5A-1CB9-02E14D4E0B08}"/>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56" name="Oval 155">
            <a:extLst>
              <a:ext uri="{FF2B5EF4-FFF2-40B4-BE49-F238E27FC236}">
                <a16:creationId xmlns:a16="http://schemas.microsoft.com/office/drawing/2014/main" id="{ADB56101-581C-1632-E614-4F6E12D072C9}"/>
              </a:ext>
            </a:extLst>
          </p:cNvPr>
          <p:cNvSpPr/>
          <p:nvPr/>
        </p:nvSpPr>
        <p:spPr>
          <a:xfrm>
            <a:off x="778907" y="2645171"/>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57" name="TextBox 156">
            <a:extLst>
              <a:ext uri="{FF2B5EF4-FFF2-40B4-BE49-F238E27FC236}">
                <a16:creationId xmlns:a16="http://schemas.microsoft.com/office/drawing/2014/main" id="{B08C797B-AA85-B423-5C1F-E55E2F2CC4CA}"/>
              </a:ext>
            </a:extLst>
          </p:cNvPr>
          <p:cNvSpPr txBox="1"/>
          <p:nvPr/>
        </p:nvSpPr>
        <p:spPr>
          <a:xfrm>
            <a:off x="1405476" y="2659431"/>
            <a:ext cx="3726522" cy="492443"/>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ensure the business is not in a worse position from before?</a:t>
            </a:r>
          </a:p>
        </p:txBody>
      </p:sp>
      <p:grpSp>
        <p:nvGrpSpPr>
          <p:cNvPr id="158" name="Group 157">
            <a:extLst>
              <a:ext uri="{FF2B5EF4-FFF2-40B4-BE49-F238E27FC236}">
                <a16:creationId xmlns:a16="http://schemas.microsoft.com/office/drawing/2014/main" id="{578EB1ED-CF6B-5CEB-3081-11103F9CC973}"/>
              </a:ext>
            </a:extLst>
          </p:cNvPr>
          <p:cNvGrpSpPr/>
          <p:nvPr/>
        </p:nvGrpSpPr>
        <p:grpSpPr>
          <a:xfrm>
            <a:off x="895464" y="2774680"/>
            <a:ext cx="308790" cy="286417"/>
            <a:chOff x="3469719" y="2554275"/>
            <a:chExt cx="518094" cy="480560"/>
          </a:xfrm>
          <a:solidFill>
            <a:sysClr val="window" lastClr="FFFFFF"/>
          </a:solidFill>
        </p:grpSpPr>
        <p:sp>
          <p:nvSpPr>
            <p:cNvPr id="159" name="Freeform 53">
              <a:extLst>
                <a:ext uri="{FF2B5EF4-FFF2-40B4-BE49-F238E27FC236}">
                  <a16:creationId xmlns:a16="http://schemas.microsoft.com/office/drawing/2014/main" id="{DEFF3A2F-D339-5E62-E0DE-6E500F2EEAF0}"/>
                </a:ext>
              </a:extLst>
            </p:cNvPr>
            <p:cNvSpPr>
              <a:spLocks noEditPoints="1"/>
            </p:cNvSpPr>
            <p:nvPr/>
          </p:nvSpPr>
          <p:spPr bwMode="auto">
            <a:xfrm>
              <a:off x="3513533" y="2554275"/>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0" name="Freeform 54">
              <a:extLst>
                <a:ext uri="{FF2B5EF4-FFF2-40B4-BE49-F238E27FC236}">
                  <a16:creationId xmlns:a16="http://schemas.microsoft.com/office/drawing/2014/main" id="{A572EF39-4C92-D7B5-7F68-E8C41E915B46}"/>
                </a:ext>
              </a:extLst>
            </p:cNvPr>
            <p:cNvSpPr>
              <a:spLocks/>
            </p:cNvSpPr>
            <p:nvPr/>
          </p:nvSpPr>
          <p:spPr bwMode="auto">
            <a:xfrm>
              <a:off x="3469719"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1" name="Freeform 55">
              <a:extLst>
                <a:ext uri="{FF2B5EF4-FFF2-40B4-BE49-F238E27FC236}">
                  <a16:creationId xmlns:a16="http://schemas.microsoft.com/office/drawing/2014/main" id="{DCCAF833-1178-18EB-F135-5D62DE8850FE}"/>
                </a:ext>
              </a:extLst>
            </p:cNvPr>
            <p:cNvSpPr>
              <a:spLocks/>
            </p:cNvSpPr>
            <p:nvPr/>
          </p:nvSpPr>
          <p:spPr bwMode="auto">
            <a:xfrm>
              <a:off x="3606636" y="2848240"/>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2" name="Freeform 56">
              <a:extLst>
                <a:ext uri="{FF2B5EF4-FFF2-40B4-BE49-F238E27FC236}">
                  <a16:creationId xmlns:a16="http://schemas.microsoft.com/office/drawing/2014/main" id="{B3E4DDFC-1DD1-65A5-E0A8-1F6B56E128D1}"/>
                </a:ext>
              </a:extLst>
            </p:cNvPr>
            <p:cNvSpPr>
              <a:spLocks/>
            </p:cNvSpPr>
            <p:nvPr/>
          </p:nvSpPr>
          <p:spPr bwMode="auto">
            <a:xfrm>
              <a:off x="3745744"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3" name="Freeform 57">
              <a:extLst>
                <a:ext uri="{FF2B5EF4-FFF2-40B4-BE49-F238E27FC236}">
                  <a16:creationId xmlns:a16="http://schemas.microsoft.com/office/drawing/2014/main" id="{B4F42C5F-C2F9-9520-9EE0-109D3C221536}"/>
                </a:ext>
              </a:extLst>
            </p:cNvPr>
            <p:cNvSpPr>
              <a:spLocks/>
            </p:cNvSpPr>
            <p:nvPr/>
          </p:nvSpPr>
          <p:spPr bwMode="auto">
            <a:xfrm>
              <a:off x="3882661" y="2848240"/>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sp>
        <p:nvSpPr>
          <p:cNvPr id="164" name="Oval 163">
            <a:extLst>
              <a:ext uri="{FF2B5EF4-FFF2-40B4-BE49-F238E27FC236}">
                <a16:creationId xmlns:a16="http://schemas.microsoft.com/office/drawing/2014/main" id="{88E45FF2-9330-8E73-C534-1E73948E6987}"/>
              </a:ext>
            </a:extLst>
          </p:cNvPr>
          <p:cNvSpPr/>
          <p:nvPr/>
        </p:nvSpPr>
        <p:spPr>
          <a:xfrm>
            <a:off x="778905" y="3516388"/>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165" name="Groupe 547">
            <a:extLst>
              <a:ext uri="{FF2B5EF4-FFF2-40B4-BE49-F238E27FC236}">
                <a16:creationId xmlns:a16="http://schemas.microsoft.com/office/drawing/2014/main" id="{E72B2CFC-C22F-77D4-AD9E-7F18E40A0FB1}"/>
              </a:ext>
            </a:extLst>
          </p:cNvPr>
          <p:cNvGrpSpPr/>
          <p:nvPr/>
        </p:nvGrpSpPr>
        <p:grpSpPr>
          <a:xfrm>
            <a:off x="854812" y="3664908"/>
            <a:ext cx="390092" cy="259728"/>
            <a:chOff x="7621588" y="1962150"/>
            <a:chExt cx="622300" cy="414337"/>
          </a:xfrm>
          <a:solidFill>
            <a:sysClr val="window" lastClr="FFFFFF"/>
          </a:solidFill>
        </p:grpSpPr>
        <p:sp>
          <p:nvSpPr>
            <p:cNvPr id="166" name="Freeform 199">
              <a:extLst>
                <a:ext uri="{FF2B5EF4-FFF2-40B4-BE49-F238E27FC236}">
                  <a16:creationId xmlns:a16="http://schemas.microsoft.com/office/drawing/2014/main" id="{F170654B-A30D-A665-1A4A-474B6E25E85D}"/>
                </a:ext>
              </a:extLst>
            </p:cNvPr>
            <p:cNvSpPr>
              <a:spLocks noEditPoints="1"/>
            </p:cNvSpPr>
            <p:nvPr/>
          </p:nvSpPr>
          <p:spPr bwMode="auto">
            <a:xfrm>
              <a:off x="7748588" y="1973262"/>
              <a:ext cx="495300" cy="403225"/>
            </a:xfrm>
            <a:custGeom>
              <a:avLst/>
              <a:gdLst>
                <a:gd name="T0" fmla="*/ 108 w 132"/>
                <a:gd name="T1" fmla="*/ 60 h 107"/>
                <a:gd name="T2" fmla="*/ 99 w 132"/>
                <a:gd name="T3" fmla="*/ 64 h 107"/>
                <a:gd name="T4" fmla="*/ 67 w 132"/>
                <a:gd name="T5" fmla="*/ 33 h 107"/>
                <a:gd name="T6" fmla="*/ 52 w 132"/>
                <a:gd name="T7" fmla="*/ 28 h 107"/>
                <a:gd name="T8" fmla="*/ 43 w 132"/>
                <a:gd name="T9" fmla="*/ 29 h 107"/>
                <a:gd name="T10" fmla="*/ 17 w 132"/>
                <a:gd name="T11" fmla="*/ 34 h 107"/>
                <a:gd name="T12" fmla="*/ 32 w 132"/>
                <a:gd name="T13" fmla="*/ 16 h 107"/>
                <a:gd name="T14" fmla="*/ 60 w 132"/>
                <a:gd name="T15" fmla="*/ 6 h 107"/>
                <a:gd name="T16" fmla="*/ 87 w 132"/>
                <a:gd name="T17" fmla="*/ 12 h 107"/>
                <a:gd name="T18" fmla="*/ 108 w 132"/>
                <a:gd name="T19" fmla="*/ 60 h 107"/>
                <a:gd name="T20" fmla="*/ 46 w 132"/>
                <a:gd name="T21" fmla="*/ 87 h 107"/>
                <a:gd name="T22" fmla="*/ 38 w 132"/>
                <a:gd name="T23" fmla="*/ 95 h 107"/>
                <a:gd name="T24" fmla="*/ 38 w 132"/>
                <a:gd name="T25" fmla="*/ 105 h 107"/>
                <a:gd name="T26" fmla="*/ 38 w 132"/>
                <a:gd name="T27" fmla="*/ 105 h 107"/>
                <a:gd name="T28" fmla="*/ 47 w 132"/>
                <a:gd name="T29" fmla="*/ 105 h 107"/>
                <a:gd name="T30" fmla="*/ 55 w 132"/>
                <a:gd name="T31" fmla="*/ 97 h 107"/>
                <a:gd name="T32" fmla="*/ 55 w 132"/>
                <a:gd name="T33" fmla="*/ 87 h 107"/>
                <a:gd name="T34" fmla="*/ 55 w 132"/>
                <a:gd name="T35" fmla="*/ 87 h 107"/>
                <a:gd name="T36" fmla="*/ 46 w 132"/>
                <a:gd name="T37" fmla="*/ 87 h 107"/>
                <a:gd name="T38" fmla="*/ 18 w 132"/>
                <a:gd name="T39" fmla="*/ 59 h 107"/>
                <a:gd name="T40" fmla="*/ 18 w 132"/>
                <a:gd name="T41" fmla="*/ 59 h 107"/>
                <a:gd name="T42" fmla="*/ 18 w 132"/>
                <a:gd name="T43" fmla="*/ 69 h 107"/>
                <a:gd name="T44" fmla="*/ 7 w 132"/>
                <a:gd name="T45" fmla="*/ 79 h 107"/>
                <a:gd name="T46" fmla="*/ 0 w 132"/>
                <a:gd name="T47" fmla="*/ 76 h 107"/>
                <a:gd name="T48" fmla="*/ 0 w 132"/>
                <a:gd name="T49" fmla="*/ 76 h 107"/>
                <a:gd name="T50" fmla="*/ 7 w 132"/>
                <a:gd name="T51" fmla="*/ 60 h 107"/>
                <a:gd name="T52" fmla="*/ 8 w 132"/>
                <a:gd name="T53" fmla="*/ 59 h 107"/>
                <a:gd name="T54" fmla="*/ 18 w 132"/>
                <a:gd name="T55" fmla="*/ 59 h 107"/>
                <a:gd name="T56" fmla="*/ 44 w 132"/>
                <a:gd name="T57" fmla="*/ 77 h 107"/>
                <a:gd name="T58" fmla="*/ 44 w 132"/>
                <a:gd name="T59" fmla="*/ 77 h 107"/>
                <a:gd name="T60" fmla="*/ 44 w 132"/>
                <a:gd name="T61" fmla="*/ 87 h 107"/>
                <a:gd name="T62" fmla="*/ 34 w 132"/>
                <a:gd name="T63" fmla="*/ 97 h 107"/>
                <a:gd name="T64" fmla="*/ 24 w 132"/>
                <a:gd name="T65" fmla="*/ 97 h 107"/>
                <a:gd name="T66" fmla="*/ 24 w 132"/>
                <a:gd name="T67" fmla="*/ 97 h 107"/>
                <a:gd name="T68" fmla="*/ 24 w 132"/>
                <a:gd name="T69" fmla="*/ 87 h 107"/>
                <a:gd name="T70" fmla="*/ 34 w 132"/>
                <a:gd name="T71" fmla="*/ 77 h 107"/>
                <a:gd name="T72" fmla="*/ 44 w 132"/>
                <a:gd name="T73" fmla="*/ 77 h 107"/>
                <a:gd name="T74" fmla="*/ 31 w 132"/>
                <a:gd name="T75" fmla="*/ 68 h 107"/>
                <a:gd name="T76" fmla="*/ 31 w 132"/>
                <a:gd name="T77" fmla="*/ 68 h 107"/>
                <a:gd name="T78" fmla="*/ 31 w 132"/>
                <a:gd name="T79" fmla="*/ 78 h 107"/>
                <a:gd name="T80" fmla="*/ 29 w 132"/>
                <a:gd name="T81" fmla="*/ 80 h 107"/>
                <a:gd name="T82" fmla="*/ 12 w 132"/>
                <a:gd name="T83" fmla="*/ 86 h 107"/>
                <a:gd name="T84" fmla="*/ 12 w 132"/>
                <a:gd name="T85" fmla="*/ 86 h 107"/>
                <a:gd name="T86" fmla="*/ 10 w 132"/>
                <a:gd name="T87" fmla="*/ 80 h 107"/>
                <a:gd name="T88" fmla="*/ 24 w 132"/>
                <a:gd name="T89" fmla="*/ 65 h 107"/>
                <a:gd name="T90" fmla="*/ 31 w 132"/>
                <a:gd name="T91" fmla="*/ 68 h 107"/>
                <a:gd name="T92" fmla="*/ 89 w 132"/>
                <a:gd name="T93" fmla="*/ 8 h 107"/>
                <a:gd name="T94" fmla="*/ 112 w 132"/>
                <a:gd name="T95" fmla="*/ 63 h 107"/>
                <a:gd name="T96" fmla="*/ 132 w 132"/>
                <a:gd name="T97" fmla="*/ 58 h 107"/>
                <a:gd name="T98" fmla="*/ 111 w 132"/>
                <a:gd name="T99" fmla="*/ 8 h 107"/>
                <a:gd name="T100" fmla="*/ 97 w 132"/>
                <a:gd name="T101" fmla="*/ 4 h 107"/>
                <a:gd name="T102" fmla="*/ 89 w 132"/>
                <a:gd name="T103"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07">
                  <a:moveTo>
                    <a:pt x="108" y="60"/>
                  </a:moveTo>
                  <a:cubicBezTo>
                    <a:pt x="99" y="64"/>
                    <a:pt x="99" y="64"/>
                    <a:pt x="99" y="64"/>
                  </a:cubicBezTo>
                  <a:cubicBezTo>
                    <a:pt x="67" y="33"/>
                    <a:pt x="67" y="33"/>
                    <a:pt x="67" y="33"/>
                  </a:cubicBezTo>
                  <a:cubicBezTo>
                    <a:pt x="52" y="28"/>
                    <a:pt x="52" y="28"/>
                    <a:pt x="52" y="28"/>
                  </a:cubicBezTo>
                  <a:cubicBezTo>
                    <a:pt x="43" y="29"/>
                    <a:pt x="43" y="29"/>
                    <a:pt x="43" y="29"/>
                  </a:cubicBezTo>
                  <a:cubicBezTo>
                    <a:pt x="43" y="29"/>
                    <a:pt x="29" y="42"/>
                    <a:pt x="17" y="34"/>
                  </a:cubicBezTo>
                  <a:cubicBezTo>
                    <a:pt x="20" y="30"/>
                    <a:pt x="27" y="22"/>
                    <a:pt x="32" y="16"/>
                  </a:cubicBezTo>
                  <a:cubicBezTo>
                    <a:pt x="38" y="13"/>
                    <a:pt x="50" y="8"/>
                    <a:pt x="60" y="6"/>
                  </a:cubicBezTo>
                  <a:cubicBezTo>
                    <a:pt x="65" y="5"/>
                    <a:pt x="87" y="12"/>
                    <a:pt x="87" y="12"/>
                  </a:cubicBezTo>
                  <a:lnTo>
                    <a:pt x="108" y="60"/>
                  </a:lnTo>
                  <a:close/>
                  <a:moveTo>
                    <a:pt x="46" y="87"/>
                  </a:moveTo>
                  <a:cubicBezTo>
                    <a:pt x="38" y="95"/>
                    <a:pt x="38" y="95"/>
                    <a:pt x="38" y="95"/>
                  </a:cubicBezTo>
                  <a:cubicBezTo>
                    <a:pt x="35" y="98"/>
                    <a:pt x="35" y="102"/>
                    <a:pt x="38" y="105"/>
                  </a:cubicBezTo>
                  <a:cubicBezTo>
                    <a:pt x="38" y="105"/>
                    <a:pt x="38" y="105"/>
                    <a:pt x="38" y="105"/>
                  </a:cubicBezTo>
                  <a:cubicBezTo>
                    <a:pt x="40" y="107"/>
                    <a:pt x="45" y="107"/>
                    <a:pt x="47" y="105"/>
                  </a:cubicBezTo>
                  <a:cubicBezTo>
                    <a:pt x="55" y="97"/>
                    <a:pt x="55" y="97"/>
                    <a:pt x="55" y="97"/>
                  </a:cubicBezTo>
                  <a:cubicBezTo>
                    <a:pt x="58" y="94"/>
                    <a:pt x="58" y="90"/>
                    <a:pt x="55" y="87"/>
                  </a:cubicBezTo>
                  <a:cubicBezTo>
                    <a:pt x="55" y="87"/>
                    <a:pt x="55" y="87"/>
                    <a:pt x="55" y="87"/>
                  </a:cubicBezTo>
                  <a:cubicBezTo>
                    <a:pt x="53" y="85"/>
                    <a:pt x="48" y="85"/>
                    <a:pt x="46" y="87"/>
                  </a:cubicBezTo>
                  <a:close/>
                  <a:moveTo>
                    <a:pt x="18" y="59"/>
                  </a:moveTo>
                  <a:cubicBezTo>
                    <a:pt x="18" y="59"/>
                    <a:pt x="18" y="59"/>
                    <a:pt x="18" y="59"/>
                  </a:cubicBezTo>
                  <a:cubicBezTo>
                    <a:pt x="21" y="62"/>
                    <a:pt x="21" y="66"/>
                    <a:pt x="18" y="69"/>
                  </a:cubicBezTo>
                  <a:cubicBezTo>
                    <a:pt x="7" y="79"/>
                    <a:pt x="7" y="79"/>
                    <a:pt x="7" y="79"/>
                  </a:cubicBezTo>
                  <a:cubicBezTo>
                    <a:pt x="5" y="82"/>
                    <a:pt x="0" y="80"/>
                    <a:pt x="0" y="76"/>
                  </a:cubicBezTo>
                  <a:cubicBezTo>
                    <a:pt x="0" y="76"/>
                    <a:pt x="0" y="76"/>
                    <a:pt x="0" y="76"/>
                  </a:cubicBezTo>
                  <a:cubicBezTo>
                    <a:pt x="0" y="71"/>
                    <a:pt x="4" y="64"/>
                    <a:pt x="7" y="60"/>
                  </a:cubicBezTo>
                  <a:cubicBezTo>
                    <a:pt x="8" y="59"/>
                    <a:pt x="8" y="59"/>
                    <a:pt x="8" y="59"/>
                  </a:cubicBezTo>
                  <a:cubicBezTo>
                    <a:pt x="11" y="56"/>
                    <a:pt x="15" y="56"/>
                    <a:pt x="18" y="59"/>
                  </a:cubicBezTo>
                  <a:close/>
                  <a:moveTo>
                    <a:pt x="44" y="77"/>
                  </a:moveTo>
                  <a:cubicBezTo>
                    <a:pt x="44" y="77"/>
                    <a:pt x="44" y="77"/>
                    <a:pt x="44" y="77"/>
                  </a:cubicBezTo>
                  <a:cubicBezTo>
                    <a:pt x="46" y="80"/>
                    <a:pt x="46" y="84"/>
                    <a:pt x="44" y="87"/>
                  </a:cubicBezTo>
                  <a:cubicBezTo>
                    <a:pt x="34" y="97"/>
                    <a:pt x="34" y="97"/>
                    <a:pt x="34" y="97"/>
                  </a:cubicBezTo>
                  <a:cubicBezTo>
                    <a:pt x="31" y="99"/>
                    <a:pt x="27" y="99"/>
                    <a:pt x="24" y="97"/>
                  </a:cubicBezTo>
                  <a:cubicBezTo>
                    <a:pt x="24" y="97"/>
                    <a:pt x="24" y="97"/>
                    <a:pt x="24" y="97"/>
                  </a:cubicBezTo>
                  <a:cubicBezTo>
                    <a:pt x="21" y="94"/>
                    <a:pt x="21" y="90"/>
                    <a:pt x="24" y="87"/>
                  </a:cubicBezTo>
                  <a:cubicBezTo>
                    <a:pt x="34" y="77"/>
                    <a:pt x="34" y="77"/>
                    <a:pt x="34" y="77"/>
                  </a:cubicBezTo>
                  <a:cubicBezTo>
                    <a:pt x="37" y="74"/>
                    <a:pt x="41" y="74"/>
                    <a:pt x="44" y="77"/>
                  </a:cubicBezTo>
                  <a:close/>
                  <a:moveTo>
                    <a:pt x="31" y="68"/>
                  </a:moveTo>
                  <a:cubicBezTo>
                    <a:pt x="31" y="68"/>
                    <a:pt x="31" y="68"/>
                    <a:pt x="31" y="68"/>
                  </a:cubicBezTo>
                  <a:cubicBezTo>
                    <a:pt x="34" y="71"/>
                    <a:pt x="34" y="75"/>
                    <a:pt x="31" y="78"/>
                  </a:cubicBezTo>
                  <a:cubicBezTo>
                    <a:pt x="29" y="80"/>
                    <a:pt x="29" y="80"/>
                    <a:pt x="29" y="80"/>
                  </a:cubicBezTo>
                  <a:cubicBezTo>
                    <a:pt x="25" y="83"/>
                    <a:pt x="18" y="86"/>
                    <a:pt x="12" y="86"/>
                  </a:cubicBezTo>
                  <a:cubicBezTo>
                    <a:pt x="12" y="86"/>
                    <a:pt x="12" y="86"/>
                    <a:pt x="12" y="86"/>
                  </a:cubicBezTo>
                  <a:cubicBezTo>
                    <a:pt x="9" y="86"/>
                    <a:pt x="7" y="82"/>
                    <a:pt x="10" y="80"/>
                  </a:cubicBezTo>
                  <a:cubicBezTo>
                    <a:pt x="24" y="65"/>
                    <a:pt x="24" y="65"/>
                    <a:pt x="24" y="65"/>
                  </a:cubicBezTo>
                  <a:cubicBezTo>
                    <a:pt x="27" y="63"/>
                    <a:pt x="31" y="64"/>
                    <a:pt x="31" y="68"/>
                  </a:cubicBezTo>
                  <a:close/>
                  <a:moveTo>
                    <a:pt x="89" y="8"/>
                  </a:moveTo>
                  <a:cubicBezTo>
                    <a:pt x="112" y="63"/>
                    <a:pt x="112" y="63"/>
                    <a:pt x="112" y="63"/>
                  </a:cubicBezTo>
                  <a:cubicBezTo>
                    <a:pt x="132" y="58"/>
                    <a:pt x="132" y="58"/>
                    <a:pt x="132" y="58"/>
                  </a:cubicBezTo>
                  <a:cubicBezTo>
                    <a:pt x="111" y="8"/>
                    <a:pt x="111" y="8"/>
                    <a:pt x="111" y="8"/>
                  </a:cubicBezTo>
                  <a:cubicBezTo>
                    <a:pt x="109" y="3"/>
                    <a:pt x="102" y="0"/>
                    <a:pt x="97" y="4"/>
                  </a:cubicBezTo>
                  <a:lnTo>
                    <a:pt x="89"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67" name="Freeform 200">
              <a:extLst>
                <a:ext uri="{FF2B5EF4-FFF2-40B4-BE49-F238E27FC236}">
                  <a16:creationId xmlns:a16="http://schemas.microsoft.com/office/drawing/2014/main" id="{D3052955-E03B-FE83-4765-645C78057A22}"/>
                </a:ext>
              </a:extLst>
            </p:cNvPr>
            <p:cNvSpPr>
              <a:spLocks noEditPoints="1"/>
            </p:cNvSpPr>
            <p:nvPr/>
          </p:nvSpPr>
          <p:spPr bwMode="auto">
            <a:xfrm>
              <a:off x="7621588" y="1962150"/>
              <a:ext cx="506412" cy="403225"/>
            </a:xfrm>
            <a:custGeom>
              <a:avLst/>
              <a:gdLst>
                <a:gd name="T0" fmla="*/ 100 w 135"/>
                <a:gd name="T1" fmla="*/ 100 h 107"/>
                <a:gd name="T2" fmla="*/ 86 w 135"/>
                <a:gd name="T3" fmla="*/ 107 h 107"/>
                <a:gd name="T4" fmla="*/ 92 w 135"/>
                <a:gd name="T5" fmla="*/ 101 h 107"/>
                <a:gd name="T6" fmla="*/ 94 w 135"/>
                <a:gd name="T7" fmla="*/ 95 h 107"/>
                <a:gd name="T8" fmla="*/ 94 w 135"/>
                <a:gd name="T9" fmla="*/ 95 h 107"/>
                <a:gd name="T10" fmla="*/ 100 w 135"/>
                <a:gd name="T11" fmla="*/ 100 h 107"/>
                <a:gd name="T12" fmla="*/ 132 w 135"/>
                <a:gd name="T13" fmla="*/ 70 h 107"/>
                <a:gd name="T14" fmla="*/ 132 w 135"/>
                <a:gd name="T15" fmla="*/ 70 h 107"/>
                <a:gd name="T16" fmla="*/ 99 w 135"/>
                <a:gd name="T17" fmla="*/ 38 h 107"/>
                <a:gd name="T18" fmla="*/ 86 w 135"/>
                <a:gd name="T19" fmla="*/ 34 h 107"/>
                <a:gd name="T20" fmla="*/ 78 w 135"/>
                <a:gd name="T21" fmla="*/ 34 h 107"/>
                <a:gd name="T22" fmla="*/ 59 w 135"/>
                <a:gd name="T23" fmla="*/ 42 h 107"/>
                <a:gd name="T24" fmla="*/ 50 w 135"/>
                <a:gd name="T25" fmla="*/ 39 h 107"/>
                <a:gd name="T26" fmla="*/ 48 w 135"/>
                <a:gd name="T27" fmla="*/ 38 h 107"/>
                <a:gd name="T28" fmla="*/ 49 w 135"/>
                <a:gd name="T29" fmla="*/ 36 h 107"/>
                <a:gd name="T30" fmla="*/ 65 w 135"/>
                <a:gd name="T31" fmla="*/ 17 h 107"/>
                <a:gd name="T32" fmla="*/ 65 w 135"/>
                <a:gd name="T33" fmla="*/ 16 h 107"/>
                <a:gd name="T34" fmla="*/ 78 w 135"/>
                <a:gd name="T35" fmla="*/ 11 h 107"/>
                <a:gd name="T36" fmla="*/ 63 w 135"/>
                <a:gd name="T37" fmla="*/ 8 h 107"/>
                <a:gd name="T38" fmla="*/ 43 w 135"/>
                <a:gd name="T39" fmla="*/ 15 h 107"/>
                <a:gd name="T40" fmla="*/ 23 w 135"/>
                <a:gd name="T41" fmla="*/ 64 h 107"/>
                <a:gd name="T42" fmla="*/ 31 w 135"/>
                <a:gd name="T43" fmla="*/ 69 h 107"/>
                <a:gd name="T44" fmla="*/ 33 w 135"/>
                <a:gd name="T45" fmla="*/ 68 h 107"/>
                <a:gd name="T46" fmla="*/ 40 w 135"/>
                <a:gd name="T47" fmla="*/ 60 h 107"/>
                <a:gd name="T48" fmla="*/ 46 w 135"/>
                <a:gd name="T49" fmla="*/ 57 h 107"/>
                <a:gd name="T50" fmla="*/ 54 w 135"/>
                <a:gd name="T51" fmla="*/ 60 h 107"/>
                <a:gd name="T52" fmla="*/ 57 w 135"/>
                <a:gd name="T53" fmla="*/ 67 h 107"/>
                <a:gd name="T54" fmla="*/ 57 w 135"/>
                <a:gd name="T55" fmla="*/ 67 h 107"/>
                <a:gd name="T56" fmla="*/ 60 w 135"/>
                <a:gd name="T57" fmla="*/ 66 h 107"/>
                <a:gd name="T58" fmla="*/ 67 w 135"/>
                <a:gd name="T59" fmla="*/ 69 h 107"/>
                <a:gd name="T60" fmla="*/ 70 w 135"/>
                <a:gd name="T61" fmla="*/ 76 h 107"/>
                <a:gd name="T62" fmla="*/ 73 w 135"/>
                <a:gd name="T63" fmla="*/ 75 h 107"/>
                <a:gd name="T64" fmla="*/ 80 w 135"/>
                <a:gd name="T65" fmla="*/ 78 h 107"/>
                <a:gd name="T66" fmla="*/ 82 w 135"/>
                <a:gd name="T67" fmla="*/ 86 h 107"/>
                <a:gd name="T68" fmla="*/ 85 w 135"/>
                <a:gd name="T69" fmla="*/ 86 h 107"/>
                <a:gd name="T70" fmla="*/ 90 w 135"/>
                <a:gd name="T71" fmla="*/ 87 h 107"/>
                <a:gd name="T72" fmla="*/ 90 w 135"/>
                <a:gd name="T73" fmla="*/ 88 h 107"/>
                <a:gd name="T74" fmla="*/ 92 w 135"/>
                <a:gd name="T75" fmla="*/ 89 h 107"/>
                <a:gd name="T76" fmla="*/ 102 w 135"/>
                <a:gd name="T77" fmla="*/ 99 h 107"/>
                <a:gd name="T78" fmla="*/ 110 w 135"/>
                <a:gd name="T79" fmla="*/ 92 h 107"/>
                <a:gd name="T80" fmla="*/ 89 w 135"/>
                <a:gd name="T81" fmla="*/ 70 h 107"/>
                <a:gd name="T82" fmla="*/ 89 w 135"/>
                <a:gd name="T83" fmla="*/ 68 h 107"/>
                <a:gd name="T84" fmla="*/ 91 w 135"/>
                <a:gd name="T85" fmla="*/ 68 h 107"/>
                <a:gd name="T86" fmla="*/ 112 w 135"/>
                <a:gd name="T87" fmla="*/ 90 h 107"/>
                <a:gd name="T88" fmla="*/ 121 w 135"/>
                <a:gd name="T89" fmla="*/ 81 h 107"/>
                <a:gd name="T90" fmla="*/ 100 w 135"/>
                <a:gd name="T91" fmla="*/ 60 h 107"/>
                <a:gd name="T92" fmla="*/ 100 w 135"/>
                <a:gd name="T93" fmla="*/ 58 h 107"/>
                <a:gd name="T94" fmla="*/ 102 w 135"/>
                <a:gd name="T95" fmla="*/ 58 h 107"/>
                <a:gd name="T96" fmla="*/ 124 w 135"/>
                <a:gd name="T97" fmla="*/ 80 h 107"/>
                <a:gd name="T98" fmla="*/ 132 w 135"/>
                <a:gd name="T99" fmla="*/ 70 h 107"/>
                <a:gd name="T100" fmla="*/ 24 w 135"/>
                <a:gd name="T101" fmla="*/ 0 h 107"/>
                <a:gd name="T102" fmla="*/ 2 w 135"/>
                <a:gd name="T103" fmla="*/ 52 h 107"/>
                <a:gd name="T104" fmla="*/ 8 w 135"/>
                <a:gd name="T105" fmla="*/ 63 h 107"/>
                <a:gd name="T106" fmla="*/ 19 w 135"/>
                <a:gd name="T107" fmla="*/ 66 h 107"/>
                <a:gd name="T108" fmla="*/ 41 w 135"/>
                <a:gd name="T109" fmla="*/ 11 h 107"/>
                <a:gd name="T110" fmla="*/ 24 w 135"/>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5" h="107">
                  <a:moveTo>
                    <a:pt x="100" y="100"/>
                  </a:moveTo>
                  <a:cubicBezTo>
                    <a:pt x="96" y="107"/>
                    <a:pt x="88" y="107"/>
                    <a:pt x="86" y="107"/>
                  </a:cubicBezTo>
                  <a:cubicBezTo>
                    <a:pt x="92" y="101"/>
                    <a:pt x="92" y="101"/>
                    <a:pt x="92" y="101"/>
                  </a:cubicBezTo>
                  <a:cubicBezTo>
                    <a:pt x="93" y="100"/>
                    <a:pt x="94" y="97"/>
                    <a:pt x="94" y="95"/>
                  </a:cubicBezTo>
                  <a:cubicBezTo>
                    <a:pt x="94" y="95"/>
                    <a:pt x="94" y="95"/>
                    <a:pt x="94" y="95"/>
                  </a:cubicBezTo>
                  <a:lnTo>
                    <a:pt x="100" y="100"/>
                  </a:lnTo>
                  <a:close/>
                  <a:moveTo>
                    <a:pt x="132" y="70"/>
                  </a:moveTo>
                  <a:cubicBezTo>
                    <a:pt x="132" y="70"/>
                    <a:pt x="132" y="70"/>
                    <a:pt x="132" y="70"/>
                  </a:cubicBezTo>
                  <a:cubicBezTo>
                    <a:pt x="99" y="38"/>
                    <a:pt x="99" y="38"/>
                    <a:pt x="99" y="38"/>
                  </a:cubicBezTo>
                  <a:cubicBezTo>
                    <a:pt x="86" y="34"/>
                    <a:pt x="86" y="34"/>
                    <a:pt x="86" y="34"/>
                  </a:cubicBezTo>
                  <a:cubicBezTo>
                    <a:pt x="78" y="34"/>
                    <a:pt x="78" y="34"/>
                    <a:pt x="78" y="34"/>
                  </a:cubicBezTo>
                  <a:cubicBezTo>
                    <a:pt x="76" y="36"/>
                    <a:pt x="68" y="42"/>
                    <a:pt x="59" y="42"/>
                  </a:cubicBezTo>
                  <a:cubicBezTo>
                    <a:pt x="56" y="42"/>
                    <a:pt x="53" y="41"/>
                    <a:pt x="50" y="39"/>
                  </a:cubicBezTo>
                  <a:cubicBezTo>
                    <a:pt x="48" y="38"/>
                    <a:pt x="48" y="38"/>
                    <a:pt x="48" y="38"/>
                  </a:cubicBezTo>
                  <a:cubicBezTo>
                    <a:pt x="49" y="36"/>
                    <a:pt x="49" y="36"/>
                    <a:pt x="49" y="36"/>
                  </a:cubicBezTo>
                  <a:cubicBezTo>
                    <a:pt x="51" y="31"/>
                    <a:pt x="65" y="17"/>
                    <a:pt x="65" y="17"/>
                  </a:cubicBezTo>
                  <a:cubicBezTo>
                    <a:pt x="65" y="16"/>
                    <a:pt x="65" y="16"/>
                    <a:pt x="65" y="16"/>
                  </a:cubicBezTo>
                  <a:cubicBezTo>
                    <a:pt x="67" y="16"/>
                    <a:pt x="72" y="13"/>
                    <a:pt x="78" y="11"/>
                  </a:cubicBezTo>
                  <a:cubicBezTo>
                    <a:pt x="72" y="9"/>
                    <a:pt x="66" y="8"/>
                    <a:pt x="63" y="8"/>
                  </a:cubicBezTo>
                  <a:cubicBezTo>
                    <a:pt x="60" y="8"/>
                    <a:pt x="43" y="15"/>
                    <a:pt x="43" y="15"/>
                  </a:cubicBezTo>
                  <a:cubicBezTo>
                    <a:pt x="23" y="64"/>
                    <a:pt x="23" y="64"/>
                    <a:pt x="23" y="64"/>
                  </a:cubicBezTo>
                  <a:cubicBezTo>
                    <a:pt x="31" y="69"/>
                    <a:pt x="31" y="69"/>
                    <a:pt x="31" y="69"/>
                  </a:cubicBezTo>
                  <a:cubicBezTo>
                    <a:pt x="32" y="69"/>
                    <a:pt x="32" y="68"/>
                    <a:pt x="33" y="68"/>
                  </a:cubicBezTo>
                  <a:cubicBezTo>
                    <a:pt x="40" y="60"/>
                    <a:pt x="40" y="60"/>
                    <a:pt x="40" y="60"/>
                  </a:cubicBezTo>
                  <a:cubicBezTo>
                    <a:pt x="42" y="59"/>
                    <a:pt x="44" y="58"/>
                    <a:pt x="46" y="57"/>
                  </a:cubicBezTo>
                  <a:cubicBezTo>
                    <a:pt x="49" y="57"/>
                    <a:pt x="52" y="58"/>
                    <a:pt x="54" y="60"/>
                  </a:cubicBezTo>
                  <a:cubicBezTo>
                    <a:pt x="56" y="62"/>
                    <a:pt x="57" y="64"/>
                    <a:pt x="57" y="67"/>
                  </a:cubicBezTo>
                  <a:cubicBezTo>
                    <a:pt x="57" y="67"/>
                    <a:pt x="57" y="67"/>
                    <a:pt x="57" y="67"/>
                  </a:cubicBezTo>
                  <a:cubicBezTo>
                    <a:pt x="58" y="66"/>
                    <a:pt x="59" y="66"/>
                    <a:pt x="60" y="66"/>
                  </a:cubicBezTo>
                  <a:cubicBezTo>
                    <a:pt x="63" y="66"/>
                    <a:pt x="65" y="67"/>
                    <a:pt x="67" y="69"/>
                  </a:cubicBezTo>
                  <a:cubicBezTo>
                    <a:pt x="69" y="71"/>
                    <a:pt x="70" y="73"/>
                    <a:pt x="70" y="76"/>
                  </a:cubicBezTo>
                  <a:cubicBezTo>
                    <a:pt x="71" y="76"/>
                    <a:pt x="72" y="75"/>
                    <a:pt x="73" y="75"/>
                  </a:cubicBezTo>
                  <a:cubicBezTo>
                    <a:pt x="75" y="75"/>
                    <a:pt x="78" y="76"/>
                    <a:pt x="80" y="78"/>
                  </a:cubicBezTo>
                  <a:cubicBezTo>
                    <a:pt x="82" y="80"/>
                    <a:pt x="83" y="83"/>
                    <a:pt x="82" y="86"/>
                  </a:cubicBezTo>
                  <a:cubicBezTo>
                    <a:pt x="83" y="86"/>
                    <a:pt x="84" y="86"/>
                    <a:pt x="85" y="86"/>
                  </a:cubicBezTo>
                  <a:cubicBezTo>
                    <a:pt x="87" y="86"/>
                    <a:pt x="89" y="86"/>
                    <a:pt x="90" y="87"/>
                  </a:cubicBezTo>
                  <a:cubicBezTo>
                    <a:pt x="90" y="87"/>
                    <a:pt x="90" y="87"/>
                    <a:pt x="90" y="88"/>
                  </a:cubicBezTo>
                  <a:cubicBezTo>
                    <a:pt x="91" y="88"/>
                    <a:pt x="92" y="89"/>
                    <a:pt x="92" y="89"/>
                  </a:cubicBezTo>
                  <a:cubicBezTo>
                    <a:pt x="102" y="99"/>
                    <a:pt x="102" y="99"/>
                    <a:pt x="102" y="99"/>
                  </a:cubicBezTo>
                  <a:cubicBezTo>
                    <a:pt x="105" y="99"/>
                    <a:pt x="110" y="96"/>
                    <a:pt x="110" y="92"/>
                  </a:cubicBezTo>
                  <a:cubicBezTo>
                    <a:pt x="89" y="70"/>
                    <a:pt x="89" y="70"/>
                    <a:pt x="89" y="70"/>
                  </a:cubicBezTo>
                  <a:cubicBezTo>
                    <a:pt x="88" y="70"/>
                    <a:pt x="88" y="69"/>
                    <a:pt x="89" y="68"/>
                  </a:cubicBezTo>
                  <a:cubicBezTo>
                    <a:pt x="89" y="68"/>
                    <a:pt x="90" y="68"/>
                    <a:pt x="91" y="68"/>
                  </a:cubicBezTo>
                  <a:cubicBezTo>
                    <a:pt x="112" y="90"/>
                    <a:pt x="112" y="90"/>
                    <a:pt x="112" y="90"/>
                  </a:cubicBezTo>
                  <a:cubicBezTo>
                    <a:pt x="116" y="90"/>
                    <a:pt x="122" y="86"/>
                    <a:pt x="121" y="81"/>
                  </a:cubicBezTo>
                  <a:cubicBezTo>
                    <a:pt x="100" y="60"/>
                    <a:pt x="100" y="60"/>
                    <a:pt x="100" y="60"/>
                  </a:cubicBezTo>
                  <a:cubicBezTo>
                    <a:pt x="99" y="59"/>
                    <a:pt x="99" y="58"/>
                    <a:pt x="100" y="58"/>
                  </a:cubicBezTo>
                  <a:cubicBezTo>
                    <a:pt x="100" y="57"/>
                    <a:pt x="101" y="57"/>
                    <a:pt x="102" y="58"/>
                  </a:cubicBezTo>
                  <a:cubicBezTo>
                    <a:pt x="124" y="80"/>
                    <a:pt x="124" y="80"/>
                    <a:pt x="124" y="80"/>
                  </a:cubicBezTo>
                  <a:cubicBezTo>
                    <a:pt x="129" y="80"/>
                    <a:pt x="135" y="76"/>
                    <a:pt x="132" y="70"/>
                  </a:cubicBezTo>
                  <a:close/>
                  <a:moveTo>
                    <a:pt x="24" y="0"/>
                  </a:moveTo>
                  <a:cubicBezTo>
                    <a:pt x="2" y="52"/>
                    <a:pt x="2" y="52"/>
                    <a:pt x="2" y="52"/>
                  </a:cubicBezTo>
                  <a:cubicBezTo>
                    <a:pt x="0" y="57"/>
                    <a:pt x="3" y="62"/>
                    <a:pt x="8" y="63"/>
                  </a:cubicBezTo>
                  <a:cubicBezTo>
                    <a:pt x="19" y="66"/>
                    <a:pt x="19" y="66"/>
                    <a:pt x="19" y="66"/>
                  </a:cubicBezTo>
                  <a:cubicBezTo>
                    <a:pt x="41" y="11"/>
                    <a:pt x="41" y="11"/>
                    <a:pt x="41" y="11"/>
                  </a:cubicBez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68" name="TextBox 167">
            <a:extLst>
              <a:ext uri="{FF2B5EF4-FFF2-40B4-BE49-F238E27FC236}">
                <a16:creationId xmlns:a16="http://schemas.microsoft.com/office/drawing/2014/main" id="{AB941B2B-17D1-9DDD-992A-1440109786C9}"/>
              </a:ext>
            </a:extLst>
          </p:cNvPr>
          <p:cNvSpPr txBox="1"/>
          <p:nvPr/>
        </p:nvSpPr>
        <p:spPr>
          <a:xfrm>
            <a:off x="1405476" y="3551773"/>
            <a:ext cx="4070292" cy="492443"/>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support a move off existing systems</a:t>
            </a:r>
          </a:p>
          <a:p>
            <a:pPr>
              <a:defRPr/>
            </a:pPr>
            <a:endParaRPr lang="en-IN" sz="1600">
              <a:solidFill>
                <a:prstClr val="black"/>
              </a:solidFill>
              <a:latin typeface="Calibri" panose="020F0502020204030204"/>
            </a:endParaRPr>
          </a:p>
        </p:txBody>
      </p:sp>
      <p:sp>
        <p:nvSpPr>
          <p:cNvPr id="169" name="Oval 168">
            <a:extLst>
              <a:ext uri="{FF2B5EF4-FFF2-40B4-BE49-F238E27FC236}">
                <a16:creationId xmlns:a16="http://schemas.microsoft.com/office/drawing/2014/main" id="{1880EAF7-86FD-35D7-932B-C857B027B8CE}"/>
              </a:ext>
            </a:extLst>
          </p:cNvPr>
          <p:cNvSpPr/>
          <p:nvPr/>
        </p:nvSpPr>
        <p:spPr>
          <a:xfrm>
            <a:off x="778906" y="4321579"/>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70" name="TextBox 169">
            <a:extLst>
              <a:ext uri="{FF2B5EF4-FFF2-40B4-BE49-F238E27FC236}">
                <a16:creationId xmlns:a16="http://schemas.microsoft.com/office/drawing/2014/main" id="{5553FB73-CD0E-47F9-10F9-B96FDEF9D608}"/>
              </a:ext>
            </a:extLst>
          </p:cNvPr>
          <p:cNvSpPr txBox="1"/>
          <p:nvPr/>
        </p:nvSpPr>
        <p:spPr>
          <a:xfrm>
            <a:off x="1405476" y="4354870"/>
            <a:ext cx="4066764" cy="492443"/>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support flexibility and maintainability for future releases?</a:t>
            </a:r>
          </a:p>
        </p:txBody>
      </p:sp>
      <p:grpSp>
        <p:nvGrpSpPr>
          <p:cNvPr id="171" name="Groupe 522">
            <a:extLst>
              <a:ext uri="{FF2B5EF4-FFF2-40B4-BE49-F238E27FC236}">
                <a16:creationId xmlns:a16="http://schemas.microsoft.com/office/drawing/2014/main" id="{B3205E23-D70E-CFAC-FC0C-BB5B3ACB7CA3}"/>
              </a:ext>
            </a:extLst>
          </p:cNvPr>
          <p:cNvGrpSpPr/>
          <p:nvPr/>
        </p:nvGrpSpPr>
        <p:grpSpPr>
          <a:xfrm>
            <a:off x="890403" y="4423344"/>
            <a:ext cx="307047" cy="279899"/>
            <a:chOff x="6630988" y="5624513"/>
            <a:chExt cx="520700" cy="474663"/>
          </a:xfrm>
          <a:solidFill>
            <a:sysClr val="window" lastClr="FFFFFF"/>
          </a:solidFill>
        </p:grpSpPr>
        <p:sp>
          <p:nvSpPr>
            <p:cNvPr id="172" name="Freeform 384">
              <a:extLst>
                <a:ext uri="{FF2B5EF4-FFF2-40B4-BE49-F238E27FC236}">
                  <a16:creationId xmlns:a16="http://schemas.microsoft.com/office/drawing/2014/main" id="{62CB226E-8BBA-22F2-5201-54E3812A2632}"/>
                </a:ext>
              </a:extLst>
            </p:cNvPr>
            <p:cNvSpPr>
              <a:spLocks/>
            </p:cNvSpPr>
            <p:nvPr/>
          </p:nvSpPr>
          <p:spPr bwMode="auto">
            <a:xfrm>
              <a:off x="6691313" y="5835650"/>
              <a:ext cx="328613" cy="219075"/>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3" name="Freeform 385">
              <a:extLst>
                <a:ext uri="{FF2B5EF4-FFF2-40B4-BE49-F238E27FC236}">
                  <a16:creationId xmlns:a16="http://schemas.microsoft.com/office/drawing/2014/main" id="{19578D3B-A781-F29E-4CC5-0C880698943E}"/>
                </a:ext>
              </a:extLst>
            </p:cNvPr>
            <p:cNvSpPr>
              <a:spLocks noEditPoints="1"/>
            </p:cNvSpPr>
            <p:nvPr/>
          </p:nvSpPr>
          <p:spPr bwMode="auto">
            <a:xfrm>
              <a:off x="7011988" y="5842000"/>
              <a:ext cx="139700" cy="198438"/>
            </a:xfrm>
            <a:custGeom>
              <a:avLst/>
              <a:gdLst>
                <a:gd name="T0" fmla="*/ 41 w 41"/>
                <a:gd name="T1" fmla="*/ 51 h 58"/>
                <a:gd name="T2" fmla="*/ 10 w 41"/>
                <a:gd name="T3" fmla="*/ 53 h 58"/>
                <a:gd name="T4" fmla="*/ 5 w 41"/>
                <a:gd name="T5" fmla="*/ 49 h 58"/>
                <a:gd name="T6" fmla="*/ 2 w 41"/>
                <a:gd name="T7" fmla="*/ 17 h 58"/>
                <a:gd name="T8" fmla="*/ 1 w 41"/>
                <a:gd name="T9" fmla="*/ 10 h 58"/>
                <a:gd name="T10" fmla="*/ 3 w 41"/>
                <a:gd name="T11" fmla="*/ 5 h 58"/>
                <a:gd name="T12" fmla="*/ 35 w 41"/>
                <a:gd name="T13" fmla="*/ 0 h 58"/>
                <a:gd name="T14" fmla="*/ 41 w 41"/>
                <a:gd name="T15" fmla="*/ 51 h 58"/>
                <a:gd name="T16" fmla="*/ 29 w 41"/>
                <a:gd name="T17" fmla="*/ 11 h 58"/>
                <a:gd name="T18" fmla="*/ 25 w 41"/>
                <a:gd name="T19" fmla="*/ 7 h 58"/>
                <a:gd name="T20" fmla="*/ 22 w 41"/>
                <a:gd name="T21" fmla="*/ 11 h 58"/>
                <a:gd name="T22" fmla="*/ 25 w 41"/>
                <a:gd name="T23" fmla="*/ 14 h 58"/>
                <a:gd name="T24" fmla="*/ 29 w 41"/>
                <a:gd name="T25" fmla="*/ 1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58">
                  <a:moveTo>
                    <a:pt x="41" y="51"/>
                  </a:moveTo>
                  <a:cubicBezTo>
                    <a:pt x="33" y="49"/>
                    <a:pt x="24" y="58"/>
                    <a:pt x="10" y="53"/>
                  </a:cubicBezTo>
                  <a:cubicBezTo>
                    <a:pt x="8" y="53"/>
                    <a:pt x="5" y="51"/>
                    <a:pt x="5" y="49"/>
                  </a:cubicBezTo>
                  <a:cubicBezTo>
                    <a:pt x="4" y="38"/>
                    <a:pt x="3" y="27"/>
                    <a:pt x="2" y="17"/>
                  </a:cubicBezTo>
                  <a:cubicBezTo>
                    <a:pt x="1" y="14"/>
                    <a:pt x="1" y="12"/>
                    <a:pt x="1" y="10"/>
                  </a:cubicBezTo>
                  <a:cubicBezTo>
                    <a:pt x="0" y="7"/>
                    <a:pt x="1" y="6"/>
                    <a:pt x="3" y="5"/>
                  </a:cubicBezTo>
                  <a:cubicBezTo>
                    <a:pt x="14" y="4"/>
                    <a:pt x="24" y="2"/>
                    <a:pt x="35" y="0"/>
                  </a:cubicBezTo>
                  <a:cubicBezTo>
                    <a:pt x="37" y="17"/>
                    <a:pt x="39" y="34"/>
                    <a:pt x="41" y="51"/>
                  </a:cubicBezTo>
                  <a:close/>
                  <a:moveTo>
                    <a:pt x="29" y="11"/>
                  </a:moveTo>
                  <a:cubicBezTo>
                    <a:pt x="29" y="9"/>
                    <a:pt x="27" y="7"/>
                    <a:pt x="25" y="7"/>
                  </a:cubicBezTo>
                  <a:cubicBezTo>
                    <a:pt x="23" y="8"/>
                    <a:pt x="22" y="9"/>
                    <a:pt x="22" y="11"/>
                  </a:cubicBezTo>
                  <a:cubicBezTo>
                    <a:pt x="22" y="13"/>
                    <a:pt x="23" y="14"/>
                    <a:pt x="25" y="14"/>
                  </a:cubicBezTo>
                  <a:cubicBezTo>
                    <a:pt x="28" y="14"/>
                    <a:pt x="28" y="12"/>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4" name="Freeform 386">
              <a:extLst>
                <a:ext uri="{FF2B5EF4-FFF2-40B4-BE49-F238E27FC236}">
                  <a16:creationId xmlns:a16="http://schemas.microsoft.com/office/drawing/2014/main" id="{99B2ADE4-AA2F-6E07-7D87-7A626BD000DF}"/>
                </a:ext>
              </a:extLst>
            </p:cNvPr>
            <p:cNvSpPr>
              <a:spLocks/>
            </p:cNvSpPr>
            <p:nvPr/>
          </p:nvSpPr>
          <p:spPr bwMode="auto">
            <a:xfrm>
              <a:off x="6651625" y="5767388"/>
              <a:ext cx="236538" cy="296863"/>
            </a:xfrm>
            <a:custGeom>
              <a:avLst/>
              <a:gdLst>
                <a:gd name="T0" fmla="*/ 60 w 70"/>
                <a:gd name="T1" fmla="*/ 0 h 87"/>
                <a:gd name="T2" fmla="*/ 70 w 70"/>
                <a:gd name="T3" fmla="*/ 8 h 87"/>
                <a:gd name="T4" fmla="*/ 57 w 70"/>
                <a:gd name="T5" fmla="*/ 24 h 87"/>
                <a:gd name="T6" fmla="*/ 31 w 70"/>
                <a:gd name="T7" fmla="*/ 59 h 87"/>
                <a:gd name="T8" fmla="*/ 27 w 70"/>
                <a:gd name="T9" fmla="*/ 63 h 87"/>
                <a:gd name="T10" fmla="*/ 17 w 70"/>
                <a:gd name="T11" fmla="*/ 69 h 87"/>
                <a:gd name="T12" fmla="*/ 15 w 70"/>
                <a:gd name="T13" fmla="*/ 71 h 87"/>
                <a:gd name="T14" fmla="*/ 13 w 70"/>
                <a:gd name="T15" fmla="*/ 84 h 87"/>
                <a:gd name="T16" fmla="*/ 10 w 70"/>
                <a:gd name="T17" fmla="*/ 87 h 87"/>
                <a:gd name="T18" fmla="*/ 0 w 70"/>
                <a:gd name="T19" fmla="*/ 80 h 87"/>
                <a:gd name="T20" fmla="*/ 60 w 70"/>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87">
                  <a:moveTo>
                    <a:pt x="60" y="0"/>
                  </a:moveTo>
                  <a:cubicBezTo>
                    <a:pt x="62" y="5"/>
                    <a:pt x="65" y="7"/>
                    <a:pt x="70" y="8"/>
                  </a:cubicBezTo>
                  <a:cubicBezTo>
                    <a:pt x="66" y="13"/>
                    <a:pt x="62" y="19"/>
                    <a:pt x="57" y="24"/>
                  </a:cubicBezTo>
                  <a:cubicBezTo>
                    <a:pt x="49" y="36"/>
                    <a:pt x="40" y="47"/>
                    <a:pt x="31" y="59"/>
                  </a:cubicBezTo>
                  <a:cubicBezTo>
                    <a:pt x="30" y="60"/>
                    <a:pt x="29" y="62"/>
                    <a:pt x="27" y="63"/>
                  </a:cubicBezTo>
                  <a:cubicBezTo>
                    <a:pt x="24" y="65"/>
                    <a:pt x="20" y="67"/>
                    <a:pt x="17" y="69"/>
                  </a:cubicBezTo>
                  <a:cubicBezTo>
                    <a:pt x="17" y="70"/>
                    <a:pt x="16" y="71"/>
                    <a:pt x="15" y="71"/>
                  </a:cubicBezTo>
                  <a:cubicBezTo>
                    <a:pt x="11" y="75"/>
                    <a:pt x="10" y="79"/>
                    <a:pt x="13" y="84"/>
                  </a:cubicBezTo>
                  <a:cubicBezTo>
                    <a:pt x="12" y="85"/>
                    <a:pt x="11" y="86"/>
                    <a:pt x="10" y="87"/>
                  </a:cubicBezTo>
                  <a:cubicBezTo>
                    <a:pt x="7" y="84"/>
                    <a:pt x="4" y="82"/>
                    <a:pt x="0" y="80"/>
                  </a:cubicBezTo>
                  <a:cubicBezTo>
                    <a:pt x="20" y="53"/>
                    <a:pt x="40" y="27"/>
                    <a:pt x="6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5" name="Freeform 387">
              <a:extLst>
                <a:ext uri="{FF2B5EF4-FFF2-40B4-BE49-F238E27FC236}">
                  <a16:creationId xmlns:a16="http://schemas.microsoft.com/office/drawing/2014/main" id="{ACFE0D8A-1904-AEE8-1EEE-7B077FCA78C1}"/>
                </a:ext>
              </a:extLst>
            </p:cNvPr>
            <p:cNvSpPr>
              <a:spLocks/>
            </p:cNvSpPr>
            <p:nvPr/>
          </p:nvSpPr>
          <p:spPr bwMode="auto">
            <a:xfrm>
              <a:off x="6634163" y="5791200"/>
              <a:ext cx="179388" cy="225425"/>
            </a:xfrm>
            <a:custGeom>
              <a:avLst/>
              <a:gdLst>
                <a:gd name="T0" fmla="*/ 53 w 53"/>
                <a:gd name="T1" fmla="*/ 6 h 66"/>
                <a:gd name="T2" fmla="*/ 41 w 53"/>
                <a:gd name="T3" fmla="*/ 21 h 66"/>
                <a:gd name="T4" fmla="*/ 9 w 53"/>
                <a:gd name="T5" fmla="*/ 63 h 66"/>
                <a:gd name="T6" fmla="*/ 5 w 53"/>
                <a:gd name="T7" fmla="*/ 65 h 66"/>
                <a:gd name="T8" fmla="*/ 1 w 53"/>
                <a:gd name="T9" fmla="*/ 58 h 66"/>
                <a:gd name="T10" fmla="*/ 2 w 53"/>
                <a:gd name="T11" fmla="*/ 56 h 66"/>
                <a:gd name="T12" fmla="*/ 14 w 53"/>
                <a:gd name="T13" fmla="*/ 34 h 66"/>
                <a:gd name="T14" fmla="*/ 17 w 53"/>
                <a:gd name="T15" fmla="*/ 31 h 66"/>
                <a:gd name="T16" fmla="*/ 27 w 53"/>
                <a:gd name="T17" fmla="*/ 18 h 66"/>
                <a:gd name="T18" fmla="*/ 33 w 53"/>
                <a:gd name="T19" fmla="*/ 8 h 66"/>
                <a:gd name="T20" fmla="*/ 53 w 53"/>
                <a:gd name="T21"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66">
                  <a:moveTo>
                    <a:pt x="53" y="6"/>
                  </a:moveTo>
                  <a:cubicBezTo>
                    <a:pt x="49" y="11"/>
                    <a:pt x="45" y="16"/>
                    <a:pt x="41" y="21"/>
                  </a:cubicBezTo>
                  <a:cubicBezTo>
                    <a:pt x="31" y="35"/>
                    <a:pt x="20" y="49"/>
                    <a:pt x="9" y="63"/>
                  </a:cubicBezTo>
                  <a:cubicBezTo>
                    <a:pt x="8" y="65"/>
                    <a:pt x="7" y="66"/>
                    <a:pt x="5" y="65"/>
                  </a:cubicBezTo>
                  <a:cubicBezTo>
                    <a:pt x="1" y="65"/>
                    <a:pt x="0" y="62"/>
                    <a:pt x="1" y="58"/>
                  </a:cubicBezTo>
                  <a:cubicBezTo>
                    <a:pt x="1" y="57"/>
                    <a:pt x="2" y="57"/>
                    <a:pt x="2" y="56"/>
                  </a:cubicBezTo>
                  <a:cubicBezTo>
                    <a:pt x="6" y="48"/>
                    <a:pt x="10" y="41"/>
                    <a:pt x="14" y="34"/>
                  </a:cubicBezTo>
                  <a:cubicBezTo>
                    <a:pt x="15" y="33"/>
                    <a:pt x="16" y="32"/>
                    <a:pt x="17" y="31"/>
                  </a:cubicBezTo>
                  <a:cubicBezTo>
                    <a:pt x="22" y="28"/>
                    <a:pt x="25" y="23"/>
                    <a:pt x="27" y="18"/>
                  </a:cubicBezTo>
                  <a:cubicBezTo>
                    <a:pt x="29" y="15"/>
                    <a:pt x="31" y="11"/>
                    <a:pt x="33" y="8"/>
                  </a:cubicBezTo>
                  <a:cubicBezTo>
                    <a:pt x="39" y="0"/>
                    <a:pt x="45" y="0"/>
                    <a:pt x="5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6" name="Freeform 388">
              <a:extLst>
                <a:ext uri="{FF2B5EF4-FFF2-40B4-BE49-F238E27FC236}">
                  <a16:creationId xmlns:a16="http://schemas.microsoft.com/office/drawing/2014/main" id="{B777D384-0D5D-1A1D-8773-F2F3916A36C8}"/>
                </a:ext>
              </a:extLst>
            </p:cNvPr>
            <p:cNvSpPr>
              <a:spLocks/>
            </p:cNvSpPr>
            <p:nvPr/>
          </p:nvSpPr>
          <p:spPr bwMode="auto">
            <a:xfrm>
              <a:off x="6864350" y="5624513"/>
              <a:ext cx="120650" cy="160338"/>
            </a:xfrm>
            <a:custGeom>
              <a:avLst/>
              <a:gdLst>
                <a:gd name="T0" fmla="*/ 35 w 36"/>
                <a:gd name="T1" fmla="*/ 6 h 47"/>
                <a:gd name="T2" fmla="*/ 12 w 36"/>
                <a:gd name="T3" fmla="*/ 43 h 47"/>
                <a:gd name="T4" fmla="*/ 3 w 36"/>
                <a:gd name="T5" fmla="*/ 44 h 47"/>
                <a:gd name="T6" fmla="*/ 2 w 36"/>
                <a:gd name="T7" fmla="*/ 35 h 47"/>
                <a:gd name="T8" fmla="*/ 24 w 36"/>
                <a:gd name="T9" fmla="*/ 6 h 47"/>
                <a:gd name="T10" fmla="*/ 35 w 36"/>
                <a:gd name="T11" fmla="*/ 6 h 47"/>
              </a:gdLst>
              <a:ahLst/>
              <a:cxnLst>
                <a:cxn ang="0">
                  <a:pos x="T0" y="T1"/>
                </a:cxn>
                <a:cxn ang="0">
                  <a:pos x="T2" y="T3"/>
                </a:cxn>
                <a:cxn ang="0">
                  <a:pos x="T4" y="T5"/>
                </a:cxn>
                <a:cxn ang="0">
                  <a:pos x="T6" y="T7"/>
                </a:cxn>
                <a:cxn ang="0">
                  <a:pos x="T8" y="T9"/>
                </a:cxn>
                <a:cxn ang="0">
                  <a:pos x="T10" y="T11"/>
                </a:cxn>
              </a:cxnLst>
              <a:rect l="0" t="0" r="r" b="b"/>
              <a:pathLst>
                <a:path w="36" h="47">
                  <a:moveTo>
                    <a:pt x="35" y="6"/>
                  </a:moveTo>
                  <a:cubicBezTo>
                    <a:pt x="36" y="19"/>
                    <a:pt x="21" y="23"/>
                    <a:pt x="12" y="43"/>
                  </a:cubicBezTo>
                  <a:cubicBezTo>
                    <a:pt x="10" y="46"/>
                    <a:pt x="6" y="47"/>
                    <a:pt x="3" y="44"/>
                  </a:cubicBezTo>
                  <a:cubicBezTo>
                    <a:pt x="0" y="42"/>
                    <a:pt x="0" y="39"/>
                    <a:pt x="2" y="35"/>
                  </a:cubicBezTo>
                  <a:cubicBezTo>
                    <a:pt x="10" y="26"/>
                    <a:pt x="17" y="16"/>
                    <a:pt x="24" y="6"/>
                  </a:cubicBezTo>
                  <a:cubicBezTo>
                    <a:pt x="25" y="4"/>
                    <a:pt x="34"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7" name="Freeform 389">
              <a:extLst>
                <a:ext uri="{FF2B5EF4-FFF2-40B4-BE49-F238E27FC236}">
                  <a16:creationId xmlns:a16="http://schemas.microsoft.com/office/drawing/2014/main" id="{5DFDE992-3A00-82E4-87FB-C37AE76B9162}"/>
                </a:ext>
              </a:extLst>
            </p:cNvPr>
            <p:cNvSpPr>
              <a:spLocks/>
            </p:cNvSpPr>
            <p:nvPr/>
          </p:nvSpPr>
          <p:spPr bwMode="auto">
            <a:xfrm>
              <a:off x="6630988" y="6040438"/>
              <a:ext cx="50800" cy="58738"/>
            </a:xfrm>
            <a:custGeom>
              <a:avLst/>
              <a:gdLst>
                <a:gd name="T0" fmla="*/ 15 w 15"/>
                <a:gd name="T1" fmla="*/ 8 h 17"/>
                <a:gd name="T2" fmla="*/ 3 w 15"/>
                <a:gd name="T3" fmla="*/ 16 h 17"/>
                <a:gd name="T4" fmla="*/ 0 w 15"/>
                <a:gd name="T5" fmla="*/ 17 h 17"/>
                <a:gd name="T6" fmla="*/ 5 w 15"/>
                <a:gd name="T7" fmla="*/ 0 h 17"/>
                <a:gd name="T8" fmla="*/ 15 w 15"/>
                <a:gd name="T9" fmla="*/ 8 h 17"/>
              </a:gdLst>
              <a:ahLst/>
              <a:cxnLst>
                <a:cxn ang="0">
                  <a:pos x="T0" y="T1"/>
                </a:cxn>
                <a:cxn ang="0">
                  <a:pos x="T2" y="T3"/>
                </a:cxn>
                <a:cxn ang="0">
                  <a:pos x="T4" y="T5"/>
                </a:cxn>
                <a:cxn ang="0">
                  <a:pos x="T6" y="T7"/>
                </a:cxn>
                <a:cxn ang="0">
                  <a:pos x="T8" y="T9"/>
                </a:cxn>
              </a:cxnLst>
              <a:rect l="0" t="0" r="r" b="b"/>
              <a:pathLst>
                <a:path w="15" h="17">
                  <a:moveTo>
                    <a:pt x="15" y="8"/>
                  </a:moveTo>
                  <a:cubicBezTo>
                    <a:pt x="13" y="12"/>
                    <a:pt x="7" y="12"/>
                    <a:pt x="3" y="16"/>
                  </a:cubicBezTo>
                  <a:cubicBezTo>
                    <a:pt x="3" y="17"/>
                    <a:pt x="3" y="17"/>
                    <a:pt x="0" y="17"/>
                  </a:cubicBezTo>
                  <a:cubicBezTo>
                    <a:pt x="2" y="11"/>
                    <a:pt x="3" y="6"/>
                    <a:pt x="5" y="0"/>
                  </a:cubicBezTo>
                  <a:cubicBezTo>
                    <a:pt x="9" y="3"/>
                    <a:pt x="12"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78" name="Rectangle 177">
            <a:extLst>
              <a:ext uri="{FF2B5EF4-FFF2-40B4-BE49-F238E27FC236}">
                <a16:creationId xmlns:a16="http://schemas.microsoft.com/office/drawing/2014/main" id="{E2F1B665-2E4A-A856-1E20-9FF16CA52FAD}"/>
              </a:ext>
            </a:extLst>
          </p:cNvPr>
          <p:cNvSpPr/>
          <p:nvPr/>
        </p:nvSpPr>
        <p:spPr>
          <a:xfrm>
            <a:off x="244706" y="962459"/>
            <a:ext cx="11692890" cy="327547"/>
          </a:xfrm>
          <a:prstGeom prst="rect">
            <a:avLst/>
          </a:prstGeom>
          <a:solidFill>
            <a:srgbClr val="5AA2AE">
              <a:lumMod val="75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Verdana"/>
            </a:endParaRPr>
          </a:p>
        </p:txBody>
      </p:sp>
      <p:sp>
        <p:nvSpPr>
          <p:cNvPr id="179" name="TextBox 178">
            <a:extLst>
              <a:ext uri="{FF2B5EF4-FFF2-40B4-BE49-F238E27FC236}">
                <a16:creationId xmlns:a16="http://schemas.microsoft.com/office/drawing/2014/main" id="{0333AB19-23BB-3CF9-3BE2-F13E708DB7D0}"/>
              </a:ext>
            </a:extLst>
          </p:cNvPr>
          <p:cNvSpPr txBox="1"/>
          <p:nvPr/>
        </p:nvSpPr>
        <p:spPr>
          <a:xfrm>
            <a:off x="784543" y="962460"/>
            <a:ext cx="10289857" cy="307777"/>
          </a:xfrm>
          <a:prstGeom prst="rect">
            <a:avLst/>
          </a:prstGeom>
          <a:noFill/>
        </p:spPr>
        <p:txBody>
          <a:bodyPr wrap="square">
            <a:spAutoFit/>
          </a:bodyPr>
          <a:lstStyle/>
          <a:p>
            <a:pPr algn="ctr">
              <a:defRPr/>
            </a:pPr>
            <a:r>
              <a:rPr lang="en-IN" sz="1400">
                <a:solidFill>
                  <a:srgbClr val="FFFFFF"/>
                </a:solidFill>
                <a:ea typeface="Verdana"/>
                <a:cs typeface="Calibri"/>
              </a:rPr>
              <a:t>All key decisions to move through formal programme governance decision bodies</a:t>
            </a:r>
          </a:p>
        </p:txBody>
      </p:sp>
      <p:sp>
        <p:nvSpPr>
          <p:cNvPr id="180" name="Oval 179">
            <a:extLst>
              <a:ext uri="{FF2B5EF4-FFF2-40B4-BE49-F238E27FC236}">
                <a16:creationId xmlns:a16="http://schemas.microsoft.com/office/drawing/2014/main" id="{A20E253D-9C02-5BAE-3C28-657D2E503E54}"/>
              </a:ext>
            </a:extLst>
          </p:cNvPr>
          <p:cNvSpPr/>
          <p:nvPr/>
        </p:nvSpPr>
        <p:spPr>
          <a:xfrm>
            <a:off x="778906" y="5125912"/>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81" name="TextBox 180">
            <a:extLst>
              <a:ext uri="{FF2B5EF4-FFF2-40B4-BE49-F238E27FC236}">
                <a16:creationId xmlns:a16="http://schemas.microsoft.com/office/drawing/2014/main" id="{3A927419-0135-B367-8703-61CD2E96E443}"/>
              </a:ext>
            </a:extLst>
          </p:cNvPr>
          <p:cNvSpPr txBox="1"/>
          <p:nvPr/>
        </p:nvSpPr>
        <p:spPr>
          <a:xfrm>
            <a:off x="1405476" y="5257176"/>
            <a:ext cx="4173090" cy="246221"/>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abide by the Beazley architectural principles?</a:t>
            </a:r>
          </a:p>
        </p:txBody>
      </p:sp>
      <p:sp>
        <p:nvSpPr>
          <p:cNvPr id="182" name="TextBox 181">
            <a:extLst>
              <a:ext uri="{FF2B5EF4-FFF2-40B4-BE49-F238E27FC236}">
                <a16:creationId xmlns:a16="http://schemas.microsoft.com/office/drawing/2014/main" id="{AA7E84DD-A195-7E46-35A5-7A99242CD3AE}"/>
              </a:ext>
            </a:extLst>
          </p:cNvPr>
          <p:cNvSpPr txBox="1"/>
          <p:nvPr/>
        </p:nvSpPr>
        <p:spPr>
          <a:xfrm>
            <a:off x="152400" y="1350066"/>
            <a:ext cx="19685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Does the decision:</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sp>
        <p:nvSpPr>
          <p:cNvPr id="183" name="Oval 182">
            <a:extLst>
              <a:ext uri="{FF2B5EF4-FFF2-40B4-BE49-F238E27FC236}">
                <a16:creationId xmlns:a16="http://schemas.microsoft.com/office/drawing/2014/main" id="{2A4297F1-D3E7-2B6C-81C2-422965163C27}"/>
              </a:ext>
            </a:extLst>
          </p:cNvPr>
          <p:cNvSpPr/>
          <p:nvPr/>
        </p:nvSpPr>
        <p:spPr>
          <a:xfrm>
            <a:off x="778906" y="5938712"/>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84" name="TextBox 183">
            <a:extLst>
              <a:ext uri="{FF2B5EF4-FFF2-40B4-BE49-F238E27FC236}">
                <a16:creationId xmlns:a16="http://schemas.microsoft.com/office/drawing/2014/main" id="{6CC2E6F0-8A52-BD5F-4C35-DB4ED0377547}"/>
              </a:ext>
            </a:extLst>
          </p:cNvPr>
          <p:cNvSpPr txBox="1"/>
          <p:nvPr/>
        </p:nvSpPr>
        <p:spPr>
          <a:xfrm>
            <a:off x="1405476" y="5972003"/>
            <a:ext cx="4307884" cy="492443"/>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allow for scalability and is not closed off for future-states</a:t>
            </a:r>
          </a:p>
        </p:txBody>
      </p:sp>
      <p:grpSp>
        <p:nvGrpSpPr>
          <p:cNvPr id="185" name="Group 184">
            <a:extLst>
              <a:ext uri="{FF2B5EF4-FFF2-40B4-BE49-F238E27FC236}">
                <a16:creationId xmlns:a16="http://schemas.microsoft.com/office/drawing/2014/main" id="{D5A2B38D-456C-17C1-E003-C944FD7903F8}"/>
              </a:ext>
            </a:extLst>
          </p:cNvPr>
          <p:cNvGrpSpPr/>
          <p:nvPr/>
        </p:nvGrpSpPr>
        <p:grpSpPr>
          <a:xfrm>
            <a:off x="858355" y="5253598"/>
            <a:ext cx="390676" cy="277405"/>
            <a:chOff x="1565508" y="2532433"/>
            <a:chExt cx="559237" cy="397100"/>
          </a:xfrm>
          <a:solidFill>
            <a:sysClr val="window" lastClr="FFFFFF"/>
          </a:solidFill>
        </p:grpSpPr>
        <p:sp>
          <p:nvSpPr>
            <p:cNvPr id="186" name="Freeform 151">
              <a:extLst>
                <a:ext uri="{FF2B5EF4-FFF2-40B4-BE49-F238E27FC236}">
                  <a16:creationId xmlns:a16="http://schemas.microsoft.com/office/drawing/2014/main" id="{80FB7322-0009-7117-FC82-283A4AE712F9}"/>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7" name="Freeform 152">
              <a:extLst>
                <a:ext uri="{FF2B5EF4-FFF2-40B4-BE49-F238E27FC236}">
                  <a16:creationId xmlns:a16="http://schemas.microsoft.com/office/drawing/2014/main" id="{E31EE333-5F59-30FF-CF50-71303E14D4E9}"/>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8" name="Freeform 153">
              <a:extLst>
                <a:ext uri="{FF2B5EF4-FFF2-40B4-BE49-F238E27FC236}">
                  <a16:creationId xmlns:a16="http://schemas.microsoft.com/office/drawing/2014/main" id="{D2ED3754-01FF-B925-3AD3-A7DB731164A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9" name="Freeform 154">
              <a:extLst>
                <a:ext uri="{FF2B5EF4-FFF2-40B4-BE49-F238E27FC236}">
                  <a16:creationId xmlns:a16="http://schemas.microsoft.com/office/drawing/2014/main" id="{65C6591B-D674-F05C-EE87-D72CAC93AC74}"/>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0" name="Freeform 155">
              <a:extLst>
                <a:ext uri="{FF2B5EF4-FFF2-40B4-BE49-F238E27FC236}">
                  <a16:creationId xmlns:a16="http://schemas.microsoft.com/office/drawing/2014/main" id="{F5702706-A0E1-372B-6855-865CA8B25E3B}"/>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1" name="Freeform 156">
              <a:extLst>
                <a:ext uri="{FF2B5EF4-FFF2-40B4-BE49-F238E27FC236}">
                  <a16:creationId xmlns:a16="http://schemas.microsoft.com/office/drawing/2014/main" id="{CBA680EF-196F-BCC0-4AAC-57CD9A0763AF}"/>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2" name="Freeform 157">
              <a:extLst>
                <a:ext uri="{FF2B5EF4-FFF2-40B4-BE49-F238E27FC236}">
                  <a16:creationId xmlns:a16="http://schemas.microsoft.com/office/drawing/2014/main" id="{170BE837-E517-E1E8-BA3D-A4132975C752}"/>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93" name="Group 192">
            <a:extLst>
              <a:ext uri="{FF2B5EF4-FFF2-40B4-BE49-F238E27FC236}">
                <a16:creationId xmlns:a16="http://schemas.microsoft.com/office/drawing/2014/main" id="{8EF86B93-E963-7422-DA88-1A072CC5FC32}"/>
              </a:ext>
            </a:extLst>
          </p:cNvPr>
          <p:cNvGrpSpPr/>
          <p:nvPr/>
        </p:nvGrpSpPr>
        <p:grpSpPr>
          <a:xfrm>
            <a:off x="884579" y="6073050"/>
            <a:ext cx="308790" cy="286417"/>
            <a:chOff x="3469719" y="2554275"/>
            <a:chExt cx="518094" cy="480560"/>
          </a:xfrm>
          <a:solidFill>
            <a:sysClr val="window" lastClr="FFFFFF"/>
          </a:solidFill>
        </p:grpSpPr>
        <p:sp>
          <p:nvSpPr>
            <p:cNvPr id="194" name="Freeform 53">
              <a:extLst>
                <a:ext uri="{FF2B5EF4-FFF2-40B4-BE49-F238E27FC236}">
                  <a16:creationId xmlns:a16="http://schemas.microsoft.com/office/drawing/2014/main" id="{A934E6B8-8F13-47EC-C6AA-704B28902EC7}"/>
                </a:ext>
              </a:extLst>
            </p:cNvPr>
            <p:cNvSpPr>
              <a:spLocks noEditPoints="1"/>
            </p:cNvSpPr>
            <p:nvPr/>
          </p:nvSpPr>
          <p:spPr bwMode="auto">
            <a:xfrm>
              <a:off x="3513533" y="2554275"/>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5" name="Freeform 54">
              <a:extLst>
                <a:ext uri="{FF2B5EF4-FFF2-40B4-BE49-F238E27FC236}">
                  <a16:creationId xmlns:a16="http://schemas.microsoft.com/office/drawing/2014/main" id="{9C62D262-C5D3-5F44-E26B-0127DBA63520}"/>
                </a:ext>
              </a:extLst>
            </p:cNvPr>
            <p:cNvSpPr>
              <a:spLocks/>
            </p:cNvSpPr>
            <p:nvPr/>
          </p:nvSpPr>
          <p:spPr bwMode="auto">
            <a:xfrm>
              <a:off x="3469719"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6" name="Freeform 55">
              <a:extLst>
                <a:ext uri="{FF2B5EF4-FFF2-40B4-BE49-F238E27FC236}">
                  <a16:creationId xmlns:a16="http://schemas.microsoft.com/office/drawing/2014/main" id="{5DF1AF39-12A6-1F9B-E3C7-C195D35C3FDE}"/>
                </a:ext>
              </a:extLst>
            </p:cNvPr>
            <p:cNvSpPr>
              <a:spLocks/>
            </p:cNvSpPr>
            <p:nvPr/>
          </p:nvSpPr>
          <p:spPr bwMode="auto">
            <a:xfrm>
              <a:off x="3606636" y="2848240"/>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7" name="Freeform 56">
              <a:extLst>
                <a:ext uri="{FF2B5EF4-FFF2-40B4-BE49-F238E27FC236}">
                  <a16:creationId xmlns:a16="http://schemas.microsoft.com/office/drawing/2014/main" id="{DF3C2C21-9FA5-9D1B-6E11-FF295B037A9F}"/>
                </a:ext>
              </a:extLst>
            </p:cNvPr>
            <p:cNvSpPr>
              <a:spLocks/>
            </p:cNvSpPr>
            <p:nvPr/>
          </p:nvSpPr>
          <p:spPr bwMode="auto">
            <a:xfrm>
              <a:off x="3745744"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8" name="Freeform 57">
              <a:extLst>
                <a:ext uri="{FF2B5EF4-FFF2-40B4-BE49-F238E27FC236}">
                  <a16:creationId xmlns:a16="http://schemas.microsoft.com/office/drawing/2014/main" id="{9E9704FD-AC4D-C62E-7F49-F54CF16C6D88}"/>
                </a:ext>
              </a:extLst>
            </p:cNvPr>
            <p:cNvSpPr>
              <a:spLocks/>
            </p:cNvSpPr>
            <p:nvPr/>
          </p:nvSpPr>
          <p:spPr bwMode="auto">
            <a:xfrm>
              <a:off x="3882661" y="2848240"/>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cxnSp>
        <p:nvCxnSpPr>
          <p:cNvPr id="199" name="Straight Connector 198">
            <a:extLst>
              <a:ext uri="{FF2B5EF4-FFF2-40B4-BE49-F238E27FC236}">
                <a16:creationId xmlns:a16="http://schemas.microsoft.com/office/drawing/2014/main" id="{319F9036-496F-82D3-1FFB-4BC13C203F8B}"/>
              </a:ext>
            </a:extLst>
          </p:cNvPr>
          <p:cNvCxnSpPr/>
          <p:nvPr/>
        </p:nvCxnSpPr>
        <p:spPr>
          <a:xfrm>
            <a:off x="6071182" y="1990521"/>
            <a:ext cx="0" cy="4066295"/>
          </a:xfrm>
          <a:prstGeom prst="line">
            <a:avLst/>
          </a:prstGeom>
          <a:noFill/>
          <a:ln w="6350" cap="flat" cmpd="sng" algn="ctr">
            <a:solidFill>
              <a:srgbClr val="4A66AC"/>
            </a:solidFill>
            <a:prstDash val="solid"/>
            <a:miter lim="800000"/>
          </a:ln>
          <a:effectLst/>
        </p:spPr>
      </p:cxnSp>
      <p:sp>
        <p:nvSpPr>
          <p:cNvPr id="200" name="TextBox 199">
            <a:extLst>
              <a:ext uri="{FF2B5EF4-FFF2-40B4-BE49-F238E27FC236}">
                <a16:creationId xmlns:a16="http://schemas.microsoft.com/office/drawing/2014/main" id="{B4512049-187A-D6AC-F176-A1E2B74E79E5}"/>
              </a:ext>
            </a:extLst>
          </p:cNvPr>
          <p:cNvSpPr txBox="1"/>
          <p:nvPr/>
        </p:nvSpPr>
        <p:spPr>
          <a:xfrm>
            <a:off x="6259051" y="1396139"/>
            <a:ext cx="31871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Decision making process:</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sp>
        <p:nvSpPr>
          <p:cNvPr id="201" name="Rectangle 200">
            <a:extLst>
              <a:ext uri="{FF2B5EF4-FFF2-40B4-BE49-F238E27FC236}">
                <a16:creationId xmlns:a16="http://schemas.microsoft.com/office/drawing/2014/main" id="{C1EA08AD-9C60-DBC4-118C-4D74EDF57815}"/>
              </a:ext>
            </a:extLst>
          </p:cNvPr>
          <p:cNvSpPr/>
          <p:nvPr/>
        </p:nvSpPr>
        <p:spPr>
          <a:xfrm>
            <a:off x="6429006" y="1877938"/>
            <a:ext cx="5338121" cy="541904"/>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Workshop/Meeting where key question arises</a:t>
            </a:r>
          </a:p>
        </p:txBody>
      </p:sp>
      <p:sp>
        <p:nvSpPr>
          <p:cNvPr id="202" name="Rectangle 201">
            <a:extLst>
              <a:ext uri="{FF2B5EF4-FFF2-40B4-BE49-F238E27FC236}">
                <a16:creationId xmlns:a16="http://schemas.microsoft.com/office/drawing/2014/main" id="{CC45157A-2989-20EE-2007-B6ECA776185B}"/>
              </a:ext>
            </a:extLst>
          </p:cNvPr>
          <p:cNvSpPr/>
          <p:nvPr/>
        </p:nvSpPr>
        <p:spPr>
          <a:xfrm>
            <a:off x="6429005" y="2563087"/>
            <a:ext cx="5338123" cy="623988"/>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Identification of key decision needed, decision owner and required inputs to enable decision</a:t>
            </a:r>
          </a:p>
        </p:txBody>
      </p:sp>
      <p:sp>
        <p:nvSpPr>
          <p:cNvPr id="203" name="Rectangle 202">
            <a:extLst>
              <a:ext uri="{FF2B5EF4-FFF2-40B4-BE49-F238E27FC236}">
                <a16:creationId xmlns:a16="http://schemas.microsoft.com/office/drawing/2014/main" id="{5A7538D4-B480-F222-E22F-C893B3CEC27C}"/>
              </a:ext>
            </a:extLst>
          </p:cNvPr>
          <p:cNvSpPr/>
          <p:nvPr/>
        </p:nvSpPr>
        <p:spPr>
          <a:xfrm>
            <a:off x="6429006" y="3350465"/>
            <a:ext cx="5338121" cy="61464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Creation of key decision paper and supporting material(s)</a:t>
            </a:r>
          </a:p>
        </p:txBody>
      </p:sp>
      <p:sp>
        <p:nvSpPr>
          <p:cNvPr id="204" name="Rectangle 203">
            <a:extLst>
              <a:ext uri="{FF2B5EF4-FFF2-40B4-BE49-F238E27FC236}">
                <a16:creationId xmlns:a16="http://schemas.microsoft.com/office/drawing/2014/main" id="{4D3A22E1-4E4E-38A5-D7FA-C6912196EE3E}"/>
              </a:ext>
            </a:extLst>
          </p:cNvPr>
          <p:cNvSpPr/>
          <p:nvPr/>
        </p:nvSpPr>
        <p:spPr>
          <a:xfrm>
            <a:off x="6429006" y="4124954"/>
            <a:ext cx="5338121" cy="541904"/>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Presentation at BDA/TDA or both as required</a:t>
            </a:r>
          </a:p>
        </p:txBody>
      </p:sp>
      <p:sp>
        <p:nvSpPr>
          <p:cNvPr id="205" name="Rectangle 204">
            <a:extLst>
              <a:ext uri="{FF2B5EF4-FFF2-40B4-BE49-F238E27FC236}">
                <a16:creationId xmlns:a16="http://schemas.microsoft.com/office/drawing/2014/main" id="{FBCE7D9C-EA02-6951-066E-5E6B68277047}"/>
              </a:ext>
            </a:extLst>
          </p:cNvPr>
          <p:cNvSpPr/>
          <p:nvPr/>
        </p:nvSpPr>
        <p:spPr>
          <a:xfrm>
            <a:off x="6429006" y="4784177"/>
            <a:ext cx="5338121" cy="541904"/>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BDA/TDA decision output documented and stored</a:t>
            </a:r>
          </a:p>
        </p:txBody>
      </p:sp>
      <p:sp>
        <p:nvSpPr>
          <p:cNvPr id="206" name="Rectangle 205">
            <a:extLst>
              <a:ext uri="{FF2B5EF4-FFF2-40B4-BE49-F238E27FC236}">
                <a16:creationId xmlns:a16="http://schemas.microsoft.com/office/drawing/2014/main" id="{2FD49DFE-19EC-66FC-5C41-D1CFFA9C6481}"/>
              </a:ext>
            </a:extLst>
          </p:cNvPr>
          <p:cNvSpPr/>
          <p:nvPr/>
        </p:nvSpPr>
        <p:spPr>
          <a:xfrm>
            <a:off x="6429006" y="5489471"/>
            <a:ext cx="5338121" cy="541905"/>
          </a:xfrm>
          <a:prstGeom prst="rect">
            <a:avLst/>
          </a:prstGeom>
          <a:solidFill>
            <a:srgbClr val="92D050"/>
          </a:solid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Ratification of BDA/TDA decision output at Programme Leadership/Steering if required</a:t>
            </a:r>
          </a:p>
        </p:txBody>
      </p:sp>
      <p:cxnSp>
        <p:nvCxnSpPr>
          <p:cNvPr id="207" name="Straight Arrow Connector 206">
            <a:extLst>
              <a:ext uri="{FF2B5EF4-FFF2-40B4-BE49-F238E27FC236}">
                <a16:creationId xmlns:a16="http://schemas.microsoft.com/office/drawing/2014/main" id="{1E7D6BC6-B4B9-64B1-42C5-51CBC31EF347}"/>
              </a:ext>
            </a:extLst>
          </p:cNvPr>
          <p:cNvCxnSpPr>
            <a:cxnSpLocks/>
            <a:stCxn id="201" idx="2"/>
            <a:endCxn id="202" idx="0"/>
          </p:cNvCxnSpPr>
          <p:nvPr/>
        </p:nvCxnSpPr>
        <p:spPr>
          <a:xfrm>
            <a:off x="9098067" y="2419842"/>
            <a:ext cx="0" cy="143245"/>
          </a:xfrm>
          <a:prstGeom prst="straightConnector1">
            <a:avLst/>
          </a:prstGeom>
          <a:noFill/>
          <a:ln w="6350" cap="flat" cmpd="sng" algn="ctr">
            <a:solidFill>
              <a:srgbClr val="4A66AC"/>
            </a:solidFill>
            <a:prstDash val="solid"/>
            <a:miter lim="800000"/>
            <a:tailEnd type="triangle"/>
          </a:ln>
          <a:effectLst/>
        </p:spPr>
      </p:cxnSp>
      <p:cxnSp>
        <p:nvCxnSpPr>
          <p:cNvPr id="208" name="Straight Arrow Connector 207">
            <a:extLst>
              <a:ext uri="{FF2B5EF4-FFF2-40B4-BE49-F238E27FC236}">
                <a16:creationId xmlns:a16="http://schemas.microsoft.com/office/drawing/2014/main" id="{0459D881-9ED2-165E-D6B8-F909211D1691}"/>
              </a:ext>
            </a:extLst>
          </p:cNvPr>
          <p:cNvCxnSpPr>
            <a:cxnSpLocks/>
            <a:stCxn id="202" idx="2"/>
            <a:endCxn id="203" idx="0"/>
          </p:cNvCxnSpPr>
          <p:nvPr/>
        </p:nvCxnSpPr>
        <p:spPr>
          <a:xfrm>
            <a:off x="9098067" y="3187075"/>
            <a:ext cx="0" cy="163390"/>
          </a:xfrm>
          <a:prstGeom prst="straightConnector1">
            <a:avLst/>
          </a:prstGeom>
          <a:noFill/>
          <a:ln w="6350" cap="flat" cmpd="sng" algn="ctr">
            <a:solidFill>
              <a:srgbClr val="4A66AC"/>
            </a:solidFill>
            <a:prstDash val="solid"/>
            <a:miter lim="800000"/>
            <a:tailEnd type="triangle"/>
          </a:ln>
          <a:effectLst/>
        </p:spPr>
      </p:cxnSp>
      <p:cxnSp>
        <p:nvCxnSpPr>
          <p:cNvPr id="209" name="Straight Arrow Connector 208">
            <a:extLst>
              <a:ext uri="{FF2B5EF4-FFF2-40B4-BE49-F238E27FC236}">
                <a16:creationId xmlns:a16="http://schemas.microsoft.com/office/drawing/2014/main" id="{2E703A9D-16FB-30D3-5D19-F54E398FAF81}"/>
              </a:ext>
            </a:extLst>
          </p:cNvPr>
          <p:cNvCxnSpPr>
            <a:cxnSpLocks/>
            <a:stCxn id="203" idx="2"/>
            <a:endCxn id="204" idx="0"/>
          </p:cNvCxnSpPr>
          <p:nvPr/>
        </p:nvCxnSpPr>
        <p:spPr>
          <a:xfrm>
            <a:off x="9098067" y="3965108"/>
            <a:ext cx="0" cy="159846"/>
          </a:xfrm>
          <a:prstGeom prst="straightConnector1">
            <a:avLst/>
          </a:prstGeom>
          <a:noFill/>
          <a:ln w="6350" cap="flat" cmpd="sng" algn="ctr">
            <a:solidFill>
              <a:srgbClr val="4A66AC"/>
            </a:solidFill>
            <a:prstDash val="solid"/>
            <a:miter lim="800000"/>
            <a:tailEnd type="triangle"/>
          </a:ln>
          <a:effectLst/>
        </p:spPr>
      </p:cxnSp>
      <p:cxnSp>
        <p:nvCxnSpPr>
          <p:cNvPr id="210" name="Straight Arrow Connector 209">
            <a:extLst>
              <a:ext uri="{FF2B5EF4-FFF2-40B4-BE49-F238E27FC236}">
                <a16:creationId xmlns:a16="http://schemas.microsoft.com/office/drawing/2014/main" id="{E1D80132-B5F9-221C-C71F-AD018CFBFCDA}"/>
              </a:ext>
            </a:extLst>
          </p:cNvPr>
          <p:cNvCxnSpPr>
            <a:cxnSpLocks/>
            <a:stCxn id="204" idx="2"/>
            <a:endCxn id="205" idx="0"/>
          </p:cNvCxnSpPr>
          <p:nvPr/>
        </p:nvCxnSpPr>
        <p:spPr>
          <a:xfrm>
            <a:off x="9098067" y="4666858"/>
            <a:ext cx="0" cy="117319"/>
          </a:xfrm>
          <a:prstGeom prst="straightConnector1">
            <a:avLst/>
          </a:prstGeom>
          <a:noFill/>
          <a:ln w="6350" cap="flat" cmpd="sng" algn="ctr">
            <a:solidFill>
              <a:srgbClr val="4A66AC"/>
            </a:solidFill>
            <a:prstDash val="solid"/>
            <a:miter lim="800000"/>
            <a:tailEnd type="triangle"/>
          </a:ln>
          <a:effectLst/>
        </p:spPr>
      </p:cxnSp>
      <p:cxnSp>
        <p:nvCxnSpPr>
          <p:cNvPr id="211" name="Straight Arrow Connector 210">
            <a:extLst>
              <a:ext uri="{FF2B5EF4-FFF2-40B4-BE49-F238E27FC236}">
                <a16:creationId xmlns:a16="http://schemas.microsoft.com/office/drawing/2014/main" id="{81551C70-A638-A096-B184-FBA648BC46CA}"/>
              </a:ext>
            </a:extLst>
          </p:cNvPr>
          <p:cNvCxnSpPr>
            <a:cxnSpLocks/>
            <a:stCxn id="205" idx="2"/>
            <a:endCxn id="206" idx="0"/>
          </p:cNvCxnSpPr>
          <p:nvPr/>
        </p:nvCxnSpPr>
        <p:spPr>
          <a:xfrm>
            <a:off x="9098067" y="5326081"/>
            <a:ext cx="0" cy="163390"/>
          </a:xfrm>
          <a:prstGeom prst="straightConnector1">
            <a:avLst/>
          </a:prstGeom>
          <a:noFill/>
          <a:ln w="6350" cap="flat" cmpd="sng" algn="ctr">
            <a:solidFill>
              <a:srgbClr val="4A66AC"/>
            </a:solidFill>
            <a:prstDash val="solid"/>
            <a:miter lim="800000"/>
            <a:tailEnd type="triangle"/>
          </a:ln>
          <a:effectLst/>
        </p:spPr>
      </p:cxnSp>
    </p:spTree>
    <p:extLst>
      <p:ext uri="{BB962C8B-B14F-4D97-AF65-F5344CB8AC3E}">
        <p14:creationId xmlns:p14="http://schemas.microsoft.com/office/powerpoint/2010/main" val="2411987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dirty="0"/>
              <a:t>KEY AREAS – </a:t>
            </a:r>
            <a:r>
              <a:rPr lang="en-GB" dirty="0" err="1"/>
              <a:t>raci</a:t>
            </a:r>
            <a:r>
              <a:rPr lang="en-GB" dirty="0"/>
              <a:t> [1]</a:t>
            </a:r>
          </a:p>
        </p:txBody>
      </p:sp>
      <p:graphicFrame>
        <p:nvGraphicFramePr>
          <p:cNvPr id="6" name="Table 5">
            <a:extLst>
              <a:ext uri="{FF2B5EF4-FFF2-40B4-BE49-F238E27FC236}">
                <a16:creationId xmlns:a16="http://schemas.microsoft.com/office/drawing/2014/main" id="{640CD144-1BC9-FD87-CD60-5B1E4D3675A6}"/>
              </a:ext>
            </a:extLst>
          </p:cNvPr>
          <p:cNvGraphicFramePr>
            <a:graphicFrameLocks noGrp="1"/>
          </p:cNvGraphicFramePr>
          <p:nvPr>
            <p:extLst>
              <p:ext uri="{D42A27DB-BD31-4B8C-83A1-F6EECF244321}">
                <p14:modId xmlns:p14="http://schemas.microsoft.com/office/powerpoint/2010/main" val="4017627381"/>
              </p:ext>
            </p:extLst>
          </p:nvPr>
        </p:nvGraphicFramePr>
        <p:xfrm>
          <a:off x="663467" y="5824602"/>
          <a:ext cx="8852008" cy="702842"/>
        </p:xfrm>
        <a:graphic>
          <a:graphicData uri="http://schemas.openxmlformats.org/drawingml/2006/table">
            <a:tbl>
              <a:tblPr/>
              <a:tblGrid>
                <a:gridCol w="909171">
                  <a:extLst>
                    <a:ext uri="{9D8B030D-6E8A-4147-A177-3AD203B41FA5}">
                      <a16:colId xmlns:a16="http://schemas.microsoft.com/office/drawing/2014/main" val="535790856"/>
                    </a:ext>
                  </a:extLst>
                </a:gridCol>
                <a:gridCol w="1794070">
                  <a:extLst>
                    <a:ext uri="{9D8B030D-6E8A-4147-A177-3AD203B41FA5}">
                      <a16:colId xmlns:a16="http://schemas.microsoft.com/office/drawing/2014/main" val="3893814103"/>
                    </a:ext>
                  </a:extLst>
                </a:gridCol>
                <a:gridCol w="6148767">
                  <a:extLst>
                    <a:ext uri="{9D8B030D-6E8A-4147-A177-3AD203B41FA5}">
                      <a16:colId xmlns:a16="http://schemas.microsoft.com/office/drawing/2014/main" val="3275366997"/>
                    </a:ext>
                  </a:extLst>
                </a:gridCol>
              </a:tblGrid>
              <a:tr h="109087">
                <a:tc>
                  <a:txBody>
                    <a:bodyPr/>
                    <a:lstStyle/>
                    <a:p>
                      <a:pPr algn="ctr" fontAlgn="ctr"/>
                      <a:r>
                        <a:rPr lang="en-GB" sz="10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10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dirty="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103856">
                <a:tc>
                  <a:txBody>
                    <a:bodyPr/>
                    <a:lstStyle/>
                    <a:p>
                      <a:pPr algn="ctr" fontAlgn="ctr"/>
                      <a:r>
                        <a:rPr lang="en-GB" sz="10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10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192671">
                <a:tc>
                  <a:txBody>
                    <a:bodyPr/>
                    <a:lstStyle/>
                    <a:p>
                      <a:pPr algn="ctr" fontAlgn="ctr"/>
                      <a:r>
                        <a:rPr lang="en-GB" sz="10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10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192671">
                <a:tc>
                  <a:txBody>
                    <a:bodyPr/>
                    <a:lstStyle/>
                    <a:p>
                      <a:pPr algn="ctr" fontAlgn="ctr"/>
                      <a:r>
                        <a:rPr lang="en-GB" sz="10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dirty="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graphicFrame>
        <p:nvGraphicFramePr>
          <p:cNvPr id="2" name="Table 1">
            <a:extLst>
              <a:ext uri="{FF2B5EF4-FFF2-40B4-BE49-F238E27FC236}">
                <a16:creationId xmlns:a16="http://schemas.microsoft.com/office/drawing/2014/main" id="{AF63E621-169D-2A7E-C717-F2AD3BB14B99}"/>
              </a:ext>
            </a:extLst>
          </p:cNvPr>
          <p:cNvGraphicFramePr>
            <a:graphicFrameLocks noGrp="1"/>
          </p:cNvGraphicFramePr>
          <p:nvPr>
            <p:extLst>
              <p:ext uri="{D42A27DB-BD31-4B8C-83A1-F6EECF244321}">
                <p14:modId xmlns:p14="http://schemas.microsoft.com/office/powerpoint/2010/main" val="3269096156"/>
              </p:ext>
            </p:extLst>
          </p:nvPr>
        </p:nvGraphicFramePr>
        <p:xfrm>
          <a:off x="667389" y="689030"/>
          <a:ext cx="5209537" cy="4921182"/>
        </p:xfrm>
        <a:graphic>
          <a:graphicData uri="http://schemas.openxmlformats.org/drawingml/2006/table">
            <a:tbl>
              <a:tblPr/>
              <a:tblGrid>
                <a:gridCol w="3326198">
                  <a:extLst>
                    <a:ext uri="{9D8B030D-6E8A-4147-A177-3AD203B41FA5}">
                      <a16:colId xmlns:a16="http://schemas.microsoft.com/office/drawing/2014/main" val="238913481"/>
                    </a:ext>
                  </a:extLst>
                </a:gridCol>
                <a:gridCol w="164664">
                  <a:extLst>
                    <a:ext uri="{9D8B030D-6E8A-4147-A177-3AD203B41FA5}">
                      <a16:colId xmlns:a16="http://schemas.microsoft.com/office/drawing/2014/main" val="1068449519"/>
                    </a:ext>
                  </a:extLst>
                </a:gridCol>
                <a:gridCol w="463116">
                  <a:extLst>
                    <a:ext uri="{9D8B030D-6E8A-4147-A177-3AD203B41FA5}">
                      <a16:colId xmlns:a16="http://schemas.microsoft.com/office/drawing/2014/main" val="1986201241"/>
                    </a:ext>
                  </a:extLst>
                </a:gridCol>
                <a:gridCol w="142022">
                  <a:extLst>
                    <a:ext uri="{9D8B030D-6E8A-4147-A177-3AD203B41FA5}">
                      <a16:colId xmlns:a16="http://schemas.microsoft.com/office/drawing/2014/main" val="422621162"/>
                    </a:ext>
                  </a:extLst>
                </a:gridCol>
                <a:gridCol w="463116">
                  <a:extLst>
                    <a:ext uri="{9D8B030D-6E8A-4147-A177-3AD203B41FA5}">
                      <a16:colId xmlns:a16="http://schemas.microsoft.com/office/drawing/2014/main" val="2471204314"/>
                    </a:ext>
                  </a:extLst>
                </a:gridCol>
                <a:gridCol w="139964">
                  <a:extLst>
                    <a:ext uri="{9D8B030D-6E8A-4147-A177-3AD203B41FA5}">
                      <a16:colId xmlns:a16="http://schemas.microsoft.com/office/drawing/2014/main" val="1336019434"/>
                    </a:ext>
                  </a:extLst>
                </a:gridCol>
                <a:gridCol w="510457">
                  <a:extLst>
                    <a:ext uri="{9D8B030D-6E8A-4147-A177-3AD203B41FA5}">
                      <a16:colId xmlns:a16="http://schemas.microsoft.com/office/drawing/2014/main" val="532938524"/>
                    </a:ext>
                  </a:extLst>
                </a:gridCol>
              </a:tblGrid>
              <a:tr h="138752">
                <a:tc>
                  <a:txBody>
                    <a:bodyPr/>
                    <a:lstStyle/>
                    <a:p>
                      <a:pPr algn="ctr" fontAlgn="b"/>
                      <a:r>
                        <a:rPr lang="en-GB" sz="800" b="1" i="0" u="none" strike="noStrike">
                          <a:solidFill>
                            <a:srgbClr val="FFFFFF"/>
                          </a:solidFill>
                          <a:effectLst/>
                          <a:latin typeface="Ubuntu" panose="020B0504030602030204" pitchFamily="34" charset="0"/>
                        </a:rPr>
                        <a:t>Area</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1" i="0" u="none" strike="noStrike">
                          <a:solidFill>
                            <a:srgbClr val="FFFFFF"/>
                          </a:solidFill>
                          <a:effectLst/>
                          <a:latin typeface="Ubuntu" panose="020B0504030602030204" pitchFamily="34" charset="0"/>
                        </a:rPr>
                        <a:t>Beazley</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1" i="0" u="none" strike="noStrike">
                          <a:solidFill>
                            <a:srgbClr val="FFFFFF"/>
                          </a:solidFill>
                          <a:effectLst/>
                          <a:latin typeface="Ubuntu" panose="020B0504030602030204" pitchFamily="34" charset="0"/>
                        </a:rPr>
                        <a:t>Capg</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2F75B5"/>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1" i="0" u="none" strike="noStrike">
                          <a:solidFill>
                            <a:srgbClr val="FFFFFF"/>
                          </a:solidFill>
                          <a:effectLst/>
                          <a:latin typeface="Ubuntu" panose="020B0504030602030204" pitchFamily="34" charset="0"/>
                        </a:rPr>
                        <a:t>Guidewire</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65A36E"/>
                    </a:solidFill>
                  </a:tcPr>
                </a:tc>
                <a:extLst>
                  <a:ext uri="{0D108BD9-81ED-4DB2-BD59-A6C34878D82A}">
                    <a16:rowId xmlns:a16="http://schemas.microsoft.com/office/drawing/2014/main" val="2641085654"/>
                  </a:ext>
                </a:extLst>
              </a:tr>
              <a:tr h="114122">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1" i="0" u="none" strike="noStrike">
                          <a:solidFill>
                            <a:srgbClr val="FFFFFF"/>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1" i="0" u="none" strike="noStrike">
                          <a:solidFill>
                            <a:srgbClr val="FFFFFF"/>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1" i="0" u="none" strike="noStrike">
                          <a:solidFill>
                            <a:srgbClr val="FFFFFF"/>
                          </a:solidFill>
                          <a:effectLst/>
                          <a:latin typeface="Ubuntu" panose="020B0504030602030204" pitchFamily="34" charset="0"/>
                        </a:rPr>
                        <a:t> </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556717624"/>
                  </a:ext>
                </a:extLst>
              </a:tr>
              <a:tr h="116995">
                <a:tc>
                  <a:txBody>
                    <a:bodyPr/>
                    <a:lstStyle/>
                    <a:p>
                      <a:pPr algn="l" fontAlgn="ctr"/>
                      <a:r>
                        <a:rPr lang="en-GB" sz="700" b="1" i="0" u="none" strike="noStrike">
                          <a:solidFill>
                            <a:srgbClr val="000000"/>
                          </a:solidFill>
                          <a:effectLst/>
                          <a:latin typeface="Ubuntu" panose="020B0504030602030204" pitchFamily="34" charset="0"/>
                        </a:rPr>
                        <a:t>Modernization Program Activities </a:t>
                      </a:r>
                    </a:p>
                  </a:txBody>
                  <a:tcPr marL="6426"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A</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 C </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I</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1985166998"/>
                  </a:ext>
                </a:extLst>
              </a:tr>
              <a:tr h="116995">
                <a:tc>
                  <a:txBody>
                    <a:bodyPr/>
                    <a:lstStyle/>
                    <a:p>
                      <a:pPr algn="l" fontAlgn="b"/>
                      <a:r>
                        <a:rPr lang="en-GB" sz="700" b="0" i="0" u="none" strike="noStrike">
                          <a:solidFill>
                            <a:srgbClr val="000000"/>
                          </a:solidFill>
                          <a:effectLst/>
                          <a:latin typeface="Ubuntu" panose="020B0504030602030204" pitchFamily="34" charset="0"/>
                        </a:rPr>
                        <a:t>Program planning &amp; delivery</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694755409"/>
                  </a:ext>
                </a:extLst>
              </a:tr>
              <a:tr h="116995">
                <a:tc>
                  <a:txBody>
                    <a:bodyPr/>
                    <a:lstStyle/>
                    <a:p>
                      <a:pPr algn="l" fontAlgn="b"/>
                      <a:r>
                        <a:rPr lang="en-GB" sz="700" b="0" i="0" u="none" strike="noStrike">
                          <a:solidFill>
                            <a:srgbClr val="000000"/>
                          </a:solidFill>
                          <a:effectLst/>
                          <a:latin typeface="Ubuntu" panose="020B0504030602030204" pitchFamily="34" charset="0"/>
                        </a:rPr>
                        <a:t>Ways of working for all Programs under Modernization</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704365871"/>
                  </a:ext>
                </a:extLst>
              </a:tr>
              <a:tr h="116995">
                <a:tc>
                  <a:txBody>
                    <a:bodyPr/>
                    <a:lstStyle/>
                    <a:p>
                      <a:pPr algn="l" fontAlgn="b"/>
                      <a:r>
                        <a:rPr lang="en-GB" sz="700" b="0" i="0" u="none" strike="noStrike">
                          <a:solidFill>
                            <a:srgbClr val="000000"/>
                          </a:solidFill>
                          <a:effectLst/>
                          <a:latin typeface="Ubuntu" panose="020B0504030602030204" pitchFamily="34" charset="0"/>
                        </a:rPr>
                        <a:t>Procurement Management </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625836471"/>
                  </a:ext>
                </a:extLst>
              </a:tr>
              <a:tr h="116995">
                <a:tc>
                  <a:txBody>
                    <a:bodyPr/>
                    <a:lstStyle/>
                    <a:p>
                      <a:pPr algn="l" fontAlgn="b"/>
                      <a:r>
                        <a:rPr lang="en-GB" sz="700" b="0" i="0" u="none" strike="noStrike">
                          <a:solidFill>
                            <a:srgbClr val="000000"/>
                          </a:solidFill>
                          <a:effectLst/>
                          <a:latin typeface="Ubuntu" panose="020B0504030602030204" pitchFamily="34" charset="0"/>
                        </a:rPr>
                        <a:t>Program communications and stakeholder management</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828021394"/>
                  </a:ext>
                </a:extLst>
              </a:tr>
              <a:tr h="116995">
                <a:tc>
                  <a:txBody>
                    <a:bodyPr/>
                    <a:lstStyle/>
                    <a:p>
                      <a:pPr algn="l" fontAlgn="b"/>
                      <a:r>
                        <a:rPr lang="en-GB" sz="700" b="0" i="0" u="none" strike="noStrike">
                          <a:solidFill>
                            <a:srgbClr val="000000"/>
                          </a:solidFill>
                          <a:effectLst/>
                          <a:latin typeface="Ubuntu" panose="020B0504030602030204" pitchFamily="34" charset="0"/>
                        </a:rPr>
                        <a:t>SteerCo &amp; Leadership reporting</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527448048"/>
                  </a:ext>
                </a:extLst>
              </a:tr>
              <a:tr h="116995">
                <a:tc>
                  <a:txBody>
                    <a:bodyPr/>
                    <a:lstStyle/>
                    <a:p>
                      <a:pPr algn="l" fontAlgn="b"/>
                      <a:r>
                        <a:rPr lang="en-GB" sz="700" b="0" i="0" u="none" strike="noStrike">
                          <a:solidFill>
                            <a:srgbClr val="000000"/>
                          </a:solidFill>
                          <a:effectLst/>
                          <a:latin typeface="Ubuntu" panose="020B0504030602030204" pitchFamily="34" charset="0"/>
                        </a:rPr>
                        <a:t> </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32141894"/>
                  </a:ext>
                </a:extLst>
              </a:tr>
              <a:tr h="114122">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710474070"/>
                  </a:ext>
                </a:extLst>
              </a:tr>
              <a:tr h="116995">
                <a:tc>
                  <a:txBody>
                    <a:bodyPr/>
                    <a:lstStyle/>
                    <a:p>
                      <a:pPr algn="l" fontAlgn="b"/>
                      <a:r>
                        <a:rPr lang="en-GB" sz="700" b="1" i="0" u="none" strike="noStrike">
                          <a:solidFill>
                            <a:srgbClr val="000000"/>
                          </a:solidFill>
                          <a:effectLst/>
                          <a:latin typeface="Ubuntu" panose="020B0504030602030204" pitchFamily="34" charset="0"/>
                        </a:rPr>
                        <a:t>PMO</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8">
                  <a:txBody>
                    <a:bodyPr/>
                    <a:lstStyle/>
                    <a:p>
                      <a:pPr algn="ctr" fontAlgn="ctr"/>
                      <a:r>
                        <a:rPr lang="en-GB" sz="700" b="0" i="0" u="none" strike="noStrike">
                          <a:solidFill>
                            <a:srgbClr val="000000"/>
                          </a:solidFill>
                          <a:effectLst/>
                          <a:latin typeface="Ubuntu" panose="020B0504030602030204" pitchFamily="34" charset="0"/>
                        </a:rPr>
                        <a:t>A</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 C </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8">
                  <a:txBody>
                    <a:bodyPr/>
                    <a:lstStyle/>
                    <a:p>
                      <a:pPr algn="ctr" fontAlgn="ctr"/>
                      <a:r>
                        <a:rPr lang="en-GB" sz="700" b="0" i="0" u="none" strike="noStrike">
                          <a:solidFill>
                            <a:srgbClr val="000000"/>
                          </a:solidFill>
                          <a:effectLst/>
                          <a:latin typeface="Ubuntu" panose="020B0504030602030204" pitchFamily="34" charset="0"/>
                        </a:rPr>
                        <a:t>I</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293690565"/>
                  </a:ext>
                </a:extLst>
              </a:tr>
              <a:tr h="116995">
                <a:tc>
                  <a:txBody>
                    <a:bodyPr/>
                    <a:lstStyle/>
                    <a:p>
                      <a:pPr algn="l" fontAlgn="ctr"/>
                      <a:r>
                        <a:rPr lang="en-GB" sz="700" b="0" i="0" u="none" strike="noStrike">
                          <a:solidFill>
                            <a:srgbClr val="000000"/>
                          </a:solidFill>
                          <a:effectLst/>
                          <a:latin typeface="Ubuntu" panose="020B0504030602030204" pitchFamily="34" charset="0"/>
                        </a:rPr>
                        <a:t>Risk and Issue Management tracking</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184432849"/>
                  </a:ext>
                </a:extLst>
              </a:tr>
              <a:tr h="116995">
                <a:tc>
                  <a:txBody>
                    <a:bodyPr/>
                    <a:lstStyle/>
                    <a:p>
                      <a:pPr algn="l" fontAlgn="ctr"/>
                      <a:r>
                        <a:rPr lang="en-GB" sz="700" b="0" i="0" u="none" strike="noStrike">
                          <a:solidFill>
                            <a:srgbClr val="000000"/>
                          </a:solidFill>
                          <a:effectLst/>
                          <a:latin typeface="Ubuntu" panose="020B0504030602030204" pitchFamily="34" charset="0"/>
                        </a:rPr>
                        <a:t>Dependency Mangement tracking</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096659241"/>
                  </a:ext>
                </a:extLst>
              </a:tr>
              <a:tr h="116995">
                <a:tc>
                  <a:txBody>
                    <a:bodyPr/>
                    <a:lstStyle/>
                    <a:p>
                      <a:pPr algn="l" fontAlgn="ctr"/>
                      <a:r>
                        <a:rPr lang="en-GB" sz="700" b="0" i="0" u="none" strike="noStrike">
                          <a:solidFill>
                            <a:srgbClr val="000000"/>
                          </a:solidFill>
                          <a:effectLst/>
                          <a:latin typeface="Ubuntu" panose="020B0504030602030204" pitchFamily="34" charset="0"/>
                        </a:rPr>
                        <a:t>Programme Metrics &amp; Milestone tracking</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057836021"/>
                  </a:ext>
                </a:extLst>
              </a:tr>
              <a:tr h="116995">
                <a:tc>
                  <a:txBody>
                    <a:bodyPr/>
                    <a:lstStyle/>
                    <a:p>
                      <a:pPr algn="l" fontAlgn="ctr"/>
                      <a:r>
                        <a:rPr lang="en-GB" sz="700" b="0" i="0" u="none" strike="noStrike">
                          <a:solidFill>
                            <a:srgbClr val="000000"/>
                          </a:solidFill>
                          <a:effectLst/>
                          <a:latin typeface="Ubuntu" panose="020B0504030602030204" pitchFamily="34" charset="0"/>
                        </a:rPr>
                        <a:t>Programme Budget &amp; Invoicing payments tracking</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012741303"/>
                  </a:ext>
                </a:extLst>
              </a:tr>
              <a:tr h="116995">
                <a:tc>
                  <a:txBody>
                    <a:bodyPr/>
                    <a:lstStyle/>
                    <a:p>
                      <a:pPr algn="l" fontAlgn="ctr"/>
                      <a:r>
                        <a:rPr lang="en-GB" sz="700" b="0" i="0" u="none" strike="noStrike">
                          <a:solidFill>
                            <a:srgbClr val="000000"/>
                          </a:solidFill>
                          <a:effectLst/>
                          <a:latin typeface="Ubuntu" panose="020B0504030602030204" pitchFamily="34" charset="0"/>
                        </a:rPr>
                        <a:t>Project infra needs set up coordination &amp; tracking</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02326995"/>
                  </a:ext>
                </a:extLst>
              </a:tr>
              <a:tr h="116995">
                <a:tc>
                  <a:txBody>
                    <a:bodyPr/>
                    <a:lstStyle/>
                    <a:p>
                      <a:pPr algn="l" fontAlgn="ctr"/>
                      <a:r>
                        <a:rPr lang="en-GB" sz="700" b="0" i="0" u="none" strike="noStrike">
                          <a:solidFill>
                            <a:srgbClr val="000000"/>
                          </a:solidFill>
                          <a:effectLst/>
                          <a:latin typeface="Ubuntu" panose="020B0504030602030204" pitchFamily="34" charset="0"/>
                        </a:rPr>
                        <a:t>Deliverables tracking</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72044012"/>
                  </a:ext>
                </a:extLst>
              </a:tr>
              <a:tr h="116995">
                <a:tc>
                  <a:txBody>
                    <a:bodyPr/>
                    <a:lstStyle/>
                    <a:p>
                      <a:pPr algn="l" fontAlgn="ctr"/>
                      <a:r>
                        <a:rPr lang="en-GB" sz="700" b="0" i="0" u="none" strike="noStrike">
                          <a:solidFill>
                            <a:srgbClr val="000000"/>
                          </a:solidFill>
                          <a:effectLst/>
                          <a:latin typeface="Ubuntu" panose="020B0504030602030204" pitchFamily="34" charset="0"/>
                        </a:rPr>
                        <a:t> </a:t>
                      </a:r>
                    </a:p>
                  </a:txBody>
                  <a:tcPr marL="6426"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249537194"/>
                  </a:ext>
                </a:extLst>
              </a:tr>
              <a:tr h="114122">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3501340921"/>
                  </a:ext>
                </a:extLst>
              </a:tr>
              <a:tr h="116995">
                <a:tc>
                  <a:txBody>
                    <a:bodyPr/>
                    <a:lstStyle/>
                    <a:p>
                      <a:pPr algn="l" fontAlgn="b"/>
                      <a:r>
                        <a:rPr lang="en-GB" sz="700" b="1" i="0" u="none" strike="noStrike">
                          <a:solidFill>
                            <a:srgbClr val="000000"/>
                          </a:solidFill>
                          <a:effectLst/>
                          <a:latin typeface="Ubuntu" panose="020B0504030602030204" pitchFamily="34" charset="0"/>
                        </a:rPr>
                        <a:t>Requirements Gathering and Management (GPAS &amp; Billing)</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A</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R</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 C </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extLst>
                  <a:ext uri="{0D108BD9-81ED-4DB2-BD59-A6C34878D82A}">
                    <a16:rowId xmlns:a16="http://schemas.microsoft.com/office/drawing/2014/main" val="766641364"/>
                  </a:ext>
                </a:extLst>
              </a:tr>
              <a:tr h="116995">
                <a:tc>
                  <a:txBody>
                    <a:bodyPr/>
                    <a:lstStyle/>
                    <a:p>
                      <a:pPr algn="l" fontAlgn="b"/>
                      <a:r>
                        <a:rPr lang="en-GB" sz="700" b="0" i="0" u="none" strike="noStrike">
                          <a:solidFill>
                            <a:srgbClr val="000000"/>
                          </a:solidFill>
                          <a:effectLst/>
                          <a:latin typeface="Ubuntu" panose="020B0504030602030204" pitchFamily="34" charset="0"/>
                        </a:rPr>
                        <a:t>Product Backlog refinement and Business process mapping</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42798526"/>
                  </a:ext>
                </a:extLst>
              </a:tr>
              <a:tr h="116995">
                <a:tc>
                  <a:txBody>
                    <a:bodyPr/>
                    <a:lstStyle/>
                    <a:p>
                      <a:pPr algn="l" fontAlgn="b"/>
                      <a:r>
                        <a:rPr lang="en-GB" sz="700" b="0" i="0" u="none" strike="noStrike">
                          <a:solidFill>
                            <a:srgbClr val="000000"/>
                          </a:solidFill>
                          <a:effectLst/>
                          <a:latin typeface="Ubuntu" panose="020B0504030602030204" pitchFamily="34" charset="0"/>
                        </a:rPr>
                        <a:t>User story refinement with business rules and  acceptance criteria</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0712209"/>
                  </a:ext>
                </a:extLst>
              </a:tr>
              <a:tr h="116995">
                <a:tc>
                  <a:txBody>
                    <a:bodyPr/>
                    <a:lstStyle/>
                    <a:p>
                      <a:pPr algn="l" fontAlgn="b"/>
                      <a:r>
                        <a:rPr lang="en-GB" sz="700" b="0" i="0" u="none" strike="noStrike">
                          <a:solidFill>
                            <a:srgbClr val="000000"/>
                          </a:solidFill>
                          <a:effectLst/>
                          <a:latin typeface="Ubuntu" panose="020B0504030602030204" pitchFamily="34" charset="0"/>
                        </a:rPr>
                        <a:t>Requirements sign-off</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773330805"/>
                  </a:ext>
                </a:extLst>
              </a:tr>
              <a:tr h="116995">
                <a:tc>
                  <a:txBody>
                    <a:bodyPr/>
                    <a:lstStyle/>
                    <a:p>
                      <a:pPr algn="l" fontAlgn="b"/>
                      <a:r>
                        <a:rPr lang="en-GB" sz="700" b="0" i="0" u="none" strike="noStrike">
                          <a:solidFill>
                            <a:srgbClr val="000000"/>
                          </a:solidFill>
                          <a:effectLst/>
                          <a:latin typeface="Ubuntu" panose="020B0504030602030204" pitchFamily="34" charset="0"/>
                        </a:rPr>
                        <a:t>Prototyping and mock-ups</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057953949"/>
                  </a:ext>
                </a:extLst>
              </a:tr>
              <a:tr h="116995">
                <a:tc>
                  <a:txBody>
                    <a:bodyPr/>
                    <a:lstStyle/>
                    <a:p>
                      <a:pPr algn="l" fontAlgn="b"/>
                      <a:r>
                        <a:rPr lang="en-GB" sz="700" b="0" i="0" u="none" strike="noStrike">
                          <a:solidFill>
                            <a:srgbClr val="000000"/>
                          </a:solidFill>
                          <a:effectLst/>
                          <a:latin typeface="Ubuntu" panose="020B0504030602030204" pitchFamily="34" charset="0"/>
                        </a:rPr>
                        <a:t>Workshops schedule, execution &amp; follow-up</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5033356"/>
                  </a:ext>
                </a:extLst>
              </a:tr>
              <a:tr h="116995">
                <a:tc>
                  <a:txBody>
                    <a:bodyPr/>
                    <a:lstStyle/>
                    <a:p>
                      <a:pPr algn="l" fontAlgn="b"/>
                      <a:r>
                        <a:rPr lang="en-GB" sz="700" b="0" i="0" u="none" strike="noStrike">
                          <a:solidFill>
                            <a:srgbClr val="FF0000"/>
                          </a:solidFill>
                          <a:effectLst/>
                          <a:latin typeface="Ubuntu" panose="020B0504030602030204" pitchFamily="34" charset="0"/>
                        </a:rPr>
                        <a:t> </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433269555"/>
                  </a:ext>
                </a:extLst>
              </a:tr>
              <a:tr h="114122">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409878850"/>
                  </a:ext>
                </a:extLst>
              </a:tr>
              <a:tr h="116995">
                <a:tc>
                  <a:txBody>
                    <a:bodyPr/>
                    <a:lstStyle/>
                    <a:p>
                      <a:pPr algn="l" fontAlgn="b"/>
                      <a:r>
                        <a:rPr lang="en-GB" sz="700" b="1" i="0" u="none" strike="noStrike">
                          <a:solidFill>
                            <a:srgbClr val="000000"/>
                          </a:solidFill>
                          <a:effectLst/>
                          <a:latin typeface="Ubuntu" panose="020B0504030602030204" pitchFamily="34" charset="0"/>
                        </a:rPr>
                        <a:t>Architecture and Technical Management (GPAS and Billing)</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A/R</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R</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dirty="0">
                          <a:solidFill>
                            <a:srgbClr val="000000"/>
                          </a:solidFill>
                          <a:effectLst/>
                          <a:latin typeface="Ubuntu" panose="020B0504030602030204" pitchFamily="34" charset="0"/>
                        </a:rPr>
                        <a:t>R</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extLst>
                  <a:ext uri="{0D108BD9-81ED-4DB2-BD59-A6C34878D82A}">
                    <a16:rowId xmlns:a16="http://schemas.microsoft.com/office/drawing/2014/main" val="1464410069"/>
                  </a:ext>
                </a:extLst>
              </a:tr>
              <a:tr h="116995">
                <a:tc>
                  <a:txBody>
                    <a:bodyPr/>
                    <a:lstStyle/>
                    <a:p>
                      <a:pPr algn="l" fontAlgn="ctr"/>
                      <a:r>
                        <a:rPr lang="en-GB" sz="700" b="0" i="0" u="none" strike="noStrike">
                          <a:solidFill>
                            <a:srgbClr val="000000"/>
                          </a:solidFill>
                          <a:effectLst/>
                          <a:latin typeface="Ubuntu" panose="020B0504030602030204" pitchFamily="34" charset="0"/>
                        </a:rPr>
                        <a:t>Confirm Architecture and Design Principles</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769338992"/>
                  </a:ext>
                </a:extLst>
              </a:tr>
              <a:tr h="116995">
                <a:tc>
                  <a:txBody>
                    <a:bodyPr/>
                    <a:lstStyle/>
                    <a:p>
                      <a:pPr algn="l" fontAlgn="ctr"/>
                      <a:r>
                        <a:rPr lang="en-GB" sz="700" b="0" i="0" u="none" strike="noStrike">
                          <a:solidFill>
                            <a:srgbClr val="000000"/>
                          </a:solidFill>
                          <a:effectLst/>
                          <a:latin typeface="Ubuntu" panose="020B0504030602030204" pitchFamily="34" charset="0"/>
                        </a:rPr>
                        <a:t>High level designs</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644657727"/>
                  </a:ext>
                </a:extLst>
              </a:tr>
              <a:tr h="116995">
                <a:tc>
                  <a:txBody>
                    <a:bodyPr/>
                    <a:lstStyle/>
                    <a:p>
                      <a:pPr algn="l" fontAlgn="ctr"/>
                      <a:r>
                        <a:rPr lang="en-GB" sz="700" b="0" i="0" u="none" strike="noStrike">
                          <a:solidFill>
                            <a:srgbClr val="000000"/>
                          </a:solidFill>
                          <a:effectLst/>
                          <a:latin typeface="Ubuntu" panose="020B0504030602030204" pitchFamily="34" charset="0"/>
                        </a:rPr>
                        <a:t>Create and maintain Technical Design Decisions</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271797996"/>
                  </a:ext>
                </a:extLst>
              </a:tr>
              <a:tr h="116995">
                <a:tc>
                  <a:txBody>
                    <a:bodyPr/>
                    <a:lstStyle/>
                    <a:p>
                      <a:pPr algn="l" fontAlgn="ctr"/>
                      <a:r>
                        <a:rPr lang="en-GB" sz="700" b="0" i="0" u="none" strike="noStrike">
                          <a:solidFill>
                            <a:srgbClr val="000000"/>
                          </a:solidFill>
                          <a:effectLst/>
                          <a:latin typeface="Ubuntu" panose="020B0504030602030204" pitchFamily="34" charset="0"/>
                        </a:rPr>
                        <a:t>Low level design</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5717727"/>
                  </a:ext>
                </a:extLst>
              </a:tr>
              <a:tr h="116995">
                <a:tc>
                  <a:txBody>
                    <a:bodyPr/>
                    <a:lstStyle/>
                    <a:p>
                      <a:pPr algn="l" fontAlgn="ctr"/>
                      <a:r>
                        <a:rPr lang="en-GB" sz="700" b="0" i="0" u="none" strike="noStrike">
                          <a:solidFill>
                            <a:srgbClr val="000000"/>
                          </a:solidFill>
                          <a:effectLst/>
                          <a:latin typeface="Ubuntu" panose="020B0504030602030204" pitchFamily="34" charset="0"/>
                        </a:rPr>
                        <a:t>Data Migration Strategy</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490571079"/>
                  </a:ext>
                </a:extLst>
              </a:tr>
              <a:tr h="116995">
                <a:tc>
                  <a:txBody>
                    <a:bodyPr/>
                    <a:lstStyle/>
                    <a:p>
                      <a:pPr algn="l" fontAlgn="ctr"/>
                      <a:r>
                        <a:rPr lang="en-GB" sz="700" b="0" i="0" u="none" strike="noStrike">
                          <a:solidFill>
                            <a:srgbClr val="FF0000"/>
                          </a:solidFill>
                          <a:effectLst/>
                          <a:latin typeface="Ubuntu" panose="020B0504030602030204" pitchFamily="34" charset="0"/>
                        </a:rPr>
                        <a:t> </a:t>
                      </a:r>
                    </a:p>
                  </a:txBody>
                  <a:tcPr marL="57833" marR="6426" marT="6426"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808770626"/>
                  </a:ext>
                </a:extLst>
              </a:tr>
              <a:tr h="114122">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90907793"/>
                  </a:ext>
                </a:extLst>
              </a:tr>
              <a:tr h="116995">
                <a:tc>
                  <a:txBody>
                    <a:bodyPr/>
                    <a:lstStyle/>
                    <a:p>
                      <a:pPr algn="l" fontAlgn="b"/>
                      <a:r>
                        <a:rPr lang="en-GB" sz="700" b="1" i="0" u="none" strike="noStrike">
                          <a:solidFill>
                            <a:srgbClr val="000000"/>
                          </a:solidFill>
                          <a:effectLst/>
                          <a:latin typeface="Ubuntu" panose="020B0504030602030204" pitchFamily="34" charset="0"/>
                        </a:rPr>
                        <a:t>Environments and Infrastructure</a:t>
                      </a:r>
                    </a:p>
                  </a:txBody>
                  <a:tcPr marL="6426"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A/R</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C</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R</a:t>
                      </a:r>
                    </a:p>
                  </a:txBody>
                  <a:tcPr marL="6426" marR="6426" marT="6426"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extLst>
                  <a:ext uri="{0D108BD9-81ED-4DB2-BD59-A6C34878D82A}">
                    <a16:rowId xmlns:a16="http://schemas.microsoft.com/office/drawing/2014/main" val="1614706334"/>
                  </a:ext>
                </a:extLst>
              </a:tr>
              <a:tr h="116995">
                <a:tc>
                  <a:txBody>
                    <a:bodyPr/>
                    <a:lstStyle/>
                    <a:p>
                      <a:pPr algn="l" fontAlgn="b"/>
                      <a:r>
                        <a:rPr lang="en-GB" sz="700" b="0" i="0" u="none" strike="noStrike">
                          <a:solidFill>
                            <a:srgbClr val="000000"/>
                          </a:solidFill>
                          <a:effectLst/>
                          <a:latin typeface="Ubuntu" panose="020B0504030602030204" pitchFamily="34" charset="0"/>
                        </a:rPr>
                        <a:t>Infrastructure and environments planning and provisioning</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147212233"/>
                  </a:ext>
                </a:extLst>
              </a:tr>
              <a:tr h="116995">
                <a:tc>
                  <a:txBody>
                    <a:bodyPr/>
                    <a:lstStyle/>
                    <a:p>
                      <a:pPr algn="l" fontAlgn="b"/>
                      <a:r>
                        <a:rPr lang="en-GB" sz="700" b="0" i="0" u="none" strike="noStrike">
                          <a:solidFill>
                            <a:srgbClr val="000000"/>
                          </a:solidFill>
                          <a:effectLst/>
                          <a:latin typeface="Ubuntu" panose="020B0504030602030204" pitchFamily="34" charset="0"/>
                        </a:rPr>
                        <a:t>Deployments, maintainence and supplier issues resolution</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903267697"/>
                  </a:ext>
                </a:extLst>
              </a:tr>
              <a:tr h="116995">
                <a:tc>
                  <a:txBody>
                    <a:bodyPr/>
                    <a:lstStyle/>
                    <a:p>
                      <a:pPr algn="l" fontAlgn="b"/>
                      <a:r>
                        <a:rPr lang="en-GB" sz="700" b="0" i="0" u="none" strike="noStrike">
                          <a:solidFill>
                            <a:srgbClr val="000000"/>
                          </a:solidFill>
                          <a:effectLst/>
                          <a:latin typeface="Ubuntu" panose="020B0504030602030204" pitchFamily="34" charset="0"/>
                        </a:rPr>
                        <a:t>Capacity planning &amp; scalability</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160651670"/>
                  </a:ext>
                </a:extLst>
              </a:tr>
              <a:tr h="116995">
                <a:tc>
                  <a:txBody>
                    <a:bodyPr/>
                    <a:lstStyle/>
                    <a:p>
                      <a:pPr algn="l" fontAlgn="b"/>
                      <a:r>
                        <a:rPr lang="en-GB" sz="700" b="0" i="0" u="none" strike="noStrike">
                          <a:solidFill>
                            <a:srgbClr val="000000"/>
                          </a:solidFill>
                          <a:effectLst/>
                          <a:latin typeface="Ubuntu" panose="020B0504030602030204" pitchFamily="34" charset="0"/>
                        </a:rPr>
                        <a:t>Security and Compliance implementation</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034210400"/>
                  </a:ext>
                </a:extLst>
              </a:tr>
              <a:tr h="116995">
                <a:tc>
                  <a:txBody>
                    <a:bodyPr/>
                    <a:lstStyle/>
                    <a:p>
                      <a:pPr algn="l" fontAlgn="b"/>
                      <a:r>
                        <a:rPr lang="en-GB" sz="700" b="0" i="0" u="none" strike="noStrike">
                          <a:solidFill>
                            <a:srgbClr val="000000"/>
                          </a:solidFill>
                          <a:effectLst/>
                          <a:latin typeface="Ubuntu" panose="020B0504030602030204" pitchFamily="34" charset="0"/>
                        </a:rPr>
                        <a:t>Monitoring, management &amp; performance optimisation</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81487921"/>
                  </a:ext>
                </a:extLst>
              </a:tr>
              <a:tr h="116995">
                <a:tc>
                  <a:txBody>
                    <a:bodyPr/>
                    <a:lstStyle/>
                    <a:p>
                      <a:pPr algn="l" fontAlgn="b"/>
                      <a:r>
                        <a:rPr lang="en-GB" sz="700" b="0" i="0" u="none" strike="noStrike" dirty="0">
                          <a:solidFill>
                            <a:srgbClr val="000000"/>
                          </a:solidFill>
                          <a:effectLst/>
                          <a:latin typeface="Ubuntu" panose="020B0504030602030204" pitchFamily="34" charset="0"/>
                        </a:rPr>
                        <a:t> </a:t>
                      </a:r>
                    </a:p>
                  </a:txBody>
                  <a:tcPr marL="57833" marR="6426" marT="6426"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a:noFill/>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6426" marR="6426" marT="6426" marB="0" anchor="ctr">
                    <a:lnL>
                      <a:noFill/>
                    </a:lnL>
                    <a:lnR>
                      <a:noFill/>
                    </a:lnR>
                    <a:lnT w="6350" cap="flat" cmpd="sng" algn="ctr">
                      <a:solidFill>
                        <a:srgbClr val="A5A5A5"/>
                      </a:solidFill>
                      <a:prstDash val="solid"/>
                      <a:round/>
                      <a:headEnd type="none" w="med" len="med"/>
                      <a:tailEnd type="none" w="med" len="med"/>
                    </a:lnT>
                    <a:lnB>
                      <a:noFill/>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a:noFill/>
                    </a:lnB>
                  </a:tcPr>
                </a:tc>
                <a:tc vMerge="1">
                  <a:txBody>
                    <a:bodyPr/>
                    <a:lstStyle/>
                    <a:p>
                      <a:endParaRPr lang="en-GB"/>
                    </a:p>
                  </a:txBody>
                  <a:tcPr/>
                </a:tc>
                <a:tc>
                  <a:txBody>
                    <a:bodyPr/>
                    <a:lstStyle/>
                    <a:p>
                      <a:pPr algn="l" fontAlgn="b"/>
                      <a:r>
                        <a:rPr lang="en-GB" sz="700" b="0" i="0" u="none" strike="noStrike" dirty="0">
                          <a:solidFill>
                            <a:srgbClr val="000000"/>
                          </a:solidFill>
                          <a:effectLst/>
                          <a:latin typeface="Ubuntu" panose="020B0504030602030204" pitchFamily="34" charset="0"/>
                        </a:rPr>
                        <a:t> </a:t>
                      </a:r>
                    </a:p>
                  </a:txBody>
                  <a:tcPr marL="6426" marR="6426" marT="6426" marB="0" anchor="b">
                    <a:lnL>
                      <a:noFill/>
                    </a:lnL>
                    <a:lnR>
                      <a:noFill/>
                    </a:lnR>
                    <a:lnT w="6350" cap="flat" cmpd="sng" algn="ctr">
                      <a:solidFill>
                        <a:srgbClr val="A5A5A5"/>
                      </a:solidFill>
                      <a:prstDash val="solid"/>
                      <a:round/>
                      <a:headEnd type="none" w="med" len="med"/>
                      <a:tailEnd type="none" w="med" len="med"/>
                    </a:lnT>
                    <a:lnB>
                      <a:noFill/>
                    </a:lnB>
                  </a:tcPr>
                </a:tc>
                <a:tc vMerge="1">
                  <a:txBody>
                    <a:bodyPr/>
                    <a:lstStyle/>
                    <a:p>
                      <a:endParaRPr lang="en-GB"/>
                    </a:p>
                  </a:txBody>
                  <a:tcPr/>
                </a:tc>
                <a:extLst>
                  <a:ext uri="{0D108BD9-81ED-4DB2-BD59-A6C34878D82A}">
                    <a16:rowId xmlns:a16="http://schemas.microsoft.com/office/drawing/2014/main" val="675395588"/>
                  </a:ext>
                </a:extLst>
              </a:tr>
            </a:tbl>
          </a:graphicData>
        </a:graphic>
      </p:graphicFrame>
      <p:graphicFrame>
        <p:nvGraphicFramePr>
          <p:cNvPr id="9" name="Table 8">
            <a:extLst>
              <a:ext uri="{FF2B5EF4-FFF2-40B4-BE49-F238E27FC236}">
                <a16:creationId xmlns:a16="http://schemas.microsoft.com/office/drawing/2014/main" id="{F0B0C019-ABA6-0589-F5FD-1FBE99AE8AF2}"/>
              </a:ext>
            </a:extLst>
          </p:cNvPr>
          <p:cNvGraphicFramePr>
            <a:graphicFrameLocks noGrp="1"/>
          </p:cNvGraphicFramePr>
          <p:nvPr>
            <p:extLst>
              <p:ext uri="{D42A27DB-BD31-4B8C-83A1-F6EECF244321}">
                <p14:modId xmlns:p14="http://schemas.microsoft.com/office/powerpoint/2010/main" val="1659098664"/>
              </p:ext>
            </p:extLst>
          </p:nvPr>
        </p:nvGraphicFramePr>
        <p:xfrm>
          <a:off x="6288682" y="667990"/>
          <a:ext cx="5341345" cy="4942222"/>
        </p:xfrm>
        <a:graphic>
          <a:graphicData uri="http://schemas.openxmlformats.org/drawingml/2006/table">
            <a:tbl>
              <a:tblPr/>
              <a:tblGrid>
                <a:gridCol w="3056477">
                  <a:extLst>
                    <a:ext uri="{9D8B030D-6E8A-4147-A177-3AD203B41FA5}">
                      <a16:colId xmlns:a16="http://schemas.microsoft.com/office/drawing/2014/main" val="1902029349"/>
                    </a:ext>
                  </a:extLst>
                </a:gridCol>
                <a:gridCol w="199770">
                  <a:extLst>
                    <a:ext uri="{9D8B030D-6E8A-4147-A177-3AD203B41FA5}">
                      <a16:colId xmlns:a16="http://schemas.microsoft.com/office/drawing/2014/main" val="2412048335"/>
                    </a:ext>
                  </a:extLst>
                </a:gridCol>
                <a:gridCol w="561853">
                  <a:extLst>
                    <a:ext uri="{9D8B030D-6E8A-4147-A177-3AD203B41FA5}">
                      <a16:colId xmlns:a16="http://schemas.microsoft.com/office/drawing/2014/main" val="3763503816"/>
                    </a:ext>
                  </a:extLst>
                </a:gridCol>
                <a:gridCol w="172302">
                  <a:extLst>
                    <a:ext uri="{9D8B030D-6E8A-4147-A177-3AD203B41FA5}">
                      <a16:colId xmlns:a16="http://schemas.microsoft.com/office/drawing/2014/main" val="3963931054"/>
                    </a:ext>
                  </a:extLst>
                </a:gridCol>
                <a:gridCol w="561853">
                  <a:extLst>
                    <a:ext uri="{9D8B030D-6E8A-4147-A177-3AD203B41FA5}">
                      <a16:colId xmlns:a16="http://schemas.microsoft.com/office/drawing/2014/main" val="2585549175"/>
                    </a:ext>
                  </a:extLst>
                </a:gridCol>
                <a:gridCol w="169804">
                  <a:extLst>
                    <a:ext uri="{9D8B030D-6E8A-4147-A177-3AD203B41FA5}">
                      <a16:colId xmlns:a16="http://schemas.microsoft.com/office/drawing/2014/main" val="4171277644"/>
                    </a:ext>
                  </a:extLst>
                </a:gridCol>
                <a:gridCol w="619286">
                  <a:extLst>
                    <a:ext uri="{9D8B030D-6E8A-4147-A177-3AD203B41FA5}">
                      <a16:colId xmlns:a16="http://schemas.microsoft.com/office/drawing/2014/main" val="645466640"/>
                    </a:ext>
                  </a:extLst>
                </a:gridCol>
              </a:tblGrid>
              <a:tr h="167398">
                <a:tc>
                  <a:txBody>
                    <a:bodyPr/>
                    <a:lstStyle/>
                    <a:p>
                      <a:pPr algn="ctr" fontAlgn="b"/>
                      <a:r>
                        <a:rPr lang="en-GB" sz="1000" b="1" i="0" u="none" strike="noStrike">
                          <a:solidFill>
                            <a:srgbClr val="FFFFFF"/>
                          </a:solidFill>
                          <a:effectLst/>
                          <a:latin typeface="Ubuntu" panose="020B0504030602030204" pitchFamily="34" charset="0"/>
                        </a:rPr>
                        <a:t>Area</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1" i="0" u="none" strike="noStrike">
                          <a:solidFill>
                            <a:srgbClr val="FFFFFF"/>
                          </a:solidFill>
                          <a:effectLst/>
                          <a:latin typeface="Ubuntu" panose="020B0504030602030204" pitchFamily="34" charset="0"/>
                        </a:rPr>
                        <a:t>Beazley</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1" i="0" u="none" strike="noStrike">
                          <a:solidFill>
                            <a:srgbClr val="FFFFFF"/>
                          </a:solidFill>
                          <a:effectLst/>
                          <a:latin typeface="Ubuntu" panose="020B0504030602030204" pitchFamily="34" charset="0"/>
                        </a:rPr>
                        <a:t>Capg</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2F75B5"/>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1" i="0" u="none" strike="noStrike">
                          <a:solidFill>
                            <a:srgbClr val="FFFFFF"/>
                          </a:solidFill>
                          <a:effectLst/>
                          <a:latin typeface="Ubuntu" panose="020B0504030602030204" pitchFamily="34" charset="0"/>
                        </a:rPr>
                        <a:t>Guidewire</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65A36E"/>
                    </a:solidFill>
                  </a:tcPr>
                </a:tc>
                <a:extLst>
                  <a:ext uri="{0D108BD9-81ED-4DB2-BD59-A6C34878D82A}">
                    <a16:rowId xmlns:a16="http://schemas.microsoft.com/office/drawing/2014/main" val="563396302"/>
                  </a:ext>
                </a:extLst>
              </a:tr>
              <a:tr h="141150">
                <a:tc>
                  <a:txBody>
                    <a:bodyPr/>
                    <a:lstStyle/>
                    <a:p>
                      <a:pPr algn="l" fontAlgn="b"/>
                      <a:r>
                        <a:rPr lang="en-GB" sz="800" b="1" i="0" u="none" strike="noStrike">
                          <a:solidFill>
                            <a:srgbClr val="000000"/>
                          </a:solidFill>
                          <a:effectLst/>
                          <a:latin typeface="Ubuntu" panose="020B0504030602030204" pitchFamily="34" charset="0"/>
                        </a:rPr>
                        <a:t>GPAS and Billing Delivery</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C</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A/R</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C</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extLst>
                  <a:ext uri="{0D108BD9-81ED-4DB2-BD59-A6C34878D82A}">
                    <a16:rowId xmlns:a16="http://schemas.microsoft.com/office/drawing/2014/main" val="3065403906"/>
                  </a:ext>
                </a:extLst>
              </a:tr>
              <a:tr h="141150">
                <a:tc>
                  <a:txBody>
                    <a:bodyPr/>
                    <a:lstStyle/>
                    <a:p>
                      <a:pPr algn="l" fontAlgn="b"/>
                      <a:r>
                        <a:rPr lang="en-GB" sz="800" b="0" i="0" u="none" strike="noStrike">
                          <a:solidFill>
                            <a:srgbClr val="000000"/>
                          </a:solidFill>
                          <a:effectLst/>
                          <a:latin typeface="Ubuntu" panose="020B0504030602030204" pitchFamily="34" charset="0"/>
                        </a:rPr>
                        <a:t>Develop user stories adhering to Guidewire Cloud standards</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367269910"/>
                  </a:ext>
                </a:extLst>
              </a:tr>
              <a:tr h="141150">
                <a:tc>
                  <a:txBody>
                    <a:bodyPr/>
                    <a:lstStyle/>
                    <a:p>
                      <a:pPr algn="l" fontAlgn="b"/>
                      <a:r>
                        <a:rPr lang="en-GB" sz="800" b="0" i="0" u="none" strike="noStrike">
                          <a:solidFill>
                            <a:srgbClr val="000000"/>
                          </a:solidFill>
                          <a:effectLst/>
                          <a:latin typeface="Ubuntu" panose="020B0504030602030204" pitchFamily="34" charset="0"/>
                        </a:rPr>
                        <a:t>Unit testing adhering to Guidewire Cloud Standards</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577317209"/>
                  </a:ext>
                </a:extLst>
              </a:tr>
              <a:tr h="141150">
                <a:tc>
                  <a:txBody>
                    <a:bodyPr/>
                    <a:lstStyle/>
                    <a:p>
                      <a:pPr algn="l" fontAlgn="b"/>
                      <a:r>
                        <a:rPr lang="en-GB" sz="800" b="0" i="0" u="none" strike="noStrike">
                          <a:solidFill>
                            <a:srgbClr val="000000"/>
                          </a:solidFill>
                          <a:effectLst/>
                          <a:latin typeface="Ubuntu" panose="020B0504030602030204" pitchFamily="34" charset="0"/>
                        </a:rPr>
                        <a:t>Sprint plan and raising dependencies</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531092854"/>
                  </a:ext>
                </a:extLst>
              </a:tr>
              <a:tr h="141150">
                <a:tc>
                  <a:txBody>
                    <a:bodyPr/>
                    <a:lstStyle/>
                    <a:p>
                      <a:pPr algn="l" fontAlgn="b"/>
                      <a:r>
                        <a:rPr lang="en-GB" sz="800" b="0" i="0" u="none" strike="noStrike">
                          <a:solidFill>
                            <a:srgbClr val="000000"/>
                          </a:solidFill>
                          <a:effectLst/>
                          <a:latin typeface="Ubuntu" panose="020B0504030602030204" pitchFamily="34" charset="0"/>
                        </a:rPr>
                        <a:t>Resolve Guidewire Cloud standard assessment observations</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984692525"/>
                  </a:ext>
                </a:extLst>
              </a:tr>
              <a:tr h="141150">
                <a:tc>
                  <a:txBody>
                    <a:bodyPr/>
                    <a:lstStyle/>
                    <a:p>
                      <a:pPr algn="l" fontAlgn="b"/>
                      <a:r>
                        <a:rPr lang="en-GB" sz="800" b="0" i="0" u="none" strike="noStrike">
                          <a:solidFill>
                            <a:srgbClr val="000000"/>
                          </a:solidFill>
                          <a:effectLst/>
                          <a:latin typeface="Ubuntu" panose="020B0504030602030204" pitchFamily="34" charset="0"/>
                        </a:rPr>
                        <a:t>Sprint progress reporting</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864754822"/>
                  </a:ext>
                </a:extLst>
              </a:tr>
              <a:tr h="141150">
                <a:tc>
                  <a:txBody>
                    <a:bodyPr/>
                    <a:lstStyle/>
                    <a:p>
                      <a:pPr algn="l" fontAlgn="b"/>
                      <a:r>
                        <a:rPr lang="en-GB" sz="800" b="0" i="0" u="none" strike="noStrike">
                          <a:solidFill>
                            <a:srgbClr val="000000"/>
                          </a:solidFill>
                          <a:effectLst/>
                          <a:latin typeface="Ubuntu" panose="020B0504030602030204" pitchFamily="34" charset="0"/>
                        </a:rPr>
                        <a:t> </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180142318"/>
                  </a:ext>
                </a:extLst>
              </a:tr>
              <a:tr h="137682">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2653381972"/>
                  </a:ext>
                </a:extLst>
              </a:tr>
              <a:tr h="141150">
                <a:tc>
                  <a:txBody>
                    <a:bodyPr/>
                    <a:lstStyle/>
                    <a:p>
                      <a:pPr algn="l" fontAlgn="b"/>
                      <a:r>
                        <a:rPr lang="en-GB" sz="800" b="1" i="0" u="none" strike="noStrike">
                          <a:solidFill>
                            <a:srgbClr val="000000"/>
                          </a:solidFill>
                          <a:effectLst/>
                          <a:latin typeface="Ubuntu" panose="020B0504030602030204" pitchFamily="34" charset="0"/>
                        </a:rPr>
                        <a:t>E2E Testing</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A/R</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C</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I</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20965262"/>
                  </a:ext>
                </a:extLst>
              </a:tr>
              <a:tr h="141150">
                <a:tc>
                  <a:txBody>
                    <a:bodyPr/>
                    <a:lstStyle/>
                    <a:p>
                      <a:pPr algn="l" fontAlgn="ctr"/>
                      <a:r>
                        <a:rPr lang="en-GB" sz="800" b="0" i="0" u="none" strike="noStrike">
                          <a:solidFill>
                            <a:srgbClr val="000000"/>
                          </a:solidFill>
                          <a:effectLst/>
                          <a:latin typeface="Ubuntu" panose="020B0504030602030204" pitchFamily="34" charset="0"/>
                        </a:rPr>
                        <a:t>End to End Test Strategy and Execution</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041631222"/>
                  </a:ext>
                </a:extLst>
              </a:tr>
              <a:tr h="141150">
                <a:tc>
                  <a:txBody>
                    <a:bodyPr/>
                    <a:lstStyle/>
                    <a:p>
                      <a:pPr algn="l" fontAlgn="ctr"/>
                      <a:r>
                        <a:rPr lang="en-GB" sz="800" b="0" i="0" u="none" strike="noStrike">
                          <a:solidFill>
                            <a:srgbClr val="000000"/>
                          </a:solidFill>
                          <a:effectLst/>
                          <a:latin typeface="Ubuntu" panose="020B0504030602030204" pitchFamily="34" charset="0"/>
                        </a:rPr>
                        <a:t>JIRA and Confluence set-up</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225059012"/>
                  </a:ext>
                </a:extLst>
              </a:tr>
              <a:tr h="141150">
                <a:tc>
                  <a:txBody>
                    <a:bodyPr/>
                    <a:lstStyle/>
                    <a:p>
                      <a:pPr algn="l" fontAlgn="ctr"/>
                      <a:r>
                        <a:rPr lang="en-GB" sz="800" b="0" i="0" u="none" strike="noStrike">
                          <a:solidFill>
                            <a:srgbClr val="000000"/>
                          </a:solidFill>
                          <a:effectLst/>
                          <a:latin typeface="Ubuntu" panose="020B0504030602030204" pitchFamily="34" charset="0"/>
                        </a:rPr>
                        <a:t>Metrics and Reporting</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370793271"/>
                  </a:ext>
                </a:extLst>
              </a:tr>
              <a:tr h="141150">
                <a:tc>
                  <a:txBody>
                    <a:bodyPr/>
                    <a:lstStyle/>
                    <a:p>
                      <a:pPr algn="l" fontAlgn="ctr"/>
                      <a:r>
                        <a:rPr lang="en-GB" sz="800" b="0" i="0" u="none" strike="noStrike">
                          <a:solidFill>
                            <a:srgbClr val="000000"/>
                          </a:solidFill>
                          <a:effectLst/>
                          <a:latin typeface="Ubuntu" panose="020B0504030602030204" pitchFamily="34" charset="0"/>
                        </a:rPr>
                        <a:t>Risks and Issues management</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714957545"/>
                  </a:ext>
                </a:extLst>
              </a:tr>
              <a:tr h="137682">
                <a:tc>
                  <a:txBody>
                    <a:bodyPr/>
                    <a:lstStyle/>
                    <a:p>
                      <a:pPr algn="l" fontAlgn="ctr"/>
                      <a:r>
                        <a:rPr lang="en-GB" sz="800" b="0" i="0" u="none" strike="noStrike">
                          <a:solidFill>
                            <a:srgbClr val="000000"/>
                          </a:solidFill>
                          <a:effectLst/>
                          <a:latin typeface="Ubuntu" panose="020B0504030602030204" pitchFamily="34" charset="0"/>
                        </a:rPr>
                        <a:t>Defects resolution specific to GPAS &amp; Billing components</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C</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A/R</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C</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extLst>
                  <a:ext uri="{0D108BD9-81ED-4DB2-BD59-A6C34878D82A}">
                    <a16:rowId xmlns:a16="http://schemas.microsoft.com/office/drawing/2014/main" val="2045342018"/>
                  </a:ext>
                </a:extLst>
              </a:tr>
              <a:tr h="137682">
                <a:tc>
                  <a:txBody>
                    <a:bodyPr/>
                    <a:lstStyle/>
                    <a:p>
                      <a:pPr algn="l" fontAlgn="ctr"/>
                      <a:r>
                        <a:rPr lang="en-GB" sz="800" b="0" i="0" u="none" strike="noStrike">
                          <a:solidFill>
                            <a:srgbClr val="000000"/>
                          </a:solidFill>
                          <a:effectLst/>
                          <a:latin typeface="Ubuntu" panose="020B0504030602030204" pitchFamily="34" charset="0"/>
                        </a:rPr>
                        <a:t> </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2669438352"/>
                  </a:ext>
                </a:extLst>
              </a:tr>
              <a:tr h="137682">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171325739"/>
                  </a:ext>
                </a:extLst>
              </a:tr>
              <a:tr h="141150">
                <a:tc>
                  <a:txBody>
                    <a:bodyPr/>
                    <a:lstStyle/>
                    <a:p>
                      <a:pPr algn="l" fontAlgn="b"/>
                      <a:r>
                        <a:rPr lang="en-GB" sz="800" b="1" i="0" u="none" strike="noStrike">
                          <a:solidFill>
                            <a:srgbClr val="000000"/>
                          </a:solidFill>
                          <a:effectLst/>
                          <a:latin typeface="Ubuntu" panose="020B0504030602030204" pitchFamily="34" charset="0"/>
                        </a:rPr>
                        <a:t>GPAS and Billing Functional Testing</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A</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R</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I</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1018005849"/>
                  </a:ext>
                </a:extLst>
              </a:tr>
              <a:tr h="141150">
                <a:tc>
                  <a:txBody>
                    <a:bodyPr/>
                    <a:lstStyle/>
                    <a:p>
                      <a:pPr algn="l" fontAlgn="ctr"/>
                      <a:r>
                        <a:rPr lang="en-GB" sz="800" b="0" i="0" u="none" strike="noStrike">
                          <a:solidFill>
                            <a:srgbClr val="000000"/>
                          </a:solidFill>
                          <a:effectLst/>
                          <a:latin typeface="Ubuntu" panose="020B0504030602030204" pitchFamily="34" charset="0"/>
                        </a:rPr>
                        <a:t>Functional test plan and execution</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1390552980"/>
                  </a:ext>
                </a:extLst>
              </a:tr>
              <a:tr h="141150">
                <a:tc>
                  <a:txBody>
                    <a:bodyPr/>
                    <a:lstStyle/>
                    <a:p>
                      <a:pPr algn="l" fontAlgn="ctr"/>
                      <a:r>
                        <a:rPr lang="en-GB" sz="800" b="0" i="0" u="none" strike="noStrike">
                          <a:solidFill>
                            <a:srgbClr val="000000"/>
                          </a:solidFill>
                          <a:effectLst/>
                          <a:latin typeface="Ubuntu" panose="020B0504030602030204" pitchFamily="34" charset="0"/>
                        </a:rPr>
                        <a:t>Risks, Issues and Dependencies status reporting </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4210013609"/>
                  </a:ext>
                </a:extLst>
              </a:tr>
              <a:tr h="141150">
                <a:tc>
                  <a:txBody>
                    <a:bodyPr/>
                    <a:lstStyle/>
                    <a:p>
                      <a:pPr algn="l" fontAlgn="ctr"/>
                      <a:r>
                        <a:rPr lang="en-GB" sz="800" b="0" i="0" u="none" strike="noStrike">
                          <a:solidFill>
                            <a:srgbClr val="000000"/>
                          </a:solidFill>
                          <a:effectLst/>
                          <a:latin typeface="Ubuntu" panose="020B0504030602030204" pitchFamily="34" charset="0"/>
                        </a:rPr>
                        <a:t>Metrics and Reporting using JIRA</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1117121061"/>
                  </a:ext>
                </a:extLst>
              </a:tr>
              <a:tr h="141150">
                <a:tc>
                  <a:txBody>
                    <a:bodyPr/>
                    <a:lstStyle/>
                    <a:p>
                      <a:pPr algn="l" fontAlgn="ctr"/>
                      <a:r>
                        <a:rPr lang="en-GB" sz="800" b="0" i="0" u="none" strike="noStrike">
                          <a:solidFill>
                            <a:srgbClr val="000000"/>
                          </a:solidFill>
                          <a:effectLst/>
                          <a:latin typeface="Ubuntu" panose="020B0504030602030204" pitchFamily="34" charset="0"/>
                        </a:rPr>
                        <a:t> </a:t>
                      </a:r>
                    </a:p>
                  </a:txBody>
                  <a:tcPr marL="69476" marR="7720" marT="7720"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1949800359"/>
                  </a:ext>
                </a:extLst>
              </a:tr>
              <a:tr h="137682">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2240611521"/>
                  </a:ext>
                </a:extLst>
              </a:tr>
              <a:tr h="141150">
                <a:tc>
                  <a:txBody>
                    <a:bodyPr/>
                    <a:lstStyle/>
                    <a:p>
                      <a:pPr algn="l" fontAlgn="b"/>
                      <a:r>
                        <a:rPr lang="en-GB" sz="800" b="1" i="0" u="none" strike="noStrike">
                          <a:solidFill>
                            <a:srgbClr val="000000"/>
                          </a:solidFill>
                          <a:effectLst/>
                          <a:latin typeface="Ubuntu" panose="020B0504030602030204" pitchFamily="34" charset="0"/>
                        </a:rPr>
                        <a:t>Release Management</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A</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C</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C</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extLst>
                  <a:ext uri="{0D108BD9-81ED-4DB2-BD59-A6C34878D82A}">
                    <a16:rowId xmlns:a16="http://schemas.microsoft.com/office/drawing/2014/main" val="834234351"/>
                  </a:ext>
                </a:extLst>
              </a:tr>
              <a:tr h="141150">
                <a:tc>
                  <a:txBody>
                    <a:bodyPr/>
                    <a:lstStyle/>
                    <a:p>
                      <a:pPr algn="l" fontAlgn="b"/>
                      <a:r>
                        <a:rPr lang="en-GB" sz="800" b="0" i="0" u="none" strike="noStrike">
                          <a:solidFill>
                            <a:srgbClr val="000000"/>
                          </a:solidFill>
                          <a:effectLst/>
                          <a:latin typeface="Ubuntu" panose="020B0504030602030204" pitchFamily="34" charset="0"/>
                        </a:rPr>
                        <a:t>End to end release plan roadmap for the Program</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420844608"/>
                  </a:ext>
                </a:extLst>
              </a:tr>
              <a:tr h="141150">
                <a:tc>
                  <a:txBody>
                    <a:bodyPr/>
                    <a:lstStyle/>
                    <a:p>
                      <a:pPr algn="l" fontAlgn="b"/>
                      <a:r>
                        <a:rPr lang="en-GB" sz="800" b="0" i="0" u="none" strike="noStrike">
                          <a:solidFill>
                            <a:srgbClr val="000000"/>
                          </a:solidFill>
                          <a:effectLst/>
                          <a:latin typeface="Ubuntu" panose="020B0504030602030204" pitchFamily="34" charset="0"/>
                        </a:rPr>
                        <a:t>Strategy, Processes and teams for deployments, check points</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222033829"/>
                  </a:ext>
                </a:extLst>
              </a:tr>
              <a:tr h="141150">
                <a:tc>
                  <a:txBody>
                    <a:bodyPr/>
                    <a:lstStyle/>
                    <a:p>
                      <a:pPr algn="l" fontAlgn="b"/>
                      <a:r>
                        <a:rPr lang="en-GB" sz="800" b="0" i="0" u="none" strike="noStrike">
                          <a:solidFill>
                            <a:srgbClr val="000000"/>
                          </a:solidFill>
                          <a:effectLst/>
                          <a:latin typeface="Ubuntu" panose="020B0504030602030204" pitchFamily="34" charset="0"/>
                        </a:rPr>
                        <a:t>Third party coordination for all environments</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322984945"/>
                  </a:ext>
                </a:extLst>
              </a:tr>
              <a:tr h="141150">
                <a:tc>
                  <a:txBody>
                    <a:bodyPr/>
                    <a:lstStyle/>
                    <a:p>
                      <a:pPr algn="l" fontAlgn="b"/>
                      <a:r>
                        <a:rPr lang="en-GB" sz="800" b="0" i="0" u="none" strike="noStrike">
                          <a:solidFill>
                            <a:srgbClr val="000000"/>
                          </a:solidFill>
                          <a:effectLst/>
                          <a:latin typeface="Ubuntu" panose="020B0504030602030204" pitchFamily="34" charset="0"/>
                        </a:rPr>
                        <a:t> </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628894470"/>
                  </a:ext>
                </a:extLst>
              </a:tr>
              <a:tr h="137682">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4191710720"/>
                  </a:ext>
                </a:extLst>
              </a:tr>
              <a:tr h="141150">
                <a:tc>
                  <a:txBody>
                    <a:bodyPr/>
                    <a:lstStyle/>
                    <a:p>
                      <a:pPr algn="l" fontAlgn="b"/>
                      <a:r>
                        <a:rPr lang="en-GB" sz="800" b="1" i="0" u="none" strike="noStrike">
                          <a:solidFill>
                            <a:srgbClr val="000000"/>
                          </a:solidFill>
                          <a:effectLst/>
                          <a:latin typeface="Ubuntu" panose="020B0504030602030204" pitchFamily="34" charset="0"/>
                        </a:rPr>
                        <a:t>Cutover, Go-live and Post Go-live Support</a:t>
                      </a:r>
                    </a:p>
                  </a:txBody>
                  <a:tcPr marL="7720"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A/R</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R</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R</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extLst>
                  <a:ext uri="{0D108BD9-81ED-4DB2-BD59-A6C34878D82A}">
                    <a16:rowId xmlns:a16="http://schemas.microsoft.com/office/drawing/2014/main" val="3612351927"/>
                  </a:ext>
                </a:extLst>
              </a:tr>
              <a:tr h="141150">
                <a:tc>
                  <a:txBody>
                    <a:bodyPr/>
                    <a:lstStyle/>
                    <a:p>
                      <a:pPr algn="l" fontAlgn="b"/>
                      <a:r>
                        <a:rPr lang="en-GB" sz="800" b="0" i="0" u="none" strike="noStrike">
                          <a:solidFill>
                            <a:srgbClr val="000000"/>
                          </a:solidFill>
                          <a:effectLst/>
                          <a:latin typeface="Ubuntu" panose="020B0504030602030204" pitchFamily="34" charset="0"/>
                        </a:rPr>
                        <a:t>Cut-over plan and Implementation Management</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122897765"/>
                  </a:ext>
                </a:extLst>
              </a:tr>
              <a:tr h="141150">
                <a:tc>
                  <a:txBody>
                    <a:bodyPr/>
                    <a:lstStyle/>
                    <a:p>
                      <a:pPr algn="l" fontAlgn="b"/>
                      <a:r>
                        <a:rPr lang="en-GB" sz="800" b="0" i="0" u="none" strike="noStrike">
                          <a:solidFill>
                            <a:srgbClr val="000000"/>
                          </a:solidFill>
                          <a:effectLst/>
                          <a:latin typeface="Ubuntu" panose="020B0504030602030204" pitchFamily="34" charset="0"/>
                        </a:rPr>
                        <a:t>Establish post Go-live Support Model</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788847896"/>
                  </a:ext>
                </a:extLst>
              </a:tr>
              <a:tr h="141150">
                <a:tc>
                  <a:txBody>
                    <a:bodyPr/>
                    <a:lstStyle/>
                    <a:p>
                      <a:pPr algn="l" fontAlgn="b"/>
                      <a:r>
                        <a:rPr lang="en-GB" sz="800" b="0" i="0" u="none" strike="noStrike">
                          <a:solidFill>
                            <a:srgbClr val="000000"/>
                          </a:solidFill>
                          <a:effectLst/>
                          <a:latin typeface="Ubuntu" panose="020B0504030602030204" pitchFamily="34" charset="0"/>
                        </a:rPr>
                        <a:t>Infrastructure and environments set-up</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210778487"/>
                  </a:ext>
                </a:extLst>
              </a:tr>
              <a:tr h="141150">
                <a:tc>
                  <a:txBody>
                    <a:bodyPr/>
                    <a:lstStyle/>
                    <a:p>
                      <a:pPr algn="l" fontAlgn="b"/>
                      <a:r>
                        <a:rPr lang="en-GB" sz="800" b="0" i="0" u="none" strike="noStrike">
                          <a:solidFill>
                            <a:srgbClr val="000000"/>
                          </a:solidFill>
                          <a:effectLst/>
                          <a:latin typeface="Ubuntu" panose="020B0504030602030204" pitchFamily="34" charset="0"/>
                        </a:rPr>
                        <a:t>Service Design and PGLS Plan</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343052299"/>
                  </a:ext>
                </a:extLst>
              </a:tr>
              <a:tr h="137682">
                <a:tc>
                  <a:txBody>
                    <a:bodyPr/>
                    <a:lstStyle/>
                    <a:p>
                      <a:pPr algn="l" fontAlgn="b"/>
                      <a:r>
                        <a:rPr lang="en-GB" sz="800" b="0" i="0" u="none" strike="noStrike">
                          <a:solidFill>
                            <a:srgbClr val="000000"/>
                          </a:solidFill>
                          <a:effectLst/>
                          <a:latin typeface="Ubuntu" panose="020B0504030602030204" pitchFamily="34" charset="0"/>
                        </a:rPr>
                        <a:t>Incident fixes specific to GPAS &amp; Billing during warranty</a:t>
                      </a:r>
                    </a:p>
                  </a:txBody>
                  <a:tcPr marL="69476" marR="7720" marT="7720"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a:noFill/>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720" marR="7720" marT="7720" marB="0" anchor="ctr">
                    <a:lnL>
                      <a:noFill/>
                    </a:lnL>
                    <a:lnR>
                      <a:noFill/>
                    </a:lnR>
                    <a:lnT w="6350" cap="flat" cmpd="sng" algn="ctr">
                      <a:solidFill>
                        <a:srgbClr val="A5A5A5"/>
                      </a:solidFill>
                      <a:prstDash val="solid"/>
                      <a:round/>
                      <a:headEnd type="none" w="med" len="med"/>
                      <a:tailEnd type="none" w="med" len="med"/>
                    </a:lnT>
                    <a:lnB>
                      <a:noFill/>
                    </a:lnB>
                  </a:tcPr>
                </a:tc>
                <a:tc>
                  <a:txBody>
                    <a:bodyPr/>
                    <a:lstStyle/>
                    <a:p>
                      <a:pPr algn="ctr" fontAlgn="ctr"/>
                      <a:r>
                        <a:rPr lang="en-GB" sz="800" b="0" i="0" u="none" strike="noStrike">
                          <a:solidFill>
                            <a:srgbClr val="000000"/>
                          </a:solidFill>
                          <a:effectLst/>
                          <a:latin typeface="Ubuntu" panose="020B0504030602030204" pitchFamily="34" charset="0"/>
                        </a:rPr>
                        <a:t>C</a:t>
                      </a:r>
                    </a:p>
                  </a:txBody>
                  <a:tcPr marL="7720" marR="7720" marT="7720" marB="0" anchor="ctr">
                    <a:lnL>
                      <a:noFill/>
                    </a:lnL>
                    <a:lnR>
                      <a:noFill/>
                    </a:lnR>
                    <a:lnT w="6350" cap="flat" cmpd="sng" algn="ctr">
                      <a:solidFill>
                        <a:srgbClr val="A5A5A5"/>
                      </a:solidFill>
                      <a:prstDash val="solid"/>
                      <a:round/>
                      <a:headEnd type="none" w="med" len="med"/>
                      <a:tailEnd type="none" w="med" len="med"/>
                    </a:lnT>
                    <a:lnB>
                      <a:noFill/>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a:noFill/>
                    </a:lnB>
                  </a:tcPr>
                </a:tc>
                <a:tc>
                  <a:txBody>
                    <a:bodyPr/>
                    <a:lstStyle/>
                    <a:p>
                      <a:pPr algn="ctr" fontAlgn="ctr"/>
                      <a:r>
                        <a:rPr lang="en-GB" sz="800" b="0" i="0" u="none" strike="noStrike">
                          <a:solidFill>
                            <a:srgbClr val="000000"/>
                          </a:solidFill>
                          <a:effectLst/>
                          <a:latin typeface="Ubuntu" panose="020B0504030602030204" pitchFamily="34" charset="0"/>
                        </a:rPr>
                        <a:t>A/R</a:t>
                      </a:r>
                    </a:p>
                  </a:txBody>
                  <a:tcPr marL="7720" marR="7720" marT="7720" marB="0" anchor="ctr">
                    <a:lnL>
                      <a:noFill/>
                    </a:lnL>
                    <a:lnR>
                      <a:noFill/>
                    </a:lnR>
                    <a:lnT w="6350" cap="flat" cmpd="sng" algn="ctr">
                      <a:solidFill>
                        <a:srgbClr val="A5A5A5"/>
                      </a:solidFill>
                      <a:prstDash val="solid"/>
                      <a:round/>
                      <a:headEnd type="none" w="med" len="med"/>
                      <a:tailEnd type="none" w="med" len="med"/>
                    </a:lnT>
                    <a:lnB>
                      <a:noFill/>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720" marR="7720" marT="7720" marB="0" anchor="b">
                    <a:lnL>
                      <a:noFill/>
                    </a:lnL>
                    <a:lnR>
                      <a:noFill/>
                    </a:lnR>
                    <a:lnT w="6350" cap="flat" cmpd="sng" algn="ctr">
                      <a:solidFill>
                        <a:srgbClr val="A5A5A5"/>
                      </a:solidFill>
                      <a:prstDash val="solid"/>
                      <a:round/>
                      <a:headEnd type="none" w="med" len="med"/>
                      <a:tailEnd type="none" w="med" len="med"/>
                    </a:lnT>
                    <a:lnB>
                      <a:noFill/>
                    </a:lnB>
                  </a:tcPr>
                </a:tc>
                <a:tc>
                  <a:txBody>
                    <a:bodyPr/>
                    <a:lstStyle/>
                    <a:p>
                      <a:pPr algn="ctr" fontAlgn="ctr"/>
                      <a:r>
                        <a:rPr lang="en-GB" sz="800" b="0" i="0" u="none" strike="noStrike" dirty="0">
                          <a:solidFill>
                            <a:srgbClr val="000000"/>
                          </a:solidFill>
                          <a:effectLst/>
                          <a:latin typeface="Ubuntu" panose="020B0504030602030204" pitchFamily="34" charset="0"/>
                        </a:rPr>
                        <a:t>C</a:t>
                      </a:r>
                    </a:p>
                  </a:txBody>
                  <a:tcPr marL="7720" marR="7720" marT="7720"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2317352280"/>
                  </a:ext>
                </a:extLst>
              </a:tr>
            </a:tbl>
          </a:graphicData>
        </a:graphic>
      </p:graphicFrame>
      <p:sp>
        <p:nvSpPr>
          <p:cNvPr id="12" name="TextBox 11">
            <a:extLst>
              <a:ext uri="{FF2B5EF4-FFF2-40B4-BE49-F238E27FC236}">
                <a16:creationId xmlns:a16="http://schemas.microsoft.com/office/drawing/2014/main" id="{4D9DB406-FA3E-B835-D389-2A10E6D8909A}"/>
              </a:ext>
            </a:extLst>
          </p:cNvPr>
          <p:cNvSpPr txBox="1"/>
          <p:nvPr/>
        </p:nvSpPr>
        <p:spPr>
          <a:xfrm>
            <a:off x="216350" y="5760862"/>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dirty="0">
                <a:ln>
                  <a:noFill/>
                </a:ln>
                <a:solidFill>
                  <a:srgbClr val="2B0A3D"/>
                </a:solidFill>
                <a:effectLst/>
                <a:uLnTx/>
                <a:uFillTx/>
                <a:latin typeface="Verdana" panose="020B0604030504040204" pitchFamily="34" charset="0"/>
                <a:ea typeface="Verdana" panose="020B0604030504040204" pitchFamily="34" charset="0"/>
              </a:rPr>
              <a:t>Key</a:t>
            </a:r>
          </a:p>
        </p:txBody>
      </p:sp>
      <p:graphicFrame>
        <p:nvGraphicFramePr>
          <p:cNvPr id="13" name="Object 12">
            <a:extLst>
              <a:ext uri="{FF2B5EF4-FFF2-40B4-BE49-F238E27FC236}">
                <a16:creationId xmlns:a16="http://schemas.microsoft.com/office/drawing/2014/main" id="{016B140D-FF25-01D0-E289-CC97EB4977B7}"/>
              </a:ext>
            </a:extLst>
          </p:cNvPr>
          <p:cNvGraphicFramePr>
            <a:graphicFrameLocks noChangeAspect="1"/>
          </p:cNvGraphicFramePr>
          <p:nvPr>
            <p:extLst>
              <p:ext uri="{D42A27DB-BD31-4B8C-83A1-F6EECF244321}">
                <p14:modId xmlns:p14="http://schemas.microsoft.com/office/powerpoint/2010/main" val="1031121524"/>
              </p:ext>
            </p:extLst>
          </p:nvPr>
        </p:nvGraphicFramePr>
        <p:xfrm>
          <a:off x="10325100" y="5873226"/>
          <a:ext cx="914400" cy="771525"/>
        </p:xfrm>
        <a:graphic>
          <a:graphicData uri="http://schemas.openxmlformats.org/presentationml/2006/ole">
            <mc:AlternateContent xmlns:mc="http://schemas.openxmlformats.org/markup-compatibility/2006">
              <mc:Choice xmlns:v="urn:schemas-microsoft-com:vml" Requires="v">
                <p:oleObj name="Worksheet" showAsIcon="1" r:id="rId3" imgW="914400" imgH="771525" progId="Excel.Sheet.12">
                  <p:embed/>
                </p:oleObj>
              </mc:Choice>
              <mc:Fallback>
                <p:oleObj name="Worksheet" showAsIcon="1" r:id="rId3" imgW="914400" imgH="771525" progId="Excel.Sheet.12">
                  <p:embed/>
                  <p:pic>
                    <p:nvPicPr>
                      <p:cNvPr id="13" name="Object 12">
                        <a:extLst>
                          <a:ext uri="{FF2B5EF4-FFF2-40B4-BE49-F238E27FC236}">
                            <a16:creationId xmlns:a16="http://schemas.microsoft.com/office/drawing/2014/main" id="{016B140D-FF25-01D0-E289-CC97EB4977B7}"/>
                          </a:ext>
                        </a:extLst>
                      </p:cNvPr>
                      <p:cNvPicPr/>
                      <p:nvPr/>
                    </p:nvPicPr>
                    <p:blipFill>
                      <a:blip r:embed="rId4"/>
                      <a:stretch>
                        <a:fillRect/>
                      </a:stretch>
                    </p:blipFill>
                    <p:spPr>
                      <a:xfrm>
                        <a:off x="10325100" y="5873226"/>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3571720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dirty="0"/>
              <a:t>KEY AREAS – </a:t>
            </a:r>
            <a:r>
              <a:rPr lang="en-GB" dirty="0" err="1"/>
              <a:t>raci</a:t>
            </a:r>
            <a:r>
              <a:rPr lang="en-GB" dirty="0"/>
              <a:t> [2]</a:t>
            </a:r>
          </a:p>
        </p:txBody>
      </p:sp>
      <p:graphicFrame>
        <p:nvGraphicFramePr>
          <p:cNvPr id="6" name="Table 5">
            <a:extLst>
              <a:ext uri="{FF2B5EF4-FFF2-40B4-BE49-F238E27FC236}">
                <a16:creationId xmlns:a16="http://schemas.microsoft.com/office/drawing/2014/main" id="{640CD144-1BC9-FD87-CD60-5B1E4D3675A6}"/>
              </a:ext>
            </a:extLst>
          </p:cNvPr>
          <p:cNvGraphicFramePr>
            <a:graphicFrameLocks noGrp="1"/>
          </p:cNvGraphicFramePr>
          <p:nvPr/>
        </p:nvGraphicFramePr>
        <p:xfrm>
          <a:off x="663467" y="5824602"/>
          <a:ext cx="8852008" cy="702842"/>
        </p:xfrm>
        <a:graphic>
          <a:graphicData uri="http://schemas.openxmlformats.org/drawingml/2006/table">
            <a:tbl>
              <a:tblPr/>
              <a:tblGrid>
                <a:gridCol w="909171">
                  <a:extLst>
                    <a:ext uri="{9D8B030D-6E8A-4147-A177-3AD203B41FA5}">
                      <a16:colId xmlns:a16="http://schemas.microsoft.com/office/drawing/2014/main" val="535790856"/>
                    </a:ext>
                  </a:extLst>
                </a:gridCol>
                <a:gridCol w="1794070">
                  <a:extLst>
                    <a:ext uri="{9D8B030D-6E8A-4147-A177-3AD203B41FA5}">
                      <a16:colId xmlns:a16="http://schemas.microsoft.com/office/drawing/2014/main" val="3893814103"/>
                    </a:ext>
                  </a:extLst>
                </a:gridCol>
                <a:gridCol w="6148767">
                  <a:extLst>
                    <a:ext uri="{9D8B030D-6E8A-4147-A177-3AD203B41FA5}">
                      <a16:colId xmlns:a16="http://schemas.microsoft.com/office/drawing/2014/main" val="3275366997"/>
                    </a:ext>
                  </a:extLst>
                </a:gridCol>
              </a:tblGrid>
              <a:tr h="109087">
                <a:tc>
                  <a:txBody>
                    <a:bodyPr/>
                    <a:lstStyle/>
                    <a:p>
                      <a:pPr algn="ctr" fontAlgn="ctr"/>
                      <a:r>
                        <a:rPr lang="en-GB" sz="10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10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dirty="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103856">
                <a:tc>
                  <a:txBody>
                    <a:bodyPr/>
                    <a:lstStyle/>
                    <a:p>
                      <a:pPr algn="ctr" fontAlgn="ctr"/>
                      <a:r>
                        <a:rPr lang="en-GB" sz="10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10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192671">
                <a:tc>
                  <a:txBody>
                    <a:bodyPr/>
                    <a:lstStyle/>
                    <a:p>
                      <a:pPr algn="ctr" fontAlgn="ctr"/>
                      <a:r>
                        <a:rPr lang="en-GB" sz="10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10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192671">
                <a:tc>
                  <a:txBody>
                    <a:bodyPr/>
                    <a:lstStyle/>
                    <a:p>
                      <a:pPr algn="ctr" fontAlgn="ctr"/>
                      <a:r>
                        <a:rPr lang="en-GB" sz="10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dirty="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7" name="TextBox 6">
            <a:extLst>
              <a:ext uri="{FF2B5EF4-FFF2-40B4-BE49-F238E27FC236}">
                <a16:creationId xmlns:a16="http://schemas.microsoft.com/office/drawing/2014/main" id="{E468B12C-49B8-CDFF-6AA1-E7F8BE93031B}"/>
              </a:ext>
            </a:extLst>
          </p:cNvPr>
          <p:cNvSpPr txBox="1"/>
          <p:nvPr/>
        </p:nvSpPr>
        <p:spPr>
          <a:xfrm>
            <a:off x="216350" y="5760862"/>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dirty="0">
                <a:ln>
                  <a:noFill/>
                </a:ln>
                <a:solidFill>
                  <a:srgbClr val="2B0A3D"/>
                </a:solidFill>
                <a:effectLst/>
                <a:uLnTx/>
                <a:uFillTx/>
                <a:latin typeface="Verdana" panose="020B0604030504040204" pitchFamily="34" charset="0"/>
                <a:ea typeface="Verdana" panose="020B0604030504040204" pitchFamily="34" charset="0"/>
              </a:rPr>
              <a:t>Key</a:t>
            </a:r>
          </a:p>
        </p:txBody>
      </p:sp>
      <p:graphicFrame>
        <p:nvGraphicFramePr>
          <p:cNvPr id="4" name="Table 3">
            <a:extLst>
              <a:ext uri="{FF2B5EF4-FFF2-40B4-BE49-F238E27FC236}">
                <a16:creationId xmlns:a16="http://schemas.microsoft.com/office/drawing/2014/main" id="{48ACF448-4556-A29E-3165-360880852FF6}"/>
              </a:ext>
            </a:extLst>
          </p:cNvPr>
          <p:cNvGraphicFramePr>
            <a:graphicFrameLocks noGrp="1"/>
          </p:cNvGraphicFramePr>
          <p:nvPr>
            <p:extLst>
              <p:ext uri="{D42A27DB-BD31-4B8C-83A1-F6EECF244321}">
                <p14:modId xmlns:p14="http://schemas.microsoft.com/office/powerpoint/2010/main" val="1048026827"/>
              </p:ext>
            </p:extLst>
          </p:nvPr>
        </p:nvGraphicFramePr>
        <p:xfrm>
          <a:off x="659039" y="622023"/>
          <a:ext cx="5294085" cy="5026319"/>
        </p:xfrm>
        <a:graphic>
          <a:graphicData uri="http://schemas.openxmlformats.org/drawingml/2006/table">
            <a:tbl>
              <a:tblPr/>
              <a:tblGrid>
                <a:gridCol w="3029433">
                  <a:extLst>
                    <a:ext uri="{9D8B030D-6E8A-4147-A177-3AD203B41FA5}">
                      <a16:colId xmlns:a16="http://schemas.microsoft.com/office/drawing/2014/main" val="2527489030"/>
                    </a:ext>
                  </a:extLst>
                </a:gridCol>
                <a:gridCol w="198003">
                  <a:extLst>
                    <a:ext uri="{9D8B030D-6E8A-4147-A177-3AD203B41FA5}">
                      <a16:colId xmlns:a16="http://schemas.microsoft.com/office/drawing/2014/main" val="2773107308"/>
                    </a:ext>
                  </a:extLst>
                </a:gridCol>
                <a:gridCol w="556882">
                  <a:extLst>
                    <a:ext uri="{9D8B030D-6E8A-4147-A177-3AD203B41FA5}">
                      <a16:colId xmlns:a16="http://schemas.microsoft.com/office/drawing/2014/main" val="3945941646"/>
                    </a:ext>
                  </a:extLst>
                </a:gridCol>
                <a:gridCol w="170778">
                  <a:extLst>
                    <a:ext uri="{9D8B030D-6E8A-4147-A177-3AD203B41FA5}">
                      <a16:colId xmlns:a16="http://schemas.microsoft.com/office/drawing/2014/main" val="3562457663"/>
                    </a:ext>
                  </a:extLst>
                </a:gridCol>
                <a:gridCol w="556882">
                  <a:extLst>
                    <a:ext uri="{9D8B030D-6E8A-4147-A177-3AD203B41FA5}">
                      <a16:colId xmlns:a16="http://schemas.microsoft.com/office/drawing/2014/main" val="2327443803"/>
                    </a:ext>
                  </a:extLst>
                </a:gridCol>
                <a:gridCol w="168301">
                  <a:extLst>
                    <a:ext uri="{9D8B030D-6E8A-4147-A177-3AD203B41FA5}">
                      <a16:colId xmlns:a16="http://schemas.microsoft.com/office/drawing/2014/main" val="3726307696"/>
                    </a:ext>
                  </a:extLst>
                </a:gridCol>
                <a:gridCol w="613806">
                  <a:extLst>
                    <a:ext uri="{9D8B030D-6E8A-4147-A177-3AD203B41FA5}">
                      <a16:colId xmlns:a16="http://schemas.microsoft.com/office/drawing/2014/main" val="4113420770"/>
                    </a:ext>
                  </a:extLst>
                </a:gridCol>
              </a:tblGrid>
              <a:tr h="154585">
                <a:tc>
                  <a:txBody>
                    <a:bodyPr/>
                    <a:lstStyle/>
                    <a:p>
                      <a:pPr algn="ctr" fontAlgn="b"/>
                      <a:r>
                        <a:rPr lang="en-GB" sz="900" b="1" i="0" u="none" strike="noStrike">
                          <a:solidFill>
                            <a:srgbClr val="FFFFFF"/>
                          </a:solidFill>
                          <a:effectLst/>
                          <a:latin typeface="Ubuntu" panose="020B0504030602030204" pitchFamily="34" charset="0"/>
                        </a:rPr>
                        <a:t>Area</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1" i="0" u="none" strike="noStrike">
                          <a:solidFill>
                            <a:srgbClr val="FFFFFF"/>
                          </a:solidFill>
                          <a:effectLst/>
                          <a:latin typeface="Ubuntu" panose="020B0504030602030204" pitchFamily="34" charset="0"/>
                        </a:rPr>
                        <a:t>Beazley</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1" i="0" u="none" strike="noStrike">
                          <a:solidFill>
                            <a:srgbClr val="FFFFFF"/>
                          </a:solidFill>
                          <a:effectLst/>
                          <a:latin typeface="Ubuntu" panose="020B0504030602030204" pitchFamily="34" charset="0"/>
                        </a:rPr>
                        <a:t>Capg</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2F75B5"/>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1" i="0" u="none" strike="noStrike">
                          <a:solidFill>
                            <a:srgbClr val="FFFFFF"/>
                          </a:solidFill>
                          <a:effectLst/>
                          <a:latin typeface="Ubuntu" panose="020B0504030602030204" pitchFamily="34" charset="0"/>
                        </a:rPr>
                        <a:t>Guidewire</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65A36E"/>
                    </a:solidFill>
                  </a:tcPr>
                </a:tc>
                <a:extLst>
                  <a:ext uri="{0D108BD9-81ED-4DB2-BD59-A6C34878D82A}">
                    <a16:rowId xmlns:a16="http://schemas.microsoft.com/office/drawing/2014/main" val="3289881203"/>
                  </a:ext>
                </a:extLst>
              </a:tr>
              <a:tr h="130346">
                <a:tc>
                  <a:txBody>
                    <a:bodyPr/>
                    <a:lstStyle/>
                    <a:p>
                      <a:pPr algn="l" fontAlgn="b"/>
                      <a:r>
                        <a:rPr lang="en-GB" sz="700" b="1" i="0" u="none" strike="noStrike">
                          <a:solidFill>
                            <a:srgbClr val="000000"/>
                          </a:solidFill>
                          <a:effectLst/>
                          <a:latin typeface="Ubuntu" panose="020B0504030602030204" pitchFamily="34" charset="0"/>
                        </a:rPr>
                        <a:t>Business Change Management</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700" b="0" i="0" u="none" strike="noStrike">
                          <a:solidFill>
                            <a:srgbClr val="000000"/>
                          </a:solidFill>
                          <a:effectLst/>
                          <a:latin typeface="Ubuntu" panose="020B0504030602030204" pitchFamily="34" charset="0"/>
                        </a:rPr>
                        <a:t>A</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700" b="0" i="0" u="none" strike="noStrike">
                          <a:solidFill>
                            <a:srgbClr val="000000"/>
                          </a:solidFill>
                          <a:effectLst/>
                          <a:latin typeface="Ubuntu" panose="020B0504030602030204" pitchFamily="34" charset="0"/>
                        </a:rPr>
                        <a:t>C</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700" b="0" i="0" u="none" strike="noStrike" dirty="0">
                          <a:solidFill>
                            <a:srgbClr val="000000"/>
                          </a:solidFill>
                          <a:effectLst/>
                          <a:latin typeface="Ubuntu" panose="020B0504030602030204" pitchFamily="34" charset="0"/>
                        </a:rPr>
                        <a:t>I</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3842198056"/>
                  </a:ext>
                </a:extLst>
              </a:tr>
              <a:tr h="130346">
                <a:tc>
                  <a:txBody>
                    <a:bodyPr/>
                    <a:lstStyle/>
                    <a:p>
                      <a:pPr algn="l" fontAlgn="b"/>
                      <a:r>
                        <a:rPr lang="en-GB" sz="700" b="0" i="0" u="none" strike="noStrike">
                          <a:solidFill>
                            <a:srgbClr val="000000"/>
                          </a:solidFill>
                          <a:effectLst/>
                          <a:latin typeface="Ubuntu" panose="020B0504030602030204" pitchFamily="34" charset="0"/>
                        </a:rPr>
                        <a:t>Change Impact assessment and readiness</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239271666"/>
                  </a:ext>
                </a:extLst>
              </a:tr>
              <a:tr h="130346">
                <a:tc>
                  <a:txBody>
                    <a:bodyPr/>
                    <a:lstStyle/>
                    <a:p>
                      <a:pPr algn="l" fontAlgn="b"/>
                      <a:r>
                        <a:rPr lang="en-GB" sz="700" b="0" i="0" u="none" strike="noStrike">
                          <a:solidFill>
                            <a:srgbClr val="000000"/>
                          </a:solidFill>
                          <a:effectLst/>
                          <a:latin typeface="Ubuntu" panose="020B0504030602030204" pitchFamily="34" charset="0"/>
                        </a:rPr>
                        <a:t>Business roll-out plan</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472950619"/>
                  </a:ext>
                </a:extLst>
              </a:tr>
              <a:tr h="130346">
                <a:tc>
                  <a:txBody>
                    <a:bodyPr/>
                    <a:lstStyle/>
                    <a:p>
                      <a:pPr algn="l" fontAlgn="b"/>
                      <a:r>
                        <a:rPr lang="en-GB" sz="700" b="0" i="0" u="none" strike="noStrike">
                          <a:solidFill>
                            <a:srgbClr val="000000"/>
                          </a:solidFill>
                          <a:effectLst/>
                          <a:latin typeface="Ubuntu" panose="020B0504030602030204" pitchFamily="34" charset="0"/>
                        </a:rPr>
                        <a:t>Communications and reporting</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915024777"/>
                  </a:ext>
                </a:extLst>
              </a:tr>
              <a:tr h="130346">
                <a:tc>
                  <a:txBody>
                    <a:bodyPr/>
                    <a:lstStyle/>
                    <a:p>
                      <a:pPr algn="l" fontAlgn="b"/>
                      <a:r>
                        <a:rPr lang="en-GB" sz="700" b="0" i="0" u="none" strike="noStrike">
                          <a:solidFill>
                            <a:srgbClr val="000000"/>
                          </a:solidFill>
                          <a:effectLst/>
                          <a:latin typeface="Ubuntu" panose="020B0504030602030204" pitchFamily="34" charset="0"/>
                        </a:rPr>
                        <a:t> </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195636871"/>
                  </a:ext>
                </a:extLst>
              </a:tr>
              <a:tr h="127144">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2689936896"/>
                  </a:ext>
                </a:extLst>
              </a:tr>
              <a:tr h="130346">
                <a:tc>
                  <a:txBody>
                    <a:bodyPr/>
                    <a:lstStyle/>
                    <a:p>
                      <a:pPr algn="l" fontAlgn="b"/>
                      <a:r>
                        <a:rPr lang="en-GB" sz="700" b="1" i="0" u="none" strike="noStrike">
                          <a:solidFill>
                            <a:srgbClr val="000000"/>
                          </a:solidFill>
                          <a:effectLst/>
                          <a:latin typeface="Ubuntu" panose="020B0504030602030204" pitchFamily="34" charset="0"/>
                        </a:rPr>
                        <a:t>Legacy</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A/R</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C</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I</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3558792525"/>
                  </a:ext>
                </a:extLst>
              </a:tr>
              <a:tr h="130346">
                <a:tc>
                  <a:txBody>
                    <a:bodyPr/>
                    <a:lstStyle/>
                    <a:p>
                      <a:pPr algn="l" fontAlgn="ctr"/>
                      <a:r>
                        <a:rPr lang="en-GB" sz="700" b="0" i="0" u="none" strike="noStrike">
                          <a:solidFill>
                            <a:srgbClr val="000000"/>
                          </a:solidFill>
                          <a:effectLst/>
                          <a:latin typeface="Ubuntu" panose="020B0504030602030204" pitchFamily="34" charset="0"/>
                        </a:rPr>
                        <a:t>Management of legacy party stakeholders</a:t>
                      </a:r>
                    </a:p>
                  </a:txBody>
                  <a:tcPr marL="63085" marR="7009" marT="7009"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601310161"/>
                  </a:ext>
                </a:extLst>
              </a:tr>
              <a:tr h="130346">
                <a:tc>
                  <a:txBody>
                    <a:bodyPr/>
                    <a:lstStyle/>
                    <a:p>
                      <a:pPr algn="l" fontAlgn="ctr"/>
                      <a:r>
                        <a:rPr lang="en-GB" sz="700" b="0" i="0" u="none" strike="noStrike">
                          <a:solidFill>
                            <a:srgbClr val="000000"/>
                          </a:solidFill>
                          <a:effectLst/>
                          <a:latin typeface="Ubuntu" panose="020B0504030602030204" pitchFamily="34" charset="0"/>
                        </a:rPr>
                        <a:t>Delivery of dependencies as per Program plan</a:t>
                      </a:r>
                    </a:p>
                  </a:txBody>
                  <a:tcPr marL="63085" marR="7009" marT="7009"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405914232"/>
                  </a:ext>
                </a:extLst>
              </a:tr>
              <a:tr h="226389">
                <a:tc>
                  <a:txBody>
                    <a:bodyPr/>
                    <a:lstStyle/>
                    <a:p>
                      <a:pPr algn="l" fontAlgn="b"/>
                      <a:r>
                        <a:rPr lang="en-GB" sz="700" b="0" i="0" u="none" strike="noStrike">
                          <a:solidFill>
                            <a:srgbClr val="000000"/>
                          </a:solidFill>
                          <a:effectLst/>
                          <a:latin typeface="Ubuntu" panose="020B0504030602030204" pitchFamily="34" charset="0"/>
                        </a:rPr>
                        <a:t>Management of design, build and testing required by GPAS &amp; Billing</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189322230"/>
                  </a:ext>
                </a:extLst>
              </a:tr>
              <a:tr h="130346">
                <a:tc>
                  <a:txBody>
                    <a:bodyPr/>
                    <a:lstStyle/>
                    <a:p>
                      <a:pPr algn="l" fontAlgn="b"/>
                      <a:r>
                        <a:rPr lang="en-GB" sz="700" b="0" i="0" u="none" strike="noStrike">
                          <a:solidFill>
                            <a:srgbClr val="000000"/>
                          </a:solidFill>
                          <a:effectLst/>
                          <a:latin typeface="Ubuntu" panose="020B0504030602030204" pitchFamily="34" charset="0"/>
                        </a:rPr>
                        <a:t>Communication on Legacy changes that impact GPAS &amp; Billing</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505413184"/>
                  </a:ext>
                </a:extLst>
              </a:tr>
              <a:tr h="130346">
                <a:tc>
                  <a:txBody>
                    <a:bodyPr/>
                    <a:lstStyle/>
                    <a:p>
                      <a:pPr algn="l" fontAlgn="b"/>
                      <a:r>
                        <a:rPr lang="en-GB" sz="700" b="0" i="0" u="none" strike="noStrike">
                          <a:solidFill>
                            <a:srgbClr val="000000"/>
                          </a:solidFill>
                          <a:effectLst/>
                          <a:latin typeface="Ubuntu" panose="020B0504030602030204" pitchFamily="34" charset="0"/>
                        </a:rPr>
                        <a:t>Status updates and reporting</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29920475"/>
                  </a:ext>
                </a:extLst>
              </a:tr>
              <a:tr h="130346">
                <a:tc>
                  <a:txBody>
                    <a:bodyPr/>
                    <a:lstStyle/>
                    <a:p>
                      <a:pPr algn="l" fontAlgn="b"/>
                      <a:r>
                        <a:rPr lang="en-GB" sz="700" b="0" i="0" u="none" strike="noStrike">
                          <a:solidFill>
                            <a:srgbClr val="000000"/>
                          </a:solidFill>
                          <a:effectLst/>
                          <a:latin typeface="Ubuntu" panose="020B0504030602030204" pitchFamily="34" charset="0"/>
                        </a:rPr>
                        <a:t> </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986362335"/>
                  </a:ext>
                </a:extLst>
              </a:tr>
              <a:tr h="127144">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3886244312"/>
                  </a:ext>
                </a:extLst>
              </a:tr>
              <a:tr h="130346">
                <a:tc>
                  <a:txBody>
                    <a:bodyPr/>
                    <a:lstStyle/>
                    <a:p>
                      <a:pPr algn="l" fontAlgn="b"/>
                      <a:r>
                        <a:rPr lang="en-GB" sz="700" b="1" i="0" u="none" strike="noStrike">
                          <a:solidFill>
                            <a:srgbClr val="000000"/>
                          </a:solidFill>
                          <a:effectLst/>
                          <a:latin typeface="Ubuntu" panose="020B0504030602030204" pitchFamily="34" charset="0"/>
                        </a:rPr>
                        <a:t>Finance (Subledger)</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A/R</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C</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dirty="0">
                          <a:solidFill>
                            <a:srgbClr val="000000"/>
                          </a:solidFill>
                          <a:effectLst/>
                          <a:latin typeface="Ubuntu" panose="020B0504030602030204" pitchFamily="34" charset="0"/>
                        </a:rPr>
                        <a:t>I</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2828631912"/>
                  </a:ext>
                </a:extLst>
              </a:tr>
              <a:tr h="130346">
                <a:tc>
                  <a:txBody>
                    <a:bodyPr/>
                    <a:lstStyle/>
                    <a:p>
                      <a:pPr algn="l" fontAlgn="ctr"/>
                      <a:r>
                        <a:rPr lang="en-GB" sz="700" b="0" i="0" u="none" strike="noStrike">
                          <a:solidFill>
                            <a:srgbClr val="000000"/>
                          </a:solidFill>
                          <a:effectLst/>
                          <a:latin typeface="Ubuntu" panose="020B0504030602030204" pitchFamily="34" charset="0"/>
                        </a:rPr>
                        <a:t>Management of Finance party stakeholders</a:t>
                      </a:r>
                    </a:p>
                  </a:txBody>
                  <a:tcPr marL="63085" marR="7009" marT="7009"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253091999"/>
                  </a:ext>
                </a:extLst>
              </a:tr>
              <a:tr h="130346">
                <a:tc>
                  <a:txBody>
                    <a:bodyPr/>
                    <a:lstStyle/>
                    <a:p>
                      <a:pPr algn="l" fontAlgn="ctr"/>
                      <a:r>
                        <a:rPr lang="en-GB" sz="700" b="0" i="0" u="none" strike="noStrike" dirty="0">
                          <a:solidFill>
                            <a:srgbClr val="000000"/>
                          </a:solidFill>
                          <a:effectLst/>
                          <a:latin typeface="Ubuntu" panose="020B0504030602030204" pitchFamily="34" charset="0"/>
                        </a:rPr>
                        <a:t>Delivery of dependencies as per Program plan</a:t>
                      </a:r>
                    </a:p>
                  </a:txBody>
                  <a:tcPr marL="63085" marR="7009" marT="7009"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097345698"/>
                  </a:ext>
                </a:extLst>
              </a:tr>
              <a:tr h="226389">
                <a:tc>
                  <a:txBody>
                    <a:bodyPr/>
                    <a:lstStyle/>
                    <a:p>
                      <a:pPr algn="l" fontAlgn="b"/>
                      <a:r>
                        <a:rPr lang="en-GB" sz="700" b="0" i="0" u="none" strike="noStrike">
                          <a:solidFill>
                            <a:srgbClr val="000000"/>
                          </a:solidFill>
                          <a:effectLst/>
                          <a:latin typeface="Ubuntu" panose="020B0504030602030204" pitchFamily="34" charset="0"/>
                        </a:rPr>
                        <a:t>Management of design, build and testing required by GPAS &amp; Billing</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122948961"/>
                  </a:ext>
                </a:extLst>
              </a:tr>
              <a:tr h="130346">
                <a:tc>
                  <a:txBody>
                    <a:bodyPr/>
                    <a:lstStyle/>
                    <a:p>
                      <a:pPr algn="l" fontAlgn="b"/>
                      <a:r>
                        <a:rPr lang="en-GB" sz="700" b="0" i="0" u="none" strike="noStrike">
                          <a:solidFill>
                            <a:srgbClr val="000000"/>
                          </a:solidFill>
                          <a:effectLst/>
                          <a:latin typeface="Ubuntu" panose="020B0504030602030204" pitchFamily="34" charset="0"/>
                        </a:rPr>
                        <a:t>Communication on Finance changes that impact GPAS &amp; Billing</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367666467"/>
                  </a:ext>
                </a:extLst>
              </a:tr>
              <a:tr h="130346">
                <a:tc>
                  <a:txBody>
                    <a:bodyPr/>
                    <a:lstStyle/>
                    <a:p>
                      <a:pPr algn="l" fontAlgn="b"/>
                      <a:r>
                        <a:rPr lang="en-GB" sz="700" b="0" i="0" u="none" strike="noStrike">
                          <a:solidFill>
                            <a:srgbClr val="000000"/>
                          </a:solidFill>
                          <a:effectLst/>
                          <a:latin typeface="Ubuntu" panose="020B0504030602030204" pitchFamily="34" charset="0"/>
                        </a:rPr>
                        <a:t>Status updates and reporting</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811179667"/>
                  </a:ext>
                </a:extLst>
              </a:tr>
              <a:tr h="130346">
                <a:tc>
                  <a:txBody>
                    <a:bodyPr/>
                    <a:lstStyle/>
                    <a:p>
                      <a:pPr algn="l" fontAlgn="ctr"/>
                      <a:r>
                        <a:rPr lang="en-GB" sz="700" b="0" i="0" u="none" strike="noStrike">
                          <a:solidFill>
                            <a:srgbClr val="000000"/>
                          </a:solidFill>
                          <a:effectLst/>
                          <a:latin typeface="Ubuntu" panose="020B0504030602030204" pitchFamily="34" charset="0"/>
                        </a:rPr>
                        <a:t> </a:t>
                      </a:r>
                    </a:p>
                  </a:txBody>
                  <a:tcPr marL="63085" marR="7009" marT="7009"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275825302"/>
                  </a:ext>
                </a:extLst>
              </a:tr>
              <a:tr h="127144">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3487059371"/>
                  </a:ext>
                </a:extLst>
              </a:tr>
              <a:tr h="130346">
                <a:tc>
                  <a:txBody>
                    <a:bodyPr/>
                    <a:lstStyle/>
                    <a:p>
                      <a:pPr algn="l" fontAlgn="b"/>
                      <a:r>
                        <a:rPr lang="en-GB" sz="700" b="1" i="0" u="none" strike="noStrike">
                          <a:solidFill>
                            <a:srgbClr val="000000"/>
                          </a:solidFill>
                          <a:effectLst/>
                          <a:latin typeface="Ubuntu" panose="020B0504030602030204" pitchFamily="34" charset="0"/>
                        </a:rPr>
                        <a:t>Documents</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A/R</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dirty="0">
                          <a:solidFill>
                            <a:srgbClr val="000000"/>
                          </a:solidFill>
                          <a:effectLst/>
                          <a:latin typeface="Ubuntu" panose="020B0504030602030204" pitchFamily="34" charset="0"/>
                        </a:rPr>
                        <a:t>C</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700" b="0" i="0" u="none" strike="noStrike">
                          <a:solidFill>
                            <a:srgbClr val="000000"/>
                          </a:solidFill>
                          <a:effectLst/>
                          <a:latin typeface="Ubuntu" panose="020B0504030602030204" pitchFamily="34" charset="0"/>
                        </a:rPr>
                        <a:t>I</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3614845529"/>
                  </a:ext>
                </a:extLst>
              </a:tr>
              <a:tr h="130346">
                <a:tc>
                  <a:txBody>
                    <a:bodyPr/>
                    <a:lstStyle/>
                    <a:p>
                      <a:pPr algn="l" fontAlgn="b"/>
                      <a:r>
                        <a:rPr lang="en-GB" sz="700" b="0" i="0" u="none" strike="noStrike">
                          <a:solidFill>
                            <a:srgbClr val="000000"/>
                          </a:solidFill>
                          <a:effectLst/>
                          <a:latin typeface="Ubuntu" panose="020B0504030602030204" pitchFamily="34" charset="0"/>
                        </a:rPr>
                        <a:t>Document supplier and platform management</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552948956"/>
                  </a:ext>
                </a:extLst>
              </a:tr>
              <a:tr h="130346">
                <a:tc>
                  <a:txBody>
                    <a:bodyPr/>
                    <a:lstStyle/>
                    <a:p>
                      <a:pPr algn="l" fontAlgn="b"/>
                      <a:r>
                        <a:rPr lang="en-GB" sz="700" b="0" i="0" u="none" strike="noStrike">
                          <a:solidFill>
                            <a:srgbClr val="000000"/>
                          </a:solidFill>
                          <a:effectLst/>
                          <a:latin typeface="Ubuntu" panose="020B0504030602030204" pitchFamily="34" charset="0"/>
                        </a:rPr>
                        <a:t>Deliver Document platform dependencies as per Program plan</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917234224"/>
                  </a:ext>
                </a:extLst>
              </a:tr>
              <a:tr h="130346">
                <a:tc>
                  <a:txBody>
                    <a:bodyPr/>
                    <a:lstStyle/>
                    <a:p>
                      <a:pPr algn="l" fontAlgn="b"/>
                      <a:r>
                        <a:rPr lang="en-GB" sz="700" b="0" i="0" u="none" strike="noStrike">
                          <a:solidFill>
                            <a:srgbClr val="000000"/>
                          </a:solidFill>
                          <a:effectLst/>
                          <a:latin typeface="Ubuntu" panose="020B0504030602030204" pitchFamily="34" charset="0"/>
                        </a:rPr>
                        <a:t>Documents design</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052385662"/>
                  </a:ext>
                </a:extLst>
              </a:tr>
              <a:tr h="130346">
                <a:tc>
                  <a:txBody>
                    <a:bodyPr/>
                    <a:lstStyle/>
                    <a:p>
                      <a:pPr algn="l" fontAlgn="b"/>
                      <a:r>
                        <a:rPr lang="en-GB" sz="700" b="0" i="0" u="none" strike="noStrike">
                          <a:solidFill>
                            <a:srgbClr val="000000"/>
                          </a:solidFill>
                          <a:effectLst/>
                          <a:latin typeface="Ubuntu" panose="020B0504030602030204" pitchFamily="34" charset="0"/>
                        </a:rPr>
                        <a:t>Document template requirements, build and test</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729929782"/>
                  </a:ext>
                </a:extLst>
              </a:tr>
              <a:tr h="130346">
                <a:tc>
                  <a:txBody>
                    <a:bodyPr/>
                    <a:lstStyle/>
                    <a:p>
                      <a:pPr algn="l" fontAlgn="b"/>
                      <a:r>
                        <a:rPr lang="en-GB" sz="700" b="0" i="0" u="none" strike="noStrike">
                          <a:solidFill>
                            <a:srgbClr val="000000"/>
                          </a:solidFill>
                          <a:effectLst/>
                          <a:latin typeface="Ubuntu" panose="020B0504030602030204" pitchFamily="34" charset="0"/>
                        </a:rPr>
                        <a:t>Environment and Infrastructure management</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066181710"/>
                  </a:ext>
                </a:extLst>
              </a:tr>
              <a:tr h="130346">
                <a:tc>
                  <a:txBody>
                    <a:bodyPr/>
                    <a:lstStyle/>
                    <a:p>
                      <a:pPr algn="l" fontAlgn="b"/>
                      <a:r>
                        <a:rPr lang="en-GB" sz="700" b="0" i="0" u="none" strike="noStrike">
                          <a:solidFill>
                            <a:srgbClr val="000000"/>
                          </a:solidFill>
                          <a:effectLst/>
                          <a:latin typeface="Ubuntu" panose="020B0504030602030204" pitchFamily="34" charset="0"/>
                        </a:rPr>
                        <a:t> </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232929081"/>
                  </a:ext>
                </a:extLst>
              </a:tr>
              <a:tr h="127144">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642104160"/>
                  </a:ext>
                </a:extLst>
              </a:tr>
              <a:tr h="130346">
                <a:tc>
                  <a:txBody>
                    <a:bodyPr/>
                    <a:lstStyle/>
                    <a:p>
                      <a:pPr algn="l" fontAlgn="b"/>
                      <a:r>
                        <a:rPr lang="en-GB" sz="700" b="1" i="0" u="none" strike="noStrike">
                          <a:solidFill>
                            <a:srgbClr val="000000"/>
                          </a:solidFill>
                          <a:effectLst/>
                          <a:latin typeface="Ubuntu" panose="020B0504030602030204" pitchFamily="34" charset="0"/>
                        </a:rPr>
                        <a:t>Data &amp; Analytics</a:t>
                      </a:r>
                    </a:p>
                  </a:txBody>
                  <a:tcPr marL="7009"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6">
                  <a:txBody>
                    <a:bodyPr/>
                    <a:lstStyle/>
                    <a:p>
                      <a:pPr algn="ctr" fontAlgn="ctr"/>
                      <a:r>
                        <a:rPr lang="en-GB" sz="700" b="0" i="0" u="none" strike="noStrike">
                          <a:solidFill>
                            <a:srgbClr val="000000"/>
                          </a:solidFill>
                          <a:effectLst/>
                          <a:latin typeface="Ubuntu" panose="020B0504030602030204" pitchFamily="34" charset="0"/>
                        </a:rPr>
                        <a:t>A/R</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6">
                  <a:txBody>
                    <a:bodyPr/>
                    <a:lstStyle/>
                    <a:p>
                      <a:pPr algn="ctr" fontAlgn="ctr"/>
                      <a:r>
                        <a:rPr lang="en-GB" sz="700" b="0" i="0" u="none" strike="noStrike">
                          <a:solidFill>
                            <a:srgbClr val="000000"/>
                          </a:solidFill>
                          <a:effectLst/>
                          <a:latin typeface="Ubuntu" panose="020B0504030602030204" pitchFamily="34" charset="0"/>
                        </a:rPr>
                        <a:t>I</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6">
                  <a:txBody>
                    <a:bodyPr/>
                    <a:lstStyle/>
                    <a:p>
                      <a:pPr algn="ctr" fontAlgn="ctr"/>
                      <a:r>
                        <a:rPr lang="en-GB" sz="700" b="0" i="0" u="none" strike="noStrike">
                          <a:solidFill>
                            <a:srgbClr val="000000"/>
                          </a:solidFill>
                          <a:effectLst/>
                          <a:latin typeface="Ubuntu" panose="020B0504030602030204" pitchFamily="34" charset="0"/>
                        </a:rPr>
                        <a:t>I</a:t>
                      </a:r>
                    </a:p>
                  </a:txBody>
                  <a:tcPr marL="7009" marR="7009" marT="7009"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2599047757"/>
                  </a:ext>
                </a:extLst>
              </a:tr>
              <a:tr h="130346">
                <a:tc>
                  <a:txBody>
                    <a:bodyPr/>
                    <a:lstStyle/>
                    <a:p>
                      <a:pPr algn="l" fontAlgn="b"/>
                      <a:r>
                        <a:rPr lang="en-GB" sz="700" b="0" i="0" u="none" strike="noStrike" dirty="0">
                          <a:solidFill>
                            <a:srgbClr val="000000"/>
                          </a:solidFill>
                          <a:effectLst/>
                          <a:latin typeface="Ubuntu" panose="020B0504030602030204" pitchFamily="34" charset="0"/>
                        </a:rPr>
                        <a:t>Data Management Strategy</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544663655"/>
                  </a:ext>
                </a:extLst>
              </a:tr>
              <a:tr h="130346">
                <a:tc>
                  <a:txBody>
                    <a:bodyPr/>
                    <a:lstStyle/>
                    <a:p>
                      <a:pPr algn="l" fontAlgn="b"/>
                      <a:r>
                        <a:rPr lang="en-GB" sz="700" b="0" i="0" u="none" strike="noStrike">
                          <a:solidFill>
                            <a:srgbClr val="000000"/>
                          </a:solidFill>
                          <a:effectLst/>
                          <a:latin typeface="Ubuntu" panose="020B0504030602030204" pitchFamily="34" charset="0"/>
                        </a:rPr>
                        <a:t>Data &amp; Analytics build and test</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428537720"/>
                  </a:ext>
                </a:extLst>
              </a:tr>
              <a:tr h="130346">
                <a:tc>
                  <a:txBody>
                    <a:bodyPr/>
                    <a:lstStyle/>
                    <a:p>
                      <a:pPr algn="l" fontAlgn="b"/>
                      <a:r>
                        <a:rPr lang="en-GB" sz="700" b="0" i="0" u="none" strike="noStrike">
                          <a:solidFill>
                            <a:srgbClr val="000000"/>
                          </a:solidFill>
                          <a:effectLst/>
                          <a:latin typeface="Ubuntu" panose="020B0504030602030204" pitchFamily="34" charset="0"/>
                        </a:rPr>
                        <a:t>Analytics Reporting requirements &amp; build</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506416911"/>
                  </a:ext>
                </a:extLst>
              </a:tr>
              <a:tr h="130346">
                <a:tc>
                  <a:txBody>
                    <a:bodyPr/>
                    <a:lstStyle/>
                    <a:p>
                      <a:pPr algn="l" fontAlgn="b"/>
                      <a:r>
                        <a:rPr lang="en-GB" sz="700" b="0" i="0" u="none" strike="noStrike">
                          <a:solidFill>
                            <a:srgbClr val="000000"/>
                          </a:solidFill>
                          <a:effectLst/>
                          <a:latin typeface="Ubuntu" panose="020B0504030602030204" pitchFamily="34" charset="0"/>
                        </a:rPr>
                        <a:t>Dependency management with rest of the Program</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36837078"/>
                  </a:ext>
                </a:extLst>
              </a:tr>
              <a:tr h="130346">
                <a:tc>
                  <a:txBody>
                    <a:bodyPr/>
                    <a:lstStyle/>
                    <a:p>
                      <a:pPr algn="l" fontAlgn="b"/>
                      <a:r>
                        <a:rPr lang="en-GB" sz="700" b="0" i="0" u="none" strike="noStrike">
                          <a:solidFill>
                            <a:srgbClr val="000000"/>
                          </a:solidFill>
                          <a:effectLst/>
                          <a:latin typeface="Ubuntu" panose="020B0504030602030204" pitchFamily="34" charset="0"/>
                        </a:rPr>
                        <a:t>CDA</a:t>
                      </a:r>
                    </a:p>
                  </a:txBody>
                  <a:tcPr marL="63085" marR="7009" marT="7009"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a:noFill/>
                    </a:lnB>
                  </a:tcPr>
                </a:tc>
                <a:tc>
                  <a:txBody>
                    <a:bodyPr/>
                    <a:lstStyle/>
                    <a:p>
                      <a:pPr algn="ctr" fontAlgn="ctr"/>
                      <a:r>
                        <a:rPr lang="en-GB" sz="700" b="0" i="0" u="none" strike="noStrike">
                          <a:solidFill>
                            <a:srgbClr val="000000"/>
                          </a:solidFill>
                          <a:effectLst/>
                          <a:latin typeface="Ubuntu" panose="020B0504030602030204" pitchFamily="34" charset="0"/>
                        </a:rPr>
                        <a:t> </a:t>
                      </a:r>
                    </a:p>
                  </a:txBody>
                  <a:tcPr marL="7009" marR="7009" marT="7009" marB="0" anchor="ctr">
                    <a:lnL>
                      <a:noFill/>
                    </a:lnL>
                    <a:lnR>
                      <a:noFill/>
                    </a:lnR>
                    <a:lnT w="6350" cap="flat" cmpd="sng" algn="ctr">
                      <a:solidFill>
                        <a:srgbClr val="A5A5A5"/>
                      </a:solidFill>
                      <a:prstDash val="solid"/>
                      <a:round/>
                      <a:headEnd type="none" w="med" len="med"/>
                      <a:tailEnd type="none" w="med" len="med"/>
                    </a:lnT>
                    <a:lnB>
                      <a:noFill/>
                    </a:lnB>
                  </a:tcPr>
                </a:tc>
                <a:tc vMerge="1">
                  <a:txBody>
                    <a:bodyPr/>
                    <a:lstStyle/>
                    <a:p>
                      <a:endParaRPr lang="en-GB"/>
                    </a:p>
                  </a:txBody>
                  <a:tcPr/>
                </a:tc>
                <a:tc>
                  <a:txBody>
                    <a:bodyPr/>
                    <a:lstStyle/>
                    <a:p>
                      <a:pPr algn="l" fontAlgn="b"/>
                      <a:r>
                        <a:rPr lang="en-GB" sz="700" b="0" i="0" u="none" strike="noStrike">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a:noFill/>
                    </a:lnB>
                  </a:tcPr>
                </a:tc>
                <a:tc vMerge="1">
                  <a:txBody>
                    <a:bodyPr/>
                    <a:lstStyle/>
                    <a:p>
                      <a:endParaRPr lang="en-GB"/>
                    </a:p>
                  </a:txBody>
                  <a:tcPr/>
                </a:tc>
                <a:tc>
                  <a:txBody>
                    <a:bodyPr/>
                    <a:lstStyle/>
                    <a:p>
                      <a:pPr algn="l" fontAlgn="b"/>
                      <a:r>
                        <a:rPr lang="en-GB" sz="700" b="0" i="0" u="none" strike="noStrike" dirty="0">
                          <a:solidFill>
                            <a:srgbClr val="000000"/>
                          </a:solidFill>
                          <a:effectLst/>
                          <a:latin typeface="Ubuntu" panose="020B0504030602030204" pitchFamily="34" charset="0"/>
                        </a:rPr>
                        <a:t> </a:t>
                      </a:r>
                    </a:p>
                  </a:txBody>
                  <a:tcPr marL="7009" marR="7009" marT="7009" marB="0" anchor="b">
                    <a:lnL>
                      <a:noFill/>
                    </a:lnL>
                    <a:lnR>
                      <a:noFill/>
                    </a:lnR>
                    <a:lnT w="6350" cap="flat" cmpd="sng" algn="ctr">
                      <a:solidFill>
                        <a:srgbClr val="A5A5A5"/>
                      </a:solidFill>
                      <a:prstDash val="solid"/>
                      <a:round/>
                      <a:headEnd type="none" w="med" len="med"/>
                      <a:tailEnd type="none" w="med" len="med"/>
                    </a:lnT>
                    <a:lnB>
                      <a:noFill/>
                    </a:lnB>
                  </a:tcPr>
                </a:tc>
                <a:tc vMerge="1">
                  <a:txBody>
                    <a:bodyPr/>
                    <a:lstStyle/>
                    <a:p>
                      <a:endParaRPr lang="en-GB"/>
                    </a:p>
                  </a:txBody>
                  <a:tcPr/>
                </a:tc>
                <a:extLst>
                  <a:ext uri="{0D108BD9-81ED-4DB2-BD59-A6C34878D82A}">
                    <a16:rowId xmlns:a16="http://schemas.microsoft.com/office/drawing/2014/main" val="2550787454"/>
                  </a:ext>
                </a:extLst>
              </a:tr>
            </a:tbl>
          </a:graphicData>
        </a:graphic>
      </p:graphicFrame>
      <p:graphicFrame>
        <p:nvGraphicFramePr>
          <p:cNvPr id="5" name="Table 4">
            <a:extLst>
              <a:ext uri="{FF2B5EF4-FFF2-40B4-BE49-F238E27FC236}">
                <a16:creationId xmlns:a16="http://schemas.microsoft.com/office/drawing/2014/main" id="{33F9C9DD-DF98-7FC8-7D0B-B8F2011FB277}"/>
              </a:ext>
            </a:extLst>
          </p:cNvPr>
          <p:cNvGraphicFramePr>
            <a:graphicFrameLocks noGrp="1"/>
          </p:cNvGraphicFramePr>
          <p:nvPr>
            <p:extLst>
              <p:ext uri="{D42A27DB-BD31-4B8C-83A1-F6EECF244321}">
                <p14:modId xmlns:p14="http://schemas.microsoft.com/office/powerpoint/2010/main" val="646617385"/>
              </p:ext>
            </p:extLst>
          </p:nvPr>
        </p:nvGraphicFramePr>
        <p:xfrm>
          <a:off x="6418379" y="625293"/>
          <a:ext cx="5183070" cy="5026313"/>
        </p:xfrm>
        <a:graphic>
          <a:graphicData uri="http://schemas.openxmlformats.org/drawingml/2006/table">
            <a:tbl>
              <a:tblPr/>
              <a:tblGrid>
                <a:gridCol w="3216856">
                  <a:extLst>
                    <a:ext uri="{9D8B030D-6E8A-4147-A177-3AD203B41FA5}">
                      <a16:colId xmlns:a16="http://schemas.microsoft.com/office/drawing/2014/main" val="2216121333"/>
                    </a:ext>
                  </a:extLst>
                </a:gridCol>
                <a:gridCol w="171910">
                  <a:extLst>
                    <a:ext uri="{9D8B030D-6E8A-4147-A177-3AD203B41FA5}">
                      <a16:colId xmlns:a16="http://schemas.microsoft.com/office/drawing/2014/main" val="2940709117"/>
                    </a:ext>
                  </a:extLst>
                </a:gridCol>
                <a:gridCol w="483495">
                  <a:extLst>
                    <a:ext uri="{9D8B030D-6E8A-4147-A177-3AD203B41FA5}">
                      <a16:colId xmlns:a16="http://schemas.microsoft.com/office/drawing/2014/main" val="411854303"/>
                    </a:ext>
                  </a:extLst>
                </a:gridCol>
                <a:gridCol w="148271">
                  <a:extLst>
                    <a:ext uri="{9D8B030D-6E8A-4147-A177-3AD203B41FA5}">
                      <a16:colId xmlns:a16="http://schemas.microsoft.com/office/drawing/2014/main" val="1324457481"/>
                    </a:ext>
                  </a:extLst>
                </a:gridCol>
                <a:gridCol w="483495">
                  <a:extLst>
                    <a:ext uri="{9D8B030D-6E8A-4147-A177-3AD203B41FA5}">
                      <a16:colId xmlns:a16="http://schemas.microsoft.com/office/drawing/2014/main" val="507639632"/>
                    </a:ext>
                  </a:extLst>
                </a:gridCol>
                <a:gridCol w="146124">
                  <a:extLst>
                    <a:ext uri="{9D8B030D-6E8A-4147-A177-3AD203B41FA5}">
                      <a16:colId xmlns:a16="http://schemas.microsoft.com/office/drawing/2014/main" val="2822418789"/>
                    </a:ext>
                  </a:extLst>
                </a:gridCol>
                <a:gridCol w="532919">
                  <a:extLst>
                    <a:ext uri="{9D8B030D-6E8A-4147-A177-3AD203B41FA5}">
                      <a16:colId xmlns:a16="http://schemas.microsoft.com/office/drawing/2014/main" val="2363316793"/>
                    </a:ext>
                  </a:extLst>
                </a:gridCol>
              </a:tblGrid>
              <a:tr h="166297">
                <a:tc>
                  <a:txBody>
                    <a:bodyPr/>
                    <a:lstStyle/>
                    <a:p>
                      <a:pPr algn="ctr" fontAlgn="b"/>
                      <a:r>
                        <a:rPr lang="en-GB" sz="1000" b="1" i="0" u="none" strike="noStrike">
                          <a:solidFill>
                            <a:srgbClr val="FFFFFF"/>
                          </a:solidFill>
                          <a:effectLst/>
                          <a:latin typeface="Ubuntu" panose="020B0504030602030204" pitchFamily="34" charset="0"/>
                        </a:rPr>
                        <a:t>Area</a:t>
                      </a:r>
                    </a:p>
                  </a:txBody>
                  <a:tcPr marL="7552"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1" i="0" u="none" strike="noStrike">
                          <a:solidFill>
                            <a:srgbClr val="FFFFFF"/>
                          </a:solidFill>
                          <a:effectLst/>
                          <a:latin typeface="Ubuntu" panose="020B0504030602030204" pitchFamily="34" charset="0"/>
                        </a:rPr>
                        <a:t>Beazley</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1" i="0" u="none" strike="noStrike">
                          <a:solidFill>
                            <a:srgbClr val="FFFFFF"/>
                          </a:solidFill>
                          <a:effectLst/>
                          <a:latin typeface="Ubuntu" panose="020B0504030602030204" pitchFamily="34" charset="0"/>
                        </a:rPr>
                        <a:t>Capg</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2F75B5"/>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1" i="0" u="none" strike="noStrike">
                          <a:solidFill>
                            <a:srgbClr val="FFFFFF"/>
                          </a:solidFill>
                          <a:effectLst/>
                          <a:latin typeface="Ubuntu" panose="020B0504030602030204" pitchFamily="34" charset="0"/>
                        </a:rPr>
                        <a:t>Guidewire</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65A36E"/>
                    </a:solidFill>
                  </a:tcPr>
                </a:tc>
                <a:extLst>
                  <a:ext uri="{0D108BD9-81ED-4DB2-BD59-A6C34878D82A}">
                    <a16:rowId xmlns:a16="http://schemas.microsoft.com/office/drawing/2014/main" val="619391469"/>
                  </a:ext>
                </a:extLst>
              </a:tr>
              <a:tr h="140222">
                <a:tc>
                  <a:txBody>
                    <a:bodyPr/>
                    <a:lstStyle/>
                    <a:p>
                      <a:pPr algn="l" fontAlgn="b"/>
                      <a:r>
                        <a:rPr lang="en-GB" sz="800" b="1" i="0" u="none" strike="noStrike">
                          <a:solidFill>
                            <a:srgbClr val="000000"/>
                          </a:solidFill>
                          <a:effectLst/>
                          <a:latin typeface="Ubuntu" panose="020B0504030602030204" pitchFamily="34" charset="0"/>
                        </a:rPr>
                        <a:t>Third Parties (Integrations &amp; Guidewire)</a:t>
                      </a:r>
                    </a:p>
                  </a:txBody>
                  <a:tcPr marL="7552"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A/R</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C</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I</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3456007767"/>
                  </a:ext>
                </a:extLst>
              </a:tr>
              <a:tr h="140222">
                <a:tc>
                  <a:txBody>
                    <a:bodyPr/>
                    <a:lstStyle/>
                    <a:p>
                      <a:pPr algn="l" fontAlgn="b"/>
                      <a:r>
                        <a:rPr lang="en-GB" sz="800" b="0" i="0" u="none" strike="noStrike">
                          <a:solidFill>
                            <a:srgbClr val="000000"/>
                          </a:solidFill>
                          <a:effectLst/>
                          <a:latin typeface="Ubuntu" panose="020B0504030602030204" pitchFamily="34" charset="0"/>
                        </a:rPr>
                        <a:t>Third party management</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23682538"/>
                  </a:ext>
                </a:extLst>
              </a:tr>
              <a:tr h="140222">
                <a:tc>
                  <a:txBody>
                    <a:bodyPr/>
                    <a:lstStyle/>
                    <a:p>
                      <a:pPr algn="l" fontAlgn="b"/>
                      <a:r>
                        <a:rPr lang="en-GB" sz="800" b="0" i="0" u="none" strike="noStrike">
                          <a:solidFill>
                            <a:srgbClr val="000000"/>
                          </a:solidFill>
                          <a:effectLst/>
                          <a:latin typeface="Ubuntu" panose="020B0504030602030204" pitchFamily="34" charset="0"/>
                        </a:rPr>
                        <a:t>Third party deliverables alignment to Program plan</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990306911"/>
                  </a:ext>
                </a:extLst>
              </a:tr>
              <a:tr h="140222">
                <a:tc>
                  <a:txBody>
                    <a:bodyPr/>
                    <a:lstStyle/>
                    <a:p>
                      <a:pPr algn="l" fontAlgn="b"/>
                      <a:r>
                        <a:rPr lang="en-GB" sz="800" b="0" i="0" u="none" strike="noStrike">
                          <a:solidFill>
                            <a:srgbClr val="000000"/>
                          </a:solidFill>
                          <a:effectLst/>
                          <a:latin typeface="Ubuntu" panose="020B0504030602030204" pitchFamily="34" charset="0"/>
                        </a:rPr>
                        <a:t>Third party environments management</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902623486"/>
                  </a:ext>
                </a:extLst>
              </a:tr>
              <a:tr h="140222">
                <a:tc>
                  <a:txBody>
                    <a:bodyPr/>
                    <a:lstStyle/>
                    <a:p>
                      <a:pPr algn="l" fontAlgn="b"/>
                      <a:r>
                        <a:rPr lang="en-GB" sz="800" b="0" i="0" u="none" strike="noStrike">
                          <a:solidFill>
                            <a:srgbClr val="000000"/>
                          </a:solidFill>
                          <a:effectLst/>
                          <a:latin typeface="Ubuntu" panose="020B0504030602030204" pitchFamily="34" charset="0"/>
                        </a:rPr>
                        <a:t>Issues resolution with Third parties</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543079319"/>
                  </a:ext>
                </a:extLst>
              </a:tr>
              <a:tr h="140222">
                <a:tc>
                  <a:txBody>
                    <a:bodyPr/>
                    <a:lstStyle/>
                    <a:p>
                      <a:pPr algn="l" fontAlgn="b"/>
                      <a:r>
                        <a:rPr lang="en-GB" sz="800" b="0" i="0" u="none" strike="noStrike">
                          <a:solidFill>
                            <a:srgbClr val="000000"/>
                          </a:solidFill>
                          <a:effectLst/>
                          <a:latin typeface="Ubuntu" panose="020B0504030602030204" pitchFamily="34" charset="0"/>
                        </a:rPr>
                        <a:t>Status updates and reporting</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609549602"/>
                  </a:ext>
                </a:extLst>
              </a:tr>
              <a:tr h="140222">
                <a:tc>
                  <a:txBody>
                    <a:bodyPr/>
                    <a:lstStyle/>
                    <a:p>
                      <a:pPr algn="l" fontAlgn="b"/>
                      <a:r>
                        <a:rPr lang="en-GB" sz="800" b="0" i="0" u="none" strike="noStrike">
                          <a:solidFill>
                            <a:srgbClr val="000000"/>
                          </a:solidFill>
                          <a:effectLst/>
                          <a:latin typeface="Ubuntu" panose="020B0504030602030204" pitchFamily="34" charset="0"/>
                        </a:rPr>
                        <a:t> </a:t>
                      </a:r>
                    </a:p>
                  </a:txBody>
                  <a:tcPr marL="13594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099698132"/>
                  </a:ext>
                </a:extLst>
              </a:tr>
              <a:tr h="136777">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413528099"/>
                  </a:ext>
                </a:extLst>
              </a:tr>
              <a:tr h="136777">
                <a:tc>
                  <a:txBody>
                    <a:bodyPr/>
                    <a:lstStyle/>
                    <a:p>
                      <a:pPr algn="l" fontAlgn="b"/>
                      <a:r>
                        <a:rPr lang="en-GB" sz="800" b="1" i="0" u="none" strike="noStrike">
                          <a:solidFill>
                            <a:srgbClr val="000000"/>
                          </a:solidFill>
                          <a:effectLst/>
                          <a:latin typeface="Ubuntu" panose="020B0504030602030204" pitchFamily="34" charset="0"/>
                        </a:rPr>
                        <a:t>Policy Data Migration</a:t>
                      </a:r>
                    </a:p>
                  </a:txBody>
                  <a:tcPr marL="7552"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a:noFill/>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4009612273"/>
                  </a:ext>
                </a:extLst>
              </a:tr>
              <a:tr h="142190">
                <a:tc>
                  <a:txBody>
                    <a:bodyPr/>
                    <a:lstStyle/>
                    <a:p>
                      <a:pPr algn="l" fontAlgn="b"/>
                      <a:r>
                        <a:rPr lang="en-GB" sz="800" b="0" i="0" u="none" strike="noStrike">
                          <a:solidFill>
                            <a:srgbClr val="000000"/>
                          </a:solidFill>
                          <a:effectLst/>
                          <a:latin typeface="Ubuntu" panose="020B0504030602030204" pitchFamily="34" charset="0"/>
                        </a:rPr>
                        <a:t>E2E Oversight</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A/R</a:t>
                      </a:r>
                    </a:p>
                  </a:txBody>
                  <a:tcPr marL="7552" marR="7552" marT="7552" marB="0" anchor="ctr">
                    <a:lnL>
                      <a:noFill/>
                    </a:lnL>
                    <a:lnR>
                      <a:noFill/>
                    </a:lnR>
                    <a:lnT>
                      <a:noFill/>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2">
                  <a:txBody>
                    <a:bodyPr/>
                    <a:lstStyle/>
                    <a:p>
                      <a:pPr algn="ctr" fontAlgn="ctr"/>
                      <a:r>
                        <a:rPr lang="en-GB" sz="800" b="0" i="0" u="none" strike="noStrike">
                          <a:solidFill>
                            <a:srgbClr val="000000"/>
                          </a:solidFill>
                          <a:effectLst/>
                          <a:latin typeface="Ubuntu" panose="020B0504030602030204" pitchFamily="34" charset="0"/>
                        </a:rPr>
                        <a:t>C</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I</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1298847412"/>
                  </a:ext>
                </a:extLst>
              </a:tr>
              <a:tr h="140222">
                <a:tc>
                  <a:txBody>
                    <a:bodyPr/>
                    <a:lstStyle/>
                    <a:p>
                      <a:pPr algn="l" fontAlgn="ctr"/>
                      <a:r>
                        <a:rPr lang="en-GB" sz="800" b="0" i="0" u="none" strike="noStrike">
                          <a:solidFill>
                            <a:srgbClr val="000000"/>
                          </a:solidFill>
                          <a:effectLst/>
                          <a:latin typeface="Ubuntu" panose="020B0504030602030204" pitchFamily="34" charset="0"/>
                        </a:rPr>
                        <a:t>Legacy Data management</a:t>
                      </a:r>
                    </a:p>
                  </a:txBody>
                  <a:tcPr marL="67971" marR="7552" marT="7552"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055062316"/>
                  </a:ext>
                </a:extLst>
              </a:tr>
              <a:tr h="140222">
                <a:tc>
                  <a:txBody>
                    <a:bodyPr/>
                    <a:lstStyle/>
                    <a:p>
                      <a:pPr algn="l" fontAlgn="ctr"/>
                      <a:r>
                        <a:rPr lang="en-GB" sz="800" b="0" i="0" u="none" strike="noStrike">
                          <a:solidFill>
                            <a:srgbClr val="000000"/>
                          </a:solidFill>
                          <a:effectLst/>
                          <a:latin typeface="Ubuntu" panose="020B0504030602030204" pitchFamily="34" charset="0"/>
                        </a:rPr>
                        <a:t>Data Migration Strategy </a:t>
                      </a:r>
                    </a:p>
                  </a:txBody>
                  <a:tcPr marL="67971" marR="7552" marT="7552"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5">
                  <a:txBody>
                    <a:bodyPr/>
                    <a:lstStyle/>
                    <a:p>
                      <a:pPr algn="ctr" fontAlgn="ctr"/>
                      <a:r>
                        <a:rPr lang="en-GB" sz="800" b="0" i="0" u="none" strike="noStrike">
                          <a:solidFill>
                            <a:srgbClr val="000000"/>
                          </a:solidFill>
                          <a:effectLst/>
                          <a:latin typeface="Ubuntu" panose="020B0504030602030204" pitchFamily="34" charset="0"/>
                        </a:rPr>
                        <a:t>R</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720342561"/>
                  </a:ext>
                </a:extLst>
              </a:tr>
              <a:tr h="140222">
                <a:tc>
                  <a:txBody>
                    <a:bodyPr/>
                    <a:lstStyle/>
                    <a:p>
                      <a:pPr algn="l" fontAlgn="ctr"/>
                      <a:r>
                        <a:rPr lang="en-GB" sz="800" b="0" i="0" u="none" strike="noStrike">
                          <a:solidFill>
                            <a:srgbClr val="000000"/>
                          </a:solidFill>
                          <a:effectLst/>
                          <a:latin typeface="Ubuntu" panose="020B0504030602030204" pitchFamily="34" charset="0"/>
                        </a:rPr>
                        <a:t>Data Profiling with production data</a:t>
                      </a:r>
                    </a:p>
                  </a:txBody>
                  <a:tcPr marL="67971" marR="7552" marT="7552"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244841452"/>
                  </a:ext>
                </a:extLst>
              </a:tr>
              <a:tr h="140222">
                <a:tc>
                  <a:txBody>
                    <a:bodyPr/>
                    <a:lstStyle/>
                    <a:p>
                      <a:pPr algn="l" fontAlgn="ctr"/>
                      <a:r>
                        <a:rPr lang="en-GB" sz="800" b="0" i="0" u="none" strike="noStrike">
                          <a:solidFill>
                            <a:srgbClr val="000000"/>
                          </a:solidFill>
                          <a:effectLst/>
                          <a:latin typeface="Ubuntu" panose="020B0504030602030204" pitchFamily="34" charset="0"/>
                        </a:rPr>
                        <a:t>Data Migration technical solution</a:t>
                      </a:r>
                    </a:p>
                  </a:txBody>
                  <a:tcPr marL="67971" marR="7552" marT="7552"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dirty="0">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lnL w="12700" cmpd="sng">
                      <a:noFill/>
                      <a:prstDash val="solid"/>
                    </a:lnL>
                    <a:lnT w="6350" cap="flat" cmpd="sng" algn="ctr">
                      <a:solidFill>
                        <a:srgbClr val="A5A5A5"/>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Ubuntu" panose="020B0504030602030204" pitchFamily="34" charset="0"/>
                        </a:rPr>
                        <a:t> </a:t>
                      </a:r>
                    </a:p>
                  </a:txBody>
                  <a:tcPr marL="7552" marR="7552" marT="7552" marB="0" anchor="b">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lnL w="12700" cmpd="sng">
                      <a:noFill/>
                      <a:prstDash val="solid"/>
                    </a:lnL>
                    <a:lnT w="6350" cap="flat" cmpd="sng" algn="ctr">
                      <a:solidFill>
                        <a:srgbClr val="A5A5A5"/>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Ubuntu" panose="020B0504030602030204" pitchFamily="34" charset="0"/>
                        </a:rPr>
                        <a:t> </a:t>
                      </a:r>
                    </a:p>
                  </a:txBody>
                  <a:tcPr marL="7552" marR="7552" marT="7552" marB="0" anchor="b">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lnL w="12700" cmpd="sng">
                      <a:noFill/>
                      <a:prstDash val="solid"/>
                    </a:lnL>
                    <a:lnT w="6350" cap="flat" cmpd="sng" algn="ctr">
                      <a:solidFill>
                        <a:srgbClr val="A5A5A5"/>
                      </a:solidFill>
                      <a:prstDash val="solid"/>
                      <a:round/>
                      <a:headEnd type="none" w="med" len="med"/>
                      <a:tailEnd type="none" w="med" len="med"/>
                    </a:lnT>
                  </a:tcPr>
                </a:tc>
                <a:extLst>
                  <a:ext uri="{0D108BD9-81ED-4DB2-BD59-A6C34878D82A}">
                    <a16:rowId xmlns:a16="http://schemas.microsoft.com/office/drawing/2014/main" val="3719729087"/>
                  </a:ext>
                </a:extLst>
              </a:tr>
              <a:tr h="140222">
                <a:tc>
                  <a:txBody>
                    <a:bodyPr/>
                    <a:lstStyle/>
                    <a:p>
                      <a:pPr algn="l" fontAlgn="ctr"/>
                      <a:r>
                        <a:rPr lang="en-GB" sz="800" b="0" i="0" u="none" strike="noStrike">
                          <a:solidFill>
                            <a:srgbClr val="000000"/>
                          </a:solidFill>
                          <a:effectLst/>
                          <a:latin typeface="Ubuntu" panose="020B0504030602030204" pitchFamily="34" charset="0"/>
                        </a:rPr>
                        <a:t>Data Migration mapping and gap analysis</a:t>
                      </a:r>
                    </a:p>
                  </a:txBody>
                  <a:tcPr marL="67971" marR="7552" marT="7552"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507969992"/>
                  </a:ext>
                </a:extLst>
              </a:tr>
              <a:tr h="140222">
                <a:tc>
                  <a:txBody>
                    <a:bodyPr/>
                    <a:lstStyle/>
                    <a:p>
                      <a:pPr algn="l" fontAlgn="ctr"/>
                      <a:r>
                        <a:rPr lang="en-GB" sz="800" b="0" i="0" u="none" strike="noStrike" dirty="0">
                          <a:solidFill>
                            <a:srgbClr val="000000"/>
                          </a:solidFill>
                          <a:effectLst/>
                          <a:latin typeface="Ubuntu" panose="020B0504030602030204" pitchFamily="34" charset="0"/>
                        </a:rPr>
                        <a:t>Data Migration implementation and Go-live strategy</a:t>
                      </a:r>
                    </a:p>
                  </a:txBody>
                  <a:tcPr marL="67971" marR="7552" marT="7552"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37441142"/>
                  </a:ext>
                </a:extLst>
              </a:tr>
              <a:tr h="136777">
                <a:tc>
                  <a:txBody>
                    <a:bodyPr/>
                    <a:lstStyle/>
                    <a:p>
                      <a:pPr algn="l" fontAlgn="ctr"/>
                      <a:r>
                        <a:rPr lang="en-GB" sz="800" b="0" i="0" u="none" strike="noStrike">
                          <a:solidFill>
                            <a:srgbClr val="000000"/>
                          </a:solidFill>
                          <a:effectLst/>
                          <a:latin typeface="Ubuntu" panose="020B0504030602030204" pitchFamily="34" charset="0"/>
                        </a:rPr>
                        <a:t> </a:t>
                      </a:r>
                    </a:p>
                  </a:txBody>
                  <a:tcPr marL="67971" marR="7552" marT="7552"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2952089103"/>
                  </a:ext>
                </a:extLst>
              </a:tr>
              <a:tr h="136777">
                <a:tc>
                  <a:txBody>
                    <a:bodyPr/>
                    <a:lstStyle/>
                    <a:p>
                      <a:pPr algn="l" fontAlgn="ctr"/>
                      <a:r>
                        <a:rPr lang="en-GB" sz="800" b="0" i="0" u="none" strike="noStrike">
                          <a:solidFill>
                            <a:srgbClr val="000000"/>
                          </a:solidFill>
                          <a:effectLst/>
                          <a:latin typeface="Ubuntu" panose="020B0504030602030204" pitchFamily="34" charset="0"/>
                        </a:rPr>
                        <a:t> </a:t>
                      </a:r>
                    </a:p>
                  </a:txBody>
                  <a:tcPr marL="67971" marR="7552" marT="7552"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644621999"/>
                  </a:ext>
                </a:extLst>
              </a:tr>
              <a:tr h="136777">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876523587"/>
                  </a:ext>
                </a:extLst>
              </a:tr>
              <a:tr h="140222">
                <a:tc>
                  <a:txBody>
                    <a:bodyPr/>
                    <a:lstStyle/>
                    <a:p>
                      <a:pPr algn="l" fontAlgn="b"/>
                      <a:r>
                        <a:rPr lang="en-GB" sz="800" b="1" i="0" u="none" strike="noStrike">
                          <a:solidFill>
                            <a:srgbClr val="000000"/>
                          </a:solidFill>
                          <a:effectLst/>
                          <a:latin typeface="Ubuntu" panose="020B0504030602030204" pitchFamily="34" charset="0"/>
                        </a:rPr>
                        <a:t>UWWB (Underwriting Work Bench)</a:t>
                      </a:r>
                    </a:p>
                  </a:txBody>
                  <a:tcPr marL="7552"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A</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C</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I</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182439456"/>
                  </a:ext>
                </a:extLst>
              </a:tr>
              <a:tr h="140222">
                <a:tc>
                  <a:txBody>
                    <a:bodyPr/>
                    <a:lstStyle/>
                    <a:p>
                      <a:pPr algn="l" fontAlgn="b"/>
                      <a:r>
                        <a:rPr lang="en-GB" sz="800" b="0" i="0" u="none" strike="noStrike">
                          <a:solidFill>
                            <a:srgbClr val="000000"/>
                          </a:solidFill>
                          <a:effectLst/>
                          <a:latin typeface="Ubuntu" panose="020B0504030602030204" pitchFamily="34" charset="0"/>
                        </a:rPr>
                        <a:t>Requirements management</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638130802"/>
                  </a:ext>
                </a:extLst>
              </a:tr>
              <a:tr h="140222">
                <a:tc>
                  <a:txBody>
                    <a:bodyPr/>
                    <a:lstStyle/>
                    <a:p>
                      <a:pPr algn="l" fontAlgn="b"/>
                      <a:r>
                        <a:rPr lang="en-GB" sz="800" b="0" i="0" u="none" strike="noStrike">
                          <a:solidFill>
                            <a:srgbClr val="000000"/>
                          </a:solidFill>
                          <a:effectLst/>
                          <a:latin typeface="Ubuntu" panose="020B0504030602030204" pitchFamily="34" charset="0"/>
                        </a:rPr>
                        <a:t>Deliverables alignment to Program plan</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865888294"/>
                  </a:ext>
                </a:extLst>
              </a:tr>
              <a:tr h="140222">
                <a:tc>
                  <a:txBody>
                    <a:bodyPr/>
                    <a:lstStyle/>
                    <a:p>
                      <a:pPr algn="l" fontAlgn="b"/>
                      <a:r>
                        <a:rPr lang="en-GB" sz="800" b="0" i="0" u="none" strike="noStrike">
                          <a:solidFill>
                            <a:srgbClr val="000000"/>
                          </a:solidFill>
                          <a:effectLst/>
                          <a:latin typeface="Ubuntu" panose="020B0504030602030204" pitchFamily="34" charset="0"/>
                        </a:rPr>
                        <a:t>Environments management</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002789871"/>
                  </a:ext>
                </a:extLst>
              </a:tr>
              <a:tr h="140222">
                <a:tc>
                  <a:txBody>
                    <a:bodyPr/>
                    <a:lstStyle/>
                    <a:p>
                      <a:pPr algn="l" fontAlgn="b"/>
                      <a:r>
                        <a:rPr lang="en-GB" sz="800" b="0" i="0" u="none" strike="noStrike">
                          <a:solidFill>
                            <a:srgbClr val="000000"/>
                          </a:solidFill>
                          <a:effectLst/>
                          <a:latin typeface="Ubuntu" panose="020B0504030602030204" pitchFamily="34" charset="0"/>
                        </a:rPr>
                        <a:t>Issues resolution impacting Program</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422700503"/>
                  </a:ext>
                </a:extLst>
              </a:tr>
              <a:tr h="140222">
                <a:tc>
                  <a:txBody>
                    <a:bodyPr/>
                    <a:lstStyle/>
                    <a:p>
                      <a:pPr algn="l" fontAlgn="b"/>
                      <a:r>
                        <a:rPr lang="en-GB" sz="800" b="0" i="0" u="none" strike="noStrike">
                          <a:solidFill>
                            <a:srgbClr val="000000"/>
                          </a:solidFill>
                          <a:effectLst/>
                          <a:latin typeface="Ubuntu" panose="020B0504030602030204" pitchFamily="34" charset="0"/>
                        </a:rPr>
                        <a:t>Status updates and reporting</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748038729"/>
                  </a:ext>
                </a:extLst>
              </a:tr>
              <a:tr h="140222">
                <a:tc>
                  <a:txBody>
                    <a:bodyPr/>
                    <a:lstStyle/>
                    <a:p>
                      <a:pPr algn="l" fontAlgn="b"/>
                      <a:r>
                        <a:rPr lang="en-GB" sz="800" b="0" i="0" u="none" strike="noStrike">
                          <a:solidFill>
                            <a:srgbClr val="000000"/>
                          </a:solidFill>
                          <a:effectLst/>
                          <a:latin typeface="Ubuntu" panose="020B0504030602030204" pitchFamily="34" charset="0"/>
                        </a:rPr>
                        <a:t> </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840357761"/>
                  </a:ext>
                </a:extLst>
              </a:tr>
              <a:tr h="136777">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3754807328"/>
                  </a:ext>
                </a:extLst>
              </a:tr>
              <a:tr h="248129">
                <a:tc gridSpan="2">
                  <a:txBody>
                    <a:bodyPr/>
                    <a:lstStyle/>
                    <a:p>
                      <a:pPr algn="l" fontAlgn="b"/>
                      <a:r>
                        <a:rPr lang="en-GB" sz="800" b="1" i="0" u="none" strike="noStrike">
                          <a:solidFill>
                            <a:srgbClr val="000000"/>
                          </a:solidFill>
                          <a:effectLst/>
                          <a:latin typeface="Ubuntu" panose="020B0504030602030204" pitchFamily="34" charset="0"/>
                        </a:rPr>
                        <a:t>GPAS and Billing Integration - External (third party) and Internal (Beazley systems)</a:t>
                      </a:r>
                    </a:p>
                  </a:txBody>
                  <a:tcPr marL="7552"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GB"/>
                    </a:p>
                  </a:txBody>
                  <a:tcPr/>
                </a:tc>
                <a:tc rowSpan="7">
                  <a:txBody>
                    <a:bodyPr/>
                    <a:lstStyle/>
                    <a:p>
                      <a:pPr algn="ctr" fontAlgn="ctr"/>
                      <a:r>
                        <a:rPr lang="en-GB" sz="800" b="0" i="0" u="none" strike="noStrike">
                          <a:solidFill>
                            <a:srgbClr val="000000"/>
                          </a:solidFill>
                          <a:effectLst/>
                          <a:latin typeface="Ubuntu" panose="020B0504030602030204" pitchFamily="34" charset="0"/>
                        </a:rPr>
                        <a:t>A/R</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a:solidFill>
                            <a:srgbClr val="000000"/>
                          </a:solidFill>
                          <a:effectLst/>
                          <a:latin typeface="Ubuntu" panose="020B0504030602030204" pitchFamily="34" charset="0"/>
                        </a:rPr>
                        <a:t>R</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rowSpan="7">
                  <a:txBody>
                    <a:bodyPr/>
                    <a:lstStyle/>
                    <a:p>
                      <a:pPr algn="ctr" fontAlgn="ctr"/>
                      <a:r>
                        <a:rPr lang="en-GB" sz="800" b="0" i="0" u="none" strike="noStrike" dirty="0">
                          <a:solidFill>
                            <a:srgbClr val="000000"/>
                          </a:solidFill>
                          <a:effectLst/>
                          <a:latin typeface="Ubuntu" panose="020B0504030602030204" pitchFamily="34" charset="0"/>
                        </a:rPr>
                        <a:t>I</a:t>
                      </a:r>
                    </a:p>
                  </a:txBody>
                  <a:tcPr marL="7552" marR="7552" marT="7552"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1491924835"/>
                  </a:ext>
                </a:extLst>
              </a:tr>
              <a:tr h="140222">
                <a:tc>
                  <a:txBody>
                    <a:bodyPr/>
                    <a:lstStyle/>
                    <a:p>
                      <a:pPr algn="l" fontAlgn="b"/>
                      <a:r>
                        <a:rPr lang="en-GB" sz="800" b="0" i="0" u="none" strike="noStrike">
                          <a:solidFill>
                            <a:srgbClr val="000000"/>
                          </a:solidFill>
                          <a:effectLst/>
                          <a:latin typeface="Ubuntu" panose="020B0504030602030204" pitchFamily="34" charset="0"/>
                        </a:rPr>
                        <a:t>Integrations design</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102092399"/>
                  </a:ext>
                </a:extLst>
              </a:tr>
              <a:tr h="140222">
                <a:tc>
                  <a:txBody>
                    <a:bodyPr/>
                    <a:lstStyle/>
                    <a:p>
                      <a:pPr algn="l" fontAlgn="b"/>
                      <a:r>
                        <a:rPr lang="en-GB" sz="800" b="0" i="0" u="none" strike="noStrike">
                          <a:solidFill>
                            <a:srgbClr val="000000"/>
                          </a:solidFill>
                          <a:effectLst/>
                          <a:latin typeface="Ubuntu" panose="020B0504030602030204" pitchFamily="34" charset="0"/>
                        </a:rPr>
                        <a:t>Integrations inventory</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766178851"/>
                  </a:ext>
                </a:extLst>
              </a:tr>
              <a:tr h="140222">
                <a:tc>
                  <a:txBody>
                    <a:bodyPr/>
                    <a:lstStyle/>
                    <a:p>
                      <a:pPr algn="l" fontAlgn="b"/>
                      <a:r>
                        <a:rPr lang="en-GB" sz="800" b="0" i="0" u="none" strike="noStrike">
                          <a:solidFill>
                            <a:srgbClr val="000000"/>
                          </a:solidFill>
                          <a:effectLst/>
                          <a:latin typeface="Ubuntu" panose="020B0504030602030204" pitchFamily="34" charset="0"/>
                        </a:rPr>
                        <a:t>High Level Design</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672660716"/>
                  </a:ext>
                </a:extLst>
              </a:tr>
              <a:tr h="140222">
                <a:tc>
                  <a:txBody>
                    <a:bodyPr/>
                    <a:lstStyle/>
                    <a:p>
                      <a:pPr algn="l" fontAlgn="b"/>
                      <a:r>
                        <a:rPr lang="en-GB" sz="800" b="0" i="0" u="none" strike="noStrike">
                          <a:solidFill>
                            <a:srgbClr val="000000"/>
                          </a:solidFill>
                          <a:effectLst/>
                          <a:latin typeface="Ubuntu" panose="020B0504030602030204" pitchFamily="34" charset="0"/>
                        </a:rPr>
                        <a:t>Low Level Design</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149041870"/>
                  </a:ext>
                </a:extLst>
              </a:tr>
              <a:tr h="140222">
                <a:tc>
                  <a:txBody>
                    <a:bodyPr/>
                    <a:lstStyle/>
                    <a:p>
                      <a:pPr algn="l" fontAlgn="b"/>
                      <a:r>
                        <a:rPr lang="en-GB" sz="800" b="0" i="0" u="none" strike="noStrike">
                          <a:solidFill>
                            <a:srgbClr val="000000"/>
                          </a:solidFill>
                          <a:effectLst/>
                          <a:latin typeface="Ubuntu" panose="020B0504030602030204" pitchFamily="34" charset="0"/>
                        </a:rPr>
                        <a:t>Technical mapping document</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097572488"/>
                  </a:ext>
                </a:extLst>
              </a:tr>
              <a:tr h="140222">
                <a:tc>
                  <a:txBody>
                    <a:bodyPr/>
                    <a:lstStyle/>
                    <a:p>
                      <a:pPr algn="l" fontAlgn="b"/>
                      <a:r>
                        <a:rPr lang="en-GB" sz="800" b="0" i="0" u="none" strike="noStrike">
                          <a:solidFill>
                            <a:srgbClr val="000000"/>
                          </a:solidFill>
                          <a:effectLst/>
                          <a:latin typeface="Ubuntu" panose="020B0504030602030204" pitchFamily="34" charset="0"/>
                        </a:rPr>
                        <a:t>Plan, Build and unit test integrations</a:t>
                      </a:r>
                    </a:p>
                  </a:txBody>
                  <a:tcPr marL="67971" marR="7552" marT="7552"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a:noFill/>
                    </a:lnB>
                  </a:tcPr>
                </a:tc>
                <a:tc>
                  <a:txBody>
                    <a:bodyPr/>
                    <a:lstStyle/>
                    <a:p>
                      <a:pPr algn="ctr" fontAlgn="ctr"/>
                      <a:r>
                        <a:rPr lang="en-GB" sz="800" b="0" i="0" u="none" strike="noStrike">
                          <a:solidFill>
                            <a:srgbClr val="000000"/>
                          </a:solidFill>
                          <a:effectLst/>
                          <a:latin typeface="Ubuntu" panose="020B0504030602030204" pitchFamily="34" charset="0"/>
                        </a:rPr>
                        <a:t> </a:t>
                      </a:r>
                    </a:p>
                  </a:txBody>
                  <a:tcPr marL="7552" marR="7552" marT="7552" marB="0" anchor="ctr">
                    <a:lnL>
                      <a:noFill/>
                    </a:lnL>
                    <a:lnR>
                      <a:noFill/>
                    </a:lnR>
                    <a:lnT w="6350" cap="flat" cmpd="sng" algn="ctr">
                      <a:solidFill>
                        <a:srgbClr val="A5A5A5"/>
                      </a:solidFill>
                      <a:prstDash val="solid"/>
                      <a:round/>
                      <a:headEnd type="none" w="med" len="med"/>
                      <a:tailEnd type="none" w="med" len="med"/>
                    </a:lnT>
                    <a:lnB>
                      <a:noFill/>
                    </a:lnB>
                  </a:tcPr>
                </a:tc>
                <a:tc vMerge="1">
                  <a:txBody>
                    <a:bodyPr/>
                    <a:lstStyle/>
                    <a:p>
                      <a:endParaRPr lang="en-GB"/>
                    </a:p>
                  </a:txBody>
                  <a:tcPr/>
                </a:tc>
                <a:tc>
                  <a:txBody>
                    <a:bodyPr/>
                    <a:lstStyle/>
                    <a:p>
                      <a:pPr algn="l" fontAlgn="b"/>
                      <a:r>
                        <a:rPr lang="en-GB" sz="800" b="0" i="0" u="none" strike="noStrike">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a:noFill/>
                    </a:lnB>
                  </a:tcPr>
                </a:tc>
                <a:tc vMerge="1">
                  <a:txBody>
                    <a:bodyPr/>
                    <a:lstStyle/>
                    <a:p>
                      <a:endParaRPr lang="en-GB"/>
                    </a:p>
                  </a:txBody>
                  <a:tcPr/>
                </a:tc>
                <a:tc>
                  <a:txBody>
                    <a:bodyPr/>
                    <a:lstStyle/>
                    <a:p>
                      <a:pPr algn="l" fontAlgn="b"/>
                      <a:r>
                        <a:rPr lang="en-GB" sz="800" b="0" i="0" u="none" strike="noStrike" dirty="0">
                          <a:solidFill>
                            <a:srgbClr val="000000"/>
                          </a:solidFill>
                          <a:effectLst/>
                          <a:latin typeface="Ubuntu" panose="020B0504030602030204" pitchFamily="34" charset="0"/>
                        </a:rPr>
                        <a:t> </a:t>
                      </a:r>
                    </a:p>
                  </a:txBody>
                  <a:tcPr marL="7552" marR="7552" marT="7552" marB="0" anchor="b">
                    <a:lnL>
                      <a:noFill/>
                    </a:lnL>
                    <a:lnR>
                      <a:noFill/>
                    </a:lnR>
                    <a:lnT w="6350" cap="flat" cmpd="sng" algn="ctr">
                      <a:solidFill>
                        <a:srgbClr val="A5A5A5"/>
                      </a:solidFill>
                      <a:prstDash val="solid"/>
                      <a:round/>
                      <a:headEnd type="none" w="med" len="med"/>
                      <a:tailEnd type="none" w="med" len="med"/>
                    </a:lnT>
                    <a:lnB>
                      <a:noFill/>
                    </a:lnB>
                  </a:tcPr>
                </a:tc>
                <a:tc vMerge="1">
                  <a:txBody>
                    <a:bodyPr/>
                    <a:lstStyle/>
                    <a:p>
                      <a:endParaRPr lang="en-GB"/>
                    </a:p>
                  </a:txBody>
                  <a:tcPr/>
                </a:tc>
                <a:extLst>
                  <a:ext uri="{0D108BD9-81ED-4DB2-BD59-A6C34878D82A}">
                    <a16:rowId xmlns:a16="http://schemas.microsoft.com/office/drawing/2014/main" val="4135123499"/>
                  </a:ext>
                </a:extLst>
              </a:tr>
            </a:tbl>
          </a:graphicData>
        </a:graphic>
      </p:graphicFrame>
      <p:graphicFrame>
        <p:nvGraphicFramePr>
          <p:cNvPr id="8" name="Object 7">
            <a:extLst>
              <a:ext uri="{FF2B5EF4-FFF2-40B4-BE49-F238E27FC236}">
                <a16:creationId xmlns:a16="http://schemas.microsoft.com/office/drawing/2014/main" id="{CC7862ED-10A0-0693-84E0-081EFF2C8E27}"/>
              </a:ext>
            </a:extLst>
          </p:cNvPr>
          <p:cNvGraphicFramePr>
            <a:graphicFrameLocks noChangeAspect="1"/>
          </p:cNvGraphicFramePr>
          <p:nvPr>
            <p:extLst>
              <p:ext uri="{D42A27DB-BD31-4B8C-83A1-F6EECF244321}">
                <p14:modId xmlns:p14="http://schemas.microsoft.com/office/powerpoint/2010/main" val="1591143008"/>
              </p:ext>
            </p:extLst>
          </p:nvPr>
        </p:nvGraphicFramePr>
        <p:xfrm>
          <a:off x="10325100" y="5873226"/>
          <a:ext cx="914400" cy="771525"/>
        </p:xfrm>
        <a:graphic>
          <a:graphicData uri="http://schemas.openxmlformats.org/presentationml/2006/ole">
            <mc:AlternateContent xmlns:mc="http://schemas.openxmlformats.org/markup-compatibility/2006">
              <mc:Choice xmlns:v="urn:schemas-microsoft-com:vml" Requires="v">
                <p:oleObj name="Worksheet" showAsIcon="1" r:id="rId3" imgW="914400" imgH="771525" progId="Excel.Sheet.12">
                  <p:embed/>
                </p:oleObj>
              </mc:Choice>
              <mc:Fallback>
                <p:oleObj name="Worksheet" showAsIcon="1" r:id="rId3" imgW="914400" imgH="771525" progId="Excel.Sheet.12">
                  <p:embed/>
                  <p:pic>
                    <p:nvPicPr>
                      <p:cNvPr id="8" name="Object 7">
                        <a:extLst>
                          <a:ext uri="{FF2B5EF4-FFF2-40B4-BE49-F238E27FC236}">
                            <a16:creationId xmlns:a16="http://schemas.microsoft.com/office/drawing/2014/main" id="{CC7862ED-10A0-0693-84E0-081EFF2C8E27}"/>
                          </a:ext>
                        </a:extLst>
                      </p:cNvPr>
                      <p:cNvPicPr/>
                      <p:nvPr/>
                    </p:nvPicPr>
                    <p:blipFill>
                      <a:blip r:embed="rId4"/>
                      <a:stretch>
                        <a:fillRect/>
                      </a:stretch>
                    </p:blipFill>
                    <p:spPr>
                      <a:xfrm>
                        <a:off x="10325100" y="5873226"/>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3429204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3618598361"/>
              </p:ext>
            </p:extLst>
          </p:nvPr>
        </p:nvGraphicFramePr>
        <p:xfrm>
          <a:off x="373283" y="829727"/>
          <a:ext cx="11555957" cy="5623630"/>
        </p:xfrm>
        <a:graphic>
          <a:graphicData uri="http://schemas.openxmlformats.org/drawingml/2006/table">
            <a:tbl>
              <a:tblPr firstRow="1" bandRow="1">
                <a:tableStyleId>{21E4AEA4-8DFA-4A89-87EB-49C32662AFE0}</a:tableStyleId>
              </a:tblPr>
              <a:tblGrid>
                <a:gridCol w="1143183">
                  <a:extLst>
                    <a:ext uri="{9D8B030D-6E8A-4147-A177-3AD203B41FA5}">
                      <a16:colId xmlns:a16="http://schemas.microsoft.com/office/drawing/2014/main" val="20000"/>
                    </a:ext>
                  </a:extLst>
                </a:gridCol>
                <a:gridCol w="1573575">
                  <a:extLst>
                    <a:ext uri="{9D8B030D-6E8A-4147-A177-3AD203B41FA5}">
                      <a16:colId xmlns:a16="http://schemas.microsoft.com/office/drawing/2014/main" val="23534697"/>
                    </a:ext>
                  </a:extLst>
                </a:gridCol>
                <a:gridCol w="8839199">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Business Owner/ </a:t>
                      </a:r>
                      <a:r>
                        <a:rPr lang="en-US" sz="900" u="none" strike="noStrike" cap="none">
                          <a:solidFill>
                            <a:srgbClr val="000000"/>
                          </a:solidFill>
                        </a:rPr>
                        <a:t>Sponsor</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endParaRPr sz="9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US" sz="900"/>
                        <a:t>Approve scope, target design and execution plans for the PAS </a:t>
                      </a:r>
                      <a:r>
                        <a:rPr lang="en-US" sz="900" err="1"/>
                        <a:t>iniaitive</a:t>
                      </a:r>
                      <a:r>
                        <a:rPr lang="en-US" sz="900"/>
                        <a:t>.</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Accountable for delivery against OKRs, business outcomes and benefit </a:t>
                      </a:r>
                      <a:r>
                        <a:rPr lang="en-US" sz="900" err="1"/>
                        <a:t>realisation</a:t>
                      </a:r>
                      <a:r>
                        <a:rPr lang="en-US" sz="900"/>
                        <a:t>.</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Commits or helps facilitate appropriate resources (e.g. SMEs) and support issue resolution for the PAS initiative.</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Approve and oversee key initiative decisions as adviser</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Steer solution design and build based on business needs</a:t>
                      </a:r>
                      <a:endParaRPr sz="900"/>
                    </a:p>
                  </a:txBody>
                  <a:tcPr marL="91450" marR="91450" marT="45725" marB="45725"/>
                </a:tc>
                <a:extLst>
                  <a:ext uri="{0D108BD9-81ED-4DB2-BD59-A6C34878D82A}">
                    <a16:rowId xmlns:a16="http://schemas.microsoft.com/office/drawing/2014/main" val="10001"/>
                  </a:ext>
                </a:extLst>
              </a:tr>
              <a:tr h="83165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PAS </a:t>
                      </a:r>
                      <a:r>
                        <a:rPr lang="en-US" sz="900" u="none" strike="noStrike" cap="none">
                          <a:solidFill>
                            <a:srgbClr val="000000"/>
                          </a:solidFill>
                        </a:rPr>
                        <a:t>Delivery Lead </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endParaRPr lang="en-US" sz="9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900"/>
                        <a:t>Develop the initiative objectives, scope, </a:t>
                      </a:r>
                      <a:r>
                        <a:rPr lang="en-US" sz="900" err="1"/>
                        <a:t>highlevel</a:t>
                      </a:r>
                      <a:r>
                        <a:rPr lang="en-US" sz="900"/>
                        <a:t> implementation roadmap, resource requirements and investment estimates.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Working with the delivery partners, create and manage the PAS delivery plans.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Manage the delivery teams inc. resource management, supply &amp; demand, technical capability and skills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Manage inbound and outbound dependencies needed for the delivery of the component</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Management of risks and issues impacting progress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Responsible for status reporting of the project</a:t>
                      </a:r>
                      <a:endParaRPr sz="900"/>
                    </a:p>
                  </a:txBody>
                  <a:tcPr marL="91450" marR="91450" marT="45725" marB="45725"/>
                </a:tc>
                <a:extLst>
                  <a:ext uri="{0D108BD9-81ED-4DB2-BD59-A6C34878D82A}">
                    <a16:rowId xmlns:a16="http://schemas.microsoft.com/office/drawing/2014/main" val="10002"/>
                  </a:ext>
                </a:extLst>
              </a:tr>
              <a:tr h="5740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Global PAS Product / Platform Lead</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endParaRPr lang="en-US" sz="9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900"/>
                        <a:t>Helps define the PAS Product Strategy, Vision and Roadmaps alongside the Product Owners in the PAS initiative.</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Managing and </a:t>
                      </a:r>
                      <a:r>
                        <a:rPr lang="en-US" sz="900" err="1"/>
                        <a:t>prioritising</a:t>
                      </a:r>
                      <a:r>
                        <a:rPr lang="en-US" sz="900"/>
                        <a:t> the PAS Portfolio Backlog taking care to ensure alignment with business architecture, data teams and existing BAU environments.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Delivering Value by ensuring the PAS solutions are complete from the user perspective (including operations, change </a:t>
                      </a:r>
                      <a:r>
                        <a:rPr lang="en-US" sz="900" err="1"/>
                        <a:t>etc</a:t>
                      </a:r>
                      <a:r>
                        <a:rPr lang="en-US" sz="900"/>
                        <a:t>) and deliver meaningful business value.</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Point of escalation and coaching for squad-level Product Owners.</a:t>
                      </a:r>
                      <a:endParaRPr sz="900"/>
                    </a:p>
                  </a:txBody>
                  <a:tcPr marL="91450" marR="91450" marT="45725" marB="45725"/>
                </a:tc>
                <a:extLst>
                  <a:ext uri="{0D108BD9-81ED-4DB2-BD59-A6C34878D82A}">
                    <a16:rowId xmlns:a16="http://schemas.microsoft.com/office/drawing/2014/main" val="10003"/>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Solution Architect Lead</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endParaRPr lang="en-US" sz="9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US" sz="900"/>
                        <a:t>Work with squads to define target technical solutions.</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Gain approval through Design Authority for technical solutions.</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Monitor technical risk and mitigation control.</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Define technical guardrails for delivery squads.</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Embed technical work into backlogs of delivery squads.</a:t>
                      </a:r>
                      <a:endParaRPr sz="900"/>
                    </a:p>
                  </a:txBody>
                  <a:tcPr marL="91450" marR="91450" marT="45725" marB="45725"/>
                </a:tc>
                <a:extLst>
                  <a:ext uri="{0D108BD9-81ED-4DB2-BD59-A6C34878D82A}">
                    <a16:rowId xmlns:a16="http://schemas.microsoft.com/office/drawing/2014/main" val="10004"/>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solidFill>
                            <a:srgbClr val="000000"/>
                          </a:solidFill>
                        </a:rPr>
                        <a:t>Product Owner</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Font typeface="Arial"/>
                        <a:buNone/>
                      </a:pPr>
                      <a:r>
                        <a:rPr lang="en-US" sz="900"/>
                        <a:t>There will be different Product Leads depending on the release/wave of PAS implementation. For example, Cyber and D&amp;O in Foundation release.</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Understand and be able to describe the end-to-end solution in a high level, the use cases and related business drivers.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Attend decision making sessions, feeding input regarding the product and its interaction with other components, acting as a point of reference for the product required features and </a:t>
                      </a:r>
                      <a:r>
                        <a:rPr lang="en-US" sz="900" err="1"/>
                        <a:t>behaviour</a:t>
                      </a:r>
                      <a:r>
                        <a:rPr lang="en-US" sz="900"/>
                        <a:t>.</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Understand business demands and requirements and translate these into solutions that are refined iteratively and present them to the team.</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err="1"/>
                        <a:t>Prioritise</a:t>
                      </a:r>
                      <a:r>
                        <a:rPr lang="en-US" sz="900"/>
                        <a:t> requirements of the product and make adjustments as needed after each release.</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Define the future goal of the product (the ‘product vision’)</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Maintain and own the product backlog.</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Accepting or rejecting suggested improvements.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Report progress, involvement in governance arrangements.</a:t>
                      </a:r>
                      <a:endParaRPr sz="900"/>
                    </a:p>
                  </a:txBody>
                  <a:tcPr marL="91450" marR="91450" marT="45725" marB="45725"/>
                </a:tc>
                <a:extLst>
                  <a:ext uri="{0D108BD9-81ED-4DB2-BD59-A6C34878D82A}">
                    <a16:rowId xmlns:a16="http://schemas.microsoft.com/office/drawing/2014/main" val="10005"/>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solidFill>
                            <a:srgbClr val="000000"/>
                          </a:solidFill>
                        </a:rPr>
                        <a:t>Scrum Master</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endParaRPr sz="9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900"/>
                        <a:t>Responsible for the effective and consistent operational performance for the scrum process.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Responsible for both timely and effective tracking and reporting on team progress against goals.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Responsible for managing team capacity, </a:t>
                      </a:r>
                      <a:r>
                        <a:rPr lang="en-US" sz="900" err="1"/>
                        <a:t>utilisation</a:t>
                      </a:r>
                      <a:r>
                        <a:rPr lang="en-US" sz="900"/>
                        <a:t> and velocity. </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Responsible for providing Delivery Lead and Product Owners with relevant input for each team member to support each team member’s development and performance needs.</a:t>
                      </a:r>
                      <a:endParaRPr sz="900"/>
                    </a:p>
                  </a:txBody>
                  <a:tcPr marL="91450" marR="91450" marT="45725" marB="45725"/>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01861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4164389926"/>
              </p:ext>
            </p:extLst>
          </p:nvPr>
        </p:nvGraphicFramePr>
        <p:xfrm>
          <a:off x="283780" y="648394"/>
          <a:ext cx="11645460" cy="6015452"/>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Quality Assurance Testing Lead</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endParaRPr sz="900"/>
                    </a:p>
                  </a:txBody>
                  <a:tcPr marL="91450" marR="91450" marT="45725" marB="45725"/>
                </a:tc>
                <a:tc>
                  <a:txBody>
                    <a:bodyPr/>
                    <a:lstStyle/>
                    <a:p>
                      <a:pPr marL="171450" lvl="0" indent="-171450" algn="l" rtl="0">
                        <a:spcBef>
                          <a:spcPts val="0"/>
                        </a:spcBef>
                        <a:spcAft>
                          <a:spcPts val="0"/>
                        </a:spcAft>
                        <a:buClr>
                          <a:schemeClr val="dk1"/>
                        </a:buClr>
                        <a:buSzPts val="1000"/>
                        <a:buFont typeface="Arial"/>
                        <a:buChar char="•"/>
                      </a:pPr>
                      <a:r>
                        <a:rPr lang="en-US" sz="900"/>
                        <a:t>Ultimately accountable for the quality of the overall end to end solution</a:t>
                      </a:r>
                      <a:endParaRPr sz="900"/>
                    </a:p>
                    <a:p>
                      <a:pPr marL="171450" lvl="0" indent="-171450" algn="l" rtl="0">
                        <a:spcBef>
                          <a:spcPts val="0"/>
                        </a:spcBef>
                        <a:spcAft>
                          <a:spcPts val="0"/>
                        </a:spcAft>
                        <a:buClr>
                          <a:schemeClr val="dk1"/>
                        </a:buClr>
                        <a:buSzPts val="1000"/>
                        <a:buFont typeface="Arial"/>
                        <a:buChar char="•"/>
                      </a:pPr>
                      <a:r>
                        <a:rPr lang="en-US" sz="900"/>
                        <a:t>Provides overall QA oversight for test design and execution, striving for commonality where appropriate</a:t>
                      </a:r>
                      <a:endParaRPr sz="900"/>
                    </a:p>
                    <a:p>
                      <a:pPr marL="177800" lvl="0" indent="-171450" algn="l" rtl="0">
                        <a:spcBef>
                          <a:spcPts val="0"/>
                        </a:spcBef>
                        <a:spcAft>
                          <a:spcPts val="0"/>
                        </a:spcAft>
                        <a:buSzPts val="800"/>
                        <a:buFont typeface="Arial"/>
                        <a:buChar char="•"/>
                      </a:pPr>
                      <a:r>
                        <a:rPr lang="en-US" sz="900"/>
                        <a:t>Accountable for defining Program level test strategies and approaches for all test phases</a:t>
                      </a:r>
                      <a:endParaRPr sz="900"/>
                    </a:p>
                    <a:p>
                      <a:pPr marL="177800" lvl="0" indent="-171450" algn="l" rtl="0">
                        <a:spcBef>
                          <a:spcPts val="0"/>
                        </a:spcBef>
                        <a:spcAft>
                          <a:spcPts val="0"/>
                        </a:spcAft>
                        <a:buSzPts val="800"/>
                        <a:buFont typeface="Arial"/>
                        <a:buChar char="•"/>
                      </a:pPr>
                      <a:r>
                        <a:rPr lang="en-US" sz="900"/>
                        <a:t>Accountable for planning and oversight of all test phases, including UAT</a:t>
                      </a:r>
                      <a:endParaRPr sz="900"/>
                    </a:p>
                    <a:p>
                      <a:pPr marL="177800" lvl="0" indent="-171450" algn="l" rtl="0">
                        <a:spcBef>
                          <a:spcPts val="0"/>
                        </a:spcBef>
                        <a:spcAft>
                          <a:spcPts val="0"/>
                        </a:spcAft>
                        <a:buSzPts val="800"/>
                        <a:buFont typeface="Arial"/>
                        <a:buChar char="•"/>
                      </a:pPr>
                      <a:r>
                        <a:rPr lang="en-US" sz="900"/>
                        <a:t>Provides testing oversight and direction, drives execution of testing strategies and manages testing related objectives and issues across the Program</a:t>
                      </a:r>
                      <a:endParaRPr sz="900"/>
                    </a:p>
                  </a:txBody>
                  <a:tcPr marL="91450" marR="91450" marT="45725" marB="45725"/>
                </a:tc>
                <a:extLst>
                  <a:ext uri="{0D108BD9-81ED-4DB2-BD59-A6C34878D82A}">
                    <a16:rowId xmlns:a16="http://schemas.microsoft.com/office/drawing/2014/main" val="10001"/>
                  </a:ext>
                </a:extLst>
              </a:tr>
              <a:tr h="651686">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Release Train Engineer/ Manager</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endParaRPr lang="en-US" sz="90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900"/>
                        <a:t>Partnering with Product Manager</a:t>
                      </a:r>
                      <a:endParaRPr sz="900"/>
                    </a:p>
                    <a:p>
                      <a:pPr marL="177800" marR="0" lvl="0" indent="-171450" algn="l" rtl="0">
                        <a:lnSpc>
                          <a:spcPct val="100000"/>
                        </a:lnSpc>
                        <a:spcBef>
                          <a:spcPts val="0"/>
                        </a:spcBef>
                        <a:spcAft>
                          <a:spcPts val="0"/>
                        </a:spcAft>
                        <a:buSzPts val="800"/>
                        <a:buFont typeface="Arial"/>
                        <a:buChar char="•"/>
                      </a:pPr>
                      <a:r>
                        <a:rPr lang="en-US" sz="900"/>
                        <a:t>Assisting in management of risks, issues and any potential roadblocks</a:t>
                      </a:r>
                      <a:endParaRPr sz="900"/>
                    </a:p>
                    <a:p>
                      <a:pPr marL="177800" marR="0" lvl="0" indent="-171450" algn="l" rtl="0">
                        <a:lnSpc>
                          <a:spcPct val="100000"/>
                        </a:lnSpc>
                        <a:spcBef>
                          <a:spcPts val="0"/>
                        </a:spcBef>
                        <a:spcAft>
                          <a:spcPts val="0"/>
                        </a:spcAft>
                        <a:buSzPts val="800"/>
                        <a:buFont typeface="Arial"/>
                        <a:buChar char="•"/>
                      </a:pPr>
                      <a:r>
                        <a:rPr lang="en-US" sz="900"/>
                        <a:t>Responsible for resolving contingencies and complicated issues, provide leadership to project teams, and act as a consultant/coach to management</a:t>
                      </a:r>
                      <a:endParaRPr sz="900"/>
                    </a:p>
                    <a:p>
                      <a:pPr marL="177800" marR="0" lvl="0" indent="-171450" algn="l" rtl="0">
                        <a:lnSpc>
                          <a:spcPct val="100000"/>
                        </a:lnSpc>
                        <a:spcBef>
                          <a:spcPts val="0"/>
                        </a:spcBef>
                        <a:spcAft>
                          <a:spcPts val="0"/>
                        </a:spcAft>
                        <a:buSzPts val="800"/>
                        <a:buFont typeface="Arial"/>
                        <a:buChar char="•"/>
                      </a:pPr>
                      <a:r>
                        <a:rPr lang="en-US" sz="900"/>
                        <a:t>Responsible for DevOps and improvement of workflow</a:t>
                      </a:r>
                      <a:endParaRPr sz="900"/>
                    </a:p>
                  </a:txBody>
                  <a:tcPr marL="91450" marR="91450" marT="45725" marB="45725"/>
                </a:tc>
                <a:extLst>
                  <a:ext uri="{0D108BD9-81ED-4DB2-BD59-A6C34878D82A}">
                    <a16:rowId xmlns:a16="http://schemas.microsoft.com/office/drawing/2014/main" val="10002"/>
                  </a:ext>
                </a:extLst>
              </a:tr>
              <a:tr h="83165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Business Architecture Lead </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endParaRPr sz="90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900"/>
                        <a:t>Accountable for developing the business architecture strategy </a:t>
                      </a:r>
                      <a:endParaRPr sz="900"/>
                    </a:p>
                    <a:p>
                      <a:pPr marL="177800" marR="0" lvl="0" indent="-171450" algn="l" rtl="0">
                        <a:lnSpc>
                          <a:spcPct val="100000"/>
                        </a:lnSpc>
                        <a:spcBef>
                          <a:spcPts val="0"/>
                        </a:spcBef>
                        <a:spcAft>
                          <a:spcPts val="0"/>
                        </a:spcAft>
                        <a:buSzPts val="800"/>
                        <a:buFont typeface="Arial"/>
                        <a:buChar char="•"/>
                      </a:pPr>
                      <a:r>
                        <a:rPr lang="en-US" sz="900"/>
                        <a:t>Applying structured business architecture approach and methodology </a:t>
                      </a:r>
                      <a:endParaRPr sz="900"/>
                    </a:p>
                    <a:p>
                      <a:pPr marL="177800" marR="0" lvl="0" indent="-171450" algn="l" rtl="0">
                        <a:lnSpc>
                          <a:spcPct val="100000"/>
                        </a:lnSpc>
                        <a:spcBef>
                          <a:spcPts val="0"/>
                        </a:spcBef>
                        <a:spcAft>
                          <a:spcPts val="0"/>
                        </a:spcAft>
                        <a:buSzPts val="800"/>
                        <a:buFont typeface="Arial"/>
                        <a:buChar char="•"/>
                      </a:pPr>
                      <a:r>
                        <a:rPr lang="en-US" sz="900"/>
                        <a:t>Drives and facilitates the right discussions with business leaders to identify business capabilities in relation to current and future business objectives</a:t>
                      </a:r>
                      <a:endParaRPr sz="900"/>
                    </a:p>
                    <a:p>
                      <a:pPr marL="177800" marR="0" lvl="0" indent="-171450" algn="l" rtl="0">
                        <a:lnSpc>
                          <a:spcPct val="100000"/>
                        </a:lnSpc>
                        <a:spcBef>
                          <a:spcPts val="0"/>
                        </a:spcBef>
                        <a:spcAft>
                          <a:spcPts val="0"/>
                        </a:spcAft>
                        <a:buSzPts val="800"/>
                        <a:buFont typeface="Arial"/>
                        <a:buChar char="•"/>
                      </a:pPr>
                      <a:r>
                        <a:rPr lang="en-US" sz="900"/>
                        <a:t>Responsible for presenting recommendations and solutions clearly and concisely </a:t>
                      </a:r>
                      <a:endParaRPr sz="900"/>
                    </a:p>
                    <a:p>
                      <a:pPr marL="177800" marR="0" lvl="0" indent="-171450" algn="l" rtl="0">
                        <a:lnSpc>
                          <a:spcPct val="100000"/>
                        </a:lnSpc>
                        <a:spcBef>
                          <a:spcPts val="0"/>
                        </a:spcBef>
                        <a:spcAft>
                          <a:spcPts val="0"/>
                        </a:spcAft>
                        <a:buSzPts val="800"/>
                        <a:buFont typeface="Arial"/>
                        <a:buChar char="•"/>
                      </a:pPr>
                      <a:r>
                        <a:rPr lang="en-US" sz="900"/>
                        <a:t>Accountable for a specific LOB, business pillar or multiple segments, and high level of complexity and attributes</a:t>
                      </a:r>
                      <a:endParaRPr sz="900"/>
                    </a:p>
                  </a:txBody>
                  <a:tcPr marL="91450" marR="91450" marT="45725" marB="45725"/>
                </a:tc>
                <a:extLst>
                  <a:ext uri="{0D108BD9-81ED-4DB2-BD59-A6C34878D82A}">
                    <a16:rowId xmlns:a16="http://schemas.microsoft.com/office/drawing/2014/main" val="377282518"/>
                  </a:ext>
                </a:extLst>
              </a:tr>
              <a:tr h="671329">
                <a:tc>
                  <a:txBody>
                    <a:bodyPr/>
                    <a:lstStyle/>
                    <a:p>
                      <a:pPr marL="0" marR="0" lvl="0" indent="0" algn="l" rtl="0">
                        <a:lnSpc>
                          <a:spcPct val="100000"/>
                        </a:lnSpc>
                        <a:spcBef>
                          <a:spcPts val="0"/>
                        </a:spcBef>
                        <a:spcAft>
                          <a:spcPts val="0"/>
                        </a:spcAft>
                        <a:buClr>
                          <a:schemeClr val="dk1"/>
                        </a:buClr>
                        <a:buSzPts val="1100"/>
                        <a:buFont typeface="Arial"/>
                        <a:buNone/>
                      </a:pPr>
                      <a:r>
                        <a:rPr lang="en-US" sz="900" u="none" strike="noStrike" cap="none">
                          <a:solidFill>
                            <a:schemeClr val="dk1"/>
                          </a:solidFill>
                        </a:rPr>
                        <a:t>Change Management Lead</a:t>
                      </a:r>
                      <a:endParaRPr sz="900" u="none" strike="noStrike" cap="none">
                        <a:solidFill>
                          <a:schemeClr val="dk1"/>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endParaRPr sz="90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900"/>
                        <a:t>Responsible for managing all types of change</a:t>
                      </a:r>
                      <a:endParaRPr sz="900"/>
                    </a:p>
                    <a:p>
                      <a:pPr marL="177800" marR="0" lvl="0" indent="-171450" algn="l" rtl="0">
                        <a:lnSpc>
                          <a:spcPct val="100000"/>
                        </a:lnSpc>
                        <a:spcBef>
                          <a:spcPts val="0"/>
                        </a:spcBef>
                        <a:spcAft>
                          <a:spcPts val="0"/>
                        </a:spcAft>
                        <a:buSzPts val="800"/>
                        <a:buFont typeface="Arial"/>
                        <a:buChar char="•"/>
                      </a:pPr>
                      <a:r>
                        <a:rPr lang="en-US" sz="900"/>
                        <a:t>Evaluates the impact of change</a:t>
                      </a:r>
                      <a:endParaRPr sz="900"/>
                    </a:p>
                    <a:p>
                      <a:pPr marL="177800" marR="0" lvl="0" indent="-171450" algn="l" rtl="0">
                        <a:lnSpc>
                          <a:spcPct val="100000"/>
                        </a:lnSpc>
                        <a:spcBef>
                          <a:spcPts val="0"/>
                        </a:spcBef>
                        <a:spcAft>
                          <a:spcPts val="0"/>
                        </a:spcAft>
                        <a:buSzPts val="800"/>
                        <a:buFont typeface="Arial"/>
                        <a:buChar char="•"/>
                      </a:pPr>
                      <a:r>
                        <a:rPr lang="en-US" sz="900"/>
                        <a:t>Supports development of communications relevant to change initiatives</a:t>
                      </a:r>
                      <a:endParaRPr sz="900"/>
                    </a:p>
                    <a:p>
                      <a:pPr marL="177800" marR="0" lvl="0" indent="-171450" algn="l" rtl="0">
                        <a:lnSpc>
                          <a:spcPct val="100000"/>
                        </a:lnSpc>
                        <a:spcBef>
                          <a:spcPts val="0"/>
                        </a:spcBef>
                        <a:spcAft>
                          <a:spcPts val="0"/>
                        </a:spcAft>
                        <a:buSzPts val="800"/>
                        <a:buFont typeface="Arial"/>
                        <a:buChar char="•"/>
                      </a:pPr>
                      <a:r>
                        <a:rPr lang="en-US" sz="900"/>
                        <a:t>Accountable for defining success metrics and measuring performance against these</a:t>
                      </a:r>
                      <a:endParaRPr sz="900"/>
                    </a:p>
                  </a:txBody>
                  <a:tcPr marL="91450" marR="91450" marT="45725" marB="45725"/>
                </a:tc>
                <a:extLst>
                  <a:ext uri="{0D108BD9-81ED-4DB2-BD59-A6C34878D82A}">
                    <a16:rowId xmlns:a16="http://schemas.microsoft.com/office/drawing/2014/main" val="4291905200"/>
                  </a:ext>
                </a:extLst>
              </a:tr>
              <a:tr h="5740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Training / Communication</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endParaRPr sz="900"/>
                    </a:p>
                  </a:txBody>
                  <a:tcPr marL="91450" marR="91450" marT="45725" marB="45725"/>
                </a:tc>
                <a:tc>
                  <a:txBody>
                    <a:bodyPr/>
                    <a:lstStyle/>
                    <a:p>
                      <a:pPr marL="177800" lvl="0" indent="-171450" algn="l" rtl="0">
                        <a:lnSpc>
                          <a:spcPct val="115000"/>
                        </a:lnSpc>
                        <a:spcBef>
                          <a:spcPts val="0"/>
                        </a:spcBef>
                        <a:spcAft>
                          <a:spcPts val="0"/>
                        </a:spcAft>
                        <a:buSzPts val="800"/>
                        <a:buFont typeface="Arial"/>
                        <a:buChar char="•"/>
                      </a:pPr>
                      <a:r>
                        <a:rPr lang="en-US" sz="900"/>
                        <a:t>Coordinating the development, execution, refinement, and measuring the impact of </a:t>
                      </a:r>
                      <a:r>
                        <a:rPr lang="en-US" sz="900" err="1"/>
                        <a:t>programme</a:t>
                      </a:r>
                      <a:r>
                        <a:rPr lang="en-US" sz="900"/>
                        <a:t> outreach, communications, and knowledge management strategies</a:t>
                      </a:r>
                      <a:endParaRPr sz="900"/>
                    </a:p>
                    <a:p>
                      <a:pPr marL="177800" lvl="0" indent="-171450" algn="l" rtl="0">
                        <a:lnSpc>
                          <a:spcPct val="115000"/>
                        </a:lnSpc>
                        <a:spcBef>
                          <a:spcPts val="0"/>
                        </a:spcBef>
                        <a:spcAft>
                          <a:spcPts val="0"/>
                        </a:spcAft>
                        <a:buSzPts val="800"/>
                        <a:buFont typeface="Arial"/>
                        <a:buChar char="•"/>
                      </a:pPr>
                      <a:r>
                        <a:rPr lang="en-US" sz="900"/>
                        <a:t>Responsible for coordinating development of training / learning materials </a:t>
                      </a:r>
                      <a:endParaRPr sz="900"/>
                    </a:p>
                    <a:p>
                      <a:pPr marL="177800" lvl="0" indent="-171450" algn="l" rtl="0">
                        <a:lnSpc>
                          <a:spcPct val="115000"/>
                        </a:lnSpc>
                        <a:spcBef>
                          <a:spcPts val="0"/>
                        </a:spcBef>
                        <a:spcAft>
                          <a:spcPts val="0"/>
                        </a:spcAft>
                        <a:buSzPts val="800"/>
                        <a:buFont typeface="Arial"/>
                        <a:buChar char="•"/>
                      </a:pPr>
                      <a:r>
                        <a:rPr lang="en-US" sz="900"/>
                        <a:t>Accountable for the </a:t>
                      </a:r>
                      <a:r>
                        <a:rPr lang="en-US" sz="900" err="1"/>
                        <a:t>organisation</a:t>
                      </a:r>
                      <a:r>
                        <a:rPr lang="en-US" sz="900"/>
                        <a:t>, coordination of workshops and events</a:t>
                      </a:r>
                      <a:endParaRPr sz="900"/>
                    </a:p>
                    <a:p>
                      <a:pPr marL="177800" lvl="0" indent="-171450" algn="l" rtl="0">
                        <a:lnSpc>
                          <a:spcPct val="115000"/>
                        </a:lnSpc>
                        <a:spcBef>
                          <a:spcPts val="0"/>
                        </a:spcBef>
                        <a:spcAft>
                          <a:spcPts val="0"/>
                        </a:spcAft>
                        <a:buSzPts val="800"/>
                        <a:buFont typeface="Arial"/>
                        <a:buChar char="•"/>
                      </a:pPr>
                      <a:r>
                        <a:rPr lang="en-US" sz="900"/>
                        <a:t>Responsible for supporting communications, knowledge management, and training activities</a:t>
                      </a:r>
                      <a:endParaRPr sz="900"/>
                    </a:p>
                  </a:txBody>
                  <a:tcPr marL="91450" marR="91450" marT="45725" marB="45725"/>
                </a:tc>
                <a:extLst>
                  <a:ext uri="{0D108BD9-81ED-4DB2-BD59-A6C34878D82A}">
                    <a16:rowId xmlns:a16="http://schemas.microsoft.com/office/drawing/2014/main" val="10003"/>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Delivery Partners (Third party suppliers to Beazley)</a:t>
                      </a:r>
                      <a:endParaRPr sz="900" u="none" strike="noStrike" cap="none">
                        <a:solidFill>
                          <a:srgbClr val="00000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endParaRPr sz="9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Partner with the Senior Delivery Lead</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the scope of services in support of delivering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the deliverables to be produced in support of delivering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any CRs related to the component and services being provided in support of delivering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Create and manage the plans for the delivery of the services in support of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the delivery squads inc. resource management, supply &amp; demand, technical capability and skills</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Jointly manage sprint planning, retrospectives and reporting relating to services being provided in support of delivering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inbound and outbound dependencies needed for the delivery of the component</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Coordinate activities and schedule across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Management of risks and issues impacting progress</a:t>
                      </a:r>
                      <a:endParaRPr sz="900" u="none" strike="noStrike" cap="none"/>
                    </a:p>
                  </a:txBody>
                  <a:tcPr marL="91450" marR="91450" marT="45725" marB="45725"/>
                </a:tc>
                <a:extLst>
                  <a:ext uri="{0D108BD9-81ED-4DB2-BD59-A6C34878D82A}">
                    <a16:rowId xmlns:a16="http://schemas.microsoft.com/office/drawing/2014/main" val="10004"/>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solidFill>
                            <a:srgbClr val="000000"/>
                          </a:solidFill>
                        </a:rPr>
                        <a:t>Delivery Squads</a:t>
                      </a:r>
                      <a:endParaRPr sz="900" u="none" strike="noStrike" cap="none"/>
                    </a:p>
                    <a:p>
                      <a:pPr marL="0" marR="0" lvl="0" indent="0" algn="l" rtl="0">
                        <a:lnSpc>
                          <a:spcPct val="100000"/>
                        </a:lnSpc>
                        <a:spcBef>
                          <a:spcPts val="0"/>
                        </a:spcBef>
                        <a:spcAft>
                          <a:spcPts val="0"/>
                        </a:spcAft>
                        <a:buClr>
                          <a:srgbClr val="000000"/>
                        </a:buClr>
                        <a:buSzPts val="800"/>
                        <a:buFont typeface="Arial"/>
                        <a:buNone/>
                      </a:pPr>
                      <a:r>
                        <a:rPr lang="en-US" sz="900" u="none" strike="noStrike" cap="none">
                          <a:solidFill>
                            <a:srgbClr val="000000"/>
                          </a:solidFill>
                        </a:rPr>
                        <a:t>(Beazley SME and/or Third party suppliers to Beazley)</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endParaRPr sz="9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900" u="none" strike="noStrike" cap="none">
                          <a:solidFill>
                            <a:srgbClr val="000000"/>
                          </a:solidFill>
                        </a:rPr>
                        <a:t>End-to-end delivery of each product</a:t>
                      </a:r>
                      <a:endParaRPr sz="900" u="none" strike="noStrike" cap="none"/>
                    </a:p>
                    <a:p>
                      <a:pPr marL="171450" marR="0" lvl="0" indent="-171450" algn="l" rtl="0">
                        <a:lnSpc>
                          <a:spcPct val="100000"/>
                        </a:lnSpc>
                        <a:spcBef>
                          <a:spcPts val="0"/>
                        </a:spcBef>
                        <a:spcAft>
                          <a:spcPts val="0"/>
                        </a:spcAft>
                        <a:buClr>
                          <a:srgbClr val="000000"/>
                        </a:buClr>
                        <a:buSzPts val="800"/>
                        <a:buFont typeface="Arial"/>
                        <a:buChar char="•"/>
                      </a:pPr>
                      <a:r>
                        <a:rPr lang="en-US" sz="900" u="none" strike="noStrike" cap="none">
                          <a:solidFill>
                            <a:srgbClr val="000000"/>
                          </a:solidFill>
                        </a:rPr>
                        <a:t>Provide requested SME input into tasks, activities, decisions</a:t>
                      </a:r>
                      <a:endParaRPr sz="900" u="none" strike="noStrike" cap="none"/>
                    </a:p>
                    <a:p>
                      <a:pPr marL="171450" marR="0" lvl="0" indent="-171450" algn="l" rtl="0">
                        <a:lnSpc>
                          <a:spcPct val="100000"/>
                        </a:lnSpc>
                        <a:spcBef>
                          <a:spcPts val="0"/>
                        </a:spcBef>
                        <a:spcAft>
                          <a:spcPts val="0"/>
                        </a:spcAft>
                        <a:buClr>
                          <a:srgbClr val="000000"/>
                        </a:buClr>
                        <a:buSzPts val="800"/>
                        <a:buFont typeface="Arial"/>
                        <a:buChar char="•"/>
                      </a:pPr>
                      <a:r>
                        <a:rPr lang="en-US" sz="900" u="none" strike="noStrike" cap="none">
                          <a:solidFill>
                            <a:srgbClr val="000000"/>
                          </a:solidFill>
                        </a:rPr>
                        <a:t>Flag risks and issues to the Senior Delivery Lead and/or Delivery Partner</a:t>
                      </a:r>
                      <a:endParaRPr sz="900" u="none" strike="noStrike" cap="none"/>
                    </a:p>
                    <a:p>
                      <a:pPr marL="171450" marR="0" lvl="0" indent="-171450" algn="l" rtl="0">
                        <a:lnSpc>
                          <a:spcPct val="100000"/>
                        </a:lnSpc>
                        <a:spcBef>
                          <a:spcPts val="0"/>
                        </a:spcBef>
                        <a:spcAft>
                          <a:spcPts val="0"/>
                        </a:spcAft>
                        <a:buClr>
                          <a:srgbClr val="000000"/>
                        </a:buClr>
                        <a:buSzPts val="800"/>
                        <a:buFont typeface="Arial"/>
                        <a:buChar char="•"/>
                      </a:pPr>
                      <a:r>
                        <a:rPr lang="en-US" sz="900" u="none" strike="noStrike" cap="none">
                          <a:solidFill>
                            <a:srgbClr val="000000"/>
                          </a:solidFill>
                        </a:rPr>
                        <a:t>Proactive updating of Jira, the backlog and the sprint boards in conjunction with the scrum master</a:t>
                      </a:r>
                      <a:endParaRPr sz="900" u="none" strike="noStrike" cap="none"/>
                    </a:p>
                  </a:txBody>
                  <a:tcPr marL="91450" marR="91450" marT="45725" marB="45725"/>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11463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3792" y="34159"/>
            <a:ext cx="9776592" cy="716711"/>
          </a:xfrm>
        </p:spPr>
        <p:txBody>
          <a:bodyPr/>
          <a:lstStyle/>
          <a:p>
            <a:r>
              <a:rPr lang="en-GB"/>
              <a:t>KEY ROLES - </a:t>
            </a:r>
            <a:r>
              <a:rPr lang="en-GB" err="1"/>
              <a:t>capgemini</a:t>
            </a:r>
            <a:endParaRPr lang="en-GB"/>
          </a:p>
        </p:txBody>
      </p:sp>
      <p:graphicFrame>
        <p:nvGraphicFramePr>
          <p:cNvPr id="2" name="Table 5">
            <a:extLst>
              <a:ext uri="{FF2B5EF4-FFF2-40B4-BE49-F238E27FC236}">
                <a16:creationId xmlns:a16="http://schemas.microsoft.com/office/drawing/2014/main" id="{D0BCB5DE-6896-5F5C-6600-0AA0464C3ADF}"/>
              </a:ext>
            </a:extLst>
          </p:cNvPr>
          <p:cNvGraphicFramePr>
            <a:graphicFrameLocks noGrp="1"/>
          </p:cNvGraphicFramePr>
          <p:nvPr>
            <p:extLst>
              <p:ext uri="{D42A27DB-BD31-4B8C-83A1-F6EECF244321}">
                <p14:modId xmlns:p14="http://schemas.microsoft.com/office/powerpoint/2010/main" val="2450810664"/>
              </p:ext>
            </p:extLst>
          </p:nvPr>
        </p:nvGraphicFramePr>
        <p:xfrm>
          <a:off x="383792" y="556613"/>
          <a:ext cx="11853257" cy="6092235"/>
        </p:xfrm>
        <a:graphic>
          <a:graphicData uri="http://schemas.openxmlformats.org/drawingml/2006/table">
            <a:tbl>
              <a:tblPr firstRow="1" bandRow="1">
                <a:tableStyleId>{21E4AEA4-8DFA-4A89-87EB-49C32662AFE0}</a:tableStyleId>
              </a:tblPr>
              <a:tblGrid>
                <a:gridCol w="1073727">
                  <a:extLst>
                    <a:ext uri="{9D8B030D-6E8A-4147-A177-3AD203B41FA5}">
                      <a16:colId xmlns:a16="http://schemas.microsoft.com/office/drawing/2014/main" val="1442836257"/>
                    </a:ext>
                  </a:extLst>
                </a:gridCol>
                <a:gridCol w="1575954">
                  <a:extLst>
                    <a:ext uri="{9D8B030D-6E8A-4147-A177-3AD203B41FA5}">
                      <a16:colId xmlns:a16="http://schemas.microsoft.com/office/drawing/2014/main" val="595129677"/>
                    </a:ext>
                  </a:extLst>
                </a:gridCol>
                <a:gridCol w="4461244">
                  <a:extLst>
                    <a:ext uri="{9D8B030D-6E8A-4147-A177-3AD203B41FA5}">
                      <a16:colId xmlns:a16="http://schemas.microsoft.com/office/drawing/2014/main" val="4127677356"/>
                    </a:ext>
                  </a:extLst>
                </a:gridCol>
                <a:gridCol w="4742332">
                  <a:extLst>
                    <a:ext uri="{9D8B030D-6E8A-4147-A177-3AD203B41FA5}">
                      <a16:colId xmlns:a16="http://schemas.microsoft.com/office/drawing/2014/main" val="1222854708"/>
                    </a:ext>
                  </a:extLst>
                </a:gridCol>
              </a:tblGrid>
              <a:tr h="199878">
                <a:tc>
                  <a:txBody>
                    <a:bodyPr/>
                    <a:lstStyle/>
                    <a:p>
                      <a:r>
                        <a:rPr lang="en-US" sz="1000" b="1">
                          <a:solidFill>
                            <a:schemeClr val="bg1"/>
                          </a:solidFill>
                        </a:rPr>
                        <a:t> Role</a:t>
                      </a:r>
                      <a:endParaRPr lang="en-US" sz="1000" b="1">
                        <a:solidFill>
                          <a:schemeClr val="bg1"/>
                        </a:solidFill>
                        <a:latin typeface="+mn-lt"/>
                      </a:endParaRPr>
                    </a:p>
                  </a:txBody>
                  <a:tcPr marL="90535" marR="90535">
                    <a:solidFill>
                      <a:srgbClr val="FF66CC"/>
                    </a:solidFill>
                  </a:tcPr>
                </a:tc>
                <a:tc>
                  <a:txBody>
                    <a:bodyPr/>
                    <a:lstStyle/>
                    <a:p>
                      <a:r>
                        <a:rPr lang="en-US" sz="1000" b="1">
                          <a:solidFill>
                            <a:schemeClr val="bg1"/>
                          </a:solidFill>
                        </a:rPr>
                        <a:t>Named resource</a:t>
                      </a:r>
                      <a:endParaRPr lang="en-US" sz="1000" b="1">
                        <a:solidFill>
                          <a:schemeClr val="bg1"/>
                        </a:solidFill>
                        <a:latin typeface="+mn-lt"/>
                      </a:endParaRPr>
                    </a:p>
                  </a:txBody>
                  <a:tcPr marL="90535" marR="90535">
                    <a:solidFill>
                      <a:srgbClr val="FF66CC"/>
                    </a:solidFill>
                  </a:tcPr>
                </a:tc>
                <a:tc gridSpan="2">
                  <a:txBody>
                    <a:bodyPr/>
                    <a:lstStyle/>
                    <a:p>
                      <a:r>
                        <a:rPr lang="en-US" sz="1000" b="1">
                          <a:solidFill>
                            <a:schemeClr val="bg1"/>
                          </a:solidFill>
                        </a:rPr>
                        <a:t>Description</a:t>
                      </a:r>
                      <a:endParaRPr lang="en-US" sz="1000" b="1">
                        <a:solidFill>
                          <a:schemeClr val="bg1"/>
                        </a:solidFill>
                        <a:latin typeface="+mn-lt"/>
                      </a:endParaRPr>
                    </a:p>
                  </a:txBody>
                  <a:tcPr marL="90535" marR="90535">
                    <a:solidFill>
                      <a:srgbClr val="FF66CC"/>
                    </a:solidFill>
                  </a:tcPr>
                </a:tc>
                <a:tc hMerge="1">
                  <a:txBody>
                    <a:bodyPr/>
                    <a:lstStyle/>
                    <a:p>
                      <a:endParaRPr lang="en-GB"/>
                    </a:p>
                  </a:txBody>
                  <a:tcPr/>
                </a:tc>
                <a:extLst>
                  <a:ext uri="{0D108BD9-81ED-4DB2-BD59-A6C34878D82A}">
                    <a16:rowId xmlns:a16="http://schemas.microsoft.com/office/drawing/2014/main" val="1676363498"/>
                  </a:ext>
                </a:extLst>
              </a:tr>
              <a:tr h="346455">
                <a:tc>
                  <a:txBody>
                    <a:bodyPr/>
                    <a:lstStyle/>
                    <a:p>
                      <a:pPr marL="0" indent="0">
                        <a:buFont typeface="Arial" panose="020B0604020202020204" pitchFamily="34" charset="0"/>
                        <a:buNone/>
                      </a:pPr>
                      <a:r>
                        <a:rPr lang="en-US" sz="900"/>
                        <a:t>Delivery Executive</a:t>
                      </a:r>
                      <a:endParaRPr lang="en-US" sz="900">
                        <a:latin typeface="+mn-lt"/>
                      </a:endParaRP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900" kern="1200" noProof="0">
                          <a:solidFill>
                            <a:schemeClr val="tx1"/>
                          </a:solidFill>
                        </a:rPr>
                        <a:t>Barry Houston</a:t>
                      </a:r>
                      <a:endParaRPr lang="en-GB" sz="900" kern="1200" noProof="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Responsible for overall Services quality and delivery </a:t>
                      </a:r>
                    </a:p>
                    <a:p>
                      <a:pPr marL="171450" indent="-171450">
                        <a:buSzPct val="100000"/>
                        <a:buFont typeface="Courier New" panose="02070309020205020404" pitchFamily="49" charset="0"/>
                        <a:buChar char="o"/>
                      </a:pPr>
                      <a:r>
                        <a:rPr lang="en-GB" sz="800" kern="1200">
                          <a:solidFill>
                            <a:schemeClr val="tx1"/>
                          </a:solidFill>
                        </a:rPr>
                        <a:t>Assist in the resolution of issues and change controls </a:t>
                      </a:r>
                      <a:endParaRPr lang="en-GB"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Prepare for and support Steering/Policy Executive Advisory Group Meetings </a:t>
                      </a:r>
                    </a:p>
                    <a:p>
                      <a:pPr marL="171450" indent="-171450">
                        <a:buSzPct val="100000"/>
                        <a:buFont typeface="Courier New" panose="02070309020205020404" pitchFamily="49" charset="0"/>
                        <a:buChar char="o"/>
                      </a:pPr>
                      <a:r>
                        <a:rPr lang="en-GB" sz="800" kern="1200">
                          <a:solidFill>
                            <a:schemeClr val="tx1"/>
                          </a:solidFill>
                        </a:rPr>
                        <a:t>Monitor program progress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3531789946"/>
                  </a:ext>
                </a:extLst>
              </a:tr>
              <a:tr h="479707">
                <a:tc>
                  <a:txBody>
                    <a:bodyPr/>
                    <a:lstStyle/>
                    <a:p>
                      <a:pPr marL="0" indent="0">
                        <a:buFont typeface="Arial" panose="020B0604020202020204" pitchFamily="34" charset="0"/>
                        <a:buNone/>
                      </a:pPr>
                      <a:r>
                        <a:rPr lang="en-US" sz="900"/>
                        <a:t>Program Director</a:t>
                      </a:r>
                      <a:endParaRPr lang="en-US" sz="900">
                        <a:latin typeface="+mn-lt"/>
                      </a:endParaRP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kern="1200">
                          <a:solidFill>
                            <a:schemeClr val="tx1"/>
                          </a:solidFill>
                        </a:rPr>
                        <a:t>Max Catwright</a:t>
                      </a:r>
                      <a:endParaRPr lang="en-US" sz="900" kern="1200" err="1">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Responsible for in-scope Program activities </a:t>
                      </a:r>
                    </a:p>
                    <a:p>
                      <a:pPr marL="171450" indent="-171450">
                        <a:buSzPct val="100000"/>
                        <a:buFont typeface="Courier New" panose="02070309020205020404" pitchFamily="49" charset="0"/>
                        <a:buChar char="o"/>
                      </a:pPr>
                      <a:r>
                        <a:rPr lang="en-GB" sz="800" kern="1200">
                          <a:solidFill>
                            <a:schemeClr val="tx1"/>
                          </a:solidFill>
                        </a:rPr>
                        <a:t>Provide Program status reporting on a regular basis to Beazley Program and Executive Leadership </a:t>
                      </a:r>
                      <a:endParaRPr lang="en-GB"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Responsible for overall Services quality and delivery of the Program </a:t>
                      </a:r>
                    </a:p>
                    <a:p>
                      <a:pPr marL="171450" indent="-171450">
                        <a:buSzPct val="100000"/>
                        <a:buFont typeface="Courier New" panose="02070309020205020404" pitchFamily="49" charset="0"/>
                        <a:buChar char="o"/>
                      </a:pPr>
                      <a:r>
                        <a:rPr lang="en-GB" sz="800" kern="1200">
                          <a:solidFill>
                            <a:schemeClr val="tx1"/>
                          </a:solidFill>
                        </a:rPr>
                        <a:t>Responsible for day-to-day management and tracking of the in-scope Program activities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4079772831"/>
                  </a:ext>
                </a:extLst>
              </a:tr>
              <a:tr h="612959">
                <a:tc>
                  <a:txBody>
                    <a:bodyPr/>
                    <a:lstStyle/>
                    <a:p>
                      <a:pPr marL="0" indent="0">
                        <a:buFont typeface="Arial" panose="020B0604020202020204" pitchFamily="34" charset="0"/>
                        <a:buNone/>
                      </a:pPr>
                      <a:r>
                        <a:rPr lang="en-US" sz="900"/>
                        <a:t>Engagement Manager</a:t>
                      </a:r>
                      <a:endParaRPr lang="en-US" sz="900">
                        <a:latin typeface="+mn-lt"/>
                      </a:endParaRPr>
                    </a:p>
                  </a:txBody>
                  <a:tcPr marL="90535" marR="90535"/>
                </a:tc>
                <a:tc>
                  <a:txBody>
                    <a:bodyPr/>
                    <a:lstStyle/>
                    <a:p>
                      <a:pPr marL="0" indent="0">
                        <a:buFont typeface="Arial" panose="020B0604020202020204" pitchFamily="34" charset="0"/>
                        <a:buNone/>
                      </a:pPr>
                      <a:r>
                        <a:rPr lang="en-US" sz="900"/>
                        <a:t>Ananda Arasu Pommaiah</a:t>
                      </a: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Manage the detailed Program plan in collaboration with Beazley Leadership Team </a:t>
                      </a:r>
                    </a:p>
                    <a:p>
                      <a:pPr marL="171450" indent="-171450">
                        <a:buSzPct val="100000"/>
                        <a:buFont typeface="Courier New" panose="02070309020205020404" pitchFamily="49" charset="0"/>
                        <a:buChar char="o"/>
                      </a:pPr>
                      <a:r>
                        <a:rPr lang="en-GB" sz="800" kern="1200">
                          <a:solidFill>
                            <a:schemeClr val="tx1"/>
                          </a:solidFill>
                        </a:rPr>
                        <a:t>Provide Program Status reporting on a regular basis to Beazley Program Leadership </a:t>
                      </a:r>
                      <a:endParaRPr lang="en-GB"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800" kern="1200">
                          <a:solidFill>
                            <a:schemeClr val="tx1"/>
                          </a:solidFill>
                        </a:rPr>
                        <a:t>Assist the resolution of issues and change controls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815735936"/>
                  </a:ext>
                </a:extLst>
              </a:tr>
              <a:tr h="612959">
                <a:tc>
                  <a:txBody>
                    <a:bodyPr/>
                    <a:lstStyle/>
                    <a:p>
                      <a:pPr marL="0" indent="0">
                        <a:buFont typeface="Arial" panose="020B0604020202020204" pitchFamily="34" charset="0"/>
                        <a:buNone/>
                      </a:pPr>
                      <a:r>
                        <a:rPr lang="en-IN" sz="900">
                          <a:latin typeface="+mn-lt"/>
                        </a:rPr>
                        <a:t>India Delivery Executive</a:t>
                      </a:r>
                      <a:endParaRPr lang="en-US" sz="900">
                        <a:latin typeface="+mn-lt"/>
                      </a:endParaRPr>
                    </a:p>
                  </a:txBody>
                  <a:tcPr marL="90535" marR="90535"/>
                </a:tc>
                <a:tc>
                  <a:txBody>
                    <a:bodyPr/>
                    <a:lstStyle/>
                    <a:p>
                      <a:pPr marL="0" lvl="0" indent="0">
                        <a:buFont typeface="Arial" panose="020B0604020202020204" pitchFamily="34" charset="0"/>
                        <a:buNone/>
                      </a:pPr>
                      <a:r>
                        <a:rPr lang="en-IN" sz="900"/>
                        <a:t>Natraj Gudla</a:t>
                      </a:r>
                      <a:endParaRPr lang="en-US" sz="900"/>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Manage the detailed Program plan in collaboration with Beazley Leadership Team </a:t>
                      </a:r>
                    </a:p>
                    <a:p>
                      <a:pPr marL="171450" indent="-171450">
                        <a:buSzPct val="100000"/>
                        <a:buFont typeface="Courier New" panose="02070309020205020404" pitchFamily="49" charset="0"/>
                        <a:buChar char="o"/>
                      </a:pPr>
                      <a:r>
                        <a:rPr lang="en-GB" sz="800" kern="1200">
                          <a:solidFill>
                            <a:schemeClr val="tx1"/>
                          </a:solidFill>
                        </a:rPr>
                        <a:t>Provide Program Status reporting on a regular basis to Beazley Program Leadership </a:t>
                      </a:r>
                      <a:endParaRPr lang="en-GB"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800" kern="1200">
                          <a:solidFill>
                            <a:schemeClr val="tx1"/>
                          </a:solidFill>
                        </a:rPr>
                        <a:t>Assist the resolution of issues and change controls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3328578242"/>
                  </a:ext>
                </a:extLst>
              </a:tr>
              <a:tr h="612959">
                <a:tc>
                  <a:txBody>
                    <a:bodyPr/>
                    <a:lstStyle/>
                    <a:p>
                      <a:pPr marL="0" indent="0">
                        <a:buFont typeface="Arial" panose="020B0604020202020204" pitchFamily="34" charset="0"/>
                        <a:buNone/>
                      </a:pPr>
                      <a:r>
                        <a:rPr lang="en-US" sz="900"/>
                        <a:t>Product Rationalisation</a:t>
                      </a:r>
                      <a:endParaRPr lang="en-US" sz="900">
                        <a:latin typeface="+mn-lt"/>
                      </a:endParaRPr>
                    </a:p>
                  </a:txBody>
                  <a:tcPr marL="90535" marR="90535"/>
                </a:tc>
                <a:tc>
                  <a:txBody>
                    <a:bodyPr/>
                    <a:lstStyle/>
                    <a:p>
                      <a:pPr marL="0" indent="0">
                        <a:buFont typeface="Arial" panose="020B0604020202020204" pitchFamily="34" charset="0"/>
                        <a:buNone/>
                      </a:pPr>
                      <a:r>
                        <a:rPr lang="en-US" sz="900"/>
                        <a:t>Peter Dixon</a:t>
                      </a:r>
                    </a:p>
                    <a:p>
                      <a:pPr marL="0" indent="0">
                        <a:buFont typeface="Arial" panose="020B0604020202020204" pitchFamily="34" charset="0"/>
                        <a:buNone/>
                      </a:pPr>
                      <a:r>
                        <a:rPr lang="en-US" sz="900"/>
                        <a:t>Kelly Riesling</a:t>
                      </a: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Provide subject matter specialist advice with regard to overall business requirements and product backlog </a:t>
                      </a:r>
                    </a:p>
                    <a:p>
                      <a:pPr marL="171450" indent="-171450">
                        <a:buSzPct val="100000"/>
                        <a:buFont typeface="Courier New" panose="02070309020205020404" pitchFamily="49" charset="0"/>
                        <a:buChar char="o"/>
                      </a:pPr>
                      <a:r>
                        <a:rPr lang="en-GB" sz="800" kern="1200">
                          <a:solidFill>
                            <a:schemeClr val="tx1"/>
                          </a:solidFill>
                        </a:rPr>
                        <a:t>Provide input on solving business problems within the defined application landscape by working with the business and Technical resources. </a:t>
                      </a:r>
                      <a:endParaRPr lang="en-GB" sz="800" kern="1200">
                        <a:solidFill>
                          <a:schemeClr val="tx1"/>
                        </a:solidFill>
                        <a:latin typeface="+mn-lt"/>
                        <a:ea typeface="+mn-ea"/>
                        <a:cs typeface="+mn-cs"/>
                      </a:endParaRPr>
                    </a:p>
                  </a:txBody>
                  <a:tcPr marL="90535" marR="90535"/>
                </a:tc>
                <a:tc>
                  <a:txBody>
                    <a:bodyPr/>
                    <a:lstStyle/>
                    <a:p>
                      <a:pPr marL="171450" marR="0" lvl="0" indent="-171450" algn="l" rtl="0" eaLnBrk="1" fontAlgn="auto" latinLnBrk="0" hangingPunct="1">
                        <a:lnSpc>
                          <a:spcPct val="100000"/>
                        </a:lnSpc>
                        <a:spcBef>
                          <a:spcPts val="0"/>
                        </a:spcBef>
                        <a:spcAft>
                          <a:spcPts val="0"/>
                        </a:spcAft>
                        <a:buClrTx/>
                        <a:buSzPct val="100000"/>
                        <a:buFont typeface="Courier New" panose="02070309020205020404" pitchFamily="49" charset="0"/>
                        <a:buChar char="o"/>
                      </a:pPr>
                      <a:r>
                        <a:rPr lang="en-GB" sz="800" kern="1200">
                          <a:solidFill>
                            <a:schemeClr val="tx1"/>
                          </a:solidFill>
                        </a:rPr>
                        <a:t>Coordinate with Functional Lead and Technical architect to help define implementation scope of work. </a:t>
                      </a:r>
                    </a:p>
                    <a:p>
                      <a:pPr marL="171450" indent="-171450">
                        <a:buSzPct val="100000"/>
                        <a:buFont typeface="Courier New" panose="02070309020205020404" pitchFamily="49" charset="0"/>
                        <a:buChar char="o"/>
                      </a:pP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2694614617"/>
                  </a:ext>
                </a:extLst>
              </a:tr>
              <a:tr h="612959">
                <a:tc>
                  <a:txBody>
                    <a:bodyPr/>
                    <a:lstStyle/>
                    <a:p>
                      <a:pPr marL="0" indent="0">
                        <a:buFont typeface="Arial" panose="020B0604020202020204" pitchFamily="34" charset="0"/>
                        <a:buNone/>
                      </a:pPr>
                      <a:r>
                        <a:rPr lang="en-US" sz="900"/>
                        <a:t>Enterprise Architect</a:t>
                      </a:r>
                      <a:endParaRPr lang="en-US" sz="900">
                        <a:latin typeface="+mn-lt"/>
                      </a:endParaRPr>
                    </a:p>
                  </a:txBody>
                  <a:tcPr marL="90535" marR="90535"/>
                </a:tc>
                <a:tc>
                  <a:txBody>
                    <a:bodyPr/>
                    <a:lstStyle/>
                    <a:p>
                      <a:pPr marL="0" indent="0">
                        <a:buFont typeface="Arial" panose="020B0604020202020204" pitchFamily="34" charset="0"/>
                        <a:buNone/>
                      </a:pPr>
                      <a:r>
                        <a:rPr lang="en-US" sz="900" kern="1200">
                          <a:solidFill>
                            <a:schemeClr val="tx1"/>
                          </a:solidFill>
                        </a:rPr>
                        <a:t>Brett Fabian-Smith</a:t>
                      </a:r>
                      <a:endParaRPr lang="en-US" sz="9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leadership and architectural expertise across a broad set of technologies, including integration &amp; middleware technologies </a:t>
                      </a:r>
                    </a:p>
                    <a:p>
                      <a:pPr marL="171450" indent="-171450">
                        <a:buFont typeface="Courier New" panose="02070309020205020404" pitchFamily="49" charset="0"/>
                        <a:buChar char="o"/>
                      </a:pPr>
                      <a:r>
                        <a:rPr lang="en-GB" sz="800" kern="1200">
                          <a:solidFill>
                            <a:schemeClr val="tx1"/>
                          </a:solidFill>
                        </a:rPr>
                        <a:t>Consult with and advise the Program team on technology and strategic decisions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Identify architectural constraints for the architectural level (project, domain, application) based on technical and organizational requirements </a:t>
                      </a:r>
                    </a:p>
                    <a:p>
                      <a:pPr marL="171450" indent="-171450">
                        <a:buFont typeface="Courier New" panose="02070309020205020404" pitchFamily="49" charset="0"/>
                        <a:buChar char="o"/>
                      </a:pPr>
                      <a:r>
                        <a:rPr lang="en-GB" sz="800" kern="1200">
                          <a:solidFill>
                            <a:schemeClr val="tx1"/>
                          </a:solidFill>
                        </a:rPr>
                        <a:t>Provide subject matter specialist advice with regard to overall solution architecture and technology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998720998"/>
                  </a:ext>
                </a:extLst>
              </a:tr>
              <a:tr h="479707">
                <a:tc>
                  <a:txBody>
                    <a:bodyPr/>
                    <a:lstStyle/>
                    <a:p>
                      <a:pPr marL="0" indent="0">
                        <a:buFont typeface="Arial" panose="020B0604020202020204" pitchFamily="34" charset="0"/>
                        <a:buNone/>
                      </a:pPr>
                      <a:r>
                        <a:rPr lang="en-US" sz="900" err="1"/>
                        <a:t>PolicyCenter</a:t>
                      </a:r>
                      <a:r>
                        <a:rPr lang="en-US" sz="900"/>
                        <a:t> Functional Lead</a:t>
                      </a:r>
                      <a:endParaRPr lang="en-US" sz="900">
                        <a:latin typeface="+mn-lt"/>
                      </a:endParaRPr>
                    </a:p>
                  </a:txBody>
                  <a:tcPr marL="90535" marR="90535"/>
                </a:tc>
                <a:tc>
                  <a:txBody>
                    <a:bodyPr/>
                    <a:lstStyle/>
                    <a:p>
                      <a:pPr marL="0" lvl="0" indent="0">
                        <a:buNone/>
                      </a:pPr>
                      <a:r>
                        <a:rPr lang="en-US" sz="900" b="0" i="0" u="none" strike="noStrike" noProof="0">
                          <a:solidFill>
                            <a:srgbClr val="000000"/>
                          </a:solidFill>
                          <a:latin typeface="Ubuntu"/>
                        </a:rPr>
                        <a:t>Sherezad Contractor</a:t>
                      </a:r>
                      <a:endParaRPr lang="en-US"/>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Policy subject matter experience </a:t>
                      </a:r>
                    </a:p>
                    <a:p>
                      <a:pPr marL="171450" indent="-171450">
                        <a:buFont typeface="Courier New" panose="02070309020205020404" pitchFamily="49" charset="0"/>
                        <a:buChar char="o"/>
                      </a:pPr>
                      <a:r>
                        <a:rPr lang="en-GB" sz="800" kern="1200">
                          <a:solidFill>
                            <a:schemeClr val="tx1"/>
                          </a:solidFill>
                        </a:rPr>
                        <a:t>Work with Beazley business leadership to drive overall business requirements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leadership and direction for elaboration and RSWs </a:t>
                      </a:r>
                    </a:p>
                    <a:p>
                      <a:pPr marL="171450" indent="-171450">
                        <a:buFont typeface="Courier New" panose="02070309020205020404" pitchFamily="49" charset="0"/>
                        <a:buChar char="o"/>
                      </a:pPr>
                      <a:r>
                        <a:rPr lang="en-GB" sz="800" kern="1200">
                          <a:solidFill>
                            <a:schemeClr val="tx1"/>
                          </a:solidFill>
                        </a:rPr>
                        <a:t>Provide joint review and approval of deliverables</a:t>
                      </a:r>
                      <a:endParaRPr lang="en-GB" sz="800">
                        <a:latin typeface="+mn-lt"/>
                      </a:endParaRPr>
                    </a:p>
                  </a:txBody>
                  <a:tcPr marL="90535" marR="90535"/>
                </a:tc>
                <a:extLst>
                  <a:ext uri="{0D108BD9-81ED-4DB2-BD59-A6C34878D82A}">
                    <a16:rowId xmlns:a16="http://schemas.microsoft.com/office/drawing/2014/main" val="3479841583"/>
                  </a:ext>
                </a:extLst>
              </a:tr>
              <a:tr h="479707">
                <a:tc>
                  <a:txBody>
                    <a:bodyPr/>
                    <a:lstStyle/>
                    <a:p>
                      <a:pPr marL="0" indent="0">
                        <a:buFont typeface="Arial" panose="020B0604020202020204" pitchFamily="34" charset="0"/>
                        <a:buNone/>
                      </a:pPr>
                      <a:r>
                        <a:rPr lang="en-US" sz="900" err="1"/>
                        <a:t>BillingCenter</a:t>
                      </a:r>
                      <a:r>
                        <a:rPr lang="en-US" sz="900"/>
                        <a:t> Functional Lead</a:t>
                      </a:r>
                      <a:endParaRPr lang="en-US" sz="900">
                        <a:latin typeface="+mn-lt"/>
                      </a:endParaRPr>
                    </a:p>
                  </a:txBody>
                  <a:tcPr marL="90535" marR="90535"/>
                </a:tc>
                <a:tc>
                  <a:txBody>
                    <a:bodyPr/>
                    <a:lstStyle/>
                    <a:p>
                      <a:pPr marL="0" indent="0">
                        <a:buFont typeface="Arial" panose="020B0604020202020204" pitchFamily="34" charset="0"/>
                        <a:buNone/>
                      </a:pPr>
                      <a:r>
                        <a:rPr lang="en-US" sz="900"/>
                        <a:t>Sriram Jagannathan</a:t>
                      </a:r>
                      <a:endParaRPr lang="en-US" sz="900">
                        <a:latin typeface="+mn-lt"/>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Billing subject matter experience </a:t>
                      </a:r>
                    </a:p>
                    <a:p>
                      <a:pPr marL="171450" indent="-171450">
                        <a:buFont typeface="Courier New" panose="02070309020205020404" pitchFamily="49" charset="0"/>
                        <a:buChar char="o"/>
                      </a:pPr>
                      <a:r>
                        <a:rPr lang="en-GB" sz="800" kern="1200">
                          <a:solidFill>
                            <a:schemeClr val="tx1"/>
                          </a:solidFill>
                        </a:rPr>
                        <a:t>Work with Beazley business leadership to drive overall business requirements </a:t>
                      </a:r>
                    </a:p>
                    <a:p>
                      <a:pPr marL="171450" indent="-171450">
                        <a:buFont typeface="Courier New" panose="02070309020205020404" pitchFamily="49" charset="0"/>
                        <a:buChar char="o"/>
                      </a:pPr>
                      <a:r>
                        <a:rPr lang="en-GB" sz="800" kern="1200">
                          <a:solidFill>
                            <a:schemeClr val="tx1"/>
                          </a:solidFill>
                        </a:rPr>
                        <a:t>Provide leadership and direction for elaboration and RSWs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joint review and approval of deliverables</a:t>
                      </a:r>
                    </a:p>
                    <a:p>
                      <a:pPr marL="171450" indent="-171450">
                        <a:buFont typeface="Courier New" panose="02070309020205020404" pitchFamily="49" charset="0"/>
                        <a:buChar char="o"/>
                      </a:pPr>
                      <a:r>
                        <a:rPr lang="en-GB" sz="800" kern="1200">
                          <a:solidFill>
                            <a:schemeClr val="tx1"/>
                          </a:solidFill>
                        </a:rPr>
                        <a:t>Lead with the high-level implementation approach for complex functional requirements </a:t>
                      </a:r>
                      <a:endParaRPr lang="en-GB" sz="800">
                        <a:latin typeface="+mn-lt"/>
                      </a:endParaRPr>
                    </a:p>
                  </a:txBody>
                  <a:tcPr marL="90535" marR="90535"/>
                </a:tc>
                <a:extLst>
                  <a:ext uri="{0D108BD9-81ED-4DB2-BD59-A6C34878D82A}">
                    <a16:rowId xmlns:a16="http://schemas.microsoft.com/office/drawing/2014/main" val="2693367154"/>
                  </a:ext>
                </a:extLst>
              </a:tr>
              <a:tr h="612959">
                <a:tc>
                  <a:txBody>
                    <a:bodyPr/>
                    <a:lstStyle/>
                    <a:p>
                      <a:pPr marL="0" indent="0">
                        <a:buFont typeface="Arial" panose="020B0604020202020204" pitchFamily="34" charset="0"/>
                        <a:buNone/>
                      </a:pPr>
                      <a:r>
                        <a:rPr lang="en-US" sz="900" err="1">
                          <a:solidFill>
                            <a:schemeClr val="tx1"/>
                          </a:solidFill>
                        </a:rPr>
                        <a:t>PolicyCenter</a:t>
                      </a:r>
                      <a:r>
                        <a:rPr lang="en-US" sz="900">
                          <a:solidFill>
                            <a:schemeClr val="tx1"/>
                          </a:solidFill>
                        </a:rPr>
                        <a:t> Technical Lead</a:t>
                      </a:r>
                      <a:endParaRPr lang="en-US" sz="900">
                        <a:solidFill>
                          <a:schemeClr val="tx1"/>
                        </a:solidFill>
                        <a:latin typeface="+mn-lt"/>
                      </a:endParaRP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u="none" strike="noStrike" kern="1200" cap="none" spc="0" normalizeH="0" baseline="0" noProof="0">
                          <a:ln>
                            <a:noFill/>
                          </a:ln>
                          <a:solidFill>
                            <a:schemeClr val="tx1"/>
                          </a:solidFill>
                          <a:effectLst/>
                          <a:uLnTx/>
                          <a:uFillTx/>
                        </a:rPr>
                        <a:t>Vamshi </a:t>
                      </a:r>
                      <a:r>
                        <a:rPr kumimoji="0" lang="en-US" sz="900" b="0" u="none" strike="noStrike" kern="1200" cap="none" spc="0" normalizeH="0" baseline="0" noProof="0" err="1">
                          <a:ln>
                            <a:noFill/>
                          </a:ln>
                          <a:solidFill>
                            <a:schemeClr val="tx1"/>
                          </a:solidFill>
                          <a:effectLst/>
                          <a:uLnTx/>
                          <a:uFillTx/>
                        </a:rPr>
                        <a:t>Chennamadhuveni</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subject matter specialist advice with regard to GW PC </a:t>
                      </a:r>
                    </a:p>
                    <a:p>
                      <a:pPr marL="171450" indent="-171450">
                        <a:buFont typeface="Courier New" panose="02070309020205020404" pitchFamily="49" charset="0"/>
                        <a:buChar char="o"/>
                      </a:pPr>
                      <a:r>
                        <a:rPr lang="en-GB" sz="800" kern="1200">
                          <a:solidFill>
                            <a:schemeClr val="tx1"/>
                          </a:solidFill>
                        </a:rPr>
                        <a:t>Conduct configuration option analysis to support business requirements </a:t>
                      </a:r>
                    </a:p>
                    <a:p>
                      <a:pPr marL="171450" indent="-171450">
                        <a:buFont typeface="Courier New" panose="02070309020205020404" pitchFamily="49" charset="0"/>
                        <a:buChar char="o"/>
                      </a:pPr>
                      <a:r>
                        <a:rPr lang="en-GB" sz="800" kern="1200">
                          <a:solidFill>
                            <a:schemeClr val="tx1"/>
                          </a:solidFill>
                        </a:rPr>
                        <a:t>Provide input on GW PC best practices, constraints, and effort during workshops, including pre-work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input on effort and impact associated with potential configurations/customizations </a:t>
                      </a:r>
                    </a:p>
                    <a:p>
                      <a:pPr marL="171450" indent="-171450" defTabSz="360000">
                        <a:buFont typeface="Courier New" panose="02070309020205020404" pitchFamily="49" charset="0"/>
                        <a:buChar char="o"/>
                      </a:pPr>
                      <a:r>
                        <a:rPr lang="en-GB" sz="800" kern="1200">
                          <a:solidFill>
                            <a:schemeClr val="tx1"/>
                          </a:solidFill>
                        </a:rPr>
                        <a:t>Support the Policy Functional Lead with the high-level implementation approach for complex functional requirements</a:t>
                      </a:r>
                      <a:endParaRPr lang="en-GB" sz="800">
                        <a:latin typeface="+mn-lt"/>
                      </a:endParaRPr>
                    </a:p>
                  </a:txBody>
                  <a:tcPr marL="90535" marR="90535"/>
                </a:tc>
                <a:extLst>
                  <a:ext uri="{0D108BD9-81ED-4DB2-BD59-A6C34878D82A}">
                    <a16:rowId xmlns:a16="http://schemas.microsoft.com/office/drawing/2014/main" val="1164296243"/>
                  </a:ext>
                </a:extLst>
              </a:tr>
              <a:tr h="612959">
                <a:tc>
                  <a:txBody>
                    <a:bodyPr/>
                    <a:lstStyle/>
                    <a:p>
                      <a:pPr marL="0" indent="0">
                        <a:buFont typeface="Arial" panose="020B0604020202020204" pitchFamily="34" charset="0"/>
                        <a:buNone/>
                      </a:pPr>
                      <a:r>
                        <a:rPr lang="en-US" sz="900" err="1">
                          <a:solidFill>
                            <a:schemeClr val="tx1"/>
                          </a:solidFill>
                        </a:rPr>
                        <a:t>BillingCenter</a:t>
                      </a:r>
                      <a:r>
                        <a:rPr lang="en-US" sz="900">
                          <a:solidFill>
                            <a:schemeClr val="tx1"/>
                          </a:solidFill>
                        </a:rPr>
                        <a:t> Technical Lead</a:t>
                      </a:r>
                      <a:endParaRPr lang="en-US" sz="900">
                        <a:solidFill>
                          <a:schemeClr val="tx1"/>
                        </a:solidFill>
                        <a:latin typeface="+mn-lt"/>
                      </a:endParaRP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0" u="none" strike="noStrike" kern="1200" cap="none" spc="0" normalizeH="0" baseline="0" noProof="0">
                          <a:ln>
                            <a:noFill/>
                          </a:ln>
                          <a:solidFill>
                            <a:schemeClr val="tx1"/>
                          </a:solidFill>
                          <a:effectLst/>
                          <a:uLnTx/>
                          <a:uFillTx/>
                        </a:rPr>
                        <a:t>Sriram Jagannathan</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subject matter specialist advice with regard to GW BC</a:t>
                      </a:r>
                    </a:p>
                    <a:p>
                      <a:pPr marL="171450" indent="-171450">
                        <a:buFont typeface="Courier New" panose="02070309020205020404" pitchFamily="49" charset="0"/>
                        <a:buChar char="o"/>
                      </a:pPr>
                      <a:r>
                        <a:rPr lang="en-GB" sz="800" kern="1200">
                          <a:solidFill>
                            <a:schemeClr val="tx1"/>
                          </a:solidFill>
                        </a:rPr>
                        <a:t>Conduct configuration option analysis to support business requirements </a:t>
                      </a:r>
                    </a:p>
                    <a:p>
                      <a:pPr marL="171450" indent="-171450">
                        <a:buFont typeface="Courier New" panose="02070309020205020404" pitchFamily="49" charset="0"/>
                        <a:buChar char="o"/>
                      </a:pPr>
                      <a:r>
                        <a:rPr lang="en-GB" sz="800" kern="1200">
                          <a:solidFill>
                            <a:schemeClr val="tx1"/>
                          </a:solidFill>
                        </a:rPr>
                        <a:t>Provide input on GW PC best practices, constraints, and effort during workshops, including pre-work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input on effort and impact associated with potential configurations/customizations </a:t>
                      </a:r>
                    </a:p>
                    <a:p>
                      <a:pPr marL="171450" indent="-171450">
                        <a:buFont typeface="Courier New" panose="02070309020205020404" pitchFamily="49" charset="0"/>
                        <a:buChar char="o"/>
                      </a:pPr>
                      <a:r>
                        <a:rPr lang="en-GB" sz="800" kern="1200">
                          <a:solidFill>
                            <a:schemeClr val="tx1"/>
                          </a:solidFill>
                        </a:rPr>
                        <a:t>Support the Policy </a:t>
                      </a:r>
                      <a:endParaRPr lang="en-GB" sz="800">
                        <a:latin typeface="+mn-lt"/>
                      </a:endParaRPr>
                    </a:p>
                  </a:txBody>
                  <a:tcPr marL="90535" marR="90535"/>
                </a:tc>
                <a:extLst>
                  <a:ext uri="{0D108BD9-81ED-4DB2-BD59-A6C34878D82A}">
                    <a16:rowId xmlns:a16="http://schemas.microsoft.com/office/drawing/2014/main" val="4103461069"/>
                  </a:ext>
                </a:extLst>
              </a:tr>
              <a:tr h="346455">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900" b="0" u="none" strike="noStrike" kern="0" cap="none" spc="0" normalizeH="0" baseline="0" noProof="0">
                          <a:ln>
                            <a:noFill/>
                          </a:ln>
                          <a:solidFill>
                            <a:srgbClr val="000000"/>
                          </a:solidFill>
                          <a:effectLst/>
                          <a:uLnTx/>
                          <a:uFillTx/>
                        </a:rPr>
                        <a:t>Integration Lead</a:t>
                      </a:r>
                      <a:endParaRPr kumimoji="0" lang="en-GB" sz="900" b="0" i="0" u="none" strike="noStrike" kern="0" cap="none" spc="0" normalizeH="0" baseline="0" noProof="0">
                        <a:ln>
                          <a:noFill/>
                        </a:ln>
                        <a:solidFill>
                          <a:srgbClr val="000000"/>
                        </a:solidFill>
                        <a:effectLst/>
                        <a:uLnTx/>
                        <a:uFillTx/>
                        <a:latin typeface="+mn-lt"/>
                        <a:ea typeface="+mn-ea"/>
                        <a:cs typeface="Calibri" panose="020F0502020204030204" pitchFamily="34" charset="0"/>
                      </a:endParaRPr>
                    </a:p>
                  </a:txBody>
                  <a:tcPr marL="90535" marR="90535"/>
                </a:tc>
                <a:tc>
                  <a:txBody>
                    <a:bodyPr/>
                    <a:lstStyle/>
                    <a:p>
                      <a:pPr marL="0" indent="0">
                        <a:buFont typeface="Arial" panose="020B0604020202020204" pitchFamily="34" charset="0"/>
                        <a:buNone/>
                      </a:pPr>
                      <a:r>
                        <a:rPr lang="en-US" sz="900" err="1"/>
                        <a:t>Saharsh</a:t>
                      </a:r>
                      <a:r>
                        <a:rPr lang="en-US" sz="900"/>
                        <a:t> Gupta</a:t>
                      </a:r>
                    </a:p>
                    <a:p>
                      <a:pPr marL="0" indent="0">
                        <a:buFont typeface="Arial" panose="020B0604020202020204" pitchFamily="34" charset="0"/>
                        <a:buNone/>
                      </a:pPr>
                      <a:r>
                        <a:rPr lang="en-US" sz="900"/>
                        <a:t>Gourab Marik</a:t>
                      </a:r>
                      <a:endParaRPr lang="en-US" sz="900">
                        <a:latin typeface="+mn-lt"/>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integration and technical architecture guidance for GW </a:t>
                      </a:r>
                      <a:endParaRPr lang="en-US" sz="1600"/>
                    </a:p>
                    <a:p>
                      <a:pPr marL="171450" indent="-171450">
                        <a:buFont typeface="Courier New" panose="02070309020205020404" pitchFamily="49" charset="0"/>
                        <a:buChar char="o"/>
                      </a:pPr>
                      <a:r>
                        <a:rPr lang="en-GB" sz="800" kern="1200">
                          <a:solidFill>
                            <a:schemeClr val="tx1"/>
                          </a:solidFill>
                        </a:rPr>
                        <a:t>Lead analysis effort of interface specification documents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Lead the integration design effort for specified integration points </a:t>
                      </a:r>
                    </a:p>
                    <a:p>
                      <a:pPr marL="171450" indent="-171450">
                        <a:buFont typeface="Courier New" panose="02070309020205020404" pitchFamily="49" charset="0"/>
                        <a:buChar char="o"/>
                      </a:pPr>
                      <a:r>
                        <a:rPr lang="en-GB" sz="800" kern="1200">
                          <a:solidFill>
                            <a:schemeClr val="tx1"/>
                          </a:solidFill>
                        </a:rPr>
                        <a:t>Provide direction and technical guidance </a:t>
                      </a:r>
                      <a:endParaRPr lang="en-US" sz="800">
                        <a:latin typeface="+mn-lt"/>
                      </a:endParaRPr>
                    </a:p>
                  </a:txBody>
                  <a:tcPr marL="90535" marR="90535"/>
                </a:tc>
                <a:extLst>
                  <a:ext uri="{0D108BD9-81ED-4DB2-BD59-A6C34878D82A}">
                    <a16:rowId xmlns:a16="http://schemas.microsoft.com/office/drawing/2014/main" val="285030561"/>
                  </a:ext>
                </a:extLst>
              </a:tr>
            </a:tbl>
          </a:graphicData>
        </a:graphic>
      </p:graphicFrame>
    </p:spTree>
    <p:extLst>
      <p:ext uri="{BB962C8B-B14F-4D97-AF65-F5344CB8AC3E}">
        <p14:creationId xmlns:p14="http://schemas.microsoft.com/office/powerpoint/2010/main" val="3447131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10510"/>
            <a:ext cx="9776592" cy="716711"/>
          </a:xfrm>
        </p:spPr>
        <p:txBody>
          <a:bodyPr/>
          <a:lstStyle/>
          <a:p>
            <a:r>
              <a:rPr lang="en-GB"/>
              <a:t>KEY ROLES - guidewire</a:t>
            </a:r>
          </a:p>
        </p:txBody>
      </p:sp>
      <p:graphicFrame>
        <p:nvGraphicFramePr>
          <p:cNvPr id="2" name="Table 5">
            <a:extLst>
              <a:ext uri="{FF2B5EF4-FFF2-40B4-BE49-F238E27FC236}">
                <a16:creationId xmlns:a16="http://schemas.microsoft.com/office/drawing/2014/main" id="{F1AF107A-F151-DF54-AA2A-F9C5CDF5B288}"/>
              </a:ext>
            </a:extLst>
          </p:cNvPr>
          <p:cNvGraphicFramePr>
            <a:graphicFrameLocks noGrp="1"/>
          </p:cNvGraphicFramePr>
          <p:nvPr>
            <p:extLst>
              <p:ext uri="{D42A27DB-BD31-4B8C-83A1-F6EECF244321}">
                <p14:modId xmlns:p14="http://schemas.microsoft.com/office/powerpoint/2010/main" val="2283323291"/>
              </p:ext>
            </p:extLst>
          </p:nvPr>
        </p:nvGraphicFramePr>
        <p:xfrm>
          <a:off x="333623" y="1072834"/>
          <a:ext cx="11676993" cy="3002261"/>
        </p:xfrm>
        <a:graphic>
          <a:graphicData uri="http://schemas.openxmlformats.org/drawingml/2006/table">
            <a:tbl>
              <a:tblPr firstRow="1" bandRow="1">
                <a:tableStyleId>{21E4AEA4-8DFA-4A89-87EB-49C32662AFE0}</a:tableStyleId>
              </a:tblPr>
              <a:tblGrid>
                <a:gridCol w="3188049">
                  <a:extLst>
                    <a:ext uri="{9D8B030D-6E8A-4147-A177-3AD203B41FA5}">
                      <a16:colId xmlns:a16="http://schemas.microsoft.com/office/drawing/2014/main" val="1442836257"/>
                    </a:ext>
                  </a:extLst>
                </a:gridCol>
                <a:gridCol w="1598604">
                  <a:extLst>
                    <a:ext uri="{9D8B030D-6E8A-4147-A177-3AD203B41FA5}">
                      <a16:colId xmlns:a16="http://schemas.microsoft.com/office/drawing/2014/main" val="595129677"/>
                    </a:ext>
                  </a:extLst>
                </a:gridCol>
                <a:gridCol w="6890340">
                  <a:extLst>
                    <a:ext uri="{9D8B030D-6E8A-4147-A177-3AD203B41FA5}">
                      <a16:colId xmlns:a16="http://schemas.microsoft.com/office/drawing/2014/main" val="4127677356"/>
                    </a:ext>
                  </a:extLst>
                </a:gridCol>
              </a:tblGrid>
              <a:tr h="203200">
                <a:tc>
                  <a:txBody>
                    <a:bodyPr/>
                    <a:lstStyle/>
                    <a:p>
                      <a:r>
                        <a:rPr lang="en-US" sz="1100">
                          <a:solidFill>
                            <a:schemeClr val="bg1"/>
                          </a:solidFill>
                        </a:rPr>
                        <a:t> Role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Named resource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Description</a:t>
                      </a:r>
                      <a:endParaRPr lang="en-US" sz="1100">
                        <a:solidFill>
                          <a:schemeClr val="bg1"/>
                        </a:solidFill>
                        <a:latin typeface="Trebuchet MS" panose="020B0603020202020204" pitchFamily="34" charset="0"/>
                      </a:endParaRPr>
                    </a:p>
                  </a:txBody>
                  <a:tcPr marL="90535" marR="90535">
                    <a:solidFill>
                      <a:srgbClr val="FF66CC"/>
                    </a:solidFill>
                  </a:tcPr>
                </a:tc>
                <a:extLst>
                  <a:ext uri="{0D108BD9-81ED-4DB2-BD59-A6C34878D82A}">
                    <a16:rowId xmlns:a16="http://schemas.microsoft.com/office/drawing/2014/main" val="1676363498"/>
                  </a:ext>
                </a:extLst>
              </a:tr>
              <a:tr h="285629">
                <a:tc>
                  <a:txBody>
                    <a:bodyPr/>
                    <a:lstStyle/>
                    <a:p>
                      <a:pPr algn="l"/>
                      <a:r>
                        <a:rPr lang="en-GB" sz="1000" b="0" kern="100" err="1">
                          <a:solidFill>
                            <a:schemeClr val="tx1"/>
                          </a:solidFill>
                          <a:effectLst/>
                        </a:rPr>
                        <a:t>PolicyCenter</a:t>
                      </a:r>
                      <a:r>
                        <a:rPr lang="en-GB" sz="1000" b="0" kern="100">
                          <a:solidFill>
                            <a:schemeClr val="tx1"/>
                          </a:solidFill>
                          <a:effectLst/>
                        </a:rPr>
                        <a:t> Principal Architect </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dirty="0">
                          <a:solidFill>
                            <a:srgbClr val="000000"/>
                          </a:solidFill>
                          <a:effectLst/>
                        </a:rPr>
                        <a:t>TBD</a:t>
                      </a:r>
                      <a:endParaRPr lang="en-GB" sz="10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err="1">
                          <a:solidFill>
                            <a:srgbClr val="000000"/>
                          </a:solidFill>
                          <a:effectLst/>
                        </a:rPr>
                        <a:t>PolicyCenter</a:t>
                      </a:r>
                      <a:r>
                        <a:rPr lang="en-GB" sz="1000" kern="100">
                          <a:solidFill>
                            <a:srgbClr val="000000"/>
                          </a:solidFill>
                          <a:effectLst/>
                        </a:rPr>
                        <a:t> technical architect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1789946"/>
                  </a:ext>
                </a:extLst>
              </a:tr>
              <a:tr h="294289">
                <a:tc>
                  <a:txBody>
                    <a:bodyPr/>
                    <a:lstStyle/>
                    <a:p>
                      <a:pPr algn="l"/>
                      <a:r>
                        <a:rPr lang="en-GB" sz="1000" b="0" kern="100" err="1">
                          <a:solidFill>
                            <a:schemeClr val="tx1"/>
                          </a:solidFill>
                          <a:effectLst/>
                        </a:rPr>
                        <a:t>PolicyCenter</a:t>
                      </a:r>
                      <a:r>
                        <a:rPr lang="en-GB" sz="1000" b="0" kern="100">
                          <a:solidFill>
                            <a:schemeClr val="tx1"/>
                          </a:solidFill>
                          <a:effectLst/>
                        </a:rPr>
                        <a:t> Principal Business Analyst </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err="1">
                          <a:effectLst/>
                        </a:rPr>
                        <a:t>PolicyCenter</a:t>
                      </a:r>
                      <a:r>
                        <a:rPr lang="en-GB" sz="1000" kern="100">
                          <a:effectLst/>
                        </a:rPr>
                        <a:t> functional and product expert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79772831"/>
                  </a:ext>
                </a:extLst>
              </a:tr>
              <a:tr h="350823">
                <a:tc>
                  <a:txBody>
                    <a:bodyPr/>
                    <a:lstStyle/>
                    <a:p>
                      <a:pPr algn="l"/>
                      <a:r>
                        <a:rPr lang="en-GB" sz="1000" b="0" kern="100" err="1">
                          <a:solidFill>
                            <a:schemeClr val="tx1"/>
                          </a:solidFill>
                          <a:effectLst/>
                        </a:rPr>
                        <a:t>BillingCenter</a:t>
                      </a:r>
                      <a:r>
                        <a:rPr lang="en-GB" sz="1000" b="0" kern="100">
                          <a:solidFill>
                            <a:schemeClr val="tx1"/>
                          </a:solidFill>
                          <a:effectLst/>
                        </a:rPr>
                        <a:t> Principal Architect</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solidFill>
                            <a:srgbClr val="000000"/>
                          </a:solidFill>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err="1">
                          <a:solidFill>
                            <a:srgbClr val="000000"/>
                          </a:solidFill>
                          <a:effectLst/>
                        </a:rPr>
                        <a:t>BillingCenter</a:t>
                      </a:r>
                      <a:r>
                        <a:rPr lang="en-GB" sz="1000" kern="100">
                          <a:solidFill>
                            <a:srgbClr val="000000"/>
                          </a:solidFill>
                          <a:effectLst/>
                        </a:rPr>
                        <a:t> architect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5735936"/>
                  </a:ext>
                </a:extLst>
              </a:tr>
              <a:tr h="332350">
                <a:tc>
                  <a:txBody>
                    <a:bodyPr/>
                    <a:lstStyle/>
                    <a:p>
                      <a:pPr algn="l"/>
                      <a:r>
                        <a:rPr lang="en-GB" sz="1000" b="0" kern="100">
                          <a:solidFill>
                            <a:schemeClr val="tx1"/>
                          </a:solidFill>
                          <a:effectLst/>
                        </a:rPr>
                        <a:t>Integration Principal Architect</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a:effectLst/>
                        </a:rPr>
                        <a:t>Guidewire Integration architect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4614617"/>
                  </a:ext>
                </a:extLst>
              </a:tr>
              <a:tr h="334462">
                <a:tc>
                  <a:txBody>
                    <a:bodyPr/>
                    <a:lstStyle/>
                    <a:p>
                      <a:pPr algn="l"/>
                      <a:r>
                        <a:rPr lang="en-GB" sz="1000" b="0" kern="100">
                          <a:solidFill>
                            <a:schemeClr val="tx1"/>
                          </a:solidFill>
                          <a:effectLst/>
                        </a:rPr>
                        <a:t>London Market Specialist</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solidFill>
                            <a:srgbClr val="000000"/>
                          </a:solidFill>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a:solidFill>
                            <a:srgbClr val="000000"/>
                          </a:solidFill>
                          <a:effectLst/>
                        </a:rPr>
                        <a:t>Guidewire London Market and product architect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8720998"/>
                  </a:ext>
                </a:extLst>
              </a:tr>
              <a:tr h="357352">
                <a:tc>
                  <a:txBody>
                    <a:bodyPr/>
                    <a:lstStyle/>
                    <a:p>
                      <a:pPr algn="l"/>
                      <a:r>
                        <a:rPr lang="en-GB" sz="1000" b="0" kern="100">
                          <a:solidFill>
                            <a:schemeClr val="tx1"/>
                          </a:solidFill>
                          <a:effectLst/>
                        </a:rPr>
                        <a:t>Guidewire Delivery Management (non-billable part time role)</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a:effectLst/>
                        </a:rPr>
                        <a:t>Guidewire point of contact for the implementation and Guidewire assigned resourcing.</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9841583"/>
                  </a:ext>
                </a:extLst>
              </a:tr>
              <a:tr h="419363">
                <a:tc>
                  <a:txBody>
                    <a:bodyPr/>
                    <a:lstStyle/>
                    <a:p>
                      <a:pPr algn="l"/>
                      <a:r>
                        <a:rPr lang="en-GB" sz="1000" b="0" kern="100">
                          <a:solidFill>
                            <a:schemeClr val="tx1"/>
                          </a:solidFill>
                          <a:effectLst/>
                        </a:rPr>
                        <a:t>Guidewire Product (non-billable part time role)</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solidFill>
                            <a:srgbClr val="000000"/>
                          </a:solidFill>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a:solidFill>
                            <a:srgbClr val="000000"/>
                          </a:solidFill>
                          <a:effectLst/>
                        </a:rPr>
                        <a:t>Guidewire London Market expert and point of liaison with Guidewire product team. Needs to understand the business needs so that any future Guidewire product related enhancements can be planned.</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25436364"/>
                  </a:ext>
                </a:extLst>
              </a:tr>
              <a:tr h="368913">
                <a:tc>
                  <a:txBody>
                    <a:bodyPr/>
                    <a:lstStyle/>
                    <a:p>
                      <a:pPr algn="l"/>
                      <a:r>
                        <a:rPr lang="en-GB" sz="1000" b="0" kern="100">
                          <a:solidFill>
                            <a:schemeClr val="tx1"/>
                          </a:solidFill>
                          <a:effectLst/>
                        </a:rPr>
                        <a:t>Guidewire Product (non-billable part time role)</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dirty="0">
                          <a:effectLst/>
                        </a:rPr>
                        <a:t>Guidewire London Market expert and point of liaison with Guidewire product team. Needs to understand the business needs so that any future Guidewire product related enhancements can be planned.</a:t>
                      </a:r>
                      <a:endParaRPr lang="en-GB"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09540568"/>
                  </a:ext>
                </a:extLst>
              </a:tr>
            </a:tbl>
          </a:graphicData>
        </a:graphic>
      </p:graphicFrame>
    </p:spTree>
    <p:extLst>
      <p:ext uri="{BB962C8B-B14F-4D97-AF65-F5344CB8AC3E}">
        <p14:creationId xmlns:p14="http://schemas.microsoft.com/office/powerpoint/2010/main" val="2251188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governance</a:t>
            </a:r>
          </a:p>
        </p:txBody>
      </p:sp>
      <p:sp>
        <p:nvSpPr>
          <p:cNvPr id="4" name="Subtitle 2">
            <a:extLst>
              <a:ext uri="{FF2B5EF4-FFF2-40B4-BE49-F238E27FC236}">
                <a16:creationId xmlns:a16="http://schemas.microsoft.com/office/drawing/2014/main" id="{3DCDFED0-9748-9D61-3749-8591A927E6B8}"/>
              </a:ext>
            </a:extLst>
          </p:cNvPr>
          <p:cNvSpPr txBox="1">
            <a:spLocks/>
          </p:cNvSpPr>
          <p:nvPr/>
        </p:nvSpPr>
        <p:spPr>
          <a:xfrm>
            <a:off x="184150" y="606675"/>
            <a:ext cx="10701564" cy="797582"/>
          </a:xfrm>
          <a:prstGeom prst="rect">
            <a:avLst/>
          </a:prstGeom>
        </p:spPr>
        <p:txBody>
          <a:bodyPr>
            <a:normAutofit lnSpcReduction="10000"/>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The overall success of this engagement will be based on close collaboration between all parties, transparency and fact-based decision making. We will also use this Governance process to keep us all collectively honest and true to the Programme objectives.</a:t>
            </a:r>
          </a:p>
        </p:txBody>
      </p:sp>
      <p:grpSp>
        <p:nvGrpSpPr>
          <p:cNvPr id="31" name="Group 30">
            <a:extLst>
              <a:ext uri="{FF2B5EF4-FFF2-40B4-BE49-F238E27FC236}">
                <a16:creationId xmlns:a16="http://schemas.microsoft.com/office/drawing/2014/main" id="{9BF4C074-83A0-097F-B8EF-D5A120C83C0D}"/>
              </a:ext>
            </a:extLst>
          </p:cNvPr>
          <p:cNvGrpSpPr/>
          <p:nvPr/>
        </p:nvGrpSpPr>
        <p:grpSpPr>
          <a:xfrm>
            <a:off x="2267712" y="1904744"/>
            <a:ext cx="1087965" cy="4267200"/>
            <a:chOff x="1036718" y="1208506"/>
            <a:chExt cx="1451331" cy="4267200"/>
          </a:xfrm>
        </p:grpSpPr>
        <p:cxnSp>
          <p:nvCxnSpPr>
            <p:cNvPr id="64" name="Straight Connector 63">
              <a:extLst>
                <a:ext uri="{FF2B5EF4-FFF2-40B4-BE49-F238E27FC236}">
                  <a16:creationId xmlns:a16="http://schemas.microsoft.com/office/drawing/2014/main" id="{5CBE8865-9867-CD62-F954-F2A7ABDEC5F8}"/>
                </a:ext>
              </a:extLst>
            </p:cNvPr>
            <p:cNvCxnSpPr>
              <a:cxnSpLocks/>
            </p:cNvCxnSpPr>
            <p:nvPr/>
          </p:nvCxnSpPr>
          <p:spPr>
            <a:xfrm>
              <a:off x="1706679" y="1208506"/>
              <a:ext cx="0" cy="4267200"/>
            </a:xfrm>
            <a:prstGeom prst="line">
              <a:avLst/>
            </a:prstGeom>
            <a:ln>
              <a:solidFill>
                <a:schemeClr val="accent1"/>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5" name="Rectangle à coins arrondis 147">
              <a:extLst>
                <a:ext uri="{FF2B5EF4-FFF2-40B4-BE49-F238E27FC236}">
                  <a16:creationId xmlns:a16="http://schemas.microsoft.com/office/drawing/2014/main" id="{489EA980-524E-04BD-60C5-F2ECDCB77B22}"/>
                </a:ext>
              </a:extLst>
            </p:cNvPr>
            <p:cNvSpPr/>
            <p:nvPr/>
          </p:nvSpPr>
          <p:spPr>
            <a:xfrm>
              <a:off x="1199355" y="4989223"/>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Daily</a:t>
              </a:r>
            </a:p>
          </p:txBody>
        </p:sp>
        <p:sp>
          <p:nvSpPr>
            <p:cNvPr id="66" name="Rectangle à coins arrondis 147">
              <a:extLst>
                <a:ext uri="{FF2B5EF4-FFF2-40B4-BE49-F238E27FC236}">
                  <a16:creationId xmlns:a16="http://schemas.microsoft.com/office/drawing/2014/main" id="{C51E25C6-5C5A-B185-4A54-21394942F53F}"/>
                </a:ext>
              </a:extLst>
            </p:cNvPr>
            <p:cNvSpPr/>
            <p:nvPr/>
          </p:nvSpPr>
          <p:spPr>
            <a:xfrm>
              <a:off x="1036718" y="4216251"/>
              <a:ext cx="1353866"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sp>
          <p:nvSpPr>
            <p:cNvPr id="67" name="Rectangle à coins arrondis 147">
              <a:extLst>
                <a:ext uri="{FF2B5EF4-FFF2-40B4-BE49-F238E27FC236}">
                  <a16:creationId xmlns:a16="http://schemas.microsoft.com/office/drawing/2014/main" id="{5141090A-F480-EF7C-AB71-F388F98EA23E}"/>
                </a:ext>
              </a:extLst>
            </p:cNvPr>
            <p:cNvSpPr/>
            <p:nvPr/>
          </p:nvSpPr>
          <p:spPr>
            <a:xfrm>
              <a:off x="1136711" y="1664525"/>
              <a:ext cx="1351338"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err="1">
                  <a:solidFill>
                    <a:srgbClr val="00264A"/>
                  </a:solidFill>
                  <a:latin typeface="Calibri" panose="020F0502020204030204" pitchFamily="34" charset="0"/>
                  <a:cs typeface="Calibri" panose="020F0502020204030204" pitchFamily="34" charset="0"/>
                </a:rPr>
                <a:t>Monthly</a:t>
              </a:r>
              <a:r>
                <a:rPr lang="fr-FR" sz="1200" b="1" kern="0">
                  <a:solidFill>
                    <a:srgbClr val="00264A"/>
                  </a:solidFill>
                  <a:latin typeface="Calibri" panose="020F0502020204030204" pitchFamily="34" charset="0"/>
                  <a:cs typeface="Calibri" panose="020F0502020204030204" pitchFamily="34" charset="0"/>
                </a:rPr>
                <a:t>/</a:t>
              </a:r>
              <a:r>
                <a:rPr lang="fr-FR" sz="1200" b="1" kern="0" err="1">
                  <a:solidFill>
                    <a:srgbClr val="00264A"/>
                  </a:solidFill>
                  <a:latin typeface="Calibri" panose="020F0502020204030204" pitchFamily="34" charset="0"/>
                  <a:cs typeface="Calibri" panose="020F0502020204030204" pitchFamily="34" charset="0"/>
                </a:rPr>
                <a:t>Quarterly</a:t>
              </a:r>
              <a:endParaRPr lang="fr-FR" sz="1200" b="1" kern="0">
                <a:solidFill>
                  <a:srgbClr val="00264A"/>
                </a:solidFill>
                <a:latin typeface="Calibri" panose="020F0502020204030204" pitchFamily="34" charset="0"/>
                <a:cs typeface="Calibri" panose="020F0502020204030204" pitchFamily="34" charset="0"/>
              </a:endParaRPr>
            </a:p>
          </p:txBody>
        </p:sp>
        <p:sp>
          <p:nvSpPr>
            <p:cNvPr id="68" name="Rectangle à coins arrondis 147">
              <a:extLst>
                <a:ext uri="{FF2B5EF4-FFF2-40B4-BE49-F238E27FC236}">
                  <a16:creationId xmlns:a16="http://schemas.microsoft.com/office/drawing/2014/main" id="{BE662BE7-CF85-18C7-7AE6-6DE25EFEF5C7}"/>
                </a:ext>
              </a:extLst>
            </p:cNvPr>
            <p:cNvSpPr/>
            <p:nvPr/>
          </p:nvSpPr>
          <p:spPr>
            <a:xfrm>
              <a:off x="1167339" y="2835970"/>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grpSp>
      <p:sp>
        <p:nvSpPr>
          <p:cNvPr id="5" name="Trapèze 42">
            <a:extLst>
              <a:ext uri="{FF2B5EF4-FFF2-40B4-BE49-F238E27FC236}">
                <a16:creationId xmlns:a16="http://schemas.microsoft.com/office/drawing/2014/main" id="{AC7B2EB2-2211-2FD0-16CC-072B7D154625}"/>
              </a:ext>
            </a:extLst>
          </p:cNvPr>
          <p:cNvSpPr/>
          <p:nvPr/>
        </p:nvSpPr>
        <p:spPr>
          <a:xfrm>
            <a:off x="3033400" y="1821843"/>
            <a:ext cx="5785073" cy="3755528"/>
          </a:xfrm>
          <a:prstGeom prst="trapezoid">
            <a:avLst>
              <a:gd name="adj" fmla="val 80296"/>
            </a:avLst>
          </a:prstGeom>
          <a:solidFill>
            <a:srgbClr val="FF33CC"/>
          </a:solidFill>
          <a:ln w="25400" cap="flat" cmpd="sng" algn="ctr">
            <a:solidFill>
              <a:sysClr val="window" lastClr="FFFFFF"/>
            </a:solidFill>
            <a:prstDash val="solid"/>
          </a:ln>
          <a:effectLst>
            <a:outerShdw blurRad="40000" dist="20000" dir="5400000" rotWithShape="0">
              <a:srgbClr val="000000">
                <a:alpha val="38000"/>
              </a:srgbClr>
            </a:outerShdw>
          </a:effectLst>
        </p:spPr>
      </p:sp>
      <p:sp>
        <p:nvSpPr>
          <p:cNvPr id="6" name="Rectangle à coins arrondis 44">
            <a:extLst>
              <a:ext uri="{FF2B5EF4-FFF2-40B4-BE49-F238E27FC236}">
                <a16:creationId xmlns:a16="http://schemas.microsoft.com/office/drawing/2014/main" id="{BCD3ECD2-8C2E-B16C-F5FD-2CCB12EAA2D1}"/>
              </a:ext>
            </a:extLst>
          </p:cNvPr>
          <p:cNvSpPr/>
          <p:nvPr/>
        </p:nvSpPr>
        <p:spPr>
          <a:xfrm>
            <a:off x="5431363" y="2630942"/>
            <a:ext cx="995333" cy="279052"/>
          </a:xfrm>
          <a:prstGeom prst="roundRect">
            <a:avLst>
              <a:gd name="adj" fmla="val 16667"/>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Sponsor </a:t>
            </a:r>
            <a:r>
              <a:rPr lang="fr-FR" sz="800" kern="0" err="1">
                <a:solidFill>
                  <a:prstClr val="white"/>
                </a:solidFill>
                <a:latin typeface="Calibri" panose="020F0502020204030204" pitchFamily="34" charset="0"/>
                <a:cs typeface="Calibri" panose="020F0502020204030204" pitchFamily="34" charset="0"/>
              </a:rPr>
              <a:t>Review</a:t>
            </a:r>
            <a:endParaRPr lang="fr-FR" sz="800" kern="0">
              <a:solidFill>
                <a:prstClr val="white"/>
              </a:solidFill>
              <a:latin typeface="Calibri" panose="020F0502020204030204" pitchFamily="34" charset="0"/>
              <a:cs typeface="Calibri" panose="020F0502020204030204" pitchFamily="34" charset="0"/>
            </a:endParaRPr>
          </a:p>
        </p:txBody>
      </p:sp>
      <p:cxnSp>
        <p:nvCxnSpPr>
          <p:cNvPr id="7" name="Connecteur droit 46">
            <a:extLst>
              <a:ext uri="{FF2B5EF4-FFF2-40B4-BE49-F238E27FC236}">
                <a16:creationId xmlns:a16="http://schemas.microsoft.com/office/drawing/2014/main" id="{F54A4E13-17C9-6659-9FA7-9105C57A35F1}"/>
              </a:ext>
            </a:extLst>
          </p:cNvPr>
          <p:cNvCxnSpPr>
            <a:cxnSpLocks/>
          </p:cNvCxnSpPr>
          <p:nvPr/>
        </p:nvCxnSpPr>
        <p:spPr>
          <a:xfrm>
            <a:off x="3806182" y="4651728"/>
            <a:ext cx="4278324" cy="0"/>
          </a:xfrm>
          <a:prstGeom prst="line">
            <a:avLst/>
          </a:prstGeom>
          <a:noFill/>
          <a:ln w="25400" cap="flat" cmpd="sng" algn="ctr">
            <a:solidFill>
              <a:sysClr val="window" lastClr="FFFFFF"/>
            </a:solidFill>
            <a:prstDash val="solid"/>
          </a:ln>
          <a:effectLst/>
        </p:spPr>
      </p:cxnSp>
      <p:sp>
        <p:nvSpPr>
          <p:cNvPr id="8" name="Rectangle à coins arrondis 136">
            <a:extLst>
              <a:ext uri="{FF2B5EF4-FFF2-40B4-BE49-F238E27FC236}">
                <a16:creationId xmlns:a16="http://schemas.microsoft.com/office/drawing/2014/main" id="{40588A26-1292-75E2-932D-729CAD6A6B77}"/>
              </a:ext>
            </a:extLst>
          </p:cNvPr>
          <p:cNvSpPr/>
          <p:nvPr/>
        </p:nvSpPr>
        <p:spPr>
          <a:xfrm>
            <a:off x="5339239" y="3062476"/>
            <a:ext cx="1184969" cy="339031"/>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Change Control </a:t>
            </a:r>
            <a:r>
              <a:rPr lang="fr-FR" sz="800" kern="0" err="1">
                <a:solidFill>
                  <a:prstClr val="white"/>
                </a:solidFill>
                <a:latin typeface="Calibri" panose="020F0502020204030204" pitchFamily="34" charset="0"/>
                <a:cs typeface="Calibri" panose="020F0502020204030204" pitchFamily="34" charset="0"/>
              </a:rPr>
              <a:t>Board</a:t>
            </a:r>
            <a:endParaRPr lang="fr-FR" sz="800" kern="0">
              <a:solidFill>
                <a:prstClr val="white"/>
              </a:solidFill>
              <a:latin typeface="Calibri" panose="020F0502020204030204" pitchFamily="34" charset="0"/>
              <a:cs typeface="Calibri" panose="020F0502020204030204" pitchFamily="34" charset="0"/>
            </a:endParaRPr>
          </a:p>
        </p:txBody>
      </p:sp>
      <p:sp>
        <p:nvSpPr>
          <p:cNvPr id="9" name="Rectangle à coins arrondis 93">
            <a:extLst>
              <a:ext uri="{FF2B5EF4-FFF2-40B4-BE49-F238E27FC236}">
                <a16:creationId xmlns:a16="http://schemas.microsoft.com/office/drawing/2014/main" id="{09891D90-93D5-D31D-AED6-36E11D9E9FA9}"/>
              </a:ext>
            </a:extLst>
          </p:cNvPr>
          <p:cNvSpPr/>
          <p:nvPr/>
        </p:nvSpPr>
        <p:spPr>
          <a:xfrm>
            <a:off x="3559289" y="5011857"/>
            <a:ext cx="1470366" cy="34372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Dependency</a:t>
            </a:r>
            <a:r>
              <a:rPr lang="fr-FR" sz="800" kern="0">
                <a:solidFill>
                  <a:prstClr val="white"/>
                </a:solidFill>
                <a:latin typeface="Calibri" panose="020F0502020204030204" pitchFamily="34" charset="0"/>
                <a:cs typeface="Calibri" panose="020F0502020204030204" pitchFamily="34" charset="0"/>
              </a:rPr>
              <a:t> </a:t>
            </a:r>
            <a:r>
              <a:rPr lang="fr-FR" sz="800" kern="0" err="1">
                <a:solidFill>
                  <a:prstClr val="white"/>
                </a:solidFill>
                <a:latin typeface="Calibri" panose="020F0502020204030204" pitchFamily="34" charset="0"/>
                <a:cs typeface="Calibri" panose="020F0502020204030204" pitchFamily="34" charset="0"/>
              </a:rPr>
              <a:t>Review</a:t>
            </a:r>
            <a:r>
              <a:rPr lang="fr-FR" sz="800" kern="0">
                <a:solidFill>
                  <a:prstClr val="white"/>
                </a:solidFill>
                <a:latin typeface="Calibri" panose="020F0502020204030204" pitchFamily="34" charset="0"/>
                <a:cs typeface="Calibri" panose="020F0502020204030204" pitchFamily="34" charset="0"/>
              </a:rPr>
              <a:t> Forum</a:t>
            </a:r>
          </a:p>
        </p:txBody>
      </p:sp>
      <p:cxnSp>
        <p:nvCxnSpPr>
          <p:cNvPr id="10" name="Connecteur droit 46">
            <a:extLst>
              <a:ext uri="{FF2B5EF4-FFF2-40B4-BE49-F238E27FC236}">
                <a16:creationId xmlns:a16="http://schemas.microsoft.com/office/drawing/2014/main" id="{0B3CA05F-DABA-A334-4AAD-5D548C91D99E}"/>
              </a:ext>
            </a:extLst>
          </p:cNvPr>
          <p:cNvCxnSpPr>
            <a:cxnSpLocks/>
          </p:cNvCxnSpPr>
          <p:nvPr/>
        </p:nvCxnSpPr>
        <p:spPr>
          <a:xfrm>
            <a:off x="4985961" y="2985084"/>
            <a:ext cx="1851568" cy="0"/>
          </a:xfrm>
          <a:prstGeom prst="line">
            <a:avLst/>
          </a:prstGeom>
          <a:noFill/>
          <a:ln w="25400" cap="flat" cmpd="sng" algn="ctr">
            <a:solidFill>
              <a:sysClr val="window" lastClr="FFFFFF"/>
            </a:solidFill>
            <a:prstDash val="solid"/>
          </a:ln>
          <a:effectLst/>
        </p:spPr>
      </p:cxnSp>
      <p:cxnSp>
        <p:nvCxnSpPr>
          <p:cNvPr id="11" name="Connecteur droit 46">
            <a:extLst>
              <a:ext uri="{FF2B5EF4-FFF2-40B4-BE49-F238E27FC236}">
                <a16:creationId xmlns:a16="http://schemas.microsoft.com/office/drawing/2014/main" id="{C637C575-84C4-6E7E-27B9-5E660D69088E}"/>
              </a:ext>
            </a:extLst>
          </p:cNvPr>
          <p:cNvCxnSpPr>
            <a:cxnSpLocks/>
          </p:cNvCxnSpPr>
          <p:nvPr/>
        </p:nvCxnSpPr>
        <p:spPr>
          <a:xfrm>
            <a:off x="3856417" y="2985084"/>
            <a:ext cx="868657" cy="0"/>
          </a:xfrm>
          <a:prstGeom prst="line">
            <a:avLst/>
          </a:prstGeom>
          <a:noFill/>
          <a:ln w="9525" cap="flat" cmpd="sng" algn="ctr">
            <a:solidFill>
              <a:srgbClr val="9F958F">
                <a:lumMod val="75000"/>
              </a:srgbClr>
            </a:solidFill>
            <a:prstDash val="sysDash"/>
          </a:ln>
          <a:effectLst/>
        </p:spPr>
      </p:cxnSp>
      <p:cxnSp>
        <p:nvCxnSpPr>
          <p:cNvPr id="12" name="Connecteur droit 46">
            <a:extLst>
              <a:ext uri="{FF2B5EF4-FFF2-40B4-BE49-F238E27FC236}">
                <a16:creationId xmlns:a16="http://schemas.microsoft.com/office/drawing/2014/main" id="{492FFC53-DEBC-AAB6-C4BF-C1D47F687D30}"/>
              </a:ext>
            </a:extLst>
          </p:cNvPr>
          <p:cNvCxnSpPr>
            <a:cxnSpLocks/>
          </p:cNvCxnSpPr>
          <p:nvPr/>
        </p:nvCxnSpPr>
        <p:spPr>
          <a:xfrm>
            <a:off x="6821117" y="2985084"/>
            <a:ext cx="1406250" cy="0"/>
          </a:xfrm>
          <a:prstGeom prst="line">
            <a:avLst/>
          </a:prstGeom>
          <a:noFill/>
          <a:ln w="9525" cap="flat" cmpd="sng" algn="ctr">
            <a:solidFill>
              <a:srgbClr val="9F958F">
                <a:lumMod val="75000"/>
              </a:srgbClr>
            </a:solidFill>
            <a:prstDash val="sysDash"/>
          </a:ln>
          <a:effectLst/>
        </p:spPr>
      </p:cxnSp>
      <p:cxnSp>
        <p:nvCxnSpPr>
          <p:cNvPr id="13" name="Connecteur droit 46">
            <a:extLst>
              <a:ext uri="{FF2B5EF4-FFF2-40B4-BE49-F238E27FC236}">
                <a16:creationId xmlns:a16="http://schemas.microsoft.com/office/drawing/2014/main" id="{55585004-C969-B46F-5274-12CF6020F2B2}"/>
              </a:ext>
            </a:extLst>
          </p:cNvPr>
          <p:cNvCxnSpPr>
            <a:cxnSpLocks/>
          </p:cNvCxnSpPr>
          <p:nvPr/>
        </p:nvCxnSpPr>
        <p:spPr>
          <a:xfrm>
            <a:off x="8103125" y="4645471"/>
            <a:ext cx="783228" cy="0"/>
          </a:xfrm>
          <a:prstGeom prst="line">
            <a:avLst/>
          </a:prstGeom>
          <a:noFill/>
          <a:ln w="9525" cap="flat" cmpd="sng" algn="ctr">
            <a:solidFill>
              <a:srgbClr val="9F958F">
                <a:lumMod val="75000"/>
              </a:srgbClr>
            </a:solidFill>
            <a:prstDash val="sysDash"/>
          </a:ln>
          <a:effectLst/>
        </p:spPr>
      </p:cxnSp>
      <p:sp>
        <p:nvSpPr>
          <p:cNvPr id="14" name="Rectangle à coins arrondis 136">
            <a:extLst>
              <a:ext uri="{FF2B5EF4-FFF2-40B4-BE49-F238E27FC236}">
                <a16:creationId xmlns:a16="http://schemas.microsoft.com/office/drawing/2014/main" id="{2D098589-0D81-6D04-CCCD-01CEC592A327}"/>
              </a:ext>
            </a:extLst>
          </p:cNvPr>
          <p:cNvSpPr/>
          <p:nvPr/>
        </p:nvSpPr>
        <p:spPr>
          <a:xfrm>
            <a:off x="4267585" y="4158537"/>
            <a:ext cx="1565531" cy="33252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err="1">
                <a:solidFill>
                  <a:prstClr val="white"/>
                </a:solidFill>
                <a:latin typeface="Calibri" panose="020F0502020204030204" pitchFamily="34" charset="0"/>
                <a:cs typeface="Calibri" panose="020F0502020204030204" pitchFamily="34" charset="0"/>
              </a:rPr>
              <a:t>Technical</a:t>
            </a:r>
            <a:r>
              <a:rPr lang="fr-FR" sz="800" kern="0">
                <a:solidFill>
                  <a:prstClr val="white"/>
                </a:solidFill>
                <a:latin typeface="Calibri" panose="020F0502020204030204" pitchFamily="34" charset="0"/>
                <a:cs typeface="Calibri" panose="020F0502020204030204" pitchFamily="34" charset="0"/>
              </a:rPr>
              <a:t> Design </a:t>
            </a:r>
            <a:r>
              <a:rPr lang="fr-FR" sz="800" kern="0" err="1">
                <a:solidFill>
                  <a:prstClr val="white"/>
                </a:solidFill>
                <a:latin typeface="Calibri" panose="020F0502020204030204" pitchFamily="34" charset="0"/>
                <a:cs typeface="Calibri" panose="020F0502020204030204" pitchFamily="34" charset="0"/>
              </a:rPr>
              <a:t>Authority</a:t>
            </a:r>
            <a:endParaRPr lang="fr-FR" sz="800" kern="0">
              <a:solidFill>
                <a:prstClr val="white"/>
              </a:solidFill>
              <a:latin typeface="Calibri" panose="020F0502020204030204" pitchFamily="34" charset="0"/>
              <a:cs typeface="Calibri" panose="020F0502020204030204" pitchFamily="34" charset="0"/>
            </a:endParaRPr>
          </a:p>
        </p:txBody>
      </p:sp>
      <p:sp>
        <p:nvSpPr>
          <p:cNvPr id="15" name="Rectangle à coins arrondis 136">
            <a:extLst>
              <a:ext uri="{FF2B5EF4-FFF2-40B4-BE49-F238E27FC236}">
                <a16:creationId xmlns:a16="http://schemas.microsoft.com/office/drawing/2014/main" id="{63CAC485-2128-A839-BB8D-A694C5A783E1}"/>
              </a:ext>
            </a:extLst>
          </p:cNvPr>
          <p:cNvSpPr/>
          <p:nvPr/>
        </p:nvSpPr>
        <p:spPr>
          <a:xfrm>
            <a:off x="6013199" y="4141746"/>
            <a:ext cx="1408312" cy="35815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7975"/>
            <a:r>
              <a:rPr lang="en-US" sz="800" kern="0">
                <a:solidFill>
                  <a:prstClr val="white"/>
                </a:solidFill>
                <a:latin typeface="Calibri" panose="020F0502020204030204" pitchFamily="34" charset="0"/>
                <a:cs typeface="Calibri" panose="020F0502020204030204" pitchFamily="34" charset="0"/>
              </a:rPr>
              <a:t>Business Design Authority</a:t>
            </a:r>
          </a:p>
        </p:txBody>
      </p:sp>
      <p:sp>
        <p:nvSpPr>
          <p:cNvPr id="16" name="Rectangle à coins arrondis 93">
            <a:extLst>
              <a:ext uri="{FF2B5EF4-FFF2-40B4-BE49-F238E27FC236}">
                <a16:creationId xmlns:a16="http://schemas.microsoft.com/office/drawing/2014/main" id="{C4A40917-4AAB-1E46-69C0-002C65571A8D}"/>
              </a:ext>
            </a:extLst>
          </p:cNvPr>
          <p:cNvSpPr/>
          <p:nvPr/>
        </p:nvSpPr>
        <p:spPr>
          <a:xfrm>
            <a:off x="5222153" y="5144906"/>
            <a:ext cx="1470366" cy="342796"/>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dirty="0">
                <a:solidFill>
                  <a:prstClr val="white"/>
                </a:solidFill>
                <a:latin typeface="Calibri" panose="020F0502020204030204" pitchFamily="34" charset="0"/>
                <a:cs typeface="Calibri" panose="020F0502020204030204" pitchFamily="34" charset="0"/>
              </a:rPr>
              <a:t>RAID </a:t>
            </a:r>
            <a:r>
              <a:rPr lang="fr-FR" sz="800" kern="0" dirty="0" err="1">
                <a:solidFill>
                  <a:prstClr val="white"/>
                </a:solidFill>
                <a:latin typeface="Calibri" panose="020F0502020204030204" pitchFamily="34" charset="0"/>
                <a:cs typeface="Calibri" panose="020F0502020204030204" pitchFamily="34" charset="0"/>
              </a:rPr>
              <a:t>Review</a:t>
            </a:r>
            <a:endParaRPr lang="fr-FR" sz="800" kern="0" dirty="0">
              <a:solidFill>
                <a:prstClr val="white"/>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E0208C0B-F5AE-BCB8-9564-94CF909EED8E}"/>
              </a:ext>
            </a:extLst>
          </p:cNvPr>
          <p:cNvSpPr/>
          <p:nvPr/>
        </p:nvSpPr>
        <p:spPr>
          <a:xfrm>
            <a:off x="3033400" y="5629404"/>
            <a:ext cx="5763471" cy="621921"/>
          </a:xfrm>
          <a:prstGeom prst="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endParaRPr lang="en-US" sz="900" kern="0">
              <a:solidFill>
                <a:prstClr val="white"/>
              </a:solidFill>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6D01198E-B478-05A3-EF58-AD2CF3A0DEEB}"/>
              </a:ext>
            </a:extLst>
          </p:cNvPr>
          <p:cNvSpPr/>
          <p:nvPr/>
        </p:nvSpPr>
        <p:spPr>
          <a:xfrm>
            <a:off x="3720795" y="5708089"/>
            <a:ext cx="4613322" cy="4535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rgbClr val="002060"/>
                </a:solidFill>
                <a:latin typeface="Calibri"/>
                <a:ea typeface="Calibri"/>
                <a:cs typeface="Calibri"/>
              </a:rPr>
              <a:t>Agile – Daily Stand-up / Scrum of Scrums</a:t>
            </a:r>
            <a:endParaRPr lang="en-US" sz="1100" b="1">
              <a:solidFill>
                <a:srgbClr val="002060"/>
              </a:solidFill>
              <a:latin typeface="Calibri" panose="020F0502020204030204" pitchFamily="34" charset="0"/>
              <a:ea typeface="Calibri"/>
              <a:cs typeface="Calibri" panose="020F0502020204030204" pitchFamily="34" charset="0"/>
            </a:endParaRPr>
          </a:p>
        </p:txBody>
      </p:sp>
      <p:sp>
        <p:nvSpPr>
          <p:cNvPr id="19" name="Rectangle à coins arrondis 93">
            <a:extLst>
              <a:ext uri="{FF2B5EF4-FFF2-40B4-BE49-F238E27FC236}">
                <a16:creationId xmlns:a16="http://schemas.microsoft.com/office/drawing/2014/main" id="{74BF8699-E291-2FF4-1A6D-81713EB8426F}"/>
              </a:ext>
            </a:extLst>
          </p:cNvPr>
          <p:cNvSpPr/>
          <p:nvPr/>
        </p:nvSpPr>
        <p:spPr>
          <a:xfrm>
            <a:off x="6821117" y="4960461"/>
            <a:ext cx="1470366" cy="3419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GPAS Programme Management Update</a:t>
            </a:r>
          </a:p>
        </p:txBody>
      </p:sp>
      <p:grpSp>
        <p:nvGrpSpPr>
          <p:cNvPr id="20" name="Group 5">
            <a:extLst>
              <a:ext uri="{FF2B5EF4-FFF2-40B4-BE49-F238E27FC236}">
                <a16:creationId xmlns:a16="http://schemas.microsoft.com/office/drawing/2014/main" id="{B14E38CE-DA1A-05AA-F9E2-D0FEAF3F3FC2}"/>
              </a:ext>
            </a:extLst>
          </p:cNvPr>
          <p:cNvGrpSpPr/>
          <p:nvPr/>
        </p:nvGrpSpPr>
        <p:grpSpPr>
          <a:xfrm rot="6258226">
            <a:off x="5971160" y="2318197"/>
            <a:ext cx="1238607" cy="1529637"/>
            <a:chOff x="6925634" y="2869448"/>
            <a:chExt cx="1645414" cy="1820955"/>
          </a:xfrm>
        </p:grpSpPr>
        <p:sp>
          <p:nvSpPr>
            <p:cNvPr id="21" name="Circular Arrow 53">
              <a:extLst>
                <a:ext uri="{FF2B5EF4-FFF2-40B4-BE49-F238E27FC236}">
                  <a16:creationId xmlns:a16="http://schemas.microsoft.com/office/drawing/2014/main" id="{734880CA-8391-26A1-6DB0-A83C9DDCD6C4}"/>
                </a:ext>
              </a:extLst>
            </p:cNvPr>
            <p:cNvSpPr/>
            <p:nvPr/>
          </p:nvSpPr>
          <p:spPr>
            <a:xfrm rot="16679164">
              <a:off x="6855471" y="2974827"/>
              <a:ext cx="1820955" cy="16101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rtlCol="0" anchor="ctr"/>
            <a:lstStyle/>
            <a:p>
              <a:pPr algn="ctr" defTabSz="718209">
                <a:defRPr/>
              </a:pPr>
              <a:endParaRPr lang="en-US" sz="800" kern="0">
                <a:solidFill>
                  <a:srgbClr val="998C85">
                    <a:lumMod val="50000"/>
                  </a:srgbClr>
                </a:solidFill>
                <a:latin typeface="Calibri" panose="020F0502020204030204" pitchFamily="34" charset="0"/>
                <a:cs typeface="Calibri" panose="020F0502020204030204" pitchFamily="34" charset="0"/>
              </a:endParaRPr>
            </a:p>
          </p:txBody>
        </p:sp>
        <p:sp>
          <p:nvSpPr>
            <p:cNvPr id="22" name="TextBox 54">
              <a:extLst>
                <a:ext uri="{FF2B5EF4-FFF2-40B4-BE49-F238E27FC236}">
                  <a16:creationId xmlns:a16="http://schemas.microsoft.com/office/drawing/2014/main" id="{32F33D33-3B71-D6F2-87FF-38BCD08830B6}"/>
                </a:ext>
              </a:extLst>
            </p:cNvPr>
            <p:cNvSpPr txBox="1"/>
            <p:nvPr/>
          </p:nvSpPr>
          <p:spPr>
            <a:xfrm rot="18717366">
              <a:off x="6699396" y="3223492"/>
              <a:ext cx="756256" cy="303780"/>
            </a:xfrm>
            <a:prstGeom prst="rect">
              <a:avLst/>
            </a:prstGeom>
            <a:noFill/>
          </p:spPr>
          <p:txBody>
            <a:bodyPr wrap="none"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grpSp>
      <p:sp>
        <p:nvSpPr>
          <p:cNvPr id="23" name="Circular Arrow 53">
            <a:extLst>
              <a:ext uri="{FF2B5EF4-FFF2-40B4-BE49-F238E27FC236}">
                <a16:creationId xmlns:a16="http://schemas.microsoft.com/office/drawing/2014/main" id="{2F9ECD8C-EBC2-82B4-F88C-27771F3B4E39}"/>
              </a:ext>
            </a:extLst>
          </p:cNvPr>
          <p:cNvSpPr/>
          <p:nvPr/>
        </p:nvSpPr>
        <p:spPr>
          <a:xfrm rot="1275405">
            <a:off x="7104819" y="4224623"/>
            <a:ext cx="1529638" cy="12120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sp>
        <p:nvSpPr>
          <p:cNvPr id="24" name="TextBox 54">
            <a:extLst>
              <a:ext uri="{FF2B5EF4-FFF2-40B4-BE49-F238E27FC236}">
                <a16:creationId xmlns:a16="http://schemas.microsoft.com/office/drawing/2014/main" id="{E6751B55-0BCE-41F2-0052-4EA9918D9EF0}"/>
              </a:ext>
            </a:extLst>
          </p:cNvPr>
          <p:cNvSpPr txBox="1"/>
          <p:nvPr/>
        </p:nvSpPr>
        <p:spPr>
          <a:xfrm rot="3350294">
            <a:off x="8008014" y="4251885"/>
            <a:ext cx="615260"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sp>
        <p:nvSpPr>
          <p:cNvPr id="25" name="Circular Arrow 1">
            <a:extLst>
              <a:ext uri="{FF2B5EF4-FFF2-40B4-BE49-F238E27FC236}">
                <a16:creationId xmlns:a16="http://schemas.microsoft.com/office/drawing/2014/main" id="{8BD94D11-69C7-92DF-E698-C65C65FD8706}"/>
              </a:ext>
            </a:extLst>
          </p:cNvPr>
          <p:cNvSpPr/>
          <p:nvPr/>
        </p:nvSpPr>
        <p:spPr>
          <a:xfrm rot="16786009">
            <a:off x="4394751" y="2619743"/>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800" kern="0">
              <a:solidFill>
                <a:srgbClr val="998C85">
                  <a:lumMod val="50000"/>
                </a:srgbClr>
              </a:solidFill>
              <a:latin typeface="Calibri" panose="020F0502020204030204" pitchFamily="34" charset="0"/>
              <a:cs typeface="Calibri" panose="020F0502020204030204" pitchFamily="34" charset="0"/>
            </a:endParaRPr>
          </a:p>
        </p:txBody>
      </p:sp>
      <p:sp>
        <p:nvSpPr>
          <p:cNvPr id="26" name="TextBox 2">
            <a:extLst>
              <a:ext uri="{FF2B5EF4-FFF2-40B4-BE49-F238E27FC236}">
                <a16:creationId xmlns:a16="http://schemas.microsoft.com/office/drawing/2014/main" id="{303C2924-2252-5A40-E2D8-C4C3EA903FD1}"/>
              </a:ext>
            </a:extLst>
          </p:cNvPr>
          <p:cNvSpPr txBox="1"/>
          <p:nvPr/>
        </p:nvSpPr>
        <p:spPr>
          <a:xfrm rot="18276178">
            <a:off x="2995134" y="4038058"/>
            <a:ext cx="1236943"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7" name="TextBox 26">
            <a:extLst>
              <a:ext uri="{FF2B5EF4-FFF2-40B4-BE49-F238E27FC236}">
                <a16:creationId xmlns:a16="http://schemas.microsoft.com/office/drawing/2014/main" id="{A9C7F449-282B-B975-5597-EC520CB3980B}"/>
              </a:ext>
            </a:extLst>
          </p:cNvPr>
          <p:cNvSpPr txBox="1"/>
          <p:nvPr/>
        </p:nvSpPr>
        <p:spPr>
          <a:xfrm rot="18265357">
            <a:off x="4233375" y="2435408"/>
            <a:ext cx="1082257"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8" name="Circular Arrow 1">
            <a:extLst>
              <a:ext uri="{FF2B5EF4-FFF2-40B4-BE49-F238E27FC236}">
                <a16:creationId xmlns:a16="http://schemas.microsoft.com/office/drawing/2014/main" id="{22FBD93E-C8E0-C047-0679-C585C5540EEB}"/>
              </a:ext>
            </a:extLst>
          </p:cNvPr>
          <p:cNvSpPr/>
          <p:nvPr/>
        </p:nvSpPr>
        <p:spPr>
          <a:xfrm rot="16459088">
            <a:off x="3218358" y="4226452"/>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cxnSp>
        <p:nvCxnSpPr>
          <p:cNvPr id="29" name="Connecteur droit 46">
            <a:extLst>
              <a:ext uri="{FF2B5EF4-FFF2-40B4-BE49-F238E27FC236}">
                <a16:creationId xmlns:a16="http://schemas.microsoft.com/office/drawing/2014/main" id="{8031BBEF-384F-8CB5-3B64-2E75D20F8CFC}"/>
              </a:ext>
            </a:extLst>
          </p:cNvPr>
          <p:cNvCxnSpPr>
            <a:cxnSpLocks/>
          </p:cNvCxnSpPr>
          <p:nvPr/>
        </p:nvCxnSpPr>
        <p:spPr>
          <a:xfrm flipV="1">
            <a:off x="2451862" y="5577371"/>
            <a:ext cx="6622844" cy="29421"/>
          </a:xfrm>
          <a:prstGeom prst="line">
            <a:avLst/>
          </a:prstGeom>
          <a:noFill/>
          <a:ln w="9525" cap="flat" cmpd="sng" algn="ctr">
            <a:solidFill>
              <a:srgbClr val="9F958F">
                <a:lumMod val="75000"/>
              </a:srgbClr>
            </a:solidFill>
            <a:prstDash val="sysDash"/>
          </a:ln>
          <a:effectLst/>
        </p:spPr>
      </p:cxnSp>
      <p:cxnSp>
        <p:nvCxnSpPr>
          <p:cNvPr id="30" name="Connecteur droit 46">
            <a:extLst>
              <a:ext uri="{FF2B5EF4-FFF2-40B4-BE49-F238E27FC236}">
                <a16:creationId xmlns:a16="http://schemas.microsoft.com/office/drawing/2014/main" id="{95FDF548-067A-B9C0-8861-1DD7822842C9}"/>
              </a:ext>
            </a:extLst>
          </p:cNvPr>
          <p:cNvCxnSpPr>
            <a:cxnSpLocks/>
          </p:cNvCxnSpPr>
          <p:nvPr/>
        </p:nvCxnSpPr>
        <p:spPr>
          <a:xfrm>
            <a:off x="2901496" y="4645471"/>
            <a:ext cx="572358" cy="0"/>
          </a:xfrm>
          <a:prstGeom prst="line">
            <a:avLst/>
          </a:prstGeom>
          <a:noFill/>
          <a:ln w="9525" cap="flat" cmpd="sng" algn="ctr">
            <a:solidFill>
              <a:srgbClr val="9F958F">
                <a:lumMod val="75000"/>
              </a:srgbClr>
            </a:solidFill>
            <a:prstDash val="sysDash"/>
          </a:ln>
          <a:effectLst/>
        </p:spPr>
      </p:cxnSp>
      <p:sp>
        <p:nvSpPr>
          <p:cNvPr id="69" name="Rectangle à coins arrondis 93">
            <a:extLst>
              <a:ext uri="{FF2B5EF4-FFF2-40B4-BE49-F238E27FC236}">
                <a16:creationId xmlns:a16="http://schemas.microsoft.com/office/drawing/2014/main" id="{DFB62DB8-782F-EA2B-F8CE-EB8601893B28}"/>
              </a:ext>
            </a:extLst>
          </p:cNvPr>
          <p:cNvSpPr/>
          <p:nvPr/>
        </p:nvSpPr>
        <p:spPr>
          <a:xfrm>
            <a:off x="5222153" y="4730414"/>
            <a:ext cx="1470366" cy="368922"/>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Procurement Update</a:t>
            </a:r>
          </a:p>
        </p:txBody>
      </p:sp>
      <p:sp>
        <p:nvSpPr>
          <p:cNvPr id="70" name="Rectangle à coins arrondis 44">
            <a:extLst>
              <a:ext uri="{FF2B5EF4-FFF2-40B4-BE49-F238E27FC236}">
                <a16:creationId xmlns:a16="http://schemas.microsoft.com/office/drawing/2014/main" id="{113E0F0A-DCED-DF3E-661E-5DE5AE0D8980}"/>
              </a:ext>
            </a:extLst>
          </p:cNvPr>
          <p:cNvSpPr/>
          <p:nvPr/>
        </p:nvSpPr>
        <p:spPr>
          <a:xfrm>
            <a:off x="5593989" y="2279492"/>
            <a:ext cx="664661" cy="28191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SteerCo</a:t>
            </a:r>
            <a:endParaRPr lang="fr-FR" sz="800" kern="0">
              <a:solidFill>
                <a:prstClr val="white"/>
              </a:solidFill>
              <a:latin typeface="Calibri" panose="020F0502020204030204" pitchFamily="34" charset="0"/>
              <a:cs typeface="Calibri" panose="020F0502020204030204" pitchFamily="34" charset="0"/>
            </a:endParaRPr>
          </a:p>
        </p:txBody>
      </p:sp>
      <p:sp>
        <p:nvSpPr>
          <p:cNvPr id="71" name="Rectangle à coins arrondis 136">
            <a:extLst>
              <a:ext uri="{FF2B5EF4-FFF2-40B4-BE49-F238E27FC236}">
                <a16:creationId xmlns:a16="http://schemas.microsoft.com/office/drawing/2014/main" id="{5BC0541C-C514-12D0-CDE5-64C12FC7E027}"/>
              </a:ext>
            </a:extLst>
          </p:cNvPr>
          <p:cNvSpPr/>
          <p:nvPr/>
        </p:nvSpPr>
        <p:spPr>
          <a:xfrm>
            <a:off x="5431363" y="3592562"/>
            <a:ext cx="1077244" cy="305256"/>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Leadership Update</a:t>
            </a:r>
          </a:p>
        </p:txBody>
      </p:sp>
    </p:spTree>
    <p:extLst>
      <p:ext uri="{BB962C8B-B14F-4D97-AF65-F5344CB8AC3E}">
        <p14:creationId xmlns:p14="http://schemas.microsoft.com/office/powerpoint/2010/main" val="2318877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9766705" y="1291299"/>
            <a:ext cx="2240568" cy="33816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Friday</a:t>
            </a:r>
            <a:endParaRPr kumimoji="0" lang="en-US" sz="120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1511014142"/>
              </p:ext>
            </p:extLst>
          </p:nvPr>
        </p:nvGraphicFramePr>
        <p:xfrm>
          <a:off x="184150" y="1648053"/>
          <a:ext cx="11995049" cy="5198288"/>
        </p:xfrm>
        <a:graphic>
          <a:graphicData uri="http://schemas.openxmlformats.org/drawingml/2006/table">
            <a:tbl>
              <a:tblPr firstRow="1" bandRow="1">
                <a:tableStyleId>{5C22544A-7EE6-4342-B048-85BDC9FD1C3A}</a:tableStyleId>
              </a:tblPr>
              <a:tblGrid>
                <a:gridCol w="1520329">
                  <a:extLst>
                    <a:ext uri="{9D8B030D-6E8A-4147-A177-3AD203B41FA5}">
                      <a16:colId xmlns:a16="http://schemas.microsoft.com/office/drawing/2014/main" val="3926787875"/>
                    </a:ext>
                  </a:extLst>
                </a:gridCol>
                <a:gridCol w="1956912">
                  <a:extLst>
                    <a:ext uri="{9D8B030D-6E8A-4147-A177-3AD203B41FA5}">
                      <a16:colId xmlns:a16="http://schemas.microsoft.com/office/drawing/2014/main" val="1347465143"/>
                    </a:ext>
                  </a:extLst>
                </a:gridCol>
                <a:gridCol w="2011271">
                  <a:extLst>
                    <a:ext uri="{9D8B030D-6E8A-4147-A177-3AD203B41FA5}">
                      <a16:colId xmlns:a16="http://schemas.microsoft.com/office/drawing/2014/main" val="802954316"/>
                    </a:ext>
                  </a:extLst>
                </a:gridCol>
                <a:gridCol w="2174347">
                  <a:extLst>
                    <a:ext uri="{9D8B030D-6E8A-4147-A177-3AD203B41FA5}">
                      <a16:colId xmlns:a16="http://schemas.microsoft.com/office/drawing/2014/main" val="237998491"/>
                    </a:ext>
                  </a:extLst>
                </a:gridCol>
                <a:gridCol w="2255885">
                  <a:extLst>
                    <a:ext uri="{9D8B030D-6E8A-4147-A177-3AD203B41FA5}">
                      <a16:colId xmlns:a16="http://schemas.microsoft.com/office/drawing/2014/main" val="559338291"/>
                    </a:ext>
                  </a:extLst>
                </a:gridCol>
                <a:gridCol w="2076305">
                  <a:extLst>
                    <a:ext uri="{9D8B030D-6E8A-4147-A177-3AD203B41FA5}">
                      <a16:colId xmlns:a16="http://schemas.microsoft.com/office/drawing/2014/main" val="2662145481"/>
                    </a:ext>
                  </a:extLst>
                </a:gridCol>
              </a:tblGrid>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mn-lt"/>
                        </a:rPr>
                        <a:t>9.00 – 9.30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14.00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7" name="Rectangle: Rounded Corners 6">
            <a:extLst>
              <a:ext uri="{FF2B5EF4-FFF2-40B4-BE49-F238E27FC236}">
                <a16:creationId xmlns:a16="http://schemas.microsoft.com/office/drawing/2014/main" id="{8EFC3CDB-E535-7166-64A2-CB2021308523}"/>
              </a:ext>
              <a:ext uri="{C183D7F6-B498-43B3-948B-1728B52AA6E4}">
                <adec:decorative xmlns:adec="http://schemas.microsoft.com/office/drawing/2017/decorative" val="1"/>
              </a:ext>
            </a:extLst>
          </p:cNvPr>
          <p:cNvSpPr/>
          <p:nvPr/>
        </p:nvSpPr>
        <p:spPr>
          <a:xfrm>
            <a:off x="1795430"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8" name="Arrow: Chevron 7">
            <a:extLst>
              <a:ext uri="{FF2B5EF4-FFF2-40B4-BE49-F238E27FC236}">
                <a16:creationId xmlns:a16="http://schemas.microsoft.com/office/drawing/2014/main" id="{7B477C90-E981-F680-95B0-FEEDAF5F7433}"/>
              </a:ext>
            </a:extLst>
          </p:cNvPr>
          <p:cNvSpPr/>
          <p:nvPr/>
        </p:nvSpPr>
        <p:spPr>
          <a:xfrm>
            <a:off x="7633563" y="1291299"/>
            <a:ext cx="2098188" cy="360940"/>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Thursday</a:t>
            </a:r>
            <a:endParaRPr kumimoji="0" lang="en-US" sz="120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5630789" y="1281139"/>
            <a:ext cx="1998305" cy="371100"/>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Wednesday</a:t>
            </a:r>
            <a:endParaRPr kumimoji="0" lang="en-US" sz="12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3743571" y="1265252"/>
            <a:ext cx="1839943" cy="371100"/>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Tuesday</a:t>
            </a:r>
            <a:endParaRPr kumimoji="0" lang="en-US" sz="120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1856354" y="1277848"/>
            <a:ext cx="1839943" cy="358504"/>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Monday</a:t>
            </a:r>
            <a:endParaRPr kumimoji="0" lang="en-US" sz="120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extLst>
              <p:ext uri="{D42A27DB-BD31-4B8C-83A1-F6EECF244321}">
                <p14:modId xmlns:p14="http://schemas.microsoft.com/office/powerpoint/2010/main" val="2065882045"/>
              </p:ext>
            </p:extLst>
          </p:nvPr>
        </p:nvGraphicFramePr>
        <p:xfrm>
          <a:off x="6618804" y="15275"/>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3" name="Rectangle: Rounded Corners 12">
            <a:extLst>
              <a:ext uri="{FF2B5EF4-FFF2-40B4-BE49-F238E27FC236}">
                <a16:creationId xmlns:a16="http://schemas.microsoft.com/office/drawing/2014/main" id="{D71D4E5A-B7AF-4B6B-41A4-1BE7597A7790}"/>
              </a:ext>
              <a:ext uri="{C183D7F6-B498-43B3-948B-1728B52AA6E4}">
                <adec:decorative xmlns:adec="http://schemas.microsoft.com/office/drawing/2017/decorative" val="1"/>
              </a:ext>
            </a:extLst>
          </p:cNvPr>
          <p:cNvSpPr/>
          <p:nvPr/>
        </p:nvSpPr>
        <p:spPr>
          <a:xfrm>
            <a:off x="1795430" y="2387114"/>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14" name="Rectangle: Rounded Corners 13">
            <a:extLst>
              <a:ext uri="{FF2B5EF4-FFF2-40B4-BE49-F238E27FC236}">
                <a16:creationId xmlns:a16="http://schemas.microsoft.com/office/drawing/2014/main" id="{9638DDE8-8F49-CFB5-BBF3-687ACF559495}"/>
              </a:ext>
              <a:ext uri="{C183D7F6-B498-43B3-948B-1728B52AA6E4}">
                <adec:decorative xmlns:adec="http://schemas.microsoft.com/office/drawing/2017/decorative" val="1"/>
              </a:ext>
            </a:extLst>
          </p:cNvPr>
          <p:cNvSpPr/>
          <p:nvPr/>
        </p:nvSpPr>
        <p:spPr>
          <a:xfrm>
            <a:off x="7688980" y="499836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Technical Design Authority</a:t>
            </a:r>
          </a:p>
        </p:txBody>
      </p:sp>
      <p:sp>
        <p:nvSpPr>
          <p:cNvPr id="15" name="Rectangle: Rounded Corners 14">
            <a:extLst>
              <a:ext uri="{FF2B5EF4-FFF2-40B4-BE49-F238E27FC236}">
                <a16:creationId xmlns:a16="http://schemas.microsoft.com/office/drawing/2014/main" id="{AC86CC28-982D-25CD-24E1-D0070C23151C}"/>
              </a:ext>
              <a:ext uri="{C183D7F6-B498-43B3-948B-1728B52AA6E4}">
                <adec:decorative xmlns:adec="http://schemas.microsoft.com/office/drawing/2017/decorative" val="1"/>
              </a:ext>
            </a:extLst>
          </p:cNvPr>
          <p:cNvSpPr/>
          <p:nvPr/>
        </p:nvSpPr>
        <p:spPr>
          <a:xfrm>
            <a:off x="5641150" y="5027680"/>
            <a:ext cx="1663332" cy="441996"/>
          </a:xfrm>
          <a:prstGeom prst="roundRect">
            <a:avLst/>
          </a:prstGeom>
          <a:solidFill>
            <a:srgbClr val="FF9966"/>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Change Board</a:t>
            </a:r>
          </a:p>
        </p:txBody>
      </p:sp>
      <p:sp>
        <p:nvSpPr>
          <p:cNvPr id="16" name="Rectangle: Rounded Corners 15">
            <a:extLst>
              <a:ext uri="{FF2B5EF4-FFF2-40B4-BE49-F238E27FC236}">
                <a16:creationId xmlns:a16="http://schemas.microsoft.com/office/drawing/2014/main" id="{983EB2A9-1227-7FC3-FE76-CBF5100842D4}"/>
              </a:ext>
              <a:ext uri="{C183D7F6-B498-43B3-948B-1728B52AA6E4}">
                <adec:decorative xmlns:adec="http://schemas.microsoft.com/office/drawing/2017/decorative" val="1"/>
              </a:ext>
            </a:extLst>
          </p:cNvPr>
          <p:cNvSpPr/>
          <p:nvPr/>
        </p:nvSpPr>
        <p:spPr>
          <a:xfrm>
            <a:off x="5641150" y="5659588"/>
            <a:ext cx="1663332" cy="441996"/>
          </a:xfrm>
          <a:prstGeom prst="roundRect">
            <a:avLst/>
          </a:prstGeom>
          <a:solidFill>
            <a:srgbClr val="FFFF0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Steering Committee</a:t>
            </a:r>
            <a:r>
              <a:rPr kumimoji="0" lang="en-US" sz="1000" b="0" i="0" u="none" strike="noStrike" kern="1200" cap="none" spc="0" normalizeH="0" baseline="30000" noProof="0">
                <a:ln>
                  <a:noFill/>
                </a:ln>
                <a:solidFill>
                  <a:schemeClr val="tx1"/>
                </a:solidFill>
                <a:effectLst/>
                <a:uLnTx/>
                <a:uFillTx/>
                <a:ea typeface="+mn-ea"/>
                <a:cs typeface="+mn-cs"/>
              </a:rPr>
              <a:t>1</a:t>
            </a:r>
          </a:p>
        </p:txBody>
      </p:sp>
      <p:sp>
        <p:nvSpPr>
          <p:cNvPr id="17" name="TextBox 16">
            <a:extLst>
              <a:ext uri="{FF2B5EF4-FFF2-40B4-BE49-F238E27FC236}">
                <a16:creationId xmlns:a16="http://schemas.microsoft.com/office/drawing/2014/main" id="{E4DF2C5C-C5A7-F187-90CE-A36184ED4132}"/>
              </a:ext>
            </a:extLst>
          </p:cNvPr>
          <p:cNvSpPr txBox="1"/>
          <p:nvPr/>
        </p:nvSpPr>
        <p:spPr>
          <a:xfrm>
            <a:off x="6550033" y="518195"/>
            <a:ext cx="5604557" cy="91307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a:latin typeface="Ubuntu"/>
              </a:rPr>
              <a:t>Daily meetings are reduced timeslots</a:t>
            </a:r>
            <a:endParaRPr kumimoji="0" lang="en-US" sz="1000" b="0" i="0" u="none" strike="noStrike" kern="1200" cap="none" spc="0" normalizeH="0" baseline="0" noProof="0">
              <a:ln>
                <a:noFill/>
              </a:ln>
              <a:solidFill>
                <a:schemeClr val="tx1"/>
              </a:solidFill>
              <a:effectLst/>
              <a:uLnTx/>
              <a:uFillTx/>
              <a:latin typeface="Ubuntu"/>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Ubuntu"/>
                <a:ea typeface="+mn-ea"/>
                <a:cs typeface="+mn-cs"/>
              </a:rPr>
              <a:t>Steering Committee</a:t>
            </a:r>
            <a:r>
              <a:rPr kumimoji="0" lang="en-US" sz="1000" b="0" i="0" u="none" strike="noStrike" kern="1200" cap="none" spc="0" normalizeH="0" baseline="30000" noProof="0">
                <a:ln>
                  <a:noFill/>
                </a:ln>
                <a:solidFill>
                  <a:schemeClr val="tx1"/>
                </a:solidFill>
                <a:effectLst/>
                <a:uLnTx/>
                <a:uFillTx/>
                <a:latin typeface="Ubuntu"/>
                <a:ea typeface="+mn-ea"/>
                <a:cs typeface="+mn-cs"/>
              </a:rPr>
              <a:t>1 – </a:t>
            </a:r>
            <a:r>
              <a:rPr lang="en-US" sz="1000">
                <a:latin typeface="Ubuntu"/>
              </a:rPr>
              <a:t>Usually the last 2 weeks of the month, day and timings can vary</a:t>
            </a:r>
          </a:p>
          <a:p>
            <a:pPr>
              <a:defRPr/>
            </a:pPr>
            <a:r>
              <a:rPr kumimoji="0" lang="en-US" sz="1000" b="0" i="0" u="none" strike="noStrike" kern="1200" cap="none" spc="0" normalizeH="0" baseline="0" noProof="0">
                <a:ln>
                  <a:noFill/>
                </a:ln>
                <a:solidFill>
                  <a:schemeClr val="tx1"/>
                </a:solidFill>
                <a:effectLst/>
                <a:uLnTx/>
                <a:uFillTx/>
                <a:latin typeface="Ubuntu"/>
                <a:ea typeface="+mn-ea"/>
                <a:cs typeface="+mn-cs"/>
              </a:rPr>
              <a:t>Sponsor Review</a:t>
            </a:r>
            <a:r>
              <a:rPr kumimoji="0" lang="en-US" sz="1000" b="0" i="0" u="none" strike="noStrike" kern="1200" cap="none" spc="0" normalizeH="0" baseline="30000" noProof="0">
                <a:ln>
                  <a:noFill/>
                </a:ln>
                <a:solidFill>
                  <a:schemeClr val="tx1"/>
                </a:solidFill>
                <a:effectLst/>
                <a:uLnTx/>
                <a:uFillTx/>
                <a:latin typeface="Ubuntu"/>
                <a:ea typeface="+mn-ea"/>
                <a:cs typeface="+mn-cs"/>
              </a:rPr>
              <a:t>1 – </a:t>
            </a:r>
            <a:r>
              <a:rPr lang="en-US" sz="1000">
                <a:latin typeface="Ubuntu"/>
              </a:rPr>
              <a:t>Occurs every month excluding Steering Committee months</a:t>
            </a:r>
          </a:p>
          <a:p>
            <a:pPr>
              <a:defRPr/>
            </a:pPr>
            <a:r>
              <a:rPr lang="en-US" sz="1000">
                <a:latin typeface="Ubuntu"/>
              </a:rPr>
              <a:t>Scrum of Scrums, Dependency Forum and Change Board to start in Inception</a:t>
            </a:r>
          </a:p>
          <a:p>
            <a:pPr>
              <a:defRPr/>
            </a:pPr>
            <a:endParaRPr kumimoji="0" lang="en-US" sz="1000" b="0" i="0" u="none" strike="noStrike" kern="1200" cap="none" spc="0" normalizeH="0" baseline="30000" noProof="0">
              <a:ln>
                <a:noFill/>
              </a:ln>
              <a:solidFill>
                <a:schemeClr val="tx1"/>
              </a:solidFill>
              <a:effectLst/>
              <a:uLnTx/>
              <a:uFillTx/>
              <a:latin typeface="Ubuntu"/>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30000" noProof="0">
              <a:ln>
                <a:noFill/>
              </a:ln>
              <a:solidFill>
                <a:schemeClr val="tx1"/>
              </a:solidFill>
              <a:effectLst/>
              <a:uLnTx/>
              <a:uFillTx/>
              <a:latin typeface="Ubuntu"/>
              <a:ea typeface="+mn-ea"/>
              <a:cs typeface="+mn-cs"/>
            </a:endParaRPr>
          </a:p>
        </p:txBody>
      </p:sp>
      <p:sp>
        <p:nvSpPr>
          <p:cNvPr id="18" name="Rectangle: Rounded Corners 17">
            <a:extLst>
              <a:ext uri="{FF2B5EF4-FFF2-40B4-BE49-F238E27FC236}">
                <a16:creationId xmlns:a16="http://schemas.microsoft.com/office/drawing/2014/main" id="{70487533-28E8-8F5C-FC66-A970E8FA2229}"/>
              </a:ext>
              <a:ext uri="{C183D7F6-B498-43B3-948B-1728B52AA6E4}">
                <adec:decorative xmlns:adec="http://schemas.microsoft.com/office/drawing/2017/decorative" val="1"/>
              </a:ext>
            </a:extLst>
          </p:cNvPr>
          <p:cNvSpPr/>
          <p:nvPr/>
        </p:nvSpPr>
        <p:spPr>
          <a:xfrm>
            <a:off x="5641150" y="6238427"/>
            <a:ext cx="1663332"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Sponsor Review</a:t>
            </a:r>
            <a:r>
              <a:rPr kumimoji="0" lang="en-US" sz="1000" b="0" i="0" u="none" strike="noStrike" kern="1200" cap="none" spc="0" normalizeH="0" baseline="30000" noProof="0">
                <a:ln>
                  <a:noFill/>
                </a:ln>
                <a:solidFill>
                  <a:schemeClr val="tx1"/>
                </a:solidFill>
                <a:effectLst/>
                <a:uLnTx/>
                <a:uFillTx/>
                <a:ea typeface="+mn-ea"/>
                <a:cs typeface="+mn-cs"/>
              </a:rPr>
              <a:t>2</a:t>
            </a:r>
          </a:p>
        </p:txBody>
      </p:sp>
      <p:sp>
        <p:nvSpPr>
          <p:cNvPr id="19" name="Rectangle: Rounded Corners 18">
            <a:extLst>
              <a:ext uri="{FF2B5EF4-FFF2-40B4-BE49-F238E27FC236}">
                <a16:creationId xmlns:a16="http://schemas.microsoft.com/office/drawing/2014/main" id="{1A56E2EE-86C7-28B2-65BC-2632803F3ED5}"/>
              </a:ext>
              <a:ext uri="{C183D7F6-B498-43B3-948B-1728B52AA6E4}">
                <adec:decorative xmlns:adec="http://schemas.microsoft.com/office/drawing/2017/decorative" val="1"/>
              </a:ext>
            </a:extLst>
          </p:cNvPr>
          <p:cNvSpPr/>
          <p:nvPr/>
        </p:nvSpPr>
        <p:spPr>
          <a:xfrm>
            <a:off x="3717299" y="5666620"/>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Business Design Authority</a:t>
            </a:r>
          </a:p>
        </p:txBody>
      </p:sp>
      <p:sp>
        <p:nvSpPr>
          <p:cNvPr id="21" name="Rectangle: Rounded Corners 20">
            <a:extLst>
              <a:ext uri="{FF2B5EF4-FFF2-40B4-BE49-F238E27FC236}">
                <a16:creationId xmlns:a16="http://schemas.microsoft.com/office/drawing/2014/main" id="{CB0F56DE-6E87-B141-F8FC-F1ACE06441EB}"/>
              </a:ext>
              <a:ext uri="{C183D7F6-B498-43B3-948B-1728B52AA6E4}">
                <adec:decorative xmlns:adec="http://schemas.microsoft.com/office/drawing/2017/decorative" val="1"/>
              </a:ext>
            </a:extLst>
          </p:cNvPr>
          <p:cNvSpPr/>
          <p:nvPr/>
        </p:nvSpPr>
        <p:spPr>
          <a:xfrm>
            <a:off x="3718522"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22" name="Rectangle: Rounded Corners 21">
            <a:extLst>
              <a:ext uri="{FF2B5EF4-FFF2-40B4-BE49-F238E27FC236}">
                <a16:creationId xmlns:a16="http://schemas.microsoft.com/office/drawing/2014/main" id="{35DABB51-F3E9-C215-96A2-418603063BEB}"/>
              </a:ext>
              <a:ext uri="{C183D7F6-B498-43B3-948B-1728B52AA6E4}">
                <adec:decorative xmlns:adec="http://schemas.microsoft.com/office/drawing/2017/decorative" val="1"/>
              </a:ext>
            </a:extLst>
          </p:cNvPr>
          <p:cNvSpPr/>
          <p:nvPr/>
        </p:nvSpPr>
        <p:spPr>
          <a:xfrm>
            <a:off x="3718522" y="2374119"/>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24" name="Rectangle: Rounded Corners 23">
            <a:extLst>
              <a:ext uri="{FF2B5EF4-FFF2-40B4-BE49-F238E27FC236}">
                <a16:creationId xmlns:a16="http://schemas.microsoft.com/office/drawing/2014/main" id="{13C1CD52-FA87-6357-0D5C-22DB37298EE7}"/>
              </a:ext>
              <a:ext uri="{C183D7F6-B498-43B3-948B-1728B52AA6E4}">
                <adec:decorative xmlns:adec="http://schemas.microsoft.com/office/drawing/2017/decorative" val="1"/>
              </a:ext>
            </a:extLst>
          </p:cNvPr>
          <p:cNvSpPr/>
          <p:nvPr/>
        </p:nvSpPr>
        <p:spPr>
          <a:xfrm>
            <a:off x="5642373"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25" name="Rectangle: Rounded Corners 24">
            <a:extLst>
              <a:ext uri="{FF2B5EF4-FFF2-40B4-BE49-F238E27FC236}">
                <a16:creationId xmlns:a16="http://schemas.microsoft.com/office/drawing/2014/main" id="{BEC6D911-E009-4A3D-8964-02E81C567913}"/>
              </a:ext>
              <a:ext uri="{C183D7F6-B498-43B3-948B-1728B52AA6E4}">
                <adec:decorative xmlns:adec="http://schemas.microsoft.com/office/drawing/2017/decorative" val="1"/>
              </a:ext>
            </a:extLst>
          </p:cNvPr>
          <p:cNvSpPr/>
          <p:nvPr/>
        </p:nvSpPr>
        <p:spPr>
          <a:xfrm>
            <a:off x="5642373" y="2398643"/>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27" name="Rectangle: Rounded Corners 26">
            <a:extLst>
              <a:ext uri="{FF2B5EF4-FFF2-40B4-BE49-F238E27FC236}">
                <a16:creationId xmlns:a16="http://schemas.microsoft.com/office/drawing/2014/main" id="{871BC461-B269-5299-F743-B6E84C921FAA}"/>
              </a:ext>
              <a:ext uri="{C183D7F6-B498-43B3-948B-1728B52AA6E4}">
                <adec:decorative xmlns:adec="http://schemas.microsoft.com/office/drawing/2017/decorative" val="1"/>
              </a:ext>
            </a:extLst>
          </p:cNvPr>
          <p:cNvSpPr/>
          <p:nvPr/>
        </p:nvSpPr>
        <p:spPr>
          <a:xfrm>
            <a:off x="7651334"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28" name="Rectangle: Rounded Corners 27">
            <a:extLst>
              <a:ext uri="{FF2B5EF4-FFF2-40B4-BE49-F238E27FC236}">
                <a16:creationId xmlns:a16="http://schemas.microsoft.com/office/drawing/2014/main" id="{8BF7F4A1-9DFB-DF28-FC40-019C565E96CC}"/>
              </a:ext>
              <a:ext uri="{C183D7F6-B498-43B3-948B-1728B52AA6E4}">
                <adec:decorative xmlns:adec="http://schemas.microsoft.com/office/drawing/2017/decorative" val="1"/>
              </a:ext>
            </a:extLst>
          </p:cNvPr>
          <p:cNvSpPr/>
          <p:nvPr/>
        </p:nvSpPr>
        <p:spPr>
          <a:xfrm>
            <a:off x="7651334" y="2378121"/>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30" name="Rectangle: Rounded Corners 29">
            <a:extLst>
              <a:ext uri="{FF2B5EF4-FFF2-40B4-BE49-F238E27FC236}">
                <a16:creationId xmlns:a16="http://schemas.microsoft.com/office/drawing/2014/main" id="{FBD19FDC-60E4-87A6-1461-C8782E328DE3}"/>
              </a:ext>
              <a:ext uri="{C183D7F6-B498-43B3-948B-1728B52AA6E4}">
                <adec:decorative xmlns:adec="http://schemas.microsoft.com/office/drawing/2017/decorative" val="1"/>
              </a:ext>
            </a:extLst>
          </p:cNvPr>
          <p:cNvSpPr/>
          <p:nvPr/>
        </p:nvSpPr>
        <p:spPr>
          <a:xfrm>
            <a:off x="9798991"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31" name="Rectangle: Rounded Corners 30">
            <a:extLst>
              <a:ext uri="{FF2B5EF4-FFF2-40B4-BE49-F238E27FC236}">
                <a16:creationId xmlns:a16="http://schemas.microsoft.com/office/drawing/2014/main" id="{8F0EBF5B-88AE-0471-D5B6-148529CF66D1}"/>
              </a:ext>
              <a:ext uri="{C183D7F6-B498-43B3-948B-1728B52AA6E4}">
                <adec:decorative xmlns:adec="http://schemas.microsoft.com/office/drawing/2017/decorative" val="1"/>
              </a:ext>
            </a:extLst>
          </p:cNvPr>
          <p:cNvSpPr/>
          <p:nvPr/>
        </p:nvSpPr>
        <p:spPr>
          <a:xfrm>
            <a:off x="9798991" y="2393123"/>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33" name="Rectangle: Rounded Corners 32">
            <a:extLst>
              <a:ext uri="{FF2B5EF4-FFF2-40B4-BE49-F238E27FC236}">
                <a16:creationId xmlns:a16="http://schemas.microsoft.com/office/drawing/2014/main" id="{42DFD77E-92B0-8936-16CE-25EA2B12B677}"/>
              </a:ext>
              <a:ext uri="{C183D7F6-B498-43B3-948B-1728B52AA6E4}">
                <adec:decorative xmlns:adec="http://schemas.microsoft.com/office/drawing/2017/decorative" val="1"/>
              </a:ext>
            </a:extLst>
          </p:cNvPr>
          <p:cNvSpPr/>
          <p:nvPr/>
        </p:nvSpPr>
        <p:spPr>
          <a:xfrm>
            <a:off x="7688980" y="5640635"/>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Programme Management Update</a:t>
            </a:r>
            <a:endParaRPr kumimoji="0" lang="en-US" sz="1000" b="0" i="0" u="none" strike="noStrike" kern="1200" cap="none" spc="0" normalizeH="0" baseline="0" noProof="0">
              <a:ln>
                <a:noFill/>
              </a:ln>
              <a:solidFill>
                <a:schemeClr val="tx1"/>
              </a:solidFill>
              <a:effectLst/>
              <a:uLnTx/>
              <a:uFillTx/>
              <a:ea typeface="+mn-ea"/>
              <a:cs typeface="+mn-cs"/>
            </a:endParaRPr>
          </a:p>
        </p:txBody>
      </p:sp>
      <p:sp>
        <p:nvSpPr>
          <p:cNvPr id="34" name="Rectangle: Rounded Corners 33">
            <a:extLst>
              <a:ext uri="{FF2B5EF4-FFF2-40B4-BE49-F238E27FC236}">
                <a16:creationId xmlns:a16="http://schemas.microsoft.com/office/drawing/2014/main" id="{DB8E821D-5B03-5DB9-D85C-C3A734572F84}"/>
              </a:ext>
              <a:ext uri="{C183D7F6-B498-43B3-948B-1728B52AA6E4}">
                <adec:decorative xmlns:adec="http://schemas.microsoft.com/office/drawing/2017/decorative" val="1"/>
              </a:ext>
            </a:extLst>
          </p:cNvPr>
          <p:cNvSpPr/>
          <p:nvPr/>
        </p:nvSpPr>
        <p:spPr>
          <a:xfrm>
            <a:off x="3716437" y="436794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Procurement Update</a:t>
            </a:r>
          </a:p>
        </p:txBody>
      </p:sp>
      <p:sp>
        <p:nvSpPr>
          <p:cNvPr id="35" name="Rectangle: Rounded Corners 34">
            <a:extLst>
              <a:ext uri="{FF2B5EF4-FFF2-40B4-BE49-F238E27FC236}">
                <a16:creationId xmlns:a16="http://schemas.microsoft.com/office/drawing/2014/main" id="{E9A46DFF-37AF-1D9A-A94C-1EDAA7435D52}"/>
              </a:ext>
              <a:ext uri="{C183D7F6-B498-43B3-948B-1728B52AA6E4}">
                <adec:decorative xmlns:adec="http://schemas.microsoft.com/office/drawing/2017/decorative" val="1"/>
              </a:ext>
            </a:extLst>
          </p:cNvPr>
          <p:cNvSpPr/>
          <p:nvPr/>
        </p:nvSpPr>
        <p:spPr>
          <a:xfrm>
            <a:off x="9870308" y="4367941"/>
            <a:ext cx="1663332" cy="441996"/>
          </a:xfrm>
          <a:prstGeom prst="roundRect">
            <a:avLst/>
          </a:prstGeom>
          <a:solidFill>
            <a:srgbClr val="FF9966"/>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ea typeface="+mn-ea"/>
                <a:cs typeface="+mn-cs"/>
              </a:rPr>
              <a:t>PMO RAID review</a:t>
            </a:r>
          </a:p>
        </p:txBody>
      </p:sp>
      <p:sp>
        <p:nvSpPr>
          <p:cNvPr id="36" name="Rectangle: Rounded Corners 35">
            <a:extLst>
              <a:ext uri="{FF2B5EF4-FFF2-40B4-BE49-F238E27FC236}">
                <a16:creationId xmlns:a16="http://schemas.microsoft.com/office/drawing/2014/main" id="{7E61375C-4A8F-82E9-C6BF-BF54FFB1696B}"/>
              </a:ext>
              <a:ext uri="{C183D7F6-B498-43B3-948B-1728B52AA6E4}">
                <adec:decorative xmlns:adec="http://schemas.microsoft.com/office/drawing/2017/decorative" val="1"/>
              </a:ext>
            </a:extLst>
          </p:cNvPr>
          <p:cNvSpPr/>
          <p:nvPr/>
        </p:nvSpPr>
        <p:spPr>
          <a:xfrm>
            <a:off x="3716437" y="501728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Dependency Forum</a:t>
            </a:r>
          </a:p>
        </p:txBody>
      </p:sp>
      <p:sp>
        <p:nvSpPr>
          <p:cNvPr id="37" name="Rectangle: Rounded Corners 36">
            <a:extLst>
              <a:ext uri="{FF2B5EF4-FFF2-40B4-BE49-F238E27FC236}">
                <a16:creationId xmlns:a16="http://schemas.microsoft.com/office/drawing/2014/main" id="{0553103C-EA02-B75B-7147-FD6DA553AD34}"/>
              </a:ext>
              <a:ext uri="{C183D7F6-B498-43B3-948B-1728B52AA6E4}">
                <adec:decorative xmlns:adec="http://schemas.microsoft.com/office/drawing/2017/decorative" val="1"/>
              </a:ext>
            </a:extLst>
          </p:cNvPr>
          <p:cNvSpPr/>
          <p:nvPr/>
        </p:nvSpPr>
        <p:spPr>
          <a:xfrm>
            <a:off x="3716437" y="371860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Leadership Stand-Up</a:t>
            </a:r>
          </a:p>
        </p:txBody>
      </p:sp>
      <p:sp>
        <p:nvSpPr>
          <p:cNvPr id="39" name="Rectangle: Rounded Corners 38">
            <a:extLst>
              <a:ext uri="{FF2B5EF4-FFF2-40B4-BE49-F238E27FC236}">
                <a16:creationId xmlns:a16="http://schemas.microsoft.com/office/drawing/2014/main" id="{48402356-6E99-BF47-ED64-C24D341B5936}"/>
              </a:ext>
              <a:ext uri="{C183D7F6-B498-43B3-948B-1728B52AA6E4}">
                <adec:decorative xmlns:adec="http://schemas.microsoft.com/office/drawing/2017/decorative" val="1"/>
              </a:ext>
            </a:extLst>
          </p:cNvPr>
          <p:cNvSpPr/>
          <p:nvPr/>
        </p:nvSpPr>
        <p:spPr>
          <a:xfrm>
            <a:off x="5641150" y="436794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a:solidFill>
                  <a:schemeClr val="tx1"/>
                </a:solidFill>
                <a:cs typeface="Calibri" panose="020F0502020204030204" pitchFamily="34" charset="0"/>
              </a:rPr>
              <a:t>Business Update</a:t>
            </a:r>
            <a:endParaRPr kumimoji="0" lang="en-US" sz="1000" b="0" i="0" u="none" strike="noStrike" kern="1200" cap="none" spc="0" normalizeH="0" baseline="0" noProof="0">
              <a:ln>
                <a:noFill/>
              </a:ln>
              <a:solidFill>
                <a:schemeClr val="tx1"/>
              </a:solidFill>
              <a:effectLst/>
              <a:uLnTx/>
              <a:uFillTx/>
              <a:ea typeface="+mn-ea"/>
              <a:cs typeface="+mn-cs"/>
            </a:endParaRPr>
          </a:p>
        </p:txBody>
      </p:sp>
    </p:spTree>
    <p:extLst>
      <p:ext uri="{BB962C8B-B14F-4D97-AF65-F5344CB8AC3E}">
        <p14:creationId xmlns:p14="http://schemas.microsoft.com/office/powerpoint/2010/main" val="2751412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224828" y="1281"/>
            <a:ext cx="9776592" cy="716711"/>
          </a:xfrm>
        </p:spPr>
        <p:txBody>
          <a:bodyPr/>
          <a:lstStyle/>
          <a:p>
            <a:r>
              <a:rPr lang="en-GB"/>
              <a:t>Escalation process</a:t>
            </a:r>
          </a:p>
        </p:txBody>
      </p:sp>
      <p:sp>
        <p:nvSpPr>
          <p:cNvPr id="4" name="Rectangle: Rounded Corners 3">
            <a:extLst>
              <a:ext uri="{FF2B5EF4-FFF2-40B4-BE49-F238E27FC236}">
                <a16:creationId xmlns:a16="http://schemas.microsoft.com/office/drawing/2014/main" id="{706B6A75-28EE-1CEB-7E72-360E7BA43EB4}"/>
              </a:ext>
            </a:extLst>
          </p:cNvPr>
          <p:cNvSpPr/>
          <p:nvPr/>
        </p:nvSpPr>
        <p:spPr>
          <a:xfrm>
            <a:off x="277280" y="2578899"/>
            <a:ext cx="1335166" cy="3062498"/>
          </a:xfrm>
          <a:prstGeom prst="roundRect">
            <a:avLst>
              <a:gd name="adj" fmla="val 8106"/>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C180034C-E859-B2E5-597F-47AA58FED094}"/>
              </a:ext>
            </a:extLst>
          </p:cNvPr>
          <p:cNvSpPr/>
          <p:nvPr/>
        </p:nvSpPr>
        <p:spPr>
          <a:xfrm>
            <a:off x="1809751" y="1657350"/>
            <a:ext cx="7124700" cy="669602"/>
          </a:xfrm>
          <a:prstGeom prst="roundRect">
            <a:avLst>
              <a:gd name="adj" fmla="val 12874"/>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
            <a:extLst>
              <a:ext uri="{FF2B5EF4-FFF2-40B4-BE49-F238E27FC236}">
                <a16:creationId xmlns:a16="http://schemas.microsoft.com/office/drawing/2014/main" id="{91F1EEB7-EA7A-D5C8-DE54-4BA7B14A4BFE}"/>
              </a:ext>
            </a:extLst>
          </p:cNvPr>
          <p:cNvGrpSpPr/>
          <p:nvPr/>
        </p:nvGrpSpPr>
        <p:grpSpPr>
          <a:xfrm>
            <a:off x="5347079" y="1051358"/>
            <a:ext cx="563690" cy="455288"/>
            <a:chOff x="-1" y="-1"/>
            <a:chExt cx="563689" cy="455286"/>
          </a:xfrm>
        </p:grpSpPr>
        <p:sp>
          <p:nvSpPr>
            <p:cNvPr id="7" name="Freeform 21">
              <a:extLst>
                <a:ext uri="{FF2B5EF4-FFF2-40B4-BE49-F238E27FC236}">
                  <a16:creationId xmlns:a16="http://schemas.microsoft.com/office/drawing/2014/main" id="{30364FE3-14B1-F002-ACD5-547B5A67CF6F}"/>
                </a:ext>
              </a:extLst>
            </p:cNvPr>
            <p:cNvSpPr/>
            <p:nvPr/>
          </p:nvSpPr>
          <p:spPr>
            <a:xfrm>
              <a:off x="-1" y="205962"/>
              <a:ext cx="563689" cy="249323"/>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8" name="Freeform 22">
              <a:extLst>
                <a:ext uri="{FF2B5EF4-FFF2-40B4-BE49-F238E27FC236}">
                  <a16:creationId xmlns:a16="http://schemas.microsoft.com/office/drawing/2014/main" id="{219FAD3E-0C25-6A50-20BA-ECBFF1D9306A}"/>
                </a:ext>
              </a:extLst>
            </p:cNvPr>
            <p:cNvSpPr/>
            <p:nvPr/>
          </p:nvSpPr>
          <p:spPr>
            <a:xfrm>
              <a:off x="89129" y="-1"/>
              <a:ext cx="386633" cy="310752"/>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grpSp>
        <p:nvGrpSpPr>
          <p:cNvPr id="9" name="Group 14">
            <a:extLst>
              <a:ext uri="{FF2B5EF4-FFF2-40B4-BE49-F238E27FC236}">
                <a16:creationId xmlns:a16="http://schemas.microsoft.com/office/drawing/2014/main" id="{E84670E2-B3A9-2243-6FE8-B3E0AA34B5D4}"/>
              </a:ext>
            </a:extLst>
          </p:cNvPr>
          <p:cNvGrpSpPr/>
          <p:nvPr/>
        </p:nvGrpSpPr>
        <p:grpSpPr>
          <a:xfrm>
            <a:off x="6152553" y="1154554"/>
            <a:ext cx="1292195" cy="288094"/>
            <a:chOff x="0" y="-1"/>
            <a:chExt cx="1292195" cy="288092"/>
          </a:xfrm>
        </p:grpSpPr>
        <p:sp>
          <p:nvSpPr>
            <p:cNvPr id="10" name="Freeform 57">
              <a:extLst>
                <a:ext uri="{FF2B5EF4-FFF2-40B4-BE49-F238E27FC236}">
                  <a16:creationId xmlns:a16="http://schemas.microsoft.com/office/drawing/2014/main" id="{310C64A6-B06D-475E-916E-02A0FBD646DA}"/>
                </a:ext>
              </a:extLst>
            </p:cNvPr>
            <p:cNvSpPr/>
            <p:nvPr/>
          </p:nvSpPr>
          <p:spPr>
            <a:xfrm>
              <a:off x="1142785" y="88112"/>
              <a:ext cx="149409" cy="121444"/>
            </a:xfrm>
            <a:custGeom>
              <a:avLst/>
              <a:gdLst/>
              <a:ahLst/>
              <a:cxnLst>
                <a:cxn ang="0">
                  <a:pos x="wd2" y="hd2"/>
                </a:cxn>
                <a:cxn ang="5400000">
                  <a:pos x="wd2" y="hd2"/>
                </a:cxn>
                <a:cxn ang="10800000">
                  <a:pos x="wd2" y="hd2"/>
                </a:cxn>
                <a:cxn ang="16200000">
                  <a:pos x="wd2" y="hd2"/>
                </a:cxn>
              </a:cxnLst>
              <a:rect l="0" t="0" r="r" b="b"/>
              <a:pathLst>
                <a:path w="21600" h="21600" extrusionOk="0">
                  <a:moveTo>
                    <a:pt x="14286" y="15008"/>
                  </a:moveTo>
                  <a:cubicBezTo>
                    <a:pt x="18400" y="15008"/>
                    <a:pt x="21486" y="10940"/>
                    <a:pt x="21600" y="6031"/>
                  </a:cubicBezTo>
                  <a:cubicBezTo>
                    <a:pt x="21257" y="3927"/>
                    <a:pt x="20686" y="0"/>
                    <a:pt x="16229" y="0"/>
                  </a:cubicBezTo>
                  <a:cubicBezTo>
                    <a:pt x="11314" y="0"/>
                    <a:pt x="9600" y="8416"/>
                    <a:pt x="5714" y="13886"/>
                  </a:cubicBezTo>
                  <a:cubicBezTo>
                    <a:pt x="5371" y="16971"/>
                    <a:pt x="2971" y="19636"/>
                    <a:pt x="0" y="20197"/>
                  </a:cubicBezTo>
                  <a:cubicBezTo>
                    <a:pt x="686" y="21039"/>
                    <a:pt x="2286" y="21600"/>
                    <a:pt x="4229" y="21600"/>
                  </a:cubicBezTo>
                  <a:cubicBezTo>
                    <a:pt x="7771" y="21600"/>
                    <a:pt x="12114" y="20338"/>
                    <a:pt x="14286" y="17532"/>
                  </a:cubicBezTo>
                  <a:cubicBezTo>
                    <a:pt x="11314" y="17673"/>
                    <a:pt x="9371" y="15288"/>
                    <a:pt x="9257" y="11922"/>
                  </a:cubicBezTo>
                  <a:cubicBezTo>
                    <a:pt x="10629" y="14166"/>
                    <a:pt x="12343" y="15008"/>
                    <a:pt x="14286" y="15008"/>
                  </a:cubicBezTo>
                </a:path>
              </a:pathLst>
            </a:custGeom>
            <a:solidFill>
              <a:srgbClr val="12ABDB"/>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1" name="Freeform 58">
              <a:extLst>
                <a:ext uri="{FF2B5EF4-FFF2-40B4-BE49-F238E27FC236}">
                  <a16:creationId xmlns:a16="http://schemas.microsoft.com/office/drawing/2014/main" id="{FBEE17C5-CB53-E942-C73C-AFFB57FD7C58}"/>
                </a:ext>
              </a:extLst>
            </p:cNvPr>
            <p:cNvSpPr/>
            <p:nvPr/>
          </p:nvSpPr>
          <p:spPr>
            <a:xfrm>
              <a:off x="0" y="4213"/>
              <a:ext cx="1050459" cy="283878"/>
            </a:xfrm>
            <a:custGeom>
              <a:avLst/>
              <a:gdLst/>
              <a:ahLst/>
              <a:cxnLst>
                <a:cxn ang="0">
                  <a:pos x="wd2" y="hd2"/>
                </a:cxn>
                <a:cxn ang="5400000">
                  <a:pos x="wd2" y="hd2"/>
                </a:cxn>
                <a:cxn ang="10800000">
                  <a:pos x="wd2" y="hd2"/>
                </a:cxn>
                <a:cxn ang="16200000">
                  <a:pos x="wd2" y="hd2"/>
                </a:cxn>
              </a:cxnLst>
              <a:rect l="0" t="0" r="r" b="b"/>
              <a:pathLst>
                <a:path w="21600" h="21600" extrusionOk="0">
                  <a:moveTo>
                    <a:pt x="21063" y="7100"/>
                  </a:moveTo>
                  <a:cubicBezTo>
                    <a:pt x="21063" y="5957"/>
                    <a:pt x="21047" y="5174"/>
                    <a:pt x="20836" y="5174"/>
                  </a:cubicBezTo>
                  <a:cubicBezTo>
                    <a:pt x="20738" y="5174"/>
                    <a:pt x="20705" y="5235"/>
                    <a:pt x="20624" y="5355"/>
                  </a:cubicBezTo>
                  <a:cubicBezTo>
                    <a:pt x="20689" y="9206"/>
                    <a:pt x="20461" y="12635"/>
                    <a:pt x="20169" y="12635"/>
                  </a:cubicBezTo>
                  <a:cubicBezTo>
                    <a:pt x="19795" y="12635"/>
                    <a:pt x="19973" y="4332"/>
                    <a:pt x="19177" y="4332"/>
                  </a:cubicBezTo>
                  <a:cubicBezTo>
                    <a:pt x="18428" y="4332"/>
                    <a:pt x="18331" y="10950"/>
                    <a:pt x="18249" y="10950"/>
                  </a:cubicBezTo>
                  <a:cubicBezTo>
                    <a:pt x="18184" y="10950"/>
                    <a:pt x="18184" y="9206"/>
                    <a:pt x="18184" y="7882"/>
                  </a:cubicBezTo>
                  <a:cubicBezTo>
                    <a:pt x="18217" y="7220"/>
                    <a:pt x="18233" y="6679"/>
                    <a:pt x="18233" y="6257"/>
                  </a:cubicBezTo>
                  <a:cubicBezTo>
                    <a:pt x="18233" y="5596"/>
                    <a:pt x="18168" y="4573"/>
                    <a:pt x="17778" y="5054"/>
                  </a:cubicBezTo>
                  <a:cubicBezTo>
                    <a:pt x="17794" y="9807"/>
                    <a:pt x="17534" y="12695"/>
                    <a:pt x="17257" y="12695"/>
                  </a:cubicBezTo>
                  <a:cubicBezTo>
                    <a:pt x="16834" y="12695"/>
                    <a:pt x="16818" y="8363"/>
                    <a:pt x="16818" y="7220"/>
                  </a:cubicBezTo>
                  <a:cubicBezTo>
                    <a:pt x="16818" y="6077"/>
                    <a:pt x="16851" y="4513"/>
                    <a:pt x="16379" y="5054"/>
                  </a:cubicBezTo>
                  <a:cubicBezTo>
                    <a:pt x="16314" y="9206"/>
                    <a:pt x="16021" y="12274"/>
                    <a:pt x="15842" y="12274"/>
                  </a:cubicBezTo>
                  <a:cubicBezTo>
                    <a:pt x="15566" y="12274"/>
                    <a:pt x="15614" y="5174"/>
                    <a:pt x="15029" y="5174"/>
                  </a:cubicBezTo>
                  <a:cubicBezTo>
                    <a:pt x="14492" y="5174"/>
                    <a:pt x="14330" y="11913"/>
                    <a:pt x="14216" y="11913"/>
                  </a:cubicBezTo>
                  <a:cubicBezTo>
                    <a:pt x="14004" y="11913"/>
                    <a:pt x="14264" y="4332"/>
                    <a:pt x="13500" y="4332"/>
                  </a:cubicBezTo>
                  <a:cubicBezTo>
                    <a:pt x="13093" y="4332"/>
                    <a:pt x="12931" y="6859"/>
                    <a:pt x="12768" y="9687"/>
                  </a:cubicBezTo>
                  <a:cubicBezTo>
                    <a:pt x="12752" y="10228"/>
                    <a:pt x="12719" y="10289"/>
                    <a:pt x="12703" y="9627"/>
                  </a:cubicBezTo>
                  <a:cubicBezTo>
                    <a:pt x="12703" y="9145"/>
                    <a:pt x="12703" y="8544"/>
                    <a:pt x="12703" y="8062"/>
                  </a:cubicBezTo>
                  <a:cubicBezTo>
                    <a:pt x="12898" y="5174"/>
                    <a:pt x="12654" y="4152"/>
                    <a:pt x="12296" y="4874"/>
                  </a:cubicBezTo>
                  <a:cubicBezTo>
                    <a:pt x="12410" y="10168"/>
                    <a:pt x="11760" y="12755"/>
                    <a:pt x="11255" y="12755"/>
                  </a:cubicBezTo>
                  <a:cubicBezTo>
                    <a:pt x="11077" y="12755"/>
                    <a:pt x="10930" y="12455"/>
                    <a:pt x="10833" y="12033"/>
                  </a:cubicBezTo>
                  <a:cubicBezTo>
                    <a:pt x="11434" y="10650"/>
                    <a:pt x="11695" y="9085"/>
                    <a:pt x="11695" y="7581"/>
                  </a:cubicBezTo>
                  <a:cubicBezTo>
                    <a:pt x="11695" y="5896"/>
                    <a:pt x="11451" y="4934"/>
                    <a:pt x="11011" y="4934"/>
                  </a:cubicBezTo>
                  <a:cubicBezTo>
                    <a:pt x="10410" y="4934"/>
                    <a:pt x="10084" y="7220"/>
                    <a:pt x="10084" y="9145"/>
                  </a:cubicBezTo>
                  <a:cubicBezTo>
                    <a:pt x="10084" y="10168"/>
                    <a:pt x="10133" y="11071"/>
                    <a:pt x="10214" y="11793"/>
                  </a:cubicBezTo>
                  <a:cubicBezTo>
                    <a:pt x="10019" y="12154"/>
                    <a:pt x="9824" y="12455"/>
                    <a:pt x="9645" y="12755"/>
                  </a:cubicBezTo>
                  <a:cubicBezTo>
                    <a:pt x="9629" y="10770"/>
                    <a:pt x="9564" y="8724"/>
                    <a:pt x="9515" y="6799"/>
                  </a:cubicBezTo>
                  <a:cubicBezTo>
                    <a:pt x="9206" y="6438"/>
                    <a:pt x="9108" y="7040"/>
                    <a:pt x="9092" y="8062"/>
                  </a:cubicBezTo>
                  <a:cubicBezTo>
                    <a:pt x="9027" y="10469"/>
                    <a:pt x="8783" y="11913"/>
                    <a:pt x="8572" y="11913"/>
                  </a:cubicBezTo>
                  <a:cubicBezTo>
                    <a:pt x="8425" y="11913"/>
                    <a:pt x="8328" y="11191"/>
                    <a:pt x="8311" y="10469"/>
                  </a:cubicBezTo>
                  <a:cubicBezTo>
                    <a:pt x="8246" y="6618"/>
                    <a:pt x="9092" y="5535"/>
                    <a:pt x="9531" y="6137"/>
                  </a:cubicBezTo>
                  <a:cubicBezTo>
                    <a:pt x="9629" y="5295"/>
                    <a:pt x="9515" y="4633"/>
                    <a:pt x="9125" y="4633"/>
                  </a:cubicBezTo>
                  <a:cubicBezTo>
                    <a:pt x="8637" y="4633"/>
                    <a:pt x="8279" y="5716"/>
                    <a:pt x="8019" y="7100"/>
                  </a:cubicBezTo>
                  <a:cubicBezTo>
                    <a:pt x="7840" y="8062"/>
                    <a:pt x="7645" y="8724"/>
                    <a:pt x="7368" y="9506"/>
                  </a:cubicBezTo>
                  <a:cubicBezTo>
                    <a:pt x="7384" y="9266"/>
                    <a:pt x="7384" y="9025"/>
                    <a:pt x="7384" y="8845"/>
                  </a:cubicBezTo>
                  <a:cubicBezTo>
                    <a:pt x="7384" y="6137"/>
                    <a:pt x="6994" y="4934"/>
                    <a:pt x="6604" y="4934"/>
                  </a:cubicBezTo>
                  <a:cubicBezTo>
                    <a:pt x="6295" y="4934"/>
                    <a:pt x="6099" y="5656"/>
                    <a:pt x="5986" y="6679"/>
                  </a:cubicBezTo>
                  <a:cubicBezTo>
                    <a:pt x="5953" y="5656"/>
                    <a:pt x="5904" y="5174"/>
                    <a:pt x="5742" y="5174"/>
                  </a:cubicBezTo>
                  <a:cubicBezTo>
                    <a:pt x="5660" y="5174"/>
                    <a:pt x="5563" y="5235"/>
                    <a:pt x="5449" y="5415"/>
                  </a:cubicBezTo>
                  <a:cubicBezTo>
                    <a:pt x="5498" y="6017"/>
                    <a:pt x="5530" y="7340"/>
                    <a:pt x="5530" y="8243"/>
                  </a:cubicBezTo>
                  <a:cubicBezTo>
                    <a:pt x="5530" y="11492"/>
                    <a:pt x="5270" y="12936"/>
                    <a:pt x="5026" y="12936"/>
                  </a:cubicBezTo>
                  <a:cubicBezTo>
                    <a:pt x="4749" y="12936"/>
                    <a:pt x="4717" y="9085"/>
                    <a:pt x="4684" y="7581"/>
                  </a:cubicBezTo>
                  <a:cubicBezTo>
                    <a:pt x="4652" y="7521"/>
                    <a:pt x="4619" y="7461"/>
                    <a:pt x="4554" y="7461"/>
                  </a:cubicBezTo>
                  <a:cubicBezTo>
                    <a:pt x="4294" y="7461"/>
                    <a:pt x="4261" y="8724"/>
                    <a:pt x="4213" y="9867"/>
                  </a:cubicBezTo>
                  <a:cubicBezTo>
                    <a:pt x="4131" y="11131"/>
                    <a:pt x="3936" y="12695"/>
                    <a:pt x="3643" y="12695"/>
                  </a:cubicBezTo>
                  <a:cubicBezTo>
                    <a:pt x="3481" y="12695"/>
                    <a:pt x="3367" y="12094"/>
                    <a:pt x="3351" y="10950"/>
                  </a:cubicBezTo>
                  <a:cubicBezTo>
                    <a:pt x="3318" y="8664"/>
                    <a:pt x="3839" y="5957"/>
                    <a:pt x="4652" y="6799"/>
                  </a:cubicBezTo>
                  <a:cubicBezTo>
                    <a:pt x="4749" y="5896"/>
                    <a:pt x="4587" y="5174"/>
                    <a:pt x="4245" y="5174"/>
                  </a:cubicBezTo>
                  <a:cubicBezTo>
                    <a:pt x="3660" y="5174"/>
                    <a:pt x="3172" y="6799"/>
                    <a:pt x="2960" y="8724"/>
                  </a:cubicBezTo>
                  <a:cubicBezTo>
                    <a:pt x="2749" y="10529"/>
                    <a:pt x="2358" y="13116"/>
                    <a:pt x="1594" y="13116"/>
                  </a:cubicBezTo>
                  <a:cubicBezTo>
                    <a:pt x="1057" y="13116"/>
                    <a:pt x="634" y="11372"/>
                    <a:pt x="634" y="7701"/>
                  </a:cubicBezTo>
                  <a:cubicBezTo>
                    <a:pt x="634" y="4513"/>
                    <a:pt x="1171" y="1504"/>
                    <a:pt x="1757" y="1504"/>
                  </a:cubicBezTo>
                  <a:cubicBezTo>
                    <a:pt x="2147" y="1504"/>
                    <a:pt x="2245" y="3008"/>
                    <a:pt x="2212" y="4332"/>
                  </a:cubicBezTo>
                  <a:cubicBezTo>
                    <a:pt x="2423" y="4994"/>
                    <a:pt x="2765" y="4392"/>
                    <a:pt x="2765" y="2828"/>
                  </a:cubicBezTo>
                  <a:cubicBezTo>
                    <a:pt x="2765" y="1805"/>
                    <a:pt x="2537" y="0"/>
                    <a:pt x="1773" y="0"/>
                  </a:cubicBezTo>
                  <a:cubicBezTo>
                    <a:pt x="830" y="0"/>
                    <a:pt x="0" y="3430"/>
                    <a:pt x="0" y="7942"/>
                  </a:cubicBezTo>
                  <a:cubicBezTo>
                    <a:pt x="0" y="12394"/>
                    <a:pt x="618" y="14982"/>
                    <a:pt x="1464" y="14982"/>
                  </a:cubicBezTo>
                  <a:cubicBezTo>
                    <a:pt x="2001" y="14982"/>
                    <a:pt x="2505" y="13838"/>
                    <a:pt x="2863" y="11733"/>
                  </a:cubicBezTo>
                  <a:cubicBezTo>
                    <a:pt x="2944" y="13598"/>
                    <a:pt x="3286" y="14320"/>
                    <a:pt x="3546" y="14320"/>
                  </a:cubicBezTo>
                  <a:cubicBezTo>
                    <a:pt x="3952" y="14320"/>
                    <a:pt x="4229" y="13357"/>
                    <a:pt x="4375" y="12033"/>
                  </a:cubicBezTo>
                  <a:cubicBezTo>
                    <a:pt x="4457" y="13357"/>
                    <a:pt x="4652" y="14320"/>
                    <a:pt x="4977" y="14320"/>
                  </a:cubicBezTo>
                  <a:cubicBezTo>
                    <a:pt x="5205" y="14320"/>
                    <a:pt x="5367" y="13899"/>
                    <a:pt x="5514" y="13237"/>
                  </a:cubicBezTo>
                  <a:cubicBezTo>
                    <a:pt x="5449" y="17870"/>
                    <a:pt x="5384" y="20818"/>
                    <a:pt x="6132" y="20276"/>
                  </a:cubicBezTo>
                  <a:cubicBezTo>
                    <a:pt x="6018" y="18953"/>
                    <a:pt x="5986" y="16546"/>
                    <a:pt x="5986" y="14380"/>
                  </a:cubicBezTo>
                  <a:cubicBezTo>
                    <a:pt x="5986" y="8484"/>
                    <a:pt x="6246" y="6558"/>
                    <a:pt x="6571" y="6558"/>
                  </a:cubicBezTo>
                  <a:cubicBezTo>
                    <a:pt x="6815" y="6558"/>
                    <a:pt x="6880" y="7701"/>
                    <a:pt x="6880" y="8905"/>
                  </a:cubicBezTo>
                  <a:cubicBezTo>
                    <a:pt x="6880" y="9506"/>
                    <a:pt x="6864" y="10228"/>
                    <a:pt x="6831" y="10950"/>
                  </a:cubicBezTo>
                  <a:cubicBezTo>
                    <a:pt x="6425" y="11853"/>
                    <a:pt x="6099" y="12635"/>
                    <a:pt x="6099" y="13538"/>
                  </a:cubicBezTo>
                  <a:cubicBezTo>
                    <a:pt x="6099" y="14320"/>
                    <a:pt x="6246" y="14380"/>
                    <a:pt x="6376" y="14380"/>
                  </a:cubicBezTo>
                  <a:cubicBezTo>
                    <a:pt x="6685" y="14380"/>
                    <a:pt x="7059" y="13237"/>
                    <a:pt x="7270" y="11131"/>
                  </a:cubicBezTo>
                  <a:cubicBezTo>
                    <a:pt x="7449" y="10710"/>
                    <a:pt x="7628" y="10228"/>
                    <a:pt x="7807" y="9627"/>
                  </a:cubicBezTo>
                  <a:cubicBezTo>
                    <a:pt x="7807" y="9867"/>
                    <a:pt x="7791" y="10048"/>
                    <a:pt x="7791" y="10289"/>
                  </a:cubicBezTo>
                  <a:cubicBezTo>
                    <a:pt x="7791" y="12394"/>
                    <a:pt x="8051" y="13658"/>
                    <a:pt x="8442" y="13658"/>
                  </a:cubicBezTo>
                  <a:cubicBezTo>
                    <a:pt x="8751" y="13658"/>
                    <a:pt x="8995" y="12876"/>
                    <a:pt x="9157" y="11612"/>
                  </a:cubicBezTo>
                  <a:cubicBezTo>
                    <a:pt x="9173" y="12334"/>
                    <a:pt x="9173" y="12996"/>
                    <a:pt x="9173" y="13598"/>
                  </a:cubicBezTo>
                  <a:cubicBezTo>
                    <a:pt x="8539" y="14681"/>
                    <a:pt x="7840" y="15764"/>
                    <a:pt x="7840" y="18832"/>
                  </a:cubicBezTo>
                  <a:cubicBezTo>
                    <a:pt x="7840" y="20397"/>
                    <a:pt x="8149" y="21600"/>
                    <a:pt x="8555" y="21600"/>
                  </a:cubicBezTo>
                  <a:cubicBezTo>
                    <a:pt x="9434" y="21600"/>
                    <a:pt x="9645" y="18170"/>
                    <a:pt x="9645" y="14139"/>
                  </a:cubicBezTo>
                  <a:cubicBezTo>
                    <a:pt x="9938" y="13658"/>
                    <a:pt x="10149" y="13357"/>
                    <a:pt x="10393" y="12876"/>
                  </a:cubicBezTo>
                  <a:cubicBezTo>
                    <a:pt x="10605" y="13838"/>
                    <a:pt x="10898" y="14320"/>
                    <a:pt x="11158" y="14320"/>
                  </a:cubicBezTo>
                  <a:cubicBezTo>
                    <a:pt x="11662" y="14320"/>
                    <a:pt x="12036" y="13357"/>
                    <a:pt x="12329" y="11372"/>
                  </a:cubicBezTo>
                  <a:cubicBezTo>
                    <a:pt x="12394" y="12876"/>
                    <a:pt x="12492" y="14320"/>
                    <a:pt x="12703" y="14320"/>
                  </a:cubicBezTo>
                  <a:cubicBezTo>
                    <a:pt x="13110" y="14320"/>
                    <a:pt x="13191" y="6679"/>
                    <a:pt x="13484" y="6679"/>
                  </a:cubicBezTo>
                  <a:cubicBezTo>
                    <a:pt x="13711" y="6679"/>
                    <a:pt x="13516" y="14982"/>
                    <a:pt x="14118" y="14982"/>
                  </a:cubicBezTo>
                  <a:cubicBezTo>
                    <a:pt x="14622" y="14982"/>
                    <a:pt x="14720" y="7701"/>
                    <a:pt x="14964" y="7701"/>
                  </a:cubicBezTo>
                  <a:cubicBezTo>
                    <a:pt x="15143" y="7701"/>
                    <a:pt x="15159" y="14320"/>
                    <a:pt x="15712" y="14320"/>
                  </a:cubicBezTo>
                  <a:cubicBezTo>
                    <a:pt x="15989" y="14320"/>
                    <a:pt x="16281" y="13116"/>
                    <a:pt x="16428" y="10589"/>
                  </a:cubicBezTo>
                  <a:cubicBezTo>
                    <a:pt x="16493" y="12274"/>
                    <a:pt x="16720" y="14320"/>
                    <a:pt x="17176" y="14320"/>
                  </a:cubicBezTo>
                  <a:cubicBezTo>
                    <a:pt x="17436" y="14320"/>
                    <a:pt x="17664" y="13357"/>
                    <a:pt x="17843" y="12033"/>
                  </a:cubicBezTo>
                  <a:cubicBezTo>
                    <a:pt x="17892" y="13417"/>
                    <a:pt x="17989" y="14320"/>
                    <a:pt x="18184" y="14320"/>
                  </a:cubicBezTo>
                  <a:cubicBezTo>
                    <a:pt x="18705" y="14320"/>
                    <a:pt x="18689" y="6739"/>
                    <a:pt x="19095" y="6739"/>
                  </a:cubicBezTo>
                  <a:cubicBezTo>
                    <a:pt x="19420" y="6739"/>
                    <a:pt x="19323" y="14320"/>
                    <a:pt x="20087" y="14320"/>
                  </a:cubicBezTo>
                  <a:cubicBezTo>
                    <a:pt x="20445" y="14320"/>
                    <a:pt x="20624" y="13237"/>
                    <a:pt x="20722" y="11793"/>
                  </a:cubicBezTo>
                  <a:cubicBezTo>
                    <a:pt x="20868" y="13899"/>
                    <a:pt x="21096" y="14320"/>
                    <a:pt x="21275" y="14320"/>
                  </a:cubicBezTo>
                  <a:cubicBezTo>
                    <a:pt x="21389" y="14320"/>
                    <a:pt x="21486" y="14199"/>
                    <a:pt x="21600" y="13658"/>
                  </a:cubicBezTo>
                  <a:cubicBezTo>
                    <a:pt x="21014" y="12755"/>
                    <a:pt x="21063" y="9326"/>
                    <a:pt x="21063" y="7100"/>
                  </a:cubicBezTo>
                  <a:moveTo>
                    <a:pt x="8588" y="20156"/>
                  </a:moveTo>
                  <a:cubicBezTo>
                    <a:pt x="8409" y="20156"/>
                    <a:pt x="8311" y="19554"/>
                    <a:pt x="8311" y="18832"/>
                  </a:cubicBezTo>
                  <a:cubicBezTo>
                    <a:pt x="8311" y="16847"/>
                    <a:pt x="8702" y="15824"/>
                    <a:pt x="9173" y="14921"/>
                  </a:cubicBezTo>
                  <a:cubicBezTo>
                    <a:pt x="9157" y="19193"/>
                    <a:pt x="8881" y="20156"/>
                    <a:pt x="8588" y="20156"/>
                  </a:cubicBezTo>
                  <a:moveTo>
                    <a:pt x="10963" y="6318"/>
                  </a:moveTo>
                  <a:cubicBezTo>
                    <a:pt x="11142" y="6318"/>
                    <a:pt x="11255" y="6919"/>
                    <a:pt x="11239" y="7762"/>
                  </a:cubicBezTo>
                  <a:cubicBezTo>
                    <a:pt x="11207" y="8784"/>
                    <a:pt x="11011" y="9988"/>
                    <a:pt x="10654" y="10890"/>
                  </a:cubicBezTo>
                  <a:cubicBezTo>
                    <a:pt x="10475" y="8965"/>
                    <a:pt x="10621" y="6318"/>
                    <a:pt x="10963" y="6318"/>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2" name="Freeform 59">
              <a:extLst>
                <a:ext uri="{FF2B5EF4-FFF2-40B4-BE49-F238E27FC236}">
                  <a16:creationId xmlns:a16="http://schemas.microsoft.com/office/drawing/2014/main" id="{CC2A41A5-1441-D327-0CDD-0BDD4F0B5586}"/>
                </a:ext>
              </a:extLst>
            </p:cNvPr>
            <p:cNvSpPr/>
            <p:nvPr/>
          </p:nvSpPr>
          <p:spPr>
            <a:xfrm>
              <a:off x="792632" y="18388"/>
              <a:ext cx="29116" cy="30649"/>
            </a:xfrm>
            <a:custGeom>
              <a:avLst/>
              <a:gdLst/>
              <a:ahLst/>
              <a:cxnLst>
                <a:cxn ang="0">
                  <a:pos x="wd2" y="hd2"/>
                </a:cxn>
                <a:cxn ang="5400000">
                  <a:pos x="wd2" y="hd2"/>
                </a:cxn>
                <a:cxn ang="10800000">
                  <a:pos x="wd2" y="hd2"/>
                </a:cxn>
                <a:cxn ang="16200000">
                  <a:pos x="wd2" y="hd2"/>
                </a:cxn>
              </a:cxnLst>
              <a:rect l="0" t="0" r="r" b="b"/>
              <a:pathLst>
                <a:path w="21600" h="21600" extrusionOk="0">
                  <a:moveTo>
                    <a:pt x="11092" y="21600"/>
                  </a:moveTo>
                  <a:cubicBezTo>
                    <a:pt x="17514" y="21046"/>
                    <a:pt x="21600" y="16062"/>
                    <a:pt x="21600" y="10523"/>
                  </a:cubicBezTo>
                  <a:cubicBezTo>
                    <a:pt x="21600" y="4431"/>
                    <a:pt x="17514" y="0"/>
                    <a:pt x="11092" y="0"/>
                  </a:cubicBezTo>
                  <a:cubicBezTo>
                    <a:pt x="5254" y="554"/>
                    <a:pt x="0" y="4985"/>
                    <a:pt x="0" y="11077"/>
                  </a:cubicBezTo>
                  <a:cubicBezTo>
                    <a:pt x="0" y="17169"/>
                    <a:pt x="5254" y="21600"/>
                    <a:pt x="11092" y="21600"/>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3" name="Freeform 60">
              <a:extLst>
                <a:ext uri="{FF2B5EF4-FFF2-40B4-BE49-F238E27FC236}">
                  <a16:creationId xmlns:a16="http://schemas.microsoft.com/office/drawing/2014/main" id="{3007AEF4-1909-E000-EB1A-D963D6BB63B0}"/>
                </a:ext>
              </a:extLst>
            </p:cNvPr>
            <p:cNvSpPr/>
            <p:nvPr/>
          </p:nvSpPr>
          <p:spPr>
            <a:xfrm>
              <a:off x="999506" y="23752"/>
              <a:ext cx="27201" cy="29536"/>
            </a:xfrm>
            <a:custGeom>
              <a:avLst/>
              <a:gdLst/>
              <a:ahLst/>
              <a:cxnLst>
                <a:cxn ang="0">
                  <a:pos x="wd2" y="hd2"/>
                </a:cxn>
                <a:cxn ang="5400000">
                  <a:pos x="wd2" y="hd2"/>
                </a:cxn>
                <a:cxn ang="10800000">
                  <a:pos x="wd2" y="hd2"/>
                </a:cxn>
                <a:cxn ang="16200000">
                  <a:pos x="wd2" y="hd2"/>
                </a:cxn>
              </a:cxnLst>
              <a:rect l="0" t="0" r="r" b="b"/>
              <a:pathLst>
                <a:path w="21600" h="21080" extrusionOk="0">
                  <a:moveTo>
                    <a:pt x="10800" y="21032"/>
                  </a:moveTo>
                  <a:cubicBezTo>
                    <a:pt x="16518" y="21032"/>
                    <a:pt x="21600" y="15916"/>
                    <a:pt x="21600" y="10232"/>
                  </a:cubicBezTo>
                  <a:cubicBezTo>
                    <a:pt x="21600" y="4547"/>
                    <a:pt x="16518" y="0"/>
                    <a:pt x="10800" y="0"/>
                  </a:cubicBezTo>
                  <a:cubicBezTo>
                    <a:pt x="4447" y="568"/>
                    <a:pt x="0" y="5116"/>
                    <a:pt x="0" y="10800"/>
                  </a:cubicBezTo>
                  <a:cubicBezTo>
                    <a:pt x="0" y="17053"/>
                    <a:pt x="4447" y="21600"/>
                    <a:pt x="10800" y="21032"/>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4" name="Freeform 61">
              <a:extLst>
                <a:ext uri="{FF2B5EF4-FFF2-40B4-BE49-F238E27FC236}">
                  <a16:creationId xmlns:a16="http://schemas.microsoft.com/office/drawing/2014/main" id="{29FE1352-0768-B194-8298-D358E9EF1581}"/>
                </a:ext>
              </a:extLst>
            </p:cNvPr>
            <p:cNvSpPr/>
            <p:nvPr/>
          </p:nvSpPr>
          <p:spPr>
            <a:xfrm>
              <a:off x="1065399" y="-1"/>
              <a:ext cx="226796" cy="191037"/>
            </a:xfrm>
            <a:custGeom>
              <a:avLst/>
              <a:gdLst/>
              <a:ahLst/>
              <a:cxnLst>
                <a:cxn ang="0">
                  <a:pos x="wd2" y="hd2"/>
                </a:cxn>
                <a:cxn ang="5400000">
                  <a:pos x="wd2" y="hd2"/>
                </a:cxn>
                <a:cxn ang="10800000">
                  <a:pos x="wd2" y="hd2"/>
                </a:cxn>
                <a:cxn ang="16200000">
                  <a:pos x="wd2" y="hd2"/>
                </a:cxn>
              </a:cxnLst>
              <a:rect l="0" t="0" r="r" b="b"/>
              <a:pathLst>
                <a:path w="21600" h="21456" extrusionOk="0">
                  <a:moveTo>
                    <a:pt x="21525" y="13511"/>
                  </a:moveTo>
                  <a:cubicBezTo>
                    <a:pt x="21525" y="9867"/>
                    <a:pt x="20095" y="6844"/>
                    <a:pt x="17837" y="4444"/>
                  </a:cubicBezTo>
                  <a:cubicBezTo>
                    <a:pt x="16181" y="2667"/>
                    <a:pt x="14149" y="1244"/>
                    <a:pt x="12042" y="267"/>
                  </a:cubicBezTo>
                  <a:cubicBezTo>
                    <a:pt x="11891" y="178"/>
                    <a:pt x="11741" y="89"/>
                    <a:pt x="11515" y="0"/>
                  </a:cubicBezTo>
                  <a:cubicBezTo>
                    <a:pt x="11515" y="0"/>
                    <a:pt x="11515" y="0"/>
                    <a:pt x="11515" y="0"/>
                  </a:cubicBezTo>
                  <a:cubicBezTo>
                    <a:pt x="8956" y="3644"/>
                    <a:pt x="0" y="6400"/>
                    <a:pt x="0" y="14044"/>
                  </a:cubicBezTo>
                  <a:cubicBezTo>
                    <a:pt x="0" y="17067"/>
                    <a:pt x="1580" y="19822"/>
                    <a:pt x="3989" y="20978"/>
                  </a:cubicBezTo>
                  <a:cubicBezTo>
                    <a:pt x="5344" y="21600"/>
                    <a:pt x="6698" y="21600"/>
                    <a:pt x="8053" y="21067"/>
                  </a:cubicBezTo>
                  <a:cubicBezTo>
                    <a:pt x="9257" y="20622"/>
                    <a:pt x="10311" y="19733"/>
                    <a:pt x="11139" y="18667"/>
                  </a:cubicBezTo>
                  <a:cubicBezTo>
                    <a:pt x="13698" y="15200"/>
                    <a:pt x="14826" y="9867"/>
                    <a:pt x="18063" y="9867"/>
                  </a:cubicBezTo>
                  <a:cubicBezTo>
                    <a:pt x="20998" y="9867"/>
                    <a:pt x="21374" y="12356"/>
                    <a:pt x="21600" y="13689"/>
                  </a:cubicBezTo>
                  <a:cubicBezTo>
                    <a:pt x="21600" y="13689"/>
                    <a:pt x="21600" y="13600"/>
                    <a:pt x="21525" y="13511"/>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sp>
        <p:nvSpPr>
          <p:cNvPr id="16" name="Freeform 21">
            <a:extLst>
              <a:ext uri="{FF2B5EF4-FFF2-40B4-BE49-F238E27FC236}">
                <a16:creationId xmlns:a16="http://schemas.microsoft.com/office/drawing/2014/main" id="{323917D4-59EC-69F8-6FB5-6A37B28BDB35}"/>
              </a:ext>
            </a:extLst>
          </p:cNvPr>
          <p:cNvSpPr/>
          <p:nvPr/>
        </p:nvSpPr>
        <p:spPr>
          <a:xfrm>
            <a:off x="4707586" y="1257922"/>
            <a:ext cx="563690" cy="249324"/>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7" name="Freeform 22">
            <a:extLst>
              <a:ext uri="{FF2B5EF4-FFF2-40B4-BE49-F238E27FC236}">
                <a16:creationId xmlns:a16="http://schemas.microsoft.com/office/drawing/2014/main" id="{7EE8758F-CE2A-406C-25A5-24AADC136BEB}"/>
              </a:ext>
            </a:extLst>
          </p:cNvPr>
          <p:cNvSpPr/>
          <p:nvPr/>
        </p:nvSpPr>
        <p:spPr>
          <a:xfrm>
            <a:off x="4796716" y="1051958"/>
            <a:ext cx="386634" cy="310753"/>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8" name="Arrow: Left-Right-Up 17">
            <a:extLst>
              <a:ext uri="{FF2B5EF4-FFF2-40B4-BE49-F238E27FC236}">
                <a16:creationId xmlns:a16="http://schemas.microsoft.com/office/drawing/2014/main" id="{E3CE930B-6579-D0D0-A55B-55BA0970A65A}"/>
              </a:ext>
            </a:extLst>
          </p:cNvPr>
          <p:cNvSpPr/>
          <p:nvPr/>
        </p:nvSpPr>
        <p:spPr>
          <a:xfrm>
            <a:off x="4871358" y="2717334"/>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19" name="Arrow: Left-Right-Up 18">
            <a:extLst>
              <a:ext uri="{FF2B5EF4-FFF2-40B4-BE49-F238E27FC236}">
                <a16:creationId xmlns:a16="http://schemas.microsoft.com/office/drawing/2014/main" id="{6E2E7925-F87A-5A21-091A-AE06F240E47F}"/>
              </a:ext>
            </a:extLst>
          </p:cNvPr>
          <p:cNvSpPr/>
          <p:nvPr/>
        </p:nvSpPr>
        <p:spPr>
          <a:xfrm>
            <a:off x="4871358" y="3635483"/>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20" name="Arrow: Left-Right-Up 19">
            <a:extLst>
              <a:ext uri="{FF2B5EF4-FFF2-40B4-BE49-F238E27FC236}">
                <a16:creationId xmlns:a16="http://schemas.microsoft.com/office/drawing/2014/main" id="{509D5C8D-8ABD-06CA-F858-FF0498BAECB4}"/>
              </a:ext>
            </a:extLst>
          </p:cNvPr>
          <p:cNvSpPr/>
          <p:nvPr/>
        </p:nvSpPr>
        <p:spPr>
          <a:xfrm>
            <a:off x="4871358" y="4464849"/>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86A9E356-8DCA-1DD8-2A15-B34268754DA4}"/>
              </a:ext>
            </a:extLst>
          </p:cNvPr>
          <p:cNvSpPr txBox="1"/>
          <p:nvPr/>
        </p:nvSpPr>
        <p:spPr>
          <a:xfrm>
            <a:off x="1775600" y="1407370"/>
            <a:ext cx="357148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Executive Level:</a:t>
            </a:r>
          </a:p>
        </p:txBody>
      </p:sp>
      <p:sp>
        <p:nvSpPr>
          <p:cNvPr id="31" name="TextBox 30">
            <a:extLst>
              <a:ext uri="{FF2B5EF4-FFF2-40B4-BE49-F238E27FC236}">
                <a16:creationId xmlns:a16="http://schemas.microsoft.com/office/drawing/2014/main" id="{F6EDAFA3-CF5D-6CD1-3F04-F26402155D40}"/>
              </a:ext>
            </a:extLst>
          </p:cNvPr>
          <p:cNvSpPr txBox="1"/>
          <p:nvPr/>
        </p:nvSpPr>
        <p:spPr>
          <a:xfrm>
            <a:off x="184311" y="1797798"/>
            <a:ext cx="133516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Other key stakeholders:</a:t>
            </a:r>
          </a:p>
        </p:txBody>
      </p:sp>
      <p:sp>
        <p:nvSpPr>
          <p:cNvPr id="64" name="TextBox 63">
            <a:extLst>
              <a:ext uri="{FF2B5EF4-FFF2-40B4-BE49-F238E27FC236}">
                <a16:creationId xmlns:a16="http://schemas.microsoft.com/office/drawing/2014/main" id="{56C8ED0B-81D8-46AA-6AD3-9599BED25299}"/>
              </a:ext>
            </a:extLst>
          </p:cNvPr>
          <p:cNvSpPr txBox="1"/>
          <p:nvPr/>
        </p:nvSpPr>
        <p:spPr>
          <a:xfrm>
            <a:off x="272092" y="2442455"/>
            <a:ext cx="1403755" cy="3049778"/>
          </a:xfrm>
          <a:prstGeom prst="rect">
            <a:avLst/>
          </a:prstGeom>
          <a:noFill/>
        </p:spPr>
        <p:txBody>
          <a:bodyPr wrap="square" lIns="91440" tIns="45720" rIns="91440" bIns="45720" rtlCol="0" anchor="t">
            <a:noAutofit/>
          </a:bodyPr>
          <a:lstStyle/>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Finance modernisation</a:t>
            </a:r>
            <a:endParaRPr lang="en-GB" err="1">
              <a:solidFill>
                <a:prstClr val="white"/>
              </a:solidFill>
            </a:endParaRP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Underwriting &amp; Servicing </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Data Migration</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Operations </a:t>
            </a:r>
          </a:p>
        </p:txBody>
      </p:sp>
      <p:sp>
        <p:nvSpPr>
          <p:cNvPr id="65" name="Rectangle: Rounded Corners 64">
            <a:extLst>
              <a:ext uri="{FF2B5EF4-FFF2-40B4-BE49-F238E27FC236}">
                <a16:creationId xmlns:a16="http://schemas.microsoft.com/office/drawing/2014/main" id="{DD795179-BE8A-87C7-2CC3-B660419A6194}"/>
              </a:ext>
            </a:extLst>
          </p:cNvPr>
          <p:cNvSpPr/>
          <p:nvPr/>
        </p:nvSpPr>
        <p:spPr>
          <a:xfrm>
            <a:off x="1809751" y="5409233"/>
            <a:ext cx="7124700" cy="527334"/>
          </a:xfrm>
          <a:prstGeom prst="roundRect">
            <a:avLst>
              <a:gd name="adj" fmla="val 14259"/>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29E59022-4BF3-E29E-C12E-B58C08FA9385}"/>
              </a:ext>
            </a:extLst>
          </p:cNvPr>
          <p:cNvSpPr txBox="1"/>
          <p:nvPr/>
        </p:nvSpPr>
        <p:spPr>
          <a:xfrm>
            <a:off x="1814423" y="1726943"/>
            <a:ext cx="3486150" cy="261610"/>
          </a:xfrm>
          <a:prstGeom prst="rect">
            <a:avLst/>
          </a:prstGeom>
          <a:noFill/>
        </p:spPr>
        <p:txBody>
          <a:bodyPr wrap="square" lIns="91440" tIns="45720" rIns="91440" bIns="45720" rtlCol="0" anchor="t">
            <a:spAutoFit/>
          </a:bodyPr>
          <a:lstStyle/>
          <a:p>
            <a:pPr>
              <a:defRPr/>
            </a:pPr>
            <a:r>
              <a:rPr lang="en-GB" sz="1100" kern="0">
                <a:solidFill>
                  <a:prstClr val="white"/>
                </a:solidFill>
                <a:latin typeface="Calibri" panose="020F0502020204030204"/>
              </a:rPr>
              <a:t>Business Sponsor</a:t>
            </a:r>
          </a:p>
        </p:txBody>
      </p:sp>
      <p:sp>
        <p:nvSpPr>
          <p:cNvPr id="68" name="Arrow: Right 67">
            <a:extLst>
              <a:ext uri="{FF2B5EF4-FFF2-40B4-BE49-F238E27FC236}">
                <a16:creationId xmlns:a16="http://schemas.microsoft.com/office/drawing/2014/main" id="{6EC92D07-E96C-E6F1-6144-5C016A8483E5}"/>
              </a:ext>
            </a:extLst>
          </p:cNvPr>
          <p:cNvSpPr/>
          <p:nvPr/>
        </p:nvSpPr>
        <p:spPr>
          <a:xfrm>
            <a:off x="1581921" y="3146497"/>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9" name="Arrow: Right 68">
            <a:extLst>
              <a:ext uri="{FF2B5EF4-FFF2-40B4-BE49-F238E27FC236}">
                <a16:creationId xmlns:a16="http://schemas.microsoft.com/office/drawing/2014/main" id="{5D7DF35D-547B-CEF6-8912-5239B47DA582}"/>
              </a:ext>
            </a:extLst>
          </p:cNvPr>
          <p:cNvSpPr/>
          <p:nvPr/>
        </p:nvSpPr>
        <p:spPr>
          <a:xfrm>
            <a:off x="1588750" y="463141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CFB73E41-28E5-5B6A-78F2-6DDBCEC42C75}"/>
              </a:ext>
            </a:extLst>
          </p:cNvPr>
          <p:cNvSpPr txBox="1"/>
          <p:nvPr/>
        </p:nvSpPr>
        <p:spPr>
          <a:xfrm>
            <a:off x="1857012" y="5403942"/>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SMEs, Business Analysts, Architects, Engineers, UAT team etc.</a:t>
            </a:r>
          </a:p>
        </p:txBody>
      </p:sp>
      <p:sp>
        <p:nvSpPr>
          <p:cNvPr id="72" name="TextBox 71">
            <a:extLst>
              <a:ext uri="{FF2B5EF4-FFF2-40B4-BE49-F238E27FC236}">
                <a16:creationId xmlns:a16="http://schemas.microsoft.com/office/drawing/2014/main" id="{8BE5E1E7-CD92-CE60-9C08-362CA75D1DE5}"/>
              </a:ext>
            </a:extLst>
          </p:cNvPr>
          <p:cNvSpPr txBox="1"/>
          <p:nvPr/>
        </p:nvSpPr>
        <p:spPr>
          <a:xfrm>
            <a:off x="1775600" y="5176198"/>
            <a:ext cx="348615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Calibri" panose="020F0502020204030204"/>
                <a:ea typeface="+mn-ea"/>
                <a:cs typeface="+mn-cs"/>
              </a:rPr>
              <a:t>Project Team:</a:t>
            </a:r>
          </a:p>
        </p:txBody>
      </p:sp>
      <p:sp>
        <p:nvSpPr>
          <p:cNvPr id="73" name="TextBox 72">
            <a:extLst>
              <a:ext uri="{FF2B5EF4-FFF2-40B4-BE49-F238E27FC236}">
                <a16:creationId xmlns:a16="http://schemas.microsoft.com/office/drawing/2014/main" id="{DA88CA85-FB53-C64C-A159-419AAEA605FC}"/>
              </a:ext>
            </a:extLst>
          </p:cNvPr>
          <p:cNvSpPr txBox="1"/>
          <p:nvPr/>
        </p:nvSpPr>
        <p:spPr>
          <a:xfrm>
            <a:off x="5507548" y="5412656"/>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Analysts, Architects, Designers, Engineers, QA / Testers, DevOps, Scrum Masters, Data Scientists</a:t>
            </a:r>
          </a:p>
        </p:txBody>
      </p:sp>
      <p:sp>
        <p:nvSpPr>
          <p:cNvPr id="75" name="TextBox 74">
            <a:extLst>
              <a:ext uri="{FF2B5EF4-FFF2-40B4-BE49-F238E27FC236}">
                <a16:creationId xmlns:a16="http://schemas.microsoft.com/office/drawing/2014/main" id="{91FCB2E9-EFCE-A69F-5B43-74088B169490}"/>
              </a:ext>
            </a:extLst>
          </p:cNvPr>
          <p:cNvSpPr txBox="1"/>
          <p:nvPr/>
        </p:nvSpPr>
        <p:spPr>
          <a:xfrm>
            <a:off x="5446052" y="1769040"/>
            <a:ext cx="3486150" cy="43088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Delivery Executive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Account Executive</a:t>
            </a:r>
            <a:endParaRPr lang="en-GB" sz="1100" b="0" i="0" u="none" strike="noStrike" kern="0" cap="none" spc="0" normalizeH="0" baseline="0" noProof="0">
              <a:ln>
                <a:noFill/>
              </a:ln>
              <a:solidFill>
                <a:prstClr val="white"/>
              </a:solidFill>
              <a:effectLst/>
              <a:uLnTx/>
              <a:uFillTx/>
              <a:latin typeface="Calibri" panose="020F0502020204030204"/>
              <a:ea typeface="Calibri"/>
              <a:cs typeface="Calibri"/>
            </a:endParaRPr>
          </a:p>
        </p:txBody>
      </p:sp>
      <p:sp>
        <p:nvSpPr>
          <p:cNvPr id="79" name="Arrow: Right 78">
            <a:extLst>
              <a:ext uri="{FF2B5EF4-FFF2-40B4-BE49-F238E27FC236}">
                <a16:creationId xmlns:a16="http://schemas.microsoft.com/office/drawing/2014/main" id="{CD85CC9E-C76C-99A6-0AA7-D23EBC90B81C}"/>
              </a:ext>
            </a:extLst>
          </p:cNvPr>
          <p:cNvSpPr/>
          <p:nvPr/>
        </p:nvSpPr>
        <p:spPr>
          <a:xfrm rot="16200000">
            <a:off x="3540796" y="516954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Arrow: Right 79">
            <a:extLst>
              <a:ext uri="{FF2B5EF4-FFF2-40B4-BE49-F238E27FC236}">
                <a16:creationId xmlns:a16="http://schemas.microsoft.com/office/drawing/2014/main" id="{D12F3023-A010-953A-C779-351443104C21}"/>
              </a:ext>
            </a:extLst>
          </p:cNvPr>
          <p:cNvSpPr/>
          <p:nvPr/>
        </p:nvSpPr>
        <p:spPr>
          <a:xfrm rot="16200000">
            <a:off x="7020499" y="5169550"/>
            <a:ext cx="226796" cy="312260"/>
          </a:xfrm>
          <a:prstGeom prst="rightArrow">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8" name="Arrow: Up 157">
            <a:extLst>
              <a:ext uri="{FF2B5EF4-FFF2-40B4-BE49-F238E27FC236}">
                <a16:creationId xmlns:a16="http://schemas.microsoft.com/office/drawing/2014/main" id="{065D6069-35D1-F6CE-68FA-DAB7FF59AAE4}"/>
              </a:ext>
            </a:extLst>
          </p:cNvPr>
          <p:cNvSpPr/>
          <p:nvPr/>
        </p:nvSpPr>
        <p:spPr>
          <a:xfrm>
            <a:off x="9007805" y="1675102"/>
            <a:ext cx="312260" cy="4267940"/>
          </a:xfrm>
          <a:prstGeom prst="upArrow">
            <a:avLst/>
          </a:prstGeom>
          <a:gradFill flip="none" rotWithShape="1">
            <a:gsLst>
              <a:gs pos="47000">
                <a:srgbClr val="FF33CC"/>
              </a:gs>
              <a:gs pos="0">
                <a:srgbClr val="FF33CC"/>
              </a:gs>
              <a:gs pos="55000">
                <a:srgbClr val="0070C0"/>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Escalations</a:t>
            </a:r>
          </a:p>
        </p:txBody>
      </p:sp>
      <p:sp>
        <p:nvSpPr>
          <p:cNvPr id="159" name="Arrow: Up 158">
            <a:extLst>
              <a:ext uri="{FF2B5EF4-FFF2-40B4-BE49-F238E27FC236}">
                <a16:creationId xmlns:a16="http://schemas.microsoft.com/office/drawing/2014/main" id="{3E74D0DB-5D9F-2161-28F6-5F9454CB384D}"/>
              </a:ext>
            </a:extLst>
          </p:cNvPr>
          <p:cNvSpPr/>
          <p:nvPr/>
        </p:nvSpPr>
        <p:spPr>
          <a:xfrm rot="10800000">
            <a:off x="9307005" y="1684369"/>
            <a:ext cx="312260" cy="4267940"/>
          </a:xfrm>
          <a:prstGeom prst="upArrow">
            <a:avLst/>
          </a:prstGeom>
          <a:gradFill flip="none" rotWithShape="1">
            <a:gsLst>
              <a:gs pos="0">
                <a:scrgbClr r="0" g="0" b="0"/>
              </a:gs>
              <a:gs pos="0">
                <a:srgbClr val="0070C0"/>
              </a:gs>
              <a:gs pos="40000">
                <a:srgbClr val="0070C0"/>
              </a:gs>
              <a:gs pos="55000">
                <a:srgbClr val="FF33CC"/>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Decisions / Actions</a:t>
            </a:r>
          </a:p>
        </p:txBody>
      </p:sp>
      <p:sp>
        <p:nvSpPr>
          <p:cNvPr id="161" name="TextBox 160">
            <a:extLst>
              <a:ext uri="{FF2B5EF4-FFF2-40B4-BE49-F238E27FC236}">
                <a16:creationId xmlns:a16="http://schemas.microsoft.com/office/drawing/2014/main" id="{D33F3196-94FF-53A9-BF8E-DF5118DDD82D}"/>
              </a:ext>
            </a:extLst>
          </p:cNvPr>
          <p:cNvSpPr txBox="1"/>
          <p:nvPr/>
        </p:nvSpPr>
        <p:spPr>
          <a:xfrm>
            <a:off x="9741952" y="1770632"/>
            <a:ext cx="2450147" cy="44494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Escalations are done jointly from Capgemini and Beazley representatives from one level to Capgemini &amp; Beazley representatives at the next level 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Prior to escalation, representatives will work together to:</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disagree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Prepare for the escalation, making clear:</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problem statement</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options for resolution and their pros and cons</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decision(s) and / or action(s) required</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date required by</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impact of doing nothing / missing the date</a:t>
            </a:r>
          </a:p>
        </p:txBody>
      </p:sp>
      <p:sp>
        <p:nvSpPr>
          <p:cNvPr id="162" name="TextBox 161">
            <a:extLst>
              <a:ext uri="{FF2B5EF4-FFF2-40B4-BE49-F238E27FC236}">
                <a16:creationId xmlns:a16="http://schemas.microsoft.com/office/drawing/2014/main" id="{5E165112-15A1-D585-19AD-FF403D4091AB}"/>
              </a:ext>
            </a:extLst>
          </p:cNvPr>
          <p:cNvSpPr txBox="1"/>
          <p:nvPr/>
        </p:nvSpPr>
        <p:spPr>
          <a:xfrm>
            <a:off x="9757810" y="1407370"/>
            <a:ext cx="1493101" cy="276999"/>
          </a:xfrm>
          <a:prstGeom prst="rect">
            <a:avLst/>
          </a:prstGeom>
          <a:noFill/>
        </p:spPr>
        <p:txBody>
          <a:bodyPr wrap="square" rtlCol="0">
            <a:spAutoFit/>
          </a:bodyPr>
          <a:lstStyle>
            <a:defPPr>
              <a:defRPr lang="en-US"/>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Escalation Etiquette:</a:t>
            </a:r>
          </a:p>
        </p:txBody>
      </p:sp>
      <p:sp>
        <p:nvSpPr>
          <p:cNvPr id="163" name="Rectangle: Rounded Corners 162">
            <a:extLst>
              <a:ext uri="{FF2B5EF4-FFF2-40B4-BE49-F238E27FC236}">
                <a16:creationId xmlns:a16="http://schemas.microsoft.com/office/drawing/2014/main" id="{A5DD8720-9485-51AF-3716-5D7E07F0CCBC}"/>
              </a:ext>
            </a:extLst>
          </p:cNvPr>
          <p:cNvSpPr/>
          <p:nvPr/>
        </p:nvSpPr>
        <p:spPr>
          <a:xfrm>
            <a:off x="9670066" y="1675102"/>
            <a:ext cx="2409167" cy="4277207"/>
          </a:xfrm>
          <a:prstGeom prst="roundRect">
            <a:avLst>
              <a:gd name="adj" fmla="val 8823"/>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66" name="Picture 2" descr="Beazley launches new private equity liability insurance product -  Reinsurance News">
            <a:extLst>
              <a:ext uri="{FF2B5EF4-FFF2-40B4-BE49-F238E27FC236}">
                <a16:creationId xmlns:a16="http://schemas.microsoft.com/office/drawing/2014/main" id="{32021D27-AC29-E2A0-0031-9CFB5CD3756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528200" y="1109227"/>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31">
            <a:extLst>
              <a:ext uri="{FF2B5EF4-FFF2-40B4-BE49-F238E27FC236}">
                <a16:creationId xmlns:a16="http://schemas.microsoft.com/office/drawing/2014/main" id="{9E2631F3-619B-FDD4-3D9F-C00744220037}"/>
              </a:ext>
            </a:extLst>
          </p:cNvPr>
          <p:cNvSpPr/>
          <p:nvPr/>
        </p:nvSpPr>
        <p:spPr>
          <a:xfrm>
            <a:off x="2211506" y="4626687"/>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Product Owner</a:t>
            </a:r>
            <a:endParaRPr lang="en-US"/>
          </a:p>
        </p:txBody>
      </p:sp>
      <p:sp>
        <p:nvSpPr>
          <p:cNvPr id="34" name="Rectangle: Rounded Corners 33">
            <a:extLst>
              <a:ext uri="{FF2B5EF4-FFF2-40B4-BE49-F238E27FC236}">
                <a16:creationId xmlns:a16="http://schemas.microsoft.com/office/drawing/2014/main" id="{15C5CECE-DD38-EEFF-8D9A-FA5871A281C0}"/>
              </a:ext>
            </a:extLst>
          </p:cNvPr>
          <p:cNvSpPr/>
          <p:nvPr/>
        </p:nvSpPr>
        <p:spPr>
          <a:xfrm>
            <a:off x="6214165" y="4667177"/>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Functional Lead</a:t>
            </a:r>
            <a:endParaRPr lang="en-US">
              <a:solidFill>
                <a:schemeClr val="bg1"/>
              </a:solidFill>
            </a:endParaRPr>
          </a:p>
        </p:txBody>
      </p:sp>
      <p:sp>
        <p:nvSpPr>
          <p:cNvPr id="35" name="Rectangle: Rounded Corners 34">
            <a:extLst>
              <a:ext uri="{FF2B5EF4-FFF2-40B4-BE49-F238E27FC236}">
                <a16:creationId xmlns:a16="http://schemas.microsoft.com/office/drawing/2014/main" id="{B9469419-B5B9-33C8-9323-BEFC55B033AA}"/>
              </a:ext>
            </a:extLst>
          </p:cNvPr>
          <p:cNvSpPr/>
          <p:nvPr/>
        </p:nvSpPr>
        <p:spPr>
          <a:xfrm>
            <a:off x="2225882" y="3792800"/>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p>
        </p:txBody>
      </p:sp>
      <p:sp>
        <p:nvSpPr>
          <p:cNvPr id="36" name="Rectangle: Rounded Corners 35">
            <a:extLst>
              <a:ext uri="{FF2B5EF4-FFF2-40B4-BE49-F238E27FC236}">
                <a16:creationId xmlns:a16="http://schemas.microsoft.com/office/drawing/2014/main" id="{9734F6C7-2DF3-0F90-2005-F95170705822}"/>
              </a:ext>
            </a:extLst>
          </p:cNvPr>
          <p:cNvSpPr/>
          <p:nvPr/>
        </p:nvSpPr>
        <p:spPr>
          <a:xfrm>
            <a:off x="6214164" y="3804535"/>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solidFill>
                <a:schemeClr val="bg1"/>
              </a:solidFill>
            </a:endParaRPr>
          </a:p>
        </p:txBody>
      </p:sp>
      <p:sp>
        <p:nvSpPr>
          <p:cNvPr id="37" name="Rectangle: Rounded Corners 36">
            <a:extLst>
              <a:ext uri="{FF2B5EF4-FFF2-40B4-BE49-F238E27FC236}">
                <a16:creationId xmlns:a16="http://schemas.microsoft.com/office/drawing/2014/main" id="{15CF1724-7B54-F1AA-89DF-4918B3D30983}"/>
              </a:ext>
            </a:extLst>
          </p:cNvPr>
          <p:cNvSpPr/>
          <p:nvPr/>
        </p:nvSpPr>
        <p:spPr>
          <a:xfrm>
            <a:off x="2216733" y="2877223"/>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
        <p:nvSpPr>
          <p:cNvPr id="38" name="Rectangle: Rounded Corners 37">
            <a:extLst>
              <a:ext uri="{FF2B5EF4-FFF2-40B4-BE49-F238E27FC236}">
                <a16:creationId xmlns:a16="http://schemas.microsoft.com/office/drawing/2014/main" id="{26558AFD-6EAC-E706-D6BF-6C13B50D5923}"/>
              </a:ext>
            </a:extLst>
          </p:cNvPr>
          <p:cNvSpPr/>
          <p:nvPr/>
        </p:nvSpPr>
        <p:spPr>
          <a:xfrm>
            <a:off x="6214164" y="2884384"/>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Tree>
    <p:extLst>
      <p:ext uri="{BB962C8B-B14F-4D97-AF65-F5344CB8AC3E}">
        <p14:creationId xmlns:p14="http://schemas.microsoft.com/office/powerpoint/2010/main" val="3236229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a:t>
            </a:r>
          </a:p>
        </p:txBody>
      </p:sp>
      <p:grpSp>
        <p:nvGrpSpPr>
          <p:cNvPr id="181" name="Group 180">
            <a:extLst>
              <a:ext uri="{FF2B5EF4-FFF2-40B4-BE49-F238E27FC236}">
                <a16:creationId xmlns:a16="http://schemas.microsoft.com/office/drawing/2014/main" id="{0D8C28DA-257D-F168-C6ED-4C49573C9B6E}"/>
              </a:ext>
            </a:extLst>
          </p:cNvPr>
          <p:cNvGrpSpPr/>
          <p:nvPr/>
        </p:nvGrpSpPr>
        <p:grpSpPr>
          <a:xfrm>
            <a:off x="431776" y="1400440"/>
            <a:ext cx="11416925" cy="5057053"/>
            <a:chOff x="933650" y="1589994"/>
            <a:chExt cx="9529013" cy="4637350"/>
          </a:xfrm>
        </p:grpSpPr>
        <p:sp>
          <p:nvSpPr>
            <p:cNvPr id="182" name="TextBox 181">
              <a:extLst>
                <a:ext uri="{FF2B5EF4-FFF2-40B4-BE49-F238E27FC236}">
                  <a16:creationId xmlns:a16="http://schemas.microsoft.com/office/drawing/2014/main" id="{77FC7064-A75B-758A-53A6-657E410AC2B6}"/>
                </a:ext>
              </a:extLst>
            </p:cNvPr>
            <p:cNvSpPr txBox="1"/>
            <p:nvPr/>
          </p:nvSpPr>
          <p:spPr>
            <a:xfrm>
              <a:off x="6085876" y="3435060"/>
              <a:ext cx="902548" cy="250866"/>
            </a:xfrm>
            <a:prstGeom prst="rect">
              <a:avLst/>
            </a:prstGeom>
            <a:noFill/>
          </p:spPr>
          <p:txBody>
            <a:bodyPr vert="horz" wrap="square"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Calibri" panose="020F0502020204030204"/>
              </a:endParaRPr>
            </a:p>
          </p:txBody>
        </p:sp>
        <p:sp>
          <p:nvSpPr>
            <p:cNvPr id="183" name="TextBox 182">
              <a:extLst>
                <a:ext uri="{FF2B5EF4-FFF2-40B4-BE49-F238E27FC236}">
                  <a16:creationId xmlns:a16="http://schemas.microsoft.com/office/drawing/2014/main" id="{0C39CF1C-271C-F2F5-2D8F-9E364588DF1A}"/>
                </a:ext>
              </a:extLst>
            </p:cNvPr>
            <p:cNvSpPr txBox="1"/>
            <p:nvPr/>
          </p:nvSpPr>
          <p:spPr>
            <a:xfrm>
              <a:off x="9522287" y="3486715"/>
              <a:ext cx="182337" cy="250866"/>
            </a:xfrm>
            <a:prstGeom prst="rect">
              <a:avLst/>
            </a:prstGeom>
            <a:noFill/>
          </p:spPr>
          <p:txBody>
            <a:bodyPr vert="horz" wrap="none"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Calibri" panose="020F0502020204030204"/>
              </a:endParaRPr>
            </a:p>
          </p:txBody>
        </p:sp>
        <p:grpSp>
          <p:nvGrpSpPr>
            <p:cNvPr id="184" name="Group 183">
              <a:extLst>
                <a:ext uri="{FF2B5EF4-FFF2-40B4-BE49-F238E27FC236}">
                  <a16:creationId xmlns:a16="http://schemas.microsoft.com/office/drawing/2014/main" id="{7397F1EB-61C9-F48B-E940-6E098A83F8D0}"/>
                </a:ext>
              </a:extLst>
            </p:cNvPr>
            <p:cNvGrpSpPr/>
            <p:nvPr/>
          </p:nvGrpSpPr>
          <p:grpSpPr>
            <a:xfrm>
              <a:off x="933650" y="2494764"/>
              <a:ext cx="9529013" cy="836850"/>
              <a:chOff x="548640" y="1126156"/>
              <a:chExt cx="9654141" cy="924025"/>
            </a:xfrm>
            <a:solidFill>
              <a:srgbClr val="A5A5A5">
                <a:lumMod val="40000"/>
                <a:lumOff val="60000"/>
              </a:srgbClr>
            </a:solidFill>
          </p:grpSpPr>
          <p:sp>
            <p:nvSpPr>
              <p:cNvPr id="211" name="Rectangle 210">
                <a:extLst>
                  <a:ext uri="{FF2B5EF4-FFF2-40B4-BE49-F238E27FC236}">
                    <a16:creationId xmlns:a16="http://schemas.microsoft.com/office/drawing/2014/main" id="{85554BB6-BA1C-BC9F-49BC-FE7856ED03AB}"/>
                  </a:ext>
                </a:extLst>
              </p:cNvPr>
              <p:cNvSpPr/>
              <p:nvPr/>
            </p:nvSpPr>
            <p:spPr>
              <a:xfrm>
                <a:off x="548640" y="1126156"/>
                <a:ext cx="1491916" cy="924025"/>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Implementers</a:t>
                </a:r>
              </a:p>
            </p:txBody>
          </p:sp>
          <p:sp>
            <p:nvSpPr>
              <p:cNvPr id="212" name="Rectangle 211">
                <a:extLst>
                  <a:ext uri="{FF2B5EF4-FFF2-40B4-BE49-F238E27FC236}">
                    <a16:creationId xmlns:a16="http://schemas.microsoft.com/office/drawing/2014/main" id="{E1A84A27-3BE6-3CDB-CFF9-B17E971F37A7}"/>
                  </a:ext>
                </a:extLst>
              </p:cNvPr>
              <p:cNvSpPr/>
              <p:nvPr/>
            </p:nvSpPr>
            <p:spPr>
              <a:xfrm>
                <a:off x="2144831" y="1126156"/>
                <a:ext cx="8057950" cy="924025"/>
              </a:xfrm>
              <a:prstGeom prst="rect">
                <a:avLst/>
              </a:prstGeom>
              <a:solidFill>
                <a:sysClr val="window" lastClr="FFFFFF">
                  <a:lumMod val="85000"/>
                </a:sys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185" name="Group 184">
              <a:extLst>
                <a:ext uri="{FF2B5EF4-FFF2-40B4-BE49-F238E27FC236}">
                  <a16:creationId xmlns:a16="http://schemas.microsoft.com/office/drawing/2014/main" id="{50552E12-8C92-E89A-9639-7C7359DD13AE}"/>
                </a:ext>
              </a:extLst>
            </p:cNvPr>
            <p:cNvGrpSpPr/>
            <p:nvPr/>
          </p:nvGrpSpPr>
          <p:grpSpPr>
            <a:xfrm>
              <a:off x="933650" y="3390828"/>
              <a:ext cx="9529013" cy="836850"/>
              <a:chOff x="548640" y="1126156"/>
              <a:chExt cx="9654141" cy="924025"/>
            </a:xfrm>
          </p:grpSpPr>
          <p:sp>
            <p:nvSpPr>
              <p:cNvPr id="209" name="Rectangle 208">
                <a:extLst>
                  <a:ext uri="{FF2B5EF4-FFF2-40B4-BE49-F238E27FC236}">
                    <a16:creationId xmlns:a16="http://schemas.microsoft.com/office/drawing/2014/main" id="{05BB46B5-B64F-2A57-0675-7268B69D8361}"/>
                  </a:ext>
                </a:extLst>
              </p:cNvPr>
              <p:cNvSpPr/>
              <p:nvPr/>
            </p:nvSpPr>
            <p:spPr>
              <a:xfrm>
                <a:off x="548640" y="1126156"/>
                <a:ext cx="1491916" cy="924025"/>
              </a:xfrm>
              <a:prstGeom prst="rect">
                <a:avLst/>
              </a:prstGeom>
              <a:solidFill>
                <a:srgbClr val="A5A5A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Recorder / PMO</a:t>
                </a:r>
              </a:p>
            </p:txBody>
          </p:sp>
          <p:sp>
            <p:nvSpPr>
              <p:cNvPr id="210" name="Rectangle 209">
                <a:extLst>
                  <a:ext uri="{FF2B5EF4-FFF2-40B4-BE49-F238E27FC236}">
                    <a16:creationId xmlns:a16="http://schemas.microsoft.com/office/drawing/2014/main" id="{109CE760-C597-2247-5C16-793DB509E3D6}"/>
                  </a:ext>
                </a:extLst>
              </p:cNvPr>
              <p:cNvSpPr/>
              <p:nvPr/>
            </p:nvSpPr>
            <p:spPr>
              <a:xfrm>
                <a:off x="2144831" y="1126156"/>
                <a:ext cx="8057950" cy="924025"/>
              </a:xfrm>
              <a:prstGeom prst="rect">
                <a:avLst/>
              </a:prstGeom>
              <a:solidFill>
                <a:srgbClr val="A5A5A5">
                  <a:lumMod val="40000"/>
                  <a:lumOff val="6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186" name="Group 185">
              <a:extLst>
                <a:ext uri="{FF2B5EF4-FFF2-40B4-BE49-F238E27FC236}">
                  <a16:creationId xmlns:a16="http://schemas.microsoft.com/office/drawing/2014/main" id="{BF574D6E-2F03-AE0C-42E6-505FF0F7929C}"/>
                </a:ext>
              </a:extLst>
            </p:cNvPr>
            <p:cNvGrpSpPr/>
            <p:nvPr/>
          </p:nvGrpSpPr>
          <p:grpSpPr>
            <a:xfrm>
              <a:off x="933650" y="4295609"/>
              <a:ext cx="9529013" cy="836850"/>
              <a:chOff x="548640" y="1126156"/>
              <a:chExt cx="9654141" cy="924025"/>
            </a:xfrm>
            <a:solidFill>
              <a:srgbClr val="A5A5A5">
                <a:lumMod val="40000"/>
                <a:lumOff val="60000"/>
              </a:srgbClr>
            </a:solidFill>
          </p:grpSpPr>
          <p:sp>
            <p:nvSpPr>
              <p:cNvPr id="207" name="Rectangle 206">
                <a:extLst>
                  <a:ext uri="{FF2B5EF4-FFF2-40B4-BE49-F238E27FC236}">
                    <a16:creationId xmlns:a16="http://schemas.microsoft.com/office/drawing/2014/main" id="{714B43DA-71FC-AAAD-07C1-42C04E507008}"/>
                  </a:ext>
                </a:extLst>
              </p:cNvPr>
              <p:cNvSpPr/>
              <p:nvPr/>
            </p:nvSpPr>
            <p:spPr>
              <a:xfrm>
                <a:off x="548640" y="1126156"/>
                <a:ext cx="1491916" cy="924025"/>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Reviewer(s) &amp; Sponsor(s)</a:t>
                </a:r>
              </a:p>
            </p:txBody>
          </p:sp>
          <p:sp>
            <p:nvSpPr>
              <p:cNvPr id="208" name="Rectangle 207">
                <a:extLst>
                  <a:ext uri="{FF2B5EF4-FFF2-40B4-BE49-F238E27FC236}">
                    <a16:creationId xmlns:a16="http://schemas.microsoft.com/office/drawing/2014/main" id="{F875ECC6-9296-B453-4E2B-16DD1FE6110A}"/>
                  </a:ext>
                </a:extLst>
              </p:cNvPr>
              <p:cNvSpPr/>
              <p:nvPr/>
            </p:nvSpPr>
            <p:spPr>
              <a:xfrm>
                <a:off x="2144831" y="1126156"/>
                <a:ext cx="8057950" cy="924025"/>
              </a:xfrm>
              <a:prstGeom prst="rect">
                <a:avLst/>
              </a:prstGeom>
              <a:solidFill>
                <a:sysClr val="window" lastClr="FFFFFF">
                  <a:lumMod val="85000"/>
                </a:sys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187" name="Group 186">
              <a:extLst>
                <a:ext uri="{FF2B5EF4-FFF2-40B4-BE49-F238E27FC236}">
                  <a16:creationId xmlns:a16="http://schemas.microsoft.com/office/drawing/2014/main" id="{45CFE327-B117-27AA-A0CB-AEC25B6322BB}"/>
                </a:ext>
              </a:extLst>
            </p:cNvPr>
            <p:cNvGrpSpPr/>
            <p:nvPr/>
          </p:nvGrpSpPr>
          <p:grpSpPr>
            <a:xfrm>
              <a:off x="933650" y="5199188"/>
              <a:ext cx="9529013" cy="1028156"/>
              <a:chOff x="548640" y="1126156"/>
              <a:chExt cx="9654141" cy="924025"/>
            </a:xfrm>
          </p:grpSpPr>
          <p:sp>
            <p:nvSpPr>
              <p:cNvPr id="205" name="Rectangle 204">
                <a:extLst>
                  <a:ext uri="{FF2B5EF4-FFF2-40B4-BE49-F238E27FC236}">
                    <a16:creationId xmlns:a16="http://schemas.microsoft.com/office/drawing/2014/main" id="{BDF5B1FF-0F2C-862B-F0FA-0882DB371E9E}"/>
                  </a:ext>
                </a:extLst>
              </p:cNvPr>
              <p:cNvSpPr/>
              <p:nvPr/>
            </p:nvSpPr>
            <p:spPr>
              <a:xfrm>
                <a:off x="548640" y="1126156"/>
                <a:ext cx="1491916" cy="924025"/>
              </a:xfrm>
              <a:prstGeom prst="rect">
                <a:avLst/>
              </a:prstGeom>
              <a:solidFill>
                <a:srgbClr val="A5A5A5">
                  <a:lumMod val="40000"/>
                  <a:lumOff val="60000"/>
                </a:srgbClr>
              </a:solidFill>
              <a:ln w="12700" cap="flat" cmpd="sng" algn="ctr">
                <a:noFill/>
                <a:prstDash val="solid"/>
                <a:miter lim="800000"/>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Board</a:t>
                </a:r>
              </a:p>
            </p:txBody>
          </p:sp>
          <p:sp>
            <p:nvSpPr>
              <p:cNvPr id="206" name="Rectangle 205">
                <a:extLst>
                  <a:ext uri="{FF2B5EF4-FFF2-40B4-BE49-F238E27FC236}">
                    <a16:creationId xmlns:a16="http://schemas.microsoft.com/office/drawing/2014/main" id="{4125F554-4615-3577-65BE-20E6ED4D18FB}"/>
                  </a:ext>
                </a:extLst>
              </p:cNvPr>
              <p:cNvSpPr/>
              <p:nvPr/>
            </p:nvSpPr>
            <p:spPr>
              <a:xfrm>
                <a:off x="2144831" y="1126156"/>
                <a:ext cx="8057950" cy="924025"/>
              </a:xfrm>
              <a:prstGeom prst="rect">
                <a:avLst/>
              </a:prstGeom>
              <a:solidFill>
                <a:srgbClr val="A5A5A5">
                  <a:lumMod val="40000"/>
                  <a:lumOff val="6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sp>
          <p:nvSpPr>
            <p:cNvPr id="188" name="Rounded Rectangle 41">
              <a:extLst>
                <a:ext uri="{FF2B5EF4-FFF2-40B4-BE49-F238E27FC236}">
                  <a16:creationId xmlns:a16="http://schemas.microsoft.com/office/drawing/2014/main" id="{E8E2384E-A4E0-57D2-9BDB-6D848891E1C2}"/>
                </a:ext>
              </a:extLst>
            </p:cNvPr>
            <p:cNvSpPr/>
            <p:nvPr/>
          </p:nvSpPr>
          <p:spPr>
            <a:xfrm>
              <a:off x="2561319" y="5428564"/>
              <a:ext cx="760933" cy="529886"/>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Present for Approval to IA</a:t>
              </a:r>
            </a:p>
          </p:txBody>
        </p:sp>
        <p:sp>
          <p:nvSpPr>
            <p:cNvPr id="189" name="Rounded Rectangle 54">
              <a:extLst>
                <a:ext uri="{FF2B5EF4-FFF2-40B4-BE49-F238E27FC236}">
                  <a16:creationId xmlns:a16="http://schemas.microsoft.com/office/drawing/2014/main" id="{3EAA6DB2-B76D-F94D-64B9-07F8FB01F29E}"/>
                </a:ext>
              </a:extLst>
            </p:cNvPr>
            <p:cNvSpPr/>
            <p:nvPr/>
          </p:nvSpPr>
          <p:spPr>
            <a:xfrm>
              <a:off x="8713031" y="2584624"/>
              <a:ext cx="825451" cy="605927"/>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Deploy</a:t>
              </a:r>
            </a:p>
          </p:txBody>
        </p:sp>
        <p:sp>
          <p:nvSpPr>
            <p:cNvPr id="190" name="Rounded Rectangle 56">
              <a:extLst>
                <a:ext uri="{FF2B5EF4-FFF2-40B4-BE49-F238E27FC236}">
                  <a16:creationId xmlns:a16="http://schemas.microsoft.com/office/drawing/2014/main" id="{5719564D-B0B5-9235-DA26-A0668BBC46FB}"/>
                </a:ext>
              </a:extLst>
            </p:cNvPr>
            <p:cNvSpPr/>
            <p:nvPr/>
          </p:nvSpPr>
          <p:spPr>
            <a:xfrm>
              <a:off x="9743176" y="2779161"/>
              <a:ext cx="465525" cy="209216"/>
            </a:xfrm>
            <a:prstGeom prst="round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End</a:t>
              </a:r>
            </a:p>
          </p:txBody>
        </p:sp>
        <p:sp>
          <p:nvSpPr>
            <p:cNvPr id="191" name="Rounded Rectangle 58">
              <a:extLst>
                <a:ext uri="{FF2B5EF4-FFF2-40B4-BE49-F238E27FC236}">
                  <a16:creationId xmlns:a16="http://schemas.microsoft.com/office/drawing/2014/main" id="{8088F708-FDCC-26E3-00FC-5857086D44EE}"/>
                </a:ext>
              </a:extLst>
            </p:cNvPr>
            <p:cNvSpPr/>
            <p:nvPr/>
          </p:nvSpPr>
          <p:spPr>
            <a:xfrm>
              <a:off x="7693870" y="2585224"/>
              <a:ext cx="849235" cy="605925"/>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Develop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 &amp; Test</a:t>
              </a:r>
            </a:p>
          </p:txBody>
        </p:sp>
        <p:sp>
          <p:nvSpPr>
            <p:cNvPr id="192" name="Oval 191">
              <a:extLst>
                <a:ext uri="{FF2B5EF4-FFF2-40B4-BE49-F238E27FC236}">
                  <a16:creationId xmlns:a16="http://schemas.microsoft.com/office/drawing/2014/main" id="{C4385A94-3573-9A26-9513-D6319CB8C257}"/>
                </a:ext>
              </a:extLst>
            </p:cNvPr>
            <p:cNvSpPr/>
            <p:nvPr/>
          </p:nvSpPr>
          <p:spPr>
            <a:xfrm>
              <a:off x="3436945" y="5194047"/>
              <a:ext cx="475678" cy="282383"/>
            </a:xfrm>
            <a:prstGeom prst="ellipse">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Yes</a:t>
              </a:r>
            </a:p>
          </p:txBody>
        </p:sp>
        <p:grpSp>
          <p:nvGrpSpPr>
            <p:cNvPr id="193" name="Group 192">
              <a:extLst>
                <a:ext uri="{FF2B5EF4-FFF2-40B4-BE49-F238E27FC236}">
                  <a16:creationId xmlns:a16="http://schemas.microsoft.com/office/drawing/2014/main" id="{B2567466-F36E-1A55-F6CE-A1D0088EE23B}"/>
                </a:ext>
              </a:extLst>
            </p:cNvPr>
            <p:cNvGrpSpPr/>
            <p:nvPr/>
          </p:nvGrpSpPr>
          <p:grpSpPr>
            <a:xfrm>
              <a:off x="933650" y="1589994"/>
              <a:ext cx="9504912" cy="847007"/>
              <a:chOff x="933650" y="1589994"/>
              <a:chExt cx="9504912" cy="847007"/>
            </a:xfrm>
          </p:grpSpPr>
          <p:grpSp>
            <p:nvGrpSpPr>
              <p:cNvPr id="197" name="Group 196">
                <a:extLst>
                  <a:ext uri="{FF2B5EF4-FFF2-40B4-BE49-F238E27FC236}">
                    <a16:creationId xmlns:a16="http://schemas.microsoft.com/office/drawing/2014/main" id="{364EC333-D039-1551-CD66-43E439A80E5D}"/>
                  </a:ext>
                </a:extLst>
              </p:cNvPr>
              <p:cNvGrpSpPr/>
              <p:nvPr/>
            </p:nvGrpSpPr>
            <p:grpSpPr>
              <a:xfrm>
                <a:off x="933650" y="1589994"/>
                <a:ext cx="9504912" cy="847007"/>
                <a:chOff x="548640" y="2066225"/>
                <a:chExt cx="9629724" cy="935237"/>
              </a:xfrm>
            </p:grpSpPr>
            <p:sp>
              <p:nvSpPr>
                <p:cNvPr id="203" name="Rectangle 202">
                  <a:extLst>
                    <a:ext uri="{FF2B5EF4-FFF2-40B4-BE49-F238E27FC236}">
                      <a16:creationId xmlns:a16="http://schemas.microsoft.com/office/drawing/2014/main" id="{5D36A53C-FEA2-BFFC-EA5B-BEAD9A5E40D8}"/>
                    </a:ext>
                  </a:extLst>
                </p:cNvPr>
                <p:cNvSpPr/>
                <p:nvPr/>
              </p:nvSpPr>
              <p:spPr>
                <a:xfrm>
                  <a:off x="548640" y="2066225"/>
                  <a:ext cx="1491916" cy="924025"/>
                </a:xfrm>
                <a:prstGeom prst="rect">
                  <a:avLst/>
                </a:prstGeom>
                <a:solidFill>
                  <a:srgbClr val="A5A5A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Requestor</a:t>
                  </a:r>
                </a:p>
              </p:txBody>
            </p:sp>
            <p:sp>
              <p:nvSpPr>
                <p:cNvPr id="204" name="Rectangle 203">
                  <a:extLst>
                    <a:ext uri="{FF2B5EF4-FFF2-40B4-BE49-F238E27FC236}">
                      <a16:creationId xmlns:a16="http://schemas.microsoft.com/office/drawing/2014/main" id="{DF68F4BC-EE4A-A629-3DAB-3EAE7BA4A330}"/>
                    </a:ext>
                  </a:extLst>
                </p:cNvPr>
                <p:cNvSpPr/>
                <p:nvPr/>
              </p:nvSpPr>
              <p:spPr>
                <a:xfrm>
                  <a:off x="2120413" y="2077436"/>
                  <a:ext cx="8057951" cy="924026"/>
                </a:xfrm>
                <a:prstGeom prst="rect">
                  <a:avLst/>
                </a:prstGeom>
                <a:solidFill>
                  <a:srgbClr val="A5A5A5">
                    <a:lumMod val="40000"/>
                    <a:lumOff val="6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sp>
            <p:nvSpPr>
              <p:cNvPr id="198" name="Rounded Rectangle 4">
                <a:extLst>
                  <a:ext uri="{FF2B5EF4-FFF2-40B4-BE49-F238E27FC236}">
                    <a16:creationId xmlns:a16="http://schemas.microsoft.com/office/drawing/2014/main" id="{0E3800CD-5AE0-485F-C6D7-6FE12539C430}"/>
                  </a:ext>
                </a:extLst>
              </p:cNvPr>
              <p:cNvSpPr/>
              <p:nvPr/>
            </p:nvSpPr>
            <p:spPr>
              <a:xfrm>
                <a:off x="6727396" y="1858238"/>
                <a:ext cx="465525" cy="209216"/>
              </a:xfrm>
              <a:prstGeom prst="round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Start</a:t>
                </a:r>
              </a:p>
            </p:txBody>
          </p:sp>
          <p:sp>
            <p:nvSpPr>
              <p:cNvPr id="199" name="Rounded Rectangle 5">
                <a:extLst>
                  <a:ext uri="{FF2B5EF4-FFF2-40B4-BE49-F238E27FC236}">
                    <a16:creationId xmlns:a16="http://schemas.microsoft.com/office/drawing/2014/main" id="{4D42E977-BD27-BD5E-2F60-29D0D8DE2E9E}"/>
                  </a:ext>
                </a:extLst>
              </p:cNvPr>
              <p:cNvSpPr/>
              <p:nvPr/>
            </p:nvSpPr>
            <p:spPr>
              <a:xfrm>
                <a:off x="2579926" y="1646071"/>
                <a:ext cx="716549" cy="605926"/>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Secure Sponsor &amp; Submit CR</a:t>
                </a:r>
              </a:p>
            </p:txBody>
          </p:sp>
          <p:sp>
            <p:nvSpPr>
              <p:cNvPr id="200" name="Rounded Rectangle 37">
                <a:extLst>
                  <a:ext uri="{FF2B5EF4-FFF2-40B4-BE49-F238E27FC236}">
                    <a16:creationId xmlns:a16="http://schemas.microsoft.com/office/drawing/2014/main" id="{8058890A-ACCC-3C41-7649-45A1248D9704}"/>
                  </a:ext>
                </a:extLst>
              </p:cNvPr>
              <p:cNvSpPr/>
              <p:nvPr/>
            </p:nvSpPr>
            <p:spPr>
              <a:xfrm>
                <a:off x="3537931" y="1650563"/>
                <a:ext cx="716549" cy="605928"/>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Create Change Request</a:t>
                </a:r>
              </a:p>
            </p:txBody>
          </p:sp>
          <p:cxnSp>
            <p:nvCxnSpPr>
              <p:cNvPr id="201" name="Straight Arrow Connector 200">
                <a:extLst>
                  <a:ext uri="{FF2B5EF4-FFF2-40B4-BE49-F238E27FC236}">
                    <a16:creationId xmlns:a16="http://schemas.microsoft.com/office/drawing/2014/main" id="{8E4B8292-AC0A-E2CF-593E-5A78E79CD20D}"/>
                  </a:ext>
                </a:extLst>
              </p:cNvPr>
              <p:cNvCxnSpPr>
                <a:cxnSpLocks/>
                <a:stCxn id="198" idx="1"/>
              </p:cNvCxnSpPr>
              <p:nvPr/>
            </p:nvCxnSpPr>
            <p:spPr>
              <a:xfrm flipH="1" flipV="1">
                <a:off x="6415170" y="1962850"/>
                <a:ext cx="312230" cy="2"/>
              </a:xfrm>
              <a:prstGeom prst="straightConnector1">
                <a:avLst/>
              </a:prstGeom>
              <a:noFill/>
              <a:ln w="12700" cap="flat" cmpd="sng" algn="ctr">
                <a:solidFill>
                  <a:srgbClr val="4472C4"/>
                </a:solidFill>
                <a:prstDash val="solid"/>
                <a:miter lim="800000"/>
                <a:tailEnd type="triangle"/>
              </a:ln>
              <a:effectLst/>
            </p:spPr>
          </p:cxnSp>
          <p:cxnSp>
            <p:nvCxnSpPr>
              <p:cNvPr id="202" name="Straight Arrow Connector 201">
                <a:extLst>
                  <a:ext uri="{FF2B5EF4-FFF2-40B4-BE49-F238E27FC236}">
                    <a16:creationId xmlns:a16="http://schemas.microsoft.com/office/drawing/2014/main" id="{BC403141-118C-0B84-1AA7-0E4D88E5D124}"/>
                  </a:ext>
                </a:extLst>
              </p:cNvPr>
              <p:cNvCxnSpPr>
                <a:cxnSpLocks/>
                <a:stCxn id="200" idx="1"/>
                <a:endCxn id="199" idx="3"/>
              </p:cNvCxnSpPr>
              <p:nvPr/>
            </p:nvCxnSpPr>
            <p:spPr>
              <a:xfrm flipH="1" flipV="1">
                <a:off x="3296474" y="1949034"/>
                <a:ext cx="241457" cy="4493"/>
              </a:xfrm>
              <a:prstGeom prst="straightConnector1">
                <a:avLst/>
              </a:prstGeom>
              <a:noFill/>
              <a:ln w="12700" cap="flat" cmpd="sng" algn="ctr">
                <a:solidFill>
                  <a:srgbClr val="4472C4"/>
                </a:solidFill>
                <a:prstDash val="solid"/>
                <a:miter lim="800000"/>
                <a:tailEnd type="triangle"/>
              </a:ln>
              <a:effectLst/>
            </p:spPr>
          </p:cxnSp>
        </p:grpSp>
        <p:sp>
          <p:nvSpPr>
            <p:cNvPr id="194" name="Rounded Rectangle 119">
              <a:extLst>
                <a:ext uri="{FF2B5EF4-FFF2-40B4-BE49-F238E27FC236}">
                  <a16:creationId xmlns:a16="http://schemas.microsoft.com/office/drawing/2014/main" id="{7CF7844C-39B9-4E6B-EB09-046B05ACC964}"/>
                </a:ext>
              </a:extLst>
            </p:cNvPr>
            <p:cNvSpPr/>
            <p:nvPr/>
          </p:nvSpPr>
          <p:spPr>
            <a:xfrm>
              <a:off x="4415761" y="2064248"/>
              <a:ext cx="929879" cy="1169897"/>
            </a:xfrm>
            <a:prstGeom prst="roundRect">
              <a:avLst/>
            </a:prstGeom>
            <a:solidFill>
              <a:sysClr val="windowText" lastClr="000000">
                <a:lumMod val="75000"/>
                <a:lumOff val="25000"/>
              </a:sysClr>
            </a:solidFill>
            <a:ln w="12700" cap="flat" cmpd="sng" algn="ctr">
              <a:no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Produce the IA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(delivery IA &amp; Business Impact of not proceeding)</a:t>
              </a:r>
            </a:p>
          </p:txBody>
        </p:sp>
        <p:sp>
          <p:nvSpPr>
            <p:cNvPr id="195" name="Flowchart: Decision 194">
              <a:extLst>
                <a:ext uri="{FF2B5EF4-FFF2-40B4-BE49-F238E27FC236}">
                  <a16:creationId xmlns:a16="http://schemas.microsoft.com/office/drawing/2014/main" id="{3D8B3B11-2D56-9AB0-E2C6-4BA243DFB205}"/>
                </a:ext>
              </a:extLst>
            </p:cNvPr>
            <p:cNvSpPr/>
            <p:nvPr/>
          </p:nvSpPr>
          <p:spPr>
            <a:xfrm>
              <a:off x="3577400" y="5397729"/>
              <a:ext cx="687781" cy="589882"/>
            </a:xfrm>
            <a:prstGeom prst="flowChartDecision">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96" name="Elbow Connector 87">
              <a:extLst>
                <a:ext uri="{FF2B5EF4-FFF2-40B4-BE49-F238E27FC236}">
                  <a16:creationId xmlns:a16="http://schemas.microsoft.com/office/drawing/2014/main" id="{ADA61AF0-3804-15B3-FDF9-1FEC53F80162}"/>
                </a:ext>
              </a:extLst>
            </p:cNvPr>
            <p:cNvCxnSpPr>
              <a:cxnSpLocks/>
              <a:stCxn id="199" idx="2"/>
              <a:endCxn id="224" idx="0"/>
            </p:cNvCxnSpPr>
            <p:nvPr/>
          </p:nvCxnSpPr>
          <p:spPr>
            <a:xfrm rot="16200000" flipH="1">
              <a:off x="1854109" y="3336088"/>
              <a:ext cx="2169492" cy="1309"/>
            </a:xfrm>
            <a:prstGeom prst="bentConnector3">
              <a:avLst>
                <a:gd name="adj1" fmla="val 50000"/>
              </a:avLst>
            </a:prstGeom>
            <a:noFill/>
            <a:ln w="12700" cap="flat" cmpd="sng" algn="ctr">
              <a:solidFill>
                <a:srgbClr val="4472C4"/>
              </a:solidFill>
              <a:prstDash val="solid"/>
              <a:miter lim="800000"/>
              <a:tailEnd type="triangle"/>
            </a:ln>
            <a:effectLst/>
          </p:spPr>
        </p:cxnSp>
      </p:grpSp>
      <p:sp>
        <p:nvSpPr>
          <p:cNvPr id="213" name="Oval 212">
            <a:extLst>
              <a:ext uri="{FF2B5EF4-FFF2-40B4-BE49-F238E27FC236}">
                <a16:creationId xmlns:a16="http://schemas.microsoft.com/office/drawing/2014/main" id="{A0C2A1E6-D645-C681-9650-AFAB79DAB0A6}"/>
              </a:ext>
            </a:extLst>
          </p:cNvPr>
          <p:cNvSpPr/>
          <p:nvPr/>
        </p:nvSpPr>
        <p:spPr>
          <a:xfrm>
            <a:off x="4043477" y="6111509"/>
            <a:ext cx="569921" cy="274470"/>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No</a:t>
            </a:r>
          </a:p>
        </p:txBody>
      </p:sp>
      <p:cxnSp>
        <p:nvCxnSpPr>
          <p:cNvPr id="214" name="Elbow Connector 87">
            <a:extLst>
              <a:ext uri="{FF2B5EF4-FFF2-40B4-BE49-F238E27FC236}">
                <a16:creationId xmlns:a16="http://schemas.microsoft.com/office/drawing/2014/main" id="{0DD4F487-2EF1-379E-C39B-04090E481059}"/>
              </a:ext>
            </a:extLst>
          </p:cNvPr>
          <p:cNvCxnSpPr>
            <a:cxnSpLocks/>
            <a:stCxn id="195" idx="0"/>
            <a:endCxn id="194" idx="1"/>
          </p:cNvCxnSpPr>
          <p:nvPr/>
        </p:nvCxnSpPr>
        <p:spPr>
          <a:xfrm rot="5400000" flipH="1" flipV="1">
            <a:off x="2808909" y="3757932"/>
            <a:ext cx="2997289" cy="592437"/>
          </a:xfrm>
          <a:prstGeom prst="bentConnector2">
            <a:avLst/>
          </a:prstGeom>
          <a:noFill/>
          <a:ln w="12700" cap="flat" cmpd="sng" algn="ctr">
            <a:solidFill>
              <a:srgbClr val="4472C4"/>
            </a:solidFill>
            <a:prstDash val="solid"/>
            <a:miter lim="800000"/>
            <a:tailEnd type="triangle"/>
          </a:ln>
          <a:effectLst/>
        </p:spPr>
      </p:cxnSp>
      <p:cxnSp>
        <p:nvCxnSpPr>
          <p:cNvPr id="215" name="Elbow Connector 87">
            <a:extLst>
              <a:ext uri="{FF2B5EF4-FFF2-40B4-BE49-F238E27FC236}">
                <a16:creationId xmlns:a16="http://schemas.microsoft.com/office/drawing/2014/main" id="{B714E640-0F34-F764-7BD4-BADCC0B6A83E}"/>
              </a:ext>
            </a:extLst>
          </p:cNvPr>
          <p:cNvCxnSpPr>
            <a:cxnSpLocks/>
            <a:stCxn id="195" idx="2"/>
            <a:endCxn id="190" idx="2"/>
          </p:cNvCxnSpPr>
          <p:nvPr/>
        </p:nvCxnSpPr>
        <p:spPr>
          <a:xfrm rot="5400000" flipH="1" flipV="1">
            <a:off x="6003100" y="933618"/>
            <a:ext cx="3270680" cy="7254210"/>
          </a:xfrm>
          <a:prstGeom prst="bentConnector3">
            <a:avLst>
              <a:gd name="adj1" fmla="val -6989"/>
            </a:avLst>
          </a:prstGeom>
          <a:noFill/>
          <a:ln w="12700" cap="flat" cmpd="sng" algn="ctr">
            <a:solidFill>
              <a:srgbClr val="4472C4"/>
            </a:solidFill>
            <a:prstDash val="solid"/>
            <a:miter lim="800000"/>
            <a:tailEnd type="triangle"/>
          </a:ln>
          <a:effectLst/>
        </p:spPr>
      </p:cxnSp>
      <p:sp>
        <p:nvSpPr>
          <p:cNvPr id="216" name="Rounded Rectangle 119">
            <a:extLst>
              <a:ext uri="{FF2B5EF4-FFF2-40B4-BE49-F238E27FC236}">
                <a16:creationId xmlns:a16="http://schemas.microsoft.com/office/drawing/2014/main" id="{8533B157-4669-60C0-EA65-A9501FC3C32B}"/>
              </a:ext>
            </a:extLst>
          </p:cNvPr>
          <p:cNvSpPr/>
          <p:nvPr/>
        </p:nvSpPr>
        <p:spPr>
          <a:xfrm>
            <a:off x="4727907" y="4488199"/>
            <a:ext cx="854349" cy="588947"/>
          </a:xfrm>
          <a:prstGeom prst="roundRect">
            <a:avLst/>
          </a:prstGeom>
          <a:solidFill>
            <a:sysClr val="windowText" lastClr="000000">
              <a:lumMod val="75000"/>
              <a:lumOff val="25000"/>
            </a:sysClr>
          </a:solidFill>
          <a:ln w="12700" cap="flat" cmpd="sng" algn="ctr">
            <a:no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Review the IA</a:t>
            </a:r>
          </a:p>
        </p:txBody>
      </p:sp>
      <p:cxnSp>
        <p:nvCxnSpPr>
          <p:cNvPr id="217" name="Elbow Connector 133">
            <a:extLst>
              <a:ext uri="{FF2B5EF4-FFF2-40B4-BE49-F238E27FC236}">
                <a16:creationId xmlns:a16="http://schemas.microsoft.com/office/drawing/2014/main" id="{B3D16CCA-47D5-4EC1-AD6A-1601D2E7C245}"/>
              </a:ext>
            </a:extLst>
          </p:cNvPr>
          <p:cNvCxnSpPr>
            <a:cxnSpLocks/>
            <a:stCxn id="194" idx="2"/>
            <a:endCxn id="216" idx="0"/>
          </p:cNvCxnSpPr>
          <p:nvPr/>
        </p:nvCxnSpPr>
        <p:spPr>
          <a:xfrm rot="5400000">
            <a:off x="4510553" y="3837924"/>
            <a:ext cx="1294805" cy="5745"/>
          </a:xfrm>
          <a:prstGeom prst="bentConnector3">
            <a:avLst/>
          </a:prstGeom>
          <a:noFill/>
          <a:ln w="12700" cap="flat" cmpd="sng" algn="ctr">
            <a:solidFill>
              <a:srgbClr val="4472C4"/>
            </a:solidFill>
            <a:prstDash val="solid"/>
            <a:miter lim="800000"/>
            <a:tailEnd type="triangle"/>
          </a:ln>
          <a:effectLst/>
        </p:spPr>
      </p:cxnSp>
      <p:sp>
        <p:nvSpPr>
          <p:cNvPr id="218" name="Rounded Rectangle 41">
            <a:extLst>
              <a:ext uri="{FF2B5EF4-FFF2-40B4-BE49-F238E27FC236}">
                <a16:creationId xmlns:a16="http://schemas.microsoft.com/office/drawing/2014/main" id="{2E4AB39C-EFE1-B9AB-6582-A7A0F0C3B671}"/>
              </a:ext>
            </a:extLst>
          </p:cNvPr>
          <p:cNvSpPr/>
          <p:nvPr/>
        </p:nvSpPr>
        <p:spPr>
          <a:xfrm>
            <a:off x="4741089" y="5567171"/>
            <a:ext cx="832239" cy="588948"/>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Present for Approval to Deliver</a:t>
            </a:r>
          </a:p>
        </p:txBody>
      </p:sp>
      <p:sp>
        <p:nvSpPr>
          <p:cNvPr id="219" name="Flowchart: Decision 218">
            <a:extLst>
              <a:ext uri="{FF2B5EF4-FFF2-40B4-BE49-F238E27FC236}">
                <a16:creationId xmlns:a16="http://schemas.microsoft.com/office/drawing/2014/main" id="{181CBA81-3DE9-24E3-83B4-C9D3B2ED7D7A}"/>
              </a:ext>
            </a:extLst>
          </p:cNvPr>
          <p:cNvSpPr/>
          <p:nvPr/>
        </p:nvSpPr>
        <p:spPr>
          <a:xfrm>
            <a:off x="5978818" y="5571661"/>
            <a:ext cx="824046" cy="573353"/>
          </a:xfrm>
          <a:prstGeom prst="flowChartDecision">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18B2BE8-325A-B246-FDC0-945DA5741EA2}"/>
              </a:ext>
            </a:extLst>
          </p:cNvPr>
          <p:cNvSpPr txBox="1"/>
          <p:nvPr/>
        </p:nvSpPr>
        <p:spPr>
          <a:xfrm>
            <a:off x="6092790" y="5725702"/>
            <a:ext cx="601447" cy="246221"/>
          </a:xfrm>
          <a:prstGeom prst="rect">
            <a:avLst/>
          </a:prstGeom>
          <a:noFill/>
        </p:spPr>
        <p:txBody>
          <a:bodyPr wrap="none" rtlCol="0">
            <a:spAutoFit/>
          </a:bodyPr>
          <a:lstStyle/>
          <a:p>
            <a:pPr>
              <a:defRPr/>
            </a:pPr>
            <a:r>
              <a:rPr lang="en-GB" sz="1000">
                <a:solidFill>
                  <a:prstClr val="white"/>
                </a:solidFill>
                <a:latin typeface="Calibri" panose="020F0502020204030204"/>
              </a:rPr>
              <a:t>Accept?</a:t>
            </a:r>
          </a:p>
        </p:txBody>
      </p:sp>
      <p:sp>
        <p:nvSpPr>
          <p:cNvPr id="221" name="TextBox 220">
            <a:extLst>
              <a:ext uri="{FF2B5EF4-FFF2-40B4-BE49-F238E27FC236}">
                <a16:creationId xmlns:a16="http://schemas.microsoft.com/office/drawing/2014/main" id="{1FB6392F-5C23-44FB-A26B-6B90225218F5}"/>
              </a:ext>
            </a:extLst>
          </p:cNvPr>
          <p:cNvSpPr txBox="1"/>
          <p:nvPr/>
        </p:nvSpPr>
        <p:spPr>
          <a:xfrm>
            <a:off x="3699021" y="5764726"/>
            <a:ext cx="671979" cy="246221"/>
          </a:xfrm>
          <a:prstGeom prst="rect">
            <a:avLst/>
          </a:prstGeom>
          <a:noFill/>
        </p:spPr>
        <p:txBody>
          <a:bodyPr wrap="none" rtlCol="0">
            <a:spAutoFit/>
          </a:bodyPr>
          <a:lstStyle/>
          <a:p>
            <a:pPr>
              <a:defRPr/>
            </a:pPr>
            <a:r>
              <a:rPr lang="en-GB" sz="1000">
                <a:solidFill>
                  <a:prstClr val="white"/>
                </a:solidFill>
                <a:latin typeface="Calibri" panose="020F0502020204030204"/>
              </a:rPr>
              <a:t>Proceed?</a:t>
            </a:r>
          </a:p>
        </p:txBody>
      </p:sp>
      <p:sp>
        <p:nvSpPr>
          <p:cNvPr id="222" name="Rounded Rectangle 58">
            <a:extLst>
              <a:ext uri="{FF2B5EF4-FFF2-40B4-BE49-F238E27FC236}">
                <a16:creationId xmlns:a16="http://schemas.microsoft.com/office/drawing/2014/main" id="{37740886-E24D-A6E7-7963-F18CD2A08F68}"/>
              </a:ext>
            </a:extLst>
          </p:cNvPr>
          <p:cNvSpPr/>
          <p:nvPr/>
        </p:nvSpPr>
        <p:spPr>
          <a:xfrm>
            <a:off x="7239089" y="2521213"/>
            <a:ext cx="1017488" cy="588947"/>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Create / Update User Story</a:t>
            </a:r>
          </a:p>
        </p:txBody>
      </p:sp>
      <p:sp>
        <p:nvSpPr>
          <p:cNvPr id="223" name="Rounded Rectangle 58">
            <a:extLst>
              <a:ext uri="{FF2B5EF4-FFF2-40B4-BE49-F238E27FC236}">
                <a16:creationId xmlns:a16="http://schemas.microsoft.com/office/drawing/2014/main" id="{9BB350E5-1C37-BFD0-492D-CE40864217D7}"/>
              </a:ext>
            </a:extLst>
          </p:cNvPr>
          <p:cNvSpPr/>
          <p:nvPr/>
        </p:nvSpPr>
        <p:spPr>
          <a:xfrm>
            <a:off x="8095036" y="4488199"/>
            <a:ext cx="1017488" cy="588947"/>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Consider for Backlog</a:t>
            </a:r>
          </a:p>
        </p:txBody>
      </p:sp>
      <p:sp>
        <p:nvSpPr>
          <p:cNvPr id="224" name="Rounded Rectangle 119">
            <a:extLst>
              <a:ext uri="{FF2B5EF4-FFF2-40B4-BE49-F238E27FC236}">
                <a16:creationId xmlns:a16="http://schemas.microsoft.com/office/drawing/2014/main" id="{7D9038E8-ED98-D910-B87D-897813FE178B}"/>
              </a:ext>
            </a:extLst>
          </p:cNvPr>
          <p:cNvSpPr/>
          <p:nvPr/>
        </p:nvSpPr>
        <p:spPr>
          <a:xfrm>
            <a:off x="2407866" y="4488199"/>
            <a:ext cx="854349" cy="588947"/>
          </a:xfrm>
          <a:prstGeom prst="roundRect">
            <a:avLst/>
          </a:prstGeom>
          <a:solidFill>
            <a:sysClr val="windowText" lastClr="000000">
              <a:lumMod val="75000"/>
              <a:lumOff val="25000"/>
            </a:sysClr>
          </a:solidFill>
          <a:ln w="12700" cap="flat" cmpd="sng" algn="ctr">
            <a:no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Review the CR</a:t>
            </a:r>
          </a:p>
        </p:txBody>
      </p:sp>
      <p:cxnSp>
        <p:nvCxnSpPr>
          <p:cNvPr id="225" name="Elbow Connector 133">
            <a:extLst>
              <a:ext uri="{FF2B5EF4-FFF2-40B4-BE49-F238E27FC236}">
                <a16:creationId xmlns:a16="http://schemas.microsoft.com/office/drawing/2014/main" id="{868719C9-E07D-E3D6-7AB6-CB7490E36210}"/>
              </a:ext>
            </a:extLst>
          </p:cNvPr>
          <p:cNvCxnSpPr>
            <a:cxnSpLocks/>
            <a:stCxn id="224" idx="2"/>
            <a:endCxn id="188" idx="0"/>
          </p:cNvCxnSpPr>
          <p:nvPr/>
        </p:nvCxnSpPr>
        <p:spPr>
          <a:xfrm rot="16200000" flipH="1">
            <a:off x="2581769" y="5330418"/>
            <a:ext cx="509273" cy="2728"/>
          </a:xfrm>
          <a:prstGeom prst="bentConnector3">
            <a:avLst>
              <a:gd name="adj1" fmla="val 50000"/>
            </a:avLst>
          </a:prstGeom>
          <a:noFill/>
          <a:ln w="12700" cap="flat" cmpd="sng" algn="ctr">
            <a:solidFill>
              <a:srgbClr val="4472C4"/>
            </a:solidFill>
            <a:prstDash val="solid"/>
            <a:miter lim="800000"/>
            <a:tailEnd type="triangle"/>
          </a:ln>
          <a:effectLst/>
        </p:spPr>
      </p:cxnSp>
      <p:sp>
        <p:nvSpPr>
          <p:cNvPr id="226" name="Oval 225">
            <a:extLst>
              <a:ext uri="{FF2B5EF4-FFF2-40B4-BE49-F238E27FC236}">
                <a16:creationId xmlns:a16="http://schemas.microsoft.com/office/drawing/2014/main" id="{372B9C91-D4DD-D208-128A-E3C28B69C022}"/>
              </a:ext>
            </a:extLst>
          </p:cNvPr>
          <p:cNvSpPr/>
          <p:nvPr/>
        </p:nvSpPr>
        <p:spPr>
          <a:xfrm>
            <a:off x="5801842" y="5357491"/>
            <a:ext cx="569921" cy="274470"/>
          </a:xfrm>
          <a:prstGeom prst="ellipse">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Yes</a:t>
            </a:r>
          </a:p>
        </p:txBody>
      </p:sp>
      <p:sp>
        <p:nvSpPr>
          <p:cNvPr id="227" name="Oval 226">
            <a:extLst>
              <a:ext uri="{FF2B5EF4-FFF2-40B4-BE49-F238E27FC236}">
                <a16:creationId xmlns:a16="http://schemas.microsoft.com/office/drawing/2014/main" id="{BC701842-F695-867F-F2FF-C27498C70CE8}"/>
              </a:ext>
            </a:extLst>
          </p:cNvPr>
          <p:cNvSpPr/>
          <p:nvPr/>
        </p:nvSpPr>
        <p:spPr>
          <a:xfrm>
            <a:off x="6438795" y="6073579"/>
            <a:ext cx="569921" cy="274470"/>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No</a:t>
            </a:r>
          </a:p>
        </p:txBody>
      </p:sp>
      <p:cxnSp>
        <p:nvCxnSpPr>
          <p:cNvPr id="228" name="Elbow Connector 87">
            <a:extLst>
              <a:ext uri="{FF2B5EF4-FFF2-40B4-BE49-F238E27FC236}">
                <a16:creationId xmlns:a16="http://schemas.microsoft.com/office/drawing/2014/main" id="{4ACBD422-98B5-1789-A8D7-15FB9146B452}"/>
              </a:ext>
            </a:extLst>
          </p:cNvPr>
          <p:cNvCxnSpPr>
            <a:cxnSpLocks/>
            <a:stCxn id="219" idx="2"/>
            <a:endCxn id="190" idx="2"/>
          </p:cNvCxnSpPr>
          <p:nvPr/>
        </p:nvCxnSpPr>
        <p:spPr>
          <a:xfrm rot="5400000" flipH="1" flipV="1">
            <a:off x="7218377" y="2097847"/>
            <a:ext cx="3219631" cy="4874704"/>
          </a:xfrm>
          <a:prstGeom prst="bentConnector3">
            <a:avLst>
              <a:gd name="adj1" fmla="val -8894"/>
            </a:avLst>
          </a:prstGeom>
          <a:noFill/>
          <a:ln w="12700" cap="flat" cmpd="sng" algn="ctr">
            <a:solidFill>
              <a:srgbClr val="4472C4"/>
            </a:solidFill>
            <a:prstDash val="solid"/>
            <a:miter lim="800000"/>
            <a:tailEnd type="triangle"/>
          </a:ln>
          <a:effectLst/>
        </p:spPr>
      </p:cxnSp>
      <p:cxnSp>
        <p:nvCxnSpPr>
          <p:cNvPr id="229" name="Elbow Connector 87">
            <a:extLst>
              <a:ext uri="{FF2B5EF4-FFF2-40B4-BE49-F238E27FC236}">
                <a16:creationId xmlns:a16="http://schemas.microsoft.com/office/drawing/2014/main" id="{DB80A816-A98A-85AF-D16D-0DA6F1FEDAA3}"/>
              </a:ext>
            </a:extLst>
          </p:cNvPr>
          <p:cNvCxnSpPr>
            <a:cxnSpLocks/>
            <a:stCxn id="219" idx="0"/>
            <a:endCxn id="222" idx="1"/>
          </p:cNvCxnSpPr>
          <p:nvPr/>
        </p:nvCxnSpPr>
        <p:spPr>
          <a:xfrm rot="5400000" flipH="1" flipV="1">
            <a:off x="5436978" y="3769550"/>
            <a:ext cx="2755974" cy="848248"/>
          </a:xfrm>
          <a:prstGeom prst="bentConnector2">
            <a:avLst/>
          </a:prstGeom>
          <a:noFill/>
          <a:ln w="12700" cap="flat" cmpd="sng" algn="ctr">
            <a:solidFill>
              <a:srgbClr val="4472C4"/>
            </a:solidFill>
            <a:prstDash val="solid"/>
            <a:miter lim="800000"/>
            <a:tailEnd type="triangle"/>
          </a:ln>
          <a:effectLst/>
        </p:spPr>
      </p:cxnSp>
      <p:cxnSp>
        <p:nvCxnSpPr>
          <p:cNvPr id="230" name="Elbow Connector 133">
            <a:extLst>
              <a:ext uri="{FF2B5EF4-FFF2-40B4-BE49-F238E27FC236}">
                <a16:creationId xmlns:a16="http://schemas.microsoft.com/office/drawing/2014/main" id="{6084D901-2AAF-537D-1F7D-51D542420927}"/>
              </a:ext>
            </a:extLst>
          </p:cNvPr>
          <p:cNvCxnSpPr>
            <a:cxnSpLocks/>
            <a:stCxn id="216" idx="2"/>
            <a:endCxn id="218" idx="0"/>
          </p:cNvCxnSpPr>
          <p:nvPr/>
        </p:nvCxnSpPr>
        <p:spPr>
          <a:xfrm rot="16200000" flipH="1">
            <a:off x="4911133" y="5321094"/>
            <a:ext cx="490025" cy="2127"/>
          </a:xfrm>
          <a:prstGeom prst="bentConnector3">
            <a:avLst>
              <a:gd name="adj1" fmla="val 50000"/>
            </a:avLst>
          </a:prstGeom>
          <a:noFill/>
          <a:ln w="12700" cap="flat" cmpd="sng" algn="ctr">
            <a:solidFill>
              <a:srgbClr val="4472C4"/>
            </a:solidFill>
            <a:prstDash val="solid"/>
            <a:miter lim="800000"/>
            <a:tailEnd type="triangle"/>
          </a:ln>
          <a:effectLst/>
        </p:spPr>
      </p:cxnSp>
      <p:cxnSp>
        <p:nvCxnSpPr>
          <p:cNvPr id="231" name="Elbow Connector 133">
            <a:extLst>
              <a:ext uri="{FF2B5EF4-FFF2-40B4-BE49-F238E27FC236}">
                <a16:creationId xmlns:a16="http://schemas.microsoft.com/office/drawing/2014/main" id="{EF141129-037C-17FF-67A4-722D2611C7CA}"/>
              </a:ext>
            </a:extLst>
          </p:cNvPr>
          <p:cNvCxnSpPr>
            <a:cxnSpLocks/>
            <a:stCxn id="188" idx="3"/>
            <a:endCxn id="195" idx="1"/>
          </p:cNvCxnSpPr>
          <p:nvPr/>
        </p:nvCxnSpPr>
        <p:spPr>
          <a:xfrm flipV="1">
            <a:off x="3293614" y="5874429"/>
            <a:ext cx="305698" cy="912"/>
          </a:xfrm>
          <a:prstGeom prst="bentConnector3">
            <a:avLst/>
          </a:prstGeom>
          <a:noFill/>
          <a:ln w="12700" cap="flat" cmpd="sng" algn="ctr">
            <a:solidFill>
              <a:srgbClr val="4472C4"/>
            </a:solidFill>
            <a:prstDash val="solid"/>
            <a:miter lim="800000"/>
            <a:tailEnd type="triangle"/>
          </a:ln>
          <a:effectLst/>
        </p:spPr>
      </p:cxnSp>
      <p:cxnSp>
        <p:nvCxnSpPr>
          <p:cNvPr id="232" name="Elbow Connector 133">
            <a:extLst>
              <a:ext uri="{FF2B5EF4-FFF2-40B4-BE49-F238E27FC236}">
                <a16:creationId xmlns:a16="http://schemas.microsoft.com/office/drawing/2014/main" id="{8C9CCC5E-F47A-3B98-6D57-6E5104A243DE}"/>
              </a:ext>
            </a:extLst>
          </p:cNvPr>
          <p:cNvCxnSpPr>
            <a:cxnSpLocks/>
            <a:stCxn id="218" idx="3"/>
            <a:endCxn id="219" idx="1"/>
          </p:cNvCxnSpPr>
          <p:nvPr/>
        </p:nvCxnSpPr>
        <p:spPr>
          <a:xfrm flipV="1">
            <a:off x="5573328" y="5858338"/>
            <a:ext cx="405490" cy="3307"/>
          </a:xfrm>
          <a:prstGeom prst="bentConnector3">
            <a:avLst/>
          </a:prstGeom>
          <a:noFill/>
          <a:ln w="12700" cap="flat" cmpd="sng" algn="ctr">
            <a:solidFill>
              <a:srgbClr val="4472C4"/>
            </a:solidFill>
            <a:prstDash val="solid"/>
            <a:miter lim="800000"/>
            <a:tailEnd type="triangle"/>
          </a:ln>
          <a:effectLst/>
        </p:spPr>
      </p:cxnSp>
      <p:cxnSp>
        <p:nvCxnSpPr>
          <p:cNvPr id="233" name="Elbow Connector 87">
            <a:extLst>
              <a:ext uri="{FF2B5EF4-FFF2-40B4-BE49-F238E27FC236}">
                <a16:creationId xmlns:a16="http://schemas.microsoft.com/office/drawing/2014/main" id="{438E7357-1976-2359-DF8D-FAD0FE68533C}"/>
              </a:ext>
            </a:extLst>
          </p:cNvPr>
          <p:cNvCxnSpPr>
            <a:cxnSpLocks/>
            <a:stCxn id="219" idx="2"/>
            <a:endCxn id="223" idx="2"/>
          </p:cNvCxnSpPr>
          <p:nvPr/>
        </p:nvCxnSpPr>
        <p:spPr>
          <a:xfrm rot="5400000" flipH="1" flipV="1">
            <a:off x="6963376" y="4504610"/>
            <a:ext cx="1067868" cy="2212939"/>
          </a:xfrm>
          <a:prstGeom prst="bentConnector3">
            <a:avLst>
              <a:gd name="adj1" fmla="val -25914"/>
            </a:avLst>
          </a:prstGeom>
          <a:noFill/>
          <a:ln w="12700" cap="flat" cmpd="sng" algn="ctr">
            <a:solidFill>
              <a:srgbClr val="4472C4"/>
            </a:solidFill>
            <a:prstDash val="solid"/>
            <a:miter lim="800000"/>
            <a:tailEnd type="triangle"/>
          </a:ln>
          <a:effectLst/>
        </p:spPr>
      </p:cxnSp>
      <p:cxnSp>
        <p:nvCxnSpPr>
          <p:cNvPr id="234" name="Straight Arrow Connector 233">
            <a:extLst>
              <a:ext uri="{FF2B5EF4-FFF2-40B4-BE49-F238E27FC236}">
                <a16:creationId xmlns:a16="http://schemas.microsoft.com/office/drawing/2014/main" id="{B186A637-0A8D-85A4-9448-4CD0D82D34F1}"/>
              </a:ext>
            </a:extLst>
          </p:cNvPr>
          <p:cNvCxnSpPr>
            <a:cxnSpLocks/>
            <a:stCxn id="222" idx="3"/>
            <a:endCxn id="191" idx="1"/>
          </p:cNvCxnSpPr>
          <p:nvPr/>
        </p:nvCxnSpPr>
        <p:spPr>
          <a:xfrm>
            <a:off x="8256577" y="2815687"/>
            <a:ext cx="274771" cy="438"/>
          </a:xfrm>
          <a:prstGeom prst="straightConnector1">
            <a:avLst/>
          </a:prstGeom>
          <a:noFill/>
          <a:ln w="12700" cap="flat" cmpd="sng" algn="ctr">
            <a:solidFill>
              <a:srgbClr val="4472C4"/>
            </a:solidFill>
            <a:prstDash val="solid"/>
            <a:miter lim="800000"/>
            <a:tailEnd type="triangle"/>
          </a:ln>
          <a:effectLst/>
        </p:spPr>
      </p:cxnSp>
      <p:cxnSp>
        <p:nvCxnSpPr>
          <p:cNvPr id="235" name="Straight Arrow Connector 234">
            <a:extLst>
              <a:ext uri="{FF2B5EF4-FFF2-40B4-BE49-F238E27FC236}">
                <a16:creationId xmlns:a16="http://schemas.microsoft.com/office/drawing/2014/main" id="{C2F6CD3F-C762-BD44-1C6F-B6ABB2F2F88D}"/>
              </a:ext>
            </a:extLst>
          </p:cNvPr>
          <p:cNvCxnSpPr>
            <a:cxnSpLocks/>
            <a:stCxn id="191" idx="3"/>
            <a:endCxn id="189" idx="1"/>
          </p:cNvCxnSpPr>
          <p:nvPr/>
        </p:nvCxnSpPr>
        <p:spPr>
          <a:xfrm flipV="1">
            <a:off x="9548836" y="2815472"/>
            <a:ext cx="203592" cy="653"/>
          </a:xfrm>
          <a:prstGeom prst="straightConnector1">
            <a:avLst/>
          </a:prstGeom>
          <a:noFill/>
          <a:ln w="12700" cap="flat" cmpd="sng" algn="ctr">
            <a:solidFill>
              <a:srgbClr val="4472C4"/>
            </a:solidFill>
            <a:prstDash val="solid"/>
            <a:miter lim="800000"/>
            <a:tailEnd type="triangle"/>
          </a:ln>
          <a:effectLst/>
        </p:spPr>
      </p:cxnSp>
      <p:cxnSp>
        <p:nvCxnSpPr>
          <p:cNvPr id="236" name="Straight Arrow Connector 235">
            <a:extLst>
              <a:ext uri="{FF2B5EF4-FFF2-40B4-BE49-F238E27FC236}">
                <a16:creationId xmlns:a16="http://schemas.microsoft.com/office/drawing/2014/main" id="{1A32BA3C-CFD7-08AE-8842-B1D9135CDD9F}"/>
              </a:ext>
            </a:extLst>
          </p:cNvPr>
          <p:cNvCxnSpPr>
            <a:cxnSpLocks/>
            <a:stCxn id="189" idx="3"/>
            <a:endCxn id="190" idx="1"/>
          </p:cNvCxnSpPr>
          <p:nvPr/>
        </p:nvCxnSpPr>
        <p:spPr>
          <a:xfrm flipV="1">
            <a:off x="10741419" y="2811308"/>
            <a:ext cx="245248" cy="4164"/>
          </a:xfrm>
          <a:prstGeom prst="straightConnector1">
            <a:avLst/>
          </a:prstGeom>
          <a:noFill/>
          <a:ln w="12700" cap="flat" cmpd="sng" algn="ctr">
            <a:solidFill>
              <a:srgbClr val="4472C4"/>
            </a:solidFill>
            <a:prstDash val="solid"/>
            <a:miter lim="800000"/>
            <a:tailEnd type="triangle"/>
          </a:ln>
          <a:effectLst/>
        </p:spPr>
      </p:cxnSp>
      <p:sp>
        <p:nvSpPr>
          <p:cNvPr id="237" name="Rounded Rectangle 37">
            <a:extLst>
              <a:ext uri="{FF2B5EF4-FFF2-40B4-BE49-F238E27FC236}">
                <a16:creationId xmlns:a16="http://schemas.microsoft.com/office/drawing/2014/main" id="{986E05A8-F061-5F32-BB77-D9F69188A2D4}"/>
              </a:ext>
            </a:extLst>
          </p:cNvPr>
          <p:cNvSpPr/>
          <p:nvPr/>
        </p:nvSpPr>
        <p:spPr>
          <a:xfrm>
            <a:off x="5971803" y="1532159"/>
            <a:ext cx="998622" cy="1231586"/>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Align on the Gap / Defect / Additional Requirement being a change</a:t>
            </a:r>
          </a:p>
        </p:txBody>
      </p:sp>
      <p:cxnSp>
        <p:nvCxnSpPr>
          <p:cNvPr id="238" name="Straight Arrow Connector 237">
            <a:extLst>
              <a:ext uri="{FF2B5EF4-FFF2-40B4-BE49-F238E27FC236}">
                <a16:creationId xmlns:a16="http://schemas.microsoft.com/office/drawing/2014/main" id="{408ADA7F-A3A3-B09F-E910-B057E510D210}"/>
              </a:ext>
            </a:extLst>
          </p:cNvPr>
          <p:cNvCxnSpPr>
            <a:cxnSpLocks/>
            <a:endCxn id="200" idx="3"/>
          </p:cNvCxnSpPr>
          <p:nvPr/>
        </p:nvCxnSpPr>
        <p:spPr>
          <a:xfrm flipH="1">
            <a:off x="4410537" y="1791975"/>
            <a:ext cx="1561266" cy="4900"/>
          </a:xfrm>
          <a:prstGeom prst="straightConnector1">
            <a:avLst/>
          </a:prstGeom>
          <a:noFill/>
          <a:ln w="12700" cap="flat" cmpd="sng" algn="ctr">
            <a:solidFill>
              <a:srgbClr val="4472C4"/>
            </a:solidFill>
            <a:prstDash val="solid"/>
            <a:miter lim="800000"/>
            <a:tailEnd type="triangle"/>
          </a:ln>
          <a:effectLst/>
        </p:spPr>
      </p:cxnSp>
      <p:sp>
        <p:nvSpPr>
          <p:cNvPr id="239" name="Rounded Rectangle 37">
            <a:extLst>
              <a:ext uri="{FF2B5EF4-FFF2-40B4-BE49-F238E27FC236}">
                <a16:creationId xmlns:a16="http://schemas.microsoft.com/office/drawing/2014/main" id="{68CB47B6-3ECF-FDFF-255E-451B1F42A70D}"/>
              </a:ext>
            </a:extLst>
          </p:cNvPr>
          <p:cNvSpPr/>
          <p:nvPr/>
        </p:nvSpPr>
        <p:spPr>
          <a:xfrm>
            <a:off x="2401737" y="3504532"/>
            <a:ext cx="9376911" cy="588949"/>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Assign CR Ref, Update Change Log, Update CR (with IA) &amp; Drive the Change Control Process</a:t>
            </a:r>
          </a:p>
        </p:txBody>
      </p:sp>
      <p:cxnSp>
        <p:nvCxnSpPr>
          <p:cNvPr id="240" name="Elbow Connector 87">
            <a:extLst>
              <a:ext uri="{FF2B5EF4-FFF2-40B4-BE49-F238E27FC236}">
                <a16:creationId xmlns:a16="http://schemas.microsoft.com/office/drawing/2014/main" id="{887943AE-8E08-EA94-1CE1-092DFB7C9823}"/>
              </a:ext>
            </a:extLst>
          </p:cNvPr>
          <p:cNvCxnSpPr>
            <a:cxnSpLocks/>
            <a:stCxn id="189" idx="2"/>
          </p:cNvCxnSpPr>
          <p:nvPr/>
        </p:nvCxnSpPr>
        <p:spPr>
          <a:xfrm rot="16200000" flipH="1">
            <a:off x="10089189" y="3303589"/>
            <a:ext cx="315470" cy="1"/>
          </a:xfrm>
          <a:prstGeom prst="bentConnector3">
            <a:avLst>
              <a:gd name="adj1" fmla="val 50000"/>
            </a:avLst>
          </a:prstGeom>
          <a:noFill/>
          <a:ln w="12700" cap="flat" cmpd="sng" algn="ctr">
            <a:solidFill>
              <a:srgbClr val="4472C4"/>
            </a:solidFill>
            <a:prstDash val="solid"/>
            <a:miter lim="800000"/>
            <a:tailEnd type="triangle"/>
          </a:ln>
          <a:effectLst/>
        </p:spPr>
      </p:cxnSp>
      <p:sp>
        <p:nvSpPr>
          <p:cNvPr id="241" name="Rounded Rectangle 58">
            <a:extLst>
              <a:ext uri="{FF2B5EF4-FFF2-40B4-BE49-F238E27FC236}">
                <a16:creationId xmlns:a16="http://schemas.microsoft.com/office/drawing/2014/main" id="{C19EEDD8-0EBF-4719-E873-50525B42895B}"/>
              </a:ext>
            </a:extLst>
          </p:cNvPr>
          <p:cNvSpPr/>
          <p:nvPr/>
        </p:nvSpPr>
        <p:spPr>
          <a:xfrm>
            <a:off x="5885530" y="4488199"/>
            <a:ext cx="1017488" cy="588947"/>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Update Scope / Plan / Budget</a:t>
            </a:r>
          </a:p>
        </p:txBody>
      </p:sp>
      <p:cxnSp>
        <p:nvCxnSpPr>
          <p:cNvPr id="242" name="Elbow Connector 87">
            <a:extLst>
              <a:ext uri="{FF2B5EF4-FFF2-40B4-BE49-F238E27FC236}">
                <a16:creationId xmlns:a16="http://schemas.microsoft.com/office/drawing/2014/main" id="{09F75986-2B56-9CB5-226C-62DC896B7654}"/>
              </a:ext>
            </a:extLst>
          </p:cNvPr>
          <p:cNvCxnSpPr>
            <a:cxnSpLocks/>
            <a:stCxn id="223" idx="0"/>
          </p:cNvCxnSpPr>
          <p:nvPr/>
        </p:nvCxnSpPr>
        <p:spPr>
          <a:xfrm rot="16200000" flipV="1">
            <a:off x="8424275" y="4308693"/>
            <a:ext cx="359010" cy="1"/>
          </a:xfrm>
          <a:prstGeom prst="bentConnector3">
            <a:avLst>
              <a:gd name="adj1" fmla="val 50000"/>
            </a:avLst>
          </a:prstGeom>
          <a:noFill/>
          <a:ln w="12700" cap="flat" cmpd="sng" algn="ctr">
            <a:solidFill>
              <a:srgbClr val="4472C4"/>
            </a:solidFill>
            <a:prstDash val="solid"/>
            <a:miter lim="800000"/>
            <a:tailEnd type="triangle"/>
          </a:ln>
          <a:effectLst/>
        </p:spPr>
      </p:cxnSp>
      <p:sp>
        <p:nvSpPr>
          <p:cNvPr id="244" name="TextBox 243">
            <a:extLst>
              <a:ext uri="{FF2B5EF4-FFF2-40B4-BE49-F238E27FC236}">
                <a16:creationId xmlns:a16="http://schemas.microsoft.com/office/drawing/2014/main" id="{7899635A-0504-159A-E37A-54D4A6384C2E}"/>
              </a:ext>
            </a:extLst>
          </p:cNvPr>
          <p:cNvSpPr txBox="1"/>
          <p:nvPr/>
        </p:nvSpPr>
        <p:spPr>
          <a:xfrm>
            <a:off x="368183" y="754577"/>
            <a:ext cx="11410465" cy="584775"/>
          </a:xfrm>
          <a:prstGeom prst="rect">
            <a:avLst/>
          </a:prstGeom>
          <a:noFill/>
        </p:spPr>
        <p:txBody>
          <a:bodyPr wrap="square" rtlCol="0">
            <a:spAutoFit/>
          </a:bodyPr>
          <a:lstStyle/>
          <a:p>
            <a:r>
              <a:rPr lang="en-US" sz="1600" kern="0">
                <a:ea typeface="Verdana" panose="020B0604030504040204" pitchFamily="34" charset="0"/>
                <a:cs typeface="Calibri" panose="020F0502020204030204" pitchFamily="34" charset="0"/>
              </a:rPr>
              <a:t>Controlling change via an agreed process that acknowledges it is needed but manages its impact for the good of delivery is key to the success of this largescale programme delivery.</a:t>
            </a:r>
            <a:endParaRPr lang="pl-PL" sz="1600" kern="0">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2479366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D4E948F2-7453-7236-FC4C-17D04903A7C0}"/>
              </a:ext>
            </a:extLst>
          </p:cNvPr>
          <p:cNvSpPr txBox="1">
            <a:spLocks/>
          </p:cNvSpPr>
          <p:nvPr/>
        </p:nvSpPr>
        <p:spPr>
          <a:xfrm>
            <a:off x="184150" y="617538"/>
            <a:ext cx="9144000" cy="3651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rPr>
              <a:t>Tools to be provided by Beazley for delivery</a:t>
            </a:r>
          </a:p>
        </p:txBody>
      </p:sp>
      <p:sp>
        <p:nvSpPr>
          <p:cNvPr id="39" name="Rectangle 38">
            <a:extLst>
              <a:ext uri="{FF2B5EF4-FFF2-40B4-BE49-F238E27FC236}">
                <a16:creationId xmlns:a16="http://schemas.microsoft.com/office/drawing/2014/main" id="{4649C329-C9FC-3160-57EF-7D5BA8141384}"/>
              </a:ext>
              <a:ext uri="{C183D7F6-B498-43B3-948B-1728B52AA6E4}">
                <adec:decorative xmlns:adec="http://schemas.microsoft.com/office/drawing/2017/decorative" val="1"/>
              </a:ext>
            </a:extLst>
          </p:cNvPr>
          <p:cNvSpPr/>
          <p:nvPr/>
        </p:nvSpPr>
        <p:spPr>
          <a:xfrm>
            <a:off x="468794" y="1533777"/>
            <a:ext cx="5012107" cy="1230106"/>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40" name="Text Placeholder 7">
            <a:extLst>
              <a:ext uri="{FF2B5EF4-FFF2-40B4-BE49-F238E27FC236}">
                <a16:creationId xmlns:a16="http://schemas.microsoft.com/office/drawing/2014/main" id="{DAD301AB-B097-A9CF-C13D-023EC26DA278}"/>
              </a:ext>
            </a:extLst>
          </p:cNvPr>
          <p:cNvSpPr txBox="1">
            <a:spLocks/>
          </p:cNvSpPr>
          <p:nvPr/>
        </p:nvSpPr>
        <p:spPr>
          <a:xfrm>
            <a:off x="265799" y="1572567"/>
            <a:ext cx="1684430"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buFont typeface="Arial" panose="020B0604020202020204" pitchFamily="34" charset="0"/>
              <a:buNone/>
              <a:defRPr/>
            </a:pPr>
            <a:r>
              <a:rPr lang="en-GB" sz="1800">
                <a:solidFill>
                  <a:prstClr val="white"/>
                </a:solidFill>
                <a:latin typeface="Calibri" panose="020F0502020204030204"/>
              </a:rPr>
              <a:t>Project Tools</a:t>
            </a:r>
          </a:p>
        </p:txBody>
      </p:sp>
      <p:sp>
        <p:nvSpPr>
          <p:cNvPr id="41" name="Text Placeholder 7">
            <a:extLst>
              <a:ext uri="{FF2B5EF4-FFF2-40B4-BE49-F238E27FC236}">
                <a16:creationId xmlns:a16="http://schemas.microsoft.com/office/drawing/2014/main" id="{322EE989-6394-4BD6-808B-4A67F52FD8F7}"/>
              </a:ext>
            </a:extLst>
          </p:cNvPr>
          <p:cNvSpPr txBox="1">
            <a:spLocks/>
          </p:cNvSpPr>
          <p:nvPr/>
        </p:nvSpPr>
        <p:spPr>
          <a:xfrm>
            <a:off x="2058186" y="1601582"/>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VDI provisioning</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Outlook, MS Teams</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Project planner</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Microsoft Office tools- word, excel, ppt</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Guidewire sandbox access</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Process and support to raise additional software requests</a:t>
            </a:r>
          </a:p>
        </p:txBody>
      </p:sp>
      <p:sp>
        <p:nvSpPr>
          <p:cNvPr id="42" name="Rectangle 41">
            <a:extLst>
              <a:ext uri="{FF2B5EF4-FFF2-40B4-BE49-F238E27FC236}">
                <a16:creationId xmlns:a16="http://schemas.microsoft.com/office/drawing/2014/main" id="{0BA870F0-3723-FFE3-532B-7FD78681A73B}"/>
              </a:ext>
            </a:extLst>
          </p:cNvPr>
          <p:cNvSpPr/>
          <p:nvPr/>
        </p:nvSpPr>
        <p:spPr>
          <a:xfrm>
            <a:off x="788901" y="3030385"/>
            <a:ext cx="10205164" cy="300781"/>
          </a:xfrm>
          <a:prstGeom prst="rect">
            <a:avLst/>
          </a:prstGeom>
          <a:solidFill>
            <a:srgbClr val="5AA2AE">
              <a:lumMod val="40000"/>
              <a:lumOff val="60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Calibri" panose="020F0502020204030204"/>
            </a:endParaRPr>
          </a:p>
        </p:txBody>
      </p:sp>
      <p:sp>
        <p:nvSpPr>
          <p:cNvPr id="43" name="TextBox 42">
            <a:extLst>
              <a:ext uri="{FF2B5EF4-FFF2-40B4-BE49-F238E27FC236}">
                <a16:creationId xmlns:a16="http://schemas.microsoft.com/office/drawing/2014/main" id="{790B5F77-D112-DFDE-2D03-3890DA4ABF94}"/>
              </a:ext>
            </a:extLst>
          </p:cNvPr>
          <p:cNvSpPr txBox="1"/>
          <p:nvPr/>
        </p:nvSpPr>
        <p:spPr>
          <a:xfrm>
            <a:off x="797243" y="3030384"/>
            <a:ext cx="10289857" cy="307777"/>
          </a:xfrm>
          <a:prstGeom prst="rect">
            <a:avLst/>
          </a:prstGeom>
          <a:noFill/>
        </p:spPr>
        <p:txBody>
          <a:bodyPr wrap="square">
            <a:spAutoFit/>
          </a:bodyPr>
          <a:lstStyle/>
          <a:p>
            <a:pPr algn="ctr">
              <a:defRPr/>
            </a:pPr>
            <a:r>
              <a:rPr lang="en-IN" sz="1400" b="1" i="1">
                <a:solidFill>
                  <a:prstClr val="black"/>
                </a:solidFill>
                <a:latin typeface="Calibri" panose="020F0502020204030204"/>
                <a:ea typeface="Verdana"/>
                <a:cs typeface="Calibri"/>
              </a:rPr>
              <a:t>Discovery Tools listed below is not an exhaustive list and will be further built out ….</a:t>
            </a:r>
          </a:p>
        </p:txBody>
      </p:sp>
      <p:sp>
        <p:nvSpPr>
          <p:cNvPr id="44" name="Rectangle 43">
            <a:extLst>
              <a:ext uri="{FF2B5EF4-FFF2-40B4-BE49-F238E27FC236}">
                <a16:creationId xmlns:a16="http://schemas.microsoft.com/office/drawing/2014/main" id="{33256FBC-414F-7FC2-29DB-11A413BC31A7}"/>
              </a:ext>
              <a:ext uri="{C183D7F6-B498-43B3-948B-1728B52AA6E4}">
                <adec:decorative xmlns:adec="http://schemas.microsoft.com/office/drawing/2017/decorative" val="1"/>
              </a:ext>
            </a:extLst>
          </p:cNvPr>
          <p:cNvSpPr/>
          <p:nvPr/>
        </p:nvSpPr>
        <p:spPr>
          <a:xfrm>
            <a:off x="6352157" y="1516055"/>
            <a:ext cx="5012107" cy="1230106"/>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46" name="Text Placeholder 7">
            <a:extLst>
              <a:ext uri="{FF2B5EF4-FFF2-40B4-BE49-F238E27FC236}">
                <a16:creationId xmlns:a16="http://schemas.microsoft.com/office/drawing/2014/main" id="{D274C2F1-2FB3-5C2D-1A17-85983B3DE1F4}"/>
              </a:ext>
            </a:extLst>
          </p:cNvPr>
          <p:cNvSpPr txBox="1">
            <a:spLocks/>
          </p:cNvSpPr>
          <p:nvPr/>
        </p:nvSpPr>
        <p:spPr>
          <a:xfrm>
            <a:off x="6500709" y="1690996"/>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endParaRPr lang="en-GB" sz="1600">
              <a:solidFill>
                <a:prstClr val="black"/>
              </a:solidFill>
              <a:latin typeface="Calibri" panose="020F0502020204030204"/>
            </a:endParaRP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Lewis Claxton (Beazley PMO)</a:t>
            </a:r>
          </a:p>
        </p:txBody>
      </p:sp>
      <p:cxnSp>
        <p:nvCxnSpPr>
          <p:cNvPr id="48" name="Straight Connector 47">
            <a:extLst>
              <a:ext uri="{FF2B5EF4-FFF2-40B4-BE49-F238E27FC236}">
                <a16:creationId xmlns:a16="http://schemas.microsoft.com/office/drawing/2014/main" id="{7689D064-7A98-F446-50DE-FB91B135A5FE}"/>
              </a:ext>
            </a:extLst>
          </p:cNvPr>
          <p:cNvCxnSpPr>
            <a:cxnSpLocks/>
          </p:cNvCxnSpPr>
          <p:nvPr/>
        </p:nvCxnSpPr>
        <p:spPr>
          <a:xfrm>
            <a:off x="5642341" y="2113099"/>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50" name="Rectangle 49">
            <a:extLst>
              <a:ext uri="{FF2B5EF4-FFF2-40B4-BE49-F238E27FC236}">
                <a16:creationId xmlns:a16="http://schemas.microsoft.com/office/drawing/2014/main" id="{CDD92F5C-C09B-74A9-DA61-7515E9C4F1A9}"/>
              </a:ext>
              <a:ext uri="{C183D7F6-B498-43B3-948B-1728B52AA6E4}">
                <adec:decorative xmlns:adec="http://schemas.microsoft.com/office/drawing/2017/decorative" val="1"/>
              </a:ext>
            </a:extLst>
          </p:cNvPr>
          <p:cNvSpPr/>
          <p:nvPr/>
        </p:nvSpPr>
        <p:spPr>
          <a:xfrm>
            <a:off x="461705" y="3500040"/>
            <a:ext cx="5012107" cy="1666963"/>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51" name="Text Placeholder 7">
            <a:extLst>
              <a:ext uri="{FF2B5EF4-FFF2-40B4-BE49-F238E27FC236}">
                <a16:creationId xmlns:a16="http://schemas.microsoft.com/office/drawing/2014/main" id="{7A3092D2-0B7D-CE67-EB52-CCD78A6B8953}"/>
              </a:ext>
            </a:extLst>
          </p:cNvPr>
          <p:cNvSpPr txBox="1">
            <a:spLocks/>
          </p:cNvSpPr>
          <p:nvPr/>
        </p:nvSpPr>
        <p:spPr>
          <a:xfrm>
            <a:off x="258710" y="3538830"/>
            <a:ext cx="1684430" cy="1623087"/>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buFont typeface="Arial" panose="020B0604020202020204" pitchFamily="34" charset="0"/>
              <a:buNone/>
              <a:defRPr/>
            </a:pPr>
            <a:r>
              <a:rPr lang="en-GB" sz="1800">
                <a:solidFill>
                  <a:prstClr val="white"/>
                </a:solidFill>
                <a:latin typeface="Calibri" panose="020F0502020204030204"/>
              </a:rPr>
              <a:t>Dev &amp; Test Team Tools</a:t>
            </a:r>
          </a:p>
        </p:txBody>
      </p:sp>
      <p:sp>
        <p:nvSpPr>
          <p:cNvPr id="52" name="Text Placeholder 7">
            <a:extLst>
              <a:ext uri="{FF2B5EF4-FFF2-40B4-BE49-F238E27FC236}">
                <a16:creationId xmlns:a16="http://schemas.microsoft.com/office/drawing/2014/main" id="{8295543D-921F-884F-B34E-B02D40197D2B}"/>
              </a:ext>
            </a:extLst>
          </p:cNvPr>
          <p:cNvSpPr txBox="1">
            <a:spLocks/>
          </p:cNvSpPr>
          <p:nvPr/>
        </p:nvSpPr>
        <p:spPr>
          <a:xfrm>
            <a:off x="2013759" y="3674982"/>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JIRA</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Confluence</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Guidewire Platforms</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Microsoft Visio</a:t>
            </a:r>
          </a:p>
        </p:txBody>
      </p:sp>
      <p:cxnSp>
        <p:nvCxnSpPr>
          <p:cNvPr id="60" name="Straight Connector 59">
            <a:extLst>
              <a:ext uri="{FF2B5EF4-FFF2-40B4-BE49-F238E27FC236}">
                <a16:creationId xmlns:a16="http://schemas.microsoft.com/office/drawing/2014/main" id="{B544669E-DC9B-E134-A35C-1D565F2BB5E8}"/>
              </a:ext>
            </a:extLst>
          </p:cNvPr>
          <p:cNvCxnSpPr>
            <a:cxnSpLocks/>
          </p:cNvCxnSpPr>
          <p:nvPr/>
        </p:nvCxnSpPr>
        <p:spPr>
          <a:xfrm>
            <a:off x="5642341" y="4696055"/>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62" name="Rectangle 61">
            <a:extLst>
              <a:ext uri="{FF2B5EF4-FFF2-40B4-BE49-F238E27FC236}">
                <a16:creationId xmlns:a16="http://schemas.microsoft.com/office/drawing/2014/main" id="{867462D2-81E2-547A-1BCD-CB8488E339FE}"/>
              </a:ext>
              <a:ext uri="{C183D7F6-B498-43B3-948B-1728B52AA6E4}">
                <adec:decorative xmlns:adec="http://schemas.microsoft.com/office/drawing/2017/decorative" val="1"/>
              </a:ext>
            </a:extLst>
          </p:cNvPr>
          <p:cNvSpPr/>
          <p:nvPr/>
        </p:nvSpPr>
        <p:spPr>
          <a:xfrm>
            <a:off x="6369872" y="3528395"/>
            <a:ext cx="5012107" cy="1633523"/>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64" name="Text Placeholder 7">
            <a:extLst>
              <a:ext uri="{FF2B5EF4-FFF2-40B4-BE49-F238E27FC236}">
                <a16:creationId xmlns:a16="http://schemas.microsoft.com/office/drawing/2014/main" id="{BF953882-DE4B-EC62-C256-AFB492626306}"/>
              </a:ext>
            </a:extLst>
          </p:cNvPr>
          <p:cNvSpPr txBox="1">
            <a:spLocks/>
          </p:cNvSpPr>
          <p:nvPr/>
        </p:nvSpPr>
        <p:spPr>
          <a:xfrm>
            <a:off x="6518424" y="3674982"/>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Beazley</a:t>
            </a:r>
          </a:p>
        </p:txBody>
      </p:sp>
      <p:cxnSp>
        <p:nvCxnSpPr>
          <p:cNvPr id="65" name="Straight Connector 64">
            <a:extLst>
              <a:ext uri="{FF2B5EF4-FFF2-40B4-BE49-F238E27FC236}">
                <a16:creationId xmlns:a16="http://schemas.microsoft.com/office/drawing/2014/main" id="{253DA712-A348-2E12-9236-0F12BA985B57}"/>
              </a:ext>
            </a:extLst>
          </p:cNvPr>
          <p:cNvCxnSpPr>
            <a:cxnSpLocks/>
          </p:cNvCxnSpPr>
          <p:nvPr/>
        </p:nvCxnSpPr>
        <p:spPr>
          <a:xfrm>
            <a:off x="5642341" y="3802915"/>
            <a:ext cx="574158" cy="0"/>
          </a:xfrm>
          <a:prstGeom prst="line">
            <a:avLst/>
          </a:prstGeom>
          <a:noFill/>
          <a:ln w="9525" cap="flat" cmpd="sng" algn="ctr">
            <a:solidFill>
              <a:sysClr val="windowText" lastClr="000000"/>
            </a:solidFill>
            <a:prstDash val="dash"/>
            <a:round/>
            <a:headEnd type="arrow" w="med" len="med"/>
            <a:tailEnd type="arrow" w="med" len="med"/>
          </a:ln>
          <a:effectLst/>
        </p:spPr>
      </p:cxnSp>
      <p:cxnSp>
        <p:nvCxnSpPr>
          <p:cNvPr id="66" name="Straight Connector 65">
            <a:extLst>
              <a:ext uri="{FF2B5EF4-FFF2-40B4-BE49-F238E27FC236}">
                <a16:creationId xmlns:a16="http://schemas.microsoft.com/office/drawing/2014/main" id="{BD65D1CE-43E8-A664-83D5-1D67DA41A500}"/>
              </a:ext>
            </a:extLst>
          </p:cNvPr>
          <p:cNvCxnSpPr>
            <a:cxnSpLocks/>
          </p:cNvCxnSpPr>
          <p:nvPr/>
        </p:nvCxnSpPr>
        <p:spPr>
          <a:xfrm>
            <a:off x="5642341" y="4092784"/>
            <a:ext cx="574158" cy="0"/>
          </a:xfrm>
          <a:prstGeom prst="line">
            <a:avLst/>
          </a:prstGeom>
          <a:noFill/>
          <a:ln w="9525" cap="flat" cmpd="sng" algn="ctr">
            <a:solidFill>
              <a:sysClr val="windowText" lastClr="000000"/>
            </a:solidFill>
            <a:prstDash val="dash"/>
            <a:round/>
            <a:headEnd type="arrow" w="med" len="med"/>
            <a:tailEnd type="arrow" w="med" len="med"/>
          </a:ln>
          <a:effectLst/>
        </p:spPr>
      </p:cxnSp>
      <p:cxnSp>
        <p:nvCxnSpPr>
          <p:cNvPr id="67" name="Straight Connector 66">
            <a:extLst>
              <a:ext uri="{FF2B5EF4-FFF2-40B4-BE49-F238E27FC236}">
                <a16:creationId xmlns:a16="http://schemas.microsoft.com/office/drawing/2014/main" id="{4B72445C-3999-DCF4-9B13-C7743073EAF8}"/>
              </a:ext>
            </a:extLst>
          </p:cNvPr>
          <p:cNvCxnSpPr>
            <a:cxnSpLocks/>
          </p:cNvCxnSpPr>
          <p:nvPr/>
        </p:nvCxnSpPr>
        <p:spPr>
          <a:xfrm>
            <a:off x="5642341" y="4405431"/>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68" name="Rectangle 67">
            <a:extLst>
              <a:ext uri="{FF2B5EF4-FFF2-40B4-BE49-F238E27FC236}">
                <a16:creationId xmlns:a16="http://schemas.microsoft.com/office/drawing/2014/main" id="{2A30D47C-8B27-3A09-84BD-8B1F59D5E0C9}"/>
              </a:ext>
            </a:extLst>
          </p:cNvPr>
          <p:cNvSpPr/>
          <p:nvPr/>
        </p:nvSpPr>
        <p:spPr>
          <a:xfrm>
            <a:off x="843329" y="1060070"/>
            <a:ext cx="10205164" cy="300781"/>
          </a:xfrm>
          <a:prstGeom prst="rect">
            <a:avLst/>
          </a:prstGeom>
          <a:solidFill>
            <a:srgbClr val="5AA2AE">
              <a:lumMod val="40000"/>
              <a:lumOff val="60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Calibri" panose="020F0502020204030204"/>
            </a:endParaRPr>
          </a:p>
        </p:txBody>
      </p:sp>
      <p:sp>
        <p:nvSpPr>
          <p:cNvPr id="69" name="TextBox 68">
            <a:extLst>
              <a:ext uri="{FF2B5EF4-FFF2-40B4-BE49-F238E27FC236}">
                <a16:creationId xmlns:a16="http://schemas.microsoft.com/office/drawing/2014/main" id="{B2C593A0-ED20-CA6F-DDCE-AD69076A303C}"/>
              </a:ext>
            </a:extLst>
          </p:cNvPr>
          <p:cNvSpPr txBox="1"/>
          <p:nvPr/>
        </p:nvSpPr>
        <p:spPr>
          <a:xfrm>
            <a:off x="851671" y="1060069"/>
            <a:ext cx="10289857" cy="307777"/>
          </a:xfrm>
          <a:prstGeom prst="rect">
            <a:avLst/>
          </a:prstGeom>
          <a:noFill/>
        </p:spPr>
        <p:txBody>
          <a:bodyPr wrap="square">
            <a:spAutoFit/>
          </a:bodyPr>
          <a:lstStyle/>
          <a:p>
            <a:pPr algn="ctr">
              <a:defRPr/>
            </a:pPr>
            <a:r>
              <a:rPr lang="en-IN" sz="1400" b="1" i="1">
                <a:solidFill>
                  <a:prstClr val="black"/>
                </a:solidFill>
                <a:latin typeface="Calibri" panose="020F0502020204030204"/>
                <a:ea typeface="Verdana"/>
                <a:cs typeface="Calibri"/>
              </a:rPr>
              <a:t>Inception</a:t>
            </a:r>
          </a:p>
        </p:txBody>
      </p:sp>
      <p:sp>
        <p:nvSpPr>
          <p:cNvPr id="70" name="Text Placeholder 7">
            <a:extLst>
              <a:ext uri="{FF2B5EF4-FFF2-40B4-BE49-F238E27FC236}">
                <a16:creationId xmlns:a16="http://schemas.microsoft.com/office/drawing/2014/main" id="{15E1AB76-FB02-528B-3B5A-198E99420B36}"/>
              </a:ext>
            </a:extLst>
          </p:cNvPr>
          <p:cNvSpPr txBox="1">
            <a:spLocks/>
          </p:cNvSpPr>
          <p:nvPr/>
        </p:nvSpPr>
        <p:spPr>
          <a:xfrm>
            <a:off x="9891557" y="3538829"/>
            <a:ext cx="1489781" cy="1623087"/>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buFont typeface="Arial" panose="020B0604020202020204" pitchFamily="34" charset="0"/>
              <a:buNone/>
              <a:defRPr/>
            </a:pPr>
            <a:r>
              <a:rPr lang="en-GB" sz="1800">
                <a:solidFill>
                  <a:prstClr val="white"/>
                </a:solidFill>
                <a:latin typeface="Calibri" panose="020F0502020204030204"/>
              </a:rPr>
              <a:t>Managed by</a:t>
            </a:r>
          </a:p>
        </p:txBody>
      </p:sp>
      <p:sp>
        <p:nvSpPr>
          <p:cNvPr id="71" name="Text Placeholder 7">
            <a:extLst>
              <a:ext uri="{FF2B5EF4-FFF2-40B4-BE49-F238E27FC236}">
                <a16:creationId xmlns:a16="http://schemas.microsoft.com/office/drawing/2014/main" id="{AFA758CD-253B-3211-39E4-14F86134E0B0}"/>
              </a:ext>
            </a:extLst>
          </p:cNvPr>
          <p:cNvSpPr txBox="1">
            <a:spLocks/>
          </p:cNvSpPr>
          <p:nvPr/>
        </p:nvSpPr>
        <p:spPr>
          <a:xfrm>
            <a:off x="9874483" y="1569494"/>
            <a:ext cx="1489781"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buFont typeface="Arial" panose="020B0604020202020204" pitchFamily="34" charset="0"/>
              <a:buNone/>
              <a:defRPr/>
            </a:pPr>
            <a:r>
              <a:rPr lang="en-GB" sz="1800">
                <a:solidFill>
                  <a:prstClr val="white"/>
                </a:solidFill>
                <a:latin typeface="Calibri" panose="020F0502020204030204"/>
              </a:rPr>
              <a:t>Managed by</a:t>
            </a: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TOOLS FOR INCEPTION</a:t>
            </a:r>
          </a:p>
        </p:txBody>
      </p:sp>
    </p:spTree>
    <p:extLst>
      <p:ext uri="{BB962C8B-B14F-4D97-AF65-F5344CB8AC3E}">
        <p14:creationId xmlns:p14="http://schemas.microsoft.com/office/powerpoint/2010/main" val="2907488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D4E948F2-7453-7236-FC4C-17D04903A7C0}"/>
              </a:ext>
            </a:extLst>
          </p:cNvPr>
          <p:cNvSpPr txBox="1">
            <a:spLocks/>
          </p:cNvSpPr>
          <p:nvPr/>
        </p:nvSpPr>
        <p:spPr>
          <a:xfrm>
            <a:off x="184150" y="617538"/>
            <a:ext cx="10715078" cy="354009"/>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solidFill>
                  <a:srgbClr val="9D90A0">
                    <a:lumMod val="75000"/>
                  </a:srgbClr>
                </a:solidFill>
                <a:latin typeface="Calibri" panose="020F0502020204030204"/>
              </a:rPr>
              <a:t>Process to setup projects in Jira with one scheme configuration and upload prioritized backlog during inception phase</a:t>
            </a:r>
            <a:endPar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endParaRP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Jira Setup</a:t>
            </a:r>
          </a:p>
        </p:txBody>
      </p:sp>
      <p:graphicFrame>
        <p:nvGraphicFramePr>
          <p:cNvPr id="2" name="Diagram 1">
            <a:extLst>
              <a:ext uri="{FF2B5EF4-FFF2-40B4-BE49-F238E27FC236}">
                <a16:creationId xmlns:a16="http://schemas.microsoft.com/office/drawing/2014/main" id="{A1ECBE84-BD62-15BC-9E20-F8B015F85A63}"/>
              </a:ext>
            </a:extLst>
          </p:cNvPr>
          <p:cNvGraphicFramePr/>
          <p:nvPr/>
        </p:nvGraphicFramePr>
        <p:xfrm>
          <a:off x="1182851" y="1700516"/>
          <a:ext cx="3820070" cy="2146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AA8A21-11EF-AE8E-0258-FAFAD16EBCBB}"/>
              </a:ext>
            </a:extLst>
          </p:cNvPr>
          <p:cNvSpPr txBox="1"/>
          <p:nvPr/>
        </p:nvSpPr>
        <p:spPr>
          <a:xfrm>
            <a:off x="273269" y="971547"/>
            <a:ext cx="5591503" cy="307777"/>
          </a:xfrm>
          <a:prstGeom prst="rect">
            <a:avLst/>
          </a:prstGeom>
          <a:noFill/>
        </p:spPr>
        <p:txBody>
          <a:bodyPr wrap="square" rtlCol="0">
            <a:spAutoFit/>
          </a:bodyPr>
          <a:lstStyle/>
          <a:p>
            <a:r>
              <a:rPr lang="en-IN" sz="1400" b="1"/>
              <a:t>Step1 – Create one Schema Configuration for all GPAS projects </a:t>
            </a:r>
          </a:p>
        </p:txBody>
      </p:sp>
      <p:cxnSp>
        <p:nvCxnSpPr>
          <p:cNvPr id="5" name="Straight Connector 4">
            <a:extLst>
              <a:ext uri="{FF2B5EF4-FFF2-40B4-BE49-F238E27FC236}">
                <a16:creationId xmlns:a16="http://schemas.microsoft.com/office/drawing/2014/main" id="{D06B61A3-4549-D4C3-879D-C65C4699C44C}"/>
              </a:ext>
            </a:extLst>
          </p:cNvPr>
          <p:cNvCxnSpPr/>
          <p:nvPr/>
        </p:nvCxnSpPr>
        <p:spPr>
          <a:xfrm>
            <a:off x="5980386" y="1125435"/>
            <a:ext cx="0" cy="2772000"/>
          </a:xfrm>
          <a:prstGeom prst="line">
            <a:avLst/>
          </a:prstGeom>
          <a:ln w="44450"/>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13115D28-FD2E-28EB-003B-E13514015505}"/>
              </a:ext>
            </a:extLst>
          </p:cNvPr>
          <p:cNvSpPr txBox="1"/>
          <p:nvPr/>
        </p:nvSpPr>
        <p:spPr>
          <a:xfrm>
            <a:off x="6096000" y="976388"/>
            <a:ext cx="5591503" cy="307777"/>
          </a:xfrm>
          <a:prstGeom prst="rect">
            <a:avLst/>
          </a:prstGeom>
          <a:noFill/>
        </p:spPr>
        <p:txBody>
          <a:bodyPr wrap="square" rtlCol="0">
            <a:spAutoFit/>
          </a:bodyPr>
          <a:lstStyle/>
          <a:p>
            <a:r>
              <a:rPr lang="en-IN" sz="1400" b="1"/>
              <a:t>Step2 – Create Projects and set one scheme configuration</a:t>
            </a:r>
          </a:p>
        </p:txBody>
      </p:sp>
      <p:pic>
        <p:nvPicPr>
          <p:cNvPr id="18" name="Picture 17">
            <a:extLst>
              <a:ext uri="{FF2B5EF4-FFF2-40B4-BE49-F238E27FC236}">
                <a16:creationId xmlns:a16="http://schemas.microsoft.com/office/drawing/2014/main" id="{2B6DD07F-909B-A9A8-2668-A3A66CDAEC08}"/>
              </a:ext>
            </a:extLst>
          </p:cNvPr>
          <p:cNvPicPr>
            <a:picLocks noChangeAspect="1"/>
          </p:cNvPicPr>
          <p:nvPr/>
        </p:nvPicPr>
        <p:blipFill>
          <a:blip r:embed="rId8"/>
          <a:stretch>
            <a:fillRect/>
          </a:stretch>
        </p:blipFill>
        <p:spPr>
          <a:xfrm>
            <a:off x="7262646" y="1279324"/>
            <a:ext cx="3447392" cy="2772001"/>
          </a:xfrm>
          <a:prstGeom prst="rect">
            <a:avLst/>
          </a:prstGeom>
        </p:spPr>
      </p:pic>
      <p:cxnSp>
        <p:nvCxnSpPr>
          <p:cNvPr id="19" name="Straight Connector 18">
            <a:extLst>
              <a:ext uri="{FF2B5EF4-FFF2-40B4-BE49-F238E27FC236}">
                <a16:creationId xmlns:a16="http://schemas.microsoft.com/office/drawing/2014/main" id="{067C86CC-254F-E413-CA79-47948F617DB7}"/>
              </a:ext>
            </a:extLst>
          </p:cNvPr>
          <p:cNvCxnSpPr>
            <a:cxnSpLocks/>
          </p:cNvCxnSpPr>
          <p:nvPr/>
        </p:nvCxnSpPr>
        <p:spPr>
          <a:xfrm>
            <a:off x="1313793" y="4204138"/>
            <a:ext cx="9333186" cy="0"/>
          </a:xfrm>
          <a:prstGeom prst="line">
            <a:avLst/>
          </a:prstGeom>
          <a:ln w="44450"/>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9F1EC3F-91DF-B721-71A5-3919943BB190}"/>
              </a:ext>
            </a:extLst>
          </p:cNvPr>
          <p:cNvSpPr txBox="1"/>
          <p:nvPr/>
        </p:nvSpPr>
        <p:spPr>
          <a:xfrm>
            <a:off x="388883" y="4263862"/>
            <a:ext cx="5591503" cy="307777"/>
          </a:xfrm>
          <a:prstGeom prst="rect">
            <a:avLst/>
          </a:prstGeom>
          <a:noFill/>
        </p:spPr>
        <p:txBody>
          <a:bodyPr wrap="square" rtlCol="0">
            <a:spAutoFit/>
          </a:bodyPr>
          <a:lstStyle/>
          <a:p>
            <a:r>
              <a:rPr lang="en-IN" sz="1400" b="1"/>
              <a:t>Step3 – Upload the prioritized backlog to GPAS projects</a:t>
            </a:r>
          </a:p>
        </p:txBody>
      </p:sp>
      <p:pic>
        <p:nvPicPr>
          <p:cNvPr id="31" name="Picture 30">
            <a:extLst>
              <a:ext uri="{FF2B5EF4-FFF2-40B4-BE49-F238E27FC236}">
                <a16:creationId xmlns:a16="http://schemas.microsoft.com/office/drawing/2014/main" id="{DB7D48A5-4C31-CBAE-A636-437B4F3CE3CE}"/>
              </a:ext>
            </a:extLst>
          </p:cNvPr>
          <p:cNvPicPr>
            <a:picLocks noChangeAspect="1"/>
          </p:cNvPicPr>
          <p:nvPr/>
        </p:nvPicPr>
        <p:blipFill>
          <a:blip r:embed="rId9"/>
          <a:stretch>
            <a:fillRect/>
          </a:stretch>
        </p:blipFill>
        <p:spPr>
          <a:xfrm>
            <a:off x="707159" y="4579072"/>
            <a:ext cx="4462319" cy="1740766"/>
          </a:xfrm>
          <a:prstGeom prst="rect">
            <a:avLst/>
          </a:prstGeom>
        </p:spPr>
      </p:pic>
      <p:pic>
        <p:nvPicPr>
          <p:cNvPr id="44" name="Picture 43" descr="A diagram of a project&#10;&#10;Description automatically generated">
            <a:extLst>
              <a:ext uri="{FF2B5EF4-FFF2-40B4-BE49-F238E27FC236}">
                <a16:creationId xmlns:a16="http://schemas.microsoft.com/office/drawing/2014/main" id="{DAE9B972-5B39-E342-DB28-1A15818FC95C}"/>
              </a:ext>
            </a:extLst>
          </p:cNvPr>
          <p:cNvPicPr>
            <a:picLocks noChangeAspect="1"/>
          </p:cNvPicPr>
          <p:nvPr/>
        </p:nvPicPr>
        <p:blipFill>
          <a:blip r:embed="rId10"/>
          <a:stretch>
            <a:fillRect/>
          </a:stretch>
        </p:blipFill>
        <p:spPr>
          <a:xfrm>
            <a:off x="6099464" y="4142076"/>
            <a:ext cx="3006437" cy="1656485"/>
          </a:xfrm>
          <a:prstGeom prst="rect">
            <a:avLst/>
          </a:prstGeom>
        </p:spPr>
      </p:pic>
      <p:pic>
        <p:nvPicPr>
          <p:cNvPr id="45" name="Picture 44" descr="A diagram of a task">
            <a:extLst>
              <a:ext uri="{FF2B5EF4-FFF2-40B4-BE49-F238E27FC236}">
                <a16:creationId xmlns:a16="http://schemas.microsoft.com/office/drawing/2014/main" id="{8CD6F742-F5E1-EFD6-C213-10ABEB7FF1BC}"/>
              </a:ext>
            </a:extLst>
          </p:cNvPr>
          <p:cNvPicPr>
            <a:picLocks noChangeAspect="1"/>
          </p:cNvPicPr>
          <p:nvPr/>
        </p:nvPicPr>
        <p:blipFill>
          <a:blip r:embed="rId11"/>
          <a:stretch>
            <a:fillRect/>
          </a:stretch>
        </p:blipFill>
        <p:spPr>
          <a:xfrm>
            <a:off x="4999181" y="5502422"/>
            <a:ext cx="5472546" cy="1152520"/>
          </a:xfrm>
          <a:prstGeom prst="rect">
            <a:avLst/>
          </a:prstGeom>
        </p:spPr>
      </p:pic>
      <p:cxnSp>
        <p:nvCxnSpPr>
          <p:cNvPr id="56" name="Straight Arrow Connector 55">
            <a:extLst>
              <a:ext uri="{FF2B5EF4-FFF2-40B4-BE49-F238E27FC236}">
                <a16:creationId xmlns:a16="http://schemas.microsoft.com/office/drawing/2014/main" id="{908B15F9-96A3-EE46-A22E-C2CEB8C4DD23}"/>
              </a:ext>
            </a:extLst>
          </p:cNvPr>
          <p:cNvCxnSpPr/>
          <p:nvPr/>
        </p:nvCxnSpPr>
        <p:spPr>
          <a:xfrm>
            <a:off x="5165436" y="4634345"/>
            <a:ext cx="1872673" cy="2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8625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z.I3yenMQKik7gwga5MCX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POWER_USER_ID_TEMPLATES" val="Matrix_1"/>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 Master 2021">
  <a:themeElements>
    <a:clrScheme name="Custom 13">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FFFFFF"/>
      </a:hlink>
      <a:folHlink>
        <a:srgbClr val="FFFFF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Theme1">
  <a:themeElements>
    <a:clrScheme name="beazley Jul22">
      <a:dk1>
        <a:srgbClr val="000000"/>
      </a:dk1>
      <a:lt1>
        <a:srgbClr val="FFFFFF"/>
      </a:lt1>
      <a:dk2>
        <a:srgbClr val="DC199B"/>
      </a:dk2>
      <a:lt2>
        <a:srgbClr val="F0F0F0"/>
      </a:lt2>
      <a:accent1>
        <a:srgbClr val="DC199B"/>
      </a:accent1>
      <a:accent2>
        <a:srgbClr val="4B0050"/>
      </a:accent2>
      <a:accent3>
        <a:srgbClr val="C8C3CD"/>
      </a:accent3>
      <a:accent4>
        <a:srgbClr val="F56B00"/>
      </a:accent4>
      <a:accent5>
        <a:srgbClr val="FF82D4"/>
      </a:accent5>
      <a:accent6>
        <a:srgbClr val="3741A5"/>
      </a:accent6>
      <a:hlink>
        <a:srgbClr val="4B0050"/>
      </a:hlink>
      <a:folHlink>
        <a:srgbClr val="08A6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4A258A-550A-45BB-A9E7-048F13341FD2}"/>
</file>

<file path=customXml/itemProps2.xml><?xml version="1.0" encoding="utf-8"?>
<ds:datastoreItem xmlns:ds="http://schemas.openxmlformats.org/officeDocument/2006/customXml" ds:itemID="{8765F6DA-EDFD-4C3F-B2EB-EDE359E124E2}">
  <ds:schemaRefs>
    <ds:schemaRef ds:uri="http://schemas.microsoft.com/office/2006/documentManagement/types"/>
    <ds:schemaRef ds:uri="886d0db5-4d18-497d-97ce-51cb0d7fa060"/>
    <ds:schemaRef ds:uri="http://schemas.openxmlformats.org/package/2006/metadata/core-properties"/>
    <ds:schemaRef ds:uri="http://purl.org/dc/dcmitype/"/>
    <ds:schemaRef ds:uri="e2f04ce6-5625-4773-b511-ff6e32fd78d6"/>
    <ds:schemaRef ds:uri="http://purl.org/dc/terms/"/>
    <ds:schemaRef ds:uri="http://schemas.microsoft.com/office/2006/metadata/properties"/>
    <ds:schemaRef ds:uri="http://purl.org/dc/elements/1.1/"/>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93B09ECE-D1C0-42A5-B69E-8C88764DB9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ppt-Capgemini_MasterTemplate</Template>
  <TotalTime>1451</TotalTime>
  <Words>7154</Words>
  <Application>Microsoft Office PowerPoint</Application>
  <PresentationFormat>Widescreen</PresentationFormat>
  <Paragraphs>1981</Paragraphs>
  <Slides>28</Slides>
  <Notes>23</Notes>
  <HiddenSlides>1</HiddenSlides>
  <MMClips>0</MMClips>
  <ScaleCrop>false</ScaleCrop>
  <HeadingPairs>
    <vt:vector size="8" baseType="variant">
      <vt:variant>
        <vt:lpstr>Fonts Used</vt:lpstr>
      </vt:variant>
      <vt:variant>
        <vt:i4>14</vt:i4>
      </vt:variant>
      <vt:variant>
        <vt:lpstr>Theme</vt:lpstr>
      </vt:variant>
      <vt:variant>
        <vt:i4>7</vt:i4>
      </vt:variant>
      <vt:variant>
        <vt:lpstr>Embedded OLE Servers</vt:lpstr>
      </vt:variant>
      <vt:variant>
        <vt:i4>2</vt:i4>
      </vt:variant>
      <vt:variant>
        <vt:lpstr>Slide Titles</vt:lpstr>
      </vt:variant>
      <vt:variant>
        <vt:i4>28</vt:i4>
      </vt:variant>
    </vt:vector>
  </HeadingPairs>
  <TitlesOfParts>
    <vt:vector size="51" baseType="lpstr">
      <vt:lpstr>Calibri</vt:lpstr>
      <vt:lpstr>Avenir Next LT Pro</vt:lpstr>
      <vt:lpstr>Verdana</vt:lpstr>
      <vt:lpstr>Calibri Light</vt:lpstr>
      <vt:lpstr>Franklin Gothic Medium</vt:lpstr>
      <vt:lpstr>Ubuntu Light</vt:lpstr>
      <vt:lpstr>Ubuntu Medium</vt:lpstr>
      <vt:lpstr>Arial</vt:lpstr>
      <vt:lpstr>Inter</vt:lpstr>
      <vt:lpstr>Courier New</vt:lpstr>
      <vt:lpstr>Times New Roman</vt:lpstr>
      <vt:lpstr>Ubuntu</vt:lpstr>
      <vt:lpstr>Trebuchet MS</vt:lpstr>
      <vt:lpstr>Wingdings</vt:lpstr>
      <vt:lpstr>Capgemini Master 2021</vt:lpstr>
      <vt:lpstr>Cover options_Section</vt:lpstr>
      <vt:lpstr>Capgemini Master 2021</vt:lpstr>
      <vt:lpstr>Capgemini Master 2021</vt:lpstr>
      <vt:lpstr>1_Capgemini Master 2021</vt:lpstr>
      <vt:lpstr>2_Capgemini Master 2021</vt:lpstr>
      <vt:lpstr>Theme1</vt:lpstr>
      <vt:lpstr>think-cell Slide</vt:lpstr>
      <vt:lpstr>Worksheet</vt:lpstr>
      <vt:lpstr>Beazley  gpas and Billing OPERATING MODEL</vt:lpstr>
      <vt:lpstr>PowerPoint Presentation</vt:lpstr>
      <vt:lpstr>CONTEXT</vt:lpstr>
      <vt:lpstr>Ways of working</vt:lpstr>
      <vt:lpstr>Programme Inception phase helps create the foundation &amp; vision of the Transformation</vt:lpstr>
      <vt:lpstr>KEY SUCCESS FACTORS</vt:lpstr>
      <vt:lpstr>INCEPTION PLAN – By WEEK BREAKDOWN </vt:lpstr>
      <vt:lpstr>PowerPoint Presentation</vt:lpstr>
      <vt:lpstr>Inception programme deliverable outputs</vt:lpstr>
      <vt:lpstr>Inception programme deliverable outputs</vt:lpstr>
      <vt:lpstr>Teams for inception and Beyond…</vt:lpstr>
      <vt:lpstr>Teams for inception and Beyond…</vt:lpstr>
      <vt:lpstr>PowerPoint Presentation</vt:lpstr>
      <vt:lpstr>PowerPoint Presentation</vt:lpstr>
      <vt:lpstr>Design principles</vt:lpstr>
      <vt:lpstr>KEY AREAS – raci [1]</vt:lpstr>
      <vt:lpstr>KEY AREAS – raci [2]</vt:lpstr>
      <vt:lpstr>KEY ROLES – Beazley</vt:lpstr>
      <vt:lpstr>KEY ROLES – Beazley</vt:lpstr>
      <vt:lpstr>KEY ROLES - capgemini</vt:lpstr>
      <vt:lpstr>KEY ROLES - guidewire</vt:lpstr>
      <vt:lpstr>governance</vt:lpstr>
      <vt:lpstr>PowerPoint Presentation</vt:lpstr>
      <vt:lpstr>Escalation process</vt:lpstr>
      <vt:lpstr>Change control</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Patel, Chetali</dc:creator>
  <cp:lastModifiedBy>Gudla, Natraj</cp:lastModifiedBy>
  <cp:revision>8</cp:revision>
  <cp:lastPrinted>2024-03-13T11:11:59Z</cp:lastPrinted>
  <dcterms:created xsi:type="dcterms:W3CDTF">2021-06-03T11:11:51Z</dcterms:created>
  <dcterms:modified xsi:type="dcterms:W3CDTF">2024-03-26T03:16:13Z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
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Lst>
  <p:notesMasterIdLst>
    <p:notesMasterId r:id="rId10"/>
  </p:notesMasterIdLst>
  <p:sldIdLst>
    <p:sldId id="265" r:id="rId7"/>
    <p:sldId id="2147483371" r:id="rId8"/>
    <p:sldId id="2147483365" r:id="rId9"/>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5"/>
            <p14:sldId id="2147483371"/>
            <p14:sldId id="214748336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85" autoAdjust="0"/>
  </p:normalViewPr>
  <p:slideViewPr>
    <p:cSldViewPr>
      <p:cViewPr varScale="1">
        <p:scale>
          <a:sx n="63" d="100"/>
          <a:sy n="63" d="100"/>
        </p:scale>
        <p:origin x="804" y="72"/>
      </p:cViewPr>
      <p:guideLst/>
    </p:cSldViewPr>
  </p:slideViewPr>
  <p:notesTextViewPr>
    <p:cViewPr>
      <p:scale>
        <a:sx n="1" d="1"/>
        <a:sy n="1" d="1"/>
      </p:scale>
      <p:origin x="0" y="0"/>
    </p:cViewPr>
  </p:notesTextViewPr>
  <p:sorterViewPr>
    <p:cViewPr>
      <p:scale>
        <a:sx n="100" d="100"/>
        <a:sy n="100" d="100"/>
      </p:scale>
      <p:origin x="0" y="-227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05/27/2026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4A329-190D-16F1-20B8-B8A80F0BF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CF457-6978-939C-04FF-6968BDB1242E}"/>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B52747B2-D0EE-EB6E-B79C-8BF891BFC5D9}"/>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4374BE4E-CA7F-754B-CEBA-6FCAE0B160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11399972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1.png"/><Relationship Id="rId3" Type="http://schemas.openxmlformats.org/officeDocument/2006/relationships/tags" Target="../tags/tag3.xml"/><Relationship Id="rId7" Type="http://schemas.openxmlformats.org/officeDocument/2006/relationships/image" Target="../media/image8.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6" Type="http://schemas.openxmlformats.org/officeDocument/2006/relationships/image" Target="../media/image13.svg"/><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10.png"/><Relationship Id="rId5" Type="http://schemas.openxmlformats.org/officeDocument/2006/relationships/slideMaster" Target="../slideMasters/slideMaster1.xml"/><Relationship Id="rId15" Type="http://schemas.openxmlformats.org/officeDocument/2006/relationships/image" Target="../media/image12.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9.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4.png"/><Relationship Id="rId7" Type="http://schemas.microsoft.com/office/2007/relationships/hdphoto" Target="../media/hdphoto2.wdp"/><Relationship Id="rId12" Type="http://schemas.openxmlformats.org/officeDocument/2006/relationships/image" Target="../media/image17.png"/><Relationship Id="rId17" Type="http://schemas.openxmlformats.org/officeDocument/2006/relationships/image" Target="../media/image13.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6.png"/><Relationship Id="rId18" Type="http://schemas.openxmlformats.org/officeDocument/2006/relationships/hyperlink" Target="https://www.instagram.com/capgemini/" TargetMode="External"/><Relationship Id="rId3" Type="http://schemas.openxmlformats.org/officeDocument/2006/relationships/tags" Target="../tags/tag7.xml"/><Relationship Id="rId21" Type="http://schemas.openxmlformats.org/officeDocument/2006/relationships/image" Target="../media/image19.svg"/><Relationship Id="rId7" Type="http://schemas.openxmlformats.org/officeDocument/2006/relationships/image" Target="../media/image14.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7.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5.png"/><Relationship Id="rId19" Type="http://schemas.openxmlformats.org/officeDocument/2006/relationships/image" Target="../media/image18.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4.png"/><Relationship Id="rId7" Type="http://schemas.microsoft.com/office/2007/relationships/hdphoto" Target="../media/hdphoto7.wdp"/><Relationship Id="rId12" Type="http://schemas.openxmlformats.org/officeDocument/2006/relationships/image" Target="../media/image17.png"/><Relationship Id="rId17"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1.png"/></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6.png"/><Relationship Id="rId18" Type="http://schemas.openxmlformats.org/officeDocument/2006/relationships/hyperlink" Target="https://www.instagram.com/capgemini/" TargetMode="External"/><Relationship Id="rId3" Type="http://schemas.openxmlformats.org/officeDocument/2006/relationships/tags" Target="../tags/tag11.xml"/><Relationship Id="rId21" Type="http://schemas.openxmlformats.org/officeDocument/2006/relationships/image" Target="../media/image19.svg"/><Relationship Id="rId7" Type="http://schemas.openxmlformats.org/officeDocument/2006/relationships/image" Target="../media/image14.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17.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5.png"/><Relationship Id="rId19" Type="http://schemas.openxmlformats.org/officeDocument/2006/relationships/image" Target="../media/image18.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7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4.png"/><Relationship Id="rId7" Type="http://schemas.microsoft.com/office/2007/relationships/hdphoto" Target="../media/hdphoto7.wdp"/><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4.png"/><Relationship Id="rId7" Type="http://schemas.microsoft.com/office/2007/relationships/hdphoto" Target="../media/hdphoto2.wdp"/><Relationship Id="rId12" Type="http://schemas.openxmlformats.org/officeDocument/2006/relationships/image" Target="../media/image17.png"/><Relationship Id="rId17" Type="http://schemas.openxmlformats.org/officeDocument/2006/relationships/image" Target="../media/image19.sv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5.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8.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6.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pic>
        <p:nvPicPr>
          <p:cNvPr id="3" name="Graphic 2">
            <a:extLst>
              <a:ext uri="{FF2B5EF4-FFF2-40B4-BE49-F238E27FC236}">
                <a16:creationId xmlns:a16="http://schemas.microsoft.com/office/drawing/2014/main" id="{036B60D0-F239-49C2-D0FC-2AC7412F70A2}"/>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5" name="Graphic 4">
            <a:extLst>
              <a:ext uri="{FF2B5EF4-FFF2-40B4-BE49-F238E27FC236}">
                <a16:creationId xmlns:a16="http://schemas.microsoft.com/office/drawing/2014/main" id="{526F4884-83E8-4D85-4065-8E9D8F153049}"/>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pic>
        <p:nvPicPr>
          <p:cNvPr id="2" name="Graphic 1">
            <a:extLst>
              <a:ext uri="{FF2B5EF4-FFF2-40B4-BE49-F238E27FC236}">
                <a16:creationId xmlns:a16="http://schemas.microsoft.com/office/drawing/2014/main" id="{90578029-BCC0-A750-2EC4-ADC62E9DCE7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2" name="Graphic 1">
            <a:extLst>
              <a:ext uri="{FF2B5EF4-FFF2-40B4-BE49-F238E27FC236}">
                <a16:creationId xmlns:a16="http://schemas.microsoft.com/office/drawing/2014/main" id="{274CF72B-0708-EB89-64D0-3F265C883A7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2" name="Graphic 1">
            <a:extLst>
              <a:ext uri="{FF2B5EF4-FFF2-40B4-BE49-F238E27FC236}">
                <a16:creationId xmlns:a16="http://schemas.microsoft.com/office/drawing/2014/main" id="{83ACCAB5-C079-2551-2FE3-7EAE74351369}"/>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34F350AD-E665-878B-4053-3520B583A92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
        <p:nvSpPr>
          <p:cNvPr id="5" name="Rectangle 4">
            <a:extLst>
              <a:ext uri="{FF2B5EF4-FFF2-40B4-BE49-F238E27FC236}">
                <a16:creationId xmlns:a16="http://schemas.microsoft.com/office/drawing/2014/main" id="{5DA516AE-C35C-E1A0-6817-5E991F2C93DE}"/>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75720"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64773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EF17987A-6621-70A2-A0CC-1368AC5F1C09}"/>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D73D0FFF-4061-1627-7DD7-96BE4A529B76}"/>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15815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338151" y="0"/>
            <a:ext cx="785384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03354" y="1628775"/>
            <a:ext cx="7037784" cy="3589714"/>
          </a:xfrm>
        </p:spPr>
        <p:txBody>
          <a:bodyPr anchor="b"/>
          <a:lstStyle>
            <a:lvl1pPr>
              <a:defRPr sz="5400">
                <a:solidFill>
                  <a:schemeClr val="bg1"/>
                </a:solidFill>
              </a:defRPr>
            </a:lvl1pPr>
          </a:lstStyle>
          <a:p>
            <a:r>
              <a:rPr lang="en-US"/>
              <a:t>Click to edit Master title style</a:t>
            </a:r>
            <a:endParaRPr lang="en-PL" dirty="0"/>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A50E877E-EEBB-7273-78E2-F54447F1CE42}"/>
              </a:ext>
            </a:extLst>
          </p:cNvPr>
          <p:cNvSpPr/>
          <p:nvPr userDrawn="1"/>
        </p:nvSpPr>
        <p:spPr>
          <a:xfrm rot="16200000">
            <a:off x="8191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EF6BCE25-053E-E063-5063-BED67D40C47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1C46FAA8-9E09-E09E-CD15-978C3F36A6C9}"/>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Logo Placeholder 7">
            <a:extLst>
              <a:ext uri="{FF2B5EF4-FFF2-40B4-BE49-F238E27FC236}">
                <a16:creationId xmlns:a16="http://schemas.microsoft.com/office/drawing/2014/main" id="{31A4763B-0CC9-12B3-EEEF-048A13B0207B}"/>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1565469"/>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49126935"/>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8042E2D-C5D1-E4E2-093A-B6FE8C822F8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pic>
        <p:nvPicPr>
          <p:cNvPr id="22" name="Graphic 21">
            <a:extLst>
              <a:ext uri="{FF2B5EF4-FFF2-40B4-BE49-F238E27FC236}">
                <a16:creationId xmlns:a16="http://schemas.microsoft.com/office/drawing/2014/main" id="{19C6CB7A-DFBF-1D7E-84D0-BCD4916B8C4B}"/>
              </a:ext>
            </a:extLst>
          </p:cNvPr>
          <p:cNvPicPr>
            <a:picLocks noChangeAspect="1"/>
          </p:cNvPicPr>
          <p:nvPr userDrawn="1"/>
        </p:nvPicPr>
        <p:blipFill>
          <a:blip>
            <a:extLst>
              <a:ext uri="{96DAC541-7B7A-43D3-8B79-37D633B846F1}">
                <asvg:svgBlip xmlns:asvg="http://schemas.microsoft.com/office/drawing/2016/SVG/main" r:embed="rId16"/>
              </a:ext>
            </a:extLst>
          </a:blip>
          <a:srcRect l="1021" r="769"/>
          <a:stretch>
            <a:fillRect/>
          </a:stretch>
        </p:blipFill>
        <p:spPr>
          <a:xfrm>
            <a:off x="544767" y="6155205"/>
            <a:ext cx="3531764" cy="442147"/>
          </a:xfrm>
          <a:prstGeom prst="rect">
            <a:avLst/>
          </a:prstGeom>
        </p:spPr>
      </p:pic>
      <p:sp>
        <p:nvSpPr>
          <p:cNvPr id="23" name="Rectangle 22">
            <a:extLst>
              <a:ext uri="{FF2B5EF4-FFF2-40B4-BE49-F238E27FC236}">
                <a16:creationId xmlns:a16="http://schemas.microsoft.com/office/drawing/2014/main" id="{85C28D47-21C6-F256-9156-1C22CDAFA8AE}"/>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4" name="Rectangle 23">
            <a:extLst>
              <a:ext uri="{FF2B5EF4-FFF2-40B4-BE49-F238E27FC236}">
                <a16:creationId xmlns:a16="http://schemas.microsoft.com/office/drawing/2014/main" id="{36573F57-0960-F530-A319-F475FA1AFA9E}"/>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3450644737"/>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pic>
        <p:nvPicPr>
          <p:cNvPr id="8" name="Graphic 7">
            <a:extLst>
              <a:ext uri="{FF2B5EF4-FFF2-40B4-BE49-F238E27FC236}">
                <a16:creationId xmlns:a16="http://schemas.microsoft.com/office/drawing/2014/main" id="{ED14F293-D660-1243-706A-EE7772D81D21}"/>
              </a:ext>
            </a:extLst>
          </p:cNvPr>
          <p:cNvPicPr>
            <a:picLocks noChangeAspect="1"/>
          </p:cNvPicPr>
          <p:nvPr userDrawn="1"/>
        </p:nvPicPr>
        <p:blipFill>
          <a:blip>
            <a:extLst>
              <a:ext uri="{96DAC541-7B7A-43D3-8B79-37D633B846F1}">
                <asvg:svgBlip xmlns:asvg="http://schemas.microsoft.com/office/drawing/2016/SVG/main" r:embed="rId12"/>
              </a:ext>
            </a:extLst>
          </a:blip>
          <a:srcRect l="1021" r="769"/>
          <a:stretch>
            <a:fillRect/>
          </a:stretch>
        </p:blipFill>
        <p:spPr>
          <a:xfrm>
            <a:off x="544767" y="6155205"/>
            <a:ext cx="3531764" cy="442147"/>
          </a:xfrm>
          <a:prstGeom prst="rect">
            <a:avLst/>
          </a:prstGeom>
        </p:spPr>
      </p:pic>
      <p:sp>
        <p:nvSpPr>
          <p:cNvPr id="9" name="Rectangle 8">
            <a:extLst>
              <a:ext uri="{FF2B5EF4-FFF2-40B4-BE49-F238E27FC236}">
                <a16:creationId xmlns:a16="http://schemas.microsoft.com/office/drawing/2014/main" id="{B1D32A91-13EA-4AC2-76B4-8888929DE4BF}"/>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0" name="Rectangle 9">
            <a:extLst>
              <a:ext uri="{FF2B5EF4-FFF2-40B4-BE49-F238E27FC236}">
                <a16:creationId xmlns:a16="http://schemas.microsoft.com/office/drawing/2014/main" id="{390B8A0F-91FF-A4FB-48DB-6AE1A6CAA791}"/>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pic>
        <p:nvPicPr>
          <p:cNvPr id="3" name="Graphic 2">
            <a:extLst>
              <a:ext uri="{FF2B5EF4-FFF2-40B4-BE49-F238E27FC236}">
                <a16:creationId xmlns:a16="http://schemas.microsoft.com/office/drawing/2014/main" id="{941BB9D1-A5EF-F2EB-D96C-D99C9DBA28DE}"/>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5" name="Rectangle 4">
            <a:extLst>
              <a:ext uri="{FF2B5EF4-FFF2-40B4-BE49-F238E27FC236}">
                <a16:creationId xmlns:a16="http://schemas.microsoft.com/office/drawing/2014/main" id="{2DF7EA49-F847-4AEB-B0DF-7663F29BA710}"/>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6" name="Rectangle 5">
            <a:extLst>
              <a:ext uri="{FF2B5EF4-FFF2-40B4-BE49-F238E27FC236}">
                <a16:creationId xmlns:a16="http://schemas.microsoft.com/office/drawing/2014/main" id="{0795501C-1F59-7D5A-5AEE-75E602064F01}"/>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7784921"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dirty="0"/>
              <a:t>Click to edit Master title style</a:t>
            </a:r>
            <a:endParaRPr lang="en-PL" dirty="0"/>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2" name="Rectangle 1">
            <a:extLst>
              <a:ext uri="{FF2B5EF4-FFF2-40B4-BE49-F238E27FC236}">
                <a16:creationId xmlns:a16="http://schemas.microsoft.com/office/drawing/2014/main" id="{E01423FC-1749-A9D7-2DF0-C9A8FA6BB1CC}"/>
              </a:ext>
            </a:extLst>
          </p:cNvPr>
          <p:cNvSpPr/>
          <p:nvPr userDrawn="1"/>
        </p:nvSpPr>
        <p:spPr>
          <a:xfrm rot="16200000">
            <a:off x="4445922"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3" name="Graphic 2">
            <a:extLst>
              <a:ext uri="{FF2B5EF4-FFF2-40B4-BE49-F238E27FC236}">
                <a16:creationId xmlns:a16="http://schemas.microsoft.com/office/drawing/2014/main" id="{D5870F20-4C95-C3D0-A8CB-65FE64F9509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5" name="Graphic 4">
            <a:extLst>
              <a:ext uri="{FF2B5EF4-FFF2-40B4-BE49-F238E27FC236}">
                <a16:creationId xmlns:a16="http://schemas.microsoft.com/office/drawing/2014/main" id="{AEAE191A-1BF3-FE0A-5FCB-B554123E5CDE}"/>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pic>
        <p:nvPicPr>
          <p:cNvPr id="2" name="Graphic 1">
            <a:extLst>
              <a:ext uri="{FF2B5EF4-FFF2-40B4-BE49-F238E27FC236}">
                <a16:creationId xmlns:a16="http://schemas.microsoft.com/office/drawing/2014/main" id="{3DAD4B40-B188-E18A-8424-BAF152AA4121}"/>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pic>
        <p:nvPicPr>
          <p:cNvPr id="2" name="Graphic 1">
            <a:extLst>
              <a:ext uri="{FF2B5EF4-FFF2-40B4-BE49-F238E27FC236}">
                <a16:creationId xmlns:a16="http://schemas.microsoft.com/office/drawing/2014/main" id="{636C33AD-BAB3-CCBC-C4A7-D2986B2DFA8E}"/>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pic>
        <p:nvPicPr>
          <p:cNvPr id="2" name="Graphic 1">
            <a:extLst>
              <a:ext uri="{FF2B5EF4-FFF2-40B4-BE49-F238E27FC236}">
                <a16:creationId xmlns:a16="http://schemas.microsoft.com/office/drawing/2014/main" id="{4DEAD742-67F2-06F3-50D8-B52A82D5520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4DD0B3E2-553C-4219-E332-CC7E49BE59A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19F472B5-B491-BA25-8608-8D6ABD01C07D}"/>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03710"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575720"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795D577C-5E35-5588-EB40-906746571021}"/>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BAC2A90E-32EF-E6B3-2899-4F004459A2FB}"/>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583832" y="1628775"/>
            <a:ext cx="7057305" cy="3589714"/>
          </a:xfrm>
          <a:prstGeom prst="rect">
            <a:avLst/>
          </a:prstGeom>
        </p:spPr>
        <p:txBody>
          <a:bodyPr anchor="b"/>
          <a:lstStyle>
            <a:lvl1pPr>
              <a:defRPr sz="5400"/>
            </a:lvl1pPr>
          </a:lstStyle>
          <a:p>
            <a:r>
              <a:rPr lang="en-US" dirty="0"/>
              <a:t>Click to edit Master title style</a:t>
            </a:r>
            <a:endParaRPr lang="en-PL" dirty="0"/>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4"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4"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0C240513-D310-62DD-6830-55665DDE110E}"/>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04E93895-98F3-FC13-36E1-53DD378656AA}"/>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537323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13921474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Tree>
    <p:extLst>
      <p:ext uri="{BB962C8B-B14F-4D97-AF65-F5344CB8AC3E}">
        <p14:creationId xmlns:p14="http://schemas.microsoft.com/office/powerpoint/2010/main" val="1980573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Tree>
    <p:extLst>
      <p:ext uri="{BB962C8B-B14F-4D97-AF65-F5344CB8AC3E}">
        <p14:creationId xmlns:p14="http://schemas.microsoft.com/office/powerpoint/2010/main" val="2683834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806915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063285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71764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8270945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720735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677139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24970268"/>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11262237"/>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52125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FD688CF6-4DEF-5FBD-2767-E8B0423537BF}"/>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1" name="Rectangle 20">
            <a:extLst>
              <a:ext uri="{FF2B5EF4-FFF2-40B4-BE49-F238E27FC236}">
                <a16:creationId xmlns:a16="http://schemas.microsoft.com/office/drawing/2014/main" id="{712376EE-F451-FC5D-CA4D-2CC71A1A671D}"/>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26" name="Graphic 25">
            <a:extLst>
              <a:ext uri="{FF2B5EF4-FFF2-40B4-BE49-F238E27FC236}">
                <a16:creationId xmlns:a16="http://schemas.microsoft.com/office/drawing/2014/main" id="{CD2DCA1B-0EB5-58FD-90D7-5D7087F578CF}"/>
              </a:ext>
            </a:extLst>
          </p:cNvPr>
          <p:cNvPicPr>
            <a:picLocks noChangeAspect="1"/>
          </p:cNvPicPr>
          <p:nvPr userDrawn="1"/>
        </p:nvPicPr>
        <p:blipFill>
          <a:blip>
            <a:extLst>
              <a:ext uri="{96DAC541-7B7A-43D3-8B79-37D633B846F1}">
                <asvg:svgBlip xmlns:asvg="http://schemas.microsoft.com/office/drawing/2016/SVG/main" r:embed="rId21"/>
              </a:ext>
            </a:extLst>
          </a:blip>
          <a:srcRect l="1021" r="769"/>
          <a:stretch>
            <a:fillRect/>
          </a:stretch>
        </p:blipFill>
        <p:spPr>
          <a:xfrm>
            <a:off x="544767" y="6155205"/>
            <a:ext cx="3531764" cy="442147"/>
          </a:xfrm>
          <a:prstGeom prst="rect">
            <a:avLst/>
          </a:prstGeom>
        </p:spPr>
      </p:pic>
      <p:sp>
        <p:nvSpPr>
          <p:cNvPr id="27" name="Rectangle 26">
            <a:extLst>
              <a:ext uri="{FF2B5EF4-FFF2-40B4-BE49-F238E27FC236}">
                <a16:creationId xmlns:a16="http://schemas.microsoft.com/office/drawing/2014/main" id="{7875D24D-F312-5E5C-FFD7-D3E6BCA8A9F9}"/>
              </a:ext>
            </a:extLst>
          </p:cNvPr>
          <p:cNvSpPr/>
          <p:nvPr userDrawn="1"/>
        </p:nvSpPr>
        <p:spPr>
          <a:xfrm>
            <a:off x="550864" y="854464"/>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8" name="Rectangle 27">
            <a:extLst>
              <a:ext uri="{FF2B5EF4-FFF2-40B4-BE49-F238E27FC236}">
                <a16:creationId xmlns:a16="http://schemas.microsoft.com/office/drawing/2014/main" id="{83E451EB-6F7D-C8AC-F0EB-E7358A085C47}"/>
              </a:ext>
            </a:extLst>
          </p:cNvPr>
          <p:cNvSpPr/>
          <p:nvPr userDrawn="1"/>
        </p:nvSpPr>
        <p:spPr>
          <a:xfrm>
            <a:off x="550863" y="4411432"/>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2638169388"/>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pic>
        <p:nvPicPr>
          <p:cNvPr id="5" name="Graphic 4">
            <a:extLst>
              <a:ext uri="{FF2B5EF4-FFF2-40B4-BE49-F238E27FC236}">
                <a16:creationId xmlns:a16="http://schemas.microsoft.com/office/drawing/2014/main" id="{1FDAAEA3-53DE-8B8B-5023-DA637F30DEA3}"/>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5AB6D61D-717F-C40D-1F02-5CF61F5C9394}"/>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25A50F37-FFD7-6AED-2DF2-1910CE1CCAA6}"/>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26156112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pic>
        <p:nvPicPr>
          <p:cNvPr id="15" name="Graphic 14">
            <a:extLst>
              <a:ext uri="{FF2B5EF4-FFF2-40B4-BE49-F238E27FC236}">
                <a16:creationId xmlns:a16="http://schemas.microsoft.com/office/drawing/2014/main" id="{A57E3536-E461-90F2-815F-4353E4BC74E5}"/>
              </a:ext>
            </a:extLst>
          </p:cNvPr>
          <p:cNvPicPr>
            <a:picLocks noChangeAspect="1"/>
          </p:cNvPicPr>
          <p:nvPr userDrawn="1"/>
        </p:nvPicPr>
        <p:blipFill>
          <a:blip>
            <a:extLst>
              <a:ext uri="{96DAC541-7B7A-43D3-8B79-37D633B846F1}">
                <asvg:svgBlip xmlns:asvg="http://schemas.microsoft.com/office/drawing/2016/SVG/main" r:embed="rId12"/>
              </a:ext>
            </a:extLst>
          </a:blip>
          <a:srcRect l="1021" r="769"/>
          <a:stretch>
            <a:fillRect/>
          </a:stretch>
        </p:blipFill>
        <p:spPr>
          <a:xfrm>
            <a:off x="544767" y="6155205"/>
            <a:ext cx="3531764" cy="442147"/>
          </a:xfrm>
          <a:prstGeom prst="rect">
            <a:avLst/>
          </a:prstGeom>
        </p:spPr>
      </p:pic>
      <p:sp>
        <p:nvSpPr>
          <p:cNvPr id="16" name="Rectangle 15">
            <a:extLst>
              <a:ext uri="{FF2B5EF4-FFF2-40B4-BE49-F238E27FC236}">
                <a16:creationId xmlns:a16="http://schemas.microsoft.com/office/drawing/2014/main" id="{8D86A35A-A28B-4BFD-3CD3-D80805367E07}"/>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18" name="Rectangle 17">
            <a:extLst>
              <a:ext uri="{FF2B5EF4-FFF2-40B4-BE49-F238E27FC236}">
                <a16:creationId xmlns:a16="http://schemas.microsoft.com/office/drawing/2014/main" id="{BC549AB4-7932-2D09-E1C5-F7F8FB0F44DF}"/>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31312830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7773029"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3" name="Rectangle 2">
            <a:extLst>
              <a:ext uri="{FF2B5EF4-FFF2-40B4-BE49-F238E27FC236}">
                <a16:creationId xmlns:a16="http://schemas.microsoft.com/office/drawing/2014/main" id="{00856BAF-DFAB-E969-54E4-46E5FFD9F9B8}"/>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7" name="Graphic 6">
            <a:extLst>
              <a:ext uri="{FF2B5EF4-FFF2-40B4-BE49-F238E27FC236}">
                <a16:creationId xmlns:a16="http://schemas.microsoft.com/office/drawing/2014/main" id="{53FB535E-C140-6B16-5DC5-03321A85BFAF}"/>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400661"/>
            <a:ext cx="3531764" cy="442147"/>
          </a:xfrm>
          <a:prstGeom prst="rect">
            <a:avLst/>
          </a:prstGeom>
        </p:spPr>
      </p:pic>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13" name="Graphic 12">
            <a:extLst>
              <a:ext uri="{FF2B5EF4-FFF2-40B4-BE49-F238E27FC236}">
                <a16:creationId xmlns:a16="http://schemas.microsoft.com/office/drawing/2014/main" id="{8EDB7962-89A3-E3A7-BAAE-AA3F7F33B32A}"/>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pic>
        <p:nvPicPr>
          <p:cNvPr id="5" name="Graphic 4">
            <a:extLst>
              <a:ext uri="{FF2B5EF4-FFF2-40B4-BE49-F238E27FC236}">
                <a16:creationId xmlns:a16="http://schemas.microsoft.com/office/drawing/2014/main" id="{5D61DBF1-5BCB-16AA-E6B0-DB992EF03680}"/>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pic>
        <p:nvPicPr>
          <p:cNvPr id="2" name="Graphic 1">
            <a:extLst>
              <a:ext uri="{FF2B5EF4-FFF2-40B4-BE49-F238E27FC236}">
                <a16:creationId xmlns:a16="http://schemas.microsoft.com/office/drawing/2014/main" id="{6763C70A-739B-507C-454F-911025E3AA01}"/>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pic>
        <p:nvPicPr>
          <p:cNvPr id="5" name="Graphic 4">
            <a:extLst>
              <a:ext uri="{FF2B5EF4-FFF2-40B4-BE49-F238E27FC236}">
                <a16:creationId xmlns:a16="http://schemas.microsoft.com/office/drawing/2014/main" id="{3FDAAFCA-AE43-F978-D658-FE866BA9A973}"/>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23C95F0-C974-E3E4-F037-E4D8F518EE72}"/>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D76823C6-CB49-1950-755A-9C4A8CBF604C}"/>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64442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71643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137389A4-0926-22A7-82A5-6F1CAC2847F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5" name="Graphic 4">
            <a:extLst>
              <a:ext uri="{FF2B5EF4-FFF2-40B4-BE49-F238E27FC236}">
                <a16:creationId xmlns:a16="http://schemas.microsoft.com/office/drawing/2014/main" id="{F2714E4E-DFEB-EF57-7EAB-CB9E643AF73C}"/>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94388" y="1628775"/>
            <a:ext cx="6946749" cy="3589714"/>
          </a:xfrm>
          <a:prstGeom prst="rect">
            <a:avLst/>
          </a:prstGeom>
        </p:spPr>
        <p:txBody>
          <a:bodyPr anchor="b"/>
          <a:lstStyle>
            <a:lvl1pPr>
              <a:defRPr sz="5400"/>
            </a:lvl1pPr>
          </a:lstStyle>
          <a:p>
            <a:r>
              <a:rPr lang="en-US" dirty="0"/>
              <a:t>Click to edit Master title style</a:t>
            </a:r>
            <a:endParaRPr lang="en-PL" dirty="0"/>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dirty="0"/>
              <a:t>Click to edit Master text styles</a:t>
            </a:r>
          </a:p>
        </p:txBody>
      </p:sp>
      <p:sp>
        <p:nvSpPr>
          <p:cNvPr id="2" name="Rectangle 1">
            <a:extLst>
              <a:ext uri="{FF2B5EF4-FFF2-40B4-BE49-F238E27FC236}">
                <a16:creationId xmlns:a16="http://schemas.microsoft.com/office/drawing/2014/main" id="{97136889-97EA-2424-F0A3-1E0FF90FE0FC}"/>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2564C789-F502-141D-420F-C67818E72AA8}"/>
              </a:ext>
            </a:extLst>
          </p:cNvPr>
          <p:cNvPicPr>
            <a:picLocks noChangeAspect="1"/>
          </p:cNvPicPr>
          <p:nvPr userDrawn="1"/>
        </p:nvPicPr>
        <p:blipFill>
          <a:blip>
            <a:extLst>
              <a:ext uri="{96DAC541-7B7A-43D3-8B79-37D633B846F1}">
                <asvg:svgBlip xmlns:asvg="http://schemas.microsoft.com/office/drawing/2016/SVG/main" r:embed="rId2"/>
              </a:ext>
            </a:extLst>
          </a:blip>
          <a:srcRect l="1021" r="769"/>
          <a:stretch>
            <a:fillRect/>
          </a:stretch>
        </p:blipFill>
        <p:spPr>
          <a:xfrm>
            <a:off x="361182" y="6155205"/>
            <a:ext cx="3531764" cy="442147"/>
          </a:xfrm>
          <a:prstGeom prst="rect">
            <a:avLst/>
          </a:prstGeom>
        </p:spPr>
      </p:pic>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9787633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7645757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57586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258283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623579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474147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6316398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70003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7164404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4750913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67167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Tree>
    <p:extLst>
      <p:ext uri="{BB962C8B-B14F-4D97-AF65-F5344CB8AC3E}">
        <p14:creationId xmlns:p14="http://schemas.microsoft.com/office/powerpoint/2010/main" val="115645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58514632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76430554"/>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586336262"/>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13771045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C56781CA-A024-28BD-48C6-12CDC95A93DC}"/>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pic>
        <p:nvPicPr>
          <p:cNvPr id="28" name="Graphic 27">
            <a:extLst>
              <a:ext uri="{FF2B5EF4-FFF2-40B4-BE49-F238E27FC236}">
                <a16:creationId xmlns:a16="http://schemas.microsoft.com/office/drawing/2014/main" id="{E5DDA6B3-4613-8F93-93FA-B9F8ABD761B1}"/>
              </a:ext>
            </a:extLst>
          </p:cNvPr>
          <p:cNvPicPr>
            <a:picLocks noChangeAspect="1"/>
          </p:cNvPicPr>
          <p:nvPr userDrawn="1"/>
        </p:nvPicPr>
        <p:blipFill>
          <a:blip>
            <a:extLst>
              <a:ext uri="{96DAC541-7B7A-43D3-8B79-37D633B846F1}">
                <asvg:svgBlip xmlns:asvg="http://schemas.microsoft.com/office/drawing/2016/SVG/main" r:embed="rId21"/>
              </a:ext>
            </a:extLst>
          </a:blip>
          <a:srcRect l="1021" r="769"/>
          <a:stretch>
            <a:fillRect/>
          </a:stretch>
        </p:blipFill>
        <p:spPr>
          <a:xfrm>
            <a:off x="544767" y="6155205"/>
            <a:ext cx="3531764" cy="442147"/>
          </a:xfrm>
          <a:prstGeom prst="rect">
            <a:avLst/>
          </a:prstGeom>
        </p:spPr>
      </p:pic>
      <p:sp>
        <p:nvSpPr>
          <p:cNvPr id="29" name="Rectangle 28">
            <a:extLst>
              <a:ext uri="{FF2B5EF4-FFF2-40B4-BE49-F238E27FC236}">
                <a16:creationId xmlns:a16="http://schemas.microsoft.com/office/drawing/2014/main" id="{E329AC1D-8A0B-0C2F-4C45-F0E6EC2C7EC2}"/>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30" name="Rectangle 29">
            <a:extLst>
              <a:ext uri="{FF2B5EF4-FFF2-40B4-BE49-F238E27FC236}">
                <a16:creationId xmlns:a16="http://schemas.microsoft.com/office/drawing/2014/main" id="{197E96E4-4E57-5696-9A23-E7E4EA283042}"/>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4265628822"/>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pic>
        <p:nvPicPr>
          <p:cNvPr id="5" name="Graphic 4">
            <a:extLst>
              <a:ext uri="{FF2B5EF4-FFF2-40B4-BE49-F238E27FC236}">
                <a16:creationId xmlns:a16="http://schemas.microsoft.com/office/drawing/2014/main" id="{6ECDB94F-127F-1402-301D-3A4F4AE2C4EE}"/>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5B2FAD1E-8500-4341-88C6-FFD7BBA6AF40}"/>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46CA5673-7F42-FE47-DC75-86798AC50370}"/>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8486267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pic>
        <p:nvPicPr>
          <p:cNvPr id="5" name="Graphic 4">
            <a:extLst>
              <a:ext uri="{FF2B5EF4-FFF2-40B4-BE49-F238E27FC236}">
                <a16:creationId xmlns:a16="http://schemas.microsoft.com/office/drawing/2014/main" id="{9F05F53A-B0C8-8BDF-7418-782DFC7B2B7A}"/>
              </a:ext>
            </a:extLst>
          </p:cNvPr>
          <p:cNvPicPr>
            <a:picLocks noChangeAspect="1"/>
          </p:cNvPicPr>
          <p:nvPr userDrawn="1"/>
        </p:nvPicPr>
        <p:blipFill>
          <a:blip>
            <a:extLst>
              <a:ext uri="{96DAC541-7B7A-43D3-8B79-37D633B846F1}">
                <asvg:svgBlip xmlns:asvg="http://schemas.microsoft.com/office/drawing/2016/SVG/main" r:embed="rId17"/>
              </a:ext>
            </a:extLst>
          </a:blip>
          <a:srcRect l="1021" r="769"/>
          <a:stretch>
            <a:fillRect/>
          </a:stretch>
        </p:blipFill>
        <p:spPr>
          <a:xfrm>
            <a:off x="544767" y="6155205"/>
            <a:ext cx="3531764" cy="442147"/>
          </a:xfrm>
          <a:prstGeom prst="rect">
            <a:avLst/>
          </a:prstGeom>
        </p:spPr>
      </p:pic>
      <p:sp>
        <p:nvSpPr>
          <p:cNvPr id="6" name="Rectangle 5">
            <a:extLst>
              <a:ext uri="{FF2B5EF4-FFF2-40B4-BE49-F238E27FC236}">
                <a16:creationId xmlns:a16="http://schemas.microsoft.com/office/drawing/2014/main" id="{CC84BC3B-0934-9CEB-0C62-CDCA14DE3CA5}"/>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dirty="0">
                <a:ln>
                  <a:noFill/>
                </a:ln>
                <a:solidFill>
                  <a:srgbClr val="F6F6F6"/>
                </a:solidFill>
                <a:effectLst/>
                <a:uLnTx/>
                <a:uFillTx/>
                <a:latin typeface="Ubuntu"/>
                <a:ea typeface="+mn-ea"/>
                <a:cs typeface="+mn-cs"/>
              </a:rPr>
              <a:t>About Capgemini Engineering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As a world leader in engineering and R&amp;D services, Capgemini Engineering combines our broad industry knowledge and cutting-edge technologies in digital and software to support the convergence of the physical and digital worlds. Coupled with the capabilities of the rest of the Capgemini Group, we help clients to accelerate their journey towards the Intelligent Industry. Capgemini Engineering has more than 55,000 engineer and scientist team members in over 30 countries across sectors including Aeronautics, Space, Defense, Naval, Automotive, Rail, Infrastructure &amp; Transportation, Energy, Utilities &amp; Chemicals, Life Sciences, Communications, Semiconductor &amp; Electronics, Industrial &amp; Consumer, Software &amp; Internet.</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mn-lt"/>
                <a:ea typeface="+mn-ea"/>
                <a:cs typeface="+mn-cs"/>
              </a:rPr>
              <a:t>Capgemini Engineering is an integral part of the Capgemini Group,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7" name="Rectangle 6">
            <a:extLst>
              <a:ext uri="{FF2B5EF4-FFF2-40B4-BE49-F238E27FC236}">
                <a16:creationId xmlns:a16="http://schemas.microsoft.com/office/drawing/2014/main" id="{1EC1F5F7-2BB7-925D-7052-6A418845869A}"/>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rgbClr val="1DB7F3"/>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rgbClr val="F6F6F6"/>
                </a:solidFill>
                <a:effectLst/>
                <a:uLnTx/>
                <a:uFillTx/>
                <a:latin typeface="Ubuntu"/>
                <a:ea typeface="+mn-ea"/>
                <a:cs typeface="+mn-cs"/>
              </a:rPr>
              <a:t>www.capgemini.com</a:t>
            </a:r>
          </a:p>
        </p:txBody>
      </p:sp>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slideLayout" Target="../slideLayouts/slideLayout104.xml"/><Relationship Id="rId50" Type="http://schemas.openxmlformats.org/officeDocument/2006/relationships/slideLayout" Target="../slideLayouts/slideLayout107.xml"/><Relationship Id="rId55" Type="http://schemas.openxmlformats.org/officeDocument/2006/relationships/slideLayout" Target="../slideLayouts/slideLayout112.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slideLayout" Target="../slideLayouts/slideLayout110.xml"/><Relationship Id="rId58" Type="http://schemas.openxmlformats.org/officeDocument/2006/relationships/slideLayout" Target="../slideLayouts/slideLayout115.xml"/><Relationship Id="rId5" Type="http://schemas.openxmlformats.org/officeDocument/2006/relationships/slideLayout" Target="../slideLayouts/slideLayout62.xml"/><Relationship Id="rId61" Type="http://schemas.openxmlformats.org/officeDocument/2006/relationships/image" Target="../media/image1.png"/><Relationship Id="rId19" Type="http://schemas.openxmlformats.org/officeDocument/2006/relationships/slideLayout" Target="../slideLayouts/slideLayout7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slideLayout" Target="../slideLayouts/slideLayout105.xml"/><Relationship Id="rId56" Type="http://schemas.openxmlformats.org/officeDocument/2006/relationships/slideLayout" Target="../slideLayouts/slideLayout113.xml"/><Relationship Id="rId8" Type="http://schemas.openxmlformats.org/officeDocument/2006/relationships/slideLayout" Target="../slideLayouts/slideLayout65.xml"/><Relationship Id="rId51" Type="http://schemas.openxmlformats.org/officeDocument/2006/relationships/slideLayout" Target="../slideLayouts/slideLayout108.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59" Type="http://schemas.openxmlformats.org/officeDocument/2006/relationships/slideLayout" Target="../slideLayouts/slideLayout116.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slideLayout" Target="../slideLayouts/slideLayout111.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slideLayout" Target="../slideLayouts/slideLayout106.xml"/><Relationship Id="rId57" Type="http://schemas.openxmlformats.org/officeDocument/2006/relationships/slideLayout" Target="../slideLayouts/slideLayout114.xml"/><Relationship Id="rId10" Type="http://schemas.openxmlformats.org/officeDocument/2006/relationships/slideLayout" Target="../slideLayouts/slideLayout67.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slideLayout" Target="../slideLayouts/slideLayout109.xml"/><Relationship Id="rId60" Type="http://schemas.openxmlformats.org/officeDocument/2006/relationships/theme" Target="../theme/theme2.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9" Type="http://schemas.openxmlformats.org/officeDocument/2006/relationships/slideLayout" Target="../slideLayouts/slideLayout155.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5" Type="http://schemas.openxmlformats.org/officeDocument/2006/relationships/slideLayout" Target="../slideLayouts/slideLayout121.xml"/><Relationship Id="rId61" Type="http://schemas.openxmlformats.org/officeDocument/2006/relationships/image" Target="../media/image1.png"/><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theme" Target="../theme/theme3.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59">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dam.gettyimages.com/capgemini/photo-library" TargetMode="External"/><Relationship Id="rId7"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Layout" Target="../slideLayouts/slideLayout5.xml"/><Relationship Id="rId6" Type="http://schemas.openxmlformats.org/officeDocument/2006/relationships/hyperlink" Target="https://stock.adobe.com/" TargetMode="External"/><Relationship Id="rId5" Type="http://schemas.openxmlformats.org/officeDocument/2006/relationships/hyperlink" Target="https://www.shutterstock.com/" TargetMode="External"/><Relationship Id="rId4" Type="http://schemas.openxmlformats.org/officeDocument/2006/relationships/hyperlink" Target="https://www.gettyimages.co.u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6.jpeg"/><Relationship Id="rId7" Type="http://schemas.openxmlformats.org/officeDocument/2006/relationships/hyperlink" Target="https://stock.adobe.com/"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hyperlink" Target="https://www.shutterstock.com/" TargetMode="External"/><Relationship Id="rId5" Type="http://schemas.openxmlformats.org/officeDocument/2006/relationships/hyperlink" Target="https://www.gettyimages.co.uk/" TargetMode="External"/><Relationship Id="rId4" Type="http://schemas.openxmlformats.org/officeDocument/2006/relationships/hyperlink" Target="https://dam.gettyimages.com/capgemini/photo-libr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pic>
        <p:nvPicPr>
          <p:cNvPr id="21" name="Picture Placeholder 20" descr="Abstract blurred lights">
            <a:extLst>
              <a:ext uri="{FF2B5EF4-FFF2-40B4-BE49-F238E27FC236}">
                <a16:creationId xmlns:a16="http://schemas.microsoft.com/office/drawing/2014/main" id="{96D65739-56B0-C049-889B-E790F7C9ACCE}"/>
              </a:ext>
              <a:ext uri="{C183D7F6-B498-43B3-948B-1728B52AA6E4}">
                <adec:decorative xmlns:adec="http://schemas.microsoft.com/office/drawing/2017/decorative" val="0"/>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80001" y="0"/>
            <a:ext cx="12011999" cy="6858000"/>
          </a:xfrm>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214394" y="3226665"/>
            <a:ext cx="10354214" cy="1872208"/>
          </a:xfrm>
        </p:spPr>
        <p:txBody>
          <a:bodyPr anchor="ctr"/>
          <a:lstStyle/>
          <a:p>
            <a:pPr lvl="0">
              <a:lnSpc>
                <a:spcPct val="200000"/>
              </a:lnSpc>
            </a:pPr>
            <a:r>
              <a:rPr lang="en-US" sz="4000" dirty="0"/>
              <a:t>MS-Copilot &amp; PSR for screen capture</a:t>
            </a:r>
            <a:endParaRPr lang="en-US" sz="4000" dirty="0">
              <a:latin typeface="Ubuntu Light" panose="020B0304030602030204" pitchFamily="34" charset="0"/>
            </a:endParaRPr>
          </a:p>
        </p:txBody>
      </p:sp>
      <p:sp>
        <p:nvSpPr>
          <p:cNvPr id="4" name="Speech Bubble: Rectangle with Corners Rounded 4">
            <a:extLst>
              <a:ext uri="{FF2B5EF4-FFF2-40B4-BE49-F238E27FC236}">
                <a16:creationId xmlns:a16="http://schemas.microsoft.com/office/drawing/2014/main" id="{41B29930-9D88-CCCE-1F63-1A85FC7C7AC2}"/>
              </a:ext>
              <a:ext uri="{C183D7F6-B498-43B3-948B-1728B52AA6E4}">
                <adec:decorative xmlns:adec="http://schemas.microsoft.com/office/drawing/2017/decorative" val="1"/>
              </a:ext>
            </a:extLst>
          </p:cNvPr>
          <p:cNvSpPr/>
          <p:nvPr/>
        </p:nvSpPr>
        <p:spPr>
          <a:xfrm>
            <a:off x="12443989" y="0"/>
            <a:ext cx="3427824" cy="3856133"/>
          </a:xfrm>
          <a:prstGeom prst="rect">
            <a:avLst/>
          </a:prstGeom>
          <a:solidFill>
            <a:srgbClr val="FFFF00"/>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Ubuntu"/>
                <a:ea typeface="+mn-ea"/>
                <a:cs typeface="+mn-cs"/>
              </a:rPr>
              <a:t>Cover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rgbClr val="000000"/>
                </a:solidFill>
                <a:effectLst/>
                <a:uLnTx/>
                <a:uFillTx/>
                <a:latin typeface="Ubuntu"/>
                <a:ea typeface="+mn-ea"/>
                <a:cs typeface="+mn-cs"/>
              </a:rPr>
              <a:t>inspirational only</a:t>
            </a:r>
            <a:r>
              <a:rPr kumimoji="0" lang="en-US" sz="1000" b="0" i="0" u="none" strike="noStrike" kern="1200" cap="none" spc="0" normalizeH="0" baseline="0" noProof="0" dirty="0">
                <a:ln>
                  <a:noFill/>
                </a:ln>
                <a:solidFill>
                  <a:srgbClr val="000000"/>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4">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(Recommended),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5">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rgbClr val="000000"/>
                </a:solidFill>
                <a:effectLst/>
                <a:uLnTx/>
                <a:uFillTx/>
                <a:latin typeface="Ubuntu"/>
                <a:ea typeface="+mn-ea"/>
                <a:cs typeface="+mn-cs"/>
              </a:rPr>
              <a:t>,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6">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Ubuntu"/>
                <a:ea typeface="+mn-ea"/>
                <a:cs typeface="+mn-cs"/>
              </a:rPr>
              <a:t>Further cover examples and inspiration </a:t>
            </a:r>
            <a:r>
              <a:rPr kumimoji="0" lang="en-US" sz="1000" b="0" i="0" u="none" strike="noStrike" kern="1200" cap="none" spc="0" normalizeH="0" baseline="0" noProof="0" dirty="0">
                <a:ln>
                  <a:noFill/>
                </a:ln>
                <a:solidFill>
                  <a:srgbClr val="000000"/>
                </a:solidFill>
                <a:effectLst/>
                <a:uLnTx/>
                <a:uFillTx/>
                <a:latin typeface="Ubuntu"/>
                <a:ea typeface="+mn-ea"/>
                <a:cs typeface="+mn-cs"/>
              </a:rPr>
              <a:t>are available in Extras file in your </a:t>
            </a:r>
            <a:r>
              <a:rPr kumimoji="0" lang="en-US" sz="1000" b="0" i="0" u="none" strike="noStrike" kern="1200" cap="none" spc="0" normalizeH="0" baseline="0" noProof="0" dirty="0" err="1">
                <a:ln>
                  <a:noFill/>
                </a:ln>
                <a:solidFill>
                  <a:srgbClr val="000000"/>
                </a:solidFill>
                <a:effectLst/>
                <a:uLnTx/>
                <a:uFillTx/>
                <a:latin typeface="Ubuntu"/>
                <a:ea typeface="+mn-ea"/>
                <a:cs typeface="+mn-cs"/>
              </a:rPr>
              <a:t>Powerpoint</a:t>
            </a:r>
            <a:br>
              <a:rPr kumimoji="0" lang="en-US" sz="1000" b="0" i="0" u="none" strike="noStrike" kern="1200" cap="none" spc="0" normalizeH="0" baseline="0" noProof="0" dirty="0">
                <a:ln>
                  <a:noFill/>
                </a:ln>
                <a:solidFill>
                  <a:srgbClr val="000000"/>
                </a:solidFill>
                <a:effectLst/>
                <a:uLnTx/>
                <a:uFillTx/>
                <a:latin typeface="Ubuntu"/>
                <a:ea typeface="+mn-ea"/>
                <a:cs typeface="+mn-cs"/>
              </a:rPr>
            </a:br>
            <a:r>
              <a:rPr kumimoji="0" lang="en-US" sz="1000" b="0" i="0" u="none" strike="noStrike" kern="1200" cap="none" spc="0" normalizeH="0" baseline="0" noProof="0" dirty="0">
                <a:ln>
                  <a:noFill/>
                </a:ln>
                <a:solidFill>
                  <a:srgbClr val="000000"/>
                </a:solidFill>
                <a:effectLst/>
                <a:uLnTx/>
                <a:uFillTx/>
                <a:latin typeface="Ubuntu"/>
                <a:ea typeface="+mn-ea"/>
                <a:cs typeface="+mn-cs"/>
              </a:rPr>
              <a:t> -&gt; File -&gt; New from template…</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pic>
        <p:nvPicPr>
          <p:cNvPr id="11" name="Graphic 10">
            <a:extLst>
              <a:ext uri="{FF2B5EF4-FFF2-40B4-BE49-F238E27FC236}">
                <a16:creationId xmlns:a16="http://schemas.microsoft.com/office/drawing/2014/main" id="{F41115C6-D391-4603-4C2A-3FC184B5DDBF}"/>
              </a:ext>
            </a:extLst>
          </p:cNvPr>
          <p:cNvPicPr>
            <a:picLocks noChangeAspect="1"/>
          </p:cNvPicPr>
          <p:nvPr/>
        </p:nvPicPr>
        <p:blipFill>
          <a:blip>
            <a:extLst>
              <a:ext uri="{96DAC541-7B7A-43D3-8B79-37D633B846F1}">
                <asvg:svgBlip xmlns:asvg="http://schemas.microsoft.com/office/drawing/2016/SVG/main" r:embed="rId7"/>
              </a:ext>
            </a:extLst>
          </a:blip>
          <a:srcRect l="1021" r="769"/>
          <a:stretch>
            <a:fillRect/>
          </a:stretch>
        </p:blipFill>
        <p:spPr>
          <a:xfrm>
            <a:off x="8271616" y="6155205"/>
            <a:ext cx="3531764" cy="442147"/>
          </a:xfrm>
          <a:prstGeom prst="rect">
            <a:avLst/>
          </a:prstGeom>
        </p:spPr>
      </p:pic>
      <p:sp>
        <p:nvSpPr>
          <p:cNvPr id="14" name="Text Placeholder 13">
            <a:extLst>
              <a:ext uri="{FF2B5EF4-FFF2-40B4-BE49-F238E27FC236}">
                <a16:creationId xmlns:a16="http://schemas.microsoft.com/office/drawing/2014/main" id="{E54E3CD6-924E-4E5C-B3FC-FC4918257396}"/>
              </a:ext>
            </a:extLst>
          </p:cNvPr>
          <p:cNvSpPr>
            <a:spLocks noGrp="1"/>
          </p:cNvSpPr>
          <p:nvPr>
            <p:ph type="body" sz="quarter" idx="15"/>
          </p:nvPr>
        </p:nvSpPr>
        <p:spPr/>
        <p:txBody>
          <a:bodyPr/>
          <a:lstStyle/>
          <a:p>
            <a:endParaRPr lang="en-GB" dirty="0"/>
          </a:p>
        </p:txBody>
      </p:sp>
    </p:spTree>
    <p:extLst>
      <p:ext uri="{BB962C8B-B14F-4D97-AF65-F5344CB8AC3E}">
        <p14:creationId xmlns:p14="http://schemas.microsoft.com/office/powerpoint/2010/main" val="13820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783B46A-058F-EAA7-E1C4-55100342A5A9}"/>
              </a:ext>
            </a:extLst>
          </p:cNvPr>
          <p:cNvSpPr txBox="1">
            <a:spLocks/>
          </p:cNvSpPr>
          <p:nvPr/>
        </p:nvSpPr>
        <p:spPr>
          <a:xfrm>
            <a:off x="2567439" y="-99392"/>
            <a:ext cx="7633017" cy="1057729"/>
          </a:xfrm>
          <a:prstGeom prst="rect">
            <a:avLst/>
          </a:prstGeom>
        </p:spPr>
        <p:txBody>
          <a:bodyPr vert="horz" lIns="0" tIns="0" rIns="0" bIns="126000" rtlCol="0" anchor="ctr" anchorCtr="0">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7200" b="0" i="0" u="none" strike="noStrike" kern="1200" cap="none" spc="0" normalizeH="0" baseline="0" noProof="0">
                <a:ln>
                  <a:noFill/>
                </a:ln>
                <a:solidFill>
                  <a:schemeClr val="bg1"/>
                </a:solidFill>
                <a:effectLst/>
                <a:uLnTx/>
                <a:uFillTx/>
                <a:latin typeface="Ubuntu Light" panose="020B0304030602030204" pitchFamily="34" charset="0"/>
                <a:ea typeface="+mj-ea"/>
                <a:cs typeface="+mj-cs"/>
              </a:defRPr>
            </a:lvl1pPr>
          </a:lstStyle>
          <a:p>
            <a:r>
              <a:rPr lang="en-US" sz="2000" b="1" u="sng" dirty="0">
                <a:solidFill>
                  <a:srgbClr val="002060"/>
                </a:solidFill>
              </a:rPr>
              <a:t>* Creating and Converting Screenshots with PSR and Copilot *</a:t>
            </a:r>
          </a:p>
        </p:txBody>
      </p:sp>
      <p:pic>
        <p:nvPicPr>
          <p:cNvPr id="7" name="Picture 6">
            <a:extLst>
              <a:ext uri="{FF2B5EF4-FFF2-40B4-BE49-F238E27FC236}">
                <a16:creationId xmlns:a16="http://schemas.microsoft.com/office/drawing/2014/main" id="{F607AE01-6D2E-C783-0FB5-10A775DB7EB0}"/>
              </a:ext>
            </a:extLst>
          </p:cNvPr>
          <p:cNvPicPr>
            <a:picLocks noChangeAspect="1"/>
          </p:cNvPicPr>
          <p:nvPr/>
        </p:nvPicPr>
        <p:blipFill>
          <a:blip r:embed="rId2"/>
          <a:stretch>
            <a:fillRect/>
          </a:stretch>
        </p:blipFill>
        <p:spPr>
          <a:xfrm>
            <a:off x="342653" y="1042985"/>
            <a:ext cx="3873675" cy="925056"/>
          </a:xfrm>
          <a:prstGeom prst="rect">
            <a:avLst/>
          </a:prstGeom>
        </p:spPr>
      </p:pic>
      <p:pic>
        <p:nvPicPr>
          <p:cNvPr id="8" name="Picture 7">
            <a:extLst>
              <a:ext uri="{FF2B5EF4-FFF2-40B4-BE49-F238E27FC236}">
                <a16:creationId xmlns:a16="http://schemas.microsoft.com/office/drawing/2014/main" id="{E9E85644-4782-829D-3E85-F6611D251D88}"/>
              </a:ext>
            </a:extLst>
          </p:cNvPr>
          <p:cNvPicPr>
            <a:picLocks noChangeAspect="1"/>
          </p:cNvPicPr>
          <p:nvPr/>
        </p:nvPicPr>
        <p:blipFill>
          <a:blip r:embed="rId3"/>
          <a:stretch>
            <a:fillRect/>
          </a:stretch>
        </p:blipFill>
        <p:spPr>
          <a:xfrm>
            <a:off x="4211600" y="2564904"/>
            <a:ext cx="5202275" cy="2992506"/>
          </a:xfrm>
          <a:prstGeom prst="rect">
            <a:avLst/>
          </a:prstGeom>
        </p:spPr>
      </p:pic>
      <p:sp>
        <p:nvSpPr>
          <p:cNvPr id="9" name="TextBox 8">
            <a:extLst>
              <a:ext uri="{FF2B5EF4-FFF2-40B4-BE49-F238E27FC236}">
                <a16:creationId xmlns:a16="http://schemas.microsoft.com/office/drawing/2014/main" id="{AAB9D462-592E-25B7-A6A1-07D5CC54CABD}"/>
              </a:ext>
            </a:extLst>
          </p:cNvPr>
          <p:cNvSpPr txBox="1"/>
          <p:nvPr/>
        </p:nvSpPr>
        <p:spPr>
          <a:xfrm>
            <a:off x="1731140" y="5707213"/>
            <a:ext cx="9841156" cy="646331"/>
          </a:xfrm>
          <a:prstGeom prst="rect">
            <a:avLst/>
          </a:prstGeom>
          <a:noFill/>
        </p:spPr>
        <p:txBody>
          <a:bodyPr wrap="none" rtlCol="0">
            <a:spAutoFit/>
          </a:bodyPr>
          <a:lstStyle/>
          <a:p>
            <a:r>
              <a:rPr lang="en-US" b="1" dirty="0"/>
              <a:t>Copilot Prompt: </a:t>
            </a:r>
            <a:r>
              <a:rPr lang="en-US" b="1" dirty="0">
                <a:solidFill>
                  <a:srgbClr val="7030A0"/>
                </a:solidFill>
              </a:rPr>
              <a:t>Analyze these PSR file and generate a clear step-by-step documentation</a:t>
            </a:r>
            <a:r>
              <a:rPr lang="en-US" dirty="0"/>
              <a:t>.</a:t>
            </a:r>
          </a:p>
          <a:p>
            <a:endParaRPr lang="en-US" dirty="0"/>
          </a:p>
        </p:txBody>
      </p:sp>
      <p:sp>
        <p:nvSpPr>
          <p:cNvPr id="10" name="Content Placeholder 2">
            <a:extLst>
              <a:ext uri="{FF2B5EF4-FFF2-40B4-BE49-F238E27FC236}">
                <a16:creationId xmlns:a16="http://schemas.microsoft.com/office/drawing/2014/main" id="{3ADF566F-33FF-D24E-9886-C3A31D8A1120}"/>
              </a:ext>
            </a:extLst>
          </p:cNvPr>
          <p:cNvSpPr>
            <a:spLocks noGrp="1"/>
          </p:cNvSpPr>
          <p:nvPr/>
        </p:nvSpPr>
        <p:spPr>
          <a:xfrm>
            <a:off x="4216328" y="1042985"/>
            <a:ext cx="6484329" cy="92505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sz="1600" dirty="0"/>
              <a:t>1. Open PSR Tool (psr.exe)</a:t>
            </a:r>
          </a:p>
          <a:p>
            <a:r>
              <a:rPr sz="1600" dirty="0"/>
              <a:t>2. Click 'Start Record'</a:t>
            </a:r>
          </a:p>
          <a:p>
            <a:r>
              <a:rPr sz="1600" dirty="0"/>
              <a:t>3. Perform actions you want to capture</a:t>
            </a:r>
          </a:p>
        </p:txBody>
      </p:sp>
      <p:sp>
        <p:nvSpPr>
          <p:cNvPr id="11" name="TextBox 10">
            <a:extLst>
              <a:ext uri="{FF2B5EF4-FFF2-40B4-BE49-F238E27FC236}">
                <a16:creationId xmlns:a16="http://schemas.microsoft.com/office/drawing/2014/main" id="{631687A8-51C3-FFAC-B59D-6CF572A9CD51}"/>
              </a:ext>
            </a:extLst>
          </p:cNvPr>
          <p:cNvSpPr txBox="1"/>
          <p:nvPr/>
        </p:nvSpPr>
        <p:spPr>
          <a:xfrm>
            <a:off x="843395" y="3077876"/>
            <a:ext cx="6096000" cy="861774"/>
          </a:xfrm>
          <a:prstGeom prst="rect">
            <a:avLst/>
          </a:prstGeom>
          <a:noFill/>
        </p:spPr>
        <p:txBody>
          <a:bodyPr wrap="square">
            <a:spAutoFit/>
          </a:bodyPr>
          <a:lstStyle/>
          <a:p>
            <a:pPr algn="l" rtl="0" fontAlgn="base">
              <a:buFont typeface="Arial" panose="020B0604020202020204" pitchFamily="34" charset="0"/>
              <a:buChar char="•"/>
            </a:pPr>
            <a:r>
              <a:rPr lang="en-US" sz="1600" b="0" i="0" u="none" strike="noStrike" dirty="0">
                <a:solidFill>
                  <a:srgbClr val="000000"/>
                </a:solidFill>
                <a:effectLst/>
              </a:rPr>
              <a:t>   4. Click 'Stop Record’</a:t>
            </a:r>
            <a:r>
              <a:rPr lang="en-US" sz="1600" b="0" i="0" dirty="0">
                <a:solidFill>
                  <a:srgbClr val="000000"/>
                </a:solidFill>
                <a:effectLst/>
              </a:rPr>
              <a:t>​</a:t>
            </a:r>
          </a:p>
          <a:p>
            <a:pPr algn="l" rtl="0" fontAlgn="base">
              <a:buFont typeface="Arial" panose="020B0604020202020204" pitchFamily="34" charset="0"/>
              <a:buChar char="•"/>
            </a:pPr>
            <a:r>
              <a:rPr lang="en-US" sz="1600" b="0" i="0" u="none" strike="noStrike" dirty="0">
                <a:solidFill>
                  <a:srgbClr val="000000"/>
                </a:solidFill>
                <a:effectLst/>
              </a:rPr>
              <a:t>   5. Save the recorded file (.zip)</a:t>
            </a:r>
            <a:r>
              <a:rPr lang="en-US" sz="1600" b="0" i="0" dirty="0">
                <a:solidFill>
                  <a:srgbClr val="000000"/>
                </a:solidFill>
                <a:effectLst/>
              </a:rPr>
              <a:t>​</a:t>
            </a:r>
          </a:p>
          <a:p>
            <a:pPr algn="l" rtl="0" fontAlgn="base">
              <a:buFont typeface="Arial" panose="020B0604020202020204" pitchFamily="34" charset="0"/>
              <a:buChar char="•"/>
            </a:pPr>
            <a:r>
              <a:rPr lang="en-US" sz="1600" b="0" i="0" u="none" strike="noStrike" dirty="0">
                <a:solidFill>
                  <a:srgbClr val="000000"/>
                </a:solidFill>
                <a:effectLst/>
              </a:rPr>
              <a:t>   6. Upload to Copilot</a:t>
            </a:r>
            <a:r>
              <a:rPr lang="en-US" sz="1600" b="0" i="0" dirty="0">
                <a:solidFill>
                  <a:srgbClr val="000000"/>
                </a:solidFill>
                <a:effectLst/>
              </a:rPr>
              <a:t>​</a:t>
            </a:r>
          </a:p>
        </p:txBody>
      </p:sp>
    </p:spTree>
    <p:extLst>
      <p:ext uri="{BB962C8B-B14F-4D97-AF65-F5344CB8AC3E}">
        <p14:creationId xmlns:p14="http://schemas.microsoft.com/office/powerpoint/2010/main" val="11893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05C6-22E9-7243-86EE-1F8980C7E5EC}"/>
            </a:ext>
          </a:extLst>
        </p:cNvPr>
        <p:cNvGrpSpPr/>
        <p:nvPr/>
      </p:nvGrpSpPr>
      <p:grpSpPr>
        <a:xfrm>
          <a:off x="0" y="0"/>
          <a:ext cx="0" cy="0"/>
          <a:chOff x="0" y="0"/>
          <a:chExt cx="0" cy="0"/>
        </a:xfrm>
      </p:grpSpPr>
      <p:pic>
        <p:nvPicPr>
          <p:cNvPr id="3" name="Picture 2" descr="A blurry image of a rainbow colored light">
            <a:extLst>
              <a:ext uri="{FF2B5EF4-FFF2-40B4-BE49-F238E27FC236}">
                <a16:creationId xmlns:a16="http://schemas.microsoft.com/office/drawing/2014/main" id="{AEDA94BA-A609-82D0-32F8-D611DBEB410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 y="7889"/>
            <a:ext cx="12191999" cy="6850111"/>
          </a:xfrm>
          <a:prstGeom prst="rect">
            <a:avLst/>
          </a:prstGeom>
        </p:spPr>
      </p:pic>
      <p:sp>
        <p:nvSpPr>
          <p:cNvPr id="36" name="Title 2">
            <a:extLst>
              <a:ext uri="{FF2B5EF4-FFF2-40B4-BE49-F238E27FC236}">
                <a16:creationId xmlns:a16="http://schemas.microsoft.com/office/drawing/2014/main" id="{2232812C-CAD1-7597-B23B-2E51A359D9A6}"/>
              </a:ext>
            </a:extLst>
          </p:cNvPr>
          <p:cNvSpPr txBox="1">
            <a:spLocks noGrp="1"/>
          </p:cNvSpPr>
          <p:nvPr>
            <p:ph type="title" idx="4294967295"/>
          </p:nvPr>
        </p:nvSpPr>
        <p:spPr>
          <a:xfrm>
            <a:off x="2663825" y="3208314"/>
            <a:ext cx="6480175" cy="16779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8000" b="0" i="0" u="none" strike="noStrike" kern="1200" cap="none" spc="0" normalizeH="0" baseline="0" noProof="0" dirty="0">
                <a:ln>
                  <a:noFill/>
                </a:ln>
                <a:solidFill>
                  <a:srgbClr val="FFFFFF"/>
                </a:solidFill>
                <a:effectLst/>
                <a:uLnTx/>
                <a:uFillTx/>
                <a:latin typeface="Ubuntu Light" panose="020B0304030602030204" pitchFamily="34" charset="0"/>
                <a:ea typeface="+mj-ea"/>
                <a:cs typeface="+mj-cs"/>
              </a:rPr>
              <a:t>Thank you.</a:t>
            </a:r>
            <a:endParaRPr kumimoji="0" lang="en-US" sz="8000" b="0" i="0" u="none" strike="noStrike" kern="1200" cap="none" spc="0" normalizeH="0" baseline="0" noProof="0" dirty="0">
              <a:ln>
                <a:noFill/>
              </a:ln>
              <a:solidFill>
                <a:srgbClr val="1DB6F3"/>
              </a:solidFill>
              <a:effectLst/>
              <a:uLnTx/>
              <a:uFillTx/>
              <a:latin typeface="Ubuntu Light" panose="020B0304030602030204" pitchFamily="34" charset="0"/>
              <a:ea typeface="+mj-ea"/>
              <a:cs typeface="+mj-cs"/>
            </a:endParaRPr>
          </a:p>
        </p:txBody>
      </p:sp>
      <p:sp>
        <p:nvSpPr>
          <p:cNvPr id="37" name="Text Placeholder 4">
            <a:extLst>
              <a:ext uri="{FF2B5EF4-FFF2-40B4-BE49-F238E27FC236}">
                <a16:creationId xmlns:a16="http://schemas.microsoft.com/office/drawing/2014/main" id="{50F02C4F-1784-3466-0AB8-3A5B9B31C4CE}"/>
              </a:ext>
            </a:extLst>
          </p:cNvPr>
          <p:cNvSpPr txBox="1">
            <a:spLocks/>
          </p:cNvSpPr>
          <p:nvPr/>
        </p:nvSpPr>
        <p:spPr>
          <a:xfrm>
            <a:off x="4354778" y="5083326"/>
            <a:ext cx="3482445" cy="215900"/>
          </a:xfrm>
          <a:prstGeom prst="rect">
            <a:avLst/>
          </a:prstGeom>
        </p:spPr>
        <p:txBody>
          <a:bodyPr wrap="none" lIns="0" tIns="0" rIns="0" bIns="0" anchor="ctr" anchorCtr="0">
            <a:noAutofit/>
          </a:bodyPr>
          <a:lstStyle>
            <a:defPPr>
              <a:defRPr lang="pt-PT"/>
            </a:defPPr>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kumimoji="0" lang="en-PL" sz="800" b="0" i="0" u="none" strike="noStrike" kern="1200" cap="none" spc="0" normalizeH="0" baseline="0">
                <a:ln>
                  <a:noFill/>
                </a:ln>
                <a:solidFill>
                  <a:srgbClr val="FFFFFF">
                    <a:lumMod val="65000"/>
                  </a:srgbClr>
                </a:solidFill>
                <a:effectLst/>
                <a:uLnTx/>
                <a:uFillTx/>
                <a:latin typeface="Ubuntu"/>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rPr>
              <a:t>Make it </a:t>
            </a:r>
            <a:r>
              <a:rPr kumimoji="0" lang="en-US" sz="3200" b="0" i="0" u="none" strike="noStrike" kern="1200" cap="none" spc="0" normalizeH="0" baseline="0" noProof="0" dirty="0">
                <a:ln>
                  <a:noFill/>
                </a:ln>
                <a:solidFill>
                  <a:srgbClr val="1DB6F3"/>
                </a:solidFill>
                <a:effectLst/>
                <a:uLnTx/>
                <a:uFillTx/>
                <a:latin typeface="Ubuntu Light" panose="020B0304030602030204" pitchFamily="34" charset="0"/>
                <a:ea typeface="+mn-ea"/>
                <a:cs typeface="+mn-cs"/>
              </a:rPr>
              <a:t>real.</a:t>
            </a:r>
          </a:p>
        </p:txBody>
      </p:sp>
      <p:sp>
        <p:nvSpPr>
          <p:cNvPr id="44" name="Rectangle 43">
            <a:extLst>
              <a:ext uri="{FF2B5EF4-FFF2-40B4-BE49-F238E27FC236}">
                <a16:creationId xmlns:a16="http://schemas.microsoft.com/office/drawing/2014/main" id="{07DDC77A-9AD7-7762-EE00-395FBB76F0C5}"/>
              </a:ext>
              <a:ext uri="{C183D7F6-B498-43B3-948B-1728B52AA6E4}">
                <adec:decorative xmlns:adec="http://schemas.microsoft.com/office/drawing/2017/decorative" val="1"/>
              </a:ext>
            </a:extLst>
          </p:cNvPr>
          <p:cNvSpPr/>
          <p:nvPr/>
        </p:nvSpPr>
        <p:spPr>
          <a:xfrm>
            <a:off x="7444359" y="5097737"/>
            <a:ext cx="6096000" cy="257736"/>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Ubuntu"/>
              <a:ea typeface="+mn-ea"/>
              <a:cs typeface="+mn-cs"/>
            </a:endParaRPr>
          </a:p>
        </p:txBody>
      </p:sp>
      <p:sp>
        <p:nvSpPr>
          <p:cNvPr id="9" name="Speech Bubble: Rectangle with Corners Rounded 4">
            <a:extLst>
              <a:ext uri="{FF2B5EF4-FFF2-40B4-BE49-F238E27FC236}">
                <a16:creationId xmlns:a16="http://schemas.microsoft.com/office/drawing/2014/main" id="{2F8E7470-6265-0BF7-00C8-72AB9A2037A1}"/>
              </a:ext>
              <a:ext uri="{C183D7F6-B498-43B3-948B-1728B52AA6E4}">
                <adec:decorative xmlns:adec="http://schemas.microsoft.com/office/drawing/2017/decorative" val="1"/>
              </a:ext>
            </a:extLst>
          </p:cNvPr>
          <p:cNvSpPr/>
          <p:nvPr/>
        </p:nvSpPr>
        <p:spPr>
          <a:xfrm>
            <a:off x="12443989" y="0"/>
            <a:ext cx="4655291" cy="342900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Ubuntu"/>
                <a:ea typeface="+mn-ea"/>
                <a:cs typeface="+mn-cs"/>
              </a:rPr>
              <a:t>Impact slides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chemeClr val="tx1"/>
                </a:solidFill>
                <a:effectLst/>
                <a:uLnTx/>
                <a:uFillTx/>
                <a:latin typeface="Ubuntu"/>
                <a:ea typeface="+mn-ea"/>
                <a:cs typeface="+mn-cs"/>
              </a:rPr>
              <a:t>inspirational only</a:t>
            </a:r>
            <a:r>
              <a:rPr kumimoji="0" lang="en-US" sz="1000" b="0" i="0" u="none" strike="noStrike" kern="1200" cap="none" spc="0" normalizeH="0" baseline="0" noProof="0" dirty="0">
                <a:ln>
                  <a:noFill/>
                </a:ln>
                <a:solidFill>
                  <a:schemeClr val="tx1"/>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chemeClr val="tx1"/>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chemeClr val="tx1"/>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4">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chemeClr val="tx1"/>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(Recommended),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chemeClr val="tx1"/>
                </a:solidFill>
                <a:effectLst/>
                <a:uLnTx/>
                <a:uFillTx/>
                <a:latin typeface="Ubuntu"/>
                <a:ea typeface="+mn-ea"/>
                <a:cs typeface="+mn-cs"/>
              </a:rPr>
              <a:t>,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(check with your M&amp;C design team):</a:t>
            </a:r>
          </a:p>
          <a:p>
            <a:pPr lvl="0">
              <a:spcBef>
                <a:spcPts val="600"/>
              </a:spcBef>
              <a:defRPr/>
            </a:pPr>
            <a:r>
              <a:rPr lang="en-US" sz="1000" b="1" dirty="0">
                <a:solidFill>
                  <a:srgbClr val="000000"/>
                </a:solidFill>
              </a:rPr>
              <a:t>Further examples and inspiration </a:t>
            </a:r>
            <a:r>
              <a:rPr lang="en-US" sz="1000" dirty="0">
                <a:solidFill>
                  <a:srgbClr val="000000"/>
                </a:solidFill>
              </a:rPr>
              <a:t>are available in Extras file in your </a:t>
            </a:r>
            <a:r>
              <a:rPr lang="en-US" sz="1000" dirty="0" err="1">
                <a:solidFill>
                  <a:srgbClr val="000000"/>
                </a:solidFill>
              </a:rPr>
              <a:t>Powerpoint</a:t>
            </a:r>
            <a:br>
              <a:rPr lang="en-US" sz="1000" dirty="0">
                <a:solidFill>
                  <a:srgbClr val="000000"/>
                </a:solidFill>
              </a:rPr>
            </a:br>
            <a:r>
              <a:rPr lang="en-US" sz="1000" dirty="0">
                <a:solidFill>
                  <a:srgbClr val="000000"/>
                </a:solidFill>
              </a:rPr>
              <a:t> -&gt; File -&gt; New from template…</a:t>
            </a:r>
            <a:endParaRPr lang="en-US" sz="1400" dirty="0">
              <a:solidFill>
                <a:srgbClr val="000000"/>
              </a:solidFill>
            </a:endParaRPr>
          </a:p>
        </p:txBody>
      </p:sp>
      <p:pic>
        <p:nvPicPr>
          <p:cNvPr id="4" name="Graphic 3">
            <a:extLst>
              <a:ext uri="{FF2B5EF4-FFF2-40B4-BE49-F238E27FC236}">
                <a16:creationId xmlns:a16="http://schemas.microsoft.com/office/drawing/2014/main" id="{E5175000-5E3F-8041-C2DA-D3ADA30233EE}"/>
              </a:ext>
            </a:extLst>
          </p:cNvPr>
          <p:cNvPicPr>
            <a:picLocks noChangeAspect="1"/>
          </p:cNvPicPr>
          <p:nvPr/>
        </p:nvPicPr>
        <p:blipFill>
          <a:blip>
            <a:extLst>
              <a:ext uri="{96DAC541-7B7A-43D3-8B79-37D633B846F1}">
                <asvg:svgBlip xmlns:asvg="http://schemas.microsoft.com/office/drawing/2016/SVG/main" r:embed="rId8"/>
              </a:ext>
            </a:extLst>
          </a:blip>
          <a:srcRect l="1021" r="769"/>
          <a:stretch>
            <a:fillRect/>
          </a:stretch>
        </p:blipFill>
        <p:spPr>
          <a:xfrm>
            <a:off x="8271616" y="6155205"/>
            <a:ext cx="3531764" cy="442147"/>
          </a:xfrm>
          <a:prstGeom prst="rect">
            <a:avLst/>
          </a:prstGeom>
        </p:spPr>
      </p:pic>
    </p:spTree>
    <p:extLst>
      <p:ext uri="{BB962C8B-B14F-4D97-AF65-F5344CB8AC3E}">
        <p14:creationId xmlns:p14="http://schemas.microsoft.com/office/powerpoint/2010/main" val="27858121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3B366550-98B1-49E9-8818-FBEEE1D4F672}"/>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2F40FFDF-9E0E-46BD-8B3F-63ED6AA68DA3}"/>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Engineering_PPT-template_Master_February-02-2026.potx" id="{59A101E6-094F-42C6-A4D9-95B40EA65423}" vid="{17A3758D-618F-4EEA-A4B9-D0C50568CE7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4B3DD3C7-1B3E-4B6C-99EE-47E268D72DB0}"/>
</file>

<file path=customXml/itemProps3.xml><?xml version="1.0" encoding="utf-8"?>
<ds:datastoreItem xmlns:ds="http://schemas.openxmlformats.org/officeDocument/2006/customXml" ds:itemID="{B0A0046D-0765-4685-8521-7D1E34B9A377}">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56d0daf6-2fb0-4c45-911c-39c33d8f9876"/>
    <ds:schemaRef ds:uri="aa20403a-df27-4f63-88e2-74a92fd86c6b"/>
    <ds:schemaRef ds:uri="http://www.w3.org/XML/1998/namespace"/>
    <ds:schemaRef ds:uri="http://purl.org/dc/dcmitype/"/>
    <ds:schemaRef ds:uri="f1122fed-4606-4ec8-90ef-13536176a38c"/>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Capgemini_Engineering_PPT-template_Master_November-3-2025</Template>
  <TotalTime>43</TotalTime>
  <Words>361</Words>
  <Application>Microsoft Office PowerPoint</Application>
  <PresentationFormat>Widescreen</PresentationFormat>
  <Paragraphs>28</Paragraphs>
  <Slides>3</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vt:i4>
      </vt:variant>
    </vt:vector>
  </HeadingPairs>
  <TitlesOfParts>
    <vt:vector size="13" baseType="lpstr">
      <vt:lpstr>Aptos</vt:lpstr>
      <vt:lpstr>Arial</vt:lpstr>
      <vt:lpstr>System Font Regular</vt:lpstr>
      <vt:lpstr>Ubuntu</vt:lpstr>
      <vt:lpstr>Ubuntu Light</vt:lpstr>
      <vt:lpstr>Ubuntu Medium</vt:lpstr>
      <vt:lpstr>Verdana</vt:lpstr>
      <vt:lpstr>Capgemini_Bright_2025</vt:lpstr>
      <vt:lpstr>Capgemini_Blue_2025</vt:lpstr>
      <vt:lpstr>Capgemini_Dark_2025</vt:lpstr>
      <vt:lpstr>MS-Copilot &amp; PSR for screen capture</vt:lpstr>
      <vt:lpstr>PowerPoint Presentation</vt:lpstr>
      <vt:lpstr>Thank you.</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PULIDINDI, VIJAYA</dc:creator>
  <cp:keywords/>
  <dc:description/>
  <cp:lastModifiedBy>PULIDINDI, VIJAYA</cp:lastModifiedBy>
  <cp:revision>11</cp:revision>
  <dcterms:created xsi:type="dcterms:W3CDTF">2026-05-26T11:46:31Z</dcterms:created>
  <dcterms:modified xsi:type="dcterms:W3CDTF">2026-05-27T09:48:04Z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0x01010021495FEC1CD6F941B8BE3B537DCFC6FF</vt:lpwstr>
  </property>
</Properties>
</file>
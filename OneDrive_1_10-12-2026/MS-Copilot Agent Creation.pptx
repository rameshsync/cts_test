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15"/>
  </p:notesMasterIdLst>
  <p:sldIdLst>
    <p:sldId id="265" r:id="rId7"/>
    <p:sldId id="2147483366" r:id="rId8"/>
    <p:sldId id="2147483369" r:id="rId9"/>
    <p:sldId id="2147483367" r:id="rId10"/>
    <p:sldId id="2147483370" r:id="rId11"/>
    <p:sldId id="2147483371" r:id="rId12"/>
    <p:sldId id="2147483372" r:id="rId13"/>
    <p:sldId id="2147483365" r:id="rId14"/>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5"/>
            <p14:sldId id="2147483366"/>
            <p14:sldId id="2147483369"/>
            <p14:sldId id="2147483367"/>
            <p14:sldId id="2147483370"/>
            <p14:sldId id="2147483371"/>
            <p14:sldId id="2147483372"/>
            <p14:sldId id="214748336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LIDINDI, VIJAYA" userId="ec9d78bd-eaff-4dd4-ae99-d4ef13a4cf9f" providerId="ADAL" clId="{F0D8421E-CC64-4246-AC66-A155FAF360E0}"/>
    <pc:docChg chg="custSel addSld modSld modSection">
      <pc:chgData name="PULIDINDI, VIJAYA" userId="ec9d78bd-eaff-4dd4-ae99-d4ef13a4cf9f" providerId="ADAL" clId="{F0D8421E-CC64-4246-AC66-A155FAF360E0}" dt="2026-05-26T17:52:42.204" v="131" actId="692"/>
      <pc:docMkLst>
        <pc:docMk/>
      </pc:docMkLst>
      <pc:sldChg chg="addSp delSp modSp add mod">
        <pc:chgData name="PULIDINDI, VIJAYA" userId="ec9d78bd-eaff-4dd4-ae99-d4ef13a4cf9f" providerId="ADAL" clId="{F0D8421E-CC64-4246-AC66-A155FAF360E0}" dt="2026-05-26T17:48:05.818" v="91" actId="14100"/>
        <pc:sldMkLst>
          <pc:docMk/>
          <pc:sldMk cId="3715825317" sldId="2147483371"/>
        </pc:sldMkLst>
        <pc:spChg chg="mod">
          <ac:chgData name="PULIDINDI, VIJAYA" userId="ec9d78bd-eaff-4dd4-ae99-d4ef13a4cf9f" providerId="ADAL" clId="{F0D8421E-CC64-4246-AC66-A155FAF360E0}" dt="2026-05-26T17:48:01.958" v="90" actId="6549"/>
          <ac:spMkLst>
            <pc:docMk/>
            <pc:sldMk cId="3715825317" sldId="2147483371"/>
            <ac:spMk id="8" creationId="{51EF9159-D9C4-BB29-11C9-02D1C28E9A1B}"/>
          </ac:spMkLst>
        </pc:spChg>
        <pc:picChg chg="add mod">
          <ac:chgData name="PULIDINDI, VIJAYA" userId="ec9d78bd-eaff-4dd4-ae99-d4ef13a4cf9f" providerId="ADAL" clId="{F0D8421E-CC64-4246-AC66-A155FAF360E0}" dt="2026-05-26T17:48:05.818" v="91" actId="14100"/>
          <ac:picMkLst>
            <pc:docMk/>
            <pc:sldMk cId="3715825317" sldId="2147483371"/>
            <ac:picMk id="3" creationId="{E310A330-D70D-A1AC-8A22-14510FBD4E01}"/>
          </ac:picMkLst>
        </pc:picChg>
      </pc:sldChg>
      <pc:sldChg chg="addSp delSp modSp add mod modClrScheme chgLayout">
        <pc:chgData name="PULIDINDI, VIJAYA" userId="ec9d78bd-eaff-4dd4-ae99-d4ef13a4cf9f" providerId="ADAL" clId="{F0D8421E-CC64-4246-AC66-A155FAF360E0}" dt="2026-05-26T17:52:42.204" v="131" actId="692"/>
        <pc:sldMkLst>
          <pc:docMk/>
          <pc:sldMk cId="341433534" sldId="2147483372"/>
        </pc:sldMkLst>
        <pc:spChg chg="add mod">
          <ac:chgData name="PULIDINDI, VIJAYA" userId="ec9d78bd-eaff-4dd4-ae99-d4ef13a4cf9f" providerId="ADAL" clId="{F0D8421E-CC64-4246-AC66-A155FAF360E0}" dt="2026-05-26T17:50:09.941" v="122" actId="20577"/>
          <ac:spMkLst>
            <pc:docMk/>
            <pc:sldMk cId="341433534" sldId="2147483372"/>
            <ac:spMk id="5" creationId="{78DC3834-DA04-7294-7E6B-2F27AFB8F721}"/>
          </ac:spMkLst>
        </pc:spChg>
        <pc:spChg chg="add mod">
          <ac:chgData name="PULIDINDI, VIJAYA" userId="ec9d78bd-eaff-4dd4-ae99-d4ef13a4cf9f" providerId="ADAL" clId="{F0D8421E-CC64-4246-AC66-A155FAF360E0}" dt="2026-05-26T17:49:29.156" v="96" actId="26606"/>
          <ac:spMkLst>
            <pc:docMk/>
            <pc:sldMk cId="341433534" sldId="2147483372"/>
            <ac:spMk id="15" creationId="{8CC57AC5-3182-7106-6262-DA126CC509EA}"/>
          </ac:spMkLst>
        </pc:spChg>
        <pc:spChg chg="add mod">
          <ac:chgData name="PULIDINDI, VIJAYA" userId="ec9d78bd-eaff-4dd4-ae99-d4ef13a4cf9f" providerId="ADAL" clId="{F0D8421E-CC64-4246-AC66-A155FAF360E0}" dt="2026-05-26T17:49:29.156" v="96" actId="26606"/>
          <ac:spMkLst>
            <pc:docMk/>
            <pc:sldMk cId="341433534" sldId="2147483372"/>
            <ac:spMk id="17" creationId="{A29582AC-8832-5C17-FD54-64493DEF1A0F}"/>
          </ac:spMkLst>
        </pc:spChg>
        <pc:spChg chg="add mod">
          <ac:chgData name="PULIDINDI, VIJAYA" userId="ec9d78bd-eaff-4dd4-ae99-d4ef13a4cf9f" providerId="ADAL" clId="{F0D8421E-CC64-4246-AC66-A155FAF360E0}" dt="2026-05-26T17:49:29.156" v="96" actId="26606"/>
          <ac:spMkLst>
            <pc:docMk/>
            <pc:sldMk cId="341433534" sldId="2147483372"/>
            <ac:spMk id="19" creationId="{760E781E-790F-AC1C-C1A1-63DB060B307C}"/>
          </ac:spMkLst>
        </pc:spChg>
        <pc:picChg chg="add mod">
          <ac:chgData name="PULIDINDI, VIJAYA" userId="ec9d78bd-eaff-4dd4-ae99-d4ef13a4cf9f" providerId="ADAL" clId="{F0D8421E-CC64-4246-AC66-A155FAF360E0}" dt="2026-05-26T17:52:30.023" v="127" actId="1076"/>
          <ac:picMkLst>
            <pc:docMk/>
            <pc:sldMk cId="341433534" sldId="2147483372"/>
            <ac:picMk id="4" creationId="{D02EFAAB-1227-9E11-1C31-EA2EED88312E}"/>
          </ac:picMkLst>
        </pc:picChg>
        <pc:picChg chg="add mod">
          <ac:chgData name="PULIDINDI, VIJAYA" userId="ec9d78bd-eaff-4dd4-ae99-d4ef13a4cf9f" providerId="ADAL" clId="{F0D8421E-CC64-4246-AC66-A155FAF360E0}" dt="2026-05-26T17:52:42.204" v="131" actId="692"/>
          <ac:picMkLst>
            <pc:docMk/>
            <pc:sldMk cId="341433534" sldId="2147483372"/>
            <ac:picMk id="7" creationId="{3C502BF2-A60F-7896-D1D7-682B6FF1030B}"/>
          </ac:picMkLst>
        </pc:picChg>
      </pc:sldChg>
    </pc:docChg>
  </pc:docChgLst>
  <pc:docChgLst>
    <pc:chgData name="Durve, Ninad" userId="9aa7579a-43ac-48f6-802e-7696b304836f" providerId="ADAL" clId="{F13DB7CD-6DAD-4ABC-BB31-BF564960BF93}"/>
    <pc:docChg chg="modSld">
      <pc:chgData name="Durve, Ninad" userId="9aa7579a-43ac-48f6-802e-7696b304836f" providerId="ADAL" clId="{F13DB7CD-6DAD-4ABC-BB31-BF564960BF93}" dt="2026-06-03T12:39:18.043" v="1" actId="14100"/>
      <pc:docMkLst>
        <pc:docMk/>
      </pc:docMkLst>
      <pc:sldChg chg="modSp mod">
        <pc:chgData name="Durve, Ninad" userId="9aa7579a-43ac-48f6-802e-7696b304836f" providerId="ADAL" clId="{F13DB7CD-6DAD-4ABC-BB31-BF564960BF93}" dt="2026-06-03T12:38:17.978" v="0" actId="6549"/>
        <pc:sldMkLst>
          <pc:docMk/>
          <pc:sldMk cId="936392495" sldId="2147483369"/>
        </pc:sldMkLst>
        <pc:spChg chg="mod">
          <ac:chgData name="Durve, Ninad" userId="9aa7579a-43ac-48f6-802e-7696b304836f" providerId="ADAL" clId="{F13DB7CD-6DAD-4ABC-BB31-BF564960BF93}" dt="2026-06-03T12:38:17.978" v="0" actId="6549"/>
          <ac:spMkLst>
            <pc:docMk/>
            <pc:sldMk cId="936392495" sldId="2147483369"/>
            <ac:spMk id="7" creationId="{B12CF34D-B9A8-ACBE-4766-C7D0254F09C9}"/>
          </ac:spMkLst>
        </pc:spChg>
      </pc:sldChg>
      <pc:sldChg chg="modSp mod">
        <pc:chgData name="Durve, Ninad" userId="9aa7579a-43ac-48f6-802e-7696b304836f" providerId="ADAL" clId="{F13DB7CD-6DAD-4ABC-BB31-BF564960BF93}" dt="2026-06-03T12:39:18.043" v="1" actId="14100"/>
        <pc:sldMkLst>
          <pc:docMk/>
          <pc:sldMk cId="341433534" sldId="2147483372"/>
        </pc:sldMkLst>
        <pc:picChg chg="mod">
          <ac:chgData name="Durve, Ninad" userId="9aa7579a-43ac-48f6-802e-7696b304836f" providerId="ADAL" clId="{F13DB7CD-6DAD-4ABC-BB31-BF564960BF93}" dt="2026-06-03T12:39:18.043" v="1" actId="14100"/>
          <ac:picMkLst>
            <pc:docMk/>
            <pc:sldMk cId="341433534" sldId="2147483372"/>
            <ac:picMk id="4" creationId="{D02EFAAB-1227-9E11-1C31-EA2EED88312E}"/>
          </ac:picMkLst>
        </pc:picChg>
      </pc:sldChg>
    </pc:docChg>
  </pc:docChgLst>
  <pc:docChgLst>
    <pc:chgData clId="Web-{B796DAB2-048A-D003-66DA-2530F63F014E}"/>
    <pc:docChg chg="modSld">
      <pc:chgData name="" userId="" providerId="" clId="Web-{B796DAB2-048A-D003-66DA-2530F63F014E}" dt="2026-05-26T16:21:28.903" v="0"/>
      <pc:docMkLst>
        <pc:docMk/>
      </pc:docMkLst>
      <pc:sldChg chg="delSp">
        <pc:chgData name="" userId="" providerId="" clId="Web-{B796DAB2-048A-D003-66DA-2530F63F014E}" dt="2026-05-26T16:21:28.903" v="0"/>
        <pc:sldMkLst>
          <pc:docMk/>
          <pc:sldMk cId="1382088411" sldId="265"/>
        </pc:sldMkLst>
      </pc:sldChg>
    </pc:docChg>
  </pc:docChgLst>
  <pc:docChgLst>
    <pc:chgData name="PULIDINDI, VIJAYA" userId="S::vijaya.pulidindi@capgemini.com::ec9d78bd-eaff-4dd4-ae99-d4ef13a4cf9f" providerId="AD" clId="Web-{A21E595B-F799-45DF-8FC4-290372B4AEF8}"/>
    <pc:docChg chg="modSld">
      <pc:chgData name="PULIDINDI, VIJAYA" userId="S::vijaya.pulidindi@capgemini.com::ec9d78bd-eaff-4dd4-ae99-d4ef13a4cf9f" providerId="AD" clId="Web-{A21E595B-F799-45DF-8FC4-290372B4AEF8}" dt="2026-05-26T17:41:28.324" v="8" actId="20577"/>
      <pc:docMkLst>
        <pc:docMk/>
      </pc:docMkLst>
      <pc:sldChg chg="modSp">
        <pc:chgData name="PULIDINDI, VIJAYA" userId="S::vijaya.pulidindi@capgemini.com::ec9d78bd-eaff-4dd4-ae99-d4ef13a4cf9f" providerId="AD" clId="Web-{A21E595B-F799-45DF-8FC4-290372B4AEF8}" dt="2026-05-26T17:41:28.324" v="8" actId="20577"/>
        <pc:sldMkLst>
          <pc:docMk/>
          <pc:sldMk cId="1743029385" sldId="2147483367"/>
        </pc:sldMkLst>
        <pc:spChg chg="mod">
          <ac:chgData name="PULIDINDI, VIJAYA" userId="S::vijaya.pulidindi@capgemini.com::ec9d78bd-eaff-4dd4-ae99-d4ef13a4cf9f" providerId="AD" clId="Web-{A21E595B-F799-45DF-8FC4-290372B4AEF8}" dt="2026-05-26T17:41:28.324" v="8" actId="20577"/>
          <ac:spMkLst>
            <pc:docMk/>
            <pc:sldMk cId="1743029385" sldId="2147483367"/>
            <ac:spMk id="20" creationId="{81117483-F611-76B1-E352-AD59112ACB6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06/03/2026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4A329-190D-16F1-20B8-B8A80F0BF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CF457-6978-939C-04FF-6968BDB1242E}"/>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B52747B2-D0EE-EB6E-B79C-8BF891BFC5D9}"/>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4374BE4E-CA7F-754B-CEBA-6FCAE0B160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1139997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1.png"/><Relationship Id="rId3" Type="http://schemas.openxmlformats.org/officeDocument/2006/relationships/tags" Target="../tags/tag3.xml"/><Relationship Id="rId7" Type="http://schemas.openxmlformats.org/officeDocument/2006/relationships/image" Target="../media/image8.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6" Type="http://schemas.openxmlformats.org/officeDocument/2006/relationships/image" Target="../media/image13.svg"/><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0.png"/><Relationship Id="rId5" Type="http://schemas.openxmlformats.org/officeDocument/2006/relationships/slideMaster" Target="../slideMasters/slideMaster1.xml"/><Relationship Id="rId15" Type="http://schemas.openxmlformats.org/officeDocument/2006/relationships/image" Target="../media/image12.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9.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7.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11.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pic>
        <p:nvPicPr>
          <p:cNvPr id="3" name="Graphic 2">
            <a:extLst>
              <a:ext uri="{FF2B5EF4-FFF2-40B4-BE49-F238E27FC236}">
                <a16:creationId xmlns:a16="http://schemas.microsoft.com/office/drawing/2014/main" id="{036B60D0-F239-49C2-D0FC-2AC7412F70A2}"/>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526F4884-83E8-4D85-4065-8E9D8F15304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2" name="Graphic 1">
            <a:extLst>
              <a:ext uri="{FF2B5EF4-FFF2-40B4-BE49-F238E27FC236}">
                <a16:creationId xmlns:a16="http://schemas.microsoft.com/office/drawing/2014/main" id="{90578029-BCC0-A750-2EC4-ADC62E9DCE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274CF72B-0708-EB89-64D0-3F265C883A7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83ACCAB5-C079-2551-2FE3-7EAE7435136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34F350AD-E665-878B-4053-3520B583A92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3D0FFF-4061-1627-7DD7-96BE4A529B76}"/>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EF6BCE25-053E-E063-5063-BED67D40C4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1C46FAA8-9E09-E09E-CD15-978C3F36A6C9}"/>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Logo Placeholder 7">
            <a:extLst>
              <a:ext uri="{FF2B5EF4-FFF2-40B4-BE49-F238E27FC236}">
                <a16:creationId xmlns:a16="http://schemas.microsoft.com/office/drawing/2014/main" id="{31A4763B-0CC9-12B3-EEEF-048A13B0207B}"/>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8042E2D-C5D1-E4E2-093A-B6FE8C822F8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2" name="Graphic 21">
            <a:extLst>
              <a:ext uri="{FF2B5EF4-FFF2-40B4-BE49-F238E27FC236}">
                <a16:creationId xmlns:a16="http://schemas.microsoft.com/office/drawing/2014/main" id="{19C6CB7A-DFBF-1D7E-84D0-BCD4916B8C4B}"/>
              </a:ext>
            </a:extLst>
          </p:cNvPr>
          <p:cNvPicPr>
            <a:picLocks noChangeAspect="1"/>
          </p:cNvPicPr>
          <p:nvPr userDrawn="1"/>
        </p:nvPicPr>
        <p:blipFill>
          <a:blip>
            <a:extLst>
              <a:ext uri="{96DAC541-7B7A-43D3-8B79-37D633B846F1}">
                <asvg:svgBlip xmlns:asvg="http://schemas.microsoft.com/office/drawing/2016/SVG/main" r:embed="rId16"/>
              </a:ext>
            </a:extLst>
          </a:blip>
          <a:srcRect l="1021" r="769"/>
          <a:stretch>
            <a:fillRect/>
          </a:stretch>
        </p:blipFill>
        <p:spPr>
          <a:xfrm>
            <a:off x="544767" y="6155205"/>
            <a:ext cx="3531764" cy="442147"/>
          </a:xfrm>
          <a:prstGeom prst="rect">
            <a:avLst/>
          </a:prstGeom>
        </p:spPr>
      </p:pic>
      <p:sp>
        <p:nvSpPr>
          <p:cNvPr id="23" name="Rectangle 22">
            <a:extLst>
              <a:ext uri="{FF2B5EF4-FFF2-40B4-BE49-F238E27FC236}">
                <a16:creationId xmlns:a16="http://schemas.microsoft.com/office/drawing/2014/main" id="{85C28D47-21C6-F256-9156-1C22CDAFA8AE}"/>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4" name="Rectangle 23">
            <a:extLst>
              <a:ext uri="{FF2B5EF4-FFF2-40B4-BE49-F238E27FC236}">
                <a16:creationId xmlns:a16="http://schemas.microsoft.com/office/drawing/2014/main" id="{36573F57-0960-F530-A319-F475FA1AFA9E}"/>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pic>
        <p:nvPicPr>
          <p:cNvPr id="8" name="Graphic 7">
            <a:extLst>
              <a:ext uri="{FF2B5EF4-FFF2-40B4-BE49-F238E27FC236}">
                <a16:creationId xmlns:a16="http://schemas.microsoft.com/office/drawing/2014/main" id="{ED14F293-D660-1243-706A-EE7772D81D21}"/>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9" name="Rectangle 8">
            <a:extLst>
              <a:ext uri="{FF2B5EF4-FFF2-40B4-BE49-F238E27FC236}">
                <a16:creationId xmlns:a16="http://schemas.microsoft.com/office/drawing/2014/main" id="{B1D32A91-13EA-4AC2-76B4-8888929DE4BF}"/>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0" name="Rectangle 9">
            <a:extLst>
              <a:ext uri="{FF2B5EF4-FFF2-40B4-BE49-F238E27FC236}">
                <a16:creationId xmlns:a16="http://schemas.microsoft.com/office/drawing/2014/main" id="{390B8A0F-91FF-A4FB-48DB-6AE1A6CAA79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3" name="Graphic 2">
            <a:extLst>
              <a:ext uri="{FF2B5EF4-FFF2-40B4-BE49-F238E27FC236}">
                <a16:creationId xmlns:a16="http://schemas.microsoft.com/office/drawing/2014/main" id="{941BB9D1-A5EF-F2EB-D96C-D99C9DBA28D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5" name="Rectangle 4">
            <a:extLst>
              <a:ext uri="{FF2B5EF4-FFF2-40B4-BE49-F238E27FC236}">
                <a16:creationId xmlns:a16="http://schemas.microsoft.com/office/drawing/2014/main" id="{2DF7EA49-F847-4AEB-B0DF-7663F29BA710}"/>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6" name="Rectangle 5">
            <a:extLst>
              <a:ext uri="{FF2B5EF4-FFF2-40B4-BE49-F238E27FC236}">
                <a16:creationId xmlns:a16="http://schemas.microsoft.com/office/drawing/2014/main" id="{0795501C-1F59-7D5A-5AEE-75E602064F0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7784921"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 name="Rectangle 1">
            <a:extLst>
              <a:ext uri="{FF2B5EF4-FFF2-40B4-BE49-F238E27FC236}">
                <a16:creationId xmlns:a16="http://schemas.microsoft.com/office/drawing/2014/main" id="{E01423FC-1749-A9D7-2DF0-C9A8FA6BB1CC}"/>
              </a:ext>
            </a:extLst>
          </p:cNvPr>
          <p:cNvSpPr/>
          <p:nvPr userDrawn="1"/>
        </p:nvSpPr>
        <p:spPr>
          <a:xfrm rot="16200000">
            <a:off x="4445922"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3" name="Graphic 2">
            <a:extLst>
              <a:ext uri="{FF2B5EF4-FFF2-40B4-BE49-F238E27FC236}">
                <a16:creationId xmlns:a16="http://schemas.microsoft.com/office/drawing/2014/main" id="{D5870F20-4C95-C3D0-A8CB-65FE64F9509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AEAE191A-1BF3-FE0A-5FCB-B554123E5CD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2" name="Graphic 1">
            <a:extLst>
              <a:ext uri="{FF2B5EF4-FFF2-40B4-BE49-F238E27FC236}">
                <a16:creationId xmlns:a16="http://schemas.microsoft.com/office/drawing/2014/main" id="{3DAD4B40-B188-E18A-8424-BAF152AA412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636C33AD-BAB3-CCBC-C4A7-D2986B2DFA8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4DEAD742-67F2-06F3-50D8-B52A82D5520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4DD0B3E2-553C-4219-E332-CC7E49BE59A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19F472B5-B491-BA25-8608-8D6ABD01C07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03710"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57572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95D577C-5E35-5588-EB40-906746571021}"/>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BAC2A90E-32EF-E6B3-2899-4F004459A2F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583832" y="1628775"/>
            <a:ext cx="7057305"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4"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4"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0C240513-D310-62DD-6830-55665DDE110E}"/>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4E93895-98F3-FC13-36E1-53DD378656A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249702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112622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FD688CF6-4DEF-5FBD-2767-E8B0423537BF}"/>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1" name="Rectangle 20">
            <a:extLst>
              <a:ext uri="{FF2B5EF4-FFF2-40B4-BE49-F238E27FC236}">
                <a16:creationId xmlns:a16="http://schemas.microsoft.com/office/drawing/2014/main" id="{712376EE-F451-FC5D-CA4D-2CC71A1A671D}"/>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26" name="Graphic 25">
            <a:extLst>
              <a:ext uri="{FF2B5EF4-FFF2-40B4-BE49-F238E27FC236}">
                <a16:creationId xmlns:a16="http://schemas.microsoft.com/office/drawing/2014/main" id="{CD2DCA1B-0EB5-58FD-90D7-5D7087F578CF}"/>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7" name="Rectangle 26">
            <a:extLst>
              <a:ext uri="{FF2B5EF4-FFF2-40B4-BE49-F238E27FC236}">
                <a16:creationId xmlns:a16="http://schemas.microsoft.com/office/drawing/2014/main" id="{7875D24D-F312-5E5C-FFD7-D3E6BCA8A9F9}"/>
              </a:ext>
            </a:extLst>
          </p:cNvPr>
          <p:cNvSpPr/>
          <p:nvPr userDrawn="1"/>
        </p:nvSpPr>
        <p:spPr>
          <a:xfrm>
            <a:off x="550864" y="854464"/>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8" name="Rectangle 27">
            <a:extLst>
              <a:ext uri="{FF2B5EF4-FFF2-40B4-BE49-F238E27FC236}">
                <a16:creationId xmlns:a16="http://schemas.microsoft.com/office/drawing/2014/main" id="{83E451EB-6F7D-C8AC-F0EB-E7358A085C47}"/>
              </a:ext>
            </a:extLst>
          </p:cNvPr>
          <p:cNvSpPr/>
          <p:nvPr userDrawn="1"/>
        </p:nvSpPr>
        <p:spPr>
          <a:xfrm>
            <a:off x="550863" y="4411432"/>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381693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1FDAAEA3-53DE-8B8B-5023-DA637F30DEA3}"/>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AB6D61D-717F-C40D-1F02-5CF61F5C9394}"/>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25A50F37-FFD7-6AED-2DF2-1910CE1CCAA6}"/>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pic>
        <p:nvPicPr>
          <p:cNvPr id="15" name="Graphic 14">
            <a:extLst>
              <a:ext uri="{FF2B5EF4-FFF2-40B4-BE49-F238E27FC236}">
                <a16:creationId xmlns:a16="http://schemas.microsoft.com/office/drawing/2014/main" id="{A57E3536-E461-90F2-815F-4353E4BC74E5}"/>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16" name="Rectangle 15">
            <a:extLst>
              <a:ext uri="{FF2B5EF4-FFF2-40B4-BE49-F238E27FC236}">
                <a16:creationId xmlns:a16="http://schemas.microsoft.com/office/drawing/2014/main" id="{8D86A35A-A28B-4BFD-3CD3-D80805367E07}"/>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8" name="Rectangle 17">
            <a:extLst>
              <a:ext uri="{FF2B5EF4-FFF2-40B4-BE49-F238E27FC236}">
                <a16:creationId xmlns:a16="http://schemas.microsoft.com/office/drawing/2014/main" id="{BC549AB4-7932-2D09-E1C5-F7F8FB0F44DF}"/>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7773029"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3" name="Rectangle 2">
            <a:extLst>
              <a:ext uri="{FF2B5EF4-FFF2-40B4-BE49-F238E27FC236}">
                <a16:creationId xmlns:a16="http://schemas.microsoft.com/office/drawing/2014/main" id="{00856BAF-DFAB-E969-54E4-46E5FFD9F9B8}"/>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7" name="Graphic 6">
            <a:extLst>
              <a:ext uri="{FF2B5EF4-FFF2-40B4-BE49-F238E27FC236}">
                <a16:creationId xmlns:a16="http://schemas.microsoft.com/office/drawing/2014/main" id="{53FB535E-C140-6B16-5DC5-03321A85BFA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13" name="Graphic 12">
            <a:extLst>
              <a:ext uri="{FF2B5EF4-FFF2-40B4-BE49-F238E27FC236}">
                <a16:creationId xmlns:a16="http://schemas.microsoft.com/office/drawing/2014/main" id="{8EDB7962-89A3-E3A7-BAAE-AA3F7F33B32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5D61DBF1-5BCB-16AA-E6B0-DB992EF03680}"/>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2" name="Graphic 1">
            <a:extLst>
              <a:ext uri="{FF2B5EF4-FFF2-40B4-BE49-F238E27FC236}">
                <a16:creationId xmlns:a16="http://schemas.microsoft.com/office/drawing/2014/main" id="{6763C70A-739B-507C-454F-911025E3AA0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3FDAAFCA-AE43-F978-D658-FE866BA9A973}"/>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23C95F0-C974-E3E4-F037-E4D8F518EE72}"/>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6823C6-CB49-1950-755A-9C4A8CBF604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64442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71643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137389A4-0926-22A7-82A5-6F1CAC2847F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F2714E4E-DFEB-EF57-7EAB-CB9E643AF73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94388" y="1628775"/>
            <a:ext cx="6946749"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97136889-97EA-2424-F0A3-1E0FF90FE0FC}"/>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2564C789-F502-141D-420F-C67818E72AA8}"/>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643055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8633626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C56781CA-A024-28BD-48C6-12CDC95A93DC}"/>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8" name="Graphic 27">
            <a:extLst>
              <a:ext uri="{FF2B5EF4-FFF2-40B4-BE49-F238E27FC236}">
                <a16:creationId xmlns:a16="http://schemas.microsoft.com/office/drawing/2014/main" id="{E5DDA6B3-4613-8F93-93FA-B9F8ABD761B1}"/>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9" name="Rectangle 28">
            <a:extLst>
              <a:ext uri="{FF2B5EF4-FFF2-40B4-BE49-F238E27FC236}">
                <a16:creationId xmlns:a16="http://schemas.microsoft.com/office/drawing/2014/main" id="{E329AC1D-8A0B-0C2F-4C45-F0E6EC2C7EC2}"/>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0" name="Rectangle 29">
            <a:extLst>
              <a:ext uri="{FF2B5EF4-FFF2-40B4-BE49-F238E27FC236}">
                <a16:creationId xmlns:a16="http://schemas.microsoft.com/office/drawing/2014/main" id="{197E96E4-4E57-5696-9A23-E7E4EA283042}"/>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426562882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6ECDB94F-127F-1402-301D-3A4F4AE2C4E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B2FAD1E-8500-4341-88C6-FFD7BBA6AF40}"/>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46CA5673-7F42-FE47-DC75-86798AC50370}"/>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5" name="Graphic 4">
            <a:extLst>
              <a:ext uri="{FF2B5EF4-FFF2-40B4-BE49-F238E27FC236}">
                <a16:creationId xmlns:a16="http://schemas.microsoft.com/office/drawing/2014/main" id="{9F05F53A-B0C8-8BDF-7418-782DFC7B2B7A}"/>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CC84BC3B-0934-9CEB-0C62-CDCA14DE3CA5}"/>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1EC1F5F7-2BB7-925D-7052-6A418845869A}"/>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0.jpeg"/><Relationship Id="rId7" Type="http://schemas.openxmlformats.org/officeDocument/2006/relationships/hyperlink" Target="https://stock.adobe.com/"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hyperlink" Target="https://www.shutterstock.com/" TargetMode="External"/><Relationship Id="rId5" Type="http://schemas.openxmlformats.org/officeDocument/2006/relationships/hyperlink" Target="https://www.gettyimages.co.uk/" TargetMode="External"/><Relationship Id="rId4" Type="http://schemas.openxmlformats.org/officeDocument/2006/relationships/hyperlink" Target="https://dam.gettyimages.com/capgemini/photo-libr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E54E3CD6-924E-4E5C-B3FC-FC4918257396}"/>
              </a:ext>
            </a:extLst>
          </p:cNvPr>
          <p:cNvSpPr>
            <a:spLocks noGrp="1"/>
          </p:cNvSpPr>
          <p:nvPr>
            <p:ph type="body" sz="quarter" idx="15"/>
          </p:nvPr>
        </p:nvSpPr>
        <p:spPr/>
        <p:txBody>
          <a:bodyPr/>
          <a:lstStyle/>
          <a:p>
            <a:endParaRPr lang="en-GB"/>
          </a:p>
        </p:txBody>
      </p:sp>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4" y="3226665"/>
            <a:ext cx="10354214" cy="1872208"/>
          </a:xfrm>
        </p:spPr>
        <p:txBody>
          <a:bodyPr anchor="ctr"/>
          <a:lstStyle/>
          <a:p>
            <a:pPr lvl="0">
              <a:lnSpc>
                <a:spcPct val="200000"/>
              </a:lnSpc>
            </a:pPr>
            <a:r>
              <a:rPr lang="en-US" sz="4000"/>
              <a:t>MS-Copilot Agent creation</a:t>
            </a:r>
            <a:endParaRPr lang="en-US" sz="4000">
              <a:latin typeface="Ubuntu Light" panose="020B0304030602030204" pitchFamily="34" charset="0"/>
            </a:endParaRPr>
          </a:p>
        </p:txBody>
      </p:sp>
      <p:pic>
        <p:nvPicPr>
          <p:cNvPr id="11" name="Graphic 10">
            <a:extLst>
              <a:ext uri="{FF2B5EF4-FFF2-40B4-BE49-F238E27FC236}">
                <a16:creationId xmlns:a16="http://schemas.microsoft.com/office/drawing/2014/main" id="{F41115C6-D391-4603-4C2A-3FC184B5DDBF}"/>
              </a:ext>
            </a:extLst>
          </p:cNvPr>
          <p:cNvPicPr>
            <a:picLocks noChangeAspect="1"/>
          </p:cNvPicPr>
          <p:nvPr/>
        </p:nvPicPr>
        <p:blipFill>
          <a:blip>
            <a:extLst>
              <a:ext uri="{96DAC541-7B7A-43D3-8B79-37D633B846F1}">
                <asvg:svgBlip xmlns:asvg="http://schemas.microsoft.com/office/drawing/2016/SVG/main" r:embed="rId3"/>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C24F8EA-BBE6-47E4-0C93-3B8B584D8FAD}"/>
              </a:ext>
            </a:extLst>
          </p:cNvPr>
          <p:cNvSpPr>
            <a:spLocks noGrp="1"/>
          </p:cNvSpPr>
          <p:nvPr>
            <p:ph type="body" sz="quarter" idx="14"/>
          </p:nvPr>
        </p:nvSpPr>
        <p:spPr>
          <a:xfrm>
            <a:off x="407368" y="260648"/>
            <a:ext cx="9924275" cy="792088"/>
          </a:xfrm>
        </p:spPr>
        <p:txBody>
          <a:bodyPr/>
          <a:lstStyle/>
          <a:p>
            <a:r>
              <a:rPr lang="en-US" sz="4000">
                <a:solidFill>
                  <a:schemeClr val="tx1"/>
                </a:solidFill>
              </a:rPr>
              <a:t>Benefits Using Agents</a:t>
            </a:r>
            <a:endParaRPr lang="en-GB" sz="4000">
              <a:solidFill>
                <a:schemeClr val="tx1"/>
              </a:solidFill>
            </a:endParaRPr>
          </a:p>
        </p:txBody>
      </p:sp>
      <p:sp>
        <p:nvSpPr>
          <p:cNvPr id="20" name="Text Placeholder 3">
            <a:extLst>
              <a:ext uri="{FF2B5EF4-FFF2-40B4-BE49-F238E27FC236}">
                <a16:creationId xmlns:a16="http://schemas.microsoft.com/office/drawing/2014/main" id="{B2FA2F84-D2E2-18A4-6267-0415659DF357}"/>
              </a:ext>
            </a:extLst>
          </p:cNvPr>
          <p:cNvSpPr txBox="1">
            <a:spLocks/>
          </p:cNvSpPr>
          <p:nvPr/>
        </p:nvSpPr>
        <p:spPr>
          <a:xfrm>
            <a:off x="407368" y="1052736"/>
            <a:ext cx="11305256" cy="4824536"/>
          </a:xfrm>
          <a:prstGeom prst="rect">
            <a:avLst/>
          </a:prstGeom>
          <a:ln>
            <a:solidFill>
              <a:schemeClr val="tx1"/>
            </a:solidFill>
          </a:ln>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2000" b="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solidFill>
                  <a:schemeClr val="tx1"/>
                </a:solidFill>
              </a:rPr>
              <a:t>Agents follow predefined prompts and rules, ensuring</a:t>
            </a:r>
            <a:r>
              <a:rPr lang="en-US" sz="1600">
                <a:solidFill>
                  <a:schemeClr val="tx1"/>
                </a:solidFill>
              </a:rPr>
              <a:t>:</a:t>
            </a:r>
          </a:p>
          <a:p>
            <a:pPr marL="285750" indent="-285750">
              <a:buFont typeface="Wingdings" panose="05000000000000000000" pitchFamily="2" charset="2"/>
              <a:buChar char="v"/>
            </a:pPr>
            <a:r>
              <a:rPr lang="en-US" sz="1600">
                <a:solidFill>
                  <a:schemeClr val="tx1"/>
                </a:solidFill>
              </a:rPr>
              <a:t>Uniform test case formats</a:t>
            </a:r>
          </a:p>
          <a:p>
            <a:pPr marL="285750" indent="-285750">
              <a:buFont typeface="Wingdings" panose="05000000000000000000" pitchFamily="2" charset="2"/>
              <a:buChar char="v"/>
            </a:pPr>
            <a:r>
              <a:rPr lang="en-US" sz="1600">
                <a:solidFill>
                  <a:schemeClr val="tx1"/>
                </a:solidFill>
              </a:rPr>
              <a:t>Standard naming conventions</a:t>
            </a:r>
          </a:p>
          <a:p>
            <a:pPr marL="285750" indent="-285750">
              <a:buFont typeface="Wingdings" panose="05000000000000000000" pitchFamily="2" charset="2"/>
              <a:buChar char="v"/>
            </a:pPr>
            <a:r>
              <a:rPr lang="en-US" sz="1600">
                <a:solidFill>
                  <a:schemeClr val="tx1"/>
                </a:solidFill>
              </a:rPr>
              <a:t>Consistent coverage across projects</a:t>
            </a:r>
          </a:p>
          <a:p>
            <a:r>
              <a:rPr lang="en-US" sz="1600" b="1">
                <a:solidFill>
                  <a:schemeClr val="tx1"/>
                </a:solidFill>
              </a:rPr>
              <a:t>Agents can use:</a:t>
            </a:r>
          </a:p>
          <a:p>
            <a:pPr marL="285750" indent="-285750">
              <a:buFont typeface="Wingdings" panose="05000000000000000000" pitchFamily="2" charset="2"/>
              <a:buChar char="v"/>
            </a:pPr>
            <a:r>
              <a:rPr lang="en-US" sz="1600">
                <a:solidFill>
                  <a:schemeClr val="tx1"/>
                </a:solidFill>
              </a:rPr>
              <a:t>Past test cases</a:t>
            </a:r>
          </a:p>
          <a:p>
            <a:pPr marL="285750" indent="-285750">
              <a:buFont typeface="Wingdings" panose="05000000000000000000" pitchFamily="2" charset="2"/>
              <a:buChar char="v"/>
            </a:pPr>
            <a:r>
              <a:rPr lang="en-US" sz="1600">
                <a:solidFill>
                  <a:schemeClr val="tx1"/>
                </a:solidFill>
              </a:rPr>
              <a:t>Requirement documents</a:t>
            </a:r>
          </a:p>
          <a:p>
            <a:pPr marL="285750" indent="-285750">
              <a:buFont typeface="Wingdings" panose="05000000000000000000" pitchFamily="2" charset="2"/>
              <a:buChar char="v"/>
            </a:pPr>
            <a:r>
              <a:rPr lang="en-US" sz="1600">
                <a:solidFill>
                  <a:schemeClr val="tx1"/>
                </a:solidFill>
              </a:rPr>
              <a:t>Organizational standards</a:t>
            </a:r>
          </a:p>
          <a:p>
            <a:pPr marL="285750" indent="-285750">
              <a:buFont typeface="Wingdings" panose="05000000000000000000" pitchFamily="2" charset="2"/>
              <a:buChar char="v"/>
            </a:pPr>
            <a:endParaRPr lang="en-US" sz="1600">
              <a:solidFill>
                <a:schemeClr val="tx1"/>
              </a:solidFill>
            </a:endParaRPr>
          </a:p>
          <a:p>
            <a:pPr marL="285750" indent="-285750">
              <a:buFont typeface="Wingdings" panose="05000000000000000000" pitchFamily="2" charset="2"/>
              <a:buChar char="v"/>
            </a:pPr>
            <a:endParaRPr lang="en-US" sz="1600">
              <a:solidFill>
                <a:schemeClr val="tx1"/>
              </a:solidFill>
            </a:endParaRPr>
          </a:p>
          <a:p>
            <a:pPr marL="285750" indent="-285750">
              <a:buFont typeface="Wingdings" panose="05000000000000000000" pitchFamily="2" charset="2"/>
              <a:buChar char="v"/>
            </a:pPr>
            <a:endParaRPr lang="en-GB" sz="1600">
              <a:solidFill>
                <a:schemeClr val="tx1"/>
              </a:solidFill>
            </a:endParaRPr>
          </a:p>
        </p:txBody>
      </p:sp>
    </p:spTree>
    <p:extLst>
      <p:ext uri="{BB962C8B-B14F-4D97-AF65-F5344CB8AC3E}">
        <p14:creationId xmlns:p14="http://schemas.microsoft.com/office/powerpoint/2010/main" val="353321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7ADC-5C96-9278-F5D1-66AAC9CA3AE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4692CD-8375-1A22-A3C8-3EA78B508739}"/>
              </a:ext>
            </a:extLst>
          </p:cNvPr>
          <p:cNvPicPr>
            <a:picLocks noChangeAspect="1"/>
          </p:cNvPicPr>
          <p:nvPr/>
        </p:nvPicPr>
        <p:blipFill>
          <a:blip r:embed="rId2"/>
          <a:stretch>
            <a:fillRect/>
          </a:stretch>
        </p:blipFill>
        <p:spPr>
          <a:xfrm>
            <a:off x="695400" y="3356992"/>
            <a:ext cx="11280208" cy="2469369"/>
          </a:xfrm>
          <a:prstGeom prst="rect">
            <a:avLst/>
          </a:prstGeom>
          <a:ln>
            <a:solidFill>
              <a:schemeClr val="tx1"/>
            </a:solidFill>
          </a:ln>
        </p:spPr>
      </p:pic>
      <p:sp>
        <p:nvSpPr>
          <p:cNvPr id="7" name="TextBox 6">
            <a:extLst>
              <a:ext uri="{FF2B5EF4-FFF2-40B4-BE49-F238E27FC236}">
                <a16:creationId xmlns:a16="http://schemas.microsoft.com/office/drawing/2014/main" id="{B12CF34D-B9A8-ACBE-4766-C7D0254F09C9}"/>
              </a:ext>
            </a:extLst>
          </p:cNvPr>
          <p:cNvSpPr txBox="1"/>
          <p:nvPr/>
        </p:nvSpPr>
        <p:spPr>
          <a:xfrm>
            <a:off x="695400" y="153294"/>
            <a:ext cx="11280208" cy="827434"/>
          </a:xfrm>
          <a:prstGeom prst="rect">
            <a:avLst/>
          </a:prstGeom>
        </p:spPr>
        <p:txBody>
          <a:bodyPr vert="horz" lIns="0" tIns="0" rIns="0" bIns="0" rtlCol="0">
            <a:noAutofit/>
          </a:bodyPr>
          <a:lstStyle>
            <a:lvl1pPr marR="0" indent="0" fontAlgn="auto">
              <a:lnSpc>
                <a:spcPct val="100000"/>
              </a:lnSpc>
              <a:spcBef>
                <a:spcPts val="1800"/>
              </a:spcBef>
              <a:spcAft>
                <a:spcPts val="0"/>
              </a:spcAft>
              <a:buClrTx/>
              <a:buSzTx/>
              <a:buFont typeface="Arial" panose="020B0604020202020204" pitchFamily="34" charset="0"/>
              <a:buNone/>
              <a:tabLst/>
              <a:defRPr sz="4000" b="0"/>
            </a:lvl1pPr>
            <a:lvl2pPr marL="180975" indent="-180975">
              <a:lnSpc>
                <a:spcPct val="100000"/>
              </a:lnSpc>
              <a:spcBef>
                <a:spcPts val="600"/>
              </a:spcBef>
              <a:buClr>
                <a:schemeClr val="tx2"/>
              </a:buClr>
              <a:buFont typeface="Arial" panose="020B0604020202020204" pitchFamily="34" charset="0"/>
              <a:buChar char="•"/>
              <a:defRPr sz="1400"/>
            </a:lvl2pPr>
            <a:lvl3pPr marL="360000" indent="-180000">
              <a:lnSpc>
                <a:spcPct val="100000"/>
              </a:lnSpc>
              <a:spcBef>
                <a:spcPts val="600"/>
              </a:spcBef>
              <a:buClr>
                <a:schemeClr val="tx2"/>
              </a:buClr>
              <a:buFont typeface="System Font Regular"/>
              <a:buChar char="-"/>
              <a:defRPr sz="1400"/>
            </a:lvl3pPr>
            <a:lvl4pPr marL="539750" indent="-180000">
              <a:lnSpc>
                <a:spcPct val="100000"/>
              </a:lnSpc>
              <a:spcBef>
                <a:spcPts val="600"/>
              </a:spcBef>
              <a:buClr>
                <a:schemeClr val="accent2"/>
              </a:buClr>
              <a:buFont typeface="Arial" panose="020B0604020202020204" pitchFamily="34" charset="0"/>
              <a:buChar char="•"/>
              <a:tabLst/>
              <a:defRPr sz="1400"/>
            </a:lvl4pPr>
            <a:lvl5pPr marL="719138" indent="-180975">
              <a:lnSpc>
                <a:spcPct val="100000"/>
              </a:lnSpc>
              <a:spcBef>
                <a:spcPts val="600"/>
              </a:spcBef>
              <a:buClr>
                <a:schemeClr val="tx2"/>
              </a:buClr>
              <a:buFont typeface="System Font Regular"/>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Creation/Configure Agent </a:t>
            </a:r>
            <a:endParaRPr lang="en-GB" dirty="0"/>
          </a:p>
        </p:txBody>
      </p:sp>
      <p:sp>
        <p:nvSpPr>
          <p:cNvPr id="8" name="Rectangle 7">
            <a:extLst>
              <a:ext uri="{FF2B5EF4-FFF2-40B4-BE49-F238E27FC236}">
                <a16:creationId xmlns:a16="http://schemas.microsoft.com/office/drawing/2014/main" id="{F0CE38BC-F38F-C6E8-7A0F-F39726469DE0}"/>
              </a:ext>
            </a:extLst>
          </p:cNvPr>
          <p:cNvSpPr/>
          <p:nvPr/>
        </p:nvSpPr>
        <p:spPr>
          <a:xfrm>
            <a:off x="695400" y="1196752"/>
            <a:ext cx="11280208" cy="18002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err="1">
              <a:solidFill>
                <a:schemeClr val="tx1"/>
              </a:solidFill>
            </a:endParaRPr>
          </a:p>
        </p:txBody>
      </p:sp>
      <p:sp>
        <p:nvSpPr>
          <p:cNvPr id="12" name="TextBox 11">
            <a:extLst>
              <a:ext uri="{FF2B5EF4-FFF2-40B4-BE49-F238E27FC236}">
                <a16:creationId xmlns:a16="http://schemas.microsoft.com/office/drawing/2014/main" id="{18698C7A-E1C1-69A8-0126-ECBEDA630445}"/>
              </a:ext>
            </a:extLst>
          </p:cNvPr>
          <p:cNvSpPr txBox="1"/>
          <p:nvPr/>
        </p:nvSpPr>
        <p:spPr>
          <a:xfrm>
            <a:off x="680512" y="904652"/>
            <a:ext cx="11295096" cy="2308324"/>
          </a:xfrm>
          <a:prstGeom prst="rect">
            <a:avLst/>
          </a:prstGeom>
          <a:noFill/>
          <a:ln>
            <a:solidFill>
              <a:schemeClr val="tx1"/>
            </a:solidFill>
          </a:ln>
        </p:spPr>
        <p:txBody>
          <a:bodyPr wrap="square">
            <a:spAutoFit/>
          </a:bodyPr>
          <a:lstStyle/>
          <a:p>
            <a:r>
              <a:rPr lang="en-US" b="1"/>
              <a:t>Steps to follow: </a:t>
            </a:r>
          </a:p>
          <a:p>
            <a:endParaRPr lang="en-US"/>
          </a:p>
          <a:p>
            <a:pPr marL="285750" indent="-285750">
              <a:buFont typeface="Wingdings" panose="05000000000000000000" pitchFamily="2" charset="2"/>
              <a:buChar char="v"/>
            </a:pPr>
            <a:r>
              <a:rPr lang="en-US"/>
              <a:t>Go to Copilot Studio</a:t>
            </a:r>
          </a:p>
          <a:p>
            <a:pPr marL="285750" indent="-285750">
              <a:buFont typeface="Wingdings" panose="05000000000000000000" pitchFamily="2" charset="2"/>
              <a:buChar char="v"/>
            </a:pPr>
            <a:r>
              <a:rPr lang="en-US"/>
              <a:t>Click Create → New Copilot</a:t>
            </a:r>
          </a:p>
          <a:p>
            <a:pPr marL="285750" indent="-285750">
              <a:buFont typeface="Wingdings" panose="05000000000000000000" pitchFamily="2" charset="2"/>
              <a:buChar char="v"/>
            </a:pPr>
            <a:r>
              <a:rPr lang="en-US"/>
              <a:t>Provide:</a:t>
            </a:r>
          </a:p>
          <a:p>
            <a:pPr marL="285750" indent="-285750">
              <a:buFont typeface="Wingdings" panose="05000000000000000000" pitchFamily="2" charset="2"/>
              <a:buChar char="v"/>
            </a:pPr>
            <a:r>
              <a:rPr lang="en-US"/>
              <a:t>Name: GPAS - </a:t>
            </a:r>
            <a:r>
              <a:rPr lang="en-US" err="1"/>
              <a:t>TestAgent</a:t>
            </a:r>
            <a:endParaRPr lang="en-US"/>
          </a:p>
          <a:p>
            <a:pPr marL="285750" indent="-285750">
              <a:buFont typeface="Wingdings" panose="05000000000000000000" pitchFamily="2" charset="2"/>
              <a:buChar char="v"/>
            </a:pPr>
            <a:r>
              <a:rPr lang="en-US"/>
              <a:t>Description: “Test case authoring agent”</a:t>
            </a:r>
          </a:p>
          <a:p>
            <a:endParaRPr lang="en-GB"/>
          </a:p>
        </p:txBody>
      </p:sp>
    </p:spTree>
    <p:extLst>
      <p:ext uri="{BB962C8B-B14F-4D97-AF65-F5344CB8AC3E}">
        <p14:creationId xmlns:p14="http://schemas.microsoft.com/office/powerpoint/2010/main" val="936392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34D8-9A0D-9F95-7DA0-C9E0F93A68B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B04BC62A-2A9A-C686-1C7A-A19B20D88D23}"/>
              </a:ext>
            </a:extLst>
          </p:cNvPr>
          <p:cNvPicPr>
            <a:picLocks noChangeAspect="1"/>
          </p:cNvPicPr>
          <p:nvPr/>
        </p:nvPicPr>
        <p:blipFill>
          <a:blip r:embed="rId2"/>
          <a:stretch>
            <a:fillRect/>
          </a:stretch>
        </p:blipFill>
        <p:spPr>
          <a:xfrm>
            <a:off x="752887" y="1772816"/>
            <a:ext cx="11352583" cy="3024336"/>
          </a:xfrm>
          <a:prstGeom prst="rect">
            <a:avLst/>
          </a:prstGeom>
          <a:ln>
            <a:solidFill>
              <a:schemeClr val="tx1"/>
            </a:solidFill>
          </a:ln>
        </p:spPr>
      </p:pic>
      <p:sp>
        <p:nvSpPr>
          <p:cNvPr id="20" name="TextBox 19">
            <a:extLst>
              <a:ext uri="{FF2B5EF4-FFF2-40B4-BE49-F238E27FC236}">
                <a16:creationId xmlns:a16="http://schemas.microsoft.com/office/drawing/2014/main" id="{81117483-F611-76B1-E352-AD59112ACB6B}"/>
              </a:ext>
            </a:extLst>
          </p:cNvPr>
          <p:cNvSpPr txBox="1"/>
          <p:nvPr/>
        </p:nvSpPr>
        <p:spPr>
          <a:xfrm>
            <a:off x="752887" y="404664"/>
            <a:ext cx="11295096" cy="1200329"/>
          </a:xfrm>
          <a:prstGeom prst="rect">
            <a:avLst/>
          </a:prstGeom>
          <a:noFill/>
          <a:ln>
            <a:solidFill>
              <a:schemeClr val="tx1"/>
            </a:solidFill>
          </a:ln>
        </p:spPr>
        <p:txBody>
          <a:bodyPr wrap="square" lIns="91440" tIns="45720" rIns="91440" bIns="45720" anchor="t">
            <a:spAutoFit/>
          </a:bodyPr>
          <a:lstStyle/>
          <a:p>
            <a:r>
              <a:rPr lang="en-US" b="1"/>
              <a:t>Steps to follow: </a:t>
            </a:r>
          </a:p>
          <a:p>
            <a:endParaRPr lang="en-US"/>
          </a:p>
          <a:p>
            <a:pPr marL="285750" indent="-285750">
              <a:buFont typeface="Wingdings" panose="05000000000000000000" pitchFamily="2" charset="2"/>
              <a:buChar char="v"/>
            </a:pPr>
            <a:r>
              <a:rPr lang="en-US"/>
              <a:t>Provide all knowledge sources to copilot can refer</a:t>
            </a:r>
          </a:p>
          <a:p>
            <a:r>
              <a:rPr lang="en-US"/>
              <a:t>     Example – User story links, associated business rule documents, FLS, AP sheet</a:t>
            </a:r>
            <a:endParaRPr lang="en-US">
              <a:ea typeface="+mn-lt"/>
              <a:cs typeface="+mn-lt"/>
            </a:endParaRPr>
          </a:p>
        </p:txBody>
      </p:sp>
    </p:spTree>
    <p:extLst>
      <p:ext uri="{BB962C8B-B14F-4D97-AF65-F5344CB8AC3E}">
        <p14:creationId xmlns:p14="http://schemas.microsoft.com/office/powerpoint/2010/main" val="1743029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A7551-A878-B24C-21B7-C2FB8F79AD2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E07EE4F-EE13-FB03-1FC1-684A0375C49E}"/>
              </a:ext>
            </a:extLst>
          </p:cNvPr>
          <p:cNvPicPr>
            <a:picLocks noChangeAspect="1"/>
          </p:cNvPicPr>
          <p:nvPr/>
        </p:nvPicPr>
        <p:blipFill>
          <a:blip r:embed="rId2"/>
          <a:stretch>
            <a:fillRect/>
          </a:stretch>
        </p:blipFill>
        <p:spPr>
          <a:xfrm>
            <a:off x="739499" y="3068960"/>
            <a:ext cx="11117141" cy="2522326"/>
          </a:xfrm>
          <a:prstGeom prst="rect">
            <a:avLst/>
          </a:prstGeom>
          <a:ln>
            <a:solidFill>
              <a:schemeClr val="tx1"/>
            </a:solidFill>
          </a:ln>
        </p:spPr>
      </p:pic>
      <p:sp>
        <p:nvSpPr>
          <p:cNvPr id="8" name="TextBox 7">
            <a:extLst>
              <a:ext uri="{FF2B5EF4-FFF2-40B4-BE49-F238E27FC236}">
                <a16:creationId xmlns:a16="http://schemas.microsoft.com/office/drawing/2014/main" id="{0870DC38-D81C-853B-F26A-82BA24C49802}"/>
              </a:ext>
            </a:extLst>
          </p:cNvPr>
          <p:cNvSpPr txBox="1"/>
          <p:nvPr/>
        </p:nvSpPr>
        <p:spPr>
          <a:xfrm>
            <a:off x="680512" y="904652"/>
            <a:ext cx="11295096" cy="1477328"/>
          </a:xfrm>
          <a:prstGeom prst="rect">
            <a:avLst/>
          </a:prstGeom>
          <a:noFill/>
          <a:ln>
            <a:solidFill>
              <a:schemeClr val="tx1"/>
            </a:solidFill>
          </a:ln>
        </p:spPr>
        <p:txBody>
          <a:bodyPr wrap="square">
            <a:spAutoFit/>
          </a:bodyPr>
          <a:lstStyle/>
          <a:p>
            <a:r>
              <a:rPr lang="en-US" b="1"/>
              <a:t>Steps to follow: </a:t>
            </a:r>
          </a:p>
          <a:p>
            <a:endParaRPr lang="en-US"/>
          </a:p>
          <a:p>
            <a:pPr marL="285750" indent="-285750">
              <a:buFont typeface="Wingdings" panose="05000000000000000000" pitchFamily="2" charset="2"/>
              <a:buChar char="v"/>
            </a:pPr>
            <a:r>
              <a:rPr lang="en-US"/>
              <a:t>Provide the specific prompts, which are standard</a:t>
            </a:r>
          </a:p>
          <a:p>
            <a:r>
              <a:rPr lang="en-US"/>
              <a:t>     Example – test case template format</a:t>
            </a:r>
          </a:p>
          <a:p>
            <a:endParaRPr lang="en-GB"/>
          </a:p>
        </p:txBody>
      </p:sp>
    </p:spTree>
    <p:extLst>
      <p:ext uri="{BB962C8B-B14F-4D97-AF65-F5344CB8AC3E}">
        <p14:creationId xmlns:p14="http://schemas.microsoft.com/office/powerpoint/2010/main" val="4033350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423C-D4E5-4CBA-C419-6F0AA35F60F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1EF9159-D9C4-BB29-11C9-02D1C28E9A1B}"/>
              </a:ext>
            </a:extLst>
          </p:cNvPr>
          <p:cNvSpPr txBox="1"/>
          <p:nvPr/>
        </p:nvSpPr>
        <p:spPr>
          <a:xfrm>
            <a:off x="680512" y="904652"/>
            <a:ext cx="11295096" cy="646331"/>
          </a:xfrm>
          <a:prstGeom prst="rect">
            <a:avLst/>
          </a:prstGeom>
          <a:noFill/>
          <a:ln>
            <a:solidFill>
              <a:schemeClr val="tx1"/>
            </a:solidFill>
          </a:ln>
        </p:spPr>
        <p:txBody>
          <a:bodyPr wrap="square">
            <a:spAutoFit/>
          </a:bodyPr>
          <a:lstStyle/>
          <a:p>
            <a:r>
              <a:rPr lang="en-US" b="1"/>
              <a:t>Precise Prompt:  </a:t>
            </a:r>
          </a:p>
          <a:p>
            <a:endParaRPr lang="en-GB"/>
          </a:p>
        </p:txBody>
      </p:sp>
      <p:pic>
        <p:nvPicPr>
          <p:cNvPr id="3" name="Picture 2">
            <a:extLst>
              <a:ext uri="{FF2B5EF4-FFF2-40B4-BE49-F238E27FC236}">
                <a16:creationId xmlns:a16="http://schemas.microsoft.com/office/drawing/2014/main" id="{E310A330-D70D-A1AC-8A22-14510FBD4E01}"/>
              </a:ext>
            </a:extLst>
          </p:cNvPr>
          <p:cNvPicPr>
            <a:picLocks noChangeAspect="1"/>
          </p:cNvPicPr>
          <p:nvPr/>
        </p:nvPicPr>
        <p:blipFill>
          <a:blip r:embed="rId2"/>
          <a:stretch>
            <a:fillRect/>
          </a:stretch>
        </p:blipFill>
        <p:spPr>
          <a:xfrm>
            <a:off x="680512" y="1700808"/>
            <a:ext cx="11295096" cy="4252541"/>
          </a:xfrm>
          <a:prstGeom prst="rect">
            <a:avLst/>
          </a:prstGeom>
          <a:ln>
            <a:solidFill>
              <a:schemeClr val="tx1"/>
            </a:solidFill>
          </a:ln>
        </p:spPr>
      </p:pic>
    </p:spTree>
    <p:extLst>
      <p:ext uri="{BB962C8B-B14F-4D97-AF65-F5344CB8AC3E}">
        <p14:creationId xmlns:p14="http://schemas.microsoft.com/office/powerpoint/2010/main" val="3715825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D43A0-D9A3-35A4-7550-AD6EFD89DA06}"/>
            </a:ext>
          </a:extLst>
        </p:cNvPr>
        <p:cNvGrpSpPr/>
        <p:nvPr/>
      </p:nvGrpSpPr>
      <p:grpSpPr>
        <a:xfrm>
          <a:off x="0" y="0"/>
          <a:ext cx="0" cy="0"/>
          <a:chOff x="0" y="0"/>
          <a:chExt cx="0" cy="0"/>
        </a:xfrm>
      </p:grpSpPr>
      <p:sp>
        <p:nvSpPr>
          <p:cNvPr id="15" name="Date Placeholder 2">
            <a:extLst>
              <a:ext uri="{FF2B5EF4-FFF2-40B4-BE49-F238E27FC236}">
                <a16:creationId xmlns:a16="http://schemas.microsoft.com/office/drawing/2014/main" id="{8CC57AC5-3182-7106-6262-DA126CC509EA}"/>
              </a:ext>
            </a:extLst>
          </p:cNvPr>
          <p:cNvSpPr>
            <a:spLocks noGrp="1"/>
          </p:cNvSpPr>
          <p:nvPr>
            <p:ph type="dt" sz="half" idx="28"/>
          </p:nvPr>
        </p:nvSpPr>
        <p:spPr>
          <a:xfrm>
            <a:off x="9809927" y="6650661"/>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3">
            <a:extLst>
              <a:ext uri="{FF2B5EF4-FFF2-40B4-BE49-F238E27FC236}">
                <a16:creationId xmlns:a16="http://schemas.microsoft.com/office/drawing/2014/main" id="{A29582AC-8832-5C17-FD54-64493DEF1A0F}"/>
              </a:ext>
            </a:extLst>
          </p:cNvPr>
          <p:cNvSpPr>
            <a:spLocks noGrp="1"/>
          </p:cNvSpPr>
          <p:nvPr>
            <p:ph type="ftr" sz="quarter" idx="29"/>
          </p:nvPr>
        </p:nvSpPr>
        <p:spPr>
          <a:xfrm>
            <a:off x="550863" y="6650661"/>
            <a:ext cx="4716524" cy="123111"/>
          </a:xfrm>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4">
            <a:extLst>
              <a:ext uri="{FF2B5EF4-FFF2-40B4-BE49-F238E27FC236}">
                <a16:creationId xmlns:a16="http://schemas.microsoft.com/office/drawing/2014/main" id="{760E781E-790F-AC1C-C1A1-63DB060B307C}"/>
              </a:ext>
            </a:extLst>
          </p:cNvPr>
          <p:cNvSpPr>
            <a:spLocks noGrp="1"/>
          </p:cNvSpPr>
          <p:nvPr>
            <p:ph type="sldNum" sz="quarter" idx="30"/>
          </p:nvPr>
        </p:nvSpPr>
        <p:spPr>
          <a:xfrm>
            <a:off x="11778341" y="6650661"/>
            <a:ext cx="232665" cy="123111"/>
          </a:xfrm>
        </p:spPr>
        <p:txBody>
          <a:bodyPr/>
          <a:lstStyle/>
          <a:p>
            <a:pPr algn="r">
              <a:spcAft>
                <a:spcPts val="600"/>
              </a:spcAft>
            </a:pPr>
            <a:fld id="{5D9A5160-6218-4E5A-B9E6-B93E3DAE377C}" type="slidenum">
              <a:rPr lang="en-US" smtClean="0"/>
              <a:pPr algn="r">
                <a:spcAft>
                  <a:spcPts val="600"/>
                </a:spcAft>
              </a:pPr>
              <a:t>7</a:t>
            </a:fld>
            <a:endParaRPr lang="en-US"/>
          </a:p>
        </p:txBody>
      </p:sp>
      <p:pic>
        <p:nvPicPr>
          <p:cNvPr id="4" name="Picture 3">
            <a:extLst>
              <a:ext uri="{FF2B5EF4-FFF2-40B4-BE49-F238E27FC236}">
                <a16:creationId xmlns:a16="http://schemas.microsoft.com/office/drawing/2014/main" id="{D02EFAAB-1227-9E11-1C31-EA2EED88312E}"/>
              </a:ext>
            </a:extLst>
          </p:cNvPr>
          <p:cNvPicPr>
            <a:picLocks noChangeAspect="1"/>
          </p:cNvPicPr>
          <p:nvPr/>
        </p:nvPicPr>
        <p:blipFill>
          <a:blip r:embed="rId2"/>
          <a:stretch>
            <a:fillRect/>
          </a:stretch>
        </p:blipFill>
        <p:spPr>
          <a:xfrm>
            <a:off x="563807" y="1916832"/>
            <a:ext cx="7812098" cy="2253153"/>
          </a:xfrm>
          <a:prstGeom prst="rect">
            <a:avLst/>
          </a:prstGeom>
          <a:noFill/>
          <a:ln>
            <a:solidFill>
              <a:schemeClr val="tx1"/>
            </a:solidFill>
          </a:ln>
        </p:spPr>
      </p:pic>
      <p:sp>
        <p:nvSpPr>
          <p:cNvPr id="5" name="TextBox 4">
            <a:extLst>
              <a:ext uri="{FF2B5EF4-FFF2-40B4-BE49-F238E27FC236}">
                <a16:creationId xmlns:a16="http://schemas.microsoft.com/office/drawing/2014/main" id="{78DC3834-DA04-7294-7E6B-2F27AFB8F721}"/>
              </a:ext>
            </a:extLst>
          </p:cNvPr>
          <p:cNvSpPr txBox="1"/>
          <p:nvPr/>
        </p:nvSpPr>
        <p:spPr>
          <a:xfrm>
            <a:off x="547926" y="1112808"/>
            <a:ext cx="11295096" cy="646331"/>
          </a:xfrm>
          <a:prstGeom prst="rect">
            <a:avLst/>
          </a:prstGeom>
          <a:noFill/>
          <a:ln>
            <a:solidFill>
              <a:schemeClr val="tx1"/>
            </a:solidFill>
          </a:ln>
        </p:spPr>
        <p:txBody>
          <a:bodyPr wrap="square">
            <a:spAutoFit/>
          </a:bodyPr>
          <a:lstStyle/>
          <a:p>
            <a:r>
              <a:rPr lang="en-US" b="1"/>
              <a:t>Output from Co-pilot</a:t>
            </a:r>
          </a:p>
          <a:p>
            <a:endParaRPr lang="en-GB"/>
          </a:p>
        </p:txBody>
      </p:sp>
      <p:pic>
        <p:nvPicPr>
          <p:cNvPr id="7" name="Picture 6">
            <a:extLst>
              <a:ext uri="{FF2B5EF4-FFF2-40B4-BE49-F238E27FC236}">
                <a16:creationId xmlns:a16="http://schemas.microsoft.com/office/drawing/2014/main" id="{3C502BF2-A60F-7896-D1D7-682B6FF1030B}"/>
              </a:ext>
            </a:extLst>
          </p:cNvPr>
          <p:cNvPicPr>
            <a:picLocks noChangeAspect="1"/>
          </p:cNvPicPr>
          <p:nvPr/>
        </p:nvPicPr>
        <p:blipFill>
          <a:blip r:embed="rId3"/>
          <a:stretch>
            <a:fillRect/>
          </a:stretch>
        </p:blipFill>
        <p:spPr>
          <a:xfrm>
            <a:off x="520413" y="4348120"/>
            <a:ext cx="11336216" cy="1397072"/>
          </a:xfrm>
          <a:prstGeom prst="rect">
            <a:avLst/>
          </a:prstGeom>
          <a:ln>
            <a:solidFill>
              <a:schemeClr val="tx1"/>
            </a:solidFill>
          </a:ln>
        </p:spPr>
      </p:pic>
    </p:spTree>
    <p:extLst>
      <p:ext uri="{BB962C8B-B14F-4D97-AF65-F5344CB8AC3E}">
        <p14:creationId xmlns:p14="http://schemas.microsoft.com/office/powerpoint/2010/main" val="34143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05C6-22E9-7243-86EE-1F8980C7E5EC}"/>
            </a:ext>
          </a:extLst>
        </p:cNvPr>
        <p:cNvGrpSpPr/>
        <p:nvPr/>
      </p:nvGrpSpPr>
      <p:grpSpPr>
        <a:xfrm>
          <a:off x="0" y="0"/>
          <a:ext cx="0" cy="0"/>
          <a:chOff x="0" y="0"/>
          <a:chExt cx="0" cy="0"/>
        </a:xfrm>
      </p:grpSpPr>
      <p:pic>
        <p:nvPicPr>
          <p:cNvPr id="3" name="Picture 2" descr="A blurry image of a rainbow colored light">
            <a:extLst>
              <a:ext uri="{FF2B5EF4-FFF2-40B4-BE49-F238E27FC236}">
                <a16:creationId xmlns:a16="http://schemas.microsoft.com/office/drawing/2014/main" id="{AEDA94BA-A609-82D0-32F8-D611DBEB410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 y="7889"/>
            <a:ext cx="12191999" cy="6850111"/>
          </a:xfrm>
          <a:prstGeom prst="rect">
            <a:avLst/>
          </a:prstGeom>
        </p:spPr>
      </p:pic>
      <p:sp>
        <p:nvSpPr>
          <p:cNvPr id="36" name="Title 2">
            <a:extLst>
              <a:ext uri="{FF2B5EF4-FFF2-40B4-BE49-F238E27FC236}">
                <a16:creationId xmlns:a16="http://schemas.microsoft.com/office/drawing/2014/main" id="{2232812C-CAD1-7597-B23B-2E51A359D9A6}"/>
              </a:ext>
            </a:extLst>
          </p:cNvPr>
          <p:cNvSpPr txBox="1">
            <a:spLocks noGrp="1"/>
          </p:cNvSpPr>
          <p:nvPr>
            <p:ph type="title" idx="4294967295"/>
          </p:nvPr>
        </p:nvSpPr>
        <p:spPr>
          <a:xfrm>
            <a:off x="2663825" y="3208314"/>
            <a:ext cx="6480175" cy="16779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8000" b="0" i="0" u="none" strike="noStrike" kern="1200" cap="none" spc="0" normalizeH="0" baseline="0" noProof="0">
                <a:ln>
                  <a:noFill/>
                </a:ln>
                <a:solidFill>
                  <a:srgbClr val="FFFFFF"/>
                </a:solidFill>
                <a:effectLst/>
                <a:uLnTx/>
                <a:uFillTx/>
                <a:latin typeface="Ubuntu Light" panose="020B0304030602030204" pitchFamily="34" charset="0"/>
                <a:ea typeface="+mj-ea"/>
                <a:cs typeface="+mj-cs"/>
              </a:rPr>
              <a:t>Thank you.</a:t>
            </a:r>
            <a:endParaRPr kumimoji="0" lang="en-US" sz="8000" b="0" i="0" u="none" strike="noStrike" kern="1200" cap="none" spc="0" normalizeH="0" baseline="0" noProof="0">
              <a:ln>
                <a:noFill/>
              </a:ln>
              <a:solidFill>
                <a:srgbClr val="1DB6F3"/>
              </a:solidFill>
              <a:effectLst/>
              <a:uLnTx/>
              <a:uFillTx/>
              <a:latin typeface="Ubuntu Light" panose="020B0304030602030204" pitchFamily="34" charset="0"/>
              <a:ea typeface="+mj-ea"/>
              <a:cs typeface="+mj-cs"/>
            </a:endParaRPr>
          </a:p>
        </p:txBody>
      </p:sp>
      <p:sp>
        <p:nvSpPr>
          <p:cNvPr id="37" name="Text Placeholder 4">
            <a:extLst>
              <a:ext uri="{FF2B5EF4-FFF2-40B4-BE49-F238E27FC236}">
                <a16:creationId xmlns:a16="http://schemas.microsoft.com/office/drawing/2014/main" id="{50F02C4F-1784-3466-0AB8-3A5B9B31C4CE}"/>
              </a:ext>
            </a:extLst>
          </p:cNvPr>
          <p:cNvSpPr txBox="1">
            <a:spLocks/>
          </p:cNvSpPr>
          <p:nvPr/>
        </p:nvSpPr>
        <p:spPr>
          <a:xfrm>
            <a:off x="4354778" y="5083326"/>
            <a:ext cx="3482445" cy="215900"/>
          </a:xfrm>
          <a:prstGeom prst="rect">
            <a:avLst/>
          </a:prstGeom>
        </p:spPr>
        <p:txBody>
          <a:bodyPr wrap="none" lIns="0" tIns="0" rIns="0" bIns="0" anchor="ctr" anchorCtr="0">
            <a:noAutofit/>
          </a:bodyPr>
          <a:lstStyle>
            <a:defPPr>
              <a:defRPr lang="pt-PT"/>
            </a:defPPr>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kumimoji="0" lang="en-PL" sz="800" b="0" i="0" u="none" strike="noStrike" kern="1200" cap="none" spc="0" normalizeH="0" baseline="0">
                <a:ln>
                  <a:noFill/>
                </a:ln>
                <a:solidFill>
                  <a:srgbClr val="FFFFFF">
                    <a:lumMod val="65000"/>
                  </a:srgbClr>
                </a:solidFill>
                <a:effectLst/>
                <a:uLnTx/>
                <a:uFillTx/>
                <a:latin typeface="Ubuntu"/>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Make it </a:t>
            </a:r>
            <a:r>
              <a:rPr kumimoji="0" lang="en-US" sz="3200" b="0" i="0" u="none" strike="noStrike" kern="1200" cap="none" spc="0" normalizeH="0" baseline="0" noProof="0">
                <a:ln>
                  <a:noFill/>
                </a:ln>
                <a:solidFill>
                  <a:srgbClr val="1DB6F3"/>
                </a:solidFill>
                <a:effectLst/>
                <a:uLnTx/>
                <a:uFillTx/>
                <a:latin typeface="Ubuntu Light" panose="020B0304030602030204" pitchFamily="34" charset="0"/>
                <a:ea typeface="+mn-ea"/>
                <a:cs typeface="+mn-cs"/>
              </a:rPr>
              <a:t>real.</a:t>
            </a:r>
          </a:p>
        </p:txBody>
      </p:sp>
      <p:sp>
        <p:nvSpPr>
          <p:cNvPr id="44" name="Rectangle 43">
            <a:extLst>
              <a:ext uri="{FF2B5EF4-FFF2-40B4-BE49-F238E27FC236}">
                <a16:creationId xmlns:a16="http://schemas.microsoft.com/office/drawing/2014/main" id="{07DDC77A-9AD7-7762-EE00-395FBB76F0C5}"/>
              </a:ext>
              <a:ext uri="{C183D7F6-B498-43B3-948B-1728B52AA6E4}">
                <adec:decorative xmlns:adec="http://schemas.microsoft.com/office/drawing/2017/decorative" val="1"/>
              </a:ext>
            </a:extLst>
          </p:cNvPr>
          <p:cNvSpPr/>
          <p:nvPr/>
        </p:nvSpPr>
        <p:spPr>
          <a:xfrm>
            <a:off x="7444359" y="5097737"/>
            <a:ext cx="6096000" cy="257736"/>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Ubuntu"/>
              <a:ea typeface="+mn-ea"/>
              <a:cs typeface="+mn-cs"/>
            </a:endParaRPr>
          </a:p>
        </p:txBody>
      </p:sp>
      <p:sp>
        <p:nvSpPr>
          <p:cNvPr id="9" name="Speech Bubble: Rectangle with Corners Rounded 4">
            <a:extLst>
              <a:ext uri="{FF2B5EF4-FFF2-40B4-BE49-F238E27FC236}">
                <a16:creationId xmlns:a16="http://schemas.microsoft.com/office/drawing/2014/main" id="{2F8E7470-6265-0BF7-00C8-72AB9A2037A1}"/>
              </a:ext>
              <a:ext uri="{C183D7F6-B498-43B3-948B-1728B52AA6E4}">
                <adec:decorative xmlns:adec="http://schemas.microsoft.com/office/drawing/2017/decorative" val="1"/>
              </a:ext>
            </a:extLst>
          </p:cNvPr>
          <p:cNvSpPr/>
          <p:nvPr/>
        </p:nvSpPr>
        <p:spPr>
          <a:xfrm>
            <a:off x="12443989" y="0"/>
            <a:ext cx="4655291" cy="342900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Ubuntu"/>
                <a:ea typeface="+mn-ea"/>
                <a:cs typeface="+mn-cs"/>
              </a:rPr>
              <a:t>Impact slides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These slide designs and messages are </a:t>
            </a:r>
            <a:r>
              <a:rPr kumimoji="0" lang="en-US" sz="1000" b="1" i="0" u="none" strike="noStrike" kern="1200" cap="none" spc="0" normalizeH="0" baseline="0" noProof="0">
                <a:ln>
                  <a:noFill/>
                </a:ln>
                <a:solidFill>
                  <a:schemeClr val="tx1"/>
                </a:solidFill>
                <a:effectLst/>
                <a:uLnTx/>
                <a:uFillTx/>
                <a:latin typeface="Ubuntu"/>
                <a:ea typeface="+mn-ea"/>
                <a:cs typeface="+mn-cs"/>
              </a:rPr>
              <a:t>inspirational only</a:t>
            </a:r>
            <a:r>
              <a:rPr kumimoji="0" lang="en-US" sz="1000" b="0" i="0" u="none" strike="noStrike" kern="1200" cap="none" spc="0" normalizeH="0" baseline="0" noProof="0">
                <a:ln>
                  <a:noFill/>
                </a:ln>
                <a:solidFill>
                  <a:schemeClr val="tx1"/>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a:ln>
                  <a:noFill/>
                </a:ln>
                <a:solidFill>
                  <a:schemeClr val="tx1"/>
                </a:solidFill>
                <a:effectLst/>
                <a:uLnTx/>
                <a:uFillTx/>
                <a:latin typeface="Ubuntu"/>
                <a:ea typeface="+mn-ea"/>
                <a:cs typeface="+mn-cs"/>
              </a:rPr>
              <a:t>change the photography</a:t>
            </a:r>
            <a:r>
              <a:rPr kumimoji="0" lang="en-US" sz="1000" b="0" i="0" u="none" strike="noStrike" kern="1200" cap="none" spc="0" normalizeH="0" baseline="0" noProof="0">
                <a:ln>
                  <a:noFill/>
                </a:ln>
                <a:solidFill>
                  <a:schemeClr val="tx1"/>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Ubuntu"/>
                <a:ea typeface="+mn-ea"/>
                <a:cs typeface="+mn-cs"/>
                <a:hlinkClick r:id="rId4">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a:ln>
                <a:noFill/>
              </a:ln>
              <a:solidFill>
                <a:schemeClr val="tx1"/>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a:ln>
                  <a:noFill/>
                </a:ln>
                <a:solidFill>
                  <a:schemeClr val="tx1"/>
                </a:solidFill>
                <a:effectLst/>
                <a:uLnTx/>
                <a:uFillTx/>
                <a:latin typeface="Ubuntu"/>
                <a:ea typeface="+mn-ea"/>
                <a:cs typeface="+mn-cs"/>
              </a:rPr>
              <a:t> (Recommended), </a:t>
            </a:r>
            <a:r>
              <a:rPr kumimoji="0" lang="en-US" sz="1000" b="0" i="0" u="none" strike="noStrike" kern="1200" cap="none" spc="0" normalizeH="0" baseline="0" noProof="0">
                <a:ln>
                  <a:noFill/>
                </a:ln>
                <a:solidFill>
                  <a:schemeClr val="tx1"/>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a:ln>
                  <a:noFill/>
                </a:ln>
                <a:solidFill>
                  <a:schemeClr val="tx1"/>
                </a:solidFill>
                <a:effectLst/>
                <a:uLnTx/>
                <a:uFillTx/>
                <a:latin typeface="Ubuntu"/>
                <a:ea typeface="+mn-ea"/>
                <a:cs typeface="+mn-cs"/>
              </a:rPr>
              <a:t>, </a:t>
            </a:r>
            <a:r>
              <a:rPr kumimoji="0" lang="en-US" sz="1000" b="0" i="0" u="none" strike="noStrike" kern="1200" cap="none" spc="0" normalizeH="0" baseline="0" noProof="0">
                <a:ln>
                  <a:noFill/>
                </a:ln>
                <a:solidFill>
                  <a:schemeClr val="tx1"/>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a:ln>
                  <a:noFill/>
                </a:ln>
                <a:solidFill>
                  <a:schemeClr val="tx1"/>
                </a:solidFill>
                <a:effectLst/>
                <a:uLnTx/>
                <a:uFillTx/>
                <a:latin typeface="Ubuntu"/>
                <a:ea typeface="+mn-ea"/>
                <a:cs typeface="+mn-cs"/>
              </a:rPr>
              <a:t> (check with your M&amp;C design team):</a:t>
            </a:r>
          </a:p>
          <a:p>
            <a:pPr lvl="0">
              <a:spcBef>
                <a:spcPts val="600"/>
              </a:spcBef>
              <a:defRPr/>
            </a:pPr>
            <a:r>
              <a:rPr lang="en-US" sz="1000" b="1">
                <a:solidFill>
                  <a:srgbClr val="000000"/>
                </a:solidFill>
              </a:rPr>
              <a:t>Further examples and inspiration </a:t>
            </a:r>
            <a:r>
              <a:rPr lang="en-US" sz="1000">
                <a:solidFill>
                  <a:srgbClr val="000000"/>
                </a:solidFill>
              </a:rPr>
              <a:t>are available in Extras file in your </a:t>
            </a:r>
            <a:r>
              <a:rPr lang="en-US" sz="1000" err="1">
                <a:solidFill>
                  <a:srgbClr val="000000"/>
                </a:solidFill>
              </a:rPr>
              <a:t>Powerpoint</a:t>
            </a:r>
            <a:br>
              <a:rPr lang="en-US" sz="1000">
                <a:solidFill>
                  <a:srgbClr val="000000"/>
                </a:solidFill>
              </a:rPr>
            </a:br>
            <a:r>
              <a:rPr lang="en-US" sz="1000">
                <a:solidFill>
                  <a:srgbClr val="000000"/>
                </a:solidFill>
              </a:rPr>
              <a:t> -&gt; File -&gt; New from template…</a:t>
            </a:r>
            <a:endParaRPr lang="en-US" sz="1400">
              <a:solidFill>
                <a:srgbClr val="000000"/>
              </a:solidFill>
            </a:endParaRPr>
          </a:p>
        </p:txBody>
      </p:sp>
      <p:pic>
        <p:nvPicPr>
          <p:cNvPr id="4" name="Graphic 3">
            <a:extLst>
              <a:ext uri="{FF2B5EF4-FFF2-40B4-BE49-F238E27FC236}">
                <a16:creationId xmlns:a16="http://schemas.microsoft.com/office/drawing/2014/main" id="{E5175000-5E3F-8041-C2DA-D3ADA30233EE}"/>
              </a:ext>
            </a:extLst>
          </p:cNvPr>
          <p:cNvPicPr>
            <a:picLocks noChangeAspect="1"/>
          </p:cNvPicPr>
          <p:nvPr/>
        </p:nvPicPr>
        <p:blipFill>
          <a:blip>
            <a:extLst>
              <a:ext uri="{96DAC541-7B7A-43D3-8B79-37D633B846F1}">
                <asvg:svgBlip xmlns:asvg="http://schemas.microsoft.com/office/drawing/2016/SVG/main" r:embed="rId8"/>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785812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3B366550-98B1-49E9-8818-FBEEE1D4F672}"/>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2F40FFDF-9E0E-46BD-8B3F-63ED6AA68DA3}"/>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17A3758D-618F-4EEA-A4B9-D0C50568CE7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8CA8ACB1-F011-4BD9-89C5-1CFDD9A6C374}">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0A0046D-0765-4685-8521-7D1E34B9A377}">
  <ds:schemaRefs>
    <ds:schemaRef ds:uri="http://schemas.microsoft.com/office/2006/documentManagement/types"/>
    <ds:schemaRef ds:uri="http://purl.org/dc/dcmitype/"/>
    <ds:schemaRef ds:uri="http://purl.org/dc/elements/1.1/"/>
    <ds:schemaRef ds:uri="http://schemas.microsoft.com/office/2006/metadata/properties"/>
    <ds:schemaRef ds:uri="886d0db5-4d18-497d-97ce-51cb0d7fa060"/>
    <ds:schemaRef ds:uri="http://schemas.openxmlformats.org/package/2006/metadata/core-properties"/>
    <ds:schemaRef ds:uri="http://purl.org/dc/terms/"/>
    <ds:schemaRef ds:uri="e2f04ce6-5625-4773-b511-ff6e32fd78d6"/>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Capgemini_Engineering_PPT-template_Master_November-3-2025</Template>
  <TotalTime>0</TotalTime>
  <Words>283</Words>
  <Application>Microsoft Office PowerPoint</Application>
  <PresentationFormat>Widescreen</PresentationFormat>
  <Paragraphs>43</Paragraphs>
  <Slides>8</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8</vt:i4>
      </vt:variant>
    </vt:vector>
  </HeadingPairs>
  <TitlesOfParts>
    <vt:vector size="19" baseType="lpstr">
      <vt:lpstr>Aptos</vt:lpstr>
      <vt:lpstr>Arial</vt:lpstr>
      <vt:lpstr>System Font Regular</vt:lpstr>
      <vt:lpstr>Ubuntu</vt:lpstr>
      <vt:lpstr>Ubuntu Light</vt:lpstr>
      <vt:lpstr>Ubuntu Medium</vt:lpstr>
      <vt:lpstr>Verdana</vt:lpstr>
      <vt:lpstr>Wingdings</vt:lpstr>
      <vt:lpstr>Capgemini_Bright_2025</vt:lpstr>
      <vt:lpstr>Capgemini_Blue_2025</vt:lpstr>
      <vt:lpstr>Capgemini_Dark_2025</vt:lpstr>
      <vt:lpstr>MS-Copilot Agent creation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PULIDINDI, VIJAYA</dc:creator>
  <cp:keywords/>
  <dc:description/>
  <cp:lastModifiedBy>Durve, Ninad</cp:lastModifiedBy>
  <cp:revision>1</cp:revision>
  <dcterms:created xsi:type="dcterms:W3CDTF">2026-05-26T11:46:31Z</dcterms:created>
  <dcterms:modified xsi:type="dcterms:W3CDTF">2026-06-03T12:39:28Z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0x01010021495FEC1CD6F941B8BE3B537DCFC6FF</vt:lpwstr>
  </property>
</Properties>
</file>
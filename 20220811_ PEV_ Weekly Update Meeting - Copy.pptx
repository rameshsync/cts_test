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1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2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0" r:id="rId5"/>
  </p:sldMasterIdLst>
  <p:notesMasterIdLst>
    <p:notesMasterId r:id="rId16"/>
  </p:notesMasterIdLst>
  <p:handoutMasterIdLst>
    <p:handoutMasterId r:id="rId17"/>
  </p:handoutMasterIdLst>
  <p:sldIdLst>
    <p:sldId id="2147468946" r:id="rId6"/>
    <p:sldId id="2147469018" r:id="rId7"/>
    <p:sldId id="2147469141" r:id="rId8"/>
    <p:sldId id="2147469142" r:id="rId9"/>
    <p:sldId id="2147469143" r:id="rId10"/>
    <p:sldId id="2147469127" r:id="rId11"/>
    <p:sldId id="2147469133" r:id="rId12"/>
    <p:sldId id="2147469131" r:id="rId13"/>
    <p:sldId id="2147469145" r:id="rId14"/>
    <p:sldId id="2147469147" r:id="rId15"/>
  </p:sldIdLst>
  <p:sldSz cx="12192000" cy="6858000"/>
  <p:notesSz cx="6858000" cy="9144000"/>
  <p:custDataLst>
    <p:tags r:id="rId18"/>
  </p:custDataLst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74C588"/>
    <a:srgbClr val="E9573D"/>
    <a:srgbClr val="9EA6E2"/>
    <a:srgbClr val="D9D9D9"/>
    <a:srgbClr val="F254B2"/>
    <a:srgbClr val="41BCF9"/>
    <a:srgbClr val="79D0FB"/>
    <a:srgbClr val="80D2FB"/>
    <a:srgbClr val="BD20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B76D6C-95AD-4F7D-9C9A-3B3AE30CF0FC}" v="21" dt="2022-08-10T12:02:58.4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sai, Anamika" userId="ff0f8df3-c53f-46a4-a2f2-f2857436a06d" providerId="ADAL" clId="{A3B76D6C-95AD-4F7D-9C9A-3B3AE30CF0FC}"/>
    <pc:docChg chg="undo custSel delSld modSld delMainMaster">
      <pc:chgData name="Desai, Anamika" userId="ff0f8df3-c53f-46a4-a2f2-f2857436a06d" providerId="ADAL" clId="{A3B76D6C-95AD-4F7D-9C9A-3B3AE30CF0FC}" dt="2022-08-10T14:05:38.021" v="790" actId="20577"/>
      <pc:docMkLst>
        <pc:docMk/>
      </pc:docMkLst>
      <pc:sldChg chg="modSp mod">
        <pc:chgData name="Desai, Anamika" userId="ff0f8df3-c53f-46a4-a2f2-f2857436a06d" providerId="ADAL" clId="{A3B76D6C-95AD-4F7D-9C9A-3B3AE30CF0FC}" dt="2022-08-10T13:52:56.077" v="783" actId="6549"/>
        <pc:sldMkLst>
          <pc:docMk/>
          <pc:sldMk cId="2566567614" sldId="2147468946"/>
        </pc:sldMkLst>
        <pc:spChg chg="mod">
          <ac:chgData name="Desai, Anamika" userId="ff0f8df3-c53f-46a4-a2f2-f2857436a06d" providerId="ADAL" clId="{A3B76D6C-95AD-4F7D-9C9A-3B3AE30CF0FC}" dt="2022-08-10T13:52:56.077" v="783" actId="6549"/>
          <ac:spMkLst>
            <pc:docMk/>
            <pc:sldMk cId="2566567614" sldId="2147468946"/>
            <ac:spMk id="7" creationId="{F0F95258-4ED3-4425-A9E3-BA412057598D}"/>
          </ac:spMkLst>
        </pc:spChg>
      </pc:sldChg>
      <pc:sldChg chg="addSp delSp modSp mod">
        <pc:chgData name="Desai, Anamika" userId="ff0f8df3-c53f-46a4-a2f2-f2857436a06d" providerId="ADAL" clId="{A3B76D6C-95AD-4F7D-9C9A-3B3AE30CF0FC}" dt="2022-08-09T07:17:52.111" v="9" actId="478"/>
        <pc:sldMkLst>
          <pc:docMk/>
          <pc:sldMk cId="550906147" sldId="2147469018"/>
        </pc:sldMkLst>
        <pc:spChg chg="add del">
          <ac:chgData name="Desai, Anamika" userId="ff0f8df3-c53f-46a4-a2f2-f2857436a06d" providerId="ADAL" clId="{A3B76D6C-95AD-4F7D-9C9A-3B3AE30CF0FC}" dt="2022-08-09T07:17:19.126" v="2" actId="478"/>
          <ac:spMkLst>
            <pc:docMk/>
            <pc:sldMk cId="550906147" sldId="2147469018"/>
            <ac:spMk id="12" creationId="{2D18224C-6AC1-4877-867E-89840AA76D1C}"/>
          </ac:spMkLst>
        </pc:spChg>
        <pc:spChg chg="mod">
          <ac:chgData name="Desai, Anamika" userId="ff0f8df3-c53f-46a4-a2f2-f2857436a06d" providerId="ADAL" clId="{A3B76D6C-95AD-4F7D-9C9A-3B3AE30CF0FC}" dt="2022-08-09T07:17:28.757" v="5"/>
          <ac:spMkLst>
            <pc:docMk/>
            <pc:sldMk cId="550906147" sldId="2147469018"/>
            <ac:spMk id="14" creationId="{7E23DBD9-C187-414F-9291-CFF4D8ED9923}"/>
          </ac:spMkLst>
        </pc:spChg>
        <pc:spChg chg="mod">
          <ac:chgData name="Desai, Anamika" userId="ff0f8df3-c53f-46a4-a2f2-f2857436a06d" providerId="ADAL" clId="{A3B76D6C-95AD-4F7D-9C9A-3B3AE30CF0FC}" dt="2022-08-09T07:17:13.024" v="0" actId="21"/>
          <ac:spMkLst>
            <pc:docMk/>
            <pc:sldMk cId="550906147" sldId="2147469018"/>
            <ac:spMk id="18" creationId="{3DF74F3E-09C0-47C5-89A7-2E7F57E4C15D}"/>
          </ac:spMkLst>
        </pc:spChg>
        <pc:spChg chg="del">
          <ac:chgData name="Desai, Anamika" userId="ff0f8df3-c53f-46a4-a2f2-f2857436a06d" providerId="ADAL" clId="{A3B76D6C-95AD-4F7D-9C9A-3B3AE30CF0FC}" dt="2022-08-09T07:17:51.322" v="8" actId="478"/>
          <ac:spMkLst>
            <pc:docMk/>
            <pc:sldMk cId="550906147" sldId="2147469018"/>
            <ac:spMk id="19" creationId="{3CFEDBFA-4061-4C66-922A-6C1D369A6016}"/>
          </ac:spMkLst>
        </pc:spChg>
        <pc:spChg chg="del mod">
          <ac:chgData name="Desai, Anamika" userId="ff0f8df3-c53f-46a4-a2f2-f2857436a06d" providerId="ADAL" clId="{A3B76D6C-95AD-4F7D-9C9A-3B3AE30CF0FC}" dt="2022-08-09T07:17:52.111" v="9" actId="478"/>
          <ac:spMkLst>
            <pc:docMk/>
            <pc:sldMk cId="550906147" sldId="2147469018"/>
            <ac:spMk id="20" creationId="{DBBF963C-BEB5-4931-8168-4F24DD943D46}"/>
          </ac:spMkLst>
        </pc:spChg>
        <pc:spChg chg="add del">
          <ac:chgData name="Desai, Anamika" userId="ff0f8df3-c53f-46a4-a2f2-f2857436a06d" providerId="ADAL" clId="{A3B76D6C-95AD-4F7D-9C9A-3B3AE30CF0FC}" dt="2022-08-09T07:17:24.206" v="4" actId="22"/>
          <ac:spMkLst>
            <pc:docMk/>
            <pc:sldMk cId="550906147" sldId="2147469018"/>
            <ac:spMk id="23" creationId="{A206E4BF-9773-4B71-AE46-1362307D5D2A}"/>
          </ac:spMkLst>
        </pc:spChg>
        <pc:spChg chg="mod">
          <ac:chgData name="Desai, Anamika" userId="ff0f8df3-c53f-46a4-a2f2-f2857436a06d" providerId="ADAL" clId="{A3B76D6C-95AD-4F7D-9C9A-3B3AE30CF0FC}" dt="2022-08-09T07:17:46.329" v="7" actId="1076"/>
          <ac:spMkLst>
            <pc:docMk/>
            <pc:sldMk cId="550906147" sldId="2147469018"/>
            <ac:spMk id="31" creationId="{BB58F35F-C74C-4633-AA39-1842AF65FD06}"/>
          </ac:spMkLst>
        </pc:spChg>
      </pc:sldChg>
      <pc:sldChg chg="del">
        <pc:chgData name="Desai, Anamika" userId="ff0f8df3-c53f-46a4-a2f2-f2857436a06d" providerId="ADAL" clId="{A3B76D6C-95AD-4F7D-9C9A-3B3AE30CF0FC}" dt="2022-08-09T07:32:27.579" v="472" actId="2696"/>
        <pc:sldMkLst>
          <pc:docMk/>
          <pc:sldMk cId="1170878843" sldId="2147469053"/>
        </pc:sldMkLst>
      </pc:sldChg>
      <pc:sldChg chg="del">
        <pc:chgData name="Desai, Anamika" userId="ff0f8df3-c53f-46a4-a2f2-f2857436a06d" providerId="ADAL" clId="{A3B76D6C-95AD-4F7D-9C9A-3B3AE30CF0FC}" dt="2022-08-09T07:32:44.936" v="474" actId="2696"/>
        <pc:sldMkLst>
          <pc:docMk/>
          <pc:sldMk cId="1816233563" sldId="2147469122"/>
        </pc:sldMkLst>
      </pc:sldChg>
      <pc:sldChg chg="del">
        <pc:chgData name="Desai, Anamika" userId="ff0f8df3-c53f-46a4-a2f2-f2857436a06d" providerId="ADAL" clId="{A3B76D6C-95AD-4F7D-9C9A-3B3AE30CF0FC}" dt="2022-08-09T07:32:07.756" v="469" actId="2696"/>
        <pc:sldMkLst>
          <pc:docMk/>
          <pc:sldMk cId="1730813080" sldId="2147469126"/>
        </pc:sldMkLst>
      </pc:sldChg>
      <pc:sldChg chg="delSp modSp mod">
        <pc:chgData name="Desai, Anamika" userId="ff0f8df3-c53f-46a4-a2f2-f2857436a06d" providerId="ADAL" clId="{A3B76D6C-95AD-4F7D-9C9A-3B3AE30CF0FC}" dt="2022-08-09T07:33:14.460" v="481" actId="20577"/>
        <pc:sldMkLst>
          <pc:docMk/>
          <pc:sldMk cId="3372013488" sldId="2147469127"/>
        </pc:sldMkLst>
        <pc:spChg chg="del">
          <ac:chgData name="Desai, Anamika" userId="ff0f8df3-c53f-46a4-a2f2-f2857436a06d" providerId="ADAL" clId="{A3B76D6C-95AD-4F7D-9C9A-3B3AE30CF0FC}" dt="2022-08-09T07:32:51.716" v="475" actId="478"/>
          <ac:spMkLst>
            <pc:docMk/>
            <pc:sldMk cId="3372013488" sldId="2147469127"/>
            <ac:spMk id="11" creationId="{BA84664D-CABD-45A8-AA28-24315B55C8B3}"/>
          </ac:spMkLst>
        </pc:spChg>
        <pc:spChg chg="del">
          <ac:chgData name="Desai, Anamika" userId="ff0f8df3-c53f-46a4-a2f2-f2857436a06d" providerId="ADAL" clId="{A3B76D6C-95AD-4F7D-9C9A-3B3AE30CF0FC}" dt="2022-08-09T07:32:53.361" v="476" actId="478"/>
          <ac:spMkLst>
            <pc:docMk/>
            <pc:sldMk cId="3372013488" sldId="2147469127"/>
            <ac:spMk id="12" creationId="{2D18224C-6AC1-4877-867E-89840AA76D1C}"/>
          </ac:spMkLst>
        </pc:spChg>
        <pc:spChg chg="del">
          <ac:chgData name="Desai, Anamika" userId="ff0f8df3-c53f-46a4-a2f2-f2857436a06d" providerId="ADAL" clId="{A3B76D6C-95AD-4F7D-9C9A-3B3AE30CF0FC}" dt="2022-08-09T07:32:56.160" v="477" actId="478"/>
          <ac:spMkLst>
            <pc:docMk/>
            <pc:sldMk cId="3372013488" sldId="2147469127"/>
            <ac:spMk id="14" creationId="{7E23DBD9-C187-414F-9291-CFF4D8ED9923}"/>
          </ac:spMkLst>
        </pc:spChg>
        <pc:spChg chg="mod">
          <ac:chgData name="Desai, Anamika" userId="ff0f8df3-c53f-46a4-a2f2-f2857436a06d" providerId="ADAL" clId="{A3B76D6C-95AD-4F7D-9C9A-3B3AE30CF0FC}" dt="2022-08-09T07:33:05.722" v="478" actId="1076"/>
          <ac:spMkLst>
            <pc:docMk/>
            <pc:sldMk cId="3372013488" sldId="2147469127"/>
            <ac:spMk id="15" creationId="{E40F18EE-1245-42E0-8068-10B8BAFA32EE}"/>
          </ac:spMkLst>
        </pc:spChg>
        <pc:spChg chg="mod">
          <ac:chgData name="Desai, Anamika" userId="ff0f8df3-c53f-46a4-a2f2-f2857436a06d" providerId="ADAL" clId="{A3B76D6C-95AD-4F7D-9C9A-3B3AE30CF0FC}" dt="2022-08-09T07:33:05.722" v="478" actId="1076"/>
          <ac:spMkLst>
            <pc:docMk/>
            <pc:sldMk cId="3372013488" sldId="2147469127"/>
            <ac:spMk id="16" creationId="{47BBDE46-F6CF-45C9-B22A-9FA320B3DDCF}"/>
          </ac:spMkLst>
        </pc:spChg>
        <pc:spChg chg="mod">
          <ac:chgData name="Desai, Anamika" userId="ff0f8df3-c53f-46a4-a2f2-f2857436a06d" providerId="ADAL" clId="{A3B76D6C-95AD-4F7D-9C9A-3B3AE30CF0FC}" dt="2022-08-09T07:33:10.177" v="479" actId="20577"/>
          <ac:spMkLst>
            <pc:docMk/>
            <pc:sldMk cId="3372013488" sldId="2147469127"/>
            <ac:spMk id="17" creationId="{D4577D2A-1BF2-4691-BDDA-3EC694D487A4}"/>
          </ac:spMkLst>
        </pc:spChg>
        <pc:spChg chg="mod">
          <ac:chgData name="Desai, Anamika" userId="ff0f8df3-c53f-46a4-a2f2-f2857436a06d" providerId="ADAL" clId="{A3B76D6C-95AD-4F7D-9C9A-3B3AE30CF0FC}" dt="2022-08-09T07:33:05.722" v="478" actId="1076"/>
          <ac:spMkLst>
            <pc:docMk/>
            <pc:sldMk cId="3372013488" sldId="2147469127"/>
            <ac:spMk id="18" creationId="{3DF74F3E-09C0-47C5-89A7-2E7F57E4C15D}"/>
          </ac:spMkLst>
        </pc:spChg>
        <pc:spChg chg="mod">
          <ac:chgData name="Desai, Anamika" userId="ff0f8df3-c53f-46a4-a2f2-f2857436a06d" providerId="ADAL" clId="{A3B76D6C-95AD-4F7D-9C9A-3B3AE30CF0FC}" dt="2022-08-09T07:33:05.722" v="478" actId="1076"/>
          <ac:spMkLst>
            <pc:docMk/>
            <pc:sldMk cId="3372013488" sldId="2147469127"/>
            <ac:spMk id="19" creationId="{3CFEDBFA-4061-4C66-922A-6C1D369A6016}"/>
          </ac:spMkLst>
        </pc:spChg>
        <pc:spChg chg="mod">
          <ac:chgData name="Desai, Anamika" userId="ff0f8df3-c53f-46a4-a2f2-f2857436a06d" providerId="ADAL" clId="{A3B76D6C-95AD-4F7D-9C9A-3B3AE30CF0FC}" dt="2022-08-09T07:33:05.722" v="478" actId="1076"/>
          <ac:spMkLst>
            <pc:docMk/>
            <pc:sldMk cId="3372013488" sldId="2147469127"/>
            <ac:spMk id="20" creationId="{DBBF963C-BEB5-4931-8168-4F24DD943D46}"/>
          </ac:spMkLst>
        </pc:spChg>
        <pc:spChg chg="mod">
          <ac:chgData name="Desai, Anamika" userId="ff0f8df3-c53f-46a4-a2f2-f2857436a06d" providerId="ADAL" clId="{A3B76D6C-95AD-4F7D-9C9A-3B3AE30CF0FC}" dt="2022-08-09T07:33:14.460" v="481" actId="20577"/>
          <ac:spMkLst>
            <pc:docMk/>
            <pc:sldMk cId="3372013488" sldId="2147469127"/>
            <ac:spMk id="21" creationId="{0BA36C5B-8883-4E21-B82A-B1C59B9ED06D}"/>
          </ac:spMkLst>
        </pc:spChg>
        <pc:spChg chg="mod">
          <ac:chgData name="Desai, Anamika" userId="ff0f8df3-c53f-46a4-a2f2-f2857436a06d" providerId="ADAL" clId="{A3B76D6C-95AD-4F7D-9C9A-3B3AE30CF0FC}" dt="2022-08-09T07:33:05.722" v="478" actId="1076"/>
          <ac:spMkLst>
            <pc:docMk/>
            <pc:sldMk cId="3372013488" sldId="2147469127"/>
            <ac:spMk id="31" creationId="{BB58F35F-C74C-4633-AA39-1842AF65FD06}"/>
          </ac:spMkLst>
        </pc:spChg>
      </pc:sldChg>
      <pc:sldChg chg="del">
        <pc:chgData name="Desai, Anamika" userId="ff0f8df3-c53f-46a4-a2f2-f2857436a06d" providerId="ADAL" clId="{A3B76D6C-95AD-4F7D-9C9A-3B3AE30CF0FC}" dt="2022-08-09T07:35:25.181" v="525" actId="2696"/>
        <pc:sldMkLst>
          <pc:docMk/>
          <pc:sldMk cId="3690886271" sldId="2147469130"/>
        </pc:sldMkLst>
      </pc:sldChg>
      <pc:sldChg chg="addSp delSp modSp mod">
        <pc:chgData name="Desai, Anamika" userId="ff0f8df3-c53f-46a4-a2f2-f2857436a06d" providerId="ADAL" clId="{A3B76D6C-95AD-4F7D-9C9A-3B3AE30CF0FC}" dt="2022-08-10T12:03:42.202" v="749" actId="1076"/>
        <pc:sldMkLst>
          <pc:docMk/>
          <pc:sldMk cId="2271476857" sldId="2147469131"/>
        </pc:sldMkLst>
        <pc:spChg chg="add del mod">
          <ac:chgData name="Desai, Anamika" userId="ff0f8df3-c53f-46a4-a2f2-f2857436a06d" providerId="ADAL" clId="{A3B76D6C-95AD-4F7D-9C9A-3B3AE30CF0FC}" dt="2022-08-10T12:02:58.490" v="747" actId="478"/>
          <ac:spMkLst>
            <pc:docMk/>
            <pc:sldMk cId="2271476857" sldId="2147469131"/>
            <ac:spMk id="7" creationId="{83396165-67C5-4458-9B5D-5FBC68DC18F8}"/>
          </ac:spMkLst>
        </pc:spChg>
        <pc:spChg chg="del">
          <ac:chgData name="Desai, Anamika" userId="ff0f8df3-c53f-46a4-a2f2-f2857436a06d" providerId="ADAL" clId="{A3B76D6C-95AD-4F7D-9C9A-3B3AE30CF0FC}" dt="2022-08-10T11:51:46.959" v="592" actId="478"/>
          <ac:spMkLst>
            <pc:docMk/>
            <pc:sldMk cId="2271476857" sldId="2147469131"/>
            <ac:spMk id="8" creationId="{D8FB22F6-4ECF-4B83-9540-58B540A0FE18}"/>
          </ac:spMkLst>
        </pc:spChg>
        <pc:spChg chg="add del mod">
          <ac:chgData name="Desai, Anamika" userId="ff0f8df3-c53f-46a4-a2f2-f2857436a06d" providerId="ADAL" clId="{A3B76D6C-95AD-4F7D-9C9A-3B3AE30CF0FC}" dt="2022-08-10T11:52:02.447" v="595" actId="478"/>
          <ac:spMkLst>
            <pc:docMk/>
            <pc:sldMk cId="2271476857" sldId="2147469131"/>
            <ac:spMk id="10" creationId="{C8BE95D8-2FFE-4D0C-BED2-52B32FE5AB6A}"/>
          </ac:spMkLst>
        </pc:spChg>
        <pc:spChg chg="mod">
          <ac:chgData name="Desai, Anamika" userId="ff0f8df3-c53f-46a4-a2f2-f2857436a06d" providerId="ADAL" clId="{A3B76D6C-95AD-4F7D-9C9A-3B3AE30CF0FC}" dt="2022-08-10T12:02:46.563" v="745" actId="14100"/>
          <ac:spMkLst>
            <pc:docMk/>
            <pc:sldMk cId="2271476857" sldId="2147469131"/>
            <ac:spMk id="71" creationId="{A4C95D74-EBE3-45F6-BBCE-7F04CF27568C}"/>
          </ac:spMkLst>
        </pc:spChg>
        <pc:graphicFrameChg chg="add mod modGraphic">
          <ac:chgData name="Desai, Anamika" userId="ff0f8df3-c53f-46a4-a2f2-f2857436a06d" providerId="ADAL" clId="{A3B76D6C-95AD-4F7D-9C9A-3B3AE30CF0FC}" dt="2022-08-10T12:03:42.202" v="749" actId="1076"/>
          <ac:graphicFrameMkLst>
            <pc:docMk/>
            <pc:sldMk cId="2271476857" sldId="2147469131"/>
            <ac:graphicFrameMk id="2" creationId="{6DA0DF51-8E7E-4578-A757-4829AF1F95C8}"/>
          </ac:graphicFrameMkLst>
        </pc:graphicFrameChg>
        <pc:graphicFrameChg chg="del">
          <ac:chgData name="Desai, Anamika" userId="ff0f8df3-c53f-46a4-a2f2-f2857436a06d" providerId="ADAL" clId="{A3B76D6C-95AD-4F7D-9C9A-3B3AE30CF0FC}" dt="2022-08-09T16:00:42.564" v="533" actId="478"/>
          <ac:graphicFrameMkLst>
            <pc:docMk/>
            <pc:sldMk cId="2271476857" sldId="2147469131"/>
            <ac:graphicFrameMk id="3" creationId="{C2B78D06-6A0A-423F-9A6A-48DBEAE262EA}"/>
          </ac:graphicFrameMkLst>
        </pc:graphicFrameChg>
        <pc:graphicFrameChg chg="del">
          <ac:chgData name="Desai, Anamika" userId="ff0f8df3-c53f-46a4-a2f2-f2857436a06d" providerId="ADAL" clId="{A3B76D6C-95AD-4F7D-9C9A-3B3AE30CF0FC}" dt="2022-08-10T11:51:25.910" v="589" actId="478"/>
          <ac:graphicFrameMkLst>
            <pc:docMk/>
            <pc:sldMk cId="2271476857" sldId="2147469131"/>
            <ac:graphicFrameMk id="9" creationId="{FC15EF6F-320A-45AF-92C6-9826CD273888}"/>
          </ac:graphicFrameMkLst>
        </pc:graphicFrameChg>
      </pc:sldChg>
      <pc:sldChg chg="modSp mod">
        <pc:chgData name="Desai, Anamika" userId="ff0f8df3-c53f-46a4-a2f2-f2857436a06d" providerId="ADAL" clId="{A3B76D6C-95AD-4F7D-9C9A-3B3AE30CF0FC}" dt="2022-08-10T14:05:38.021" v="790" actId="20577"/>
        <pc:sldMkLst>
          <pc:docMk/>
          <pc:sldMk cId="3064576694" sldId="2147469133"/>
        </pc:sldMkLst>
        <pc:graphicFrameChg chg="mod modGraphic">
          <ac:chgData name="Desai, Anamika" userId="ff0f8df3-c53f-46a4-a2f2-f2857436a06d" providerId="ADAL" clId="{A3B76D6C-95AD-4F7D-9C9A-3B3AE30CF0FC}" dt="2022-08-10T14:05:38.021" v="790" actId="20577"/>
          <ac:graphicFrameMkLst>
            <pc:docMk/>
            <pc:sldMk cId="3064576694" sldId="2147469133"/>
            <ac:graphicFrameMk id="16" creationId="{B5332302-7E92-4343-8C5B-0E55E917D878}"/>
          </ac:graphicFrameMkLst>
        </pc:graphicFrameChg>
      </pc:sldChg>
      <pc:sldChg chg="del">
        <pc:chgData name="Desai, Anamika" userId="ff0f8df3-c53f-46a4-a2f2-f2857436a06d" providerId="ADAL" clId="{A3B76D6C-95AD-4F7D-9C9A-3B3AE30CF0FC}" dt="2022-08-09T07:32:11.985" v="470" actId="2696"/>
        <pc:sldMkLst>
          <pc:docMk/>
          <pc:sldMk cId="1954208517" sldId="2147469137"/>
        </pc:sldMkLst>
      </pc:sldChg>
      <pc:sldChg chg="modSp mod">
        <pc:chgData name="Desai, Anamika" userId="ff0f8df3-c53f-46a4-a2f2-f2857436a06d" providerId="ADAL" clId="{A3B76D6C-95AD-4F7D-9C9A-3B3AE30CF0FC}" dt="2022-08-10T13:53:01.356" v="786" actId="20577"/>
        <pc:sldMkLst>
          <pc:docMk/>
          <pc:sldMk cId="2663982039" sldId="2147469141"/>
        </pc:sldMkLst>
        <pc:spChg chg="mod">
          <ac:chgData name="Desai, Anamika" userId="ff0f8df3-c53f-46a4-a2f2-f2857436a06d" providerId="ADAL" clId="{A3B76D6C-95AD-4F7D-9C9A-3B3AE30CF0FC}" dt="2022-08-10T13:53:01.356" v="786" actId="20577"/>
          <ac:spMkLst>
            <pc:docMk/>
            <pc:sldMk cId="2663982039" sldId="2147469141"/>
            <ac:spMk id="14" creationId="{ABA3B8B6-4054-4555-A306-6A6937650DBB}"/>
          </ac:spMkLst>
        </pc:spChg>
        <pc:graphicFrameChg chg="mod modGraphic">
          <ac:chgData name="Desai, Anamika" userId="ff0f8df3-c53f-46a4-a2f2-f2857436a06d" providerId="ADAL" clId="{A3B76D6C-95AD-4F7D-9C9A-3B3AE30CF0FC}" dt="2022-08-10T10:55:48.525" v="566" actId="14100"/>
          <ac:graphicFrameMkLst>
            <pc:docMk/>
            <pc:sldMk cId="2663982039" sldId="2147469141"/>
            <ac:graphicFrameMk id="12" creationId="{268DF69A-DE61-46D8-BFB9-374870272ECD}"/>
          </ac:graphicFrameMkLst>
        </pc:graphicFrameChg>
        <pc:graphicFrameChg chg="mod modGraphic">
          <ac:chgData name="Desai, Anamika" userId="ff0f8df3-c53f-46a4-a2f2-f2857436a06d" providerId="ADAL" clId="{A3B76D6C-95AD-4F7D-9C9A-3B3AE30CF0FC}" dt="2022-08-10T10:55:59.549" v="568" actId="14100"/>
          <ac:graphicFrameMkLst>
            <pc:docMk/>
            <pc:sldMk cId="2663982039" sldId="2147469141"/>
            <ac:graphicFrameMk id="13" creationId="{A3CC3735-ED75-47A7-BF47-BA72B2A7D836}"/>
          </ac:graphicFrameMkLst>
        </pc:graphicFrameChg>
        <pc:graphicFrameChg chg="mod modGraphic">
          <ac:chgData name="Desai, Anamika" userId="ff0f8df3-c53f-46a4-a2f2-f2857436a06d" providerId="ADAL" clId="{A3B76D6C-95AD-4F7D-9C9A-3B3AE30CF0FC}" dt="2022-08-10T10:55:55.362" v="567" actId="14100"/>
          <ac:graphicFrameMkLst>
            <pc:docMk/>
            <pc:sldMk cId="2663982039" sldId="2147469141"/>
            <ac:graphicFrameMk id="18" creationId="{B3E5661A-92D7-464B-B9EE-0EDF18CC593C}"/>
          </ac:graphicFrameMkLst>
        </pc:graphicFrameChg>
        <pc:graphicFrameChg chg="mod modGraphic">
          <ac:chgData name="Desai, Anamika" userId="ff0f8df3-c53f-46a4-a2f2-f2857436a06d" providerId="ADAL" clId="{A3B76D6C-95AD-4F7D-9C9A-3B3AE30CF0FC}" dt="2022-08-10T10:56:15.993" v="578" actId="20577"/>
          <ac:graphicFrameMkLst>
            <pc:docMk/>
            <pc:sldMk cId="2663982039" sldId="2147469141"/>
            <ac:graphicFrameMk id="19" creationId="{B8D6A135-666F-4A0F-AE51-8EC7D1687074}"/>
          </ac:graphicFrameMkLst>
        </pc:graphicFrameChg>
      </pc:sldChg>
      <pc:sldChg chg="delSp modSp mod">
        <pc:chgData name="Desai, Anamika" userId="ff0f8df3-c53f-46a4-a2f2-f2857436a06d" providerId="ADAL" clId="{A3B76D6C-95AD-4F7D-9C9A-3B3AE30CF0FC}" dt="2022-08-10T10:56:35.139" v="588" actId="20577"/>
        <pc:sldMkLst>
          <pc:docMk/>
          <pc:sldMk cId="3044288949" sldId="2147469142"/>
        </pc:sldMkLst>
        <pc:spChg chg="mod">
          <ac:chgData name="Desai, Anamika" userId="ff0f8df3-c53f-46a4-a2f2-f2857436a06d" providerId="ADAL" clId="{A3B76D6C-95AD-4F7D-9C9A-3B3AE30CF0FC}" dt="2022-08-09T07:22:27.074" v="99" actId="20577"/>
          <ac:spMkLst>
            <pc:docMk/>
            <pc:sldMk cId="3044288949" sldId="2147469142"/>
            <ac:spMk id="14" creationId="{ABA3B8B6-4054-4555-A306-6A6937650DBB}"/>
          </ac:spMkLst>
        </pc:spChg>
        <pc:graphicFrameChg chg="del">
          <ac:chgData name="Desai, Anamika" userId="ff0f8df3-c53f-46a4-a2f2-f2857436a06d" providerId="ADAL" clId="{A3B76D6C-95AD-4F7D-9C9A-3B3AE30CF0FC}" dt="2022-08-09T07:22:20.203" v="98" actId="478"/>
          <ac:graphicFrameMkLst>
            <pc:docMk/>
            <pc:sldMk cId="3044288949" sldId="2147469142"/>
            <ac:graphicFrameMk id="9" creationId="{97CB8D78-DB5A-4A65-B1F2-D6EA599F2A90}"/>
          </ac:graphicFrameMkLst>
        </pc:graphicFrameChg>
        <pc:graphicFrameChg chg="mod modGraphic">
          <ac:chgData name="Desai, Anamika" userId="ff0f8df3-c53f-46a4-a2f2-f2857436a06d" providerId="ADAL" clId="{A3B76D6C-95AD-4F7D-9C9A-3B3AE30CF0FC}" dt="2022-08-10T10:56:28.235" v="582" actId="20577"/>
          <ac:graphicFrameMkLst>
            <pc:docMk/>
            <pc:sldMk cId="3044288949" sldId="2147469142"/>
            <ac:graphicFrameMk id="10" creationId="{8118EF5C-6672-442C-878E-20921BE5C72D}"/>
          </ac:graphicFrameMkLst>
        </pc:graphicFrameChg>
        <pc:graphicFrameChg chg="del modGraphic">
          <ac:chgData name="Desai, Anamika" userId="ff0f8df3-c53f-46a4-a2f2-f2857436a06d" providerId="ADAL" clId="{A3B76D6C-95AD-4F7D-9C9A-3B3AE30CF0FC}" dt="2022-08-09T07:22:16.076" v="97" actId="478"/>
          <ac:graphicFrameMkLst>
            <pc:docMk/>
            <pc:sldMk cId="3044288949" sldId="2147469142"/>
            <ac:graphicFrameMk id="12" creationId="{268DF69A-DE61-46D8-BFB9-374870272ECD}"/>
          </ac:graphicFrameMkLst>
        </pc:graphicFrameChg>
        <pc:graphicFrameChg chg="mod modGraphic">
          <ac:chgData name="Desai, Anamika" userId="ff0f8df3-c53f-46a4-a2f2-f2857436a06d" providerId="ADAL" clId="{A3B76D6C-95AD-4F7D-9C9A-3B3AE30CF0FC}" dt="2022-08-10T10:56:35.139" v="588" actId="20577"/>
          <ac:graphicFrameMkLst>
            <pc:docMk/>
            <pc:sldMk cId="3044288949" sldId="2147469142"/>
            <ac:graphicFrameMk id="15" creationId="{539B2274-A780-46B3-8E9E-A9512E78BBDC}"/>
          </ac:graphicFrameMkLst>
        </pc:graphicFrameChg>
      </pc:sldChg>
      <pc:sldChg chg="addSp delSp modSp mod">
        <pc:chgData name="Desai, Anamika" userId="ff0f8df3-c53f-46a4-a2f2-f2857436a06d" providerId="ADAL" clId="{A3B76D6C-95AD-4F7D-9C9A-3B3AE30CF0FC}" dt="2022-08-09T07:31:45.259" v="468" actId="255"/>
        <pc:sldMkLst>
          <pc:docMk/>
          <pc:sldMk cId="1908089982" sldId="2147469143"/>
        </pc:sldMkLst>
        <pc:spChg chg="del">
          <ac:chgData name="Desai, Anamika" userId="ff0f8df3-c53f-46a4-a2f2-f2857436a06d" providerId="ADAL" clId="{A3B76D6C-95AD-4F7D-9C9A-3B3AE30CF0FC}" dt="2022-08-09T07:24:20.380" v="165" actId="478"/>
          <ac:spMkLst>
            <pc:docMk/>
            <pc:sldMk cId="1908089982" sldId="2147469143"/>
            <ac:spMk id="103" creationId="{3D94DF3D-8985-4F09-98D1-4B808DE19763}"/>
          </ac:spMkLst>
        </pc:spChg>
        <pc:spChg chg="del">
          <ac:chgData name="Desai, Anamika" userId="ff0f8df3-c53f-46a4-a2f2-f2857436a06d" providerId="ADAL" clId="{A3B76D6C-95AD-4F7D-9C9A-3B3AE30CF0FC}" dt="2022-08-09T07:24:06.850" v="162" actId="478"/>
          <ac:spMkLst>
            <pc:docMk/>
            <pc:sldMk cId="1908089982" sldId="2147469143"/>
            <ac:spMk id="104" creationId="{181EE6ED-8D00-4BF4-BAA0-DB77C725C972}"/>
          </ac:spMkLst>
        </pc:spChg>
        <pc:spChg chg="mod">
          <ac:chgData name="Desai, Anamika" userId="ff0f8df3-c53f-46a4-a2f2-f2857436a06d" providerId="ADAL" clId="{A3B76D6C-95AD-4F7D-9C9A-3B3AE30CF0FC}" dt="2022-08-09T07:24:31.480" v="222" actId="1038"/>
          <ac:spMkLst>
            <pc:docMk/>
            <pc:sldMk cId="1908089982" sldId="2147469143"/>
            <ac:spMk id="105" creationId="{55291E01-6E91-4DA9-8D7E-8F765CBDADA5}"/>
          </ac:spMkLst>
        </pc:spChg>
        <pc:spChg chg="mod">
          <ac:chgData name="Desai, Anamika" userId="ff0f8df3-c53f-46a4-a2f2-f2857436a06d" providerId="ADAL" clId="{A3B76D6C-95AD-4F7D-9C9A-3B3AE30CF0FC}" dt="2022-08-09T07:24:31.480" v="222" actId="1038"/>
          <ac:spMkLst>
            <pc:docMk/>
            <pc:sldMk cId="1908089982" sldId="2147469143"/>
            <ac:spMk id="106" creationId="{8B4BD21F-4F35-4B7C-8BA7-02DBC4AC91AD}"/>
          </ac:spMkLst>
        </pc:spChg>
        <pc:spChg chg="add mod">
          <ac:chgData name="Desai, Anamika" userId="ff0f8df3-c53f-46a4-a2f2-f2857436a06d" providerId="ADAL" clId="{A3B76D6C-95AD-4F7D-9C9A-3B3AE30CF0FC}" dt="2022-08-09T07:31:17.981" v="455" actId="207"/>
          <ac:spMkLst>
            <pc:docMk/>
            <pc:sldMk cId="1908089982" sldId="2147469143"/>
            <ac:spMk id="107" creationId="{749FCA49-43E4-44D4-BDDE-32BDB321AD20}"/>
          </ac:spMkLst>
        </pc:spChg>
        <pc:spChg chg="add mod">
          <ac:chgData name="Desai, Anamika" userId="ff0f8df3-c53f-46a4-a2f2-f2857436a06d" providerId="ADAL" clId="{A3B76D6C-95AD-4F7D-9C9A-3B3AE30CF0FC}" dt="2022-08-09T07:29:59.914" v="443" actId="1076"/>
          <ac:spMkLst>
            <pc:docMk/>
            <pc:sldMk cId="1908089982" sldId="2147469143"/>
            <ac:spMk id="108" creationId="{7366FF82-348D-408B-87D7-A686A07227C9}"/>
          </ac:spMkLst>
        </pc:spChg>
        <pc:spChg chg="del">
          <ac:chgData name="Desai, Anamika" userId="ff0f8df3-c53f-46a4-a2f2-f2857436a06d" providerId="ADAL" clId="{A3B76D6C-95AD-4F7D-9C9A-3B3AE30CF0FC}" dt="2022-08-09T07:30:38.966" v="445" actId="478"/>
          <ac:spMkLst>
            <pc:docMk/>
            <pc:sldMk cId="1908089982" sldId="2147469143"/>
            <ac:spMk id="269" creationId="{70F46036-936F-446A-8B10-B37ED2E90D8B}"/>
          </ac:spMkLst>
        </pc:spChg>
        <pc:spChg chg="mod">
          <ac:chgData name="Desai, Anamika" userId="ff0f8df3-c53f-46a4-a2f2-f2857436a06d" providerId="ADAL" clId="{A3B76D6C-95AD-4F7D-9C9A-3B3AE30CF0FC}" dt="2022-08-09T07:31:03.287" v="453" actId="207"/>
          <ac:spMkLst>
            <pc:docMk/>
            <pc:sldMk cId="1908089982" sldId="2147469143"/>
            <ac:spMk id="270" creationId="{63577AAF-D4A0-4C6D-9D60-2B89389C7863}"/>
          </ac:spMkLst>
        </pc:spChg>
        <pc:spChg chg="del">
          <ac:chgData name="Desai, Anamika" userId="ff0f8df3-c53f-46a4-a2f2-f2857436a06d" providerId="ADAL" clId="{A3B76D6C-95AD-4F7D-9C9A-3B3AE30CF0FC}" dt="2022-08-09T07:30:41.541" v="446" actId="478"/>
          <ac:spMkLst>
            <pc:docMk/>
            <pc:sldMk cId="1908089982" sldId="2147469143"/>
            <ac:spMk id="271" creationId="{0F4C79A4-24FD-428C-A2CA-AB9F781025D7}"/>
          </ac:spMkLst>
        </pc:spChg>
        <pc:spChg chg="mod">
          <ac:chgData name="Desai, Anamika" userId="ff0f8df3-c53f-46a4-a2f2-f2857436a06d" providerId="ADAL" clId="{A3B76D6C-95AD-4F7D-9C9A-3B3AE30CF0FC}" dt="2022-08-09T07:31:03.287" v="453" actId="207"/>
          <ac:spMkLst>
            <pc:docMk/>
            <pc:sldMk cId="1908089982" sldId="2147469143"/>
            <ac:spMk id="272" creationId="{72CCC366-3408-4E81-A88C-3B4D2640BA63}"/>
          </ac:spMkLst>
        </pc:spChg>
        <pc:spChg chg="del">
          <ac:chgData name="Desai, Anamika" userId="ff0f8df3-c53f-46a4-a2f2-f2857436a06d" providerId="ADAL" clId="{A3B76D6C-95AD-4F7D-9C9A-3B3AE30CF0FC}" dt="2022-08-09T07:30:42.472" v="447" actId="478"/>
          <ac:spMkLst>
            <pc:docMk/>
            <pc:sldMk cId="1908089982" sldId="2147469143"/>
            <ac:spMk id="273" creationId="{9B7A9CC9-4A0E-47D3-814F-40F564E62275}"/>
          </ac:spMkLst>
        </pc:spChg>
        <pc:spChg chg="mod">
          <ac:chgData name="Desai, Anamika" userId="ff0f8df3-c53f-46a4-a2f2-f2857436a06d" providerId="ADAL" clId="{A3B76D6C-95AD-4F7D-9C9A-3B3AE30CF0FC}" dt="2022-08-09T07:31:03.287" v="453" actId="207"/>
          <ac:spMkLst>
            <pc:docMk/>
            <pc:sldMk cId="1908089982" sldId="2147469143"/>
            <ac:spMk id="274" creationId="{F8534E19-1FA8-476C-BFCE-4EA9B9AF2A2B}"/>
          </ac:spMkLst>
        </pc:spChg>
        <pc:spChg chg="del">
          <ac:chgData name="Desai, Anamika" userId="ff0f8df3-c53f-46a4-a2f2-f2857436a06d" providerId="ADAL" clId="{A3B76D6C-95AD-4F7D-9C9A-3B3AE30CF0FC}" dt="2022-08-09T07:30:43.460" v="448" actId="478"/>
          <ac:spMkLst>
            <pc:docMk/>
            <pc:sldMk cId="1908089982" sldId="2147469143"/>
            <ac:spMk id="275" creationId="{450ADD80-9E93-4B2B-B5E4-DE747E75B91A}"/>
          </ac:spMkLst>
        </pc:spChg>
        <pc:spChg chg="mod">
          <ac:chgData name="Desai, Anamika" userId="ff0f8df3-c53f-46a4-a2f2-f2857436a06d" providerId="ADAL" clId="{A3B76D6C-95AD-4F7D-9C9A-3B3AE30CF0FC}" dt="2022-08-09T07:31:03.287" v="453" actId="207"/>
          <ac:spMkLst>
            <pc:docMk/>
            <pc:sldMk cId="1908089982" sldId="2147469143"/>
            <ac:spMk id="276" creationId="{F798D5A7-F5C5-4756-8EC2-D1AEC0C9DD5E}"/>
          </ac:spMkLst>
        </pc:spChg>
        <pc:spChg chg="del">
          <ac:chgData name="Desai, Anamika" userId="ff0f8df3-c53f-46a4-a2f2-f2857436a06d" providerId="ADAL" clId="{A3B76D6C-95AD-4F7D-9C9A-3B3AE30CF0FC}" dt="2022-08-09T07:30:44.228" v="449" actId="478"/>
          <ac:spMkLst>
            <pc:docMk/>
            <pc:sldMk cId="1908089982" sldId="2147469143"/>
            <ac:spMk id="277" creationId="{4A87FDB8-B49C-42CF-AD59-62FCDA7269C5}"/>
          </ac:spMkLst>
        </pc:spChg>
        <pc:spChg chg="mod">
          <ac:chgData name="Desai, Anamika" userId="ff0f8df3-c53f-46a4-a2f2-f2857436a06d" providerId="ADAL" clId="{A3B76D6C-95AD-4F7D-9C9A-3B3AE30CF0FC}" dt="2022-08-09T07:31:03.287" v="453" actId="207"/>
          <ac:spMkLst>
            <pc:docMk/>
            <pc:sldMk cId="1908089982" sldId="2147469143"/>
            <ac:spMk id="278" creationId="{9DBDD51B-5C7B-4C79-8F59-98CC3D63D9D6}"/>
          </ac:spMkLst>
        </pc:spChg>
        <pc:spChg chg="del">
          <ac:chgData name="Desai, Anamika" userId="ff0f8df3-c53f-46a4-a2f2-f2857436a06d" providerId="ADAL" clId="{A3B76D6C-95AD-4F7D-9C9A-3B3AE30CF0FC}" dt="2022-08-09T07:30:46.383" v="450" actId="478"/>
          <ac:spMkLst>
            <pc:docMk/>
            <pc:sldMk cId="1908089982" sldId="2147469143"/>
            <ac:spMk id="279" creationId="{CA211B26-296F-4FD2-B9EA-13054B274DCB}"/>
          </ac:spMkLst>
        </pc:spChg>
        <pc:spChg chg="mod">
          <ac:chgData name="Desai, Anamika" userId="ff0f8df3-c53f-46a4-a2f2-f2857436a06d" providerId="ADAL" clId="{A3B76D6C-95AD-4F7D-9C9A-3B3AE30CF0FC}" dt="2022-08-09T07:28:32.276" v="370" actId="1037"/>
          <ac:spMkLst>
            <pc:docMk/>
            <pc:sldMk cId="1908089982" sldId="2147469143"/>
            <ac:spMk id="280" creationId="{FCAA5460-AFEE-4DB7-AA3D-560D137DA7A9}"/>
          </ac:spMkLst>
        </pc:spChg>
        <pc:spChg chg="del">
          <ac:chgData name="Desai, Anamika" userId="ff0f8df3-c53f-46a4-a2f2-f2857436a06d" providerId="ADAL" clId="{A3B76D6C-95AD-4F7D-9C9A-3B3AE30CF0FC}" dt="2022-08-09T07:30:47.183" v="451" actId="478"/>
          <ac:spMkLst>
            <pc:docMk/>
            <pc:sldMk cId="1908089982" sldId="2147469143"/>
            <ac:spMk id="281" creationId="{36FCC3F3-E003-4B13-A0AB-AEEA1D21CB35}"/>
          </ac:spMkLst>
        </pc:spChg>
        <pc:spChg chg="mod">
          <ac:chgData name="Desai, Anamika" userId="ff0f8df3-c53f-46a4-a2f2-f2857436a06d" providerId="ADAL" clId="{A3B76D6C-95AD-4F7D-9C9A-3B3AE30CF0FC}" dt="2022-08-09T07:28:32.276" v="370" actId="1037"/>
          <ac:spMkLst>
            <pc:docMk/>
            <pc:sldMk cId="1908089982" sldId="2147469143"/>
            <ac:spMk id="282" creationId="{7EFEBB90-15FB-4F43-AAF4-D58F2C2F0202}"/>
          </ac:spMkLst>
        </pc:spChg>
        <pc:spChg chg="del">
          <ac:chgData name="Desai, Anamika" userId="ff0f8df3-c53f-46a4-a2f2-f2857436a06d" providerId="ADAL" clId="{A3B76D6C-95AD-4F7D-9C9A-3B3AE30CF0FC}" dt="2022-08-09T07:24:20.380" v="165" actId="478"/>
          <ac:spMkLst>
            <pc:docMk/>
            <pc:sldMk cId="1908089982" sldId="2147469143"/>
            <ac:spMk id="285" creationId="{25D12A1C-2FA1-4D19-B215-893B8B2310DE}"/>
          </ac:spMkLst>
        </pc:spChg>
        <pc:spChg chg="mod">
          <ac:chgData name="Desai, Anamika" userId="ff0f8df3-c53f-46a4-a2f2-f2857436a06d" providerId="ADAL" clId="{A3B76D6C-95AD-4F7D-9C9A-3B3AE30CF0FC}" dt="2022-08-09T07:30:54.784" v="452" actId="207"/>
          <ac:spMkLst>
            <pc:docMk/>
            <pc:sldMk cId="1908089982" sldId="2147469143"/>
            <ac:spMk id="286" creationId="{BA5BCAB5-1E7E-4685-86C4-FD670B77FD1D}"/>
          </ac:spMkLst>
        </pc:spChg>
        <pc:spChg chg="del">
          <ac:chgData name="Desai, Anamika" userId="ff0f8df3-c53f-46a4-a2f2-f2857436a06d" providerId="ADAL" clId="{A3B76D6C-95AD-4F7D-9C9A-3B3AE30CF0FC}" dt="2022-08-09T07:24:11.696" v="163" actId="478"/>
          <ac:spMkLst>
            <pc:docMk/>
            <pc:sldMk cId="1908089982" sldId="2147469143"/>
            <ac:spMk id="287" creationId="{4E468099-6B6C-42B5-934E-B0A70DA4FE55}"/>
          </ac:spMkLst>
        </pc:spChg>
        <pc:spChg chg="mod">
          <ac:chgData name="Desai, Anamika" userId="ff0f8df3-c53f-46a4-a2f2-f2857436a06d" providerId="ADAL" clId="{A3B76D6C-95AD-4F7D-9C9A-3B3AE30CF0FC}" dt="2022-08-09T07:24:31.480" v="222" actId="1038"/>
          <ac:spMkLst>
            <pc:docMk/>
            <pc:sldMk cId="1908089982" sldId="2147469143"/>
            <ac:spMk id="288" creationId="{75EB1ACA-7837-4428-BCF2-563DEDD9FF79}"/>
          </ac:spMkLst>
        </pc:spChg>
        <pc:spChg chg="del">
          <ac:chgData name="Desai, Anamika" userId="ff0f8df3-c53f-46a4-a2f2-f2857436a06d" providerId="ADAL" clId="{A3B76D6C-95AD-4F7D-9C9A-3B3AE30CF0FC}" dt="2022-08-09T07:24:20.380" v="165" actId="478"/>
          <ac:spMkLst>
            <pc:docMk/>
            <pc:sldMk cId="1908089982" sldId="2147469143"/>
            <ac:spMk id="289" creationId="{77BB04EA-F3DD-4AE6-A813-C5C43F109403}"/>
          </ac:spMkLst>
        </pc:spChg>
        <pc:spChg chg="del">
          <ac:chgData name="Desai, Anamika" userId="ff0f8df3-c53f-46a4-a2f2-f2857436a06d" providerId="ADAL" clId="{A3B76D6C-95AD-4F7D-9C9A-3B3AE30CF0FC}" dt="2022-08-09T07:24:15.472" v="164" actId="478"/>
          <ac:spMkLst>
            <pc:docMk/>
            <pc:sldMk cId="1908089982" sldId="2147469143"/>
            <ac:spMk id="290" creationId="{BB5F5B3B-BAA5-46FA-BC93-98B2CCCDC9C7}"/>
          </ac:spMkLst>
        </pc:spChg>
        <pc:spChg chg="mod">
          <ac:chgData name="Desai, Anamika" userId="ff0f8df3-c53f-46a4-a2f2-f2857436a06d" providerId="ADAL" clId="{A3B76D6C-95AD-4F7D-9C9A-3B3AE30CF0FC}" dt="2022-08-09T07:24:31.480" v="222" actId="1038"/>
          <ac:spMkLst>
            <pc:docMk/>
            <pc:sldMk cId="1908089982" sldId="2147469143"/>
            <ac:spMk id="291" creationId="{BFAA0D84-3056-4504-8AB7-7D17C3D99A20}"/>
          </ac:spMkLst>
        </pc:spChg>
        <pc:spChg chg="mod">
          <ac:chgData name="Desai, Anamika" userId="ff0f8df3-c53f-46a4-a2f2-f2857436a06d" providerId="ADAL" clId="{A3B76D6C-95AD-4F7D-9C9A-3B3AE30CF0FC}" dt="2022-08-09T07:24:31.480" v="222" actId="1038"/>
          <ac:spMkLst>
            <pc:docMk/>
            <pc:sldMk cId="1908089982" sldId="2147469143"/>
            <ac:spMk id="292" creationId="{205D33E3-20F0-4978-AD0B-EDF3102168CC}"/>
          </ac:spMkLst>
        </pc:spChg>
        <pc:spChg chg="mod">
          <ac:chgData name="Desai, Anamika" userId="ff0f8df3-c53f-46a4-a2f2-f2857436a06d" providerId="ADAL" clId="{A3B76D6C-95AD-4F7D-9C9A-3B3AE30CF0FC}" dt="2022-08-09T07:27:21.325" v="324" actId="1038"/>
          <ac:spMkLst>
            <pc:docMk/>
            <pc:sldMk cId="1908089982" sldId="2147469143"/>
            <ac:spMk id="293" creationId="{B7E9DD9B-9010-43F8-9EB2-519237AB5C26}"/>
          </ac:spMkLst>
        </pc:spChg>
        <pc:spChg chg="mod">
          <ac:chgData name="Desai, Anamika" userId="ff0f8df3-c53f-46a4-a2f2-f2857436a06d" providerId="ADAL" clId="{A3B76D6C-95AD-4F7D-9C9A-3B3AE30CF0FC}" dt="2022-08-09T07:31:45.259" v="468" actId="255"/>
          <ac:spMkLst>
            <pc:docMk/>
            <pc:sldMk cId="1908089982" sldId="2147469143"/>
            <ac:spMk id="294" creationId="{0E831A86-906A-4A8E-A488-34EF98633401}"/>
          </ac:spMkLst>
        </pc:spChg>
        <pc:spChg chg="del mod">
          <ac:chgData name="Desai, Anamika" userId="ff0f8df3-c53f-46a4-a2f2-f2857436a06d" providerId="ADAL" clId="{A3B76D6C-95AD-4F7D-9C9A-3B3AE30CF0FC}" dt="2022-08-09T07:27:01.587" v="309" actId="478"/>
          <ac:spMkLst>
            <pc:docMk/>
            <pc:sldMk cId="1908089982" sldId="2147469143"/>
            <ac:spMk id="301" creationId="{59EAED67-200D-407B-9D45-CB305CC03A59}"/>
          </ac:spMkLst>
        </pc:spChg>
        <pc:spChg chg="mod">
          <ac:chgData name="Desai, Anamika" userId="ff0f8df3-c53f-46a4-a2f2-f2857436a06d" providerId="ADAL" clId="{A3B76D6C-95AD-4F7D-9C9A-3B3AE30CF0FC}" dt="2022-08-09T07:28:16.818" v="350" actId="1076"/>
          <ac:spMkLst>
            <pc:docMk/>
            <pc:sldMk cId="1908089982" sldId="2147469143"/>
            <ac:spMk id="302" creationId="{58993514-CFA3-4DE6-BF35-DE112DDC3715}"/>
          </ac:spMkLst>
        </pc:spChg>
        <pc:spChg chg="mod">
          <ac:chgData name="Desai, Anamika" userId="ff0f8df3-c53f-46a4-a2f2-f2857436a06d" providerId="ADAL" clId="{A3B76D6C-95AD-4F7D-9C9A-3B3AE30CF0FC}" dt="2022-08-09T07:30:22.089" v="444" actId="1076"/>
          <ac:spMkLst>
            <pc:docMk/>
            <pc:sldMk cId="1908089982" sldId="2147469143"/>
            <ac:spMk id="304" creationId="{232D1761-B5C9-41B2-B742-48A2D549B035}"/>
          </ac:spMkLst>
        </pc:spChg>
        <pc:spChg chg="mod">
          <ac:chgData name="Desai, Anamika" userId="ff0f8df3-c53f-46a4-a2f2-f2857436a06d" providerId="ADAL" clId="{A3B76D6C-95AD-4F7D-9C9A-3B3AE30CF0FC}" dt="2022-08-09T07:31:11.882" v="454" actId="207"/>
          <ac:spMkLst>
            <pc:docMk/>
            <pc:sldMk cId="1908089982" sldId="2147469143"/>
            <ac:spMk id="305" creationId="{C93210C3-355C-4ABA-A306-575A2C539207}"/>
          </ac:spMkLst>
        </pc:spChg>
        <pc:spChg chg="mod">
          <ac:chgData name="Desai, Anamika" userId="ff0f8df3-c53f-46a4-a2f2-f2857436a06d" providerId="ADAL" clId="{A3B76D6C-95AD-4F7D-9C9A-3B3AE30CF0FC}" dt="2022-08-09T07:31:11.882" v="454" actId="207"/>
          <ac:spMkLst>
            <pc:docMk/>
            <pc:sldMk cId="1908089982" sldId="2147469143"/>
            <ac:spMk id="306" creationId="{C78E5189-9F7D-47E6-85D6-353535A47BAF}"/>
          </ac:spMkLst>
        </pc:spChg>
        <pc:spChg chg="mod">
          <ac:chgData name="Desai, Anamika" userId="ff0f8df3-c53f-46a4-a2f2-f2857436a06d" providerId="ADAL" clId="{A3B76D6C-95AD-4F7D-9C9A-3B3AE30CF0FC}" dt="2022-08-09T07:24:31.480" v="222" actId="1038"/>
          <ac:spMkLst>
            <pc:docMk/>
            <pc:sldMk cId="1908089982" sldId="2147469143"/>
            <ac:spMk id="307" creationId="{A198DA9C-6390-4FB2-80EA-AFC5C37E7F6E}"/>
          </ac:spMkLst>
        </pc:spChg>
        <pc:spChg chg="mod">
          <ac:chgData name="Desai, Anamika" userId="ff0f8df3-c53f-46a4-a2f2-f2857436a06d" providerId="ADAL" clId="{A3B76D6C-95AD-4F7D-9C9A-3B3AE30CF0FC}" dt="2022-08-09T07:24:31.480" v="222" actId="1038"/>
          <ac:spMkLst>
            <pc:docMk/>
            <pc:sldMk cId="1908089982" sldId="2147469143"/>
            <ac:spMk id="308" creationId="{4D6B6DD0-1D2E-49B1-8C4A-6D890E7D5F1C}"/>
          </ac:spMkLst>
        </pc:spChg>
        <pc:cxnChg chg="mod">
          <ac:chgData name="Desai, Anamika" userId="ff0f8df3-c53f-46a4-a2f2-f2857436a06d" providerId="ADAL" clId="{A3B76D6C-95AD-4F7D-9C9A-3B3AE30CF0FC}" dt="2022-08-09T07:27:21.325" v="324" actId="1038"/>
          <ac:cxnSpMkLst>
            <pc:docMk/>
            <pc:sldMk cId="1908089982" sldId="2147469143"/>
            <ac:cxnSpMk id="212" creationId="{AA07183D-3F48-473D-9F49-41610B10F1A0}"/>
          </ac:cxnSpMkLst>
        </pc:cxnChg>
        <pc:cxnChg chg="mod">
          <ac:chgData name="Desai, Anamika" userId="ff0f8df3-c53f-46a4-a2f2-f2857436a06d" providerId="ADAL" clId="{A3B76D6C-95AD-4F7D-9C9A-3B3AE30CF0FC}" dt="2022-08-09T07:24:59.392" v="223" actId="1038"/>
          <ac:cxnSpMkLst>
            <pc:docMk/>
            <pc:sldMk cId="1908089982" sldId="2147469143"/>
            <ac:cxnSpMk id="219" creationId="{04B373A9-D117-4362-A97A-1B855B422941}"/>
          </ac:cxnSpMkLst>
        </pc:cxnChg>
        <pc:cxnChg chg="mod">
          <ac:chgData name="Desai, Anamika" userId="ff0f8df3-c53f-46a4-a2f2-f2857436a06d" providerId="ADAL" clId="{A3B76D6C-95AD-4F7D-9C9A-3B3AE30CF0FC}" dt="2022-08-09T07:25:48.725" v="228" actId="14100"/>
          <ac:cxnSpMkLst>
            <pc:docMk/>
            <pc:sldMk cId="1908089982" sldId="2147469143"/>
            <ac:cxnSpMk id="259" creationId="{36D3F8FC-9014-42E6-B902-59DC6DADDDED}"/>
          </ac:cxnSpMkLst>
        </pc:cxnChg>
        <pc:cxnChg chg="mod">
          <ac:chgData name="Desai, Anamika" userId="ff0f8df3-c53f-46a4-a2f2-f2857436a06d" providerId="ADAL" clId="{A3B76D6C-95AD-4F7D-9C9A-3B3AE30CF0FC}" dt="2022-08-09T07:25:42.041" v="227" actId="14100"/>
          <ac:cxnSpMkLst>
            <pc:docMk/>
            <pc:sldMk cId="1908089982" sldId="2147469143"/>
            <ac:cxnSpMk id="296" creationId="{25FF5560-1E43-4652-959A-37E5B26CD58E}"/>
          </ac:cxnSpMkLst>
        </pc:cxnChg>
      </pc:sldChg>
      <pc:sldChg chg="del">
        <pc:chgData name="Desai, Anamika" userId="ff0f8df3-c53f-46a4-a2f2-f2857436a06d" providerId="ADAL" clId="{A3B76D6C-95AD-4F7D-9C9A-3B3AE30CF0FC}" dt="2022-08-09T07:32:36.518" v="473" actId="2696"/>
        <pc:sldMkLst>
          <pc:docMk/>
          <pc:sldMk cId="3573884360" sldId="2147469144"/>
        </pc:sldMkLst>
      </pc:sldChg>
      <pc:sldChg chg="delSp modSp mod">
        <pc:chgData name="Desai, Anamika" userId="ff0f8df3-c53f-46a4-a2f2-f2857436a06d" providerId="ADAL" clId="{A3B76D6C-95AD-4F7D-9C9A-3B3AE30CF0FC}" dt="2022-08-09T07:36:04.288" v="532" actId="20577"/>
        <pc:sldMkLst>
          <pc:docMk/>
          <pc:sldMk cId="1635194191" sldId="2147469145"/>
        </pc:sldMkLst>
        <pc:spChg chg="del">
          <ac:chgData name="Desai, Anamika" userId="ff0f8df3-c53f-46a4-a2f2-f2857436a06d" providerId="ADAL" clId="{A3B76D6C-95AD-4F7D-9C9A-3B3AE30CF0FC}" dt="2022-08-09T07:35:42.487" v="526" actId="478"/>
          <ac:spMkLst>
            <pc:docMk/>
            <pc:sldMk cId="1635194191" sldId="2147469145"/>
            <ac:spMk id="11" creationId="{BA84664D-CABD-45A8-AA28-24315B55C8B3}"/>
          </ac:spMkLst>
        </pc:spChg>
        <pc:spChg chg="del">
          <ac:chgData name="Desai, Anamika" userId="ff0f8df3-c53f-46a4-a2f2-f2857436a06d" providerId="ADAL" clId="{A3B76D6C-95AD-4F7D-9C9A-3B3AE30CF0FC}" dt="2022-08-09T07:35:42.487" v="526" actId="478"/>
          <ac:spMkLst>
            <pc:docMk/>
            <pc:sldMk cId="1635194191" sldId="2147469145"/>
            <ac:spMk id="12" creationId="{2D18224C-6AC1-4877-867E-89840AA76D1C}"/>
          </ac:spMkLst>
        </pc:spChg>
        <pc:spChg chg="del">
          <ac:chgData name="Desai, Anamika" userId="ff0f8df3-c53f-46a4-a2f2-f2857436a06d" providerId="ADAL" clId="{A3B76D6C-95AD-4F7D-9C9A-3B3AE30CF0FC}" dt="2022-08-09T07:35:45.284" v="527" actId="478"/>
          <ac:spMkLst>
            <pc:docMk/>
            <pc:sldMk cId="1635194191" sldId="2147469145"/>
            <ac:spMk id="14" creationId="{7E23DBD9-C187-414F-9291-CFF4D8ED9923}"/>
          </ac:spMkLst>
        </pc:spChg>
        <pc:spChg chg="mod">
          <ac:chgData name="Desai, Anamika" userId="ff0f8df3-c53f-46a4-a2f2-f2857436a06d" providerId="ADAL" clId="{A3B76D6C-95AD-4F7D-9C9A-3B3AE30CF0FC}" dt="2022-08-09T07:35:54.834" v="528" actId="1076"/>
          <ac:spMkLst>
            <pc:docMk/>
            <pc:sldMk cId="1635194191" sldId="2147469145"/>
            <ac:spMk id="15" creationId="{E40F18EE-1245-42E0-8068-10B8BAFA32EE}"/>
          </ac:spMkLst>
        </pc:spChg>
        <pc:spChg chg="mod">
          <ac:chgData name="Desai, Anamika" userId="ff0f8df3-c53f-46a4-a2f2-f2857436a06d" providerId="ADAL" clId="{A3B76D6C-95AD-4F7D-9C9A-3B3AE30CF0FC}" dt="2022-08-09T07:35:54.834" v="528" actId="1076"/>
          <ac:spMkLst>
            <pc:docMk/>
            <pc:sldMk cId="1635194191" sldId="2147469145"/>
            <ac:spMk id="16" creationId="{47BBDE46-F6CF-45C9-B22A-9FA320B3DDCF}"/>
          </ac:spMkLst>
        </pc:spChg>
        <pc:spChg chg="mod">
          <ac:chgData name="Desai, Anamika" userId="ff0f8df3-c53f-46a4-a2f2-f2857436a06d" providerId="ADAL" clId="{A3B76D6C-95AD-4F7D-9C9A-3B3AE30CF0FC}" dt="2022-08-09T07:36:01.277" v="530" actId="20577"/>
          <ac:spMkLst>
            <pc:docMk/>
            <pc:sldMk cId="1635194191" sldId="2147469145"/>
            <ac:spMk id="17" creationId="{D4577D2A-1BF2-4691-BDDA-3EC694D487A4}"/>
          </ac:spMkLst>
        </pc:spChg>
        <pc:spChg chg="mod">
          <ac:chgData name="Desai, Anamika" userId="ff0f8df3-c53f-46a4-a2f2-f2857436a06d" providerId="ADAL" clId="{A3B76D6C-95AD-4F7D-9C9A-3B3AE30CF0FC}" dt="2022-08-09T07:35:54.834" v="528" actId="1076"/>
          <ac:spMkLst>
            <pc:docMk/>
            <pc:sldMk cId="1635194191" sldId="2147469145"/>
            <ac:spMk id="18" creationId="{3DF74F3E-09C0-47C5-89A7-2E7F57E4C15D}"/>
          </ac:spMkLst>
        </pc:spChg>
        <pc:spChg chg="mod">
          <ac:chgData name="Desai, Anamika" userId="ff0f8df3-c53f-46a4-a2f2-f2857436a06d" providerId="ADAL" clId="{A3B76D6C-95AD-4F7D-9C9A-3B3AE30CF0FC}" dt="2022-08-09T07:35:54.834" v="528" actId="1076"/>
          <ac:spMkLst>
            <pc:docMk/>
            <pc:sldMk cId="1635194191" sldId="2147469145"/>
            <ac:spMk id="19" creationId="{3CFEDBFA-4061-4C66-922A-6C1D369A6016}"/>
          </ac:spMkLst>
        </pc:spChg>
        <pc:spChg chg="mod">
          <ac:chgData name="Desai, Anamika" userId="ff0f8df3-c53f-46a4-a2f2-f2857436a06d" providerId="ADAL" clId="{A3B76D6C-95AD-4F7D-9C9A-3B3AE30CF0FC}" dt="2022-08-09T07:35:54.834" v="528" actId="1076"/>
          <ac:spMkLst>
            <pc:docMk/>
            <pc:sldMk cId="1635194191" sldId="2147469145"/>
            <ac:spMk id="20" creationId="{DBBF963C-BEB5-4931-8168-4F24DD943D46}"/>
          </ac:spMkLst>
        </pc:spChg>
        <pc:spChg chg="mod">
          <ac:chgData name="Desai, Anamika" userId="ff0f8df3-c53f-46a4-a2f2-f2857436a06d" providerId="ADAL" clId="{A3B76D6C-95AD-4F7D-9C9A-3B3AE30CF0FC}" dt="2022-08-09T07:36:04.288" v="532" actId="20577"/>
          <ac:spMkLst>
            <pc:docMk/>
            <pc:sldMk cId="1635194191" sldId="2147469145"/>
            <ac:spMk id="21" creationId="{0BA36C5B-8883-4E21-B82A-B1C59B9ED06D}"/>
          </ac:spMkLst>
        </pc:spChg>
        <pc:spChg chg="mod">
          <ac:chgData name="Desai, Anamika" userId="ff0f8df3-c53f-46a4-a2f2-f2857436a06d" providerId="ADAL" clId="{A3B76D6C-95AD-4F7D-9C9A-3B3AE30CF0FC}" dt="2022-08-09T07:35:54.834" v="528" actId="1076"/>
          <ac:spMkLst>
            <pc:docMk/>
            <pc:sldMk cId="1635194191" sldId="2147469145"/>
            <ac:spMk id="31" creationId="{BB58F35F-C74C-4633-AA39-1842AF65FD06}"/>
          </ac:spMkLst>
        </pc:spChg>
      </pc:sldChg>
      <pc:sldChg chg="modSp mod">
        <pc:chgData name="Desai, Anamika" userId="ff0f8df3-c53f-46a4-a2f2-f2857436a06d" providerId="ADAL" clId="{A3B76D6C-95AD-4F7D-9C9A-3B3AE30CF0FC}" dt="2022-08-10T13:42:07.254" v="776" actId="20577"/>
        <pc:sldMkLst>
          <pc:docMk/>
          <pc:sldMk cId="702321406" sldId="2147469147"/>
        </pc:sldMkLst>
        <pc:spChg chg="mod">
          <ac:chgData name="Desai, Anamika" userId="ff0f8df3-c53f-46a4-a2f2-f2857436a06d" providerId="ADAL" clId="{A3B76D6C-95AD-4F7D-9C9A-3B3AE30CF0FC}" dt="2022-08-10T13:42:07.254" v="776" actId="20577"/>
          <ac:spMkLst>
            <pc:docMk/>
            <pc:sldMk cId="702321406" sldId="2147469147"/>
            <ac:spMk id="7" creationId="{560B8C72-23A8-4B48-ABA7-65803AD84CCD}"/>
          </ac:spMkLst>
        </pc:spChg>
      </pc:sldChg>
      <pc:sldChg chg="del">
        <pc:chgData name="Desai, Anamika" userId="ff0f8df3-c53f-46a4-a2f2-f2857436a06d" providerId="ADAL" clId="{A3B76D6C-95AD-4F7D-9C9A-3B3AE30CF0FC}" dt="2022-08-09T07:32:21.466" v="471" actId="2696"/>
        <pc:sldMkLst>
          <pc:docMk/>
          <pc:sldMk cId="1793708003" sldId="2147469148"/>
        </pc:sldMkLst>
      </pc:sldChg>
      <pc:sldMasterChg chg="del delSldLayout">
        <pc:chgData name="Desai, Anamika" userId="ff0f8df3-c53f-46a4-a2f2-f2857436a06d" providerId="ADAL" clId="{A3B76D6C-95AD-4F7D-9C9A-3B3AE30CF0FC}" dt="2022-08-09T07:32:44.936" v="474" actId="2696"/>
        <pc:sldMasterMkLst>
          <pc:docMk/>
          <pc:sldMasterMk cId="938044322" sldId="2147483667"/>
        </pc:sldMasterMkLst>
        <pc:sldLayoutChg chg="del">
          <pc:chgData name="Desai, Anamika" userId="ff0f8df3-c53f-46a4-a2f2-f2857436a06d" providerId="ADAL" clId="{A3B76D6C-95AD-4F7D-9C9A-3B3AE30CF0FC}" dt="2022-08-09T07:32:44.936" v="474" actId="2696"/>
          <pc:sldLayoutMkLst>
            <pc:docMk/>
            <pc:sldMasterMk cId="938044322" sldId="2147483667"/>
            <pc:sldLayoutMk cId="529617697" sldId="2147483668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687229D-5CC0-4053-B123-741AFE02BD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5734F9-4353-4620-A9BD-4ED49C97F0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5B4C3-AED4-4761-810C-FCD1DB810DF2}" type="datetimeFigureOut">
              <a:rPr lang="en-GB" smtClean="0"/>
              <a:t>09/08/2022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01D90A-77B7-4096-AC95-B826DDF49D3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B0FB42-E5B2-4AF0-B898-0CA47CE84E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156ABE-1CCD-4986-8CAC-B0E25C8B29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05023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74621-275F-4D25-BB1F-4D4E5BC4996D}" type="datetimeFigureOut">
              <a:rPr lang="it-IT" smtClean="0"/>
              <a:t>09/08/2022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8A955-C397-4C15-97FA-72488F41A936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606618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99959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1" i="0" u="none" strike="noStrike" kern="1200">
                <a:solidFill>
                  <a:srgbClr val="FFFFFF"/>
                </a:solidFill>
                <a:effectLst/>
                <a:latin typeface="Arial Regular"/>
                <a:ea typeface="Arial Regular"/>
              </a:rPr>
              <a:t>Estimate to Complete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1" i="0" u="none" strike="noStrike" kern="1200">
                <a:solidFill>
                  <a:srgbClr val="FFFFFF"/>
                </a:solidFill>
                <a:effectLst/>
                <a:latin typeface="Arial Regular"/>
                <a:ea typeface="Arial Regular"/>
              </a:rPr>
              <a:t>Days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1" i="0" u="none" strike="noStrike" kern="1200">
                <a:solidFill>
                  <a:srgbClr val="FFFFFF"/>
                </a:solidFill>
                <a:effectLst/>
                <a:latin typeface="Arial Regular"/>
                <a:ea typeface="Arial Regular"/>
              </a:rPr>
              <a:t>Rate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1" i="0" u="none" strike="noStrike" kern="1200">
                <a:solidFill>
                  <a:srgbClr val="FFFFFF"/>
                </a:solidFill>
                <a:effectLst/>
                <a:latin typeface="Arial Regular"/>
                <a:ea typeface="Arial Regular"/>
              </a:rPr>
              <a:t>Cost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Engagement Manager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UK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Anamika Desai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39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1175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45825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Enterprise Solution Architect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UK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TBC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15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1175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17625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Technical Architect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Offshore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Sejal Shah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39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285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11115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Migration Lead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Offshore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 err="1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Azher</a:t>
            </a: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 Mohammed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40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275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11000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SharePoint Technical Analyst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UK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Sudipta Basu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40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600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24000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CRM Functional Consultant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UK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 err="1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Ucce</a:t>
            </a: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 Akuanyionwu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40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750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30000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Technical Lead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UK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Bharath Samraj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40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825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33000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Technical Architect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Offshore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l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Vaibhav </a:t>
            </a:r>
            <a:r>
              <a:rPr lang="en-GB" sz="1200" b="0" i="0" u="none" strike="noStrike" kern="1200" err="1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Telore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40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285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11400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pPr marL="0" algn="r" rtl="0" eaLnBrk="1" fontAlgn="b" latinLnBrk="0" hangingPunct="1">
              <a:spcBef>
                <a:spcPts val="0"/>
              </a:spcBef>
              <a:spcAft>
                <a:spcPts val="0"/>
              </a:spcAft>
            </a:pPr>
            <a:r>
              <a:rPr lang="en-GB" sz="1200" b="0" i="0" u="none" strike="noStrike" kern="1200">
                <a:solidFill>
                  <a:srgbClr val="000000"/>
                </a:solidFill>
                <a:effectLst/>
                <a:latin typeface="Arial Regular"/>
                <a:ea typeface="Arial Regular"/>
              </a:rPr>
              <a:t>183965</a:t>
            </a:r>
            <a:endParaRPr lang="en-GB" sz="1200" b="0" i="0" u="none" strike="noStrike">
              <a:effectLst/>
              <a:latin typeface="Arial" panose="020B0604020202020204" pitchFamily="34" charset="0"/>
            </a:endParaRP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3738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jpe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3.emf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6" Type="http://schemas.openxmlformats.org/officeDocument/2006/relationships/image" Target="../media/image3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9.emf"/><Relationship Id="rId7" Type="http://schemas.openxmlformats.org/officeDocument/2006/relationships/image" Target="../media/image13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Relationship Id="rId9" Type="http://schemas.openxmlformats.org/officeDocument/2006/relationships/image" Target="../media/image15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9.emf"/><Relationship Id="rId7" Type="http://schemas.openxmlformats.org/officeDocument/2006/relationships/image" Target="../media/image13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Relationship Id="rId9" Type="http://schemas.openxmlformats.org/officeDocument/2006/relationships/image" Target="../media/image15.emf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6" Type="http://schemas.openxmlformats.org/officeDocument/2006/relationships/image" Target="../media/image3.emf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ic Slide: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75357957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4" imgW="270" imgH="270" progId="TCLayout.ActiveDocument.1">
                  <p:embed/>
                </p:oleObj>
              </mc:Choice>
              <mc:Fallback>
                <p:oleObj name="Diapositiva think-cell" r:id="rId4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it-IT" sz="2000" b="0" i="0" baseline="0">
              <a:latin typeface="Arial" panose="020B0604020202020204" pitchFamily="34" charset="0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06" y="273559"/>
            <a:ext cx="266889" cy="178318"/>
          </a:xfrm>
        </p:spPr>
        <p:txBody>
          <a:bodyPr lIns="0" tIns="0" rIns="0" bIns="0" anchor="t" anchorCtr="0"/>
          <a:lstStyle>
            <a:lvl1pPr algn="r">
              <a:defRPr sz="700">
                <a:solidFill>
                  <a:schemeClr val="tx2"/>
                </a:solidFill>
              </a:defRPr>
            </a:lvl1pPr>
          </a:lstStyle>
          <a:p>
            <a:fld id="{C465A074-71B0-1C47-A455-7677837C124E}" type="slidenum">
              <a:rPr lang="it-IT" smtClean="0">
                <a:solidFill>
                  <a:srgbClr val="BD2027"/>
                </a:solidFill>
              </a:rPr>
              <a:pPr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14" name="Titolo 1"/>
          <p:cNvSpPr>
            <a:spLocks noGrp="1"/>
          </p:cNvSpPr>
          <p:nvPr>
            <p:ph type="ctrTitle" hasCustomPrompt="1"/>
          </p:nvPr>
        </p:nvSpPr>
        <p:spPr>
          <a:xfrm>
            <a:off x="367817" y="204227"/>
            <a:ext cx="11182248" cy="557458"/>
          </a:xfrm>
        </p:spPr>
        <p:txBody>
          <a:bodyPr/>
          <a:lstStyle>
            <a:lvl1pPr>
              <a:lnSpc>
                <a:spcPts val="2200"/>
              </a:lnSpc>
              <a:defRPr sz="2000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Title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6"/>
          <a:srcRect l="1" r="14959" b="85913"/>
          <a:stretch/>
        </p:blipFill>
        <p:spPr>
          <a:xfrm>
            <a:off x="0" y="0"/>
            <a:ext cx="288000" cy="966080"/>
          </a:xfrm>
          <a:prstGeom prst="rect">
            <a:avLst/>
          </a:prstGeom>
        </p:spPr>
      </p:pic>
      <p:pic>
        <p:nvPicPr>
          <p:cNvPr id="9" name="Immagine 10" descr="Logo_GCC_2.jpg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4145" y="6300788"/>
            <a:ext cx="1988106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36912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 0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463067" y="2130426"/>
            <a:ext cx="11182248" cy="869098"/>
          </a:xfrm>
        </p:spPr>
        <p:txBody>
          <a:bodyPr/>
          <a:lstStyle>
            <a:lvl1pPr>
              <a:lnSpc>
                <a:spcPts val="3500"/>
              </a:lnSpc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Presentation Title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33/35pt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/>
          <a:srcRect r="21050"/>
          <a:stretch/>
        </p:blipFill>
        <p:spPr>
          <a:xfrm>
            <a:off x="1" y="0"/>
            <a:ext cx="267377" cy="6858000"/>
          </a:xfrm>
          <a:prstGeom prst="rect">
            <a:avLst/>
          </a:prstGeom>
        </p:spPr>
      </p:pic>
      <p:pic>
        <p:nvPicPr>
          <p:cNvPr id="5" name="Immagine 6" descr="Logo_GCC_RGB_POS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67" y="200025"/>
            <a:ext cx="1150115" cy="90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631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c id"/>
          <p:cNvSpPr txBox="1">
            <a:spLocks noChangeArrowheads="1"/>
          </p:cNvSpPr>
          <p:nvPr/>
        </p:nvSpPr>
        <p:spPr bwMode="auto">
          <a:xfrm>
            <a:off x="11485749" y="37255"/>
            <a:ext cx="401721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defTabSz="932863" eaLnBrk="1" hangingPunct="1">
              <a:defRPr/>
            </a:pPr>
            <a:endParaRPr lang="en-US" sz="816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  <p:grpSp>
        <p:nvGrpSpPr>
          <p:cNvPr id="5" name="McK Title Elements"/>
          <p:cNvGrpSpPr>
            <a:grpSpLocks/>
          </p:cNvGrpSpPr>
          <p:nvPr/>
        </p:nvGrpSpPr>
        <p:grpSpPr bwMode="auto">
          <a:xfrm>
            <a:off x="20" y="24"/>
            <a:ext cx="12187680" cy="6858000"/>
            <a:chOff x="0" y="0"/>
            <a:chExt cx="5643" cy="4234"/>
          </a:xfrm>
        </p:grpSpPr>
        <p:sp>
          <p:nvSpPr>
            <p:cNvPr id="6" name="McK Document type" hidden="1"/>
            <p:cNvSpPr txBox="1">
              <a:spLocks noChangeArrowheads="1"/>
            </p:cNvSpPr>
            <p:nvPr/>
          </p:nvSpPr>
          <p:spPr bwMode="auto">
            <a:xfrm>
              <a:off x="2023" y="3978"/>
              <a:ext cx="3109" cy="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932863" eaLnBrk="1" hangingPunct="1">
                <a:defRPr/>
              </a:pPr>
              <a:r>
                <a:rPr lang="en-US" sz="714">
                  <a:solidFill>
                    <a:srgbClr val="BD2027"/>
                  </a:solidFill>
                  <a:latin typeface="Arial"/>
                  <a:ea typeface="ＭＳ Ｐゴシック"/>
                </a:rPr>
                <a:t>Document type</a:t>
              </a:r>
            </a:p>
          </p:txBody>
        </p:sp>
        <p:sp>
          <p:nvSpPr>
            <p:cNvPr id="7" name="McK Date" hidden="1"/>
            <p:cNvSpPr txBox="1">
              <a:spLocks noChangeArrowheads="1"/>
            </p:cNvSpPr>
            <p:nvPr/>
          </p:nvSpPr>
          <p:spPr bwMode="auto">
            <a:xfrm>
              <a:off x="2023" y="4080"/>
              <a:ext cx="3109" cy="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defTabSz="932863" eaLnBrk="1" hangingPunct="1">
                <a:defRPr/>
              </a:pPr>
              <a:r>
                <a:rPr lang="en-US" sz="714">
                  <a:solidFill>
                    <a:srgbClr val="BD2027"/>
                  </a:solidFill>
                  <a:latin typeface="Arial"/>
                  <a:ea typeface="ＭＳ Ｐゴシック"/>
                </a:rPr>
                <a:t>Date</a:t>
              </a:r>
            </a:p>
          </p:txBody>
        </p:sp>
        <p:sp>
          <p:nvSpPr>
            <p:cNvPr id="8" name="Rectangle 1189"/>
            <p:cNvSpPr>
              <a:spLocks noChangeArrowheads="1"/>
            </p:cNvSpPr>
            <p:nvPr/>
          </p:nvSpPr>
          <p:spPr bwMode="auto">
            <a:xfrm>
              <a:off x="0" y="0"/>
              <a:ext cx="5643" cy="4234"/>
            </a:xfrm>
            <a:prstGeom prst="rect">
              <a:avLst/>
            </a:prstGeom>
            <a:noFill/>
            <a:ln w="317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defTabSz="932863" eaLnBrk="1" hangingPunct="1"/>
              <a:endParaRPr lang="en-US" sz="1631">
                <a:solidFill>
                  <a:srgbClr val="000000"/>
                </a:solidFill>
              </a:endParaRPr>
            </a:p>
          </p:txBody>
        </p:sp>
      </p:grpSp>
      <p:pic>
        <p:nvPicPr>
          <p:cNvPr id="9" name="TitleBottomBarBW" hidden="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0098" y="6574570"/>
            <a:ext cx="2226740" cy="19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049"/>
          <a:stretch>
            <a:fillRect/>
          </a:stretch>
        </p:blipFill>
        <p:spPr bwMode="auto">
          <a:xfrm>
            <a:off x="13" y="24"/>
            <a:ext cx="25701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magine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916" y="286696"/>
            <a:ext cx="1105812" cy="704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object 3"/>
          <p:cNvSpPr txBox="1">
            <a:spLocks noChangeArrowheads="1"/>
          </p:cNvSpPr>
          <p:nvPr userDrawn="1"/>
        </p:nvSpPr>
        <p:spPr bwMode="auto">
          <a:xfrm>
            <a:off x="3332552" y="6605320"/>
            <a:ext cx="1526969" cy="116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2700" defTabSz="457200" eaLnBrk="0" hangingPunct="0"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57200" eaLnBrk="0" hangingPunct="0"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57200" eaLnBrk="0" hangingPunct="0"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57200" eaLnBrk="0" hangingPunct="0"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57200" eaLnBrk="0" hangingPunct="0"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6000"/>
              </a:lnSpc>
              <a:spcBef>
                <a:spcPts val="13"/>
              </a:spcBef>
            </a:pPr>
            <a:r>
              <a:rPr lang="it-IT" sz="714" err="1">
                <a:solidFill>
                  <a:srgbClr val="BD2027"/>
                </a:solidFill>
              </a:rPr>
              <a:t>Mogliano</a:t>
            </a:r>
            <a:r>
              <a:rPr lang="it-IT" sz="714">
                <a:solidFill>
                  <a:srgbClr val="BD2027"/>
                </a:solidFill>
              </a:rPr>
              <a:t> Veneto</a:t>
            </a:r>
          </a:p>
          <a:p>
            <a:pPr eaLnBrk="1" hangingPunct="1">
              <a:lnSpc>
                <a:spcPct val="96000"/>
              </a:lnSpc>
              <a:spcBef>
                <a:spcPts val="13"/>
              </a:spcBef>
            </a:pPr>
            <a:endParaRPr lang="en-US" sz="714">
              <a:solidFill>
                <a:srgbClr val="BD2027"/>
              </a:solidFill>
            </a:endParaRPr>
          </a:p>
        </p:txBody>
      </p:sp>
      <p:sp>
        <p:nvSpPr>
          <p:cNvPr id="13314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444879" y="2674642"/>
            <a:ext cx="11427202" cy="538609"/>
          </a:xfrm>
          <a:prstGeom prst="rect">
            <a:avLst/>
          </a:prstGeom>
        </p:spPr>
        <p:txBody>
          <a:bodyPr/>
          <a:lstStyle>
            <a:lvl1pPr>
              <a:defRPr sz="3367" b="1" baseline="0">
                <a:solidFill>
                  <a:srgbClr val="BD2027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3315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444879" y="3240573"/>
            <a:ext cx="11427202" cy="376834"/>
          </a:xfrm>
        </p:spPr>
        <p:txBody>
          <a:bodyPr/>
          <a:lstStyle>
            <a:lvl1pPr>
              <a:defRPr sz="2449" baseline="0">
                <a:solidFill>
                  <a:schemeClr val="bg1">
                    <a:lumMod val="50000"/>
                  </a:schemeClr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14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30" y="6597204"/>
            <a:ext cx="1066421" cy="1143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  <p:sp>
        <p:nvSpPr>
          <p:cNvPr id="15" name="object 3"/>
          <p:cNvSpPr txBox="1"/>
          <p:nvPr userDrawn="1"/>
        </p:nvSpPr>
        <p:spPr>
          <a:xfrm>
            <a:off x="380123" y="6598365"/>
            <a:ext cx="2688935" cy="116622"/>
          </a:xfrm>
          <a:prstGeom prst="rect">
            <a:avLst/>
          </a:prstGeom>
        </p:spPr>
        <p:txBody>
          <a:bodyPr lIns="0" tIns="0" rIns="0" bIns="0"/>
          <a:lstStyle>
            <a:lvl1pPr marL="12700" defTabSz="4572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96000"/>
              </a:lnSpc>
              <a:spcBef>
                <a:spcPts val="13"/>
              </a:spcBef>
              <a:defRPr/>
            </a:pPr>
            <a:r>
              <a:rPr lang="it-IT" sz="714">
                <a:solidFill>
                  <a:srgbClr val="CC0000"/>
                </a:solidFill>
                <a:cs typeface="Arial" charset="0"/>
              </a:rPr>
              <a:t>© Generali</a:t>
            </a:r>
          </a:p>
          <a:p>
            <a:pPr>
              <a:lnSpc>
                <a:spcPct val="96000"/>
              </a:lnSpc>
              <a:spcBef>
                <a:spcPts val="13"/>
              </a:spcBef>
              <a:defRPr/>
            </a:pPr>
            <a:endParaRPr lang="it-IT" sz="714">
              <a:solidFill>
                <a:srgbClr val="CC0000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331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" y="0"/>
          <a:ext cx="215979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" imgW="360" imgH="360" progId="TCLayout.ActiveDocument.1">
                  <p:embed/>
                </p:oleObj>
              </mc:Choice>
              <mc:Fallback>
                <p:oleObj name="Diapositiva think-cell" r:id="rId3" imgW="360" imgH="360" progId="TCLayout.ActiveDocument.1">
                  <p:embed/>
                  <p:pic>
                    <p:nvPicPr>
                      <p:cNvPr id="3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215979" cy="161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Working Draft" hidden="1"/>
          <p:cNvSpPr txBox="1">
            <a:spLocks noChangeArrowheads="1"/>
          </p:cNvSpPr>
          <p:nvPr/>
        </p:nvSpPr>
        <p:spPr bwMode="auto">
          <a:xfrm rot="5400000">
            <a:off x="11083078" y="1980039"/>
            <a:ext cx="2027799" cy="94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32863" eaLnBrk="1" hangingPunct="1">
              <a:defRPr/>
            </a:pPr>
            <a:r>
              <a:rPr lang="en-GB" sz="612">
                <a:solidFill>
                  <a:srgbClr val="000000"/>
                </a:solidFill>
                <a:latin typeface="Arial"/>
                <a:ea typeface="ＭＳ Ｐゴシック"/>
              </a:rPr>
              <a:t>Last Modified 24/09/2014 11:05 W. Europe Standard Time</a:t>
            </a:r>
            <a:endParaRPr lang="en-US" sz="1631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  <p:sp>
        <p:nvSpPr>
          <p:cNvPr id="6" name="Printed" hidden="1"/>
          <p:cNvSpPr txBox="1">
            <a:spLocks noChangeArrowheads="1"/>
          </p:cNvSpPr>
          <p:nvPr/>
        </p:nvSpPr>
        <p:spPr bwMode="auto">
          <a:xfrm rot="5400000">
            <a:off x="11192099" y="4198270"/>
            <a:ext cx="1809791" cy="94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32863" eaLnBrk="1" hangingPunct="1">
              <a:defRPr/>
            </a:pPr>
            <a:r>
              <a:rPr lang="en-GB" sz="612">
                <a:solidFill>
                  <a:srgbClr val="000000"/>
                </a:solidFill>
                <a:latin typeface="Arial"/>
                <a:ea typeface="ＭＳ Ｐゴシック"/>
              </a:rPr>
              <a:t>Printed 24/09/2014 09:38 W. Europe Standard Time</a:t>
            </a:r>
            <a:endParaRPr lang="en-US" sz="1631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  <p:sp>
        <p:nvSpPr>
          <p:cNvPr id="7" name="McK 1. On-page tracker" hidden="1"/>
          <p:cNvSpPr>
            <a:spLocks noChangeArrowheads="1"/>
          </p:cNvSpPr>
          <p:nvPr/>
        </p:nvSpPr>
        <p:spPr bwMode="auto">
          <a:xfrm>
            <a:off x="349908" y="255921"/>
            <a:ext cx="436017" cy="109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defTabSz="932863" eaLnBrk="1" hangingPunct="1"/>
            <a:r>
              <a:rPr lang="en-US" sz="714">
                <a:solidFill>
                  <a:srgbClr val="BD2027"/>
                </a:solidFill>
              </a:rPr>
              <a:t>Section 00</a:t>
            </a:r>
          </a:p>
        </p:txBody>
      </p:sp>
      <p:sp>
        <p:nvSpPr>
          <p:cNvPr id="8" name="McK 3. Unit of measure" hidden="1"/>
          <p:cNvSpPr txBox="1">
            <a:spLocks noChangeArrowheads="1"/>
          </p:cNvSpPr>
          <p:nvPr/>
        </p:nvSpPr>
        <p:spPr bwMode="auto">
          <a:xfrm>
            <a:off x="349885" y="1009126"/>
            <a:ext cx="11395038" cy="240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529">
                <a:solidFill>
                  <a:srgbClr val="808080"/>
                </a:solidFill>
                <a:latin typeface="Arial"/>
                <a:ea typeface="ＭＳ Ｐゴシック"/>
              </a:rPr>
              <a:t>Unit of measure</a:t>
            </a:r>
          </a:p>
        </p:txBody>
      </p:sp>
      <p:grpSp>
        <p:nvGrpSpPr>
          <p:cNvPr id="9" name="McK Slide Elements" hidden="1"/>
          <p:cNvGrpSpPr>
            <a:grpSpLocks/>
          </p:cNvGrpSpPr>
          <p:nvPr/>
        </p:nvGrpSpPr>
        <p:grpSpPr bwMode="auto">
          <a:xfrm>
            <a:off x="403886" y="6330000"/>
            <a:ext cx="11630454" cy="281835"/>
            <a:chOff x="75" y="3847"/>
            <a:chExt cx="5385" cy="174"/>
          </a:xfrm>
        </p:grpSpPr>
        <p:sp>
          <p:nvSpPr>
            <p:cNvPr id="10" name="McK 4. Footnote"/>
            <p:cNvSpPr txBox="1">
              <a:spLocks noChangeArrowheads="1"/>
            </p:cNvSpPr>
            <p:nvPr/>
          </p:nvSpPr>
          <p:spPr bwMode="auto">
            <a:xfrm>
              <a:off x="75" y="3847"/>
              <a:ext cx="5385" cy="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r>
                <a:rPr lang="en-US" sz="816">
                  <a:solidFill>
                    <a:srgbClr val="000000">
                      <a:lumMod val="65000"/>
                      <a:lumOff val="35000"/>
                    </a:srgbClr>
                  </a:solidFill>
                  <a:latin typeface="Arial"/>
                  <a:ea typeface="ＭＳ Ｐゴシック"/>
                </a:rPr>
                <a:t>1 Footnote</a:t>
              </a:r>
            </a:p>
          </p:txBody>
        </p:sp>
        <p:sp>
          <p:nvSpPr>
            <p:cNvPr id="11" name="McK 5. Source"/>
            <p:cNvSpPr>
              <a:spLocks noChangeArrowheads="1"/>
            </p:cNvSpPr>
            <p:nvPr/>
          </p:nvSpPr>
          <p:spPr bwMode="auto">
            <a:xfrm>
              <a:off x="75" y="3942"/>
              <a:ext cx="4323" cy="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marL="609600" indent="-609600" defTabSz="895350" eaLnBrk="0" hangingPunct="0"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defTabSz="895350" eaLnBrk="0" hangingPunct="0"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defTabSz="895350" eaLnBrk="0" hangingPunct="0"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defTabSz="895350" eaLnBrk="0" hangingPunct="0"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defTabSz="895350" eaLnBrk="0" hangingPunct="0"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816">
                  <a:solidFill>
                    <a:srgbClr val="595959"/>
                  </a:solidFill>
                </a:rPr>
                <a:t>SOURCE: Source</a:t>
              </a:r>
            </a:p>
          </p:txBody>
        </p:sp>
      </p:grpSp>
      <p:grpSp>
        <p:nvGrpSpPr>
          <p:cNvPr id="12" name="ACET" hidden="1"/>
          <p:cNvGrpSpPr>
            <a:grpSpLocks/>
          </p:cNvGrpSpPr>
          <p:nvPr/>
        </p:nvGrpSpPr>
        <p:grpSpPr bwMode="auto">
          <a:xfrm>
            <a:off x="1976222" y="1148398"/>
            <a:ext cx="5801189" cy="519937"/>
            <a:chOff x="915" y="709"/>
            <a:chExt cx="2686" cy="321"/>
          </a:xfrm>
        </p:grpSpPr>
        <p:cxnSp>
          <p:nvCxnSpPr>
            <p:cNvPr id="13" name="AutoShape 249"/>
            <p:cNvCxnSpPr>
              <a:cxnSpLocks noChangeShapeType="1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" name="AutoShape 250"/>
            <p:cNvSpPr>
              <a:spLocks noChangeArrowheads="1"/>
            </p:cNvSpPr>
            <p:nvPr/>
          </p:nvSpPr>
          <p:spPr bwMode="auto">
            <a:xfrm>
              <a:off x="915" y="709"/>
              <a:ext cx="2686" cy="321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defTabSz="932863" eaLnBrk="1" hangingPunct="1"/>
              <a:r>
                <a:rPr lang="en-US" sz="1631" b="1">
                  <a:solidFill>
                    <a:srgbClr val="000000"/>
                  </a:solidFill>
                </a:rPr>
                <a:t>Title</a:t>
              </a:r>
            </a:p>
            <a:p>
              <a:pPr defTabSz="932863" eaLnBrk="1" hangingPunct="1"/>
              <a:r>
                <a:rPr lang="en-US" sz="1631">
                  <a:solidFill>
                    <a:srgbClr val="808080"/>
                  </a:solidFill>
                </a:rPr>
                <a:t>Unit of measure</a:t>
              </a:r>
            </a:p>
          </p:txBody>
        </p:sp>
      </p:grpSp>
      <p:pic>
        <p:nvPicPr>
          <p:cNvPr id="15" name="Immagine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0182" y="6342932"/>
            <a:ext cx="604741" cy="36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14960" b="85913"/>
          <a:stretch>
            <a:fillRect/>
          </a:stretch>
        </p:blipFill>
        <p:spPr bwMode="auto">
          <a:xfrm>
            <a:off x="0" y="1"/>
            <a:ext cx="293730" cy="98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object 3"/>
          <p:cNvSpPr txBox="1"/>
          <p:nvPr/>
        </p:nvSpPr>
        <p:spPr>
          <a:xfrm>
            <a:off x="380123" y="6694406"/>
            <a:ext cx="2688935" cy="116622"/>
          </a:xfrm>
          <a:prstGeom prst="rect">
            <a:avLst/>
          </a:prstGeom>
        </p:spPr>
        <p:txBody>
          <a:bodyPr lIns="0" tIns="0" rIns="0" bIns="0"/>
          <a:lstStyle>
            <a:lvl1pPr marL="12700" defTabSz="4572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96000"/>
              </a:lnSpc>
              <a:spcBef>
                <a:spcPts val="13"/>
              </a:spcBef>
              <a:defRPr/>
            </a:pPr>
            <a:r>
              <a:rPr lang="it-IT" sz="714">
                <a:solidFill>
                  <a:srgbClr val="CC0000"/>
                </a:solidFill>
                <a:cs typeface="Arial" charset="0"/>
              </a:rPr>
              <a:t>© Generali</a:t>
            </a:r>
          </a:p>
          <a:p>
            <a:pPr>
              <a:lnSpc>
                <a:spcPct val="96000"/>
              </a:lnSpc>
              <a:spcBef>
                <a:spcPts val="13"/>
              </a:spcBef>
              <a:defRPr/>
            </a:pPr>
            <a:endParaRPr lang="it-IT" sz="714">
              <a:solidFill>
                <a:srgbClr val="CC0000"/>
              </a:solidFill>
              <a:cs typeface="Arial" charset="0"/>
            </a:endParaRPr>
          </a:p>
        </p:txBody>
      </p:sp>
      <p:sp>
        <p:nvSpPr>
          <p:cNvPr id="2" name="McK 2. Slide 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oc id"/>
          <p:cNvSpPr>
            <a:spLocks noChangeArrowheads="1"/>
          </p:cNvSpPr>
          <p:nvPr userDrawn="1"/>
        </p:nvSpPr>
        <p:spPr bwMode="auto">
          <a:xfrm>
            <a:off x="10995488" y="37255"/>
            <a:ext cx="894151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2097"/>
            <a:endParaRPr lang="en-GB" sz="612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1721995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 cstate="print"/>
          <a:srcRect r="21050"/>
          <a:stretch/>
        </p:blipFill>
        <p:spPr>
          <a:xfrm>
            <a:off x="21" y="24"/>
            <a:ext cx="267377" cy="6858000"/>
          </a:xfrm>
          <a:prstGeom prst="rect">
            <a:avLst/>
          </a:prstGeom>
        </p:spPr>
      </p:pic>
      <p:pic>
        <p:nvPicPr>
          <p:cNvPr id="19" name="Immagine 1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63067" y="287165"/>
            <a:ext cx="1152000" cy="703434"/>
          </a:xfrm>
          <a:prstGeom prst="rect">
            <a:avLst/>
          </a:prstGeom>
        </p:spPr>
      </p:pic>
      <p:sp>
        <p:nvSpPr>
          <p:cNvPr id="11" name="CasellaDiTesto 10"/>
          <p:cNvSpPr txBox="1"/>
          <p:nvPr userDrawn="1"/>
        </p:nvSpPr>
        <p:spPr>
          <a:xfrm>
            <a:off x="463081" y="3031092"/>
            <a:ext cx="11199775" cy="5078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6292" fontAlgn="auto">
              <a:spcBef>
                <a:spcPts val="0"/>
              </a:spcBef>
              <a:spcAft>
                <a:spcPts val="0"/>
              </a:spcAft>
            </a:pPr>
            <a:r>
              <a:rPr lang="it-IT" sz="3265" b="1" err="1">
                <a:solidFill>
                  <a:srgbClr val="BD2027"/>
                </a:solidFill>
                <a:latin typeface="Arial Regular"/>
                <a:ea typeface="ＭＳ Ｐゴシック"/>
              </a:rPr>
              <a:t>Thank</a:t>
            </a:r>
            <a:r>
              <a:rPr lang="it-IT" sz="3265" b="1">
                <a:solidFill>
                  <a:srgbClr val="BD2027"/>
                </a:solidFill>
                <a:latin typeface="Arial Regular"/>
                <a:ea typeface="ＭＳ Ｐゴシック"/>
              </a:rPr>
              <a:t> </a:t>
            </a:r>
            <a:r>
              <a:rPr lang="it-IT" sz="3265" b="1" err="1">
                <a:solidFill>
                  <a:srgbClr val="BD2027"/>
                </a:solidFill>
                <a:latin typeface="Arial Regular"/>
                <a:ea typeface="ＭＳ Ｐゴシック"/>
              </a:rPr>
              <a:t>You</a:t>
            </a:r>
            <a:r>
              <a:rPr lang="it-IT" sz="3265" b="1">
                <a:solidFill>
                  <a:srgbClr val="BD2027"/>
                </a:solidFill>
                <a:latin typeface="Arial Regular"/>
                <a:ea typeface="ＭＳ Ｐゴシック"/>
              </a:rPr>
              <a:t>.</a:t>
            </a:r>
          </a:p>
        </p:txBody>
      </p:sp>
      <p:sp>
        <p:nvSpPr>
          <p:cNvPr id="12" name="Segnaposto testo 3"/>
          <p:cNvSpPr>
            <a:spLocks noGrp="1"/>
          </p:cNvSpPr>
          <p:nvPr>
            <p:ph type="body" sz="quarter" idx="11" hasCustomPrompt="1"/>
          </p:nvPr>
        </p:nvSpPr>
        <p:spPr>
          <a:xfrm>
            <a:off x="463100" y="5351464"/>
            <a:ext cx="6107290" cy="251222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17" name="CasellaDiTesto 16"/>
          <p:cNvSpPr txBox="1"/>
          <p:nvPr userDrawn="1"/>
        </p:nvSpPr>
        <p:spPr>
          <a:xfrm>
            <a:off x="463089" y="4645123"/>
            <a:ext cx="6107286" cy="152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6292" fontAlgn="auto">
              <a:spcBef>
                <a:spcPts val="0"/>
              </a:spcBef>
              <a:spcAft>
                <a:spcPts val="0"/>
              </a:spcAft>
            </a:pPr>
            <a:r>
              <a:rPr lang="it-IT" sz="1020" b="1" err="1">
                <a:solidFill>
                  <a:srgbClr val="BD2027"/>
                </a:solidFill>
                <a:latin typeface="Arial Regular"/>
                <a:ea typeface="ＭＳ Ｐゴシック"/>
              </a:rPr>
              <a:t>Contacts</a:t>
            </a:r>
            <a:r>
              <a:rPr lang="it-IT" sz="1020" b="1">
                <a:solidFill>
                  <a:srgbClr val="BD2027"/>
                </a:solidFill>
                <a:latin typeface="Arial Regular"/>
                <a:ea typeface="ＭＳ Ｐゴシック"/>
              </a:rPr>
              <a:t>:</a:t>
            </a:r>
          </a:p>
        </p:txBody>
      </p:sp>
      <p:sp>
        <p:nvSpPr>
          <p:cNvPr id="20" name="Segnaposto testo 3"/>
          <p:cNvSpPr>
            <a:spLocks noGrp="1"/>
          </p:cNvSpPr>
          <p:nvPr>
            <p:ph type="body" sz="quarter" idx="12" hasCustomPrompt="1"/>
          </p:nvPr>
        </p:nvSpPr>
        <p:spPr>
          <a:xfrm>
            <a:off x="463100" y="5605477"/>
            <a:ext cx="6107290" cy="251222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/>
              <a:t>Phone </a:t>
            </a:r>
            <a:r>
              <a:rPr lang="it-IT" err="1"/>
              <a:t>Number</a:t>
            </a:r>
            <a:r>
              <a:rPr lang="it-IT"/>
              <a:t> +39 / Fax </a:t>
            </a:r>
            <a:r>
              <a:rPr lang="it-IT" err="1"/>
              <a:t>Number</a:t>
            </a:r>
            <a:r>
              <a:rPr lang="it-IT"/>
              <a:t> +39 </a:t>
            </a:r>
          </a:p>
        </p:txBody>
      </p:sp>
      <p:sp>
        <p:nvSpPr>
          <p:cNvPr id="21" name="Segnaposto testo 3"/>
          <p:cNvSpPr>
            <a:spLocks noGrp="1"/>
          </p:cNvSpPr>
          <p:nvPr>
            <p:ph type="body" sz="quarter" idx="13" hasCustomPrompt="1"/>
          </p:nvPr>
        </p:nvSpPr>
        <p:spPr>
          <a:xfrm>
            <a:off x="463100" y="5859464"/>
            <a:ext cx="6107290" cy="251222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/>
              <a:t>Website</a:t>
            </a:r>
          </a:p>
        </p:txBody>
      </p:sp>
      <p:sp>
        <p:nvSpPr>
          <p:cNvPr id="22" name="Segnaposto testo 3"/>
          <p:cNvSpPr>
            <a:spLocks noGrp="1"/>
          </p:cNvSpPr>
          <p:nvPr>
            <p:ph type="body" sz="quarter" idx="14" hasCustomPrompt="1"/>
          </p:nvPr>
        </p:nvSpPr>
        <p:spPr>
          <a:xfrm>
            <a:off x="463100" y="5097476"/>
            <a:ext cx="6107290" cy="251222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 err="1"/>
              <a:t>Name</a:t>
            </a:r>
            <a:r>
              <a:rPr lang="it-IT"/>
              <a:t> </a:t>
            </a:r>
            <a:r>
              <a:rPr lang="it-IT" err="1"/>
              <a:t>Surname</a:t>
            </a:r>
            <a:endParaRPr lang="it-IT"/>
          </a:p>
        </p:txBody>
      </p:sp>
      <p:sp>
        <p:nvSpPr>
          <p:cNvPr id="23" name="Segnaposto testo 3"/>
          <p:cNvSpPr>
            <a:spLocks noGrp="1"/>
          </p:cNvSpPr>
          <p:nvPr>
            <p:ph type="body" sz="quarter" idx="15" hasCustomPrompt="1"/>
          </p:nvPr>
        </p:nvSpPr>
        <p:spPr>
          <a:xfrm>
            <a:off x="463100" y="4838078"/>
            <a:ext cx="6107290" cy="251222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 err="1"/>
              <a:t>Department</a:t>
            </a:r>
            <a:endParaRPr lang="it-IT"/>
          </a:p>
        </p:txBody>
      </p:sp>
      <p:pic>
        <p:nvPicPr>
          <p:cNvPr id="40" name="Picture 39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8853277" y="5681842"/>
            <a:ext cx="410603" cy="307952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9337246" y="5681842"/>
            <a:ext cx="410603" cy="30795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9798076" y="5681842"/>
            <a:ext cx="410603" cy="307952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0279875" y="5681842"/>
            <a:ext cx="410603" cy="307952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1235076" y="5681842"/>
            <a:ext cx="410603" cy="307952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10761675" y="5681842"/>
            <a:ext cx="410603" cy="30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29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2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2154486"/>
            <a:ext cx="11182249" cy="845040"/>
          </a:xfrm>
        </p:spPr>
        <p:txBody>
          <a:bodyPr/>
          <a:lstStyle>
            <a:lvl1pPr>
              <a:lnSpc>
                <a:spcPts val="3500"/>
              </a:lnSpc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Presentation Title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33/35pt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3105317"/>
            <a:ext cx="11182249" cy="71226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2041" baseline="0">
                <a:solidFill>
                  <a:schemeClr val="bg1">
                    <a:lumMod val="50000"/>
                  </a:schemeClr>
                </a:solidFill>
              </a:defRPr>
            </a:lvl1pPr>
            <a:lvl2pPr marL="4562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25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8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5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14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7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40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0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Presentation </a:t>
            </a:r>
            <a:r>
              <a:rPr lang="it-IT" err="1"/>
              <a:t>Subtitle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20/24pt</a:t>
            </a:r>
          </a:p>
        </p:txBody>
      </p:sp>
      <p:sp>
        <p:nvSpPr>
          <p:cNvPr id="13" name="CasellaDiTesto 12"/>
          <p:cNvSpPr txBox="1"/>
          <p:nvPr userDrawn="1"/>
        </p:nvSpPr>
        <p:spPr>
          <a:xfrm>
            <a:off x="8450567" y="304806"/>
            <a:ext cx="1904431" cy="1985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6292" fontAlgn="auto">
              <a:spcBef>
                <a:spcPts val="0"/>
              </a:spcBef>
              <a:spcAft>
                <a:spcPts val="0"/>
              </a:spcAft>
            </a:pPr>
            <a:r>
              <a:rPr lang="it-IT" sz="1224" b="1" err="1">
                <a:solidFill>
                  <a:srgbClr val="BD2027"/>
                </a:solidFill>
                <a:latin typeface="Arial Regular"/>
                <a:ea typeface="ＭＳ Ｐゴシック"/>
              </a:rPr>
              <a:t>Department</a:t>
            </a:r>
            <a:r>
              <a:rPr lang="it-IT" sz="1224" b="1">
                <a:solidFill>
                  <a:srgbClr val="BD2027"/>
                </a:solidFill>
                <a:latin typeface="Arial Regular"/>
                <a:ea typeface="ＭＳ Ｐゴシック"/>
              </a:rPr>
              <a:t>: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8450567" y="889026"/>
            <a:ext cx="1904431" cy="2070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6292" fontAlgn="auto">
              <a:spcBef>
                <a:spcPts val="0"/>
              </a:spcBef>
              <a:spcAft>
                <a:spcPts val="0"/>
              </a:spcAft>
            </a:pPr>
            <a:r>
              <a:rPr lang="it-IT" sz="1224" b="1">
                <a:solidFill>
                  <a:srgbClr val="BD2027"/>
                </a:solidFill>
                <a:latin typeface="Arial Regular"/>
                <a:ea typeface="ＭＳ Ｐゴシック"/>
              </a:rPr>
              <a:t>Country:</a:t>
            </a:r>
          </a:p>
        </p:txBody>
      </p:sp>
      <p:sp>
        <p:nvSpPr>
          <p:cNvPr id="15" name="Segnaposto testo 3"/>
          <p:cNvSpPr>
            <a:spLocks noGrp="1"/>
          </p:cNvSpPr>
          <p:nvPr>
            <p:ph type="body" sz="quarter" idx="11" hasCustomPrompt="1"/>
          </p:nvPr>
        </p:nvSpPr>
        <p:spPr>
          <a:xfrm>
            <a:off x="8451606" y="511080"/>
            <a:ext cx="3183467" cy="157014"/>
          </a:xfrm>
        </p:spPr>
        <p:txBody>
          <a:bodyPr/>
          <a:lstStyle>
            <a:lvl1pPr marL="0" marR="0" indent="0" algn="l" defTabSz="456292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24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l" defTabSz="456292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err="1"/>
              <a:t>Insert</a:t>
            </a:r>
            <a:r>
              <a:rPr lang="it-IT"/>
              <a:t> </a:t>
            </a:r>
            <a:r>
              <a:rPr lang="it-IT" err="1"/>
              <a:t>Department</a:t>
            </a:r>
            <a:r>
              <a:rPr lang="it-IT"/>
              <a:t> </a:t>
            </a:r>
            <a:r>
              <a:rPr lang="it-IT" err="1"/>
              <a:t>Name</a:t>
            </a:r>
            <a:endParaRPr lang="it-IT"/>
          </a:p>
        </p:txBody>
      </p:sp>
      <p:sp>
        <p:nvSpPr>
          <p:cNvPr id="16" name="Segnaposto testo 3"/>
          <p:cNvSpPr>
            <a:spLocks noGrp="1"/>
          </p:cNvSpPr>
          <p:nvPr>
            <p:ph type="body" sz="quarter" idx="12" hasCustomPrompt="1"/>
          </p:nvPr>
        </p:nvSpPr>
        <p:spPr>
          <a:xfrm>
            <a:off x="8451606" y="1096050"/>
            <a:ext cx="3183467" cy="188417"/>
          </a:xfrm>
        </p:spPr>
        <p:txBody>
          <a:bodyPr/>
          <a:lstStyle>
            <a:lvl1pPr>
              <a:defRPr sz="1224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 err="1"/>
              <a:t>Insert</a:t>
            </a:r>
            <a:r>
              <a:rPr lang="it-IT"/>
              <a:t> Country </a:t>
            </a:r>
            <a:r>
              <a:rPr lang="it-IT" err="1"/>
              <a:t>Name</a:t>
            </a:r>
            <a:endParaRPr lang="it-IT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 cstate="print"/>
          <a:srcRect r="21050"/>
          <a:stretch/>
        </p:blipFill>
        <p:spPr>
          <a:xfrm>
            <a:off x="21" y="24"/>
            <a:ext cx="267377" cy="6858000"/>
          </a:xfrm>
          <a:prstGeom prst="rect">
            <a:avLst/>
          </a:prstGeom>
        </p:spPr>
      </p:pic>
      <p:pic>
        <p:nvPicPr>
          <p:cNvPr id="19" name="Immagine 1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63067" y="287165"/>
            <a:ext cx="1152000" cy="70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37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678237"/>
            <a:ext cx="11182249" cy="287860"/>
          </a:xfrm>
        </p:spPr>
        <p:txBody>
          <a:bodyPr/>
          <a:lstStyle>
            <a:lvl1pPr>
              <a:lnSpc>
                <a:spcPts val="2200"/>
              </a:lnSpc>
              <a:defRPr sz="2041" b="0" i="0" baseline="0">
                <a:solidFill>
                  <a:srgbClr val="C00000"/>
                </a:solidFill>
              </a:defRPr>
            </a:lvl1pPr>
          </a:lstStyle>
          <a:p>
            <a:r>
              <a:rPr lang="it-IT" err="1"/>
              <a:t>Section</a:t>
            </a:r>
            <a:r>
              <a:rPr lang="it-IT"/>
              <a:t> 00</a:t>
            </a:r>
          </a:p>
        </p:txBody>
      </p:sp>
      <p:sp>
        <p:nvSpPr>
          <p:cNvPr id="14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3105317"/>
            <a:ext cx="11182249" cy="71226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2041" baseline="0">
                <a:solidFill>
                  <a:srgbClr val="7F7F7F"/>
                </a:solidFill>
              </a:defRPr>
            </a:lvl1pPr>
            <a:lvl2pPr marL="4562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25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8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5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14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7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40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0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err="1"/>
              <a:t>Section</a:t>
            </a:r>
            <a:r>
              <a:rPr lang="it-IT"/>
              <a:t> </a:t>
            </a:r>
            <a:r>
              <a:rPr lang="it-IT" err="1"/>
              <a:t>Subtitle</a:t>
            </a:r>
            <a:r>
              <a:rPr lang="it-IT"/>
              <a:t>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20/24pt</a:t>
            </a:r>
          </a:p>
        </p:txBody>
      </p:sp>
      <p:sp>
        <p:nvSpPr>
          <p:cNvPr id="17" name="Segnaposto testo 2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6" y="2130432"/>
            <a:ext cx="11182249" cy="889747"/>
          </a:xfrm>
        </p:spPr>
        <p:txBody>
          <a:bodyPr/>
          <a:lstStyle>
            <a:lvl1pPr>
              <a:lnSpc>
                <a:spcPts val="3500"/>
              </a:lnSpc>
              <a:defRPr sz="3265" b="1" i="0" baseline="0"/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Title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33/35pt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2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787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32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14" name="object 3"/>
          <p:cNvSpPr txBox="1"/>
          <p:nvPr userDrawn="1"/>
        </p:nvSpPr>
        <p:spPr>
          <a:xfrm>
            <a:off x="477032" y="716319"/>
            <a:ext cx="1780814" cy="318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73" defTabSz="456292" fontAlgn="auto">
              <a:lnSpc>
                <a:spcPct val="95825"/>
              </a:lnSpc>
              <a:spcBef>
                <a:spcPts val="10"/>
              </a:spcBef>
              <a:spcAft>
                <a:spcPts val="0"/>
              </a:spcAft>
            </a:pPr>
            <a:r>
              <a:rPr lang="it-IT" sz="2041">
                <a:solidFill>
                  <a:srgbClr val="BD2027"/>
                </a:solidFill>
                <a:latin typeface="Arial"/>
                <a:ea typeface="ＭＳ Ｐゴシック"/>
                <a:cs typeface="Arial"/>
              </a:rPr>
              <a:t>Agenda</a:t>
            </a:r>
            <a:endParaRPr sz="2041">
              <a:solidFill>
                <a:srgbClr val="BD2027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3"/>
          </p:nvPr>
        </p:nvSpPr>
        <p:spPr>
          <a:xfrm>
            <a:off x="476254" y="1224444"/>
            <a:ext cx="11176001" cy="4861256"/>
          </a:xfrm>
        </p:spPr>
        <p:txBody>
          <a:bodyPr bIns="0" numCol="2" spcCol="211303">
            <a:noAutofit/>
          </a:bodyPr>
          <a:lstStyle>
            <a:lvl1pPr marL="171107" indent="-171107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Lucida Grande"/>
              <a:buChar char="-"/>
              <a:defRPr sz="1224" b="1" i="0" baseline="0"/>
            </a:lvl1pPr>
            <a:lvl2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Lucida Grande"/>
              <a:buChar char="-"/>
              <a:defRPr sz="1224" baseline="0"/>
            </a:lvl2pPr>
            <a:lvl3pPr marL="538930" indent="-179643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charset="2"/>
              <a:buChar char="§"/>
              <a:defRPr sz="1224" baseline="0"/>
            </a:lvl3pPr>
            <a:lvl4pPr marL="732944" indent="-179643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SzPct val="60000"/>
              <a:buFont typeface="Wingdings" charset="2"/>
              <a:buChar char="²"/>
              <a:defRPr sz="1224" baseline="0"/>
            </a:lvl4pPr>
            <a:lvl5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SzPct val="60000"/>
              <a:defRPr sz="1224" baseline="0"/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2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28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ic Slide: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32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14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433631"/>
            <a:ext cx="11182249" cy="575718"/>
          </a:xfrm>
        </p:spPr>
        <p:txBody>
          <a:bodyPr/>
          <a:lstStyle>
            <a:lvl1pPr>
              <a:lnSpc>
                <a:spcPts val="2200"/>
              </a:lnSpc>
              <a:defRPr sz="2041" b="0" i="0" baseline="0">
                <a:solidFill>
                  <a:srgbClr val="C00000"/>
                </a:solidFill>
              </a:defRPr>
            </a:lvl1pPr>
          </a:lstStyle>
          <a:p>
            <a:r>
              <a:rPr lang="it-IT"/>
              <a:t>Slide Title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  <p:sp>
        <p:nvSpPr>
          <p:cNvPr id="15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1070623"/>
            <a:ext cx="11182249" cy="456408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spcBef>
                <a:spcPts val="0"/>
              </a:spcBef>
              <a:buNone/>
              <a:defRPr sz="1529" baseline="0">
                <a:solidFill>
                  <a:srgbClr val="7F7F7F"/>
                </a:solidFill>
              </a:defRPr>
            </a:lvl1pPr>
            <a:lvl2pPr marL="4562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25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8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5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14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7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40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0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8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99" y="273559"/>
            <a:ext cx="2964166" cy="115990"/>
          </a:xfrm>
        </p:spPr>
        <p:txBody>
          <a:bodyPr>
            <a:normAutofit/>
          </a:bodyPr>
          <a:lstStyle>
            <a:lvl1pPr>
              <a:lnSpc>
                <a:spcPts val="700"/>
              </a:lnSpc>
              <a:defRPr sz="714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2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  <p:sp>
        <p:nvSpPr>
          <p:cNvPr id="16" name="Segnaposto contenuto 2"/>
          <p:cNvSpPr>
            <a:spLocks noGrp="1"/>
          </p:cNvSpPr>
          <p:nvPr>
            <p:ph sz="quarter" idx="15"/>
          </p:nvPr>
        </p:nvSpPr>
        <p:spPr>
          <a:xfrm>
            <a:off x="463551" y="1682750"/>
            <a:ext cx="11188699" cy="125611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4136711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32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20" name="Segnaposto testo 18"/>
          <p:cNvSpPr>
            <a:spLocks noGrp="1"/>
          </p:cNvSpPr>
          <p:nvPr>
            <p:ph type="body" sz="quarter" idx="14"/>
          </p:nvPr>
        </p:nvSpPr>
        <p:spPr>
          <a:xfrm>
            <a:off x="463551" y="1682751"/>
            <a:ext cx="11188699" cy="753668"/>
          </a:xfrm>
        </p:spPr>
        <p:txBody>
          <a:bodyPr numCol="2" spcCol="176087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2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  <p:sp>
        <p:nvSpPr>
          <p:cNvPr id="13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433631"/>
            <a:ext cx="11182249" cy="575718"/>
          </a:xfrm>
        </p:spPr>
        <p:txBody>
          <a:bodyPr/>
          <a:lstStyle>
            <a:lvl1pPr>
              <a:lnSpc>
                <a:spcPts val="2200"/>
              </a:lnSpc>
              <a:defRPr sz="2041" b="0" i="0" baseline="0">
                <a:solidFill>
                  <a:srgbClr val="C00000"/>
                </a:solidFill>
              </a:defRPr>
            </a:lvl1pPr>
          </a:lstStyle>
          <a:p>
            <a:r>
              <a:rPr lang="it-IT"/>
              <a:t>Slide Title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  <p:sp>
        <p:nvSpPr>
          <p:cNvPr id="18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1070623"/>
            <a:ext cx="11182249" cy="456408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spcBef>
                <a:spcPts val="0"/>
              </a:spcBef>
              <a:buNone/>
              <a:defRPr sz="1529" baseline="0">
                <a:solidFill>
                  <a:srgbClr val="7F7F7F"/>
                </a:solidFill>
              </a:defRPr>
            </a:lvl1pPr>
            <a:lvl2pPr marL="4562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25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8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5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14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7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40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0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9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99" y="273559"/>
            <a:ext cx="2964166" cy="115990"/>
          </a:xfrm>
        </p:spPr>
        <p:txBody>
          <a:bodyPr>
            <a:normAutofit/>
          </a:bodyPr>
          <a:lstStyle>
            <a:lvl1pPr>
              <a:lnSpc>
                <a:spcPts val="700"/>
              </a:lnSpc>
              <a:defRPr sz="714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</p:spTree>
    <p:extLst>
      <p:ext uri="{BB962C8B-B14F-4D97-AF65-F5344CB8AC3E}">
        <p14:creationId xmlns:p14="http://schemas.microsoft.com/office/powerpoint/2010/main" val="886936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32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19" name="Segnaposto testo 18"/>
          <p:cNvSpPr>
            <a:spLocks noGrp="1"/>
          </p:cNvSpPr>
          <p:nvPr>
            <p:ph type="body" sz="quarter" idx="14"/>
          </p:nvPr>
        </p:nvSpPr>
        <p:spPr>
          <a:xfrm>
            <a:off x="463551" y="1682751"/>
            <a:ext cx="11188699" cy="968253"/>
          </a:xfrm>
        </p:spPr>
        <p:txBody>
          <a:bodyPr wrap="square"/>
          <a:lstStyle>
            <a:lvl1pPr marL="0" indent="0" algn="l">
              <a:lnSpc>
                <a:spcPts val="2200"/>
              </a:lnSpc>
              <a:buClr>
                <a:schemeClr val="tx2"/>
              </a:buClr>
              <a:buFont typeface="Wingdings" charset="2"/>
              <a:buChar char="v"/>
              <a:defRPr sz="2041" b="1" i="0" baseline="0"/>
            </a:lvl1pPr>
            <a:lvl2pPr marL="0" indent="-179643">
              <a:lnSpc>
                <a:spcPts val="1600"/>
              </a:lnSpc>
              <a:spcAft>
                <a:spcPts val="0"/>
              </a:spcAft>
              <a:buClr>
                <a:schemeClr val="tx1"/>
              </a:buClr>
              <a:buFont typeface="Lucida Grande"/>
              <a:buChar char="-"/>
              <a:defRPr sz="1020" baseline="0"/>
            </a:lvl2pPr>
            <a:lvl3pPr marL="0" indent="-179643">
              <a:buFont typeface="Arial"/>
              <a:buChar char="•"/>
              <a:defRPr sz="1020"/>
            </a:lvl3pPr>
            <a:lvl4pPr marL="0" indent="-179643">
              <a:defRPr sz="1020"/>
            </a:lvl4pPr>
            <a:lvl5pPr marL="0" indent="-179643">
              <a:buFont typeface="Arial"/>
              <a:buChar char="•"/>
              <a:defRPr sz="1020"/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2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  <p:sp>
        <p:nvSpPr>
          <p:cNvPr id="17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433631"/>
            <a:ext cx="11182249" cy="575718"/>
          </a:xfrm>
        </p:spPr>
        <p:txBody>
          <a:bodyPr/>
          <a:lstStyle>
            <a:lvl1pPr>
              <a:lnSpc>
                <a:spcPts val="2200"/>
              </a:lnSpc>
              <a:defRPr sz="2041" b="0" i="0" baseline="0">
                <a:solidFill>
                  <a:srgbClr val="C00000"/>
                </a:solidFill>
              </a:defRPr>
            </a:lvl1pPr>
          </a:lstStyle>
          <a:p>
            <a:r>
              <a:rPr lang="it-IT"/>
              <a:t>Slide Title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  <p:sp>
        <p:nvSpPr>
          <p:cNvPr id="20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1070623"/>
            <a:ext cx="11182249" cy="456408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spcBef>
                <a:spcPts val="0"/>
              </a:spcBef>
              <a:buNone/>
              <a:defRPr sz="1529" baseline="0">
                <a:solidFill>
                  <a:srgbClr val="7F7F7F"/>
                </a:solidFill>
              </a:defRPr>
            </a:lvl1pPr>
            <a:lvl2pPr marL="4562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25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8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5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14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7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40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0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22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99" y="273559"/>
            <a:ext cx="2964166" cy="115990"/>
          </a:xfrm>
        </p:spPr>
        <p:txBody>
          <a:bodyPr>
            <a:normAutofit/>
          </a:bodyPr>
          <a:lstStyle>
            <a:lvl1pPr>
              <a:lnSpc>
                <a:spcPts val="700"/>
              </a:lnSpc>
              <a:defRPr sz="714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</p:spTree>
    <p:extLst>
      <p:ext uri="{BB962C8B-B14F-4D97-AF65-F5344CB8AC3E}">
        <p14:creationId xmlns:p14="http://schemas.microsoft.com/office/powerpoint/2010/main" val="1285381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Item + Tex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32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8"/>
          </p:nvPr>
        </p:nvSpPr>
        <p:spPr>
          <a:xfrm>
            <a:off x="463551" y="4758687"/>
            <a:ext cx="11188699" cy="831589"/>
          </a:xfrm>
        </p:spPr>
        <p:txBody>
          <a:bodyPr wrap="square" lIns="70434" tIns="70434" rIns="70434"/>
          <a:lstStyle>
            <a:lvl1pPr>
              <a:lnSpc>
                <a:spcPts val="1000"/>
              </a:lnSpc>
              <a:defRPr sz="816"/>
            </a:lvl1pPr>
            <a:lvl2pPr marL="194014" indent="-194014">
              <a:lnSpc>
                <a:spcPts val="1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Arial"/>
              <a:buChar char="•"/>
              <a:defRPr sz="816" b="0" i="0"/>
            </a:lvl2pPr>
            <a:lvl3pPr marL="459883" indent="-194014">
              <a:lnSpc>
                <a:spcPts val="1000"/>
              </a:lnSpc>
              <a:buClr>
                <a:schemeClr val="tx2"/>
              </a:buClr>
              <a:buFont typeface="Wingdings" charset="2"/>
              <a:buChar char="ü"/>
              <a:defRPr sz="816"/>
            </a:lvl3pPr>
            <a:lvl4pPr marL="459883" indent="-194014">
              <a:lnSpc>
                <a:spcPts val="1000"/>
              </a:lnSpc>
              <a:defRPr sz="816"/>
            </a:lvl4pPr>
            <a:lvl5pPr marL="459883" indent="-194014">
              <a:lnSpc>
                <a:spcPts val="1000"/>
              </a:lnSpc>
              <a:defRPr sz="816"/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ttangolo 3"/>
          <p:cNvSpPr/>
          <p:nvPr userDrawn="1"/>
        </p:nvSpPr>
        <p:spPr>
          <a:xfrm>
            <a:off x="463093" y="4758701"/>
            <a:ext cx="11189428" cy="130239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266" tIns="45630" rIns="91266" bIns="45630" rtlCol="0" anchor="ctr"/>
          <a:lstStyle/>
          <a:p>
            <a:pPr algn="ctr" defTabSz="456292" fontAlgn="auto">
              <a:spcBef>
                <a:spcPts val="0"/>
              </a:spcBef>
              <a:spcAft>
                <a:spcPts val="0"/>
              </a:spcAft>
            </a:pPr>
            <a:endParaRPr lang="it-IT" sz="1837">
              <a:solidFill>
                <a:prstClr val="white"/>
              </a:solidFill>
            </a:endParaRPr>
          </a:p>
        </p:txBody>
      </p:sp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2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  <p:sp>
        <p:nvSpPr>
          <p:cNvPr id="15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433631"/>
            <a:ext cx="11182249" cy="575718"/>
          </a:xfrm>
        </p:spPr>
        <p:txBody>
          <a:bodyPr/>
          <a:lstStyle>
            <a:lvl1pPr>
              <a:lnSpc>
                <a:spcPts val="2200"/>
              </a:lnSpc>
              <a:defRPr sz="2041" b="0" i="0" baseline="0">
                <a:solidFill>
                  <a:srgbClr val="C00000"/>
                </a:solidFill>
              </a:defRPr>
            </a:lvl1pPr>
          </a:lstStyle>
          <a:p>
            <a:r>
              <a:rPr lang="it-IT"/>
              <a:t>Slide Title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  <p:sp>
        <p:nvSpPr>
          <p:cNvPr id="18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1070623"/>
            <a:ext cx="11182249" cy="456408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spcBef>
                <a:spcPts val="0"/>
              </a:spcBef>
              <a:buNone/>
              <a:defRPr sz="1529" baseline="0">
                <a:solidFill>
                  <a:srgbClr val="7F7F7F"/>
                </a:solidFill>
              </a:defRPr>
            </a:lvl1pPr>
            <a:lvl2pPr marL="4562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25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8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5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14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7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40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0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9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99" y="273559"/>
            <a:ext cx="2964166" cy="115990"/>
          </a:xfrm>
        </p:spPr>
        <p:txBody>
          <a:bodyPr>
            <a:normAutofit/>
          </a:bodyPr>
          <a:lstStyle>
            <a:lvl1pPr>
              <a:lnSpc>
                <a:spcPts val="700"/>
              </a:lnSpc>
              <a:defRPr sz="714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sp>
        <p:nvSpPr>
          <p:cNvPr id="17" name="Segnaposto contenuto 4"/>
          <p:cNvSpPr>
            <a:spLocks noGrp="1"/>
          </p:cNvSpPr>
          <p:nvPr>
            <p:ph sz="quarter" idx="21"/>
          </p:nvPr>
        </p:nvSpPr>
        <p:spPr>
          <a:xfrm>
            <a:off x="463551" y="1682751"/>
            <a:ext cx="11188699" cy="125611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966149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ext 1 + Item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32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17" name="Segnaposto testo 2"/>
          <p:cNvSpPr>
            <a:spLocks noGrp="1"/>
          </p:cNvSpPr>
          <p:nvPr>
            <p:ph type="body" sz="quarter" idx="20"/>
          </p:nvPr>
        </p:nvSpPr>
        <p:spPr>
          <a:xfrm>
            <a:off x="463551" y="1682752"/>
            <a:ext cx="11188699" cy="831589"/>
          </a:xfrm>
        </p:spPr>
        <p:txBody>
          <a:bodyPr wrap="square" lIns="70434" tIns="70434" rIns="70434"/>
          <a:lstStyle>
            <a:lvl1pPr>
              <a:lnSpc>
                <a:spcPts val="1000"/>
              </a:lnSpc>
              <a:defRPr sz="816"/>
            </a:lvl1pPr>
            <a:lvl2pPr marL="194014" indent="-194014">
              <a:lnSpc>
                <a:spcPts val="1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Arial"/>
              <a:buChar char="•"/>
              <a:defRPr sz="816" b="0" i="0"/>
            </a:lvl2pPr>
            <a:lvl3pPr marL="459883" indent="-194014">
              <a:lnSpc>
                <a:spcPts val="1000"/>
              </a:lnSpc>
              <a:buClr>
                <a:schemeClr val="tx2"/>
              </a:buClr>
              <a:buFont typeface="Wingdings" charset="2"/>
              <a:buChar char="ü"/>
              <a:defRPr sz="816"/>
            </a:lvl3pPr>
            <a:lvl4pPr marL="459883" indent="-194014">
              <a:lnSpc>
                <a:spcPts val="1000"/>
              </a:lnSpc>
              <a:defRPr sz="816"/>
            </a:lvl4pPr>
            <a:lvl5pPr marL="459883" indent="-194014">
              <a:lnSpc>
                <a:spcPts val="1000"/>
              </a:lnSpc>
              <a:defRPr sz="816"/>
            </a:lvl5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21" name="Rettangolo 20"/>
          <p:cNvSpPr/>
          <p:nvPr userDrawn="1"/>
        </p:nvSpPr>
        <p:spPr>
          <a:xfrm>
            <a:off x="463093" y="1682761"/>
            <a:ext cx="11189428" cy="130239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266" tIns="45630" rIns="91266" bIns="45630" rtlCol="0" anchor="ctr"/>
          <a:lstStyle/>
          <a:p>
            <a:pPr algn="ctr" defTabSz="456292" fontAlgn="auto">
              <a:spcBef>
                <a:spcPts val="0"/>
              </a:spcBef>
              <a:spcAft>
                <a:spcPts val="0"/>
              </a:spcAft>
            </a:pPr>
            <a:endParaRPr lang="it-IT" sz="1837">
              <a:solidFill>
                <a:prstClr val="white"/>
              </a:solidFill>
            </a:endParaRPr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2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  <p:sp>
        <p:nvSpPr>
          <p:cNvPr id="15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433631"/>
            <a:ext cx="11182249" cy="575718"/>
          </a:xfrm>
        </p:spPr>
        <p:txBody>
          <a:bodyPr/>
          <a:lstStyle>
            <a:lvl1pPr>
              <a:lnSpc>
                <a:spcPts val="2200"/>
              </a:lnSpc>
              <a:defRPr sz="2041" b="0" i="0" baseline="0">
                <a:solidFill>
                  <a:srgbClr val="C00000"/>
                </a:solidFill>
              </a:defRPr>
            </a:lvl1pPr>
          </a:lstStyle>
          <a:p>
            <a:r>
              <a:rPr lang="it-IT"/>
              <a:t>Slide Title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  <p:sp>
        <p:nvSpPr>
          <p:cNvPr id="18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1070623"/>
            <a:ext cx="11182249" cy="456408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spcBef>
                <a:spcPts val="0"/>
              </a:spcBef>
              <a:buNone/>
              <a:defRPr sz="1529" baseline="0">
                <a:solidFill>
                  <a:srgbClr val="7F7F7F"/>
                </a:solidFill>
              </a:defRPr>
            </a:lvl1pPr>
            <a:lvl2pPr marL="4562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25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8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5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14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7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40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0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Slide </a:t>
            </a:r>
            <a:r>
              <a:rPr lang="it-IT" err="1"/>
              <a:t>Subtitle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9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99" y="273559"/>
            <a:ext cx="2964166" cy="115990"/>
          </a:xfrm>
        </p:spPr>
        <p:txBody>
          <a:bodyPr>
            <a:normAutofit/>
          </a:bodyPr>
          <a:lstStyle>
            <a:lvl1pPr>
              <a:lnSpc>
                <a:spcPts val="700"/>
              </a:lnSpc>
              <a:defRPr sz="714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it-IT" err="1"/>
              <a:t>Section</a:t>
            </a:r>
            <a:r>
              <a:rPr lang="it-IT"/>
              <a:t> 00</a:t>
            </a:r>
          </a:p>
        </p:txBody>
      </p:sp>
      <p:sp>
        <p:nvSpPr>
          <p:cNvPr id="20" name="Segnaposto contenuto 2"/>
          <p:cNvSpPr>
            <a:spLocks noGrp="1"/>
          </p:cNvSpPr>
          <p:nvPr>
            <p:ph sz="quarter" idx="22"/>
          </p:nvPr>
        </p:nvSpPr>
        <p:spPr>
          <a:xfrm>
            <a:off x="463551" y="3084513"/>
            <a:ext cx="11188699" cy="125611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849436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ck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32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prstClr val="white">
                    <a:lumMod val="50000"/>
                  </a:prstClr>
                </a:solidFill>
              </a:rPr>
              <a:pPr defTabSz="932863"/>
              <a:t>‹#›</a:t>
            </a:fld>
            <a:endParaRPr lang="it-IT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10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678237"/>
            <a:ext cx="11182249" cy="287860"/>
          </a:xfrm>
        </p:spPr>
        <p:txBody>
          <a:bodyPr/>
          <a:lstStyle>
            <a:lvl1pPr>
              <a:lnSpc>
                <a:spcPts val="2200"/>
              </a:lnSpc>
              <a:defRPr sz="2041" b="0" i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it-IT"/>
              <a:t>Back-Up</a:t>
            </a:r>
          </a:p>
        </p:txBody>
      </p:sp>
      <p:sp>
        <p:nvSpPr>
          <p:cNvPr id="11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3105317"/>
            <a:ext cx="11182249" cy="71226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2041" baseline="0">
                <a:solidFill>
                  <a:schemeClr val="bg1">
                    <a:lumMod val="50000"/>
                  </a:schemeClr>
                </a:solidFill>
              </a:defRPr>
            </a:lvl1pPr>
            <a:lvl2pPr marL="4562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25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88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51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14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77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40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0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Back-Up </a:t>
            </a:r>
            <a:r>
              <a:rPr lang="it-IT" err="1"/>
              <a:t>Subtitle</a:t>
            </a:r>
            <a:r>
              <a:rPr lang="it-IT"/>
              <a:t>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20/24pt</a:t>
            </a:r>
          </a:p>
        </p:txBody>
      </p:sp>
      <p:sp>
        <p:nvSpPr>
          <p:cNvPr id="12" name="Segnaposto testo 2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6" y="2130432"/>
            <a:ext cx="11182249" cy="889747"/>
          </a:xfrm>
        </p:spPr>
        <p:txBody>
          <a:bodyPr/>
          <a:lstStyle>
            <a:lvl1pPr>
              <a:lnSpc>
                <a:spcPts val="3500"/>
              </a:lnSpc>
              <a:defRPr sz="3265" b="1" i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/>
              <a:t>Back-Up Title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33/35pt</a:t>
            </a:r>
          </a:p>
        </p:txBody>
      </p:sp>
    </p:spTree>
    <p:extLst>
      <p:ext uri="{BB962C8B-B14F-4D97-AF65-F5344CB8AC3E}">
        <p14:creationId xmlns:p14="http://schemas.microsoft.com/office/powerpoint/2010/main" val="4118316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3519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18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8" y="6459985"/>
            <a:ext cx="3860800" cy="1143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714" baseline="0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  <p:sp>
        <p:nvSpPr>
          <p:cNvPr id="13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678223"/>
            <a:ext cx="11182249" cy="287860"/>
          </a:xfrm>
        </p:spPr>
        <p:txBody>
          <a:bodyPr/>
          <a:lstStyle>
            <a:lvl1pPr>
              <a:lnSpc>
                <a:spcPts val="2200"/>
              </a:lnSpc>
              <a:defRPr sz="2041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Sezione 00</a:t>
            </a:r>
          </a:p>
        </p:txBody>
      </p:sp>
      <p:sp>
        <p:nvSpPr>
          <p:cNvPr id="14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3105317"/>
            <a:ext cx="11182249" cy="71226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2041" baseline="0">
                <a:solidFill>
                  <a:srgbClr val="7F7F7F"/>
                </a:solidFill>
              </a:defRPr>
            </a:lvl1pPr>
            <a:lvl2pPr marL="4565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Sottotitolo sezione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20/24pt</a:t>
            </a:r>
          </a:p>
        </p:txBody>
      </p:sp>
      <p:sp>
        <p:nvSpPr>
          <p:cNvPr id="17" name="Segnaposto testo 2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6" y="2130428"/>
            <a:ext cx="11182249" cy="897682"/>
          </a:xfrm>
        </p:spPr>
        <p:txBody>
          <a:bodyPr/>
          <a:lstStyle>
            <a:lvl1pPr>
              <a:lnSpc>
                <a:spcPts val="3500"/>
              </a:lnSpc>
              <a:defRPr sz="3265" b="1" i="0" baseline="0"/>
            </a:lvl1pPr>
          </a:lstStyle>
          <a:p>
            <a:pPr lvl="0"/>
            <a:r>
              <a:rPr lang="it-IT"/>
              <a:t>Titolo sezione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33/35pt</a:t>
            </a:r>
          </a:p>
        </p:txBody>
      </p:sp>
      <p:pic>
        <p:nvPicPr>
          <p:cNvPr id="18" name="Immagine 1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52967" y="6216113"/>
            <a:ext cx="592375" cy="3600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3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  <p:sp>
        <p:nvSpPr>
          <p:cNvPr id="10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25" y="6459984"/>
            <a:ext cx="1066421" cy="1143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513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18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8" y="6459985"/>
            <a:ext cx="3860800" cy="1143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714" baseline="0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  <p:sp>
        <p:nvSpPr>
          <p:cNvPr id="14" name="object 3"/>
          <p:cNvSpPr txBox="1"/>
          <p:nvPr userDrawn="1"/>
        </p:nvSpPr>
        <p:spPr>
          <a:xfrm>
            <a:off x="477032" y="716314"/>
            <a:ext cx="1780814" cy="318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80" defTabSz="456533" fontAlgn="auto">
              <a:lnSpc>
                <a:spcPct val="95825"/>
              </a:lnSpc>
              <a:spcBef>
                <a:spcPts val="10"/>
              </a:spcBef>
              <a:spcAft>
                <a:spcPts val="0"/>
              </a:spcAft>
            </a:pPr>
            <a:r>
              <a:rPr lang="it-IT" sz="2041">
                <a:solidFill>
                  <a:srgbClr val="BD2027"/>
                </a:solidFill>
                <a:latin typeface="Arial"/>
                <a:ea typeface="ＭＳ Ｐゴシック"/>
                <a:cs typeface="Arial"/>
              </a:rPr>
              <a:t>Agenda</a:t>
            </a:r>
            <a:endParaRPr sz="2041">
              <a:solidFill>
                <a:srgbClr val="BD2027"/>
              </a:solidFill>
              <a:latin typeface="Arial"/>
              <a:ea typeface="ＭＳ Ｐゴシック"/>
              <a:cs typeface="Arial"/>
            </a:endParaRPr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3" hasCustomPrompt="1"/>
          </p:nvPr>
        </p:nvSpPr>
        <p:spPr>
          <a:xfrm>
            <a:off x="476254" y="1224444"/>
            <a:ext cx="11176001" cy="4861256"/>
          </a:xfrm>
        </p:spPr>
        <p:txBody>
          <a:bodyPr bIns="0" numCol="2" spcCol="211418">
            <a:noAutofit/>
          </a:bodyPr>
          <a:lstStyle>
            <a:lvl1pPr marL="171201" indent="-17120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Font typeface="Lucida Grande"/>
              <a:buChar char="-"/>
              <a:defRPr sz="1224" b="1" i="0" baseline="0"/>
            </a:lvl1pPr>
            <a:lvl2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Lucida Grande"/>
              <a:buChar char="-"/>
              <a:defRPr sz="1224" baseline="0"/>
            </a:lvl2pPr>
            <a:lvl3pPr marL="539214" indent="-179738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charset="2"/>
              <a:buChar char="§"/>
              <a:defRPr sz="1224" baseline="0"/>
            </a:lvl3pPr>
            <a:lvl4pPr marL="733332" indent="-179738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SzPct val="60000"/>
              <a:buFont typeface="Wingdings" charset="2"/>
              <a:buChar char="²"/>
              <a:defRPr sz="1224" baseline="0"/>
            </a:lvl4pPr>
            <a:lvl5pPr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SzPct val="60000"/>
              <a:defRPr sz="1224" baseline="0"/>
            </a:lvl5pPr>
          </a:lstStyle>
          <a:p>
            <a:pPr lvl="0"/>
            <a:r>
              <a:rPr lang="it-IT"/>
              <a:t>Clicca qui per modificare lo stile di testo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12" name="Immagine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52967" y="6216113"/>
            <a:ext cx="592375" cy="360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3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  <p:sp>
        <p:nvSpPr>
          <p:cNvPr id="10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25" y="6459984"/>
            <a:ext cx="1066421" cy="1143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5986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generica -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18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12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8" y="6459985"/>
            <a:ext cx="3860800" cy="1143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714" baseline="0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  <p:sp>
        <p:nvSpPr>
          <p:cNvPr id="14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433619"/>
            <a:ext cx="11182249" cy="575718"/>
          </a:xfrm>
        </p:spPr>
        <p:txBody>
          <a:bodyPr/>
          <a:lstStyle>
            <a:lvl1pPr>
              <a:lnSpc>
                <a:spcPts val="2200"/>
              </a:lnSpc>
              <a:defRPr sz="2041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  <p:sp>
        <p:nvSpPr>
          <p:cNvPr id="15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1070623"/>
            <a:ext cx="11182249" cy="456408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spcBef>
                <a:spcPts val="0"/>
              </a:spcBef>
              <a:buNone/>
              <a:defRPr sz="1529" baseline="0">
                <a:solidFill>
                  <a:srgbClr val="7F7F7F"/>
                </a:solidFill>
              </a:defRPr>
            </a:lvl1pPr>
            <a:lvl2pPr marL="4565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Sottotitolo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8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92" y="273559"/>
            <a:ext cx="2964166" cy="115990"/>
          </a:xfrm>
        </p:spPr>
        <p:txBody>
          <a:bodyPr>
            <a:normAutofit/>
          </a:bodyPr>
          <a:lstStyle>
            <a:lvl1pPr>
              <a:lnSpc>
                <a:spcPts val="700"/>
              </a:lnSpc>
              <a:defRPr sz="714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Sezione 00</a:t>
            </a:r>
          </a:p>
        </p:txBody>
      </p:sp>
      <p:pic>
        <p:nvPicPr>
          <p:cNvPr id="13" name="Immagine 1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52967" y="6216113"/>
            <a:ext cx="592375" cy="3600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3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  <p:sp>
        <p:nvSpPr>
          <p:cNvPr id="16" name="Segnaposto contenuto 2"/>
          <p:cNvSpPr>
            <a:spLocks noGrp="1"/>
          </p:cNvSpPr>
          <p:nvPr>
            <p:ph sz="quarter" idx="15" hasCustomPrompt="1"/>
          </p:nvPr>
        </p:nvSpPr>
        <p:spPr>
          <a:xfrm>
            <a:off x="463551" y="1682750"/>
            <a:ext cx="11188699" cy="1256112"/>
          </a:xfrm>
        </p:spPr>
        <p:txBody>
          <a:bodyPr/>
          <a:lstStyle>
            <a:lvl1pPr>
              <a:defRPr baseline="0"/>
            </a:lvl1pPr>
            <a:lvl3pPr>
              <a:defRPr baseline="0"/>
            </a:lvl3pPr>
          </a:lstStyle>
          <a:p>
            <a:pPr lvl="0"/>
            <a:r>
              <a:rPr lang="it-IT"/>
              <a:t>Clicca qui per modificare lo stile di testo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1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25" y="6459984"/>
            <a:ext cx="1066421" cy="1143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535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 testo -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18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12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25" y="6459984"/>
            <a:ext cx="1066421" cy="1143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  <p:sp>
        <p:nvSpPr>
          <p:cNvPr id="14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8" y="6459985"/>
            <a:ext cx="3860800" cy="1143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714" baseline="0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  <p:sp>
        <p:nvSpPr>
          <p:cNvPr id="20" name="Segnaposto testo 18"/>
          <p:cNvSpPr>
            <a:spLocks noGrp="1"/>
          </p:cNvSpPr>
          <p:nvPr>
            <p:ph type="body" sz="quarter" idx="14" hasCustomPrompt="1"/>
          </p:nvPr>
        </p:nvSpPr>
        <p:spPr>
          <a:xfrm>
            <a:off x="463551" y="1682752"/>
            <a:ext cx="11188699" cy="1004890"/>
          </a:xfrm>
        </p:spPr>
        <p:txBody>
          <a:bodyPr numCol="2" spcCol="176181"/>
          <a:lstStyle/>
          <a:p>
            <a:pPr lvl="0"/>
            <a:r>
              <a:rPr lang="it-IT"/>
              <a:t>Clicca qui per modificare lo stile di testo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16" name="Immagine 15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52967" y="6216113"/>
            <a:ext cx="592375" cy="3600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3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  <p:sp>
        <p:nvSpPr>
          <p:cNvPr id="13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433619"/>
            <a:ext cx="11182249" cy="575718"/>
          </a:xfrm>
        </p:spPr>
        <p:txBody>
          <a:bodyPr/>
          <a:lstStyle>
            <a:lvl1pPr>
              <a:lnSpc>
                <a:spcPts val="2200"/>
              </a:lnSpc>
              <a:defRPr sz="2041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  <p:sp>
        <p:nvSpPr>
          <p:cNvPr id="18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1070623"/>
            <a:ext cx="11182249" cy="456408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spcBef>
                <a:spcPts val="0"/>
              </a:spcBef>
              <a:buNone/>
              <a:defRPr sz="1529" baseline="0">
                <a:solidFill>
                  <a:srgbClr val="7F7F7F"/>
                </a:solidFill>
              </a:defRPr>
            </a:lvl1pPr>
            <a:lvl2pPr marL="4565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Sottotitolo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</p:spTree>
    <p:extLst>
      <p:ext uri="{BB962C8B-B14F-4D97-AF65-F5344CB8AC3E}">
        <p14:creationId xmlns:p14="http://schemas.microsoft.com/office/powerpoint/2010/main" val="13775616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18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12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8" y="6459985"/>
            <a:ext cx="3860800" cy="1143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714" baseline="0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  <p:sp>
        <p:nvSpPr>
          <p:cNvPr id="19" name="Segnaposto testo 18"/>
          <p:cNvSpPr>
            <a:spLocks noGrp="1"/>
          </p:cNvSpPr>
          <p:nvPr>
            <p:ph type="body" sz="quarter" idx="14" hasCustomPrompt="1"/>
          </p:nvPr>
        </p:nvSpPr>
        <p:spPr>
          <a:xfrm>
            <a:off x="463551" y="1682751"/>
            <a:ext cx="11188699" cy="968253"/>
          </a:xfrm>
        </p:spPr>
        <p:txBody>
          <a:bodyPr wrap="square"/>
          <a:lstStyle>
            <a:lvl1pPr marL="0" indent="0" algn="l">
              <a:lnSpc>
                <a:spcPts val="2200"/>
              </a:lnSpc>
              <a:buClr>
                <a:schemeClr val="tx2"/>
              </a:buClr>
              <a:buFont typeface="Wingdings" charset="2"/>
              <a:buChar char="v"/>
              <a:defRPr sz="2041" b="1" i="0" baseline="0"/>
            </a:lvl1pPr>
            <a:lvl2pPr marL="0" indent="-179738">
              <a:lnSpc>
                <a:spcPts val="1600"/>
              </a:lnSpc>
              <a:spcAft>
                <a:spcPts val="0"/>
              </a:spcAft>
              <a:buClr>
                <a:schemeClr val="tx1"/>
              </a:buClr>
              <a:buFont typeface="Lucida Grande"/>
              <a:buChar char="-"/>
              <a:defRPr sz="1020" baseline="0"/>
            </a:lvl2pPr>
            <a:lvl3pPr marL="0" indent="-179738">
              <a:buFont typeface="Arial"/>
              <a:buChar char="•"/>
              <a:defRPr sz="1020"/>
            </a:lvl3pPr>
            <a:lvl4pPr marL="0" indent="-179738">
              <a:defRPr sz="1020"/>
            </a:lvl4pPr>
            <a:lvl5pPr marL="0" indent="-179738">
              <a:buFont typeface="Arial"/>
              <a:buChar char="•"/>
              <a:defRPr sz="1020"/>
            </a:lvl5pPr>
          </a:lstStyle>
          <a:p>
            <a:pPr lvl="0"/>
            <a:r>
              <a:rPr lang="it-IT"/>
              <a:t>Clicca qui per modificare lo stile di testo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13" name="Immagine 1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52967" y="6216113"/>
            <a:ext cx="592375" cy="3600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3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  <p:sp>
        <p:nvSpPr>
          <p:cNvPr id="17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433619"/>
            <a:ext cx="11182249" cy="575718"/>
          </a:xfrm>
        </p:spPr>
        <p:txBody>
          <a:bodyPr/>
          <a:lstStyle>
            <a:lvl1pPr>
              <a:lnSpc>
                <a:spcPts val="2200"/>
              </a:lnSpc>
              <a:defRPr sz="2041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  <p:sp>
        <p:nvSpPr>
          <p:cNvPr id="20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1070623"/>
            <a:ext cx="11182249" cy="456408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spcBef>
                <a:spcPts val="0"/>
              </a:spcBef>
              <a:buNone/>
              <a:defRPr sz="1529" baseline="0">
                <a:solidFill>
                  <a:srgbClr val="7F7F7F"/>
                </a:solidFill>
              </a:defRPr>
            </a:lvl1pPr>
            <a:lvl2pPr marL="4565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Sottotitolo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1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25" y="6459984"/>
            <a:ext cx="1066421" cy="1143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151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orizzonatle + elementi grafici e testual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18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8" y="6459985"/>
            <a:ext cx="3860800" cy="1143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714" baseline="0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  <p:sp>
        <p:nvSpPr>
          <p:cNvPr id="3" name="Segnaposto testo 2"/>
          <p:cNvSpPr>
            <a:spLocks noGrp="1"/>
          </p:cNvSpPr>
          <p:nvPr>
            <p:ph type="body" sz="quarter" idx="18" hasCustomPrompt="1"/>
          </p:nvPr>
        </p:nvSpPr>
        <p:spPr>
          <a:xfrm>
            <a:off x="463551" y="4758702"/>
            <a:ext cx="11188699" cy="831508"/>
          </a:xfrm>
        </p:spPr>
        <p:txBody>
          <a:bodyPr wrap="square" lIns="70473" tIns="70473" rIns="70473"/>
          <a:lstStyle>
            <a:lvl1pPr>
              <a:lnSpc>
                <a:spcPts val="1000"/>
              </a:lnSpc>
              <a:defRPr sz="816"/>
            </a:lvl1pPr>
            <a:lvl2pPr marL="194119" indent="-194119">
              <a:lnSpc>
                <a:spcPts val="1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Arial"/>
              <a:buChar char="•"/>
              <a:defRPr sz="816" b="0" i="0"/>
            </a:lvl2pPr>
            <a:lvl3pPr marL="460130" indent="-194119">
              <a:lnSpc>
                <a:spcPts val="1000"/>
              </a:lnSpc>
              <a:buClr>
                <a:schemeClr val="tx2"/>
              </a:buClr>
              <a:buFont typeface="Wingdings" charset="2"/>
              <a:buChar char="ü"/>
              <a:defRPr sz="816"/>
            </a:lvl3pPr>
            <a:lvl4pPr marL="460130" indent="-194119">
              <a:lnSpc>
                <a:spcPts val="1000"/>
              </a:lnSpc>
              <a:defRPr sz="816"/>
            </a:lvl4pPr>
            <a:lvl5pPr marL="460130" indent="-194119">
              <a:lnSpc>
                <a:spcPts val="1000"/>
              </a:lnSpc>
              <a:defRPr sz="816"/>
            </a:lvl5pPr>
          </a:lstStyle>
          <a:p>
            <a:pPr lvl="0"/>
            <a:r>
              <a:rPr lang="it-IT"/>
              <a:t>Clicca qui per modificare lo stile di testo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ttangolo 3"/>
          <p:cNvSpPr/>
          <p:nvPr userDrawn="1"/>
        </p:nvSpPr>
        <p:spPr>
          <a:xfrm>
            <a:off x="463080" y="4758701"/>
            <a:ext cx="11189428" cy="130239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313" tIns="45657" rIns="91313" bIns="45657" rtlCol="0" anchor="ctr"/>
          <a:lstStyle/>
          <a:p>
            <a:pPr algn="ctr" defTabSz="456533" fontAlgn="auto">
              <a:spcBef>
                <a:spcPts val="0"/>
              </a:spcBef>
              <a:spcAft>
                <a:spcPts val="0"/>
              </a:spcAft>
            </a:pPr>
            <a:endParaRPr lang="it-IT" sz="1837">
              <a:solidFill>
                <a:prstClr val="white"/>
              </a:solidFill>
            </a:endParaRPr>
          </a:p>
        </p:txBody>
      </p:sp>
      <p:pic>
        <p:nvPicPr>
          <p:cNvPr id="22" name="Immagine 2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52967" y="6216113"/>
            <a:ext cx="592375" cy="3600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3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  <p:sp>
        <p:nvSpPr>
          <p:cNvPr id="15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433619"/>
            <a:ext cx="11182249" cy="575718"/>
          </a:xfrm>
        </p:spPr>
        <p:txBody>
          <a:bodyPr/>
          <a:lstStyle>
            <a:lvl1pPr>
              <a:lnSpc>
                <a:spcPts val="2200"/>
              </a:lnSpc>
              <a:defRPr sz="2041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  <p:sp>
        <p:nvSpPr>
          <p:cNvPr id="18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1070623"/>
            <a:ext cx="11182249" cy="456408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spcBef>
                <a:spcPts val="0"/>
              </a:spcBef>
              <a:buNone/>
              <a:defRPr sz="1529" baseline="0">
                <a:solidFill>
                  <a:srgbClr val="7F7F7F"/>
                </a:solidFill>
              </a:defRPr>
            </a:lvl1pPr>
            <a:lvl2pPr marL="4565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Sottotitolo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7" name="Segnaposto contenuto 4"/>
          <p:cNvSpPr>
            <a:spLocks noGrp="1"/>
          </p:cNvSpPr>
          <p:nvPr>
            <p:ph sz="quarter" idx="21" hasCustomPrompt="1"/>
          </p:nvPr>
        </p:nvSpPr>
        <p:spPr>
          <a:xfrm>
            <a:off x="463551" y="1682766"/>
            <a:ext cx="11188699" cy="1256112"/>
          </a:xfrm>
        </p:spPr>
        <p:txBody>
          <a:bodyPr/>
          <a:lstStyle>
            <a:lvl4pPr>
              <a:defRPr baseline="0"/>
            </a:lvl4pPr>
          </a:lstStyle>
          <a:p>
            <a:pPr lvl="0"/>
            <a:r>
              <a:rPr lang="it-IT"/>
              <a:t>Clicca qui per modificare lo stile di testo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 err="1"/>
              <a:t>Tezo</a:t>
            </a:r>
            <a:r>
              <a:rPr lang="it-IT"/>
              <a:t>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3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25" y="6459984"/>
            <a:ext cx="1066421" cy="1143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62619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orizzontale 2 + elementi grafici e testual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18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8" y="6459985"/>
            <a:ext cx="3860800" cy="1143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714" baseline="0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  <p:sp>
        <p:nvSpPr>
          <p:cNvPr id="17" name="Segnaposto testo 2"/>
          <p:cNvSpPr>
            <a:spLocks noGrp="1"/>
          </p:cNvSpPr>
          <p:nvPr>
            <p:ph type="body" sz="quarter" idx="20" hasCustomPrompt="1"/>
          </p:nvPr>
        </p:nvSpPr>
        <p:spPr>
          <a:xfrm>
            <a:off x="463551" y="1682762"/>
            <a:ext cx="11188699" cy="831508"/>
          </a:xfrm>
        </p:spPr>
        <p:txBody>
          <a:bodyPr wrap="square" lIns="70473" tIns="70473" rIns="70473"/>
          <a:lstStyle>
            <a:lvl1pPr>
              <a:lnSpc>
                <a:spcPts val="1000"/>
              </a:lnSpc>
              <a:defRPr sz="816"/>
            </a:lvl1pPr>
            <a:lvl2pPr marL="194119" indent="-194119">
              <a:lnSpc>
                <a:spcPts val="1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Font typeface="Arial"/>
              <a:buChar char="•"/>
              <a:defRPr sz="816" b="0" i="0"/>
            </a:lvl2pPr>
            <a:lvl3pPr marL="460130" indent="-194119">
              <a:lnSpc>
                <a:spcPts val="1000"/>
              </a:lnSpc>
              <a:buClr>
                <a:schemeClr val="tx2"/>
              </a:buClr>
              <a:buFont typeface="Wingdings" charset="2"/>
              <a:buChar char="ü"/>
              <a:defRPr sz="816"/>
            </a:lvl3pPr>
            <a:lvl4pPr marL="460130" indent="-194119">
              <a:lnSpc>
                <a:spcPts val="1000"/>
              </a:lnSpc>
              <a:defRPr sz="816"/>
            </a:lvl4pPr>
            <a:lvl5pPr marL="460130" indent="-194119">
              <a:lnSpc>
                <a:spcPts val="1000"/>
              </a:lnSpc>
              <a:defRPr sz="816"/>
            </a:lvl5pPr>
          </a:lstStyle>
          <a:p>
            <a:pPr lvl="0"/>
            <a:r>
              <a:rPr lang="it-IT"/>
              <a:t>Clicca qui per modificare lo stile di testo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21" name="Rettangolo 20"/>
          <p:cNvSpPr/>
          <p:nvPr userDrawn="1"/>
        </p:nvSpPr>
        <p:spPr>
          <a:xfrm>
            <a:off x="463080" y="1682761"/>
            <a:ext cx="11189428" cy="130239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313" tIns="45657" rIns="91313" bIns="45657" rtlCol="0" anchor="ctr"/>
          <a:lstStyle/>
          <a:p>
            <a:pPr algn="ctr" defTabSz="456533" fontAlgn="auto">
              <a:spcBef>
                <a:spcPts val="0"/>
              </a:spcBef>
              <a:spcAft>
                <a:spcPts val="0"/>
              </a:spcAft>
            </a:pPr>
            <a:endParaRPr lang="it-IT" sz="1837">
              <a:solidFill>
                <a:prstClr val="white"/>
              </a:solidFill>
            </a:endParaRPr>
          </a:p>
        </p:txBody>
      </p:sp>
      <p:pic>
        <p:nvPicPr>
          <p:cNvPr id="24" name="Immagine 23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52967" y="6216113"/>
            <a:ext cx="592375" cy="3600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3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  <p:sp>
        <p:nvSpPr>
          <p:cNvPr id="15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433619"/>
            <a:ext cx="11182249" cy="575718"/>
          </a:xfrm>
        </p:spPr>
        <p:txBody>
          <a:bodyPr/>
          <a:lstStyle>
            <a:lvl1pPr>
              <a:lnSpc>
                <a:spcPts val="2200"/>
              </a:lnSpc>
              <a:defRPr sz="2041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  <p:sp>
        <p:nvSpPr>
          <p:cNvPr id="18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1070623"/>
            <a:ext cx="11182249" cy="456408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spcBef>
                <a:spcPts val="0"/>
              </a:spcBef>
              <a:buNone/>
              <a:defRPr sz="1529" baseline="0">
                <a:solidFill>
                  <a:srgbClr val="7F7F7F"/>
                </a:solidFill>
              </a:defRPr>
            </a:lvl1pPr>
            <a:lvl2pPr marL="4565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Sottotitolo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20" name="Segnaposto contenuto 2"/>
          <p:cNvSpPr>
            <a:spLocks noGrp="1"/>
          </p:cNvSpPr>
          <p:nvPr>
            <p:ph sz="quarter" idx="22" hasCustomPrompt="1"/>
          </p:nvPr>
        </p:nvSpPr>
        <p:spPr>
          <a:xfrm>
            <a:off x="463551" y="3084513"/>
            <a:ext cx="11188699" cy="1256112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it-IT"/>
              <a:t>Clicca qui per modificare lo stile di testo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3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25" y="6459984"/>
            <a:ext cx="1066421" cy="1143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3407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verticale + elementi testual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18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9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8" y="6459985"/>
            <a:ext cx="3860800" cy="1143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714" baseline="0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  <p:sp>
        <p:nvSpPr>
          <p:cNvPr id="14" name="Segnaposto testo 18"/>
          <p:cNvSpPr>
            <a:spLocks noGrp="1"/>
          </p:cNvSpPr>
          <p:nvPr>
            <p:ph type="body" sz="quarter" idx="14" hasCustomPrompt="1"/>
          </p:nvPr>
        </p:nvSpPr>
        <p:spPr>
          <a:xfrm>
            <a:off x="463569" y="1682750"/>
            <a:ext cx="5509738" cy="1256112"/>
          </a:xfrm>
        </p:spPr>
        <p:txBody>
          <a:bodyPr/>
          <a:lstStyle/>
          <a:p>
            <a:pPr lvl="0"/>
            <a:r>
              <a:rPr lang="it-IT"/>
              <a:t>Clicca qui per modificare lo stile di testo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pic>
        <p:nvPicPr>
          <p:cNvPr id="21" name="Immagine 20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52967" y="6216113"/>
            <a:ext cx="592375" cy="3600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3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  <p:sp>
        <p:nvSpPr>
          <p:cNvPr id="19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433619"/>
            <a:ext cx="11182249" cy="575718"/>
          </a:xfrm>
        </p:spPr>
        <p:txBody>
          <a:bodyPr/>
          <a:lstStyle>
            <a:lvl1pPr>
              <a:lnSpc>
                <a:spcPts val="2200"/>
              </a:lnSpc>
              <a:defRPr sz="2041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  <p:sp>
        <p:nvSpPr>
          <p:cNvPr id="20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1070623"/>
            <a:ext cx="11182249" cy="456408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spcBef>
                <a:spcPts val="0"/>
              </a:spcBef>
              <a:buNone/>
              <a:defRPr sz="1529" baseline="0">
                <a:solidFill>
                  <a:srgbClr val="7F7F7F"/>
                </a:solidFill>
              </a:defRPr>
            </a:lvl1pPr>
            <a:lvl2pPr marL="4565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Sottotitolo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5" name="Segnaposto contenuto 2"/>
          <p:cNvSpPr>
            <a:spLocks noGrp="1"/>
          </p:cNvSpPr>
          <p:nvPr>
            <p:ph sz="quarter" idx="17" hasCustomPrompt="1"/>
          </p:nvPr>
        </p:nvSpPr>
        <p:spPr>
          <a:xfrm>
            <a:off x="6151040" y="1682750"/>
            <a:ext cx="5501217" cy="1256112"/>
          </a:xfrm>
        </p:spPr>
        <p:txBody>
          <a:bodyPr/>
          <a:lstStyle/>
          <a:p>
            <a:pPr lvl="0"/>
            <a:r>
              <a:rPr lang="it-IT"/>
              <a:t>Clicca qui per modificare lo stile di testo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2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25" y="6459984"/>
            <a:ext cx="1066421" cy="1143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3215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 colonna -  Tabella + Elenco puntato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18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8" y="6459985"/>
            <a:ext cx="3860800" cy="1143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714" baseline="0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  <p:sp>
        <p:nvSpPr>
          <p:cNvPr id="20" name="Segnaposto tabella 4"/>
          <p:cNvSpPr>
            <a:spLocks noGrp="1"/>
          </p:cNvSpPr>
          <p:nvPr>
            <p:ph type="tbl" sz="quarter" idx="19" hasCustomPrompt="1"/>
          </p:nvPr>
        </p:nvSpPr>
        <p:spPr>
          <a:xfrm>
            <a:off x="463551" y="1682768"/>
            <a:ext cx="11182348" cy="25122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it-IT"/>
              <a:t>Clicca sull’icona per inserire una tabella</a:t>
            </a:r>
          </a:p>
        </p:txBody>
      </p:sp>
      <p:pic>
        <p:nvPicPr>
          <p:cNvPr id="22" name="Immagine 2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52967" y="6216113"/>
            <a:ext cx="592375" cy="3600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3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  <p:sp>
        <p:nvSpPr>
          <p:cNvPr id="15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433619"/>
            <a:ext cx="11182249" cy="575718"/>
          </a:xfrm>
        </p:spPr>
        <p:txBody>
          <a:bodyPr/>
          <a:lstStyle>
            <a:lvl1pPr>
              <a:lnSpc>
                <a:spcPts val="2200"/>
              </a:lnSpc>
              <a:defRPr sz="2041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  <p:sp>
        <p:nvSpPr>
          <p:cNvPr id="18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1070623"/>
            <a:ext cx="11182249" cy="456408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spcBef>
                <a:spcPts val="0"/>
              </a:spcBef>
              <a:buNone/>
              <a:defRPr sz="1529" baseline="0">
                <a:solidFill>
                  <a:srgbClr val="7F7F7F"/>
                </a:solidFill>
              </a:defRPr>
            </a:lvl1pPr>
            <a:lvl2pPr marL="4565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Sottotitolo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19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92" y="273559"/>
            <a:ext cx="2964166" cy="115990"/>
          </a:xfrm>
        </p:spPr>
        <p:txBody>
          <a:bodyPr>
            <a:normAutofit/>
          </a:bodyPr>
          <a:lstStyle>
            <a:lvl1pPr>
              <a:lnSpc>
                <a:spcPts val="700"/>
              </a:lnSpc>
              <a:defRPr sz="714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Sezione 00</a:t>
            </a:r>
          </a:p>
        </p:txBody>
      </p:sp>
      <p:sp>
        <p:nvSpPr>
          <p:cNvPr id="16" name="Segnaposto testo 18"/>
          <p:cNvSpPr>
            <a:spLocks noGrp="1"/>
          </p:cNvSpPr>
          <p:nvPr>
            <p:ph type="body" sz="quarter" idx="14" hasCustomPrompt="1"/>
          </p:nvPr>
        </p:nvSpPr>
        <p:spPr>
          <a:xfrm>
            <a:off x="463551" y="4763497"/>
            <a:ext cx="11188699" cy="968253"/>
          </a:xfrm>
        </p:spPr>
        <p:txBody>
          <a:bodyPr wrap="square"/>
          <a:lstStyle>
            <a:lvl1pPr marL="0" indent="0" algn="l">
              <a:lnSpc>
                <a:spcPts val="2200"/>
              </a:lnSpc>
              <a:buClr>
                <a:schemeClr val="tx2"/>
              </a:buClr>
              <a:buFont typeface="Wingdings" charset="2"/>
              <a:buChar char="v"/>
              <a:defRPr sz="2041" b="1" i="0" baseline="0"/>
            </a:lvl1pPr>
            <a:lvl2pPr marL="409803" indent="-194119">
              <a:lnSpc>
                <a:spcPts val="1600"/>
              </a:lnSpc>
              <a:spcAft>
                <a:spcPts val="0"/>
              </a:spcAft>
              <a:buClr>
                <a:schemeClr val="tx2"/>
              </a:buClr>
              <a:buFont typeface="Wingdings" charset="2"/>
              <a:buChar char="§"/>
              <a:defRPr sz="1020" baseline="0"/>
            </a:lvl2pPr>
            <a:lvl3pPr marL="409803" indent="-194119">
              <a:buClr>
                <a:schemeClr val="tx1"/>
              </a:buClr>
              <a:buFont typeface="Lucida Grande"/>
              <a:buChar char="-"/>
              <a:defRPr sz="1020"/>
            </a:lvl3pPr>
            <a:lvl4pPr marL="409803" indent="-194119">
              <a:defRPr sz="1020"/>
            </a:lvl4pPr>
            <a:lvl5pPr marL="409803" indent="-194119">
              <a:buClr>
                <a:schemeClr val="tx1"/>
              </a:buClr>
              <a:buFont typeface="Wingdings" charset="2"/>
              <a:buChar char="Ø"/>
              <a:defRPr sz="1020"/>
            </a:lvl5pPr>
          </a:lstStyle>
          <a:p>
            <a:pPr lvl="0"/>
            <a:r>
              <a:rPr lang="it-IT"/>
              <a:t>Clicca qui per modificare lo stile di testo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12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25" y="6459984"/>
            <a:ext cx="1066421" cy="1143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95226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 colonne + Tabelle e diagram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18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8" y="6459985"/>
            <a:ext cx="3860800" cy="1143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714" baseline="0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  <p:sp>
        <p:nvSpPr>
          <p:cNvPr id="18" name="Segnaposto grafico 17"/>
          <p:cNvSpPr>
            <a:spLocks noGrp="1"/>
          </p:cNvSpPr>
          <p:nvPr>
            <p:ph type="chart" sz="quarter" idx="17" hasCustomPrompt="1"/>
          </p:nvPr>
        </p:nvSpPr>
        <p:spPr>
          <a:xfrm>
            <a:off x="6151082" y="1698840"/>
            <a:ext cx="5501428" cy="251222"/>
          </a:xfrm>
        </p:spPr>
        <p:txBody>
          <a:bodyPr/>
          <a:lstStyle/>
          <a:p>
            <a:r>
              <a:rPr lang="it-IT"/>
              <a:t>Clicca sull’icona per inserire un diagramma</a:t>
            </a:r>
          </a:p>
        </p:txBody>
      </p:sp>
      <p:sp>
        <p:nvSpPr>
          <p:cNvPr id="24" name="Segnaposto tabella 2"/>
          <p:cNvSpPr>
            <a:spLocks noGrp="1"/>
          </p:cNvSpPr>
          <p:nvPr>
            <p:ph type="tbl" sz="quarter" idx="21" hasCustomPrompt="1"/>
          </p:nvPr>
        </p:nvSpPr>
        <p:spPr>
          <a:xfrm>
            <a:off x="6151068" y="4066660"/>
            <a:ext cx="5494249" cy="251222"/>
          </a:xfrm>
        </p:spPr>
        <p:txBody>
          <a:bodyPr/>
          <a:lstStyle/>
          <a:p>
            <a:r>
              <a:rPr lang="it-IT"/>
              <a:t>Clicca sull’icona per inserire una tabella</a:t>
            </a:r>
          </a:p>
        </p:txBody>
      </p:sp>
      <p:sp>
        <p:nvSpPr>
          <p:cNvPr id="25" name="Segnaposto grafico 17"/>
          <p:cNvSpPr>
            <a:spLocks noGrp="1"/>
          </p:cNvSpPr>
          <p:nvPr>
            <p:ph type="chart" sz="quarter" idx="22" hasCustomPrompt="1"/>
          </p:nvPr>
        </p:nvSpPr>
        <p:spPr>
          <a:xfrm>
            <a:off x="463087" y="1698840"/>
            <a:ext cx="5501428" cy="25122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it-IT"/>
              <a:t>Clicca sull’icona per inserire un diagramma</a:t>
            </a:r>
          </a:p>
        </p:txBody>
      </p:sp>
      <p:sp>
        <p:nvSpPr>
          <p:cNvPr id="26" name="Segnaposto tabella 2"/>
          <p:cNvSpPr>
            <a:spLocks noGrp="1"/>
          </p:cNvSpPr>
          <p:nvPr>
            <p:ph type="tbl" sz="quarter" idx="23" hasCustomPrompt="1"/>
          </p:nvPr>
        </p:nvSpPr>
        <p:spPr>
          <a:xfrm>
            <a:off x="463072" y="4066660"/>
            <a:ext cx="5494249" cy="251222"/>
          </a:xfrm>
        </p:spPr>
        <p:txBody>
          <a:bodyPr/>
          <a:lstStyle/>
          <a:p>
            <a:r>
              <a:rPr lang="it-IT"/>
              <a:t>Clicca sull’icona per inserire una tabella</a:t>
            </a:r>
          </a:p>
        </p:txBody>
      </p:sp>
      <p:pic>
        <p:nvPicPr>
          <p:cNvPr id="22" name="Immagine 2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52967" y="6216113"/>
            <a:ext cx="592375" cy="3600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3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  <p:sp>
        <p:nvSpPr>
          <p:cNvPr id="17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433619"/>
            <a:ext cx="11182249" cy="575718"/>
          </a:xfrm>
        </p:spPr>
        <p:txBody>
          <a:bodyPr/>
          <a:lstStyle>
            <a:lvl1pPr>
              <a:lnSpc>
                <a:spcPts val="2200"/>
              </a:lnSpc>
              <a:defRPr sz="2041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  <p:sp>
        <p:nvSpPr>
          <p:cNvPr id="21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1070623"/>
            <a:ext cx="11182249" cy="456408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spcBef>
                <a:spcPts val="0"/>
              </a:spcBef>
              <a:buNone/>
              <a:defRPr sz="1529" baseline="0">
                <a:solidFill>
                  <a:srgbClr val="7F7F7F"/>
                </a:solidFill>
              </a:defRPr>
            </a:lvl1pPr>
            <a:lvl2pPr marL="4565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Sottotitolo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27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92" y="273559"/>
            <a:ext cx="2964166" cy="115990"/>
          </a:xfrm>
        </p:spPr>
        <p:txBody>
          <a:bodyPr>
            <a:normAutofit/>
          </a:bodyPr>
          <a:lstStyle>
            <a:lvl1pPr>
              <a:lnSpc>
                <a:spcPts val="700"/>
              </a:lnSpc>
              <a:defRPr sz="714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Sezione 00</a:t>
            </a:r>
          </a:p>
        </p:txBody>
      </p:sp>
      <p:sp>
        <p:nvSpPr>
          <p:cNvPr id="14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25" y="6459984"/>
            <a:ext cx="1066421" cy="1143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4915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18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9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8" y="6459985"/>
            <a:ext cx="3860800" cy="1143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714" baseline="0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  <p:pic>
        <p:nvPicPr>
          <p:cNvPr id="18" name="Immagine 1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52967" y="6216113"/>
            <a:ext cx="592375" cy="3600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3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  <p:sp>
        <p:nvSpPr>
          <p:cNvPr id="13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433619"/>
            <a:ext cx="11182249" cy="575718"/>
          </a:xfrm>
        </p:spPr>
        <p:txBody>
          <a:bodyPr/>
          <a:lstStyle>
            <a:lvl1pPr>
              <a:lnSpc>
                <a:spcPts val="2200"/>
              </a:lnSpc>
              <a:defRPr sz="2041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  <p:sp>
        <p:nvSpPr>
          <p:cNvPr id="14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1070623"/>
            <a:ext cx="11182249" cy="456408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spcBef>
                <a:spcPts val="0"/>
              </a:spcBef>
              <a:buNone/>
              <a:defRPr sz="1529" baseline="0">
                <a:solidFill>
                  <a:srgbClr val="7F7F7F"/>
                </a:solidFill>
              </a:defRPr>
            </a:lvl1pPr>
            <a:lvl2pPr marL="4565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Sottotitolo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21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92" y="273559"/>
            <a:ext cx="2964166" cy="115990"/>
          </a:xfrm>
        </p:spPr>
        <p:txBody>
          <a:bodyPr>
            <a:normAutofit/>
          </a:bodyPr>
          <a:lstStyle>
            <a:lvl1pPr>
              <a:lnSpc>
                <a:spcPts val="700"/>
              </a:lnSpc>
              <a:defRPr sz="714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Sezione 00</a:t>
            </a:r>
          </a:p>
        </p:txBody>
      </p:sp>
      <p:sp>
        <p:nvSpPr>
          <p:cNvPr id="2" name="Freccia destra 1"/>
          <p:cNvSpPr/>
          <p:nvPr userDrawn="1"/>
        </p:nvSpPr>
        <p:spPr>
          <a:xfrm flipV="1">
            <a:off x="463075" y="3728143"/>
            <a:ext cx="11189426" cy="235526"/>
          </a:xfrm>
          <a:prstGeom prst="rightArrow">
            <a:avLst>
              <a:gd name="adj1" fmla="val 50000"/>
              <a:gd name="adj2" fmla="val 151308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313" tIns="45657" rIns="91313" bIns="45657" rtlCol="0" anchor="ctr"/>
          <a:lstStyle/>
          <a:p>
            <a:pPr algn="ctr" defTabSz="456533" fontAlgn="auto">
              <a:spcBef>
                <a:spcPts val="0"/>
              </a:spcBef>
              <a:spcAft>
                <a:spcPts val="0"/>
              </a:spcAft>
            </a:pPr>
            <a:endParaRPr lang="it-IT" sz="1837">
              <a:solidFill>
                <a:prstClr val="white"/>
              </a:solidFill>
            </a:endParaRPr>
          </a:p>
        </p:txBody>
      </p:sp>
      <p:sp>
        <p:nvSpPr>
          <p:cNvPr id="4" name="Segnaposto testo 3"/>
          <p:cNvSpPr>
            <a:spLocks noGrp="1"/>
          </p:cNvSpPr>
          <p:nvPr>
            <p:ph type="body" sz="quarter" idx="14" hasCustomPrompt="1"/>
          </p:nvPr>
        </p:nvSpPr>
        <p:spPr>
          <a:xfrm>
            <a:off x="924228" y="3543621"/>
            <a:ext cx="943584" cy="50244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it-IT"/>
              <a:t>Contenuto</a:t>
            </a:r>
          </a:p>
        </p:txBody>
      </p:sp>
      <p:cxnSp>
        <p:nvCxnSpPr>
          <p:cNvPr id="10" name="Connettore 1 9"/>
          <p:cNvCxnSpPr/>
          <p:nvPr userDrawn="1"/>
        </p:nvCxnSpPr>
        <p:spPr>
          <a:xfrm>
            <a:off x="463080" y="3171153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1 21"/>
          <p:cNvCxnSpPr/>
          <p:nvPr userDrawn="1"/>
        </p:nvCxnSpPr>
        <p:spPr>
          <a:xfrm flipV="1">
            <a:off x="1396965" y="3171167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egnaposto testo 3"/>
          <p:cNvSpPr>
            <a:spLocks noGrp="1"/>
          </p:cNvSpPr>
          <p:nvPr>
            <p:ph type="body" sz="quarter" idx="15" hasCustomPrompt="1"/>
          </p:nvPr>
        </p:nvSpPr>
        <p:spPr>
          <a:xfrm>
            <a:off x="2021744" y="3963680"/>
            <a:ext cx="943584" cy="480332"/>
          </a:xfrm>
        </p:spPr>
        <p:txBody>
          <a:bodyPr/>
          <a:lstStyle>
            <a:lvl1pPr marL="0" marR="0" indent="0" algn="ctr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ctr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Contenuto</a:t>
            </a:r>
          </a:p>
          <a:p>
            <a:pPr lvl="0"/>
            <a:endParaRPr lang="it-IT"/>
          </a:p>
        </p:txBody>
      </p:sp>
      <p:cxnSp>
        <p:nvCxnSpPr>
          <p:cNvPr id="32" name="Connettore 1 31"/>
          <p:cNvCxnSpPr/>
          <p:nvPr userDrawn="1"/>
        </p:nvCxnSpPr>
        <p:spPr>
          <a:xfrm>
            <a:off x="1560596" y="4510424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ttore 1 32"/>
          <p:cNvCxnSpPr/>
          <p:nvPr userDrawn="1"/>
        </p:nvCxnSpPr>
        <p:spPr>
          <a:xfrm flipV="1">
            <a:off x="2494490" y="4217959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Segnaposto testo 3"/>
          <p:cNvSpPr>
            <a:spLocks noGrp="1"/>
          </p:cNvSpPr>
          <p:nvPr>
            <p:ph type="body" sz="quarter" idx="16" hasCustomPrompt="1"/>
          </p:nvPr>
        </p:nvSpPr>
        <p:spPr>
          <a:xfrm>
            <a:off x="3074860" y="3543621"/>
            <a:ext cx="943584" cy="502445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it-IT"/>
              <a:t>Contenuto</a:t>
            </a:r>
          </a:p>
        </p:txBody>
      </p:sp>
      <p:cxnSp>
        <p:nvCxnSpPr>
          <p:cNvPr id="35" name="Connettore 1 34"/>
          <p:cNvCxnSpPr/>
          <p:nvPr userDrawn="1"/>
        </p:nvCxnSpPr>
        <p:spPr>
          <a:xfrm>
            <a:off x="2613711" y="3171153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1 35"/>
          <p:cNvCxnSpPr/>
          <p:nvPr userDrawn="1"/>
        </p:nvCxnSpPr>
        <p:spPr>
          <a:xfrm flipV="1">
            <a:off x="3547609" y="3171167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Segnaposto testo 3"/>
          <p:cNvSpPr>
            <a:spLocks noGrp="1"/>
          </p:cNvSpPr>
          <p:nvPr>
            <p:ph type="body" sz="quarter" idx="17" hasCustomPrompt="1"/>
          </p:nvPr>
        </p:nvSpPr>
        <p:spPr>
          <a:xfrm>
            <a:off x="4187169" y="3963680"/>
            <a:ext cx="943584" cy="480332"/>
          </a:xfrm>
        </p:spPr>
        <p:txBody>
          <a:bodyPr/>
          <a:lstStyle>
            <a:lvl1pPr marL="0" marR="0" indent="0" algn="ctr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ctr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Contenuto</a:t>
            </a:r>
          </a:p>
          <a:p>
            <a:pPr lvl="0"/>
            <a:endParaRPr lang="it-IT"/>
          </a:p>
        </p:txBody>
      </p:sp>
      <p:cxnSp>
        <p:nvCxnSpPr>
          <p:cNvPr id="41" name="Connettore 1 40"/>
          <p:cNvCxnSpPr/>
          <p:nvPr userDrawn="1"/>
        </p:nvCxnSpPr>
        <p:spPr>
          <a:xfrm>
            <a:off x="3726017" y="4510424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1 41"/>
          <p:cNvCxnSpPr/>
          <p:nvPr userDrawn="1"/>
        </p:nvCxnSpPr>
        <p:spPr>
          <a:xfrm flipV="1">
            <a:off x="4659903" y="4217959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Segnaposto testo 3"/>
          <p:cNvSpPr>
            <a:spLocks noGrp="1"/>
          </p:cNvSpPr>
          <p:nvPr>
            <p:ph type="body" sz="quarter" idx="18" hasCustomPrompt="1"/>
          </p:nvPr>
        </p:nvSpPr>
        <p:spPr>
          <a:xfrm>
            <a:off x="5228114" y="3543620"/>
            <a:ext cx="943584" cy="480332"/>
          </a:xfrm>
        </p:spPr>
        <p:txBody>
          <a:bodyPr/>
          <a:lstStyle>
            <a:lvl1pPr marL="0" marR="0" indent="0" algn="ctr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ctr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Contenuto</a:t>
            </a:r>
          </a:p>
          <a:p>
            <a:pPr lvl="0"/>
            <a:endParaRPr lang="it-IT"/>
          </a:p>
        </p:txBody>
      </p:sp>
      <p:cxnSp>
        <p:nvCxnSpPr>
          <p:cNvPr id="44" name="Connettore 1 43"/>
          <p:cNvCxnSpPr/>
          <p:nvPr userDrawn="1"/>
        </p:nvCxnSpPr>
        <p:spPr>
          <a:xfrm>
            <a:off x="4766966" y="3171153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1 44"/>
          <p:cNvCxnSpPr/>
          <p:nvPr userDrawn="1"/>
        </p:nvCxnSpPr>
        <p:spPr>
          <a:xfrm flipV="1">
            <a:off x="5700852" y="3171167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Segnaposto testo 3"/>
          <p:cNvSpPr>
            <a:spLocks noGrp="1"/>
          </p:cNvSpPr>
          <p:nvPr>
            <p:ph type="body" sz="quarter" idx="19" hasCustomPrompt="1"/>
          </p:nvPr>
        </p:nvSpPr>
        <p:spPr>
          <a:xfrm>
            <a:off x="6352570" y="3963680"/>
            <a:ext cx="943584" cy="480332"/>
          </a:xfrm>
        </p:spPr>
        <p:txBody>
          <a:bodyPr/>
          <a:lstStyle>
            <a:lvl1pPr marL="0" marR="0" indent="0" algn="ctr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ctr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Contenuto</a:t>
            </a:r>
          </a:p>
          <a:p>
            <a:pPr lvl="0"/>
            <a:endParaRPr lang="it-IT"/>
          </a:p>
        </p:txBody>
      </p:sp>
      <p:cxnSp>
        <p:nvCxnSpPr>
          <p:cNvPr id="47" name="Connettore 1 46"/>
          <p:cNvCxnSpPr/>
          <p:nvPr userDrawn="1"/>
        </p:nvCxnSpPr>
        <p:spPr>
          <a:xfrm>
            <a:off x="5891418" y="4510424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1 47"/>
          <p:cNvCxnSpPr/>
          <p:nvPr userDrawn="1"/>
        </p:nvCxnSpPr>
        <p:spPr>
          <a:xfrm flipV="1">
            <a:off x="6825316" y="4217959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Segnaposto testo 3"/>
          <p:cNvSpPr>
            <a:spLocks noGrp="1"/>
          </p:cNvSpPr>
          <p:nvPr>
            <p:ph type="body" sz="quarter" idx="20" hasCustomPrompt="1"/>
          </p:nvPr>
        </p:nvSpPr>
        <p:spPr>
          <a:xfrm>
            <a:off x="8497472" y="3963680"/>
            <a:ext cx="943584" cy="480332"/>
          </a:xfrm>
        </p:spPr>
        <p:txBody>
          <a:bodyPr/>
          <a:lstStyle>
            <a:lvl1pPr marL="0" marR="0" indent="0" algn="ctr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ctr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Contenuto</a:t>
            </a:r>
          </a:p>
          <a:p>
            <a:pPr lvl="0"/>
            <a:endParaRPr lang="it-IT"/>
          </a:p>
        </p:txBody>
      </p:sp>
      <p:cxnSp>
        <p:nvCxnSpPr>
          <p:cNvPr id="50" name="Connettore 1 49"/>
          <p:cNvCxnSpPr/>
          <p:nvPr userDrawn="1"/>
        </p:nvCxnSpPr>
        <p:spPr>
          <a:xfrm>
            <a:off x="8036320" y="4510424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1 50"/>
          <p:cNvCxnSpPr/>
          <p:nvPr userDrawn="1"/>
        </p:nvCxnSpPr>
        <p:spPr>
          <a:xfrm flipV="1">
            <a:off x="8970206" y="4217959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Segnaposto testo 3"/>
          <p:cNvSpPr>
            <a:spLocks noGrp="1"/>
          </p:cNvSpPr>
          <p:nvPr>
            <p:ph type="body" sz="quarter" idx="21" hasCustomPrompt="1"/>
          </p:nvPr>
        </p:nvSpPr>
        <p:spPr>
          <a:xfrm>
            <a:off x="7410306" y="3543620"/>
            <a:ext cx="943584" cy="480332"/>
          </a:xfrm>
        </p:spPr>
        <p:txBody>
          <a:bodyPr/>
          <a:lstStyle>
            <a:lvl1pPr marL="0" marR="0" indent="0" algn="ctr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ctr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Contenuto</a:t>
            </a:r>
          </a:p>
          <a:p>
            <a:pPr lvl="0"/>
            <a:endParaRPr lang="it-IT"/>
          </a:p>
        </p:txBody>
      </p:sp>
      <p:cxnSp>
        <p:nvCxnSpPr>
          <p:cNvPr id="53" name="Connettore 1 52"/>
          <p:cNvCxnSpPr/>
          <p:nvPr userDrawn="1"/>
        </p:nvCxnSpPr>
        <p:spPr>
          <a:xfrm>
            <a:off x="6949152" y="3171153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1 53"/>
          <p:cNvCxnSpPr/>
          <p:nvPr userDrawn="1"/>
        </p:nvCxnSpPr>
        <p:spPr>
          <a:xfrm flipV="1">
            <a:off x="7883038" y="3171167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Segnaposto testo 3"/>
          <p:cNvSpPr>
            <a:spLocks noGrp="1"/>
          </p:cNvSpPr>
          <p:nvPr>
            <p:ph type="body" sz="quarter" idx="22" hasCustomPrompt="1"/>
          </p:nvPr>
        </p:nvSpPr>
        <p:spPr>
          <a:xfrm>
            <a:off x="9555134" y="3543620"/>
            <a:ext cx="943584" cy="480332"/>
          </a:xfrm>
        </p:spPr>
        <p:txBody>
          <a:bodyPr/>
          <a:lstStyle>
            <a:lvl1pPr marL="0" marR="0" indent="0" algn="ctr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ctr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Contenuto</a:t>
            </a:r>
          </a:p>
          <a:p>
            <a:pPr lvl="0"/>
            <a:endParaRPr lang="it-IT"/>
          </a:p>
        </p:txBody>
      </p:sp>
      <p:cxnSp>
        <p:nvCxnSpPr>
          <p:cNvPr id="56" name="Connettore 1 55"/>
          <p:cNvCxnSpPr/>
          <p:nvPr userDrawn="1"/>
        </p:nvCxnSpPr>
        <p:spPr>
          <a:xfrm>
            <a:off x="9093987" y="3171153"/>
            <a:ext cx="1835761" cy="0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ttore 1 56"/>
          <p:cNvCxnSpPr/>
          <p:nvPr userDrawn="1"/>
        </p:nvCxnSpPr>
        <p:spPr>
          <a:xfrm flipV="1">
            <a:off x="10027883" y="3171167"/>
            <a:ext cx="0" cy="292484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Segnaposto testo 59"/>
          <p:cNvSpPr>
            <a:spLocks noGrp="1"/>
          </p:cNvSpPr>
          <p:nvPr>
            <p:ph type="body" sz="quarter" idx="23" hasCustomPrompt="1"/>
          </p:nvPr>
        </p:nvSpPr>
        <p:spPr>
          <a:xfrm>
            <a:off x="463567" y="1662554"/>
            <a:ext cx="1835150" cy="2258695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it-IT"/>
              <a:t>Clicca per modificare lo stile di testo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1" name="Segnaposto testo 59"/>
          <p:cNvSpPr>
            <a:spLocks noGrp="1"/>
          </p:cNvSpPr>
          <p:nvPr>
            <p:ph type="body" sz="quarter" idx="24" hasCustomPrompt="1"/>
          </p:nvPr>
        </p:nvSpPr>
        <p:spPr>
          <a:xfrm>
            <a:off x="2630061" y="1662554"/>
            <a:ext cx="1835150" cy="2258695"/>
          </a:xfrm>
        </p:spPr>
        <p:txBody>
          <a:bodyPr/>
          <a:lstStyle/>
          <a:p>
            <a:pPr lvl="0"/>
            <a:r>
              <a:rPr lang="it-IT"/>
              <a:t>Clicca per modificare lo stile di testo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2" name="Segnaposto testo 59"/>
          <p:cNvSpPr>
            <a:spLocks noGrp="1"/>
          </p:cNvSpPr>
          <p:nvPr>
            <p:ph type="body" sz="quarter" idx="25" hasCustomPrompt="1"/>
          </p:nvPr>
        </p:nvSpPr>
        <p:spPr>
          <a:xfrm>
            <a:off x="4766978" y="1662554"/>
            <a:ext cx="1835150" cy="2258695"/>
          </a:xfrm>
        </p:spPr>
        <p:txBody>
          <a:bodyPr/>
          <a:lstStyle/>
          <a:p>
            <a:pPr lvl="0"/>
            <a:r>
              <a:rPr lang="it-IT"/>
              <a:t>Clicca per modificare lo stile di testo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3" name="Segnaposto testo 59"/>
          <p:cNvSpPr>
            <a:spLocks noGrp="1"/>
          </p:cNvSpPr>
          <p:nvPr>
            <p:ph type="body" sz="quarter" idx="26" hasCustomPrompt="1"/>
          </p:nvPr>
        </p:nvSpPr>
        <p:spPr>
          <a:xfrm>
            <a:off x="6963850" y="1662554"/>
            <a:ext cx="1835150" cy="2258695"/>
          </a:xfrm>
        </p:spPr>
        <p:txBody>
          <a:bodyPr/>
          <a:lstStyle/>
          <a:p>
            <a:pPr lvl="0"/>
            <a:r>
              <a:rPr lang="it-IT"/>
              <a:t>Clicca per modificare lo stile di testo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4" name="Segnaposto testo 59"/>
          <p:cNvSpPr>
            <a:spLocks noGrp="1"/>
          </p:cNvSpPr>
          <p:nvPr>
            <p:ph type="body" sz="quarter" idx="27" hasCustomPrompt="1"/>
          </p:nvPr>
        </p:nvSpPr>
        <p:spPr>
          <a:xfrm>
            <a:off x="9126082" y="1662554"/>
            <a:ext cx="1835150" cy="2258695"/>
          </a:xfrm>
        </p:spPr>
        <p:txBody>
          <a:bodyPr/>
          <a:lstStyle/>
          <a:p>
            <a:pPr lvl="0"/>
            <a:r>
              <a:rPr lang="it-IT"/>
              <a:t>Clicca per modificare lo stile di testo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0" name="Segnaposto testo 59"/>
          <p:cNvSpPr>
            <a:spLocks noGrp="1"/>
          </p:cNvSpPr>
          <p:nvPr>
            <p:ph type="body" sz="quarter" idx="29" hasCustomPrompt="1"/>
          </p:nvPr>
        </p:nvSpPr>
        <p:spPr>
          <a:xfrm>
            <a:off x="1563103" y="4633578"/>
            <a:ext cx="1835150" cy="2258695"/>
          </a:xfrm>
        </p:spPr>
        <p:txBody>
          <a:bodyPr/>
          <a:lstStyle/>
          <a:p>
            <a:pPr lvl="0"/>
            <a:r>
              <a:rPr lang="it-IT"/>
              <a:t>Clicca per modificare lo stile di testo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1" name="Segnaposto testo 59"/>
          <p:cNvSpPr>
            <a:spLocks noGrp="1"/>
          </p:cNvSpPr>
          <p:nvPr>
            <p:ph type="body" sz="quarter" idx="30" hasCustomPrompt="1"/>
          </p:nvPr>
        </p:nvSpPr>
        <p:spPr>
          <a:xfrm>
            <a:off x="3726635" y="4633578"/>
            <a:ext cx="1835150" cy="2258695"/>
          </a:xfrm>
        </p:spPr>
        <p:txBody>
          <a:bodyPr/>
          <a:lstStyle/>
          <a:p>
            <a:pPr lvl="0"/>
            <a:r>
              <a:rPr lang="it-IT"/>
              <a:t>Clicca per modificare lo stile di testo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2" name="Segnaposto testo 59"/>
          <p:cNvSpPr>
            <a:spLocks noGrp="1"/>
          </p:cNvSpPr>
          <p:nvPr>
            <p:ph type="body" sz="quarter" idx="31" hasCustomPrompt="1"/>
          </p:nvPr>
        </p:nvSpPr>
        <p:spPr>
          <a:xfrm>
            <a:off x="5907762" y="4633578"/>
            <a:ext cx="1835150" cy="2258695"/>
          </a:xfrm>
        </p:spPr>
        <p:txBody>
          <a:bodyPr/>
          <a:lstStyle/>
          <a:p>
            <a:pPr lvl="0"/>
            <a:r>
              <a:rPr lang="it-IT"/>
              <a:t>Clicca per modificare lo stile di testo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3" name="Segnaposto testo 59"/>
          <p:cNvSpPr>
            <a:spLocks noGrp="1"/>
          </p:cNvSpPr>
          <p:nvPr>
            <p:ph type="body" sz="quarter" idx="32" hasCustomPrompt="1"/>
          </p:nvPr>
        </p:nvSpPr>
        <p:spPr>
          <a:xfrm>
            <a:off x="8036935" y="4633578"/>
            <a:ext cx="1835150" cy="2258695"/>
          </a:xfrm>
        </p:spPr>
        <p:txBody>
          <a:bodyPr/>
          <a:lstStyle/>
          <a:p>
            <a:pPr lvl="0"/>
            <a:r>
              <a:rPr lang="it-IT"/>
              <a:t>Clicca per modificare lo stile di testo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8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25" y="6459984"/>
            <a:ext cx="1066421" cy="1143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92914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18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9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8" y="6459985"/>
            <a:ext cx="3860800" cy="1143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714" baseline="0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  <p:pic>
        <p:nvPicPr>
          <p:cNvPr id="18" name="Immagine 1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52967" y="6216113"/>
            <a:ext cx="592375" cy="3600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3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  <p:sp>
        <p:nvSpPr>
          <p:cNvPr id="13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433619"/>
            <a:ext cx="11182249" cy="575718"/>
          </a:xfrm>
        </p:spPr>
        <p:txBody>
          <a:bodyPr/>
          <a:lstStyle>
            <a:lvl1pPr>
              <a:lnSpc>
                <a:spcPts val="2200"/>
              </a:lnSpc>
              <a:defRPr sz="2041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  <p:sp>
        <p:nvSpPr>
          <p:cNvPr id="14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1070623"/>
            <a:ext cx="11182249" cy="456408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spcBef>
                <a:spcPts val="0"/>
              </a:spcBef>
              <a:buNone/>
              <a:defRPr sz="1529" baseline="0">
                <a:solidFill>
                  <a:srgbClr val="7F7F7F"/>
                </a:solidFill>
              </a:defRPr>
            </a:lvl1pPr>
            <a:lvl2pPr marL="4565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Sottotitolo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21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92" y="273559"/>
            <a:ext cx="2964166" cy="115990"/>
          </a:xfrm>
        </p:spPr>
        <p:txBody>
          <a:bodyPr>
            <a:normAutofit/>
          </a:bodyPr>
          <a:lstStyle>
            <a:lvl1pPr>
              <a:lnSpc>
                <a:spcPts val="700"/>
              </a:lnSpc>
              <a:defRPr sz="714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Sezione 00</a:t>
            </a:r>
          </a:p>
        </p:txBody>
      </p:sp>
      <p:sp>
        <p:nvSpPr>
          <p:cNvPr id="10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25" y="6459984"/>
            <a:ext cx="1066421" cy="1143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4716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Highlig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18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9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8" y="6459985"/>
            <a:ext cx="3860800" cy="1143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714" baseline="0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  <p:pic>
        <p:nvPicPr>
          <p:cNvPr id="18" name="Immagine 1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52967" y="6216113"/>
            <a:ext cx="592375" cy="3600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3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  <p:sp>
        <p:nvSpPr>
          <p:cNvPr id="13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433619"/>
            <a:ext cx="11182249" cy="575718"/>
          </a:xfrm>
        </p:spPr>
        <p:txBody>
          <a:bodyPr/>
          <a:lstStyle>
            <a:lvl1pPr>
              <a:lnSpc>
                <a:spcPts val="2200"/>
              </a:lnSpc>
              <a:defRPr sz="2041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  <p:sp>
        <p:nvSpPr>
          <p:cNvPr id="14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1070623"/>
            <a:ext cx="11182249" cy="456408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spcBef>
                <a:spcPts val="0"/>
              </a:spcBef>
              <a:buNone/>
              <a:defRPr sz="1529" baseline="0">
                <a:solidFill>
                  <a:srgbClr val="7F7F7F"/>
                </a:solidFill>
              </a:defRPr>
            </a:lvl1pPr>
            <a:lvl2pPr marL="4565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Sottotitolo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21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92" y="273559"/>
            <a:ext cx="2964166" cy="115990"/>
          </a:xfrm>
        </p:spPr>
        <p:txBody>
          <a:bodyPr>
            <a:normAutofit/>
          </a:bodyPr>
          <a:lstStyle>
            <a:lvl1pPr>
              <a:lnSpc>
                <a:spcPts val="700"/>
              </a:lnSpc>
              <a:defRPr sz="714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Sezione 00</a:t>
            </a:r>
          </a:p>
        </p:txBody>
      </p:sp>
      <p:sp>
        <p:nvSpPr>
          <p:cNvPr id="10" name="Segnaposto testo 18"/>
          <p:cNvSpPr>
            <a:spLocks noGrp="1"/>
          </p:cNvSpPr>
          <p:nvPr>
            <p:ph type="body" sz="quarter" idx="14" hasCustomPrompt="1"/>
          </p:nvPr>
        </p:nvSpPr>
        <p:spPr>
          <a:xfrm>
            <a:off x="6135594" y="1682752"/>
            <a:ext cx="5509738" cy="380622"/>
          </a:xfrm>
        </p:spPr>
        <p:txBody>
          <a:bodyPr tIns="45806"/>
          <a:lstStyle>
            <a:lvl1pPr>
              <a:lnSpc>
                <a:spcPts val="2600"/>
              </a:lnSpc>
              <a:spcBef>
                <a:spcPts val="0"/>
              </a:spcBef>
              <a:defRPr sz="2449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r>
              <a:rPr lang="it-IT"/>
              <a:t> </a:t>
            </a:r>
            <a:r>
              <a:rPr lang="it-IT" err="1"/>
              <a:t>sit</a:t>
            </a:r>
            <a:r>
              <a:rPr lang="it-IT"/>
              <a:t> </a:t>
            </a:r>
            <a:r>
              <a:rPr lang="it-IT" err="1"/>
              <a:t>amet</a:t>
            </a:r>
            <a:endParaRPr lang="it-IT"/>
          </a:p>
        </p:txBody>
      </p:sp>
      <p:sp>
        <p:nvSpPr>
          <p:cNvPr id="11" name="Segnaposto testo 18"/>
          <p:cNvSpPr>
            <a:spLocks noGrp="1"/>
          </p:cNvSpPr>
          <p:nvPr>
            <p:ph type="body" sz="quarter" idx="15" hasCustomPrompt="1"/>
          </p:nvPr>
        </p:nvSpPr>
        <p:spPr>
          <a:xfrm>
            <a:off x="463079" y="1682753"/>
            <a:ext cx="5509738" cy="1025455"/>
          </a:xfrm>
        </p:spPr>
        <p:txBody>
          <a:bodyPr tIns="49331"/>
          <a:lstStyle>
            <a:lvl1pPr>
              <a:lnSpc>
                <a:spcPts val="3800"/>
              </a:lnSpc>
              <a:defRPr sz="3571" b="1" i="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err="1"/>
              <a:t>Lorem</a:t>
            </a:r>
            <a:r>
              <a:rPr lang="it-IT"/>
              <a:t> </a:t>
            </a:r>
            <a:r>
              <a:rPr lang="it-IT" err="1"/>
              <a:t>Ipsum</a:t>
            </a:r>
            <a:r>
              <a:rPr lang="it-IT"/>
              <a:t> </a:t>
            </a:r>
            <a:r>
              <a:rPr lang="it-IT" err="1"/>
              <a:t>Sit</a:t>
            </a:r>
            <a:r>
              <a:rPr lang="it-IT"/>
              <a:t> 79% </a:t>
            </a:r>
            <a:r>
              <a:rPr lang="it-IT" err="1"/>
              <a:t>Sit</a:t>
            </a:r>
            <a:r>
              <a:rPr lang="it-IT"/>
              <a:t> </a:t>
            </a:r>
            <a:r>
              <a:rPr lang="it-IT" err="1"/>
              <a:t>Amet</a:t>
            </a:r>
            <a:endParaRPr lang="it-IT"/>
          </a:p>
        </p:txBody>
      </p:sp>
      <p:sp>
        <p:nvSpPr>
          <p:cNvPr id="12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25" y="6459984"/>
            <a:ext cx="1066421" cy="1143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7892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ontat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18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11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8" y="6459985"/>
            <a:ext cx="3860800" cy="1143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714" baseline="0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  <p:sp>
        <p:nvSpPr>
          <p:cNvPr id="14" name="object 3"/>
          <p:cNvSpPr txBox="1"/>
          <p:nvPr userDrawn="1"/>
        </p:nvSpPr>
        <p:spPr>
          <a:xfrm>
            <a:off x="477032" y="716314"/>
            <a:ext cx="1780814" cy="318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80" defTabSz="456533" fontAlgn="auto">
              <a:lnSpc>
                <a:spcPct val="95825"/>
              </a:lnSpc>
              <a:spcBef>
                <a:spcPts val="10"/>
              </a:spcBef>
              <a:spcAft>
                <a:spcPts val="0"/>
              </a:spcAft>
            </a:pPr>
            <a:r>
              <a:rPr lang="it-IT" sz="2041">
                <a:solidFill>
                  <a:srgbClr val="BD2027"/>
                </a:solidFill>
                <a:latin typeface="Arial"/>
                <a:ea typeface="ＭＳ Ｐゴシック"/>
                <a:cs typeface="Arial"/>
              </a:rPr>
              <a:t>Team</a:t>
            </a:r>
            <a:endParaRPr sz="2041">
              <a:solidFill>
                <a:srgbClr val="BD2027"/>
              </a:solidFill>
              <a:latin typeface="Arial"/>
              <a:ea typeface="ＭＳ Ｐゴシック"/>
              <a:cs typeface="Arial"/>
            </a:endParaRPr>
          </a:p>
        </p:txBody>
      </p:sp>
      <p:pic>
        <p:nvPicPr>
          <p:cNvPr id="12" name="Immagine 1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52967" y="6216113"/>
            <a:ext cx="592375" cy="360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 rotWithShape="1">
          <a:blip r:embed="rId3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  <p:sp>
        <p:nvSpPr>
          <p:cNvPr id="15" name="Segnaposto testo 5"/>
          <p:cNvSpPr>
            <a:spLocks noGrp="1"/>
          </p:cNvSpPr>
          <p:nvPr>
            <p:ph type="body" sz="quarter" idx="14" hasCustomPrompt="1"/>
          </p:nvPr>
        </p:nvSpPr>
        <p:spPr>
          <a:xfrm>
            <a:off x="463066" y="1223966"/>
            <a:ext cx="5499035" cy="188417"/>
          </a:xfrm>
        </p:spPr>
        <p:txBody>
          <a:bodyPr/>
          <a:lstStyle>
            <a:lvl1pPr>
              <a:defRPr sz="1224" b="1" i="0"/>
            </a:lvl1pPr>
          </a:lstStyle>
          <a:p>
            <a:pPr lvl="0"/>
            <a:r>
              <a:rPr lang="it-IT"/>
              <a:t>Nome Cognome</a:t>
            </a:r>
          </a:p>
        </p:txBody>
      </p:sp>
      <p:sp>
        <p:nvSpPr>
          <p:cNvPr id="18" name="Segnaposto testo 5"/>
          <p:cNvSpPr>
            <a:spLocks noGrp="1"/>
          </p:cNvSpPr>
          <p:nvPr>
            <p:ph type="body" sz="quarter" idx="16" hasCustomPrompt="1"/>
          </p:nvPr>
        </p:nvSpPr>
        <p:spPr>
          <a:xfrm>
            <a:off x="463066" y="1462570"/>
            <a:ext cx="5499035" cy="157014"/>
          </a:xfrm>
        </p:spPr>
        <p:txBody>
          <a:bodyPr/>
          <a:lstStyle>
            <a:lvl1pPr>
              <a:defRPr sz="1020" b="0" i="0"/>
            </a:lvl1pPr>
          </a:lstStyle>
          <a:p>
            <a:pPr lvl="0"/>
            <a:r>
              <a:rPr lang="it-IT"/>
              <a:t>Unità organizzativa di appartenenza</a:t>
            </a:r>
          </a:p>
        </p:txBody>
      </p:sp>
      <p:sp>
        <p:nvSpPr>
          <p:cNvPr id="19" name="Segnaposto testo 5"/>
          <p:cNvSpPr>
            <a:spLocks noGrp="1"/>
          </p:cNvSpPr>
          <p:nvPr>
            <p:ph type="body" sz="quarter" idx="17" hasCustomPrompt="1"/>
          </p:nvPr>
        </p:nvSpPr>
        <p:spPr>
          <a:xfrm>
            <a:off x="463551" y="1678097"/>
            <a:ext cx="5499035" cy="157014"/>
          </a:xfrm>
        </p:spPr>
        <p:txBody>
          <a:bodyPr/>
          <a:lstStyle>
            <a:lvl1pPr>
              <a:defRPr sz="1020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20" name="Segnaposto testo 5"/>
          <p:cNvSpPr>
            <a:spLocks noGrp="1"/>
          </p:cNvSpPr>
          <p:nvPr>
            <p:ph type="body" sz="quarter" idx="18" hasCustomPrompt="1"/>
          </p:nvPr>
        </p:nvSpPr>
        <p:spPr>
          <a:xfrm>
            <a:off x="463066" y="1893602"/>
            <a:ext cx="5499035" cy="157014"/>
          </a:xfrm>
        </p:spPr>
        <p:txBody>
          <a:bodyPr/>
          <a:lstStyle>
            <a:lvl1pPr>
              <a:defRPr sz="1020" b="0" i="0" baseline="0"/>
            </a:lvl1pPr>
          </a:lstStyle>
          <a:p>
            <a:pPr lvl="0"/>
            <a:r>
              <a:rPr lang="it-IT"/>
              <a:t>Numero di telefono</a:t>
            </a:r>
          </a:p>
        </p:txBody>
      </p:sp>
      <p:sp>
        <p:nvSpPr>
          <p:cNvPr id="21" name="Segnaposto testo 5"/>
          <p:cNvSpPr>
            <a:spLocks noGrp="1"/>
          </p:cNvSpPr>
          <p:nvPr>
            <p:ph type="body" sz="quarter" idx="19" hasCustomPrompt="1"/>
          </p:nvPr>
        </p:nvSpPr>
        <p:spPr>
          <a:xfrm>
            <a:off x="463066" y="2216890"/>
            <a:ext cx="5499035" cy="188417"/>
          </a:xfrm>
        </p:spPr>
        <p:txBody>
          <a:bodyPr/>
          <a:lstStyle>
            <a:lvl1pPr>
              <a:defRPr sz="1224" b="1" i="0"/>
            </a:lvl1pPr>
          </a:lstStyle>
          <a:p>
            <a:pPr lvl="0"/>
            <a:r>
              <a:rPr lang="it-IT"/>
              <a:t>Nome Cognome</a:t>
            </a:r>
          </a:p>
        </p:txBody>
      </p:sp>
      <p:sp>
        <p:nvSpPr>
          <p:cNvPr id="22" name="Segnaposto testo 5"/>
          <p:cNvSpPr>
            <a:spLocks noGrp="1"/>
          </p:cNvSpPr>
          <p:nvPr>
            <p:ph type="body" sz="quarter" idx="20" hasCustomPrompt="1"/>
          </p:nvPr>
        </p:nvSpPr>
        <p:spPr>
          <a:xfrm>
            <a:off x="463066" y="2455496"/>
            <a:ext cx="5499035" cy="157014"/>
          </a:xfrm>
        </p:spPr>
        <p:txBody>
          <a:bodyPr/>
          <a:lstStyle>
            <a:lvl1pPr marL="0" marR="0" indent="0" algn="l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20" b="0" i="0"/>
            </a:lvl1pPr>
          </a:lstStyle>
          <a:p>
            <a:pPr marL="0" marR="0" lvl="0" indent="0" algn="l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Unità organizzativa di appartenenza</a:t>
            </a:r>
          </a:p>
        </p:txBody>
      </p:sp>
      <p:sp>
        <p:nvSpPr>
          <p:cNvPr id="23" name="Segnaposto testo 5"/>
          <p:cNvSpPr>
            <a:spLocks noGrp="1"/>
          </p:cNvSpPr>
          <p:nvPr>
            <p:ph type="body" sz="quarter" idx="21" hasCustomPrompt="1"/>
          </p:nvPr>
        </p:nvSpPr>
        <p:spPr>
          <a:xfrm>
            <a:off x="463551" y="2670994"/>
            <a:ext cx="5499035" cy="157014"/>
          </a:xfrm>
        </p:spPr>
        <p:txBody>
          <a:bodyPr/>
          <a:lstStyle>
            <a:lvl1pPr>
              <a:defRPr sz="1020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24" name="Segnaposto testo 5"/>
          <p:cNvSpPr>
            <a:spLocks noGrp="1"/>
          </p:cNvSpPr>
          <p:nvPr>
            <p:ph type="body" sz="quarter" idx="22" hasCustomPrompt="1"/>
          </p:nvPr>
        </p:nvSpPr>
        <p:spPr>
          <a:xfrm>
            <a:off x="463066" y="2886510"/>
            <a:ext cx="5499035" cy="157014"/>
          </a:xfrm>
        </p:spPr>
        <p:txBody>
          <a:bodyPr/>
          <a:lstStyle>
            <a:lvl1pPr>
              <a:defRPr sz="1020" b="0" i="0" baseline="0"/>
            </a:lvl1pPr>
          </a:lstStyle>
          <a:p>
            <a:pPr lvl="0"/>
            <a:r>
              <a:rPr lang="it-IT"/>
              <a:t>Numero di telefono</a:t>
            </a:r>
          </a:p>
        </p:txBody>
      </p:sp>
      <p:sp>
        <p:nvSpPr>
          <p:cNvPr id="25" name="Segnaposto testo 5"/>
          <p:cNvSpPr>
            <a:spLocks noGrp="1"/>
          </p:cNvSpPr>
          <p:nvPr>
            <p:ph type="body" sz="quarter" idx="23" hasCustomPrompt="1"/>
          </p:nvPr>
        </p:nvSpPr>
        <p:spPr>
          <a:xfrm>
            <a:off x="463066" y="3217481"/>
            <a:ext cx="5499035" cy="188417"/>
          </a:xfrm>
        </p:spPr>
        <p:txBody>
          <a:bodyPr/>
          <a:lstStyle>
            <a:lvl1pPr>
              <a:defRPr sz="1224" b="1" i="0"/>
            </a:lvl1pPr>
          </a:lstStyle>
          <a:p>
            <a:pPr lvl="0"/>
            <a:r>
              <a:rPr lang="it-IT"/>
              <a:t>Nome Cognome</a:t>
            </a:r>
          </a:p>
        </p:txBody>
      </p:sp>
      <p:sp>
        <p:nvSpPr>
          <p:cNvPr id="26" name="Segnaposto testo 5"/>
          <p:cNvSpPr>
            <a:spLocks noGrp="1"/>
          </p:cNvSpPr>
          <p:nvPr>
            <p:ph type="body" sz="quarter" idx="24" hasCustomPrompt="1"/>
          </p:nvPr>
        </p:nvSpPr>
        <p:spPr>
          <a:xfrm>
            <a:off x="463066" y="3456086"/>
            <a:ext cx="5499035" cy="157014"/>
          </a:xfrm>
        </p:spPr>
        <p:txBody>
          <a:bodyPr/>
          <a:lstStyle>
            <a:lvl1pPr marL="0" marR="0" indent="0" algn="l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20" b="0" i="0"/>
            </a:lvl1pPr>
          </a:lstStyle>
          <a:p>
            <a:pPr marL="0" marR="0" lvl="0" indent="0" algn="l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Unità organizzativa di appartenenza</a:t>
            </a:r>
          </a:p>
        </p:txBody>
      </p:sp>
      <p:sp>
        <p:nvSpPr>
          <p:cNvPr id="27" name="Segnaposto testo 5"/>
          <p:cNvSpPr>
            <a:spLocks noGrp="1"/>
          </p:cNvSpPr>
          <p:nvPr>
            <p:ph type="body" sz="quarter" idx="25" hasCustomPrompt="1"/>
          </p:nvPr>
        </p:nvSpPr>
        <p:spPr>
          <a:xfrm>
            <a:off x="463551" y="3671600"/>
            <a:ext cx="5499035" cy="157014"/>
          </a:xfrm>
        </p:spPr>
        <p:txBody>
          <a:bodyPr/>
          <a:lstStyle>
            <a:lvl1pPr>
              <a:defRPr sz="1020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28" name="Segnaposto testo 5"/>
          <p:cNvSpPr>
            <a:spLocks noGrp="1"/>
          </p:cNvSpPr>
          <p:nvPr>
            <p:ph type="body" sz="quarter" idx="26" hasCustomPrompt="1"/>
          </p:nvPr>
        </p:nvSpPr>
        <p:spPr>
          <a:xfrm>
            <a:off x="463066" y="3887124"/>
            <a:ext cx="5499035" cy="157014"/>
          </a:xfrm>
        </p:spPr>
        <p:txBody>
          <a:bodyPr/>
          <a:lstStyle>
            <a:lvl1pPr>
              <a:defRPr sz="1020" b="0" i="0" baseline="0"/>
            </a:lvl1pPr>
          </a:lstStyle>
          <a:p>
            <a:pPr lvl="0"/>
            <a:r>
              <a:rPr lang="it-IT"/>
              <a:t>Numero di telefono</a:t>
            </a:r>
          </a:p>
        </p:txBody>
      </p:sp>
      <p:sp>
        <p:nvSpPr>
          <p:cNvPr id="29" name="Segnaposto testo 5"/>
          <p:cNvSpPr>
            <a:spLocks noGrp="1"/>
          </p:cNvSpPr>
          <p:nvPr>
            <p:ph type="body" sz="quarter" idx="27" hasCustomPrompt="1"/>
          </p:nvPr>
        </p:nvSpPr>
        <p:spPr>
          <a:xfrm>
            <a:off x="463066" y="4210390"/>
            <a:ext cx="5499035" cy="188417"/>
          </a:xfrm>
        </p:spPr>
        <p:txBody>
          <a:bodyPr/>
          <a:lstStyle>
            <a:lvl1pPr>
              <a:defRPr sz="1224" b="1" i="0"/>
            </a:lvl1pPr>
          </a:lstStyle>
          <a:p>
            <a:pPr lvl="0"/>
            <a:r>
              <a:rPr lang="it-IT"/>
              <a:t>Nome Cognome</a:t>
            </a:r>
          </a:p>
        </p:txBody>
      </p:sp>
      <p:sp>
        <p:nvSpPr>
          <p:cNvPr id="30" name="Segnaposto testo 5"/>
          <p:cNvSpPr>
            <a:spLocks noGrp="1"/>
          </p:cNvSpPr>
          <p:nvPr>
            <p:ph type="body" sz="quarter" idx="28" hasCustomPrompt="1"/>
          </p:nvPr>
        </p:nvSpPr>
        <p:spPr>
          <a:xfrm>
            <a:off x="463066" y="4448994"/>
            <a:ext cx="5499035" cy="157014"/>
          </a:xfrm>
        </p:spPr>
        <p:txBody>
          <a:bodyPr/>
          <a:lstStyle>
            <a:lvl1pPr marL="0" marR="0" indent="0" algn="l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20" b="0" i="0"/>
            </a:lvl1pPr>
          </a:lstStyle>
          <a:p>
            <a:pPr marL="0" marR="0" lvl="0" indent="0" algn="l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Unità organizzativa di appartenenza</a:t>
            </a:r>
          </a:p>
        </p:txBody>
      </p:sp>
      <p:sp>
        <p:nvSpPr>
          <p:cNvPr id="31" name="Segnaposto testo 5"/>
          <p:cNvSpPr>
            <a:spLocks noGrp="1"/>
          </p:cNvSpPr>
          <p:nvPr>
            <p:ph type="body" sz="quarter" idx="29" hasCustomPrompt="1"/>
          </p:nvPr>
        </p:nvSpPr>
        <p:spPr>
          <a:xfrm>
            <a:off x="463551" y="4664523"/>
            <a:ext cx="5499035" cy="157014"/>
          </a:xfrm>
        </p:spPr>
        <p:txBody>
          <a:bodyPr/>
          <a:lstStyle>
            <a:lvl1pPr>
              <a:defRPr sz="1020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32" name="Segnaposto testo 5"/>
          <p:cNvSpPr>
            <a:spLocks noGrp="1"/>
          </p:cNvSpPr>
          <p:nvPr>
            <p:ph type="body" sz="quarter" idx="30" hasCustomPrompt="1"/>
          </p:nvPr>
        </p:nvSpPr>
        <p:spPr>
          <a:xfrm>
            <a:off x="463066" y="4880026"/>
            <a:ext cx="5499035" cy="157014"/>
          </a:xfrm>
        </p:spPr>
        <p:txBody>
          <a:bodyPr/>
          <a:lstStyle>
            <a:lvl1pPr>
              <a:defRPr sz="1020" b="0" i="0" baseline="0"/>
            </a:lvl1pPr>
          </a:lstStyle>
          <a:p>
            <a:pPr lvl="0"/>
            <a:r>
              <a:rPr lang="it-IT"/>
              <a:t>Numero di telefono</a:t>
            </a:r>
          </a:p>
        </p:txBody>
      </p:sp>
      <p:sp>
        <p:nvSpPr>
          <p:cNvPr id="33" name="Segnaposto testo 5"/>
          <p:cNvSpPr>
            <a:spLocks noGrp="1"/>
          </p:cNvSpPr>
          <p:nvPr>
            <p:ph type="body" sz="quarter" idx="31" hasCustomPrompt="1"/>
          </p:nvPr>
        </p:nvSpPr>
        <p:spPr>
          <a:xfrm>
            <a:off x="463066" y="5203315"/>
            <a:ext cx="5499035" cy="188417"/>
          </a:xfrm>
        </p:spPr>
        <p:txBody>
          <a:bodyPr/>
          <a:lstStyle>
            <a:lvl1pPr>
              <a:defRPr sz="1224" b="1" i="0"/>
            </a:lvl1pPr>
          </a:lstStyle>
          <a:p>
            <a:pPr lvl="0"/>
            <a:r>
              <a:rPr lang="it-IT"/>
              <a:t>Nome Cognome</a:t>
            </a:r>
          </a:p>
        </p:txBody>
      </p:sp>
      <p:sp>
        <p:nvSpPr>
          <p:cNvPr id="34" name="Segnaposto testo 5"/>
          <p:cNvSpPr>
            <a:spLocks noGrp="1"/>
          </p:cNvSpPr>
          <p:nvPr>
            <p:ph type="body" sz="quarter" idx="32" hasCustomPrompt="1"/>
          </p:nvPr>
        </p:nvSpPr>
        <p:spPr>
          <a:xfrm>
            <a:off x="463066" y="5441921"/>
            <a:ext cx="5499035" cy="157014"/>
          </a:xfrm>
        </p:spPr>
        <p:txBody>
          <a:bodyPr/>
          <a:lstStyle>
            <a:lvl1pPr marL="0" marR="0" indent="0" algn="l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20" b="0" i="0"/>
            </a:lvl1pPr>
          </a:lstStyle>
          <a:p>
            <a:pPr marL="0" marR="0" lvl="0" indent="0" algn="l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Unità organizzativa di appartenenza</a:t>
            </a:r>
          </a:p>
        </p:txBody>
      </p:sp>
      <p:sp>
        <p:nvSpPr>
          <p:cNvPr id="35" name="Segnaposto testo 5"/>
          <p:cNvSpPr>
            <a:spLocks noGrp="1"/>
          </p:cNvSpPr>
          <p:nvPr>
            <p:ph type="body" sz="quarter" idx="33" hasCustomPrompt="1"/>
          </p:nvPr>
        </p:nvSpPr>
        <p:spPr>
          <a:xfrm>
            <a:off x="463551" y="5657420"/>
            <a:ext cx="5499035" cy="157014"/>
          </a:xfrm>
        </p:spPr>
        <p:txBody>
          <a:bodyPr/>
          <a:lstStyle>
            <a:lvl1pPr>
              <a:defRPr sz="1020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36" name="Segnaposto testo 5"/>
          <p:cNvSpPr>
            <a:spLocks noGrp="1"/>
          </p:cNvSpPr>
          <p:nvPr>
            <p:ph type="body" sz="quarter" idx="34" hasCustomPrompt="1"/>
          </p:nvPr>
        </p:nvSpPr>
        <p:spPr>
          <a:xfrm>
            <a:off x="463066" y="5872935"/>
            <a:ext cx="5499035" cy="157014"/>
          </a:xfrm>
        </p:spPr>
        <p:txBody>
          <a:bodyPr/>
          <a:lstStyle>
            <a:lvl1pPr>
              <a:defRPr sz="1020" b="0" i="0" baseline="0"/>
            </a:lvl1pPr>
          </a:lstStyle>
          <a:p>
            <a:pPr lvl="0"/>
            <a:r>
              <a:rPr lang="it-IT"/>
              <a:t>Numero di telefono</a:t>
            </a:r>
          </a:p>
        </p:txBody>
      </p:sp>
      <p:sp>
        <p:nvSpPr>
          <p:cNvPr id="37" name="Segnaposto testo 5"/>
          <p:cNvSpPr>
            <a:spLocks noGrp="1"/>
          </p:cNvSpPr>
          <p:nvPr>
            <p:ph type="body" sz="quarter" idx="35" hasCustomPrompt="1"/>
          </p:nvPr>
        </p:nvSpPr>
        <p:spPr>
          <a:xfrm>
            <a:off x="6153461" y="1223966"/>
            <a:ext cx="5499035" cy="188417"/>
          </a:xfrm>
        </p:spPr>
        <p:txBody>
          <a:bodyPr/>
          <a:lstStyle>
            <a:lvl1pPr>
              <a:defRPr sz="1224" b="1" i="0"/>
            </a:lvl1pPr>
          </a:lstStyle>
          <a:p>
            <a:pPr lvl="0"/>
            <a:r>
              <a:rPr lang="it-IT"/>
              <a:t>Nome Cognome</a:t>
            </a:r>
          </a:p>
        </p:txBody>
      </p:sp>
      <p:sp>
        <p:nvSpPr>
          <p:cNvPr id="38" name="Segnaposto testo 5"/>
          <p:cNvSpPr>
            <a:spLocks noGrp="1"/>
          </p:cNvSpPr>
          <p:nvPr>
            <p:ph type="body" sz="quarter" idx="36" hasCustomPrompt="1"/>
          </p:nvPr>
        </p:nvSpPr>
        <p:spPr>
          <a:xfrm>
            <a:off x="6153461" y="1462570"/>
            <a:ext cx="5499035" cy="157014"/>
          </a:xfrm>
        </p:spPr>
        <p:txBody>
          <a:bodyPr/>
          <a:lstStyle>
            <a:lvl1pPr>
              <a:defRPr sz="1020" b="0" i="0"/>
            </a:lvl1pPr>
          </a:lstStyle>
          <a:p>
            <a:pPr lvl="0"/>
            <a:r>
              <a:rPr lang="it-IT"/>
              <a:t>Unità organizzativa di appartenenza</a:t>
            </a:r>
          </a:p>
        </p:txBody>
      </p:sp>
      <p:sp>
        <p:nvSpPr>
          <p:cNvPr id="39" name="Segnaposto testo 5"/>
          <p:cNvSpPr>
            <a:spLocks noGrp="1"/>
          </p:cNvSpPr>
          <p:nvPr>
            <p:ph type="body" sz="quarter" idx="37" hasCustomPrompt="1"/>
          </p:nvPr>
        </p:nvSpPr>
        <p:spPr>
          <a:xfrm>
            <a:off x="6153943" y="1678097"/>
            <a:ext cx="5499035" cy="157014"/>
          </a:xfrm>
        </p:spPr>
        <p:txBody>
          <a:bodyPr/>
          <a:lstStyle>
            <a:lvl1pPr>
              <a:defRPr sz="1020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40" name="Segnaposto testo 5"/>
          <p:cNvSpPr>
            <a:spLocks noGrp="1"/>
          </p:cNvSpPr>
          <p:nvPr>
            <p:ph type="body" sz="quarter" idx="38" hasCustomPrompt="1"/>
          </p:nvPr>
        </p:nvSpPr>
        <p:spPr>
          <a:xfrm>
            <a:off x="6153461" y="1893602"/>
            <a:ext cx="5499035" cy="157014"/>
          </a:xfrm>
        </p:spPr>
        <p:txBody>
          <a:bodyPr/>
          <a:lstStyle>
            <a:lvl1pPr>
              <a:defRPr sz="1020" b="0" i="0" baseline="0"/>
            </a:lvl1pPr>
          </a:lstStyle>
          <a:p>
            <a:pPr lvl="0"/>
            <a:r>
              <a:rPr lang="it-IT"/>
              <a:t>Numero di telefono</a:t>
            </a:r>
          </a:p>
        </p:txBody>
      </p:sp>
      <p:sp>
        <p:nvSpPr>
          <p:cNvPr id="41" name="Segnaposto testo 5"/>
          <p:cNvSpPr>
            <a:spLocks noGrp="1"/>
          </p:cNvSpPr>
          <p:nvPr>
            <p:ph type="body" sz="quarter" idx="39" hasCustomPrompt="1"/>
          </p:nvPr>
        </p:nvSpPr>
        <p:spPr>
          <a:xfrm>
            <a:off x="6153461" y="2216890"/>
            <a:ext cx="5499035" cy="188417"/>
          </a:xfrm>
        </p:spPr>
        <p:txBody>
          <a:bodyPr/>
          <a:lstStyle>
            <a:lvl1pPr>
              <a:defRPr sz="1224" b="1" i="0"/>
            </a:lvl1pPr>
          </a:lstStyle>
          <a:p>
            <a:pPr lvl="0"/>
            <a:r>
              <a:rPr lang="it-IT"/>
              <a:t>Nome Cognome</a:t>
            </a:r>
          </a:p>
        </p:txBody>
      </p:sp>
      <p:sp>
        <p:nvSpPr>
          <p:cNvPr id="42" name="Segnaposto testo 5"/>
          <p:cNvSpPr>
            <a:spLocks noGrp="1"/>
          </p:cNvSpPr>
          <p:nvPr>
            <p:ph type="body" sz="quarter" idx="40" hasCustomPrompt="1"/>
          </p:nvPr>
        </p:nvSpPr>
        <p:spPr>
          <a:xfrm>
            <a:off x="6153461" y="2455496"/>
            <a:ext cx="5499035" cy="157014"/>
          </a:xfrm>
        </p:spPr>
        <p:txBody>
          <a:bodyPr/>
          <a:lstStyle>
            <a:lvl1pPr marL="0" marR="0" indent="0" algn="l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20" b="0" i="0"/>
            </a:lvl1pPr>
          </a:lstStyle>
          <a:p>
            <a:pPr marL="0" marR="0" lvl="0" indent="0" algn="l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Unità organizzativa di appartenenza</a:t>
            </a:r>
          </a:p>
        </p:txBody>
      </p:sp>
      <p:sp>
        <p:nvSpPr>
          <p:cNvPr id="43" name="Segnaposto testo 5"/>
          <p:cNvSpPr>
            <a:spLocks noGrp="1"/>
          </p:cNvSpPr>
          <p:nvPr>
            <p:ph type="body" sz="quarter" idx="41" hasCustomPrompt="1"/>
          </p:nvPr>
        </p:nvSpPr>
        <p:spPr>
          <a:xfrm>
            <a:off x="6153943" y="2670994"/>
            <a:ext cx="5499035" cy="157014"/>
          </a:xfrm>
        </p:spPr>
        <p:txBody>
          <a:bodyPr/>
          <a:lstStyle>
            <a:lvl1pPr>
              <a:defRPr sz="1020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44" name="Segnaposto testo 5"/>
          <p:cNvSpPr>
            <a:spLocks noGrp="1"/>
          </p:cNvSpPr>
          <p:nvPr>
            <p:ph type="body" sz="quarter" idx="42" hasCustomPrompt="1"/>
          </p:nvPr>
        </p:nvSpPr>
        <p:spPr>
          <a:xfrm>
            <a:off x="6153461" y="2886510"/>
            <a:ext cx="5499035" cy="157014"/>
          </a:xfrm>
        </p:spPr>
        <p:txBody>
          <a:bodyPr/>
          <a:lstStyle>
            <a:lvl1pPr>
              <a:defRPr sz="1020" b="0" i="0" baseline="0"/>
            </a:lvl1pPr>
          </a:lstStyle>
          <a:p>
            <a:pPr lvl="0"/>
            <a:r>
              <a:rPr lang="it-IT"/>
              <a:t>Numero di telefono</a:t>
            </a:r>
          </a:p>
        </p:txBody>
      </p:sp>
      <p:sp>
        <p:nvSpPr>
          <p:cNvPr id="45" name="Segnaposto testo 5"/>
          <p:cNvSpPr>
            <a:spLocks noGrp="1"/>
          </p:cNvSpPr>
          <p:nvPr>
            <p:ph type="body" sz="quarter" idx="43" hasCustomPrompt="1"/>
          </p:nvPr>
        </p:nvSpPr>
        <p:spPr>
          <a:xfrm>
            <a:off x="6153461" y="3217481"/>
            <a:ext cx="5499035" cy="188417"/>
          </a:xfrm>
        </p:spPr>
        <p:txBody>
          <a:bodyPr/>
          <a:lstStyle>
            <a:lvl1pPr>
              <a:defRPr sz="1224" b="1" i="0"/>
            </a:lvl1pPr>
          </a:lstStyle>
          <a:p>
            <a:pPr lvl="0"/>
            <a:r>
              <a:rPr lang="it-IT"/>
              <a:t>Nome Cognome</a:t>
            </a:r>
          </a:p>
        </p:txBody>
      </p:sp>
      <p:sp>
        <p:nvSpPr>
          <p:cNvPr id="46" name="Segnaposto testo 5"/>
          <p:cNvSpPr>
            <a:spLocks noGrp="1"/>
          </p:cNvSpPr>
          <p:nvPr>
            <p:ph type="body" sz="quarter" idx="44" hasCustomPrompt="1"/>
          </p:nvPr>
        </p:nvSpPr>
        <p:spPr>
          <a:xfrm>
            <a:off x="6153461" y="3456086"/>
            <a:ext cx="5499035" cy="157014"/>
          </a:xfrm>
        </p:spPr>
        <p:txBody>
          <a:bodyPr/>
          <a:lstStyle>
            <a:lvl1pPr marL="0" marR="0" indent="0" algn="l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20" b="0" i="0"/>
            </a:lvl1pPr>
          </a:lstStyle>
          <a:p>
            <a:pPr marL="0" marR="0" lvl="0" indent="0" algn="l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Unità organizzativa di appartenenza</a:t>
            </a:r>
          </a:p>
        </p:txBody>
      </p:sp>
      <p:sp>
        <p:nvSpPr>
          <p:cNvPr id="47" name="Segnaposto testo 5"/>
          <p:cNvSpPr>
            <a:spLocks noGrp="1"/>
          </p:cNvSpPr>
          <p:nvPr>
            <p:ph type="body" sz="quarter" idx="45" hasCustomPrompt="1"/>
          </p:nvPr>
        </p:nvSpPr>
        <p:spPr>
          <a:xfrm>
            <a:off x="6153943" y="3671600"/>
            <a:ext cx="5499035" cy="157014"/>
          </a:xfrm>
        </p:spPr>
        <p:txBody>
          <a:bodyPr/>
          <a:lstStyle>
            <a:lvl1pPr>
              <a:defRPr sz="1020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48" name="Segnaposto testo 5"/>
          <p:cNvSpPr>
            <a:spLocks noGrp="1"/>
          </p:cNvSpPr>
          <p:nvPr>
            <p:ph type="body" sz="quarter" idx="46" hasCustomPrompt="1"/>
          </p:nvPr>
        </p:nvSpPr>
        <p:spPr>
          <a:xfrm>
            <a:off x="6153461" y="3887124"/>
            <a:ext cx="5499035" cy="157014"/>
          </a:xfrm>
        </p:spPr>
        <p:txBody>
          <a:bodyPr/>
          <a:lstStyle>
            <a:lvl1pPr>
              <a:defRPr sz="1020" b="0" i="0" baseline="0"/>
            </a:lvl1pPr>
          </a:lstStyle>
          <a:p>
            <a:pPr lvl="0"/>
            <a:r>
              <a:rPr lang="it-IT"/>
              <a:t>Numero di telefono</a:t>
            </a:r>
          </a:p>
        </p:txBody>
      </p:sp>
      <p:sp>
        <p:nvSpPr>
          <p:cNvPr id="49" name="Segnaposto testo 5"/>
          <p:cNvSpPr>
            <a:spLocks noGrp="1"/>
          </p:cNvSpPr>
          <p:nvPr>
            <p:ph type="body" sz="quarter" idx="47" hasCustomPrompt="1"/>
          </p:nvPr>
        </p:nvSpPr>
        <p:spPr>
          <a:xfrm>
            <a:off x="6153461" y="4210390"/>
            <a:ext cx="5499035" cy="188417"/>
          </a:xfrm>
        </p:spPr>
        <p:txBody>
          <a:bodyPr/>
          <a:lstStyle>
            <a:lvl1pPr>
              <a:defRPr sz="1224" b="1" i="0"/>
            </a:lvl1pPr>
          </a:lstStyle>
          <a:p>
            <a:pPr lvl="0"/>
            <a:r>
              <a:rPr lang="it-IT"/>
              <a:t>Nome Cognome</a:t>
            </a:r>
          </a:p>
        </p:txBody>
      </p:sp>
      <p:sp>
        <p:nvSpPr>
          <p:cNvPr id="50" name="Segnaposto testo 5"/>
          <p:cNvSpPr>
            <a:spLocks noGrp="1"/>
          </p:cNvSpPr>
          <p:nvPr>
            <p:ph type="body" sz="quarter" idx="48" hasCustomPrompt="1"/>
          </p:nvPr>
        </p:nvSpPr>
        <p:spPr>
          <a:xfrm>
            <a:off x="6153461" y="4448994"/>
            <a:ext cx="5499035" cy="157014"/>
          </a:xfrm>
        </p:spPr>
        <p:txBody>
          <a:bodyPr/>
          <a:lstStyle>
            <a:lvl1pPr marL="0" marR="0" indent="0" algn="l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20" b="0" i="0"/>
            </a:lvl1pPr>
          </a:lstStyle>
          <a:p>
            <a:pPr marL="0" marR="0" lvl="0" indent="0" algn="l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Unità organizzativa di appartenenza</a:t>
            </a:r>
          </a:p>
        </p:txBody>
      </p:sp>
      <p:sp>
        <p:nvSpPr>
          <p:cNvPr id="51" name="Segnaposto testo 5"/>
          <p:cNvSpPr>
            <a:spLocks noGrp="1"/>
          </p:cNvSpPr>
          <p:nvPr>
            <p:ph type="body" sz="quarter" idx="49" hasCustomPrompt="1"/>
          </p:nvPr>
        </p:nvSpPr>
        <p:spPr>
          <a:xfrm>
            <a:off x="6153943" y="4664523"/>
            <a:ext cx="5499035" cy="157014"/>
          </a:xfrm>
        </p:spPr>
        <p:txBody>
          <a:bodyPr/>
          <a:lstStyle>
            <a:lvl1pPr>
              <a:defRPr sz="1020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52" name="Segnaposto testo 5"/>
          <p:cNvSpPr>
            <a:spLocks noGrp="1"/>
          </p:cNvSpPr>
          <p:nvPr>
            <p:ph type="body" sz="quarter" idx="50" hasCustomPrompt="1"/>
          </p:nvPr>
        </p:nvSpPr>
        <p:spPr>
          <a:xfrm>
            <a:off x="6153461" y="4880026"/>
            <a:ext cx="5499035" cy="157014"/>
          </a:xfrm>
        </p:spPr>
        <p:txBody>
          <a:bodyPr/>
          <a:lstStyle>
            <a:lvl1pPr>
              <a:defRPr sz="1020" b="0" i="0" baseline="0"/>
            </a:lvl1pPr>
          </a:lstStyle>
          <a:p>
            <a:pPr lvl="0"/>
            <a:r>
              <a:rPr lang="it-IT"/>
              <a:t>Numero di telefono</a:t>
            </a:r>
          </a:p>
        </p:txBody>
      </p:sp>
      <p:sp>
        <p:nvSpPr>
          <p:cNvPr id="53" name="Segnaposto testo 5"/>
          <p:cNvSpPr>
            <a:spLocks noGrp="1"/>
          </p:cNvSpPr>
          <p:nvPr>
            <p:ph type="body" sz="quarter" idx="51" hasCustomPrompt="1"/>
          </p:nvPr>
        </p:nvSpPr>
        <p:spPr>
          <a:xfrm>
            <a:off x="6153461" y="5203315"/>
            <a:ext cx="5499035" cy="188417"/>
          </a:xfrm>
        </p:spPr>
        <p:txBody>
          <a:bodyPr/>
          <a:lstStyle>
            <a:lvl1pPr>
              <a:defRPr sz="1224" b="1" i="0"/>
            </a:lvl1pPr>
          </a:lstStyle>
          <a:p>
            <a:pPr lvl="0"/>
            <a:r>
              <a:rPr lang="it-IT"/>
              <a:t>Nome Cognome</a:t>
            </a:r>
          </a:p>
        </p:txBody>
      </p:sp>
      <p:sp>
        <p:nvSpPr>
          <p:cNvPr id="54" name="Segnaposto testo 5"/>
          <p:cNvSpPr>
            <a:spLocks noGrp="1"/>
          </p:cNvSpPr>
          <p:nvPr>
            <p:ph type="body" sz="quarter" idx="52" hasCustomPrompt="1"/>
          </p:nvPr>
        </p:nvSpPr>
        <p:spPr>
          <a:xfrm>
            <a:off x="6153461" y="5441921"/>
            <a:ext cx="5499035" cy="157014"/>
          </a:xfrm>
        </p:spPr>
        <p:txBody>
          <a:bodyPr/>
          <a:lstStyle>
            <a:lvl1pPr marL="0" marR="0" indent="0" algn="l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20" b="0" i="0"/>
            </a:lvl1pPr>
          </a:lstStyle>
          <a:p>
            <a:pPr marL="0" marR="0" lvl="0" indent="0" algn="l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Unità organizzativa di appartenenza</a:t>
            </a:r>
          </a:p>
        </p:txBody>
      </p:sp>
      <p:sp>
        <p:nvSpPr>
          <p:cNvPr id="55" name="Segnaposto testo 5"/>
          <p:cNvSpPr>
            <a:spLocks noGrp="1"/>
          </p:cNvSpPr>
          <p:nvPr>
            <p:ph type="body" sz="quarter" idx="53" hasCustomPrompt="1"/>
          </p:nvPr>
        </p:nvSpPr>
        <p:spPr>
          <a:xfrm>
            <a:off x="6153943" y="5657420"/>
            <a:ext cx="5499035" cy="157014"/>
          </a:xfrm>
        </p:spPr>
        <p:txBody>
          <a:bodyPr/>
          <a:lstStyle>
            <a:lvl1pPr>
              <a:defRPr sz="1020" b="0" i="0"/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56" name="Segnaposto testo 5"/>
          <p:cNvSpPr>
            <a:spLocks noGrp="1"/>
          </p:cNvSpPr>
          <p:nvPr>
            <p:ph type="body" sz="quarter" idx="54" hasCustomPrompt="1"/>
          </p:nvPr>
        </p:nvSpPr>
        <p:spPr>
          <a:xfrm>
            <a:off x="6153461" y="5872935"/>
            <a:ext cx="5499035" cy="157014"/>
          </a:xfrm>
        </p:spPr>
        <p:txBody>
          <a:bodyPr/>
          <a:lstStyle>
            <a:lvl1pPr marL="0" marR="0" indent="0" algn="l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20" b="0" i="0" baseline="0"/>
            </a:lvl1pPr>
          </a:lstStyle>
          <a:p>
            <a:pPr lvl="0"/>
            <a:r>
              <a:rPr lang="it-IT"/>
              <a:t>Numero di telefono</a:t>
            </a:r>
          </a:p>
        </p:txBody>
      </p:sp>
      <p:sp>
        <p:nvSpPr>
          <p:cNvPr id="57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25" y="6459984"/>
            <a:ext cx="1066421" cy="1143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69638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Prossimi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18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8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8" y="6459985"/>
            <a:ext cx="3860800" cy="1143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714" baseline="0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  <p:sp>
        <p:nvSpPr>
          <p:cNvPr id="9" name="object 3"/>
          <p:cNvSpPr txBox="1"/>
          <p:nvPr userDrawn="1"/>
        </p:nvSpPr>
        <p:spPr>
          <a:xfrm>
            <a:off x="477031" y="716314"/>
            <a:ext cx="3484342" cy="318159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680" defTabSz="456533" fontAlgn="auto">
              <a:lnSpc>
                <a:spcPct val="95825"/>
              </a:lnSpc>
              <a:spcBef>
                <a:spcPts val="10"/>
              </a:spcBef>
              <a:spcAft>
                <a:spcPts val="0"/>
              </a:spcAft>
            </a:pPr>
            <a:r>
              <a:rPr lang="it-IT" sz="2041">
                <a:solidFill>
                  <a:srgbClr val="BD2027"/>
                </a:solidFill>
                <a:latin typeface="Arial"/>
                <a:ea typeface="ＭＳ Ｐゴシック"/>
                <a:cs typeface="Arial"/>
              </a:rPr>
              <a:t>Prossimi </a:t>
            </a:r>
            <a:r>
              <a:rPr lang="it-IT" sz="2041" err="1">
                <a:solidFill>
                  <a:srgbClr val="BD2027"/>
                </a:solidFill>
                <a:latin typeface="Arial"/>
                <a:ea typeface="ＭＳ Ｐゴシック"/>
                <a:cs typeface="Arial"/>
              </a:rPr>
              <a:t>steps</a:t>
            </a:r>
            <a:endParaRPr sz="2041">
              <a:solidFill>
                <a:srgbClr val="BD2027"/>
              </a:solidFill>
              <a:latin typeface="Arial"/>
              <a:ea typeface="ＭＳ Ｐゴシック"/>
              <a:cs typeface="Arial"/>
            </a:endParaRPr>
          </a:p>
        </p:txBody>
      </p:sp>
      <p:pic>
        <p:nvPicPr>
          <p:cNvPr id="10" name="Immagine 9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52967" y="6216113"/>
            <a:ext cx="592375" cy="360000"/>
          </a:xfrm>
          <a:prstGeom prst="rect">
            <a:avLst/>
          </a:prstGeom>
        </p:spPr>
      </p:pic>
      <p:pic>
        <p:nvPicPr>
          <p:cNvPr id="11" name="Picture 16"/>
          <p:cNvPicPr>
            <a:picLocks noChangeAspect="1"/>
          </p:cNvPicPr>
          <p:nvPr userDrawn="1"/>
        </p:nvPicPr>
        <p:blipFill rotWithShape="1">
          <a:blip r:embed="rId3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  <p:sp>
        <p:nvSpPr>
          <p:cNvPr id="89" name="Segnaposto testo 54"/>
          <p:cNvSpPr>
            <a:spLocks noGrp="1"/>
          </p:cNvSpPr>
          <p:nvPr>
            <p:ph type="body" sz="quarter" idx="43" hasCustomPrompt="1"/>
          </p:nvPr>
        </p:nvSpPr>
        <p:spPr>
          <a:xfrm>
            <a:off x="477534" y="1223967"/>
            <a:ext cx="5490146" cy="251222"/>
          </a:xfrm>
        </p:spPr>
        <p:txBody>
          <a:bodyPr/>
          <a:lstStyle>
            <a:lvl1pPr>
              <a:defRPr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90" name="Segnaposto testo 54"/>
          <p:cNvSpPr>
            <a:spLocks noGrp="1"/>
          </p:cNvSpPr>
          <p:nvPr>
            <p:ph type="body" sz="quarter" idx="44" hasCustomPrompt="1"/>
          </p:nvPr>
        </p:nvSpPr>
        <p:spPr>
          <a:xfrm>
            <a:off x="477530" y="1401006"/>
            <a:ext cx="5490143" cy="444873"/>
          </a:xfrm>
        </p:spPr>
        <p:txBody>
          <a:bodyPr/>
          <a:lstStyle>
            <a:lvl1pPr>
              <a:lnSpc>
                <a:spcPts val="1700"/>
              </a:lnSpc>
              <a:defRPr sz="1529" b="1" i="0"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91" name="Segnaposto testo 54"/>
          <p:cNvSpPr>
            <a:spLocks noGrp="1"/>
          </p:cNvSpPr>
          <p:nvPr>
            <p:ph type="body" sz="quarter" idx="45" hasCustomPrompt="1"/>
          </p:nvPr>
        </p:nvSpPr>
        <p:spPr>
          <a:xfrm>
            <a:off x="477480" y="1939801"/>
            <a:ext cx="5493806" cy="251222"/>
          </a:xfrm>
        </p:spPr>
        <p:txBody>
          <a:bodyPr/>
          <a:lstStyle>
            <a:lvl1pPr>
              <a:defRPr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92" name="Segnaposto testo 54"/>
          <p:cNvSpPr>
            <a:spLocks noGrp="1"/>
          </p:cNvSpPr>
          <p:nvPr>
            <p:ph type="body" sz="quarter" idx="46" hasCustomPrompt="1"/>
          </p:nvPr>
        </p:nvSpPr>
        <p:spPr>
          <a:xfrm>
            <a:off x="477531" y="2093725"/>
            <a:ext cx="5493755" cy="444873"/>
          </a:xfrm>
        </p:spPr>
        <p:txBody>
          <a:bodyPr/>
          <a:lstStyle>
            <a:lvl1pPr>
              <a:lnSpc>
                <a:spcPts val="1700"/>
              </a:lnSpc>
              <a:defRPr sz="1529" b="1" i="0"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103" name="Segnaposto testo 54"/>
          <p:cNvSpPr>
            <a:spLocks noGrp="1"/>
          </p:cNvSpPr>
          <p:nvPr>
            <p:ph type="body" sz="quarter" idx="47" hasCustomPrompt="1"/>
          </p:nvPr>
        </p:nvSpPr>
        <p:spPr>
          <a:xfrm>
            <a:off x="477480" y="2632529"/>
            <a:ext cx="5493806" cy="251222"/>
          </a:xfrm>
        </p:spPr>
        <p:txBody>
          <a:bodyPr/>
          <a:lstStyle>
            <a:lvl1pPr>
              <a:defRPr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104" name="Segnaposto testo 54"/>
          <p:cNvSpPr>
            <a:spLocks noGrp="1"/>
          </p:cNvSpPr>
          <p:nvPr>
            <p:ph type="body" sz="quarter" idx="48" hasCustomPrompt="1"/>
          </p:nvPr>
        </p:nvSpPr>
        <p:spPr>
          <a:xfrm>
            <a:off x="477531" y="2786470"/>
            <a:ext cx="5493755" cy="444873"/>
          </a:xfrm>
        </p:spPr>
        <p:txBody>
          <a:bodyPr/>
          <a:lstStyle>
            <a:lvl1pPr>
              <a:lnSpc>
                <a:spcPts val="1700"/>
              </a:lnSpc>
              <a:defRPr sz="1529" b="1" i="0"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105" name="Segnaposto testo 54"/>
          <p:cNvSpPr>
            <a:spLocks noGrp="1"/>
          </p:cNvSpPr>
          <p:nvPr>
            <p:ph type="body" sz="quarter" idx="49" hasCustomPrompt="1"/>
          </p:nvPr>
        </p:nvSpPr>
        <p:spPr>
          <a:xfrm>
            <a:off x="477480" y="3332952"/>
            <a:ext cx="5493806" cy="251222"/>
          </a:xfrm>
        </p:spPr>
        <p:txBody>
          <a:bodyPr/>
          <a:lstStyle>
            <a:lvl1pPr>
              <a:defRPr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106" name="Segnaposto testo 54"/>
          <p:cNvSpPr>
            <a:spLocks noGrp="1"/>
          </p:cNvSpPr>
          <p:nvPr>
            <p:ph type="body" sz="quarter" idx="50" hasCustomPrompt="1"/>
          </p:nvPr>
        </p:nvSpPr>
        <p:spPr>
          <a:xfrm>
            <a:off x="477531" y="3486877"/>
            <a:ext cx="5493755" cy="444873"/>
          </a:xfrm>
        </p:spPr>
        <p:txBody>
          <a:bodyPr/>
          <a:lstStyle>
            <a:lvl1pPr>
              <a:lnSpc>
                <a:spcPts val="1700"/>
              </a:lnSpc>
              <a:defRPr sz="1529" b="1" i="0"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107" name="Segnaposto testo 54"/>
          <p:cNvSpPr>
            <a:spLocks noGrp="1"/>
          </p:cNvSpPr>
          <p:nvPr>
            <p:ph type="body" sz="quarter" idx="51" hasCustomPrompt="1"/>
          </p:nvPr>
        </p:nvSpPr>
        <p:spPr>
          <a:xfrm>
            <a:off x="477480" y="4033379"/>
            <a:ext cx="5493806" cy="251222"/>
          </a:xfrm>
        </p:spPr>
        <p:txBody>
          <a:bodyPr/>
          <a:lstStyle>
            <a:lvl1pPr>
              <a:defRPr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108" name="Segnaposto testo 54"/>
          <p:cNvSpPr>
            <a:spLocks noGrp="1"/>
          </p:cNvSpPr>
          <p:nvPr>
            <p:ph type="body" sz="quarter" idx="52" hasCustomPrompt="1"/>
          </p:nvPr>
        </p:nvSpPr>
        <p:spPr>
          <a:xfrm>
            <a:off x="477531" y="4187306"/>
            <a:ext cx="5493755" cy="444873"/>
          </a:xfrm>
        </p:spPr>
        <p:txBody>
          <a:bodyPr/>
          <a:lstStyle>
            <a:lvl1pPr>
              <a:lnSpc>
                <a:spcPts val="1700"/>
              </a:lnSpc>
              <a:defRPr sz="1529" b="1" i="0"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109" name="Segnaposto testo 54"/>
          <p:cNvSpPr>
            <a:spLocks noGrp="1"/>
          </p:cNvSpPr>
          <p:nvPr>
            <p:ph type="body" sz="quarter" idx="53" hasCustomPrompt="1"/>
          </p:nvPr>
        </p:nvSpPr>
        <p:spPr>
          <a:xfrm>
            <a:off x="477480" y="4733800"/>
            <a:ext cx="5493806" cy="251222"/>
          </a:xfrm>
        </p:spPr>
        <p:txBody>
          <a:bodyPr/>
          <a:lstStyle>
            <a:lvl1pPr>
              <a:defRPr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110" name="Segnaposto testo 54"/>
          <p:cNvSpPr>
            <a:spLocks noGrp="1"/>
          </p:cNvSpPr>
          <p:nvPr>
            <p:ph type="body" sz="quarter" idx="54" hasCustomPrompt="1"/>
          </p:nvPr>
        </p:nvSpPr>
        <p:spPr>
          <a:xfrm>
            <a:off x="477531" y="4887742"/>
            <a:ext cx="5493755" cy="444873"/>
          </a:xfrm>
        </p:spPr>
        <p:txBody>
          <a:bodyPr/>
          <a:lstStyle>
            <a:lvl1pPr>
              <a:lnSpc>
                <a:spcPts val="1700"/>
              </a:lnSpc>
              <a:defRPr sz="1529" b="1" i="0"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111" name="Segnaposto testo 54"/>
          <p:cNvSpPr>
            <a:spLocks noGrp="1"/>
          </p:cNvSpPr>
          <p:nvPr>
            <p:ph type="body" sz="quarter" idx="55" hasCustomPrompt="1"/>
          </p:nvPr>
        </p:nvSpPr>
        <p:spPr>
          <a:xfrm>
            <a:off x="477480" y="5418832"/>
            <a:ext cx="5493806" cy="251222"/>
          </a:xfrm>
        </p:spPr>
        <p:txBody>
          <a:bodyPr/>
          <a:lstStyle>
            <a:lvl1pPr>
              <a:defRPr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112" name="Segnaposto testo 54"/>
          <p:cNvSpPr>
            <a:spLocks noGrp="1"/>
          </p:cNvSpPr>
          <p:nvPr>
            <p:ph type="body" sz="quarter" idx="56" hasCustomPrompt="1"/>
          </p:nvPr>
        </p:nvSpPr>
        <p:spPr>
          <a:xfrm>
            <a:off x="477531" y="5572770"/>
            <a:ext cx="5493755" cy="444873"/>
          </a:xfrm>
        </p:spPr>
        <p:txBody>
          <a:bodyPr/>
          <a:lstStyle>
            <a:lvl1pPr>
              <a:lnSpc>
                <a:spcPts val="1700"/>
              </a:lnSpc>
              <a:defRPr sz="1529" b="1" i="0"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113" name="Segnaposto testo 54"/>
          <p:cNvSpPr>
            <a:spLocks noGrp="1"/>
          </p:cNvSpPr>
          <p:nvPr>
            <p:ph type="body" sz="quarter" idx="57" hasCustomPrompt="1"/>
          </p:nvPr>
        </p:nvSpPr>
        <p:spPr>
          <a:xfrm>
            <a:off x="6151070" y="1223967"/>
            <a:ext cx="5490146" cy="251222"/>
          </a:xfrm>
        </p:spPr>
        <p:txBody>
          <a:bodyPr/>
          <a:lstStyle>
            <a:lvl1pPr>
              <a:defRPr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114" name="Segnaposto testo 54"/>
          <p:cNvSpPr>
            <a:spLocks noGrp="1"/>
          </p:cNvSpPr>
          <p:nvPr>
            <p:ph type="body" sz="quarter" idx="58" hasCustomPrompt="1"/>
          </p:nvPr>
        </p:nvSpPr>
        <p:spPr>
          <a:xfrm>
            <a:off x="6151080" y="1401006"/>
            <a:ext cx="5490143" cy="444873"/>
          </a:xfrm>
        </p:spPr>
        <p:txBody>
          <a:bodyPr/>
          <a:lstStyle>
            <a:lvl1pPr>
              <a:lnSpc>
                <a:spcPts val="1700"/>
              </a:lnSpc>
              <a:defRPr sz="1529" b="1" i="0"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115" name="Segnaposto testo 54"/>
          <p:cNvSpPr>
            <a:spLocks noGrp="1"/>
          </p:cNvSpPr>
          <p:nvPr>
            <p:ph type="body" sz="quarter" idx="59" hasCustomPrompt="1"/>
          </p:nvPr>
        </p:nvSpPr>
        <p:spPr>
          <a:xfrm>
            <a:off x="6151016" y="1939801"/>
            <a:ext cx="5493806" cy="251222"/>
          </a:xfrm>
        </p:spPr>
        <p:txBody>
          <a:bodyPr/>
          <a:lstStyle>
            <a:lvl1pPr>
              <a:defRPr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116" name="Segnaposto testo 54"/>
          <p:cNvSpPr>
            <a:spLocks noGrp="1"/>
          </p:cNvSpPr>
          <p:nvPr>
            <p:ph type="body" sz="quarter" idx="60" hasCustomPrompt="1"/>
          </p:nvPr>
        </p:nvSpPr>
        <p:spPr>
          <a:xfrm>
            <a:off x="6151072" y="2093725"/>
            <a:ext cx="5493755" cy="444873"/>
          </a:xfrm>
        </p:spPr>
        <p:txBody>
          <a:bodyPr/>
          <a:lstStyle>
            <a:lvl1pPr>
              <a:lnSpc>
                <a:spcPts val="1700"/>
              </a:lnSpc>
              <a:defRPr sz="1529" b="1" i="0"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117" name="Segnaposto testo 54"/>
          <p:cNvSpPr>
            <a:spLocks noGrp="1"/>
          </p:cNvSpPr>
          <p:nvPr>
            <p:ph type="body" sz="quarter" idx="61" hasCustomPrompt="1"/>
          </p:nvPr>
        </p:nvSpPr>
        <p:spPr>
          <a:xfrm>
            <a:off x="6151016" y="2632529"/>
            <a:ext cx="5493806" cy="251222"/>
          </a:xfrm>
        </p:spPr>
        <p:txBody>
          <a:bodyPr/>
          <a:lstStyle>
            <a:lvl1pPr>
              <a:defRPr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118" name="Segnaposto testo 54"/>
          <p:cNvSpPr>
            <a:spLocks noGrp="1"/>
          </p:cNvSpPr>
          <p:nvPr>
            <p:ph type="body" sz="quarter" idx="62" hasCustomPrompt="1"/>
          </p:nvPr>
        </p:nvSpPr>
        <p:spPr>
          <a:xfrm>
            <a:off x="6151072" y="2786470"/>
            <a:ext cx="5493755" cy="444873"/>
          </a:xfrm>
        </p:spPr>
        <p:txBody>
          <a:bodyPr/>
          <a:lstStyle>
            <a:lvl1pPr>
              <a:lnSpc>
                <a:spcPts val="1700"/>
              </a:lnSpc>
              <a:defRPr sz="1529" b="1" i="0"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119" name="Segnaposto testo 54"/>
          <p:cNvSpPr>
            <a:spLocks noGrp="1"/>
          </p:cNvSpPr>
          <p:nvPr>
            <p:ph type="body" sz="quarter" idx="63" hasCustomPrompt="1"/>
          </p:nvPr>
        </p:nvSpPr>
        <p:spPr>
          <a:xfrm>
            <a:off x="6151016" y="3332952"/>
            <a:ext cx="5493806" cy="251222"/>
          </a:xfrm>
        </p:spPr>
        <p:txBody>
          <a:bodyPr/>
          <a:lstStyle>
            <a:lvl1pPr>
              <a:defRPr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120" name="Segnaposto testo 54"/>
          <p:cNvSpPr>
            <a:spLocks noGrp="1"/>
          </p:cNvSpPr>
          <p:nvPr>
            <p:ph type="body" sz="quarter" idx="64" hasCustomPrompt="1"/>
          </p:nvPr>
        </p:nvSpPr>
        <p:spPr>
          <a:xfrm>
            <a:off x="6151072" y="3486877"/>
            <a:ext cx="5493755" cy="444873"/>
          </a:xfrm>
        </p:spPr>
        <p:txBody>
          <a:bodyPr/>
          <a:lstStyle>
            <a:lvl1pPr>
              <a:lnSpc>
                <a:spcPts val="1700"/>
              </a:lnSpc>
              <a:defRPr sz="1529" b="1" i="0"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121" name="Segnaposto testo 54"/>
          <p:cNvSpPr>
            <a:spLocks noGrp="1"/>
          </p:cNvSpPr>
          <p:nvPr>
            <p:ph type="body" sz="quarter" idx="65" hasCustomPrompt="1"/>
          </p:nvPr>
        </p:nvSpPr>
        <p:spPr>
          <a:xfrm>
            <a:off x="6151016" y="4033379"/>
            <a:ext cx="5493806" cy="251222"/>
          </a:xfrm>
        </p:spPr>
        <p:txBody>
          <a:bodyPr/>
          <a:lstStyle>
            <a:lvl1pPr>
              <a:defRPr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122" name="Segnaposto testo 54"/>
          <p:cNvSpPr>
            <a:spLocks noGrp="1"/>
          </p:cNvSpPr>
          <p:nvPr>
            <p:ph type="body" sz="quarter" idx="66" hasCustomPrompt="1"/>
          </p:nvPr>
        </p:nvSpPr>
        <p:spPr>
          <a:xfrm>
            <a:off x="6151072" y="4187306"/>
            <a:ext cx="5493755" cy="444873"/>
          </a:xfrm>
        </p:spPr>
        <p:txBody>
          <a:bodyPr/>
          <a:lstStyle>
            <a:lvl1pPr>
              <a:lnSpc>
                <a:spcPts val="1700"/>
              </a:lnSpc>
              <a:defRPr sz="1529" b="1" i="0"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123" name="Segnaposto testo 54"/>
          <p:cNvSpPr>
            <a:spLocks noGrp="1"/>
          </p:cNvSpPr>
          <p:nvPr>
            <p:ph type="body" sz="quarter" idx="67" hasCustomPrompt="1"/>
          </p:nvPr>
        </p:nvSpPr>
        <p:spPr>
          <a:xfrm>
            <a:off x="6151016" y="4733800"/>
            <a:ext cx="5493806" cy="251222"/>
          </a:xfrm>
        </p:spPr>
        <p:txBody>
          <a:bodyPr/>
          <a:lstStyle>
            <a:lvl1pPr>
              <a:defRPr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124" name="Segnaposto testo 54"/>
          <p:cNvSpPr>
            <a:spLocks noGrp="1"/>
          </p:cNvSpPr>
          <p:nvPr>
            <p:ph type="body" sz="quarter" idx="68" hasCustomPrompt="1"/>
          </p:nvPr>
        </p:nvSpPr>
        <p:spPr>
          <a:xfrm>
            <a:off x="6151072" y="4887742"/>
            <a:ext cx="5493755" cy="444873"/>
          </a:xfrm>
        </p:spPr>
        <p:txBody>
          <a:bodyPr/>
          <a:lstStyle>
            <a:lvl1pPr>
              <a:lnSpc>
                <a:spcPts val="1700"/>
              </a:lnSpc>
              <a:defRPr sz="1529" b="1" i="0"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125" name="Segnaposto testo 54"/>
          <p:cNvSpPr>
            <a:spLocks noGrp="1"/>
          </p:cNvSpPr>
          <p:nvPr>
            <p:ph type="body" sz="quarter" idx="69" hasCustomPrompt="1"/>
          </p:nvPr>
        </p:nvSpPr>
        <p:spPr>
          <a:xfrm>
            <a:off x="6151016" y="5418832"/>
            <a:ext cx="5493806" cy="251222"/>
          </a:xfrm>
        </p:spPr>
        <p:txBody>
          <a:bodyPr/>
          <a:lstStyle>
            <a:lvl1pPr>
              <a:defRPr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Data </a:t>
            </a:r>
            <a:r>
              <a:rPr lang="it-IT" err="1"/>
              <a:t>Arial</a:t>
            </a:r>
            <a:r>
              <a:rPr lang="it-IT"/>
              <a:t> Regular 10pt</a:t>
            </a:r>
          </a:p>
        </p:txBody>
      </p:sp>
      <p:sp>
        <p:nvSpPr>
          <p:cNvPr id="126" name="Segnaposto testo 54"/>
          <p:cNvSpPr>
            <a:spLocks noGrp="1"/>
          </p:cNvSpPr>
          <p:nvPr>
            <p:ph type="body" sz="quarter" idx="70" hasCustomPrompt="1"/>
          </p:nvPr>
        </p:nvSpPr>
        <p:spPr>
          <a:xfrm>
            <a:off x="6151072" y="5572770"/>
            <a:ext cx="5493755" cy="444873"/>
          </a:xfrm>
        </p:spPr>
        <p:txBody>
          <a:bodyPr/>
          <a:lstStyle>
            <a:lvl1pPr>
              <a:lnSpc>
                <a:spcPts val="1700"/>
              </a:lnSpc>
              <a:defRPr sz="1529" b="1" i="0" baseline="0"/>
            </a:lvl1pPr>
            <a:lvl4pPr marL="732360" indent="-179129">
              <a:tabLst>
                <a:tab pos="361423" algn="l"/>
                <a:tab pos="537381" algn="l"/>
                <a:tab pos="806863" algn="l"/>
              </a:tabLst>
              <a:defRPr/>
            </a:lvl4pPr>
          </a:lstStyle>
          <a:p>
            <a:pPr lvl="0"/>
            <a:r>
              <a:rPr lang="it-IT"/>
              <a:t>Nome Evento 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15/17pt </a:t>
            </a:r>
          </a:p>
        </p:txBody>
      </p:sp>
      <p:sp>
        <p:nvSpPr>
          <p:cNvPr id="36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25" y="6459984"/>
            <a:ext cx="1066421" cy="1143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9287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2 colonne Diagramma + Da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18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srgbClr val="BD2027"/>
                </a:solidFill>
              </a:rPr>
              <a:pPr defTabSz="932863"/>
              <a:t>‹#›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10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8" y="6459985"/>
            <a:ext cx="3860800" cy="1143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714" baseline="0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  <p:sp>
        <p:nvSpPr>
          <p:cNvPr id="17" name="Segnaposto grafico 20"/>
          <p:cNvSpPr>
            <a:spLocks noGrp="1"/>
          </p:cNvSpPr>
          <p:nvPr>
            <p:ph type="chart" sz="quarter" idx="17" hasCustomPrompt="1"/>
          </p:nvPr>
        </p:nvSpPr>
        <p:spPr>
          <a:xfrm>
            <a:off x="463081" y="1682752"/>
            <a:ext cx="5501217" cy="251222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Clicca sull’icone per inserire un diagramma</a:t>
            </a:r>
          </a:p>
        </p:txBody>
      </p:sp>
      <p:sp>
        <p:nvSpPr>
          <p:cNvPr id="20" name="Segnaposto testo 2"/>
          <p:cNvSpPr>
            <a:spLocks noGrp="1"/>
          </p:cNvSpPr>
          <p:nvPr>
            <p:ph type="body" sz="quarter" idx="15" hasCustomPrompt="1"/>
          </p:nvPr>
        </p:nvSpPr>
        <p:spPr>
          <a:xfrm>
            <a:off x="6197599" y="1682769"/>
            <a:ext cx="5301780" cy="817340"/>
          </a:xfrm>
        </p:spPr>
        <p:txBody>
          <a:bodyPr numCol="1" spcCol="140943"/>
          <a:lstStyle>
            <a:lvl1pPr>
              <a:lnSpc>
                <a:spcPts val="6287"/>
              </a:lnSpc>
              <a:spcAft>
                <a:spcPts val="1800"/>
              </a:spcAft>
              <a:defRPr sz="7243" b="1" i="0" baseline="0">
                <a:solidFill>
                  <a:srgbClr val="BD0D22"/>
                </a:solidFill>
              </a:defRPr>
            </a:lvl1pPr>
            <a:lvl2pPr marL="0" indent="0">
              <a:buFontTx/>
              <a:buNone/>
              <a:defRPr baseline="0"/>
            </a:lvl2pPr>
          </a:lstStyle>
          <a:p>
            <a:pPr lvl="0"/>
            <a:r>
              <a:rPr lang="it-IT"/>
              <a:t>000,1%</a:t>
            </a:r>
          </a:p>
        </p:txBody>
      </p:sp>
      <p:sp>
        <p:nvSpPr>
          <p:cNvPr id="21" name="Segnaposto testo 2"/>
          <p:cNvSpPr>
            <a:spLocks noGrp="1"/>
          </p:cNvSpPr>
          <p:nvPr>
            <p:ph type="body" sz="quarter" idx="18" hasCustomPrompt="1"/>
          </p:nvPr>
        </p:nvSpPr>
        <p:spPr>
          <a:xfrm>
            <a:off x="6197600" y="3367472"/>
            <a:ext cx="5283200" cy="251222"/>
          </a:xfrm>
        </p:spPr>
        <p:txBody>
          <a:bodyPr/>
          <a:lstStyle>
            <a:lvl1pPr>
              <a:defRPr b="1" i="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it-IT"/>
              <a:t>Clicca per inserire contenuto testuale</a:t>
            </a:r>
          </a:p>
        </p:txBody>
      </p:sp>
      <p:pic>
        <p:nvPicPr>
          <p:cNvPr id="23" name="Immagine 2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52967" y="6216113"/>
            <a:ext cx="592375" cy="3600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3" cstate="print"/>
          <a:srcRect l="1" r="14959" b="85913"/>
          <a:stretch/>
        </p:blipFill>
        <p:spPr>
          <a:xfrm>
            <a:off x="3" y="0"/>
            <a:ext cx="288001" cy="966080"/>
          </a:xfrm>
          <a:prstGeom prst="rect">
            <a:avLst/>
          </a:prstGeom>
        </p:spPr>
      </p:pic>
      <p:sp>
        <p:nvSpPr>
          <p:cNvPr id="16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433619"/>
            <a:ext cx="11182249" cy="575718"/>
          </a:xfrm>
        </p:spPr>
        <p:txBody>
          <a:bodyPr/>
          <a:lstStyle>
            <a:lvl1pPr>
              <a:lnSpc>
                <a:spcPts val="2200"/>
              </a:lnSpc>
              <a:defRPr sz="2041" b="0" i="0"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20/22pt</a:t>
            </a:r>
          </a:p>
        </p:txBody>
      </p:sp>
      <p:sp>
        <p:nvSpPr>
          <p:cNvPr id="18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1070623"/>
            <a:ext cx="11182249" cy="456408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1700"/>
              </a:lnSpc>
              <a:spcBef>
                <a:spcPts val="0"/>
              </a:spcBef>
              <a:buNone/>
              <a:defRPr sz="1529" baseline="0">
                <a:solidFill>
                  <a:srgbClr val="7F7F7F"/>
                </a:solidFill>
              </a:defRPr>
            </a:lvl1pPr>
            <a:lvl2pPr marL="4565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Sottotitolo slide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15/17pt</a:t>
            </a:r>
          </a:p>
        </p:txBody>
      </p:sp>
      <p:sp>
        <p:nvSpPr>
          <p:cNvPr id="25" name="Segnaposto testo 15"/>
          <p:cNvSpPr>
            <a:spLocks noGrp="1"/>
          </p:cNvSpPr>
          <p:nvPr>
            <p:ph type="body" sz="quarter" idx="13" hasCustomPrompt="1"/>
          </p:nvPr>
        </p:nvSpPr>
        <p:spPr>
          <a:xfrm>
            <a:off x="463092" y="273559"/>
            <a:ext cx="2964166" cy="115990"/>
          </a:xfrm>
        </p:spPr>
        <p:txBody>
          <a:bodyPr>
            <a:normAutofit/>
          </a:bodyPr>
          <a:lstStyle>
            <a:lvl1pPr>
              <a:lnSpc>
                <a:spcPts val="700"/>
              </a:lnSpc>
              <a:defRPr sz="714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it-IT"/>
              <a:t>Sezione 00</a:t>
            </a:r>
          </a:p>
        </p:txBody>
      </p:sp>
      <p:sp>
        <p:nvSpPr>
          <p:cNvPr id="14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25" y="6459984"/>
            <a:ext cx="1066421" cy="1143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739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Chiusu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 cstate="print"/>
          <a:srcRect r="21050"/>
          <a:stretch/>
        </p:blipFill>
        <p:spPr>
          <a:xfrm>
            <a:off x="21" y="19"/>
            <a:ext cx="267377" cy="6858000"/>
          </a:xfrm>
          <a:prstGeom prst="rect">
            <a:avLst/>
          </a:prstGeom>
        </p:spPr>
      </p:pic>
      <p:pic>
        <p:nvPicPr>
          <p:cNvPr id="19" name="Immagine 1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63067" y="287165"/>
            <a:ext cx="1152000" cy="703434"/>
          </a:xfrm>
          <a:prstGeom prst="rect">
            <a:avLst/>
          </a:prstGeom>
        </p:spPr>
      </p:pic>
      <p:sp>
        <p:nvSpPr>
          <p:cNvPr id="11" name="CasellaDiTesto 10"/>
          <p:cNvSpPr txBox="1"/>
          <p:nvPr userDrawn="1"/>
        </p:nvSpPr>
        <p:spPr>
          <a:xfrm>
            <a:off x="463081" y="3031087"/>
            <a:ext cx="11199775" cy="50783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6533" fontAlgn="auto">
              <a:spcBef>
                <a:spcPts val="0"/>
              </a:spcBef>
              <a:spcAft>
                <a:spcPts val="0"/>
              </a:spcAft>
            </a:pPr>
            <a:r>
              <a:rPr lang="it-IT" sz="3265" b="1">
                <a:solidFill>
                  <a:srgbClr val="BD2027"/>
                </a:solidFill>
                <a:latin typeface="Arial Regular"/>
                <a:ea typeface="ＭＳ Ｐゴシック"/>
              </a:rPr>
              <a:t>Grazie.</a:t>
            </a:r>
          </a:p>
        </p:txBody>
      </p:sp>
      <p:sp>
        <p:nvSpPr>
          <p:cNvPr id="12" name="Segnaposto testo 3"/>
          <p:cNvSpPr>
            <a:spLocks noGrp="1"/>
          </p:cNvSpPr>
          <p:nvPr>
            <p:ph type="body" sz="quarter" idx="11" hasCustomPrompt="1"/>
          </p:nvPr>
        </p:nvSpPr>
        <p:spPr>
          <a:xfrm>
            <a:off x="463093" y="5351464"/>
            <a:ext cx="6107290" cy="251222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/>
              <a:t>E-mail</a:t>
            </a:r>
          </a:p>
        </p:txBody>
      </p:sp>
      <p:sp>
        <p:nvSpPr>
          <p:cNvPr id="17" name="CasellaDiTesto 16"/>
          <p:cNvSpPr txBox="1"/>
          <p:nvPr userDrawn="1"/>
        </p:nvSpPr>
        <p:spPr>
          <a:xfrm>
            <a:off x="463089" y="4645123"/>
            <a:ext cx="6107286" cy="1524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6533" fontAlgn="auto">
              <a:spcBef>
                <a:spcPts val="0"/>
              </a:spcBef>
              <a:spcAft>
                <a:spcPts val="0"/>
              </a:spcAft>
            </a:pPr>
            <a:r>
              <a:rPr lang="it-IT" sz="1020" b="1">
                <a:solidFill>
                  <a:srgbClr val="BD2027"/>
                </a:solidFill>
                <a:latin typeface="Arial Regular"/>
                <a:ea typeface="ＭＳ Ｐゴシック"/>
              </a:rPr>
              <a:t>Contatti:</a:t>
            </a:r>
          </a:p>
        </p:txBody>
      </p:sp>
      <p:sp>
        <p:nvSpPr>
          <p:cNvPr id="20" name="Segnaposto testo 3"/>
          <p:cNvSpPr>
            <a:spLocks noGrp="1"/>
          </p:cNvSpPr>
          <p:nvPr>
            <p:ph type="body" sz="quarter" idx="12" hasCustomPrompt="1"/>
          </p:nvPr>
        </p:nvSpPr>
        <p:spPr>
          <a:xfrm>
            <a:off x="463093" y="5605465"/>
            <a:ext cx="6107290" cy="251222"/>
          </a:xfrm>
        </p:spPr>
        <p:txBody>
          <a:bodyPr/>
          <a:lstStyle>
            <a:lvl1pPr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/>
              <a:t>Numero di telefono +39 / Fax +39 </a:t>
            </a:r>
          </a:p>
        </p:txBody>
      </p:sp>
      <p:sp>
        <p:nvSpPr>
          <p:cNvPr id="21" name="Segnaposto testo 3"/>
          <p:cNvSpPr>
            <a:spLocks noGrp="1"/>
          </p:cNvSpPr>
          <p:nvPr>
            <p:ph type="body" sz="quarter" idx="13" hasCustomPrompt="1"/>
          </p:nvPr>
        </p:nvSpPr>
        <p:spPr>
          <a:xfrm>
            <a:off x="463093" y="5859464"/>
            <a:ext cx="6107290" cy="251222"/>
          </a:xfrm>
        </p:spPr>
        <p:txBody>
          <a:bodyPr/>
          <a:lstStyle>
            <a:lvl1pPr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/>
              <a:t>Sito web</a:t>
            </a:r>
          </a:p>
        </p:txBody>
      </p:sp>
      <p:sp>
        <p:nvSpPr>
          <p:cNvPr id="22" name="Segnaposto testo 3"/>
          <p:cNvSpPr>
            <a:spLocks noGrp="1"/>
          </p:cNvSpPr>
          <p:nvPr>
            <p:ph type="body" sz="quarter" idx="14" hasCustomPrompt="1"/>
          </p:nvPr>
        </p:nvSpPr>
        <p:spPr>
          <a:xfrm>
            <a:off x="463093" y="5097466"/>
            <a:ext cx="6107290" cy="251222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/>
              <a:t>Nome Cognome</a:t>
            </a:r>
          </a:p>
        </p:txBody>
      </p:sp>
      <p:sp>
        <p:nvSpPr>
          <p:cNvPr id="23" name="Segnaposto testo 3"/>
          <p:cNvSpPr>
            <a:spLocks noGrp="1"/>
          </p:cNvSpPr>
          <p:nvPr>
            <p:ph type="body" sz="quarter" idx="15" hasCustomPrompt="1"/>
          </p:nvPr>
        </p:nvSpPr>
        <p:spPr>
          <a:xfrm>
            <a:off x="463093" y="4838078"/>
            <a:ext cx="6107290" cy="251222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/>
              <a:t>Ufficio</a:t>
            </a:r>
          </a:p>
        </p:txBody>
      </p:sp>
      <p:pic>
        <p:nvPicPr>
          <p:cNvPr id="40" name="Picture 39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8853277" y="5681842"/>
            <a:ext cx="410603" cy="307952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9337246" y="5681842"/>
            <a:ext cx="410603" cy="307952"/>
          </a:xfrm>
          <a:prstGeom prst="rect">
            <a:avLst/>
          </a:prstGeom>
        </p:spPr>
      </p:pic>
      <p:pic>
        <p:nvPicPr>
          <p:cNvPr id="42" name="Picture 41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9798076" y="5681842"/>
            <a:ext cx="410603" cy="307952"/>
          </a:xfrm>
          <a:prstGeom prst="rect">
            <a:avLst/>
          </a:prstGeom>
        </p:spPr>
      </p:pic>
      <p:pic>
        <p:nvPicPr>
          <p:cNvPr id="43" name="Picture 42"/>
          <p:cNvPicPr>
            <a:picLocks noChangeAspect="1"/>
          </p:cNvPicPr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0279875" y="5681842"/>
            <a:ext cx="410603" cy="307952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1235076" y="5681842"/>
            <a:ext cx="410603" cy="307952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10761675" y="5681842"/>
            <a:ext cx="410603" cy="307952"/>
          </a:xfrm>
          <a:prstGeom prst="rect">
            <a:avLst/>
          </a:prstGeom>
        </p:spPr>
      </p:pic>
      <p:sp>
        <p:nvSpPr>
          <p:cNvPr id="24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25" y="6459984"/>
            <a:ext cx="1066421" cy="1143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75176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Back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1385618" y="273559"/>
            <a:ext cx="266890" cy="178318"/>
          </a:xfrm>
          <a:prstGeom prst="rect">
            <a:avLst/>
          </a:prstGeom>
        </p:spPr>
        <p:txBody>
          <a:bodyPr lIns="0" tIns="0" rIns="0" bIns="0" anchor="t" anchorCtr="0"/>
          <a:lstStyle>
            <a:lvl1pPr algn="r">
              <a:defRPr sz="714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defTabSz="932863"/>
            <a:fld id="{C465A074-71B0-1C47-A455-7677837C124E}" type="slidenum">
              <a:rPr lang="it-IT" smtClean="0">
                <a:solidFill>
                  <a:prstClr val="white">
                    <a:lumMod val="50000"/>
                  </a:prstClr>
                </a:solidFill>
              </a:rPr>
              <a:pPr defTabSz="932863"/>
              <a:t>‹#›</a:t>
            </a:fld>
            <a:endParaRPr lang="it-IT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9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6151068" y="6459985"/>
            <a:ext cx="3860800" cy="1143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714" baseline="0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  <p:pic>
        <p:nvPicPr>
          <p:cNvPr id="18" name="Immagine 1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1052967" y="6216113"/>
            <a:ext cx="592375" cy="360000"/>
          </a:xfrm>
          <a:prstGeom prst="rect">
            <a:avLst/>
          </a:prstGeom>
        </p:spPr>
      </p:pic>
      <p:sp>
        <p:nvSpPr>
          <p:cNvPr id="10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678223"/>
            <a:ext cx="11182249" cy="287860"/>
          </a:xfrm>
        </p:spPr>
        <p:txBody>
          <a:bodyPr/>
          <a:lstStyle>
            <a:lvl1pPr>
              <a:lnSpc>
                <a:spcPts val="2200"/>
              </a:lnSpc>
              <a:defRPr sz="2041" b="0" i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it-IT"/>
              <a:t>Back-Up</a:t>
            </a:r>
          </a:p>
        </p:txBody>
      </p:sp>
      <p:sp>
        <p:nvSpPr>
          <p:cNvPr id="11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3105317"/>
            <a:ext cx="11182249" cy="71226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2041" baseline="0">
                <a:solidFill>
                  <a:schemeClr val="bg1">
                    <a:lumMod val="50000"/>
                  </a:schemeClr>
                </a:solidFill>
              </a:defRPr>
            </a:lvl1pPr>
            <a:lvl2pPr marL="4565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Sottotitolo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20/24pt</a:t>
            </a:r>
          </a:p>
        </p:txBody>
      </p:sp>
      <p:sp>
        <p:nvSpPr>
          <p:cNvPr id="12" name="Segnaposto testo 2"/>
          <p:cNvSpPr>
            <a:spLocks noGrp="1"/>
          </p:cNvSpPr>
          <p:nvPr>
            <p:ph type="body" sz="quarter" idx="13" hasCustomPrompt="1"/>
          </p:nvPr>
        </p:nvSpPr>
        <p:spPr>
          <a:xfrm>
            <a:off x="463066" y="2130428"/>
            <a:ext cx="11182249" cy="897682"/>
          </a:xfrm>
        </p:spPr>
        <p:txBody>
          <a:bodyPr/>
          <a:lstStyle>
            <a:lvl1pPr>
              <a:lnSpc>
                <a:spcPts val="3500"/>
              </a:lnSpc>
              <a:defRPr sz="3265" b="1" i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/>
              <a:t>Titolo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33/35pt</a:t>
            </a:r>
          </a:p>
        </p:txBody>
      </p:sp>
      <p:sp>
        <p:nvSpPr>
          <p:cNvPr id="13" name="Segnaposto data 3"/>
          <p:cNvSpPr>
            <a:spLocks noGrp="1"/>
          </p:cNvSpPr>
          <p:nvPr>
            <p:ph type="dt" sz="half" idx="10"/>
          </p:nvPr>
        </p:nvSpPr>
        <p:spPr>
          <a:xfrm>
            <a:off x="4905625" y="6459984"/>
            <a:ext cx="1066421" cy="1143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sz="714">
                <a:solidFill>
                  <a:schemeClr val="tx2"/>
                </a:solidFill>
              </a:defRPr>
            </a:lvl1pPr>
          </a:lstStyle>
          <a:p>
            <a:pPr defTabSz="932863"/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83662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" y="0"/>
          <a:ext cx="215979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" imgW="360" imgH="360" progId="TCLayout.ActiveDocument.1">
                  <p:embed/>
                </p:oleObj>
              </mc:Choice>
              <mc:Fallback>
                <p:oleObj name="Diapositiva think-cell" r:id="rId3" imgW="360" imgH="360" progId="TCLayout.ActiveDocument.1">
                  <p:embed/>
                  <p:pic>
                    <p:nvPicPr>
                      <p:cNvPr id="3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215979" cy="161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Working Draft" hidden="1"/>
          <p:cNvSpPr txBox="1">
            <a:spLocks noChangeArrowheads="1"/>
          </p:cNvSpPr>
          <p:nvPr/>
        </p:nvSpPr>
        <p:spPr bwMode="auto">
          <a:xfrm rot="5400000">
            <a:off x="11083078" y="1980039"/>
            <a:ext cx="2027799" cy="94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32863" eaLnBrk="1" hangingPunct="1">
              <a:defRPr/>
            </a:pPr>
            <a:r>
              <a:rPr lang="en-GB" sz="612">
                <a:solidFill>
                  <a:prstClr val="black"/>
                </a:solidFill>
                <a:latin typeface="Arial Regular"/>
                <a:ea typeface="ＭＳ Ｐゴシック"/>
              </a:rPr>
              <a:t>Last Modified 24/09/2014 11:05 W. Europe Standard Time</a:t>
            </a:r>
            <a:endParaRPr lang="en-US" sz="1631">
              <a:solidFill>
                <a:prstClr val="black"/>
              </a:solidFill>
              <a:latin typeface="Arial Regular"/>
              <a:ea typeface="ＭＳ Ｐゴシック"/>
            </a:endParaRPr>
          </a:p>
        </p:txBody>
      </p:sp>
      <p:sp>
        <p:nvSpPr>
          <p:cNvPr id="6" name="Printed" hidden="1"/>
          <p:cNvSpPr txBox="1">
            <a:spLocks noChangeArrowheads="1"/>
          </p:cNvSpPr>
          <p:nvPr/>
        </p:nvSpPr>
        <p:spPr bwMode="auto">
          <a:xfrm rot="5400000">
            <a:off x="11192099" y="4198270"/>
            <a:ext cx="1809791" cy="94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32863" eaLnBrk="1" hangingPunct="1">
              <a:defRPr/>
            </a:pPr>
            <a:r>
              <a:rPr lang="en-GB" sz="612">
                <a:solidFill>
                  <a:prstClr val="black"/>
                </a:solidFill>
                <a:latin typeface="Arial Regular"/>
                <a:ea typeface="ＭＳ Ｐゴシック"/>
              </a:rPr>
              <a:t>Printed 24/09/2014 09:38 W. Europe Standard Time</a:t>
            </a:r>
            <a:endParaRPr lang="en-US" sz="1631">
              <a:solidFill>
                <a:prstClr val="black"/>
              </a:solidFill>
              <a:latin typeface="Arial Regular"/>
              <a:ea typeface="ＭＳ Ｐゴシック"/>
            </a:endParaRPr>
          </a:p>
        </p:txBody>
      </p:sp>
      <p:sp>
        <p:nvSpPr>
          <p:cNvPr id="7" name="McK 1. On-page tracker" hidden="1"/>
          <p:cNvSpPr>
            <a:spLocks noChangeArrowheads="1"/>
          </p:cNvSpPr>
          <p:nvPr/>
        </p:nvSpPr>
        <p:spPr bwMode="auto">
          <a:xfrm>
            <a:off x="349908" y="255921"/>
            <a:ext cx="436017" cy="109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defTabSz="932863" eaLnBrk="1" hangingPunct="1"/>
            <a:r>
              <a:rPr lang="en-US" sz="714">
                <a:solidFill>
                  <a:srgbClr val="BD2027"/>
                </a:solidFill>
              </a:rPr>
              <a:t>Section 00</a:t>
            </a:r>
          </a:p>
        </p:txBody>
      </p:sp>
      <p:sp>
        <p:nvSpPr>
          <p:cNvPr id="8" name="McK 3. Unit of measure" hidden="1"/>
          <p:cNvSpPr txBox="1">
            <a:spLocks noChangeArrowheads="1"/>
          </p:cNvSpPr>
          <p:nvPr/>
        </p:nvSpPr>
        <p:spPr bwMode="auto">
          <a:xfrm>
            <a:off x="349885" y="1009126"/>
            <a:ext cx="11395038" cy="240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529">
                <a:solidFill>
                  <a:srgbClr val="808080"/>
                </a:solidFill>
                <a:latin typeface="Arial Regular"/>
                <a:ea typeface="ＭＳ Ｐゴシック"/>
              </a:rPr>
              <a:t>Unit of measure</a:t>
            </a:r>
          </a:p>
        </p:txBody>
      </p:sp>
      <p:grpSp>
        <p:nvGrpSpPr>
          <p:cNvPr id="4" name="McK Slide Elements" hidden="1"/>
          <p:cNvGrpSpPr>
            <a:grpSpLocks/>
          </p:cNvGrpSpPr>
          <p:nvPr/>
        </p:nvGrpSpPr>
        <p:grpSpPr bwMode="auto">
          <a:xfrm>
            <a:off x="403886" y="6330000"/>
            <a:ext cx="11630454" cy="281835"/>
            <a:chOff x="75" y="3847"/>
            <a:chExt cx="5385" cy="174"/>
          </a:xfrm>
        </p:grpSpPr>
        <p:sp>
          <p:nvSpPr>
            <p:cNvPr id="10" name="McK 4. Footnote"/>
            <p:cNvSpPr txBox="1">
              <a:spLocks noChangeArrowheads="1"/>
            </p:cNvSpPr>
            <p:nvPr/>
          </p:nvSpPr>
          <p:spPr bwMode="auto">
            <a:xfrm>
              <a:off x="75" y="3847"/>
              <a:ext cx="5385" cy="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r>
                <a:rPr lang="en-US" sz="816">
                  <a:solidFill>
                    <a:prstClr val="black">
                      <a:lumMod val="65000"/>
                      <a:lumOff val="35000"/>
                    </a:prstClr>
                  </a:solidFill>
                  <a:latin typeface="Arial Regular"/>
                  <a:ea typeface="ＭＳ Ｐゴシック"/>
                </a:rPr>
                <a:t>1 Footnote</a:t>
              </a:r>
            </a:p>
          </p:txBody>
        </p:sp>
        <p:sp>
          <p:nvSpPr>
            <p:cNvPr id="11" name="McK 5. Source"/>
            <p:cNvSpPr>
              <a:spLocks noChangeArrowheads="1"/>
            </p:cNvSpPr>
            <p:nvPr/>
          </p:nvSpPr>
          <p:spPr bwMode="auto">
            <a:xfrm>
              <a:off x="75" y="3942"/>
              <a:ext cx="4323" cy="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marL="609600" indent="-609600" defTabSz="895350" eaLnBrk="0" hangingPunct="0"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defTabSz="895350" eaLnBrk="0" hangingPunct="0"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defTabSz="895350" eaLnBrk="0" hangingPunct="0"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defTabSz="895350" eaLnBrk="0" hangingPunct="0"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defTabSz="895350" eaLnBrk="0" hangingPunct="0"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816">
                  <a:solidFill>
                    <a:srgbClr val="595959"/>
                  </a:solidFill>
                </a:rPr>
                <a:t>SOURCE: Source</a:t>
              </a:r>
            </a:p>
          </p:txBody>
        </p:sp>
      </p:grpSp>
      <p:grpSp>
        <p:nvGrpSpPr>
          <p:cNvPr id="9" name="ACET" hidden="1"/>
          <p:cNvGrpSpPr>
            <a:grpSpLocks/>
          </p:cNvGrpSpPr>
          <p:nvPr/>
        </p:nvGrpSpPr>
        <p:grpSpPr bwMode="auto">
          <a:xfrm>
            <a:off x="1976222" y="1148398"/>
            <a:ext cx="5801189" cy="519937"/>
            <a:chOff x="915" y="709"/>
            <a:chExt cx="2686" cy="321"/>
          </a:xfrm>
        </p:grpSpPr>
        <p:cxnSp>
          <p:nvCxnSpPr>
            <p:cNvPr id="13" name="AutoShape 249"/>
            <p:cNvCxnSpPr>
              <a:cxnSpLocks noChangeShapeType="1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4" name="AutoShape 250"/>
            <p:cNvSpPr>
              <a:spLocks noChangeArrowheads="1"/>
            </p:cNvSpPr>
            <p:nvPr/>
          </p:nvSpPr>
          <p:spPr bwMode="auto">
            <a:xfrm>
              <a:off x="915" y="709"/>
              <a:ext cx="2686" cy="321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defTabSz="932863" eaLnBrk="1" hangingPunct="1"/>
              <a:r>
                <a:rPr lang="en-US" sz="1631" b="1">
                  <a:solidFill>
                    <a:prstClr val="black"/>
                  </a:solidFill>
                </a:rPr>
                <a:t>Title</a:t>
              </a:r>
            </a:p>
            <a:p>
              <a:pPr defTabSz="932863" eaLnBrk="1" hangingPunct="1"/>
              <a:r>
                <a:rPr lang="en-US" sz="1631">
                  <a:solidFill>
                    <a:srgbClr val="808080"/>
                  </a:solidFill>
                </a:rPr>
                <a:t>Unit of measure</a:t>
              </a:r>
            </a:p>
          </p:txBody>
        </p:sp>
      </p:grpSp>
      <p:pic>
        <p:nvPicPr>
          <p:cNvPr id="15" name="Immagine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0182" y="6342932"/>
            <a:ext cx="604741" cy="36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14960" b="85913"/>
          <a:stretch>
            <a:fillRect/>
          </a:stretch>
        </p:blipFill>
        <p:spPr bwMode="auto">
          <a:xfrm>
            <a:off x="0" y="1"/>
            <a:ext cx="293730" cy="98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object 3"/>
          <p:cNvSpPr txBox="1"/>
          <p:nvPr/>
        </p:nvSpPr>
        <p:spPr>
          <a:xfrm>
            <a:off x="380123" y="6694406"/>
            <a:ext cx="2688935" cy="116622"/>
          </a:xfrm>
          <a:prstGeom prst="rect">
            <a:avLst/>
          </a:prstGeom>
        </p:spPr>
        <p:txBody>
          <a:bodyPr lIns="0" tIns="0" rIns="0" bIns="0"/>
          <a:lstStyle>
            <a:lvl1pPr marL="12700" defTabSz="4572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96000"/>
              </a:lnSpc>
              <a:spcBef>
                <a:spcPts val="13"/>
              </a:spcBef>
              <a:defRPr/>
            </a:pPr>
            <a:r>
              <a:rPr lang="it-IT" sz="714">
                <a:solidFill>
                  <a:srgbClr val="CC0000"/>
                </a:solidFill>
                <a:cs typeface="Arial" charset="0"/>
              </a:rPr>
              <a:t>© Generali</a:t>
            </a:r>
          </a:p>
          <a:p>
            <a:pPr>
              <a:lnSpc>
                <a:spcPct val="96000"/>
              </a:lnSpc>
              <a:spcBef>
                <a:spcPts val="13"/>
              </a:spcBef>
              <a:defRPr/>
            </a:pPr>
            <a:endParaRPr lang="it-IT" sz="714">
              <a:solidFill>
                <a:srgbClr val="CC0000"/>
              </a:solidFill>
              <a:cs typeface="Arial" charset="0"/>
            </a:endParaRPr>
          </a:p>
        </p:txBody>
      </p:sp>
      <p:sp>
        <p:nvSpPr>
          <p:cNvPr id="18" name="Slide Number"/>
          <p:cNvSpPr txBox="1">
            <a:spLocks/>
          </p:cNvSpPr>
          <p:nvPr userDrawn="1"/>
        </p:nvSpPr>
        <p:spPr>
          <a:xfrm>
            <a:off x="11472809" y="173313"/>
            <a:ext cx="282933" cy="155496"/>
          </a:xfrm>
          <a:prstGeom prst="rect">
            <a:avLst/>
          </a:prstGeom>
        </p:spPr>
        <p:txBody>
          <a:bodyPr wrap="none" lIns="0" tIns="0" rIns="0" bIns="0" anchor="ctr"/>
          <a:lstStyle>
            <a:defPPr>
              <a:defRPr lang="en-US"/>
            </a:defPPr>
            <a:lvl1pPr>
              <a:defRPr sz="1000" baseline="0">
                <a:latin typeface="+mn-lt"/>
              </a:defRPr>
            </a:lvl1pPr>
          </a:lstStyle>
          <a:p>
            <a:pPr algn="r" defTabSz="932863">
              <a:defRPr/>
            </a:pPr>
            <a:fld id="{5E0D7F1E-D096-4AAD-86D1-DA67FCDE8892}" type="slidenum">
              <a:rPr lang="en-US" sz="714" smtClean="0">
                <a:solidFill>
                  <a:srgbClr val="BD2027"/>
                </a:solidFill>
                <a:ea typeface="ＭＳ Ｐゴシック"/>
              </a:rPr>
              <a:pPr algn="r" defTabSz="932863">
                <a:defRPr/>
              </a:pPr>
              <a:t>‹#›</a:t>
            </a:fld>
            <a:endParaRPr lang="en-US" sz="714">
              <a:solidFill>
                <a:srgbClr val="BD2027"/>
              </a:solidFill>
              <a:ea typeface="ＭＳ Ｐゴシック"/>
            </a:endParaRPr>
          </a:p>
        </p:txBody>
      </p:sp>
      <p:sp>
        <p:nvSpPr>
          <p:cNvPr id="2" name="McK 2. Slide 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  <a:ea typeface="Arial Unicode MS" pitchFamily="34" charset="-128"/>
                <a:cs typeface="Arial Unicode MS" pitchFamily="34" charset="-128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doc id"/>
          <p:cNvSpPr>
            <a:spLocks noChangeArrowheads="1"/>
          </p:cNvSpPr>
          <p:nvPr userDrawn="1"/>
        </p:nvSpPr>
        <p:spPr bwMode="auto">
          <a:xfrm>
            <a:off x="10995488" y="37255"/>
            <a:ext cx="894151" cy="124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/>
          <a:lstStyle/>
          <a:p>
            <a:pPr algn="r" defTabSz="912097"/>
            <a:endParaRPr lang="en-GB" sz="612">
              <a:solidFill>
                <a:srgbClr val="000000"/>
              </a:solidFill>
              <a:latin typeface="Arial Regular"/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704839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ertina 02 Bian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2154484"/>
            <a:ext cx="11182249" cy="845040"/>
          </a:xfrm>
        </p:spPr>
        <p:txBody>
          <a:bodyPr/>
          <a:lstStyle>
            <a:lvl1pPr>
              <a:lnSpc>
                <a:spcPts val="3500"/>
              </a:lnSpc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Titolo presentazione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33/35pt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3105317"/>
            <a:ext cx="11182249" cy="71226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2041" baseline="0">
                <a:solidFill>
                  <a:schemeClr val="bg1">
                    <a:lumMod val="50000"/>
                  </a:schemeClr>
                </a:solidFill>
              </a:defRPr>
            </a:lvl1pPr>
            <a:lvl2pPr marL="4565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Sottotitolo presentazione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20/24pt</a:t>
            </a:r>
          </a:p>
        </p:txBody>
      </p:sp>
      <p:sp>
        <p:nvSpPr>
          <p:cNvPr id="13" name="CasellaDiTesto 12"/>
          <p:cNvSpPr txBox="1"/>
          <p:nvPr userDrawn="1"/>
        </p:nvSpPr>
        <p:spPr>
          <a:xfrm>
            <a:off x="8450567" y="304806"/>
            <a:ext cx="1904431" cy="1985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6533" fontAlgn="auto">
              <a:spcBef>
                <a:spcPts val="0"/>
              </a:spcBef>
              <a:spcAft>
                <a:spcPts val="0"/>
              </a:spcAft>
            </a:pPr>
            <a:r>
              <a:rPr lang="it-IT" sz="1224" b="1">
                <a:solidFill>
                  <a:srgbClr val="BD2027"/>
                </a:solidFill>
                <a:latin typeface="Arial Regular"/>
                <a:ea typeface="ＭＳ Ｐゴシック"/>
              </a:rPr>
              <a:t>Ufficio: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8450567" y="889020"/>
            <a:ext cx="1904431" cy="2070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6533" fontAlgn="auto">
              <a:spcBef>
                <a:spcPts val="0"/>
              </a:spcBef>
              <a:spcAft>
                <a:spcPts val="0"/>
              </a:spcAft>
            </a:pPr>
            <a:r>
              <a:rPr lang="it-IT" sz="1224" b="1">
                <a:solidFill>
                  <a:srgbClr val="BD2027"/>
                </a:solidFill>
                <a:latin typeface="Arial Regular"/>
                <a:ea typeface="ＭＳ Ｐゴシック"/>
              </a:rPr>
              <a:t>Nazione:</a:t>
            </a:r>
          </a:p>
        </p:txBody>
      </p:sp>
      <p:sp>
        <p:nvSpPr>
          <p:cNvPr id="15" name="Segnaposto testo 3"/>
          <p:cNvSpPr>
            <a:spLocks noGrp="1"/>
          </p:cNvSpPr>
          <p:nvPr>
            <p:ph type="body" sz="quarter" idx="11" hasCustomPrompt="1"/>
          </p:nvPr>
        </p:nvSpPr>
        <p:spPr>
          <a:xfrm>
            <a:off x="8451602" y="511090"/>
            <a:ext cx="3183467" cy="157014"/>
          </a:xfrm>
        </p:spPr>
        <p:txBody>
          <a:bodyPr/>
          <a:lstStyle>
            <a:lvl1pPr marL="0" marR="0" indent="0" algn="l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24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l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Inserire Nome Ufficio</a:t>
            </a:r>
          </a:p>
        </p:txBody>
      </p:sp>
      <p:sp>
        <p:nvSpPr>
          <p:cNvPr id="16" name="Segnaposto testo 3"/>
          <p:cNvSpPr>
            <a:spLocks noGrp="1"/>
          </p:cNvSpPr>
          <p:nvPr>
            <p:ph type="body" sz="quarter" idx="12" hasCustomPrompt="1"/>
          </p:nvPr>
        </p:nvSpPr>
        <p:spPr>
          <a:xfrm>
            <a:off x="8451602" y="1096050"/>
            <a:ext cx="3183467" cy="188417"/>
          </a:xfrm>
        </p:spPr>
        <p:txBody>
          <a:bodyPr/>
          <a:lstStyle>
            <a:lvl1pPr>
              <a:defRPr sz="1224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/>
              <a:t>Inserire Nazione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 cstate="print"/>
          <a:srcRect r="21050"/>
          <a:stretch/>
        </p:blipFill>
        <p:spPr>
          <a:xfrm>
            <a:off x="21" y="19"/>
            <a:ext cx="267377" cy="6858000"/>
          </a:xfrm>
          <a:prstGeom prst="rect">
            <a:avLst/>
          </a:prstGeom>
        </p:spPr>
      </p:pic>
      <p:pic>
        <p:nvPicPr>
          <p:cNvPr id="19" name="Immagine 1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63067" y="287165"/>
            <a:ext cx="1152000" cy="70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4416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pertina 02 Bian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463066" y="2154484"/>
            <a:ext cx="11182249" cy="845040"/>
          </a:xfrm>
        </p:spPr>
        <p:txBody>
          <a:bodyPr/>
          <a:lstStyle>
            <a:lvl1pPr>
              <a:lnSpc>
                <a:spcPts val="3500"/>
              </a:lnSpc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it-IT"/>
              <a:t>Titolo presentazione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</a:t>
            </a:r>
            <a:r>
              <a:rPr lang="it-IT" err="1"/>
              <a:t>Bold</a:t>
            </a:r>
            <a:r>
              <a:rPr lang="it-IT"/>
              <a:t> 33/35pt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463066" y="3105317"/>
            <a:ext cx="11182249" cy="712269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ts val="2400"/>
              </a:lnSpc>
              <a:spcBef>
                <a:spcPts val="0"/>
              </a:spcBef>
              <a:buNone/>
              <a:defRPr sz="2041" baseline="0">
                <a:solidFill>
                  <a:schemeClr val="bg1">
                    <a:lumMod val="50000"/>
                  </a:schemeClr>
                </a:solidFill>
              </a:defRPr>
            </a:lvl1pPr>
            <a:lvl2pPr marL="4565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30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96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61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26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92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57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22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Sottotitolo presentazione</a:t>
            </a:r>
            <a:br>
              <a:rPr lang="it-IT"/>
            </a:br>
            <a:r>
              <a:rPr lang="it-IT" err="1"/>
              <a:t>Arial</a:t>
            </a:r>
            <a:r>
              <a:rPr lang="it-IT"/>
              <a:t> Regular 20/24pt</a:t>
            </a:r>
          </a:p>
        </p:txBody>
      </p:sp>
      <p:sp>
        <p:nvSpPr>
          <p:cNvPr id="13" name="CasellaDiTesto 12"/>
          <p:cNvSpPr txBox="1"/>
          <p:nvPr userDrawn="1"/>
        </p:nvSpPr>
        <p:spPr>
          <a:xfrm>
            <a:off x="8450567" y="304806"/>
            <a:ext cx="1904431" cy="1985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6533" fontAlgn="auto">
              <a:spcBef>
                <a:spcPts val="0"/>
              </a:spcBef>
              <a:spcAft>
                <a:spcPts val="0"/>
              </a:spcAft>
            </a:pPr>
            <a:r>
              <a:rPr lang="it-IT" sz="1224" b="1">
                <a:solidFill>
                  <a:srgbClr val="BD2027"/>
                </a:solidFill>
                <a:latin typeface="Arial Regular"/>
                <a:ea typeface="ＭＳ Ｐゴシック"/>
              </a:rPr>
              <a:t>Ufficio:</a:t>
            </a:r>
          </a:p>
        </p:txBody>
      </p:sp>
      <p:sp>
        <p:nvSpPr>
          <p:cNvPr id="14" name="CasellaDiTesto 13"/>
          <p:cNvSpPr txBox="1"/>
          <p:nvPr userDrawn="1"/>
        </p:nvSpPr>
        <p:spPr>
          <a:xfrm>
            <a:off x="8450567" y="889020"/>
            <a:ext cx="1904431" cy="2070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6533" fontAlgn="auto">
              <a:spcBef>
                <a:spcPts val="0"/>
              </a:spcBef>
              <a:spcAft>
                <a:spcPts val="0"/>
              </a:spcAft>
            </a:pPr>
            <a:r>
              <a:rPr lang="it-IT" sz="1224" b="1">
                <a:solidFill>
                  <a:srgbClr val="BD2027"/>
                </a:solidFill>
                <a:latin typeface="Arial Regular"/>
                <a:ea typeface="ＭＳ Ｐゴシック"/>
              </a:rPr>
              <a:t>Nazione:</a:t>
            </a:r>
          </a:p>
        </p:txBody>
      </p:sp>
      <p:sp>
        <p:nvSpPr>
          <p:cNvPr id="15" name="Segnaposto testo 3"/>
          <p:cNvSpPr>
            <a:spLocks noGrp="1"/>
          </p:cNvSpPr>
          <p:nvPr>
            <p:ph type="body" sz="quarter" idx="11" hasCustomPrompt="1"/>
          </p:nvPr>
        </p:nvSpPr>
        <p:spPr>
          <a:xfrm>
            <a:off x="8451602" y="511090"/>
            <a:ext cx="3183467" cy="157014"/>
          </a:xfrm>
        </p:spPr>
        <p:txBody>
          <a:bodyPr/>
          <a:lstStyle>
            <a:lvl1pPr marL="0" marR="0" indent="0" algn="l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24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marL="0" marR="0" lvl="0" indent="0" algn="l" defTabSz="456533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/>
              <a:t>Inserire Nome Ufficio</a:t>
            </a:r>
          </a:p>
        </p:txBody>
      </p:sp>
      <p:sp>
        <p:nvSpPr>
          <p:cNvPr id="16" name="Segnaposto testo 3"/>
          <p:cNvSpPr>
            <a:spLocks noGrp="1"/>
          </p:cNvSpPr>
          <p:nvPr>
            <p:ph type="body" sz="quarter" idx="12" hasCustomPrompt="1"/>
          </p:nvPr>
        </p:nvSpPr>
        <p:spPr>
          <a:xfrm>
            <a:off x="8451602" y="1096050"/>
            <a:ext cx="3183467" cy="188417"/>
          </a:xfrm>
        </p:spPr>
        <p:txBody>
          <a:bodyPr/>
          <a:lstStyle>
            <a:lvl1pPr>
              <a:defRPr sz="1224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it-IT"/>
              <a:t>Inserire Nazione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 cstate="print"/>
          <a:srcRect r="21050"/>
          <a:stretch/>
        </p:blipFill>
        <p:spPr>
          <a:xfrm>
            <a:off x="18" y="19"/>
            <a:ext cx="300267" cy="6858000"/>
          </a:xfrm>
          <a:prstGeom prst="rect">
            <a:avLst/>
          </a:prstGeom>
        </p:spPr>
      </p:pic>
      <p:pic>
        <p:nvPicPr>
          <p:cNvPr id="19" name="Immagine 1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63067" y="287165"/>
            <a:ext cx="1152000" cy="703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392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1.bin"/><Relationship Id="rId5" Type="http://schemas.openxmlformats.org/officeDocument/2006/relationships/tags" Target="../tags/tag3.xml"/><Relationship Id="rId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28.xml"/><Relationship Id="rId39" Type="http://schemas.openxmlformats.org/officeDocument/2006/relationships/image" Target="../media/image6.emf"/><Relationship Id="rId3" Type="http://schemas.openxmlformats.org/officeDocument/2006/relationships/slideLayout" Target="../slideLayouts/slideLayout5.xml"/><Relationship Id="rId21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36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5" Type="http://schemas.openxmlformats.org/officeDocument/2006/relationships/slideLayout" Target="../slideLayouts/slideLayout27.xml"/><Relationship Id="rId33" Type="http://schemas.openxmlformats.org/officeDocument/2006/relationships/slideLayout" Target="../slideLayouts/slideLayout35.xml"/><Relationship Id="rId38" Type="http://schemas.openxmlformats.org/officeDocument/2006/relationships/oleObject" Target="../embeddings/oleObject3.bin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29" Type="http://schemas.openxmlformats.org/officeDocument/2006/relationships/slideLayout" Target="../slideLayouts/slideLayout31.xml"/><Relationship Id="rId41" Type="http://schemas.openxmlformats.org/officeDocument/2006/relationships/image" Target="../media/image3.emf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24" Type="http://schemas.openxmlformats.org/officeDocument/2006/relationships/slideLayout" Target="../slideLayouts/slideLayout26.xml"/><Relationship Id="rId32" Type="http://schemas.openxmlformats.org/officeDocument/2006/relationships/slideLayout" Target="../slideLayouts/slideLayout34.xml"/><Relationship Id="rId37" Type="http://schemas.openxmlformats.org/officeDocument/2006/relationships/tags" Target="../tags/tag7.xml"/><Relationship Id="rId40" Type="http://schemas.openxmlformats.org/officeDocument/2006/relationships/image" Target="../media/image7.emf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30.xml"/><Relationship Id="rId36" Type="http://schemas.openxmlformats.org/officeDocument/2006/relationships/tags" Target="../tags/tag6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33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2.xml"/><Relationship Id="rId3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/>
          <p:cNvGraphicFramePr>
            <a:graphicFrameLocks noChangeAspect="1"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171315054"/>
              </p:ext>
            </p:extLst>
          </p:nvPr>
        </p:nvGraphicFramePr>
        <p:xfrm>
          <a:off x="2118" y="1589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6" imgW="270" imgH="270" progId="TCLayout.ActiveDocument.1">
                  <p:embed/>
                </p:oleObj>
              </mc:Choice>
              <mc:Fallback>
                <p:oleObj name="Diapositiva think-cell" r:id="rId6" imgW="270" imgH="270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18" y="1589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F973AB6D-6507-4692-BA24-5B75D83DC817}"/>
              </a:ext>
            </a:extLst>
          </p:cNvPr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3200"/>
              </a:lnSpc>
              <a:spcBef>
                <a:spcPct val="0"/>
              </a:spcBef>
              <a:spcAft>
                <a:spcPct val="0"/>
              </a:spcAft>
            </a:pPr>
            <a:endParaRPr lang="it-IT" sz="3300" b="1" i="0" baseline="0">
              <a:latin typeface="Arial" panose="020B0604020202020204" pitchFamily="34" charset="0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it-IT"/>
              <a:t>Fare clic per modificare stile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1022059" y="6356351"/>
            <a:ext cx="5603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defTabSz="457200"/>
            <a:fld id="{C465A074-71B0-1C47-A455-7677837C124E}" type="slidenum">
              <a:rPr lang="it-IT" smtClean="0">
                <a:solidFill>
                  <a:prstClr val="white">
                    <a:lumMod val="50000"/>
                  </a:prstClr>
                </a:solidFill>
              </a:rPr>
              <a:pPr defTabSz="457200"/>
              <a:t>‹#›</a:t>
            </a:fld>
            <a:endParaRPr lang="it-IT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463066" y="6459984"/>
            <a:ext cx="2636247" cy="114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95825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rgbClr val="BD2027"/>
                </a:solidFill>
                <a:effectLst/>
                <a:uLnTx/>
                <a:uFillTx/>
                <a:latin typeface="Arial"/>
                <a:cs typeface="Arial"/>
              </a:rPr>
              <a:t>Generali Global Corporate &amp; Commercial</a:t>
            </a:r>
          </a:p>
          <a:p>
            <a:pPr marL="12700" marR="0" lvl="0" indent="0" algn="l" defTabSz="457200" rtl="0" eaLnBrk="1" fontAlgn="auto" latinLnBrk="0" hangingPunct="1">
              <a:lnSpc>
                <a:spcPct val="95825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BD2027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3266151" y="6459984"/>
            <a:ext cx="1495709" cy="114300"/>
          </a:xfrm>
          <a:prstGeom prst="rect">
            <a:avLst/>
          </a:prstGeom>
        </p:spPr>
        <p:txBody>
          <a:bodyPr wrap="square" lIns="0" tIns="0" rIns="0" bIns="0" rtlCol="0">
            <a:no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95825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700" b="0" i="0" u="none" strike="noStrike" kern="1200" cap="none" spc="0" normalizeH="0" baseline="0" noProof="0">
                <a:ln>
                  <a:noFill/>
                </a:ln>
                <a:solidFill>
                  <a:srgbClr val="BD2027"/>
                </a:solidFill>
                <a:effectLst/>
                <a:uLnTx/>
                <a:uFillTx/>
                <a:latin typeface="Arial"/>
                <a:cs typeface="Arial"/>
              </a:rPr>
              <a:t>Milan</a:t>
            </a:r>
          </a:p>
          <a:p>
            <a:pPr marL="12700" marR="0" lvl="0" indent="0" algn="l" defTabSz="457200" rtl="0" eaLnBrk="1" fontAlgn="auto" latinLnBrk="0" hangingPunct="1">
              <a:lnSpc>
                <a:spcPct val="95825"/>
              </a:lnSpc>
              <a:spcBef>
                <a:spcPts val="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BD2027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4" name="fl" descr=" Internal"/>
          <p:cNvSpPr txBox="1"/>
          <p:nvPr userDrawn="1"/>
        </p:nvSpPr>
        <p:spPr>
          <a:xfrm>
            <a:off x="0" y="6545580"/>
            <a:ext cx="121920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990000"/>
              </a:solidFill>
              <a:effectLst/>
              <a:uLnTx/>
              <a:uFillTx/>
              <a:latin typeface="arial" panose="020B0604020202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0061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457200" rtl="0" eaLnBrk="1" latinLnBrk="0" hangingPunct="1">
        <a:lnSpc>
          <a:spcPts val="3200"/>
        </a:lnSpc>
        <a:spcBef>
          <a:spcPct val="0"/>
        </a:spcBef>
        <a:buNone/>
        <a:defRPr sz="3300" b="1" i="0" kern="1200">
          <a:solidFill>
            <a:schemeClr val="tx1"/>
          </a:solidFill>
          <a:latin typeface="Arial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ts val="1200"/>
        </a:lnSpc>
        <a:spcBef>
          <a:spcPts val="0"/>
        </a:spcBef>
        <a:buFontTx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457200" rtl="0" eaLnBrk="1" latinLnBrk="0" hangingPunct="1">
        <a:lnSpc>
          <a:spcPts val="1200"/>
        </a:lnSpc>
        <a:spcBef>
          <a:spcPts val="0"/>
        </a:spcBef>
        <a:spcAft>
          <a:spcPts val="0"/>
        </a:spcAft>
        <a:buClr>
          <a:schemeClr val="tx2"/>
        </a:buClr>
        <a:buFont typeface="Wingdings" charset="2"/>
        <a:buChar char="§"/>
        <a:defRPr sz="1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457200" rtl="0" eaLnBrk="1" latinLnBrk="0" hangingPunct="1">
        <a:lnSpc>
          <a:spcPts val="1200"/>
        </a:lnSpc>
        <a:spcBef>
          <a:spcPts val="0"/>
        </a:spcBef>
        <a:spcAft>
          <a:spcPts val="0"/>
        </a:spcAft>
        <a:buFont typeface="Lucida Grande"/>
        <a:buChar char="-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34400" indent="-180000" algn="l" defTabSz="457200" rtl="0" eaLnBrk="1" latinLnBrk="0" hangingPunct="1">
        <a:lnSpc>
          <a:spcPts val="1200"/>
        </a:lnSpc>
        <a:spcBef>
          <a:spcPts val="0"/>
        </a:spcBef>
        <a:spcAft>
          <a:spcPts val="0"/>
        </a:spcAft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0800" indent="-180000" algn="l" defTabSz="457200" rtl="0" eaLnBrk="1" latinLnBrk="0" hangingPunct="1">
        <a:lnSpc>
          <a:spcPts val="1200"/>
        </a:lnSpc>
        <a:spcBef>
          <a:spcPts val="0"/>
        </a:spcBef>
        <a:spcAft>
          <a:spcPts val="0"/>
        </a:spcAft>
        <a:buFont typeface="Wingdings" charset="2"/>
        <a:buChar char="Ø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" hidden="1"/>
          <p:cNvGraphicFramePr>
            <a:graphicFrameLocks noChangeAspect="1"/>
          </p:cNvGraphicFramePr>
          <p:nvPr>
            <p:custDataLst>
              <p:tags r:id="rId36"/>
            </p:custDataLst>
          </p:nvPr>
        </p:nvGraphicFramePr>
        <p:xfrm>
          <a:off x="2" y="0"/>
          <a:ext cx="215979" cy="161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38" imgW="360" imgH="360" progId="TCLayout.ActiveDocument.1">
                  <p:embed/>
                </p:oleObj>
              </mc:Choice>
              <mc:Fallback>
                <p:oleObj name="Diapositiva think-cell" r:id="rId38" imgW="360" imgH="360" progId="TCLayout.ActiveDocument.1">
                  <p:embed/>
                  <p:pic>
                    <p:nvPicPr>
                      <p:cNvPr id="1026" name="Object 1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" y="0"/>
                        <a:ext cx="215979" cy="1619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tangolo 3" hidden="1"/>
          <p:cNvSpPr/>
          <p:nvPr userDrawn="1">
            <p:custDataLst>
              <p:tags r:id="rId37"/>
            </p:custDataLst>
          </p:nvPr>
        </p:nvSpPr>
        <p:spPr bwMode="auto">
          <a:xfrm>
            <a:off x="0" y="0"/>
            <a:ext cx="211668" cy="1587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round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defTabSz="913626" eaLnBrk="1" fontAlgn="auto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41" b="0" i="0" baseline="0">
              <a:solidFill>
                <a:srgbClr val="000000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 Unicode MS" panose="020B0604020202020204" pitchFamily="34" charset="-128"/>
              <a:sym typeface="Arial" panose="020B0604020202020204" pitchFamily="34" charset="0"/>
            </a:endParaRPr>
          </a:p>
        </p:txBody>
      </p:sp>
      <p:sp>
        <p:nvSpPr>
          <p:cNvPr id="1034" name="Working Draft" hidden="1"/>
          <p:cNvSpPr txBox="1">
            <a:spLocks noChangeArrowheads="1"/>
          </p:cNvSpPr>
          <p:nvPr/>
        </p:nvSpPr>
        <p:spPr bwMode="auto">
          <a:xfrm rot="5400000">
            <a:off x="11083078" y="1972205"/>
            <a:ext cx="2027799" cy="94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32863" eaLnBrk="1" hangingPunct="1">
              <a:defRPr/>
            </a:pPr>
            <a:r>
              <a:rPr lang="en-GB" sz="612">
                <a:solidFill>
                  <a:srgbClr val="000000"/>
                </a:solidFill>
                <a:latin typeface="Arial"/>
                <a:ea typeface="ＭＳ Ｐゴシック"/>
              </a:rPr>
              <a:t>Last Modified 24/09/2014 11:05 W. Europe Standard Time</a:t>
            </a:r>
            <a:endParaRPr lang="en-US" sz="1631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  <p:sp>
        <p:nvSpPr>
          <p:cNvPr id="1035" name="Printed" hidden="1"/>
          <p:cNvSpPr txBox="1">
            <a:spLocks noChangeArrowheads="1"/>
          </p:cNvSpPr>
          <p:nvPr/>
        </p:nvSpPr>
        <p:spPr bwMode="auto">
          <a:xfrm rot="5400000">
            <a:off x="11192099" y="4198270"/>
            <a:ext cx="1809791" cy="94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defTabSz="932863" eaLnBrk="1" hangingPunct="1">
              <a:defRPr/>
            </a:pPr>
            <a:r>
              <a:rPr lang="en-GB" sz="612">
                <a:solidFill>
                  <a:srgbClr val="000000"/>
                </a:solidFill>
                <a:latin typeface="Arial"/>
                <a:ea typeface="ＭＳ Ｐゴシック"/>
              </a:rPr>
              <a:t>Printed 24/09/2014 09:38 W. Europe Standard Time</a:t>
            </a:r>
            <a:endParaRPr lang="en-US" sz="1631">
              <a:solidFill>
                <a:srgbClr val="000000"/>
              </a:solidFill>
              <a:latin typeface="Arial"/>
              <a:ea typeface="ＭＳ Ｐゴシック"/>
            </a:endParaRPr>
          </a:p>
        </p:txBody>
      </p:sp>
      <p:sp>
        <p:nvSpPr>
          <p:cNvPr id="1030" name="Rectangle 28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76213" y="1990667"/>
            <a:ext cx="5853024" cy="125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1" name="Title Placeholder 2"/>
          <p:cNvSpPr>
            <a:spLocks noGrp="1" noChangeArrowheads="1"/>
          </p:cNvSpPr>
          <p:nvPr>
            <p:ph type="title"/>
          </p:nvPr>
        </p:nvSpPr>
        <p:spPr bwMode="auto">
          <a:xfrm>
            <a:off x="349885" y="662695"/>
            <a:ext cx="11395038" cy="3140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2" name="McK 1. On-page tracker" hidden="1"/>
          <p:cNvSpPr>
            <a:spLocks noChangeArrowheads="1"/>
          </p:cNvSpPr>
          <p:nvPr/>
        </p:nvSpPr>
        <p:spPr bwMode="auto">
          <a:xfrm>
            <a:off x="349908" y="255921"/>
            <a:ext cx="436017" cy="1099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defTabSz="932863" eaLnBrk="1" hangingPunct="1"/>
            <a:r>
              <a:rPr lang="en-US" sz="714">
                <a:solidFill>
                  <a:srgbClr val="BD2027"/>
                </a:solidFill>
              </a:rPr>
              <a:t>Section 00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/>
        </p:nvSpPr>
        <p:spPr bwMode="auto">
          <a:xfrm>
            <a:off x="349885" y="1009126"/>
            <a:ext cx="11395038" cy="240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1529">
                <a:solidFill>
                  <a:srgbClr val="808080"/>
                </a:solidFill>
                <a:latin typeface="Arial"/>
                <a:ea typeface="ＭＳ Ｐゴシック"/>
              </a:rPr>
              <a:t>Unit of measure</a:t>
            </a:r>
          </a:p>
        </p:txBody>
      </p:sp>
      <p:grpSp>
        <p:nvGrpSpPr>
          <p:cNvPr id="2" name="McK Slide Elements" hidden="1"/>
          <p:cNvGrpSpPr>
            <a:grpSpLocks/>
          </p:cNvGrpSpPr>
          <p:nvPr/>
        </p:nvGrpSpPr>
        <p:grpSpPr bwMode="auto">
          <a:xfrm>
            <a:off x="403886" y="6330000"/>
            <a:ext cx="11630454" cy="281835"/>
            <a:chOff x="75" y="3847"/>
            <a:chExt cx="5385" cy="174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847"/>
              <a:ext cx="5385" cy="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r>
                <a:rPr lang="en-US" sz="816">
                  <a:solidFill>
                    <a:srgbClr val="000000">
                      <a:lumMod val="65000"/>
                      <a:lumOff val="35000"/>
                    </a:srgbClr>
                  </a:solidFill>
                  <a:latin typeface="Arial"/>
                  <a:ea typeface="ＭＳ Ｐゴシック"/>
                </a:rPr>
                <a:t>1 Footnote</a:t>
              </a:r>
            </a:p>
          </p:txBody>
        </p:sp>
        <p:sp>
          <p:nvSpPr>
            <p:cNvPr id="1042" name="McK 5. Source"/>
            <p:cNvSpPr>
              <a:spLocks noChangeArrowheads="1"/>
            </p:cNvSpPr>
            <p:nvPr/>
          </p:nvSpPr>
          <p:spPr bwMode="auto">
            <a:xfrm>
              <a:off x="75" y="3942"/>
              <a:ext cx="4323" cy="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>
              <a:lvl1pPr marL="609600" indent="-609600" defTabSz="895350" eaLnBrk="0" hangingPunct="0"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defTabSz="895350" eaLnBrk="0" hangingPunct="0"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defTabSz="895350" eaLnBrk="0" hangingPunct="0"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defTabSz="895350" eaLnBrk="0" hangingPunct="0"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defTabSz="895350" eaLnBrk="0" hangingPunct="0"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defTabSz="89535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612775" algn="l"/>
                </a:tabLs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eaLnBrk="1" hangingPunct="1"/>
              <a:r>
                <a:rPr lang="en-US" sz="816">
                  <a:solidFill>
                    <a:srgbClr val="595959"/>
                  </a:solidFill>
                </a:rPr>
                <a:t>SOURCE: Source</a:t>
              </a:r>
            </a:p>
          </p:txBody>
        </p:sp>
      </p:grpSp>
      <p:grpSp>
        <p:nvGrpSpPr>
          <p:cNvPr id="3" name="ACET" hidden="1"/>
          <p:cNvGrpSpPr>
            <a:grpSpLocks/>
          </p:cNvGrpSpPr>
          <p:nvPr/>
        </p:nvGrpSpPr>
        <p:grpSpPr bwMode="auto">
          <a:xfrm>
            <a:off x="1976222" y="1148398"/>
            <a:ext cx="5801189" cy="519937"/>
            <a:chOff x="915" y="709"/>
            <a:chExt cx="2686" cy="321"/>
          </a:xfrm>
        </p:grpSpPr>
        <p:cxnSp>
          <p:nvCxnSpPr>
            <p:cNvPr id="1039" name="AutoShape 249"/>
            <p:cNvCxnSpPr>
              <a:cxnSpLocks noChangeShapeType="1"/>
              <a:stCxn id="1040" idx="4"/>
              <a:endCxn id="1040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040" name="AutoShape 250"/>
            <p:cNvSpPr>
              <a:spLocks noChangeArrowheads="1"/>
            </p:cNvSpPr>
            <p:nvPr/>
          </p:nvSpPr>
          <p:spPr bwMode="auto">
            <a:xfrm>
              <a:off x="915" y="709"/>
              <a:ext cx="2686" cy="321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>
              <a:lvl1pPr eaLnBrk="0" hangingPunct="0"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1pPr>
              <a:lvl2pPr marL="742950" indent="-285750" eaLnBrk="0" hangingPunct="0"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2pPr>
              <a:lvl3pPr marL="1143000" indent="-228600" eaLnBrk="0" hangingPunct="0"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3pPr>
              <a:lvl4pPr marL="1600200" indent="-228600" eaLnBrk="0" hangingPunct="0"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4pPr>
              <a:lvl5pPr marL="2057400" indent="-228600" eaLnBrk="0" hangingPunct="0"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itchFamily="34" charset="0"/>
                  <a:ea typeface="ＭＳ Ｐゴシック" pitchFamily="34" charset="-128"/>
                </a:defRPr>
              </a:lvl9pPr>
            </a:lstStyle>
            <a:p>
              <a:pPr defTabSz="932863" eaLnBrk="1" hangingPunct="1"/>
              <a:r>
                <a:rPr lang="en-US" sz="1631" b="1">
                  <a:solidFill>
                    <a:srgbClr val="000000"/>
                  </a:solidFill>
                </a:rPr>
                <a:t>Title</a:t>
              </a:r>
            </a:p>
            <a:p>
              <a:pPr defTabSz="932863" eaLnBrk="1" hangingPunct="1"/>
              <a:r>
                <a:rPr lang="en-US" sz="1631">
                  <a:solidFill>
                    <a:srgbClr val="808080"/>
                  </a:solidFill>
                </a:rPr>
                <a:t>Unit of measure</a:t>
              </a:r>
            </a:p>
          </p:txBody>
        </p:sp>
      </p:grpSp>
      <p:pic>
        <p:nvPicPr>
          <p:cNvPr id="1036" name="Immagine 17"/>
          <p:cNvPicPr>
            <a:picLocks noChangeAspect="1"/>
          </p:cNvPicPr>
          <p:nvPr/>
        </p:nvPicPr>
        <p:blipFill>
          <a:blip r:embed="rId4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0182" y="6342932"/>
            <a:ext cx="604741" cy="36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7" name="Picture 22"/>
          <p:cNvPicPr>
            <a:picLocks noChangeAspect="1"/>
          </p:cNvPicPr>
          <p:nvPr/>
        </p:nvPicPr>
        <p:blipFill>
          <a:blip r:embed="rId4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14960" b="85913"/>
          <a:stretch>
            <a:fillRect/>
          </a:stretch>
        </p:blipFill>
        <p:spPr bwMode="auto">
          <a:xfrm>
            <a:off x="0" y="1"/>
            <a:ext cx="293730" cy="98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object 3"/>
          <p:cNvSpPr txBox="1"/>
          <p:nvPr/>
        </p:nvSpPr>
        <p:spPr>
          <a:xfrm>
            <a:off x="380123" y="6694406"/>
            <a:ext cx="2688935" cy="116622"/>
          </a:xfrm>
          <a:prstGeom prst="rect">
            <a:avLst/>
          </a:prstGeom>
        </p:spPr>
        <p:txBody>
          <a:bodyPr lIns="0" tIns="0" rIns="0" bIns="0"/>
          <a:lstStyle>
            <a:lvl1pPr marL="12700" defTabSz="4572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742950" indent="-285750" defTabSz="4572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4572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4572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4572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lnSpc>
                <a:spcPct val="96000"/>
              </a:lnSpc>
              <a:spcBef>
                <a:spcPts val="13"/>
              </a:spcBef>
              <a:defRPr/>
            </a:pPr>
            <a:r>
              <a:rPr lang="it-IT" sz="714">
                <a:solidFill>
                  <a:srgbClr val="CC0000"/>
                </a:solidFill>
                <a:cs typeface="Arial" charset="0"/>
              </a:rPr>
              <a:t>© Generali</a:t>
            </a:r>
          </a:p>
          <a:p>
            <a:pPr>
              <a:lnSpc>
                <a:spcPct val="96000"/>
              </a:lnSpc>
              <a:spcBef>
                <a:spcPts val="13"/>
              </a:spcBef>
              <a:defRPr/>
            </a:pPr>
            <a:endParaRPr lang="it-IT" sz="714">
              <a:solidFill>
                <a:srgbClr val="CC0000"/>
              </a:solidFill>
              <a:cs typeface="Arial" charset="0"/>
            </a:endParaRPr>
          </a:p>
        </p:txBody>
      </p:sp>
      <p:sp>
        <p:nvSpPr>
          <p:cNvPr id="5" name="fl" descr=" Internal"/>
          <p:cNvSpPr txBox="1"/>
          <p:nvPr userDrawn="1"/>
        </p:nvSpPr>
        <p:spPr>
          <a:xfrm>
            <a:off x="0" y="6539234"/>
            <a:ext cx="12192000" cy="22230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 defTabSz="913626" fontAlgn="auto">
              <a:spcBef>
                <a:spcPts val="0"/>
              </a:spcBef>
              <a:spcAft>
                <a:spcPts val="0"/>
              </a:spcAft>
            </a:pPr>
            <a:r>
              <a:rPr lang="it-IT" sz="816" b="0" i="0" u="none" baseline="0">
                <a:solidFill>
                  <a:srgbClr val="990000"/>
                </a:solidFill>
                <a:latin typeface="arial"/>
                <a:ea typeface="ＭＳ Ｐゴシック"/>
                <a:cs typeface="+mn-cs"/>
              </a:rPr>
              <a:t>	Internal</a:t>
            </a:r>
          </a:p>
        </p:txBody>
      </p:sp>
    </p:spTree>
    <p:extLst>
      <p:ext uri="{BB962C8B-B14F-4D97-AF65-F5344CB8AC3E}">
        <p14:creationId xmlns:p14="http://schemas.microsoft.com/office/powerpoint/2010/main" val="2432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  <p:sldLayoutId id="2147483709" r:id="rId29"/>
    <p:sldLayoutId id="2147483710" r:id="rId30"/>
    <p:sldLayoutId id="2147483711" r:id="rId31"/>
    <p:sldLayoutId id="2147483712" r:id="rId32"/>
    <p:sldLayoutId id="2147483713" r:id="rId33"/>
    <p:sldLayoutId id="2147483714" r:id="rId34"/>
  </p:sldLayoutIdLst>
  <p:hf hdr="0" ftr="0" dt="0"/>
  <p:txStyles>
    <p:titleStyle>
      <a:lvl1pPr algn="l" defTabSz="911806" rtl="0" fontAlgn="base">
        <a:spcBef>
          <a:spcPct val="0"/>
        </a:spcBef>
        <a:spcAft>
          <a:spcPct val="0"/>
        </a:spcAft>
        <a:tabLst>
          <a:tab pos="274838" algn="l"/>
        </a:tabLst>
        <a:defRPr sz="2041">
          <a:solidFill>
            <a:srgbClr val="BD2027"/>
          </a:solidFill>
          <a:latin typeface="+mj-lt"/>
          <a:ea typeface="Arial Unicode MS" pitchFamily="34" charset="-128"/>
          <a:cs typeface="Arial Unicode MS" pitchFamily="34" charset="-128"/>
        </a:defRPr>
      </a:lvl1pPr>
      <a:lvl2pPr algn="l" defTabSz="911806" rtl="0" fontAlgn="base">
        <a:spcBef>
          <a:spcPct val="0"/>
        </a:spcBef>
        <a:spcAft>
          <a:spcPct val="0"/>
        </a:spcAft>
        <a:tabLst>
          <a:tab pos="274838" algn="l"/>
        </a:tabLst>
        <a:defRPr sz="2041">
          <a:solidFill>
            <a:srgbClr val="BD2027"/>
          </a:solidFill>
          <a:latin typeface="Arial" charset="0"/>
          <a:ea typeface="Arial Unicode MS" pitchFamily="34" charset="-128"/>
          <a:cs typeface="Arial Unicode MS" pitchFamily="34" charset="-128"/>
        </a:defRPr>
      </a:lvl2pPr>
      <a:lvl3pPr algn="l" defTabSz="911806" rtl="0" fontAlgn="base">
        <a:spcBef>
          <a:spcPct val="0"/>
        </a:spcBef>
        <a:spcAft>
          <a:spcPct val="0"/>
        </a:spcAft>
        <a:tabLst>
          <a:tab pos="274838" algn="l"/>
        </a:tabLst>
        <a:defRPr sz="2041">
          <a:solidFill>
            <a:srgbClr val="BD2027"/>
          </a:solidFill>
          <a:latin typeface="Arial" charset="0"/>
          <a:ea typeface="Arial Unicode MS" pitchFamily="34" charset="-128"/>
          <a:cs typeface="Arial Unicode MS" pitchFamily="34" charset="-128"/>
        </a:defRPr>
      </a:lvl3pPr>
      <a:lvl4pPr algn="l" defTabSz="911806" rtl="0" fontAlgn="base">
        <a:spcBef>
          <a:spcPct val="0"/>
        </a:spcBef>
        <a:spcAft>
          <a:spcPct val="0"/>
        </a:spcAft>
        <a:tabLst>
          <a:tab pos="274838" algn="l"/>
        </a:tabLst>
        <a:defRPr sz="2041">
          <a:solidFill>
            <a:srgbClr val="BD2027"/>
          </a:solidFill>
          <a:latin typeface="Arial" charset="0"/>
          <a:ea typeface="Arial Unicode MS" pitchFamily="34" charset="-128"/>
          <a:cs typeface="Arial Unicode MS" pitchFamily="34" charset="-128"/>
        </a:defRPr>
      </a:lvl4pPr>
      <a:lvl5pPr algn="l" defTabSz="911806" rtl="0" fontAlgn="base">
        <a:spcBef>
          <a:spcPct val="0"/>
        </a:spcBef>
        <a:spcAft>
          <a:spcPct val="0"/>
        </a:spcAft>
        <a:tabLst>
          <a:tab pos="274838" algn="l"/>
        </a:tabLst>
        <a:defRPr sz="2041">
          <a:solidFill>
            <a:srgbClr val="BD2027"/>
          </a:solidFill>
          <a:latin typeface="Arial" charset="0"/>
          <a:ea typeface="Arial Unicode MS" pitchFamily="34" charset="-128"/>
          <a:cs typeface="Arial Unicode MS" pitchFamily="34" charset="-128"/>
        </a:defRPr>
      </a:lvl5pPr>
      <a:lvl6pPr marL="465603" algn="l" defTabSz="91180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6pPr>
      <a:lvl7pPr marL="931208" algn="l" defTabSz="91180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7pPr>
      <a:lvl8pPr marL="1396817" algn="l" defTabSz="91180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8pPr>
      <a:lvl9pPr marL="1862419" algn="l" defTabSz="911806" rtl="0" eaLnBrk="1" fontAlgn="base" hangingPunct="1">
        <a:spcBef>
          <a:spcPct val="0"/>
        </a:spcBef>
        <a:spcAft>
          <a:spcPct val="0"/>
        </a:spcAft>
        <a:defRPr sz="1939" b="1">
          <a:solidFill>
            <a:schemeClr val="tx2"/>
          </a:solidFill>
          <a:latin typeface="Arial" charset="0"/>
        </a:defRPr>
      </a:lvl9pPr>
    </p:titleStyle>
    <p:bodyStyle>
      <a:lvl1pPr algn="l" defTabSz="911806" rtl="0" fontAlgn="base">
        <a:spcBef>
          <a:spcPct val="0"/>
        </a:spcBef>
        <a:spcAft>
          <a:spcPct val="0"/>
        </a:spcAft>
        <a:buClr>
          <a:schemeClr val="tx2"/>
        </a:buClr>
        <a:defRPr sz="1631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1pPr>
      <a:lvl2pPr marL="197235" indent="-195621" algn="l" defTabSz="911806" rtl="0" fontAlgn="base">
        <a:spcBef>
          <a:spcPct val="0"/>
        </a:spcBef>
        <a:spcAft>
          <a:spcPct val="0"/>
        </a:spcAft>
        <a:buClr>
          <a:srgbClr val="BD2027"/>
        </a:buClr>
        <a:buSzPct val="125000"/>
        <a:buFont typeface="Arial" pitchFamily="34" charset="0"/>
        <a:buChar char="•"/>
        <a:defRPr sz="1631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2pPr>
      <a:lvl3pPr marL="465603" indent="-266753" algn="l" defTabSz="911806" rtl="0" fontAlgn="base">
        <a:spcBef>
          <a:spcPct val="0"/>
        </a:spcBef>
        <a:spcAft>
          <a:spcPct val="0"/>
        </a:spcAft>
        <a:buClr>
          <a:srgbClr val="BD2027"/>
        </a:buClr>
        <a:buSzPct val="120000"/>
        <a:buFont typeface="Arial" pitchFamily="34" charset="0"/>
        <a:buChar char="–"/>
        <a:defRPr sz="1631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3pPr>
      <a:lvl4pPr marL="625657" indent="-158440" algn="l" defTabSz="911806" rtl="0" fontAlgn="base">
        <a:spcBef>
          <a:spcPct val="0"/>
        </a:spcBef>
        <a:spcAft>
          <a:spcPct val="0"/>
        </a:spcAft>
        <a:buClr>
          <a:srgbClr val="BD2027"/>
        </a:buClr>
        <a:buSzPct val="120000"/>
        <a:buFont typeface="Arial" pitchFamily="34" charset="0"/>
        <a:buChar char="▫"/>
        <a:defRPr sz="1631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4pPr>
      <a:lvl5pPr marL="763073" indent="-132569" algn="l" defTabSz="911806" rtl="0" fontAlgn="base">
        <a:spcBef>
          <a:spcPct val="0"/>
        </a:spcBef>
        <a:spcAft>
          <a:spcPct val="0"/>
        </a:spcAft>
        <a:buClr>
          <a:srgbClr val="BD2027"/>
        </a:buClr>
        <a:buSzPct val="89000"/>
        <a:buFont typeface="Arial" pitchFamily="34" charset="0"/>
        <a:buChar char="-"/>
        <a:defRPr sz="1631">
          <a:solidFill>
            <a:schemeClr val="tx1"/>
          </a:solidFill>
          <a:latin typeface="+mn-lt"/>
          <a:ea typeface="Arial Unicode MS" pitchFamily="34" charset="-128"/>
          <a:cs typeface="Arial Unicode MS" pitchFamily="34" charset="-128"/>
        </a:defRPr>
      </a:lvl5pPr>
      <a:lvl6pPr marL="763593" indent="-132569" algn="l" defTabSz="91180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31" baseline="0">
          <a:solidFill>
            <a:schemeClr val="tx1"/>
          </a:solidFill>
          <a:latin typeface="+mn-lt"/>
        </a:defRPr>
      </a:lvl6pPr>
      <a:lvl7pPr marL="763593" indent="-132569" algn="l" defTabSz="91180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31" baseline="0">
          <a:solidFill>
            <a:schemeClr val="tx1"/>
          </a:solidFill>
          <a:latin typeface="+mn-lt"/>
        </a:defRPr>
      </a:lvl7pPr>
      <a:lvl8pPr marL="763593" indent="-132569" algn="l" defTabSz="91180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31" baseline="0">
          <a:solidFill>
            <a:schemeClr val="tx1"/>
          </a:solidFill>
          <a:latin typeface="+mn-lt"/>
        </a:defRPr>
      </a:lvl8pPr>
      <a:lvl9pPr marL="763593" indent="-132569" algn="l" defTabSz="911806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1631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31208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1pPr>
      <a:lvl2pPr marL="465603" algn="l" defTabSz="931208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2pPr>
      <a:lvl3pPr marL="931208" algn="l" defTabSz="931208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3pPr>
      <a:lvl4pPr marL="1396817" algn="l" defTabSz="931208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4pPr>
      <a:lvl5pPr marL="1862419" algn="l" defTabSz="931208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5pPr>
      <a:lvl6pPr marL="2328024" algn="l" defTabSz="931208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6pPr>
      <a:lvl7pPr marL="2793629" algn="l" defTabSz="931208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7pPr>
      <a:lvl8pPr marL="3259233" algn="l" defTabSz="931208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8pPr>
      <a:lvl9pPr marL="3724841" algn="l" defTabSz="931208" rtl="0" eaLnBrk="1" latinLnBrk="0" hangingPunct="1">
        <a:defRPr sz="18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6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9.bin"/><Relationship Id="rId4" Type="http://schemas.openxmlformats.org/officeDocument/2006/relationships/notesSlide" Target="../notesSlides/notes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image" Target="../media/image17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593EBF2D-4C85-4968-9A47-F9CC375C8DC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970464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4" imgW="338" imgH="338" progId="TCLayout.ActiveDocument.1">
                  <p:embed/>
                </p:oleObj>
              </mc:Choice>
              <mc:Fallback>
                <p:oleObj name="Diapositiva think-cell" r:id="rId4" imgW="338" imgH="33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593EBF2D-4C85-4968-9A47-F9CC375C8DC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CFAC696E-4A11-4E50-B2DE-6C8B000C225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33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127FE32-82B8-4FAA-8E48-4A45D3716D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vert="horz"/>
          <a:lstStyle/>
          <a:p>
            <a:r>
              <a:rPr lang="en-US"/>
              <a:t>Platform Evolution Project</a:t>
            </a:r>
            <a:br>
              <a:rPr lang="en-US"/>
            </a:br>
            <a:r>
              <a:rPr lang="en-US" sz="2400">
                <a:solidFill>
                  <a:schemeClr val="bg1">
                    <a:lumMod val="65000"/>
                  </a:schemeClr>
                </a:solidFill>
              </a:rPr>
              <a:t>Weekly Project Update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0F95258-4ED3-4425-A9E3-BA412057598D}"/>
              </a:ext>
            </a:extLst>
          </p:cNvPr>
          <p:cNvSpPr txBox="1"/>
          <p:nvPr/>
        </p:nvSpPr>
        <p:spPr>
          <a:xfrm>
            <a:off x="463067" y="5916933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Regular"/>
                <a:cs typeface="+mn-cs"/>
              </a:rPr>
              <a:t>11</a:t>
            </a:r>
            <a:r>
              <a:rPr kumimoji="0" lang="en-US" sz="1800" b="0" i="0" u="none" strike="noStrike" kern="1200" cap="none" spc="0" normalizeH="0" baseline="3000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Regular"/>
                <a:cs typeface="+mn-cs"/>
              </a:rPr>
              <a:t>th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Arial Regular"/>
                <a:cs typeface="+mn-cs"/>
              </a:rPr>
              <a:t> August 2022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egular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656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gget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4" imgW="395" imgH="394" progId="TCLayout.ActiveDocument.1">
                  <p:embed/>
                </p:oleObj>
              </mc:Choice>
              <mc:Fallback>
                <p:oleObj name="Diapositiva think-cell" r:id="rId4" imgW="395" imgH="394" progId="TCLayout.ActiveDocument.1">
                  <p:embed/>
                  <p:pic>
                    <p:nvPicPr>
                      <p:cNvPr id="4" name="Ogget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tangolo 4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A4C95D74-EBE3-45F6-BBCE-7F04CF27568C}"/>
              </a:ext>
            </a:extLst>
          </p:cNvPr>
          <p:cNvSpPr txBox="1">
            <a:spLocks/>
          </p:cNvSpPr>
          <p:nvPr/>
        </p:nvSpPr>
        <p:spPr>
          <a:xfrm>
            <a:off x="273016" y="55440"/>
            <a:ext cx="11858613" cy="695674"/>
          </a:xfrm>
          <a:prstGeom prst="rect">
            <a:avLst/>
          </a:prstGeom>
        </p:spPr>
        <p:txBody>
          <a:bodyPr vert="horz"/>
          <a:lstStyle>
            <a:lvl1pPr marL="182563" indent="0"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  <a:lvl2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452202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04516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56788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09052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ＭＳ Ｐゴシック"/>
              </a:rPr>
              <a:t>Agenda</a:t>
            </a: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5C06E815-00ED-4117-ADF7-4492F84071DF}"/>
              </a:ext>
            </a:extLst>
          </p:cNvPr>
          <p:cNvSpPr/>
          <p:nvPr/>
        </p:nvSpPr>
        <p:spPr>
          <a:xfrm>
            <a:off x="1101934" y="1035563"/>
            <a:ext cx="1439501" cy="84993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8" name="Rectangle 21">
            <a:extLst>
              <a:ext uri="{FF2B5EF4-FFF2-40B4-BE49-F238E27FC236}">
                <a16:creationId xmlns:a16="http://schemas.microsoft.com/office/drawing/2014/main" id="{5F907D31-2266-4E55-9F19-96396073F8D9}"/>
              </a:ext>
            </a:extLst>
          </p:cNvPr>
          <p:cNvSpPr/>
          <p:nvPr/>
        </p:nvSpPr>
        <p:spPr>
          <a:xfrm>
            <a:off x="2541435" y="1035563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BE346BA-EA3F-4672-9D26-3F6C54A2A1AD}"/>
              </a:ext>
            </a:extLst>
          </p:cNvPr>
          <p:cNvSpPr txBox="1">
            <a:spLocks/>
          </p:cNvSpPr>
          <p:nvPr/>
        </p:nvSpPr>
        <p:spPr>
          <a:xfrm>
            <a:off x="1556301" y="1292110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Regular"/>
                <a:cs typeface="Segoe UI Light"/>
              </a:rPr>
              <a:t>01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71050A9-D98F-4F04-8BCD-4D9221871734}"/>
              </a:ext>
            </a:extLst>
          </p:cNvPr>
          <p:cNvSpPr txBox="1">
            <a:spLocks/>
          </p:cNvSpPr>
          <p:nvPr/>
        </p:nvSpPr>
        <p:spPr>
          <a:xfrm>
            <a:off x="2541435" y="1292110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Regular"/>
                <a:cs typeface="Segoe UI Light"/>
              </a:rPr>
              <a:t>PEV Progress Summary &amp; Plan</a:t>
            </a:r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A84664D-CABD-45A8-AA28-24315B55C8B3}"/>
              </a:ext>
            </a:extLst>
          </p:cNvPr>
          <p:cNvSpPr/>
          <p:nvPr/>
        </p:nvSpPr>
        <p:spPr>
          <a:xfrm>
            <a:off x="1101934" y="2063317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2" name="Rectangle 21">
            <a:extLst>
              <a:ext uri="{FF2B5EF4-FFF2-40B4-BE49-F238E27FC236}">
                <a16:creationId xmlns:a16="http://schemas.microsoft.com/office/drawing/2014/main" id="{2D18224C-6AC1-4877-867E-89840AA76D1C}"/>
              </a:ext>
            </a:extLst>
          </p:cNvPr>
          <p:cNvSpPr/>
          <p:nvPr/>
        </p:nvSpPr>
        <p:spPr>
          <a:xfrm>
            <a:off x="2541435" y="2063317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65AD16F-620E-409F-8070-5A3FC16FF255}"/>
              </a:ext>
            </a:extLst>
          </p:cNvPr>
          <p:cNvSpPr txBox="1">
            <a:spLocks/>
          </p:cNvSpPr>
          <p:nvPr/>
        </p:nvSpPr>
        <p:spPr>
          <a:xfrm>
            <a:off x="1556301" y="2319864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02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E23DBD9-C187-414F-9291-CFF4D8ED9923}"/>
              </a:ext>
            </a:extLst>
          </p:cNvPr>
          <p:cNvSpPr txBox="1">
            <a:spLocks/>
          </p:cNvSpPr>
          <p:nvPr/>
        </p:nvSpPr>
        <p:spPr>
          <a:xfrm>
            <a:off x="2541435" y="2281133"/>
            <a:ext cx="8094264" cy="4142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 Regular"/>
                <a:cs typeface="Segoe UI Light"/>
              </a:rPr>
              <a:t>IT Design &amp; Preparation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E40F18EE-1245-42E0-8068-10B8BAFA32EE}"/>
              </a:ext>
            </a:extLst>
          </p:cNvPr>
          <p:cNvSpPr/>
          <p:nvPr/>
        </p:nvSpPr>
        <p:spPr>
          <a:xfrm>
            <a:off x="1101934" y="3091071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6" name="Rectangle 21">
            <a:extLst>
              <a:ext uri="{FF2B5EF4-FFF2-40B4-BE49-F238E27FC236}">
                <a16:creationId xmlns:a16="http://schemas.microsoft.com/office/drawing/2014/main" id="{47BBDE46-F6CF-45C9-B22A-9FA320B3DDCF}"/>
              </a:ext>
            </a:extLst>
          </p:cNvPr>
          <p:cNvSpPr/>
          <p:nvPr/>
        </p:nvSpPr>
        <p:spPr>
          <a:xfrm>
            <a:off x="2541435" y="3091071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D4577D2A-1BF2-4691-BDDA-3EC694D487A4}"/>
              </a:ext>
            </a:extLst>
          </p:cNvPr>
          <p:cNvSpPr txBox="1">
            <a:spLocks/>
          </p:cNvSpPr>
          <p:nvPr/>
        </p:nvSpPr>
        <p:spPr>
          <a:xfrm>
            <a:off x="1556301" y="3347618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03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DF74F3E-09C0-47C5-89A7-2E7F57E4C15D}"/>
              </a:ext>
            </a:extLst>
          </p:cNvPr>
          <p:cNvSpPr txBox="1">
            <a:spLocks/>
          </p:cNvSpPr>
          <p:nvPr/>
        </p:nvSpPr>
        <p:spPr>
          <a:xfrm>
            <a:off x="2541435" y="3347618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BA36C5B-8883-4E21-B82A-B1C59B9ED06D}"/>
              </a:ext>
            </a:extLst>
          </p:cNvPr>
          <p:cNvSpPr txBox="1">
            <a:spLocks/>
          </p:cNvSpPr>
          <p:nvPr/>
        </p:nvSpPr>
        <p:spPr>
          <a:xfrm>
            <a:off x="1556301" y="4375372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04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BB58F35F-C74C-4633-AA39-1842AF65FD06}"/>
              </a:ext>
            </a:extLst>
          </p:cNvPr>
          <p:cNvSpPr txBox="1">
            <a:spLocks/>
          </p:cNvSpPr>
          <p:nvPr/>
        </p:nvSpPr>
        <p:spPr>
          <a:xfrm>
            <a:off x="2541435" y="3347617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 Regular"/>
                <a:cs typeface="Segoe UI Light"/>
              </a:rPr>
              <a:t>Data Model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4324CB-7DEE-4615-B2D3-D5B4D5FEE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A074-71B0-1C47-A455-7677837C124E}" type="slidenum">
              <a:rPr lang="it-IT" smtClean="0">
                <a:solidFill>
                  <a:srgbClr val="BD2027"/>
                </a:solidFill>
              </a:rPr>
              <a:pPr/>
              <a:t>2</a:t>
            </a:fld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906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BA3B8B6-4054-4555-A306-6A6937650DBB}"/>
              </a:ext>
            </a:extLst>
          </p:cNvPr>
          <p:cNvSpPr txBox="1">
            <a:spLocks/>
          </p:cNvSpPr>
          <p:nvPr/>
        </p:nvSpPr>
        <p:spPr>
          <a:xfrm>
            <a:off x="273016" y="55440"/>
            <a:ext cx="11858613" cy="695674"/>
          </a:xfrm>
          <a:prstGeom prst="rect">
            <a:avLst/>
          </a:prstGeom>
        </p:spPr>
        <p:txBody>
          <a:bodyPr vert="horz"/>
          <a:lstStyle>
            <a:lvl1pPr marL="182563" indent="0"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  <a:lvl2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452202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04516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56788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09052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ＭＳ Ｐゴシック"/>
              </a:rPr>
              <a:t>PEV – Overall Progress Report Summary (11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ＭＳ Ｐゴシック"/>
              </a:rPr>
              <a:t>th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ＭＳ Ｐゴシック"/>
              </a:rPr>
              <a:t> August)</a:t>
            </a:r>
          </a:p>
        </p:txBody>
      </p:sp>
      <p:graphicFrame>
        <p:nvGraphicFramePr>
          <p:cNvPr id="12" name="Table 4">
            <a:extLst>
              <a:ext uri="{FF2B5EF4-FFF2-40B4-BE49-F238E27FC236}">
                <a16:creationId xmlns:a16="http://schemas.microsoft.com/office/drawing/2014/main" id="{268DF69A-DE61-46D8-BFB9-374870272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698403"/>
              </p:ext>
            </p:extLst>
          </p:nvPr>
        </p:nvGraphicFramePr>
        <p:xfrm>
          <a:off x="294063" y="603381"/>
          <a:ext cx="1169587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88729">
                  <a:extLst>
                    <a:ext uri="{9D8B030D-6E8A-4147-A177-3AD203B41FA5}">
                      <a16:colId xmlns:a16="http://schemas.microsoft.com/office/drawing/2014/main" val="2576895169"/>
                    </a:ext>
                  </a:extLst>
                </a:gridCol>
                <a:gridCol w="2449753">
                  <a:extLst>
                    <a:ext uri="{9D8B030D-6E8A-4147-A177-3AD203B41FA5}">
                      <a16:colId xmlns:a16="http://schemas.microsoft.com/office/drawing/2014/main" val="730431328"/>
                    </a:ext>
                  </a:extLst>
                </a:gridCol>
                <a:gridCol w="752516">
                  <a:extLst>
                    <a:ext uri="{9D8B030D-6E8A-4147-A177-3AD203B41FA5}">
                      <a16:colId xmlns:a16="http://schemas.microsoft.com/office/drawing/2014/main" val="1716208168"/>
                    </a:ext>
                  </a:extLst>
                </a:gridCol>
                <a:gridCol w="1004880">
                  <a:extLst>
                    <a:ext uri="{9D8B030D-6E8A-4147-A177-3AD203B41FA5}">
                      <a16:colId xmlns:a16="http://schemas.microsoft.com/office/drawing/2014/main" val="241182649"/>
                    </a:ext>
                  </a:extLst>
                </a:gridCol>
              </a:tblGrid>
              <a:tr h="315229">
                <a:tc>
                  <a:txBody>
                    <a:bodyPr/>
                    <a:lstStyle/>
                    <a:p>
                      <a:r>
                        <a:rPr lang="en-GB" sz="1600"/>
                        <a:t>Summary Status</a:t>
                      </a: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Workstream</a:t>
                      </a: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RAG</a:t>
                      </a: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Budget</a:t>
                      </a: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43669"/>
                  </a:ext>
                </a:extLst>
              </a:tr>
              <a:tr h="324000">
                <a:tc rowSpan="2">
                  <a:txBody>
                    <a:bodyPr/>
                    <a:lstStyle/>
                    <a:p>
                      <a:pPr marL="0" marR="0" lvl="0" indent="0" algn="l" defTabSz="39099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/>
                        <a:t>The Business Design phase has now been completed</a:t>
                      </a: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 Handover of Business Design documentation to the IT team has been completed for all Processes and the End to End Process / Initial Requirement Prioritisation document. IT workshops and Playback sessions have been completed for Process 1, 2, 3, 4 &amp; 5.</a:t>
                      </a:r>
                      <a:endParaRPr lang="en-GB" sz="1400" dirty="0"/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IT Design &amp; Preparation</a:t>
                      </a:r>
                    </a:p>
                    <a:p>
                      <a:endParaRPr lang="en-GB" sz="1400" dirty="0"/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500" dirty="0"/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500" dirty="0"/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613401"/>
                  </a:ext>
                </a:extLst>
              </a:tr>
              <a:tr h="32400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Data Model</a:t>
                      </a: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GB" sz="1500" dirty="0"/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sz="1500" dirty="0"/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338574"/>
                  </a:ext>
                </a:extLst>
              </a:tr>
            </a:tbl>
          </a:graphicData>
        </a:graphic>
      </p:graphicFrame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A3CC3735-ED75-47A7-BF47-BA72B2A7D8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7343631"/>
              </p:ext>
            </p:extLst>
          </p:nvPr>
        </p:nvGraphicFramePr>
        <p:xfrm>
          <a:off x="294062" y="5572393"/>
          <a:ext cx="11695877" cy="70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5877">
                  <a:extLst>
                    <a:ext uri="{9D8B030D-6E8A-4147-A177-3AD203B41FA5}">
                      <a16:colId xmlns:a16="http://schemas.microsoft.com/office/drawing/2014/main" val="2576895169"/>
                    </a:ext>
                  </a:extLst>
                </a:gridCol>
              </a:tblGrid>
              <a:tr h="32055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6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Risks &amp; Issues</a:t>
                      </a: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43669"/>
                  </a:ext>
                </a:extLst>
              </a:tr>
              <a:tr h="326935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/>
                        <a:t>Described on slide 4</a:t>
                      </a:r>
                      <a:r>
                        <a:rPr lang="en-GB" sz="1400" dirty="0">
                          <a:solidFill>
                            <a:schemeClr val="tx1"/>
                          </a:solidFill>
                          <a:cs typeface="Segoe UI"/>
                        </a:rPr>
                        <a:t>.</a:t>
                      </a:r>
                      <a:endParaRPr lang="en-GB" sz="1400" dirty="0">
                        <a:solidFill>
                          <a:srgbClr val="081839"/>
                        </a:solidFill>
                        <a:latin typeface="+mn-lt"/>
                        <a:cs typeface="Segoe UI"/>
                      </a:endParaRP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13401"/>
                  </a:ext>
                </a:extLst>
              </a:tr>
            </a:tbl>
          </a:graphicData>
        </a:graphic>
      </p:graphicFrame>
      <p:graphicFrame>
        <p:nvGraphicFramePr>
          <p:cNvPr id="18" name="Table 4">
            <a:extLst>
              <a:ext uri="{FF2B5EF4-FFF2-40B4-BE49-F238E27FC236}">
                <a16:creationId xmlns:a16="http://schemas.microsoft.com/office/drawing/2014/main" id="{B3E5661A-92D7-464B-B9EE-0EDF18CC5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9300351"/>
              </p:ext>
            </p:extLst>
          </p:nvPr>
        </p:nvGraphicFramePr>
        <p:xfrm>
          <a:off x="294063" y="4452106"/>
          <a:ext cx="11695877" cy="1118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95877">
                  <a:extLst>
                    <a:ext uri="{9D8B030D-6E8A-4147-A177-3AD203B41FA5}">
                      <a16:colId xmlns:a16="http://schemas.microsoft.com/office/drawing/2014/main" val="2576895169"/>
                    </a:ext>
                  </a:extLst>
                </a:gridCol>
              </a:tblGrid>
              <a:tr h="3672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15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Decisions</a:t>
                      </a:r>
                    </a:p>
                  </a:txBody>
                  <a:tcPr marL="121920" marR="121920" marT="55418" marB="55418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43669"/>
                  </a:ext>
                </a:extLst>
              </a:tr>
              <a:tr h="314036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GB" sz="1400" dirty="0"/>
                        <a:t>Decision on ongoing feature deployments and enhancements in CDMS will cause re-estimation and not attaining steady-state. We need to decide on the stability other solution? – Rolly / Antonico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GB" sz="1400" dirty="0"/>
                    </a:p>
                  </a:txBody>
                  <a:tcPr marL="121920" marR="121920" marT="55418" marB="55418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13401"/>
                  </a:ext>
                </a:extLst>
              </a:tr>
            </a:tbl>
          </a:graphicData>
        </a:graphic>
      </p:graphicFrame>
      <p:graphicFrame>
        <p:nvGraphicFramePr>
          <p:cNvPr id="19" name="Table 4">
            <a:extLst>
              <a:ext uri="{FF2B5EF4-FFF2-40B4-BE49-F238E27FC236}">
                <a16:creationId xmlns:a16="http://schemas.microsoft.com/office/drawing/2014/main" id="{B8D6A135-666F-4A0F-AE51-8EC7D16870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903086"/>
              </p:ext>
            </p:extLst>
          </p:nvPr>
        </p:nvGraphicFramePr>
        <p:xfrm>
          <a:off x="294063" y="2024759"/>
          <a:ext cx="1169587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771">
                  <a:extLst>
                    <a:ext uri="{9D8B030D-6E8A-4147-A177-3AD203B41FA5}">
                      <a16:colId xmlns:a16="http://schemas.microsoft.com/office/drawing/2014/main" val="2576895169"/>
                    </a:ext>
                  </a:extLst>
                </a:gridCol>
                <a:gridCol w="5980108">
                  <a:extLst>
                    <a:ext uri="{9D8B030D-6E8A-4147-A177-3AD203B41FA5}">
                      <a16:colId xmlns:a16="http://schemas.microsoft.com/office/drawing/2014/main" val="2650361777"/>
                    </a:ext>
                  </a:extLst>
                </a:gridCol>
              </a:tblGrid>
              <a:tr h="30320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/>
                        <a:t>IT Design &amp; CDMS</a:t>
                      </a: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Data Model</a:t>
                      </a: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43669"/>
                  </a:ext>
                </a:extLst>
              </a:tr>
              <a:tr h="2223490"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Completed process 1 to 5 successfully.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Process 6 and 7 are in progress. 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Completed analysis of the production sites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First draft completed for HLD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Walkthrough of to-be flows with Italy, pending further discussions &amp; review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Second session - France CDMS users - business process clarifications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Discussions related to integration with Avanade, </a:t>
                      </a:r>
                      <a:r>
                        <a:rPr lang="en-GB" sz="14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Bitrock</a:t>
                      </a:r>
                      <a:r>
                        <a:rPr lang="en-GB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and GOSP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GB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GB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Workshops with Generali held on 2</a:t>
                      </a:r>
                      <a:r>
                        <a:rPr lang="en-GB" sz="140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nd</a:t>
                      </a:r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4</a:t>
                      </a:r>
                      <a:r>
                        <a:rPr lang="en-GB" sz="140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</a:t>
                      </a:r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August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Progress against the 4 domains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Organisation, Contract and Risk Domains will have a second draft on 05/08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14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Cross Reference Domain is ongoing and will have a structure review by 12/08</a:t>
                      </a:r>
                    </a:p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GB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21920" marR="121920" marT="60960" marB="6096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1340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3D68C2-AF4C-4A7B-9CCB-05F015378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A074-71B0-1C47-A455-7677837C124E}" type="slidenum">
              <a:rPr lang="it-IT" smtClean="0">
                <a:solidFill>
                  <a:srgbClr val="BD2027"/>
                </a:solidFill>
              </a:rPr>
              <a:pPr/>
              <a:t>3</a:t>
            </a:fld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982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BA3B8B6-4054-4555-A306-6A6937650DBB}"/>
              </a:ext>
            </a:extLst>
          </p:cNvPr>
          <p:cNvSpPr txBox="1">
            <a:spLocks/>
          </p:cNvSpPr>
          <p:nvPr/>
        </p:nvSpPr>
        <p:spPr>
          <a:xfrm>
            <a:off x="273016" y="55440"/>
            <a:ext cx="11858613" cy="695674"/>
          </a:xfrm>
          <a:prstGeom prst="rect">
            <a:avLst/>
          </a:prstGeom>
        </p:spPr>
        <p:txBody>
          <a:bodyPr vert="horz"/>
          <a:lstStyle>
            <a:lvl1pPr marL="182563" indent="0"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  <a:lvl2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452202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04516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56788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09052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ＭＳ Ｐゴシック"/>
              </a:rPr>
              <a:t>PEV – Overall Progress Report Risks &amp; Issues (8</a:t>
            </a:r>
            <a:r>
              <a:rPr kumimoji="0" lang="en-US" sz="2000" b="0" i="0" u="none" strike="noStrike" kern="1200" cap="none" spc="0" normalizeH="0" baseline="3000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ＭＳ Ｐゴシック"/>
              </a:rPr>
              <a:t>th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ＭＳ Ｐゴシック"/>
              </a:rPr>
              <a:t> August)</a:t>
            </a:r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8118EF5C-6672-442C-878E-20921BE5C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538047"/>
              </p:ext>
            </p:extLst>
          </p:nvPr>
        </p:nvGraphicFramePr>
        <p:xfrm>
          <a:off x="425473" y="643060"/>
          <a:ext cx="5071560" cy="13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1560">
                  <a:extLst>
                    <a:ext uri="{9D8B030D-6E8A-4147-A177-3AD203B41FA5}">
                      <a16:colId xmlns:a16="http://schemas.microsoft.com/office/drawing/2014/main" val="2576895169"/>
                    </a:ext>
                  </a:extLst>
                </a:gridCol>
              </a:tblGrid>
              <a:tr h="315229">
                <a:tc>
                  <a:txBody>
                    <a:bodyPr/>
                    <a:lstStyle/>
                    <a:p>
                      <a:r>
                        <a:rPr lang="en-GB" sz="1600" dirty="0"/>
                        <a:t>IT Design &amp; CDMS Risks</a:t>
                      </a: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43669"/>
                  </a:ext>
                </a:extLst>
              </a:tr>
              <a:tr h="972000">
                <a:tc>
                  <a:txBody>
                    <a:bodyPr/>
                    <a:lstStyle/>
                    <a:p>
                      <a:pPr marL="171450" indent="-171450" defTabSz="390997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GB" sz="1400" dirty="0">
                          <a:solidFill>
                            <a:schemeClr val="tx1"/>
                          </a:solidFill>
                          <a:cs typeface="Segoe UI"/>
                        </a:rPr>
                        <a:t>None</a:t>
                      </a: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13401"/>
                  </a:ext>
                </a:extLst>
              </a:tr>
            </a:tbl>
          </a:graphicData>
        </a:graphic>
      </p:graphicFrame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539B2274-A780-46B3-8E9E-A9512E78BB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954774"/>
              </p:ext>
            </p:extLst>
          </p:nvPr>
        </p:nvGraphicFramePr>
        <p:xfrm>
          <a:off x="5654321" y="643059"/>
          <a:ext cx="6253975" cy="3342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3975">
                  <a:extLst>
                    <a:ext uri="{9D8B030D-6E8A-4147-A177-3AD203B41FA5}">
                      <a16:colId xmlns:a16="http://schemas.microsoft.com/office/drawing/2014/main" val="2576895169"/>
                    </a:ext>
                  </a:extLst>
                </a:gridCol>
              </a:tblGrid>
              <a:tr h="350192">
                <a:tc>
                  <a:txBody>
                    <a:bodyPr/>
                    <a:lstStyle/>
                    <a:p>
                      <a:r>
                        <a:rPr lang="en-GB" sz="1600" dirty="0"/>
                        <a:t>IT Design &amp; CDMS Issues</a:t>
                      </a: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8343669"/>
                  </a:ext>
                </a:extLst>
              </a:tr>
              <a:tr h="2976629">
                <a:tc>
                  <a:txBody>
                    <a:bodyPr/>
                    <a:lstStyle/>
                    <a:p>
                      <a:pPr marL="171450" indent="-171450" defTabSz="390997"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GB" sz="1400" dirty="0">
                          <a:solidFill>
                            <a:srgbClr val="081839"/>
                          </a:solidFill>
                          <a:cs typeface="Segoe UI"/>
                        </a:rPr>
                        <a:t>None</a:t>
                      </a:r>
                      <a:endParaRPr lang="en-GB" sz="1400" dirty="0">
                        <a:solidFill>
                          <a:schemeClr val="tx1"/>
                        </a:solidFill>
                        <a:cs typeface="Segoe UI"/>
                      </a:endParaRPr>
                    </a:p>
                  </a:txBody>
                  <a:tcPr marL="121920" marR="121920" marT="60960" marB="6096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1340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57AB8E-F771-4432-AFE5-854E9C5F1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A074-71B0-1C47-A455-7677837C124E}" type="slidenum">
              <a:rPr lang="it-IT" smtClean="0">
                <a:solidFill>
                  <a:srgbClr val="BD2027"/>
                </a:solidFill>
              </a:rPr>
              <a:pPr/>
              <a:t>4</a:t>
            </a:fld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288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AA07183D-3F48-473D-9F49-41610B10F1A0}"/>
              </a:ext>
            </a:extLst>
          </p:cNvPr>
          <p:cNvCxnSpPr>
            <a:cxnSpLocks/>
          </p:cNvCxnSpPr>
          <p:nvPr/>
        </p:nvCxnSpPr>
        <p:spPr>
          <a:xfrm flipH="1">
            <a:off x="9505561" y="910437"/>
            <a:ext cx="3" cy="5042083"/>
          </a:xfrm>
          <a:prstGeom prst="line">
            <a:avLst/>
          </a:prstGeom>
          <a:ln w="952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7EE1FF20-5DA2-40B9-BE58-206E1EB5AC13}"/>
              </a:ext>
            </a:extLst>
          </p:cNvPr>
          <p:cNvCxnSpPr>
            <a:cxnSpLocks/>
          </p:cNvCxnSpPr>
          <p:nvPr/>
        </p:nvCxnSpPr>
        <p:spPr>
          <a:xfrm>
            <a:off x="5977699" y="874331"/>
            <a:ext cx="0" cy="49782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A4664033-5FEE-400D-BA51-20B29FD9CF81}"/>
              </a:ext>
            </a:extLst>
          </p:cNvPr>
          <p:cNvCxnSpPr>
            <a:cxnSpLocks/>
          </p:cNvCxnSpPr>
          <p:nvPr/>
        </p:nvCxnSpPr>
        <p:spPr>
          <a:xfrm>
            <a:off x="4436083" y="874331"/>
            <a:ext cx="0" cy="499414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4FD68FB6-1596-4023-9761-EB62FE2F776B}"/>
              </a:ext>
            </a:extLst>
          </p:cNvPr>
          <p:cNvCxnSpPr>
            <a:cxnSpLocks/>
          </p:cNvCxnSpPr>
          <p:nvPr/>
        </p:nvCxnSpPr>
        <p:spPr>
          <a:xfrm>
            <a:off x="7516024" y="874331"/>
            <a:ext cx="30408" cy="499414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0B612189-3AF8-4A22-961B-E1570AC948F6}"/>
              </a:ext>
            </a:extLst>
          </p:cNvPr>
          <p:cNvCxnSpPr>
            <a:cxnSpLocks/>
          </p:cNvCxnSpPr>
          <p:nvPr/>
        </p:nvCxnSpPr>
        <p:spPr>
          <a:xfrm>
            <a:off x="9042947" y="874331"/>
            <a:ext cx="0" cy="497829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57CA92A1-149F-4E33-AAF7-D9246BEDAF99}"/>
              </a:ext>
            </a:extLst>
          </p:cNvPr>
          <p:cNvCxnSpPr>
            <a:cxnSpLocks/>
          </p:cNvCxnSpPr>
          <p:nvPr/>
        </p:nvCxnSpPr>
        <p:spPr>
          <a:xfrm>
            <a:off x="10541893" y="874331"/>
            <a:ext cx="0" cy="419400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Connettore 1 106">
            <a:extLst>
              <a:ext uri="{FF2B5EF4-FFF2-40B4-BE49-F238E27FC236}">
                <a16:creationId xmlns:a16="http://schemas.microsoft.com/office/drawing/2014/main" id="{04B373A9-D117-4362-A97A-1B855B422941}"/>
              </a:ext>
            </a:extLst>
          </p:cNvPr>
          <p:cNvCxnSpPr>
            <a:cxnSpLocks/>
          </p:cNvCxnSpPr>
          <p:nvPr/>
        </p:nvCxnSpPr>
        <p:spPr bwMode="auto">
          <a:xfrm>
            <a:off x="253139" y="1375051"/>
            <a:ext cx="118116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8B3B23B8-5471-4A0F-9839-352CEA061E95}"/>
              </a:ext>
            </a:extLst>
          </p:cNvPr>
          <p:cNvGrpSpPr/>
          <p:nvPr/>
        </p:nvGrpSpPr>
        <p:grpSpPr>
          <a:xfrm>
            <a:off x="4492855" y="899021"/>
            <a:ext cx="1440008" cy="395555"/>
            <a:chOff x="1661634" y="740114"/>
            <a:chExt cx="1048212" cy="395555"/>
          </a:xfrm>
        </p:grpSpPr>
        <p:sp>
          <p:nvSpPr>
            <p:cNvPr id="221" name="Rectangle: Rounded Corners 220">
              <a:extLst>
                <a:ext uri="{FF2B5EF4-FFF2-40B4-BE49-F238E27FC236}">
                  <a16:creationId xmlns:a16="http://schemas.microsoft.com/office/drawing/2014/main" id="{AFC6A717-74BF-4276-A91B-D06F0E12F7D2}"/>
                </a:ext>
              </a:extLst>
            </p:cNvPr>
            <p:cNvSpPr/>
            <p:nvPr/>
          </p:nvSpPr>
          <p:spPr>
            <a:xfrm>
              <a:off x="1661640" y="740114"/>
              <a:ext cx="1048206" cy="212651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 defTabSz="914377">
                <a:defRPr/>
              </a:pPr>
              <a:r>
                <a:rPr lang="it-IT" sz="651" b="1">
                  <a:solidFill>
                    <a:prstClr val="white"/>
                  </a:solidFill>
                  <a:latin typeface="Arial Regular"/>
                  <a:cs typeface="Arial"/>
                </a:rPr>
                <a:t>MAY 22</a:t>
              </a:r>
              <a:endParaRPr lang="it-IT" sz="651">
                <a:solidFill>
                  <a:prstClr val="white"/>
                </a:solidFill>
                <a:latin typeface="Arial Regular"/>
              </a:endParaRPr>
            </a:p>
          </p:txBody>
        </p:sp>
        <p:sp>
          <p:nvSpPr>
            <p:cNvPr id="222" name="Rectangle: Rounded Corners 221">
              <a:extLst>
                <a:ext uri="{FF2B5EF4-FFF2-40B4-BE49-F238E27FC236}">
                  <a16:creationId xmlns:a16="http://schemas.microsoft.com/office/drawing/2014/main" id="{A925E2FC-4A30-4BD4-96F9-C1BC4AF1F15B}"/>
                </a:ext>
              </a:extLst>
            </p:cNvPr>
            <p:cNvSpPr/>
            <p:nvPr/>
          </p:nvSpPr>
          <p:spPr>
            <a:xfrm>
              <a:off x="1661634" y="969132"/>
              <a:ext cx="198000" cy="166534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02-06</a:t>
              </a:r>
            </a:p>
          </p:txBody>
        </p:sp>
        <p:sp>
          <p:nvSpPr>
            <p:cNvPr id="223" name="Rectangle: Rounded Corners 222">
              <a:extLst>
                <a:ext uri="{FF2B5EF4-FFF2-40B4-BE49-F238E27FC236}">
                  <a16:creationId xmlns:a16="http://schemas.microsoft.com/office/drawing/2014/main" id="{96D27127-A47F-417E-A5E7-22F54CD561B1}"/>
                </a:ext>
              </a:extLst>
            </p:cNvPr>
            <p:cNvSpPr/>
            <p:nvPr/>
          </p:nvSpPr>
          <p:spPr>
            <a:xfrm>
              <a:off x="1874191" y="969133"/>
              <a:ext cx="198000" cy="16653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09-13</a:t>
              </a:r>
            </a:p>
          </p:txBody>
        </p:sp>
        <p:sp>
          <p:nvSpPr>
            <p:cNvPr id="224" name="Rectangle: Rounded Corners 223">
              <a:extLst>
                <a:ext uri="{FF2B5EF4-FFF2-40B4-BE49-F238E27FC236}">
                  <a16:creationId xmlns:a16="http://schemas.microsoft.com/office/drawing/2014/main" id="{05247495-8971-4038-8618-0B89B2C7BE9A}"/>
                </a:ext>
              </a:extLst>
            </p:cNvPr>
            <p:cNvSpPr/>
            <p:nvPr/>
          </p:nvSpPr>
          <p:spPr>
            <a:xfrm>
              <a:off x="2086742" y="969133"/>
              <a:ext cx="198000" cy="16653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16-20</a:t>
              </a:r>
            </a:p>
          </p:txBody>
        </p:sp>
        <p:sp>
          <p:nvSpPr>
            <p:cNvPr id="225" name="Rectangle: Rounded Corners 224">
              <a:extLst>
                <a:ext uri="{FF2B5EF4-FFF2-40B4-BE49-F238E27FC236}">
                  <a16:creationId xmlns:a16="http://schemas.microsoft.com/office/drawing/2014/main" id="{C666FC6C-61E9-424B-8D13-9E30683CD85F}"/>
                </a:ext>
              </a:extLst>
            </p:cNvPr>
            <p:cNvSpPr/>
            <p:nvPr/>
          </p:nvSpPr>
          <p:spPr>
            <a:xfrm>
              <a:off x="2299292" y="969134"/>
              <a:ext cx="198000" cy="16653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23-27</a:t>
              </a:r>
            </a:p>
          </p:txBody>
        </p:sp>
        <p:sp>
          <p:nvSpPr>
            <p:cNvPr id="226" name="Rectangle: Rounded Corners 225">
              <a:extLst>
                <a:ext uri="{FF2B5EF4-FFF2-40B4-BE49-F238E27FC236}">
                  <a16:creationId xmlns:a16="http://schemas.microsoft.com/office/drawing/2014/main" id="{E4B28FAB-17B6-4E53-A3F3-D6CFBC886109}"/>
                </a:ext>
              </a:extLst>
            </p:cNvPr>
            <p:cNvSpPr/>
            <p:nvPr/>
          </p:nvSpPr>
          <p:spPr>
            <a:xfrm>
              <a:off x="2511836" y="969133"/>
              <a:ext cx="198000" cy="16653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30-03</a:t>
              </a:r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165A02CE-8F20-4DBE-8C83-13E7C65F3B05}"/>
              </a:ext>
            </a:extLst>
          </p:cNvPr>
          <p:cNvGrpSpPr/>
          <p:nvPr/>
        </p:nvGrpSpPr>
        <p:grpSpPr>
          <a:xfrm>
            <a:off x="7570275" y="899023"/>
            <a:ext cx="1440000" cy="395552"/>
            <a:chOff x="6158867" y="1183206"/>
            <a:chExt cx="835652" cy="395552"/>
          </a:xfrm>
        </p:grpSpPr>
        <p:sp>
          <p:nvSpPr>
            <p:cNvPr id="228" name="Rectangle: Rounded Corners 227">
              <a:extLst>
                <a:ext uri="{FF2B5EF4-FFF2-40B4-BE49-F238E27FC236}">
                  <a16:creationId xmlns:a16="http://schemas.microsoft.com/office/drawing/2014/main" id="{8D867804-ECBE-404C-8D93-A309877BF190}"/>
                </a:ext>
              </a:extLst>
            </p:cNvPr>
            <p:cNvSpPr/>
            <p:nvPr/>
          </p:nvSpPr>
          <p:spPr>
            <a:xfrm>
              <a:off x="6158867" y="1183206"/>
              <a:ext cx="835652" cy="212651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 defTabSz="914377">
                <a:defRPr/>
              </a:pPr>
              <a:r>
                <a:rPr lang="it-IT" sz="651" b="1">
                  <a:solidFill>
                    <a:prstClr val="white"/>
                  </a:solidFill>
                  <a:latin typeface="Arial Regular"/>
                  <a:cs typeface="Arial"/>
                </a:rPr>
                <a:t>JULY 22</a:t>
              </a:r>
              <a:endParaRPr lang="it-IT" sz="651">
                <a:solidFill>
                  <a:prstClr val="white"/>
                </a:solidFill>
                <a:latin typeface="Arial Regular"/>
              </a:endParaRPr>
            </a:p>
          </p:txBody>
        </p:sp>
        <p:sp>
          <p:nvSpPr>
            <p:cNvPr id="229" name="Rectangle: Rounded Corners 228">
              <a:extLst>
                <a:ext uri="{FF2B5EF4-FFF2-40B4-BE49-F238E27FC236}">
                  <a16:creationId xmlns:a16="http://schemas.microsoft.com/office/drawing/2014/main" id="{01E88671-08B5-4C40-8D94-C699F717B31A}"/>
                </a:ext>
              </a:extLst>
            </p:cNvPr>
            <p:cNvSpPr/>
            <p:nvPr/>
          </p:nvSpPr>
          <p:spPr>
            <a:xfrm>
              <a:off x="6158867" y="1412224"/>
              <a:ext cx="198000" cy="166534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04-08</a:t>
              </a:r>
            </a:p>
          </p:txBody>
        </p:sp>
        <p:sp>
          <p:nvSpPr>
            <p:cNvPr id="230" name="Rectangle: Rounded Corners 229">
              <a:extLst>
                <a:ext uri="{FF2B5EF4-FFF2-40B4-BE49-F238E27FC236}">
                  <a16:creationId xmlns:a16="http://schemas.microsoft.com/office/drawing/2014/main" id="{497C554F-45CD-4ED9-8045-8F8C44641E9E}"/>
                </a:ext>
              </a:extLst>
            </p:cNvPr>
            <p:cNvSpPr/>
            <p:nvPr/>
          </p:nvSpPr>
          <p:spPr>
            <a:xfrm>
              <a:off x="6371418" y="1412224"/>
              <a:ext cx="198000" cy="166534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11-15</a:t>
              </a:r>
            </a:p>
          </p:txBody>
        </p:sp>
        <p:sp>
          <p:nvSpPr>
            <p:cNvPr id="231" name="Rectangle: Rounded Corners 230">
              <a:extLst>
                <a:ext uri="{FF2B5EF4-FFF2-40B4-BE49-F238E27FC236}">
                  <a16:creationId xmlns:a16="http://schemas.microsoft.com/office/drawing/2014/main" id="{A0836DA1-B082-41DF-B1FD-EBE733A83BF7}"/>
                </a:ext>
              </a:extLst>
            </p:cNvPr>
            <p:cNvSpPr/>
            <p:nvPr/>
          </p:nvSpPr>
          <p:spPr>
            <a:xfrm>
              <a:off x="6583969" y="1412224"/>
              <a:ext cx="198000" cy="166534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18-22</a:t>
              </a:r>
            </a:p>
          </p:txBody>
        </p:sp>
        <p:sp>
          <p:nvSpPr>
            <p:cNvPr id="232" name="Rectangle: Rounded Corners 231">
              <a:extLst>
                <a:ext uri="{FF2B5EF4-FFF2-40B4-BE49-F238E27FC236}">
                  <a16:creationId xmlns:a16="http://schemas.microsoft.com/office/drawing/2014/main" id="{4B8C8C85-545E-4B2B-977F-9475C7F875DD}"/>
                </a:ext>
              </a:extLst>
            </p:cNvPr>
            <p:cNvSpPr/>
            <p:nvPr/>
          </p:nvSpPr>
          <p:spPr>
            <a:xfrm>
              <a:off x="6796519" y="1412224"/>
              <a:ext cx="198000" cy="166534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25-29</a:t>
              </a:r>
            </a:p>
          </p:txBody>
        </p:sp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8ACF02F5-24DC-4B1C-81D3-3BE03BC97E9E}"/>
              </a:ext>
            </a:extLst>
          </p:cNvPr>
          <p:cNvGrpSpPr/>
          <p:nvPr/>
        </p:nvGrpSpPr>
        <p:grpSpPr>
          <a:xfrm>
            <a:off x="10579298" y="899021"/>
            <a:ext cx="1440001" cy="395555"/>
            <a:chOff x="748330" y="740114"/>
            <a:chExt cx="835654" cy="395555"/>
          </a:xfrm>
        </p:grpSpPr>
        <p:sp>
          <p:nvSpPr>
            <p:cNvPr id="234" name="Rectangle: Rounded Corners 233">
              <a:extLst>
                <a:ext uri="{FF2B5EF4-FFF2-40B4-BE49-F238E27FC236}">
                  <a16:creationId xmlns:a16="http://schemas.microsoft.com/office/drawing/2014/main" id="{4007E6FC-1158-4F89-B704-CB080D0ED14A}"/>
                </a:ext>
              </a:extLst>
            </p:cNvPr>
            <p:cNvSpPr/>
            <p:nvPr/>
          </p:nvSpPr>
          <p:spPr>
            <a:xfrm>
              <a:off x="748331" y="740114"/>
              <a:ext cx="835653" cy="212651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 defTabSz="914377">
                <a:defRPr/>
              </a:pPr>
              <a:r>
                <a:rPr lang="it-IT" sz="651" b="1">
                  <a:solidFill>
                    <a:prstClr val="white"/>
                  </a:solidFill>
                  <a:latin typeface="Arial Regular"/>
                  <a:cs typeface="Arial"/>
                </a:rPr>
                <a:t>SEPTEMBER 22</a:t>
              </a:r>
              <a:endParaRPr lang="it-IT" sz="651">
                <a:solidFill>
                  <a:prstClr val="white"/>
                </a:solidFill>
                <a:latin typeface="Arial Regular"/>
              </a:endParaRPr>
            </a:p>
          </p:txBody>
        </p:sp>
        <p:sp>
          <p:nvSpPr>
            <p:cNvPr id="235" name="Rectangle: Rounded Corners 234">
              <a:extLst>
                <a:ext uri="{FF2B5EF4-FFF2-40B4-BE49-F238E27FC236}">
                  <a16:creationId xmlns:a16="http://schemas.microsoft.com/office/drawing/2014/main" id="{011E84A6-043F-4220-A0E4-7F7DFDE7D1BB}"/>
                </a:ext>
              </a:extLst>
            </p:cNvPr>
            <p:cNvSpPr/>
            <p:nvPr/>
          </p:nvSpPr>
          <p:spPr>
            <a:xfrm>
              <a:off x="748330" y="969133"/>
              <a:ext cx="198000" cy="16653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05-09</a:t>
              </a:r>
            </a:p>
          </p:txBody>
        </p:sp>
        <p:sp>
          <p:nvSpPr>
            <p:cNvPr id="236" name="Rectangle: Rounded Corners 235">
              <a:extLst>
                <a:ext uri="{FF2B5EF4-FFF2-40B4-BE49-F238E27FC236}">
                  <a16:creationId xmlns:a16="http://schemas.microsoft.com/office/drawing/2014/main" id="{F9E90EC8-3DD0-4E6F-A7E9-6CED39F1E4D2}"/>
                </a:ext>
              </a:extLst>
            </p:cNvPr>
            <p:cNvSpPr/>
            <p:nvPr/>
          </p:nvSpPr>
          <p:spPr>
            <a:xfrm>
              <a:off x="960881" y="969133"/>
              <a:ext cx="198000" cy="16653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12-16</a:t>
              </a:r>
            </a:p>
          </p:txBody>
        </p:sp>
        <p:sp>
          <p:nvSpPr>
            <p:cNvPr id="237" name="Rectangle: Rounded Corners 236">
              <a:extLst>
                <a:ext uri="{FF2B5EF4-FFF2-40B4-BE49-F238E27FC236}">
                  <a16:creationId xmlns:a16="http://schemas.microsoft.com/office/drawing/2014/main" id="{D5DEC36D-04E2-49A5-8C86-341FD8E842D4}"/>
                </a:ext>
              </a:extLst>
            </p:cNvPr>
            <p:cNvSpPr/>
            <p:nvPr/>
          </p:nvSpPr>
          <p:spPr>
            <a:xfrm>
              <a:off x="1173431" y="969134"/>
              <a:ext cx="198000" cy="16653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19-23</a:t>
              </a:r>
            </a:p>
          </p:txBody>
        </p:sp>
        <p:sp>
          <p:nvSpPr>
            <p:cNvPr id="238" name="Rectangle: Rounded Corners 237">
              <a:extLst>
                <a:ext uri="{FF2B5EF4-FFF2-40B4-BE49-F238E27FC236}">
                  <a16:creationId xmlns:a16="http://schemas.microsoft.com/office/drawing/2014/main" id="{ECBC7D9C-1FAE-4D0E-8AD0-C966A413DF4D}"/>
                </a:ext>
              </a:extLst>
            </p:cNvPr>
            <p:cNvSpPr/>
            <p:nvPr/>
          </p:nvSpPr>
          <p:spPr>
            <a:xfrm>
              <a:off x="1385981" y="969133"/>
              <a:ext cx="198000" cy="166535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26-30</a:t>
              </a:r>
            </a:p>
          </p:txBody>
        </p:sp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96AF8AFC-5F21-4967-960E-EBFAF6DF9CB3}"/>
              </a:ext>
            </a:extLst>
          </p:cNvPr>
          <p:cNvGrpSpPr/>
          <p:nvPr/>
        </p:nvGrpSpPr>
        <p:grpSpPr>
          <a:xfrm>
            <a:off x="6034311" y="899023"/>
            <a:ext cx="1440000" cy="395552"/>
            <a:chOff x="748329" y="740114"/>
            <a:chExt cx="835652" cy="395552"/>
          </a:xfrm>
        </p:grpSpPr>
        <p:sp>
          <p:nvSpPr>
            <p:cNvPr id="240" name="Rectangle: Rounded Corners 239">
              <a:extLst>
                <a:ext uri="{FF2B5EF4-FFF2-40B4-BE49-F238E27FC236}">
                  <a16:creationId xmlns:a16="http://schemas.microsoft.com/office/drawing/2014/main" id="{98F806E2-91A7-4288-BD15-0713A83B5C62}"/>
                </a:ext>
              </a:extLst>
            </p:cNvPr>
            <p:cNvSpPr/>
            <p:nvPr/>
          </p:nvSpPr>
          <p:spPr>
            <a:xfrm>
              <a:off x="748329" y="740114"/>
              <a:ext cx="835652" cy="212651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 defTabSz="914377">
                <a:defRPr/>
              </a:pPr>
              <a:r>
                <a:rPr lang="it-IT" sz="651" b="1">
                  <a:solidFill>
                    <a:prstClr val="white"/>
                  </a:solidFill>
                  <a:latin typeface="Arial Regular"/>
                  <a:cs typeface="Arial"/>
                </a:rPr>
                <a:t>JUNE 22</a:t>
              </a:r>
              <a:endParaRPr lang="it-IT" sz="651">
                <a:solidFill>
                  <a:prstClr val="white"/>
                </a:solidFill>
                <a:latin typeface="Arial Regular"/>
              </a:endParaRPr>
            </a:p>
          </p:txBody>
        </p:sp>
        <p:sp>
          <p:nvSpPr>
            <p:cNvPr id="241" name="Rectangle: Rounded Corners 240">
              <a:extLst>
                <a:ext uri="{FF2B5EF4-FFF2-40B4-BE49-F238E27FC236}">
                  <a16:creationId xmlns:a16="http://schemas.microsoft.com/office/drawing/2014/main" id="{DE33710A-4BB3-4942-89B7-F73C49362DD9}"/>
                </a:ext>
              </a:extLst>
            </p:cNvPr>
            <p:cNvSpPr/>
            <p:nvPr/>
          </p:nvSpPr>
          <p:spPr>
            <a:xfrm>
              <a:off x="748329" y="969132"/>
              <a:ext cx="198000" cy="166534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06-10</a:t>
              </a:r>
            </a:p>
          </p:txBody>
        </p:sp>
        <p:sp>
          <p:nvSpPr>
            <p:cNvPr id="242" name="Rectangle: Rounded Corners 241">
              <a:extLst>
                <a:ext uri="{FF2B5EF4-FFF2-40B4-BE49-F238E27FC236}">
                  <a16:creationId xmlns:a16="http://schemas.microsoft.com/office/drawing/2014/main" id="{D69C67AD-17C3-4C64-842B-B2E328DA8D53}"/>
                </a:ext>
              </a:extLst>
            </p:cNvPr>
            <p:cNvSpPr/>
            <p:nvPr/>
          </p:nvSpPr>
          <p:spPr>
            <a:xfrm>
              <a:off x="960880" y="969132"/>
              <a:ext cx="198000" cy="166534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13-17</a:t>
              </a:r>
            </a:p>
          </p:txBody>
        </p:sp>
        <p:sp>
          <p:nvSpPr>
            <p:cNvPr id="243" name="Rectangle: Rounded Corners 242">
              <a:extLst>
                <a:ext uri="{FF2B5EF4-FFF2-40B4-BE49-F238E27FC236}">
                  <a16:creationId xmlns:a16="http://schemas.microsoft.com/office/drawing/2014/main" id="{13DF3EDA-FC77-4BAA-9B0E-654225971CAD}"/>
                </a:ext>
              </a:extLst>
            </p:cNvPr>
            <p:cNvSpPr/>
            <p:nvPr/>
          </p:nvSpPr>
          <p:spPr>
            <a:xfrm>
              <a:off x="1173431" y="969132"/>
              <a:ext cx="198000" cy="166534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20-24</a:t>
              </a:r>
            </a:p>
          </p:txBody>
        </p:sp>
        <p:sp>
          <p:nvSpPr>
            <p:cNvPr id="244" name="Rectangle: Rounded Corners 243">
              <a:extLst>
                <a:ext uri="{FF2B5EF4-FFF2-40B4-BE49-F238E27FC236}">
                  <a16:creationId xmlns:a16="http://schemas.microsoft.com/office/drawing/2014/main" id="{68060045-A6E0-45E2-8684-F95C3CC0363B}"/>
                </a:ext>
              </a:extLst>
            </p:cNvPr>
            <p:cNvSpPr/>
            <p:nvPr/>
          </p:nvSpPr>
          <p:spPr>
            <a:xfrm>
              <a:off x="1385981" y="969132"/>
              <a:ext cx="198000" cy="166534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27-01</a:t>
              </a:r>
            </a:p>
          </p:txBody>
        </p:sp>
      </p:grp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9F9BF55B-3668-4822-A91E-D244B5320307}"/>
              </a:ext>
            </a:extLst>
          </p:cNvPr>
          <p:cNvGrpSpPr/>
          <p:nvPr/>
        </p:nvGrpSpPr>
        <p:grpSpPr>
          <a:xfrm>
            <a:off x="9074787" y="899023"/>
            <a:ext cx="1440000" cy="395552"/>
            <a:chOff x="1661634" y="740114"/>
            <a:chExt cx="1048202" cy="395552"/>
          </a:xfrm>
        </p:grpSpPr>
        <p:sp>
          <p:nvSpPr>
            <p:cNvPr id="246" name="Rectangle: Rounded Corners 245">
              <a:extLst>
                <a:ext uri="{FF2B5EF4-FFF2-40B4-BE49-F238E27FC236}">
                  <a16:creationId xmlns:a16="http://schemas.microsoft.com/office/drawing/2014/main" id="{89A70FF5-05AA-41A6-8B26-887F0FAF8A89}"/>
                </a:ext>
              </a:extLst>
            </p:cNvPr>
            <p:cNvSpPr/>
            <p:nvPr/>
          </p:nvSpPr>
          <p:spPr>
            <a:xfrm>
              <a:off x="1661634" y="740114"/>
              <a:ext cx="1048202" cy="212651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 defTabSz="914377">
                <a:defRPr/>
              </a:pPr>
              <a:r>
                <a:rPr lang="it-IT" sz="651" b="1">
                  <a:solidFill>
                    <a:prstClr val="white"/>
                  </a:solidFill>
                  <a:latin typeface="Arial Regular"/>
                  <a:cs typeface="Arial"/>
                </a:rPr>
                <a:t>AUGUST 22</a:t>
              </a:r>
              <a:endParaRPr lang="it-IT" sz="651">
                <a:solidFill>
                  <a:prstClr val="white"/>
                </a:solidFill>
                <a:latin typeface="Arial Regular"/>
              </a:endParaRPr>
            </a:p>
          </p:txBody>
        </p:sp>
        <p:sp>
          <p:nvSpPr>
            <p:cNvPr id="247" name="Rectangle: Rounded Corners 246">
              <a:extLst>
                <a:ext uri="{FF2B5EF4-FFF2-40B4-BE49-F238E27FC236}">
                  <a16:creationId xmlns:a16="http://schemas.microsoft.com/office/drawing/2014/main" id="{C4652CF6-8104-47BE-A330-215BBC6DA035}"/>
                </a:ext>
              </a:extLst>
            </p:cNvPr>
            <p:cNvSpPr/>
            <p:nvPr/>
          </p:nvSpPr>
          <p:spPr>
            <a:xfrm>
              <a:off x="1661634" y="969132"/>
              <a:ext cx="198000" cy="166534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01-05</a:t>
              </a:r>
            </a:p>
          </p:txBody>
        </p:sp>
        <p:sp>
          <p:nvSpPr>
            <p:cNvPr id="248" name="Rectangle: Rounded Corners 247">
              <a:extLst>
                <a:ext uri="{FF2B5EF4-FFF2-40B4-BE49-F238E27FC236}">
                  <a16:creationId xmlns:a16="http://schemas.microsoft.com/office/drawing/2014/main" id="{44C4868F-2B32-453B-A47E-05E7A6782FD4}"/>
                </a:ext>
              </a:extLst>
            </p:cNvPr>
            <p:cNvSpPr/>
            <p:nvPr/>
          </p:nvSpPr>
          <p:spPr>
            <a:xfrm>
              <a:off x="1874185" y="969132"/>
              <a:ext cx="198000" cy="166534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08-12</a:t>
              </a:r>
            </a:p>
          </p:txBody>
        </p:sp>
        <p:sp>
          <p:nvSpPr>
            <p:cNvPr id="249" name="Rectangle: Rounded Corners 248">
              <a:extLst>
                <a:ext uri="{FF2B5EF4-FFF2-40B4-BE49-F238E27FC236}">
                  <a16:creationId xmlns:a16="http://schemas.microsoft.com/office/drawing/2014/main" id="{2BA0E0DD-E533-4657-9035-24BA439536F6}"/>
                </a:ext>
              </a:extLst>
            </p:cNvPr>
            <p:cNvSpPr/>
            <p:nvPr/>
          </p:nvSpPr>
          <p:spPr>
            <a:xfrm>
              <a:off x="2086736" y="969132"/>
              <a:ext cx="198000" cy="166534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15-19</a:t>
              </a:r>
            </a:p>
          </p:txBody>
        </p:sp>
        <p:sp>
          <p:nvSpPr>
            <p:cNvPr id="250" name="Rectangle: Rounded Corners 249">
              <a:extLst>
                <a:ext uri="{FF2B5EF4-FFF2-40B4-BE49-F238E27FC236}">
                  <a16:creationId xmlns:a16="http://schemas.microsoft.com/office/drawing/2014/main" id="{BDFE1308-14BC-41DA-9D83-6893AA37A40A}"/>
                </a:ext>
              </a:extLst>
            </p:cNvPr>
            <p:cNvSpPr/>
            <p:nvPr/>
          </p:nvSpPr>
          <p:spPr>
            <a:xfrm>
              <a:off x="2299286" y="969132"/>
              <a:ext cx="198000" cy="166534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22-26</a:t>
              </a:r>
            </a:p>
          </p:txBody>
        </p:sp>
        <p:sp>
          <p:nvSpPr>
            <p:cNvPr id="251" name="Rectangle: Rounded Corners 250">
              <a:extLst>
                <a:ext uri="{FF2B5EF4-FFF2-40B4-BE49-F238E27FC236}">
                  <a16:creationId xmlns:a16="http://schemas.microsoft.com/office/drawing/2014/main" id="{C26462A4-ABEF-46CE-A119-0B2EC163D991}"/>
                </a:ext>
              </a:extLst>
            </p:cNvPr>
            <p:cNvSpPr/>
            <p:nvPr/>
          </p:nvSpPr>
          <p:spPr>
            <a:xfrm>
              <a:off x="2511836" y="969132"/>
              <a:ext cx="198000" cy="166534"/>
            </a:xfrm>
            <a:prstGeom prst="round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 defTabSz="914377">
                <a:defRPr/>
              </a:pPr>
              <a:r>
                <a:rPr lang="it-IT" sz="500">
                  <a:solidFill>
                    <a:srgbClr val="002E4F"/>
                  </a:solidFill>
                  <a:latin typeface="Arial Regular"/>
                </a:rPr>
                <a:t>29-02</a:t>
              </a:r>
            </a:p>
          </p:txBody>
        </p:sp>
      </p:grpSp>
      <p:cxnSp>
        <p:nvCxnSpPr>
          <p:cNvPr id="252" name="Connettore 1 106">
            <a:extLst>
              <a:ext uri="{FF2B5EF4-FFF2-40B4-BE49-F238E27FC236}">
                <a16:creationId xmlns:a16="http://schemas.microsoft.com/office/drawing/2014/main" id="{A17D466A-6A5C-472D-A0EA-136455ACD285}"/>
              </a:ext>
            </a:extLst>
          </p:cNvPr>
          <p:cNvCxnSpPr>
            <a:cxnSpLocks/>
          </p:cNvCxnSpPr>
          <p:nvPr/>
        </p:nvCxnSpPr>
        <p:spPr bwMode="auto">
          <a:xfrm>
            <a:off x="244031" y="1734741"/>
            <a:ext cx="11810435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53" name="Connettore 1 106">
            <a:extLst>
              <a:ext uri="{FF2B5EF4-FFF2-40B4-BE49-F238E27FC236}">
                <a16:creationId xmlns:a16="http://schemas.microsoft.com/office/drawing/2014/main" id="{6DC3E82F-E7E1-4D60-8013-81A92A5B46ED}"/>
              </a:ext>
            </a:extLst>
          </p:cNvPr>
          <p:cNvCxnSpPr>
            <a:cxnSpLocks/>
          </p:cNvCxnSpPr>
          <p:nvPr/>
        </p:nvCxnSpPr>
        <p:spPr bwMode="auto">
          <a:xfrm>
            <a:off x="242865" y="2146529"/>
            <a:ext cx="118116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54" name="Connettore 1 106">
            <a:extLst>
              <a:ext uri="{FF2B5EF4-FFF2-40B4-BE49-F238E27FC236}">
                <a16:creationId xmlns:a16="http://schemas.microsoft.com/office/drawing/2014/main" id="{BF55136D-15D8-4CD6-AA6D-1BB616B4BBA4}"/>
              </a:ext>
            </a:extLst>
          </p:cNvPr>
          <p:cNvCxnSpPr>
            <a:cxnSpLocks/>
          </p:cNvCxnSpPr>
          <p:nvPr/>
        </p:nvCxnSpPr>
        <p:spPr bwMode="auto">
          <a:xfrm>
            <a:off x="242865" y="2558317"/>
            <a:ext cx="118116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55" name="Connettore 1 106">
            <a:extLst>
              <a:ext uri="{FF2B5EF4-FFF2-40B4-BE49-F238E27FC236}">
                <a16:creationId xmlns:a16="http://schemas.microsoft.com/office/drawing/2014/main" id="{E681FEE6-5FF1-4666-B475-F78153EE0F99}"/>
              </a:ext>
            </a:extLst>
          </p:cNvPr>
          <p:cNvCxnSpPr>
            <a:cxnSpLocks/>
          </p:cNvCxnSpPr>
          <p:nvPr/>
        </p:nvCxnSpPr>
        <p:spPr bwMode="auto">
          <a:xfrm>
            <a:off x="242865" y="2970105"/>
            <a:ext cx="118116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56" name="Connettore 1 106">
            <a:extLst>
              <a:ext uri="{FF2B5EF4-FFF2-40B4-BE49-F238E27FC236}">
                <a16:creationId xmlns:a16="http://schemas.microsoft.com/office/drawing/2014/main" id="{C42BE542-724D-4F55-9742-39EA96030A6A}"/>
              </a:ext>
            </a:extLst>
          </p:cNvPr>
          <p:cNvCxnSpPr>
            <a:cxnSpLocks/>
          </p:cNvCxnSpPr>
          <p:nvPr/>
        </p:nvCxnSpPr>
        <p:spPr bwMode="auto">
          <a:xfrm>
            <a:off x="242865" y="3381893"/>
            <a:ext cx="118116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57" name="Connettore 1 106">
            <a:extLst>
              <a:ext uri="{FF2B5EF4-FFF2-40B4-BE49-F238E27FC236}">
                <a16:creationId xmlns:a16="http://schemas.microsoft.com/office/drawing/2014/main" id="{FC298D76-4C74-49BA-A59D-D7A8263E3CF9}"/>
              </a:ext>
            </a:extLst>
          </p:cNvPr>
          <p:cNvCxnSpPr>
            <a:cxnSpLocks/>
          </p:cNvCxnSpPr>
          <p:nvPr/>
        </p:nvCxnSpPr>
        <p:spPr bwMode="auto">
          <a:xfrm>
            <a:off x="242865" y="3793681"/>
            <a:ext cx="118116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58" name="Connettore 1 106">
            <a:extLst>
              <a:ext uri="{FF2B5EF4-FFF2-40B4-BE49-F238E27FC236}">
                <a16:creationId xmlns:a16="http://schemas.microsoft.com/office/drawing/2014/main" id="{BCFCE739-ADD2-41A1-91B1-4FAC83A2464A}"/>
              </a:ext>
            </a:extLst>
          </p:cNvPr>
          <p:cNvCxnSpPr>
            <a:cxnSpLocks/>
          </p:cNvCxnSpPr>
          <p:nvPr/>
        </p:nvCxnSpPr>
        <p:spPr bwMode="auto">
          <a:xfrm>
            <a:off x="242865" y="4205470"/>
            <a:ext cx="11811600" cy="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36D3F8FC-9014-42E6-B902-59DC6DADDDED}"/>
              </a:ext>
            </a:extLst>
          </p:cNvPr>
          <p:cNvCxnSpPr>
            <a:cxnSpLocks/>
          </p:cNvCxnSpPr>
          <p:nvPr/>
        </p:nvCxnSpPr>
        <p:spPr>
          <a:xfrm flipH="1">
            <a:off x="11999614" y="880815"/>
            <a:ext cx="27977" cy="498765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Connettore 1 106">
            <a:extLst>
              <a:ext uri="{FF2B5EF4-FFF2-40B4-BE49-F238E27FC236}">
                <a16:creationId xmlns:a16="http://schemas.microsoft.com/office/drawing/2014/main" id="{36ABAE29-A506-42E9-82A6-0CFEF1750D03}"/>
              </a:ext>
            </a:extLst>
          </p:cNvPr>
          <p:cNvCxnSpPr>
            <a:cxnSpLocks/>
          </p:cNvCxnSpPr>
          <p:nvPr/>
        </p:nvCxnSpPr>
        <p:spPr bwMode="auto">
          <a:xfrm>
            <a:off x="242865" y="4617260"/>
            <a:ext cx="11811600" cy="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61" name="TextBox 260">
            <a:extLst>
              <a:ext uri="{FF2B5EF4-FFF2-40B4-BE49-F238E27FC236}">
                <a16:creationId xmlns:a16="http://schemas.microsoft.com/office/drawing/2014/main" id="{333499DA-904B-49F5-836C-6BB67DB778BF}"/>
              </a:ext>
            </a:extLst>
          </p:cNvPr>
          <p:cNvSpPr txBox="1"/>
          <p:nvPr/>
        </p:nvSpPr>
        <p:spPr>
          <a:xfrm>
            <a:off x="192386" y="1423534"/>
            <a:ext cx="32646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it-IT" sz="1200" b="1">
                <a:solidFill>
                  <a:srgbClr val="C00000"/>
                </a:solidFill>
                <a:latin typeface="Arial Regular"/>
              </a:rPr>
              <a:t>1</a:t>
            </a:r>
            <a:r>
              <a:rPr lang="it-IT" sz="1200" b="1">
                <a:solidFill>
                  <a:prstClr val="black"/>
                </a:solidFill>
                <a:latin typeface="Arial Regular"/>
              </a:rPr>
              <a:t> – PRE-SALES MANAGEMENT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D12E081-CB63-44D4-9BE0-BFFEF8FE9992}"/>
              </a:ext>
            </a:extLst>
          </p:cNvPr>
          <p:cNvSpPr txBox="1"/>
          <p:nvPr/>
        </p:nvSpPr>
        <p:spPr>
          <a:xfrm>
            <a:off x="192385" y="1829273"/>
            <a:ext cx="35009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it-IT" sz="1200" b="1">
                <a:solidFill>
                  <a:srgbClr val="C00000"/>
                </a:solidFill>
                <a:latin typeface="Arial Regular"/>
              </a:rPr>
              <a:t>2</a:t>
            </a:r>
            <a:r>
              <a:rPr lang="it-IT" sz="1200" b="1">
                <a:solidFill>
                  <a:prstClr val="black"/>
                </a:solidFill>
                <a:latin typeface="Arial Regular"/>
              </a:rPr>
              <a:t> – SUBMISSION MANAGEMENT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03737874-C0E2-4655-8B1D-5AE110F01FD0}"/>
              </a:ext>
            </a:extLst>
          </p:cNvPr>
          <p:cNvSpPr txBox="1"/>
          <p:nvPr/>
        </p:nvSpPr>
        <p:spPr>
          <a:xfrm>
            <a:off x="192386" y="2235012"/>
            <a:ext cx="4281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it-IT" sz="1200" b="1">
                <a:solidFill>
                  <a:srgbClr val="C00000"/>
                </a:solidFill>
                <a:latin typeface="Arial Regular"/>
              </a:rPr>
              <a:t>3</a:t>
            </a:r>
            <a:r>
              <a:rPr lang="it-IT" sz="1200" b="1">
                <a:solidFill>
                  <a:prstClr val="black"/>
                </a:solidFill>
                <a:latin typeface="Arial Regular"/>
              </a:rPr>
              <a:t> – SUBMISSION PRE-QUALIFICATION &amp; FEASIBILITY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8D67E3C3-C2CD-465C-B0ED-991065C541E6}"/>
              </a:ext>
            </a:extLst>
          </p:cNvPr>
          <p:cNvSpPr txBox="1"/>
          <p:nvPr/>
        </p:nvSpPr>
        <p:spPr>
          <a:xfrm>
            <a:off x="192386" y="2640750"/>
            <a:ext cx="4007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it-IT" sz="1200" b="1">
                <a:solidFill>
                  <a:srgbClr val="C00000"/>
                </a:solidFill>
                <a:latin typeface="Arial Regular"/>
              </a:rPr>
              <a:t>4</a:t>
            </a:r>
            <a:r>
              <a:rPr lang="it-IT" sz="1200" b="1">
                <a:solidFill>
                  <a:prstClr val="black"/>
                </a:solidFill>
                <a:latin typeface="Arial Regular"/>
              </a:rPr>
              <a:t> – UNDERWRITING PACKAGE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4A1B2756-899C-4A3A-97AA-F300B0FF86C6}"/>
              </a:ext>
            </a:extLst>
          </p:cNvPr>
          <p:cNvSpPr txBox="1"/>
          <p:nvPr/>
        </p:nvSpPr>
        <p:spPr>
          <a:xfrm>
            <a:off x="192386" y="3046489"/>
            <a:ext cx="4007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it-IT" sz="1200" b="1">
                <a:solidFill>
                  <a:srgbClr val="C00000"/>
                </a:solidFill>
                <a:latin typeface="Arial Regular"/>
              </a:rPr>
              <a:t>5</a:t>
            </a:r>
            <a:r>
              <a:rPr lang="it-IT" sz="1200" b="1">
                <a:solidFill>
                  <a:prstClr val="black"/>
                </a:solidFill>
                <a:latin typeface="Arial Regular"/>
              </a:rPr>
              <a:t> – PRICING &amp; RISK ASSESSMENT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E39A3C29-40D2-4230-91EE-012603789221}"/>
              </a:ext>
            </a:extLst>
          </p:cNvPr>
          <p:cNvSpPr txBox="1"/>
          <p:nvPr/>
        </p:nvSpPr>
        <p:spPr>
          <a:xfrm>
            <a:off x="192386" y="3452227"/>
            <a:ext cx="4007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it-IT" sz="1200" b="1">
                <a:solidFill>
                  <a:srgbClr val="C00000"/>
                </a:solidFill>
                <a:latin typeface="Arial Regular"/>
              </a:rPr>
              <a:t>6</a:t>
            </a:r>
            <a:r>
              <a:rPr lang="it-IT" sz="1200" b="1">
                <a:solidFill>
                  <a:prstClr val="black"/>
                </a:solidFill>
                <a:latin typeface="Arial Regular"/>
              </a:rPr>
              <a:t> – REINSURANCE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8C29A754-0A2A-4833-A8F8-3D94121F640B}"/>
              </a:ext>
            </a:extLst>
          </p:cNvPr>
          <p:cNvSpPr txBox="1"/>
          <p:nvPr/>
        </p:nvSpPr>
        <p:spPr>
          <a:xfrm>
            <a:off x="192386" y="3857966"/>
            <a:ext cx="4007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it-IT" sz="1200" b="1">
                <a:solidFill>
                  <a:srgbClr val="C00000"/>
                </a:solidFill>
                <a:latin typeface="Arial Regular"/>
              </a:rPr>
              <a:t>7</a:t>
            </a:r>
            <a:r>
              <a:rPr lang="it-IT" sz="1200" b="1">
                <a:solidFill>
                  <a:prstClr val="black"/>
                </a:solidFill>
                <a:latin typeface="Arial Regular"/>
              </a:rPr>
              <a:t> – QUOTING &amp; RISK BINDING</a:t>
            </a:r>
          </a:p>
        </p:txBody>
      </p:sp>
      <p:sp>
        <p:nvSpPr>
          <p:cNvPr id="268" name="Rectangle: Rounded Corners 267">
            <a:extLst>
              <a:ext uri="{FF2B5EF4-FFF2-40B4-BE49-F238E27FC236}">
                <a16:creationId xmlns:a16="http://schemas.microsoft.com/office/drawing/2014/main" id="{8BFCD69C-0E9E-4D15-87C5-87769A5431AD}"/>
              </a:ext>
            </a:extLst>
          </p:cNvPr>
          <p:cNvSpPr/>
          <p:nvPr/>
        </p:nvSpPr>
        <p:spPr bwMode="auto">
          <a:xfrm>
            <a:off x="348979" y="896962"/>
            <a:ext cx="3906261" cy="404151"/>
          </a:xfrm>
          <a:prstGeom prst="roundRect">
            <a:avLst/>
          </a:prstGeom>
          <a:solidFill>
            <a:srgbClr val="C00000"/>
          </a:solidFill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algn="ctr" defTabSz="914377">
              <a:defRPr/>
            </a:pPr>
            <a:r>
              <a:rPr lang="it-IT" sz="1200">
                <a:solidFill>
                  <a:prstClr val="white"/>
                </a:solidFill>
                <a:latin typeface="Arial Regular"/>
              </a:rPr>
              <a:t>WORKFLOW CONTENTS</a:t>
            </a:r>
          </a:p>
        </p:txBody>
      </p:sp>
      <p:sp>
        <p:nvSpPr>
          <p:cNvPr id="270" name="Rectangle: Rounded Corners 269">
            <a:extLst>
              <a:ext uri="{FF2B5EF4-FFF2-40B4-BE49-F238E27FC236}">
                <a16:creationId xmlns:a16="http://schemas.microsoft.com/office/drawing/2014/main" id="{63577AAF-D4A0-4C6D-9D60-2B89389C7863}"/>
              </a:ext>
            </a:extLst>
          </p:cNvPr>
          <p:cNvSpPr/>
          <p:nvPr/>
        </p:nvSpPr>
        <p:spPr bwMode="auto">
          <a:xfrm>
            <a:off x="6802876" y="1531015"/>
            <a:ext cx="304800" cy="144000"/>
          </a:xfrm>
          <a:prstGeom prst="roundRect">
            <a:avLst/>
          </a:prstGeom>
          <a:solidFill>
            <a:srgbClr val="00B050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>
              <a:defRPr/>
            </a:pPr>
            <a:endParaRPr lang="it-IT" sz="700">
              <a:solidFill>
                <a:prstClr val="black"/>
              </a:solidFill>
              <a:latin typeface="Ubuntu" panose="020B0504030602030204" pitchFamily="34" charset="0"/>
            </a:endParaRPr>
          </a:p>
        </p:txBody>
      </p:sp>
      <p:sp>
        <p:nvSpPr>
          <p:cNvPr id="272" name="Rectangle: Rounded Corners 271">
            <a:extLst>
              <a:ext uri="{FF2B5EF4-FFF2-40B4-BE49-F238E27FC236}">
                <a16:creationId xmlns:a16="http://schemas.microsoft.com/office/drawing/2014/main" id="{72CCC366-3408-4E81-A88C-3B4D2640BA63}"/>
              </a:ext>
            </a:extLst>
          </p:cNvPr>
          <p:cNvSpPr/>
          <p:nvPr/>
        </p:nvSpPr>
        <p:spPr bwMode="auto">
          <a:xfrm>
            <a:off x="7205635" y="1849597"/>
            <a:ext cx="304800" cy="144000"/>
          </a:xfrm>
          <a:prstGeom prst="roundRect">
            <a:avLst/>
          </a:prstGeom>
          <a:solidFill>
            <a:srgbClr val="00B050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>
              <a:defRPr/>
            </a:pPr>
            <a:endParaRPr lang="it-IT" sz="700">
              <a:solidFill>
                <a:prstClr val="black"/>
              </a:solidFill>
              <a:latin typeface="Ubuntu" panose="020B0504030602030204" pitchFamily="34" charset="0"/>
            </a:endParaRPr>
          </a:p>
        </p:txBody>
      </p:sp>
      <p:sp>
        <p:nvSpPr>
          <p:cNvPr id="274" name="Rectangle: Rounded Corners 273">
            <a:extLst>
              <a:ext uri="{FF2B5EF4-FFF2-40B4-BE49-F238E27FC236}">
                <a16:creationId xmlns:a16="http://schemas.microsoft.com/office/drawing/2014/main" id="{F8534E19-1FA8-476C-BFCE-4EA9B9AF2A2B}"/>
              </a:ext>
            </a:extLst>
          </p:cNvPr>
          <p:cNvSpPr/>
          <p:nvPr/>
        </p:nvSpPr>
        <p:spPr bwMode="auto">
          <a:xfrm>
            <a:off x="7571008" y="2263811"/>
            <a:ext cx="304800" cy="144000"/>
          </a:xfrm>
          <a:prstGeom prst="roundRect">
            <a:avLst/>
          </a:prstGeom>
          <a:solidFill>
            <a:srgbClr val="00B050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/>
            <a:endParaRPr lang="it-IT" sz="700">
              <a:solidFill>
                <a:prstClr val="black"/>
              </a:solidFill>
              <a:latin typeface="Ubuntu" panose="020B0504030602030204" pitchFamily="34" charset="0"/>
            </a:endParaRPr>
          </a:p>
        </p:txBody>
      </p:sp>
      <p:sp>
        <p:nvSpPr>
          <p:cNvPr id="276" name="Rectangle: Rounded Corners 275">
            <a:extLst>
              <a:ext uri="{FF2B5EF4-FFF2-40B4-BE49-F238E27FC236}">
                <a16:creationId xmlns:a16="http://schemas.microsoft.com/office/drawing/2014/main" id="{F798D5A7-F5C5-4756-8EC2-D1AEC0C9DD5E}"/>
              </a:ext>
            </a:extLst>
          </p:cNvPr>
          <p:cNvSpPr/>
          <p:nvPr/>
        </p:nvSpPr>
        <p:spPr bwMode="auto">
          <a:xfrm>
            <a:off x="7947280" y="2674625"/>
            <a:ext cx="304800" cy="144000"/>
          </a:xfrm>
          <a:prstGeom prst="roundRect">
            <a:avLst/>
          </a:prstGeom>
          <a:solidFill>
            <a:srgbClr val="00B050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/>
            <a:endParaRPr lang="it-IT" sz="700">
              <a:solidFill>
                <a:prstClr val="black"/>
              </a:solidFill>
              <a:latin typeface="Ubuntu" panose="020B0504030602030204" pitchFamily="34" charset="0"/>
            </a:endParaRPr>
          </a:p>
        </p:txBody>
      </p:sp>
      <p:sp>
        <p:nvSpPr>
          <p:cNvPr id="278" name="Rectangle: Rounded Corners 277">
            <a:extLst>
              <a:ext uri="{FF2B5EF4-FFF2-40B4-BE49-F238E27FC236}">
                <a16:creationId xmlns:a16="http://schemas.microsoft.com/office/drawing/2014/main" id="{9DBDD51B-5C7B-4C79-8F59-98CC3D63D9D6}"/>
              </a:ext>
            </a:extLst>
          </p:cNvPr>
          <p:cNvSpPr/>
          <p:nvPr/>
        </p:nvSpPr>
        <p:spPr bwMode="auto">
          <a:xfrm>
            <a:off x="9216848" y="3125495"/>
            <a:ext cx="304800" cy="144000"/>
          </a:xfrm>
          <a:prstGeom prst="roundRect">
            <a:avLst/>
          </a:prstGeom>
          <a:solidFill>
            <a:srgbClr val="00B050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/>
            <a:endParaRPr lang="it-IT" sz="700">
              <a:solidFill>
                <a:prstClr val="black"/>
              </a:solidFill>
              <a:latin typeface="Ubuntu" panose="020B0504030602030204" pitchFamily="34" charset="0"/>
            </a:endParaRPr>
          </a:p>
        </p:txBody>
      </p:sp>
      <p:sp>
        <p:nvSpPr>
          <p:cNvPr id="280" name="Rectangle: Rounded Corners 279">
            <a:extLst>
              <a:ext uri="{FF2B5EF4-FFF2-40B4-BE49-F238E27FC236}">
                <a16:creationId xmlns:a16="http://schemas.microsoft.com/office/drawing/2014/main" id="{FCAA5460-AFEE-4DB7-AA3D-560D137DA7A9}"/>
              </a:ext>
            </a:extLst>
          </p:cNvPr>
          <p:cNvSpPr/>
          <p:nvPr/>
        </p:nvSpPr>
        <p:spPr bwMode="auto">
          <a:xfrm>
            <a:off x="9666063" y="3554681"/>
            <a:ext cx="304800" cy="144000"/>
          </a:xfrm>
          <a:prstGeom prst="roundRect">
            <a:avLst/>
          </a:prstGeom>
          <a:solidFill>
            <a:srgbClr val="FFFF00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/>
            <a:endParaRPr lang="it-IT" sz="700">
              <a:solidFill>
                <a:prstClr val="black"/>
              </a:solidFill>
              <a:latin typeface="Ubuntu" panose="020B0504030602030204" pitchFamily="34" charset="0"/>
            </a:endParaRPr>
          </a:p>
        </p:txBody>
      </p:sp>
      <p:sp>
        <p:nvSpPr>
          <p:cNvPr id="282" name="Rectangle: Rounded Corners 281">
            <a:extLst>
              <a:ext uri="{FF2B5EF4-FFF2-40B4-BE49-F238E27FC236}">
                <a16:creationId xmlns:a16="http://schemas.microsoft.com/office/drawing/2014/main" id="{7EFEBB90-15FB-4F43-AAF4-D58F2C2F0202}"/>
              </a:ext>
            </a:extLst>
          </p:cNvPr>
          <p:cNvSpPr/>
          <p:nvPr/>
        </p:nvSpPr>
        <p:spPr bwMode="auto">
          <a:xfrm>
            <a:off x="9825494" y="3932645"/>
            <a:ext cx="304800" cy="144000"/>
          </a:xfrm>
          <a:prstGeom prst="roundRect">
            <a:avLst/>
          </a:prstGeom>
          <a:solidFill>
            <a:srgbClr val="FFFF00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/>
            <a:endParaRPr lang="it-IT" sz="700">
              <a:solidFill>
                <a:prstClr val="black"/>
              </a:solidFill>
              <a:latin typeface="Ubuntu" panose="020B0504030602030204" pitchFamily="34" charset="0"/>
            </a:endParaRPr>
          </a:p>
        </p:txBody>
      </p:sp>
      <p:sp>
        <p:nvSpPr>
          <p:cNvPr id="283" name="Rectangle: Rounded Corners 282">
            <a:extLst>
              <a:ext uri="{FF2B5EF4-FFF2-40B4-BE49-F238E27FC236}">
                <a16:creationId xmlns:a16="http://schemas.microsoft.com/office/drawing/2014/main" id="{74244003-097C-4C0D-B047-F0210E3EC551}"/>
              </a:ext>
            </a:extLst>
          </p:cNvPr>
          <p:cNvSpPr/>
          <p:nvPr/>
        </p:nvSpPr>
        <p:spPr bwMode="auto">
          <a:xfrm>
            <a:off x="8794826" y="5600237"/>
            <a:ext cx="551223" cy="144000"/>
          </a:xfrm>
          <a:prstGeom prst="roundRect">
            <a:avLst/>
          </a:prstGeom>
          <a:solidFill>
            <a:schemeClr val="tx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>
              <a:defRPr/>
            </a:pPr>
            <a:endParaRPr lang="it-IT" sz="700">
              <a:solidFill>
                <a:prstClr val="black"/>
              </a:solidFill>
              <a:latin typeface="Ubuntu" panose="020B0504030602030204" pitchFamily="34" charset="0"/>
            </a:endParaRP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438EEEA9-8029-40A5-B4E0-90AF49571E2A}"/>
              </a:ext>
            </a:extLst>
          </p:cNvPr>
          <p:cNvSpPr txBox="1"/>
          <p:nvPr/>
        </p:nvSpPr>
        <p:spPr>
          <a:xfrm>
            <a:off x="192386" y="5480916"/>
            <a:ext cx="4007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it-IT" sz="1200" b="1">
                <a:solidFill>
                  <a:prstClr val="black"/>
                </a:solidFill>
                <a:latin typeface="Arial Regular"/>
              </a:rPr>
              <a:t>PRIORITISATION &amp; PLAYBACK  END-TO-END</a:t>
            </a:r>
          </a:p>
        </p:txBody>
      </p:sp>
      <p:sp>
        <p:nvSpPr>
          <p:cNvPr id="286" name="Rectangle: Rounded Corners 285">
            <a:extLst>
              <a:ext uri="{FF2B5EF4-FFF2-40B4-BE49-F238E27FC236}">
                <a16:creationId xmlns:a16="http://schemas.microsoft.com/office/drawing/2014/main" id="{BA5BCAB5-1E7E-4685-86C4-FD670B77FD1D}"/>
              </a:ext>
            </a:extLst>
          </p:cNvPr>
          <p:cNvSpPr/>
          <p:nvPr/>
        </p:nvSpPr>
        <p:spPr bwMode="auto">
          <a:xfrm>
            <a:off x="192157" y="5988935"/>
            <a:ext cx="304800" cy="144000"/>
          </a:xfrm>
          <a:prstGeom prst="roundRect">
            <a:avLst/>
          </a:prstGeom>
          <a:solidFill>
            <a:srgbClr val="00B050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>
              <a:defRPr/>
            </a:pPr>
            <a:endParaRPr lang="it-IT" sz="700">
              <a:solidFill>
                <a:prstClr val="black"/>
              </a:solidFill>
              <a:latin typeface="Ubuntu" panose="020B0504030602030204" pitchFamily="34" charset="0"/>
            </a:endParaRPr>
          </a:p>
        </p:txBody>
      </p:sp>
      <p:sp>
        <p:nvSpPr>
          <p:cNvPr id="288" name="TextBox 287">
            <a:extLst>
              <a:ext uri="{FF2B5EF4-FFF2-40B4-BE49-F238E27FC236}">
                <a16:creationId xmlns:a16="http://schemas.microsoft.com/office/drawing/2014/main" id="{75EB1ACA-7837-4428-BCF2-563DEDD9FF79}"/>
              </a:ext>
            </a:extLst>
          </p:cNvPr>
          <p:cNvSpPr txBox="1"/>
          <p:nvPr/>
        </p:nvSpPr>
        <p:spPr>
          <a:xfrm>
            <a:off x="528681" y="5922436"/>
            <a:ext cx="35712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it-IT" sz="1000">
                <a:solidFill>
                  <a:prstClr val="black"/>
                </a:solidFill>
                <a:latin typeface="Arial Regular"/>
              </a:rPr>
              <a:t>IT Design Workshop Completed</a:t>
            </a:r>
          </a:p>
        </p:txBody>
      </p:sp>
      <p:sp>
        <p:nvSpPr>
          <p:cNvPr id="291" name="Rectangle: Rounded Corners 290">
            <a:extLst>
              <a:ext uri="{FF2B5EF4-FFF2-40B4-BE49-F238E27FC236}">
                <a16:creationId xmlns:a16="http://schemas.microsoft.com/office/drawing/2014/main" id="{BFAA0D84-3056-4504-8AB7-7D17C3D99A20}"/>
              </a:ext>
            </a:extLst>
          </p:cNvPr>
          <p:cNvSpPr/>
          <p:nvPr/>
        </p:nvSpPr>
        <p:spPr bwMode="auto">
          <a:xfrm>
            <a:off x="192157" y="6306513"/>
            <a:ext cx="304800" cy="144000"/>
          </a:xfrm>
          <a:prstGeom prst="roundRect">
            <a:avLst/>
          </a:prstGeom>
          <a:solidFill>
            <a:schemeClr val="tx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>
              <a:defRPr/>
            </a:pPr>
            <a:endParaRPr lang="it-IT" sz="700">
              <a:solidFill>
                <a:prstClr val="black"/>
              </a:solidFill>
              <a:latin typeface="Ubuntu" panose="020B0504030602030204" pitchFamily="34" charset="0"/>
            </a:endParaRPr>
          </a:p>
        </p:txBody>
      </p:sp>
      <p:sp>
        <p:nvSpPr>
          <p:cNvPr id="292" name="TextBox 291">
            <a:extLst>
              <a:ext uri="{FF2B5EF4-FFF2-40B4-BE49-F238E27FC236}">
                <a16:creationId xmlns:a16="http://schemas.microsoft.com/office/drawing/2014/main" id="{205D33E3-20F0-4978-AD0B-EDF3102168CC}"/>
              </a:ext>
            </a:extLst>
          </p:cNvPr>
          <p:cNvSpPr txBox="1"/>
          <p:nvPr/>
        </p:nvSpPr>
        <p:spPr>
          <a:xfrm>
            <a:off x="528681" y="6240014"/>
            <a:ext cx="24380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it-IT" sz="1000">
                <a:solidFill>
                  <a:prstClr val="black"/>
                </a:solidFill>
                <a:latin typeface="Arial Regular"/>
              </a:rPr>
              <a:t>IT Design Workshop To Do</a:t>
            </a:r>
          </a:p>
        </p:txBody>
      </p:sp>
      <p:sp>
        <p:nvSpPr>
          <p:cNvPr id="293" name="Isosceles Triangle 292">
            <a:extLst>
              <a:ext uri="{FF2B5EF4-FFF2-40B4-BE49-F238E27FC236}">
                <a16:creationId xmlns:a16="http://schemas.microsoft.com/office/drawing/2014/main" id="{B7E9DD9B-9010-43F8-9EB2-519237AB5C26}"/>
              </a:ext>
            </a:extLst>
          </p:cNvPr>
          <p:cNvSpPr/>
          <p:nvPr/>
        </p:nvSpPr>
        <p:spPr>
          <a:xfrm>
            <a:off x="9307090" y="5952520"/>
            <a:ext cx="385864" cy="331685"/>
          </a:xfrm>
          <a:prstGeom prst="triangle">
            <a:avLst/>
          </a:prstGeom>
          <a:solidFill>
            <a:schemeClr val="accent1">
              <a:tint val="100000"/>
              <a:shade val="100000"/>
              <a:satMod val="13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43">
              <a:defRPr/>
            </a:pPr>
            <a:endParaRPr lang="en-GB" sz="240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94" name="TextBox 293">
            <a:extLst>
              <a:ext uri="{FF2B5EF4-FFF2-40B4-BE49-F238E27FC236}">
                <a16:creationId xmlns:a16="http://schemas.microsoft.com/office/drawing/2014/main" id="{0E831A86-906A-4A8E-A488-34EF98633401}"/>
              </a:ext>
            </a:extLst>
          </p:cNvPr>
          <p:cNvSpPr txBox="1"/>
          <p:nvPr/>
        </p:nvSpPr>
        <p:spPr>
          <a:xfrm>
            <a:off x="8769809" y="6311736"/>
            <a:ext cx="137353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609543">
              <a:defRPr/>
            </a:pPr>
            <a:r>
              <a:rPr lang="en-GB" sz="1200" dirty="0"/>
              <a:t>Today</a:t>
            </a:r>
          </a:p>
        </p:txBody>
      </p:sp>
      <p:cxnSp>
        <p:nvCxnSpPr>
          <p:cNvPr id="295" name="Connettore 1 106">
            <a:extLst>
              <a:ext uri="{FF2B5EF4-FFF2-40B4-BE49-F238E27FC236}">
                <a16:creationId xmlns:a16="http://schemas.microsoft.com/office/drawing/2014/main" id="{D63DDED8-9D7A-46AC-BFA1-C916ADDB655E}"/>
              </a:ext>
            </a:extLst>
          </p:cNvPr>
          <p:cNvCxnSpPr>
            <a:cxnSpLocks/>
          </p:cNvCxnSpPr>
          <p:nvPr/>
        </p:nvCxnSpPr>
        <p:spPr bwMode="auto">
          <a:xfrm>
            <a:off x="242865" y="5029049"/>
            <a:ext cx="11811600" cy="1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96" name="Connettore 1 106">
            <a:extLst>
              <a:ext uri="{FF2B5EF4-FFF2-40B4-BE49-F238E27FC236}">
                <a16:creationId xmlns:a16="http://schemas.microsoft.com/office/drawing/2014/main" id="{25FF5560-1E43-4652-959A-37E5B26CD58E}"/>
              </a:ext>
            </a:extLst>
          </p:cNvPr>
          <p:cNvCxnSpPr>
            <a:cxnSpLocks/>
          </p:cNvCxnSpPr>
          <p:nvPr/>
        </p:nvCxnSpPr>
        <p:spPr bwMode="auto">
          <a:xfrm>
            <a:off x="242865" y="5440838"/>
            <a:ext cx="11776426" cy="1584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97" name="TextBox 296">
            <a:extLst>
              <a:ext uri="{FF2B5EF4-FFF2-40B4-BE49-F238E27FC236}">
                <a16:creationId xmlns:a16="http://schemas.microsoft.com/office/drawing/2014/main" id="{605BBB1A-CC03-4EF9-9B00-FD04F9879143}"/>
              </a:ext>
            </a:extLst>
          </p:cNvPr>
          <p:cNvSpPr txBox="1"/>
          <p:nvPr/>
        </p:nvSpPr>
        <p:spPr>
          <a:xfrm>
            <a:off x="192386" y="4263705"/>
            <a:ext cx="4007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it-IT" sz="1200" b="1">
                <a:solidFill>
                  <a:prstClr val="black"/>
                </a:solidFill>
                <a:latin typeface="Arial Regular"/>
              </a:rPr>
              <a:t>8 - DATA MODEL ANALYSIS</a:t>
            </a:r>
          </a:p>
        </p:txBody>
      </p:sp>
      <p:cxnSp>
        <p:nvCxnSpPr>
          <p:cNvPr id="298" name="Connettore 1 106">
            <a:extLst>
              <a:ext uri="{FF2B5EF4-FFF2-40B4-BE49-F238E27FC236}">
                <a16:creationId xmlns:a16="http://schemas.microsoft.com/office/drawing/2014/main" id="{EDAFD288-7A85-4328-B457-A3C667D3E6CE}"/>
              </a:ext>
            </a:extLst>
          </p:cNvPr>
          <p:cNvCxnSpPr>
            <a:cxnSpLocks/>
          </p:cNvCxnSpPr>
          <p:nvPr/>
        </p:nvCxnSpPr>
        <p:spPr bwMode="auto">
          <a:xfrm>
            <a:off x="242866" y="5852630"/>
            <a:ext cx="11776426" cy="1584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99" name="TextBox 298">
            <a:extLst>
              <a:ext uri="{FF2B5EF4-FFF2-40B4-BE49-F238E27FC236}">
                <a16:creationId xmlns:a16="http://schemas.microsoft.com/office/drawing/2014/main" id="{2E6DE8DF-B4D5-48E3-A73D-D2F4D39F7E02}"/>
              </a:ext>
            </a:extLst>
          </p:cNvPr>
          <p:cNvSpPr txBox="1"/>
          <p:nvPr/>
        </p:nvSpPr>
        <p:spPr>
          <a:xfrm>
            <a:off x="192386" y="4669443"/>
            <a:ext cx="4007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it-IT" sz="1200" b="1">
                <a:solidFill>
                  <a:prstClr val="black"/>
                </a:solidFill>
                <a:latin typeface="Arial Regular"/>
              </a:rPr>
              <a:t>9 - POST BIND CDMS</a:t>
            </a:r>
          </a:p>
        </p:txBody>
      </p:sp>
      <p:sp>
        <p:nvSpPr>
          <p:cNvPr id="300" name="TextBox 299">
            <a:extLst>
              <a:ext uri="{FF2B5EF4-FFF2-40B4-BE49-F238E27FC236}">
                <a16:creationId xmlns:a16="http://schemas.microsoft.com/office/drawing/2014/main" id="{7A85DC9F-07A2-4110-B7BF-325845907FB9}"/>
              </a:ext>
            </a:extLst>
          </p:cNvPr>
          <p:cNvSpPr txBox="1"/>
          <p:nvPr/>
        </p:nvSpPr>
        <p:spPr>
          <a:xfrm>
            <a:off x="192386" y="5075182"/>
            <a:ext cx="40077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it-IT" sz="1200" b="1">
                <a:solidFill>
                  <a:prstClr val="black"/>
                </a:solidFill>
                <a:latin typeface="Arial Regular"/>
              </a:rPr>
              <a:t>END TO END ROADMAP PLANNING </a:t>
            </a:r>
          </a:p>
        </p:txBody>
      </p:sp>
      <p:sp>
        <p:nvSpPr>
          <p:cNvPr id="302" name="TextBox 301">
            <a:extLst>
              <a:ext uri="{FF2B5EF4-FFF2-40B4-BE49-F238E27FC236}">
                <a16:creationId xmlns:a16="http://schemas.microsoft.com/office/drawing/2014/main" id="{58993514-CFA3-4DE6-BF35-DE112DDC3715}"/>
              </a:ext>
            </a:extLst>
          </p:cNvPr>
          <p:cNvSpPr txBox="1"/>
          <p:nvPr/>
        </p:nvSpPr>
        <p:spPr>
          <a:xfrm>
            <a:off x="9538221" y="1406967"/>
            <a:ext cx="2387365" cy="184665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b="1" u="sng" dirty="0"/>
              <a:t>Foundation Workshop Approach </a:t>
            </a:r>
          </a:p>
          <a:p>
            <a:endParaRPr lang="en-GB" sz="1400" dirty="0"/>
          </a:p>
          <a:p>
            <a:r>
              <a:rPr lang="en-GB" sz="1200" u="sng" dirty="0"/>
              <a:t>IT Design &amp; Preparation</a:t>
            </a:r>
          </a:p>
          <a:p>
            <a:pPr marL="239994" indent="-239994">
              <a:buFont typeface="Arial" panose="020B0604020202020204" pitchFamily="34" charset="0"/>
              <a:buChar char="•"/>
            </a:pPr>
            <a:r>
              <a:rPr lang="en-GB" sz="1200" dirty="0"/>
              <a:t>Each Macro process has 6 workshops</a:t>
            </a:r>
          </a:p>
          <a:p>
            <a:pPr marL="239994" indent="-239994">
              <a:buFont typeface="Arial" panose="020B0604020202020204" pitchFamily="34" charset="0"/>
              <a:buChar char="•"/>
            </a:pPr>
            <a:r>
              <a:rPr lang="en-GB" sz="1200" dirty="0"/>
              <a:t>Business Process, Solution Design and Product backlog captured</a:t>
            </a:r>
          </a:p>
        </p:txBody>
      </p:sp>
      <p:sp>
        <p:nvSpPr>
          <p:cNvPr id="303" name="Rectangle: Rounded Corners 302">
            <a:extLst>
              <a:ext uri="{FF2B5EF4-FFF2-40B4-BE49-F238E27FC236}">
                <a16:creationId xmlns:a16="http://schemas.microsoft.com/office/drawing/2014/main" id="{15A3337B-D84F-4CE3-8EE1-69153DA5E6C9}"/>
              </a:ext>
            </a:extLst>
          </p:cNvPr>
          <p:cNvSpPr/>
          <p:nvPr/>
        </p:nvSpPr>
        <p:spPr bwMode="auto">
          <a:xfrm>
            <a:off x="7614483" y="4360868"/>
            <a:ext cx="1407972" cy="144000"/>
          </a:xfrm>
          <a:prstGeom prst="roundRect">
            <a:avLst/>
          </a:prstGeom>
          <a:solidFill>
            <a:schemeClr val="accent3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>
              <a:defRPr/>
            </a:pPr>
            <a:endParaRPr lang="it-IT" sz="700">
              <a:solidFill>
                <a:prstClr val="black"/>
              </a:solidFill>
              <a:latin typeface="Ubuntu" panose="020B0504030602030204" pitchFamily="34" charset="0"/>
            </a:endParaRPr>
          </a:p>
        </p:txBody>
      </p:sp>
      <p:sp>
        <p:nvSpPr>
          <p:cNvPr id="304" name="Rectangle: Rounded Corners 303">
            <a:extLst>
              <a:ext uri="{FF2B5EF4-FFF2-40B4-BE49-F238E27FC236}">
                <a16:creationId xmlns:a16="http://schemas.microsoft.com/office/drawing/2014/main" id="{232D1761-B5C9-41B2-B742-48A2D549B035}"/>
              </a:ext>
            </a:extLst>
          </p:cNvPr>
          <p:cNvSpPr/>
          <p:nvPr/>
        </p:nvSpPr>
        <p:spPr bwMode="auto">
          <a:xfrm>
            <a:off x="10507904" y="5160692"/>
            <a:ext cx="1481575" cy="144000"/>
          </a:xfrm>
          <a:prstGeom prst="roundRect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/>
            <a:endParaRPr lang="it-IT" sz="700">
              <a:solidFill>
                <a:prstClr val="black"/>
              </a:solidFill>
              <a:latin typeface="Ubuntu" panose="020B0504030602030204" pitchFamily="34" charset="0"/>
            </a:endParaRPr>
          </a:p>
        </p:txBody>
      </p:sp>
      <p:sp>
        <p:nvSpPr>
          <p:cNvPr id="305" name="Rectangle: Rounded Corners 304">
            <a:extLst>
              <a:ext uri="{FF2B5EF4-FFF2-40B4-BE49-F238E27FC236}">
                <a16:creationId xmlns:a16="http://schemas.microsoft.com/office/drawing/2014/main" id="{C93210C3-355C-4ABA-A306-575A2C539207}"/>
              </a:ext>
            </a:extLst>
          </p:cNvPr>
          <p:cNvSpPr/>
          <p:nvPr/>
        </p:nvSpPr>
        <p:spPr bwMode="auto">
          <a:xfrm>
            <a:off x="7663544" y="4764101"/>
            <a:ext cx="1309851" cy="144000"/>
          </a:xfrm>
          <a:prstGeom prst="roundRect">
            <a:avLst/>
          </a:prstGeom>
          <a:solidFill>
            <a:srgbClr val="00B050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/>
            <a:endParaRPr lang="it-IT" sz="700">
              <a:solidFill>
                <a:prstClr val="black"/>
              </a:solidFill>
              <a:latin typeface="Ubuntu" panose="020B0504030602030204" pitchFamily="34" charset="0"/>
            </a:endParaRPr>
          </a:p>
        </p:txBody>
      </p:sp>
      <p:sp>
        <p:nvSpPr>
          <p:cNvPr id="306" name="Rectangle: Rounded Corners 305">
            <a:extLst>
              <a:ext uri="{FF2B5EF4-FFF2-40B4-BE49-F238E27FC236}">
                <a16:creationId xmlns:a16="http://schemas.microsoft.com/office/drawing/2014/main" id="{C78E5189-9F7D-47E6-85D6-353535A47BAF}"/>
              </a:ext>
            </a:extLst>
          </p:cNvPr>
          <p:cNvSpPr/>
          <p:nvPr/>
        </p:nvSpPr>
        <p:spPr bwMode="auto">
          <a:xfrm>
            <a:off x="6196875" y="4753380"/>
            <a:ext cx="1309851" cy="144000"/>
          </a:xfrm>
          <a:prstGeom prst="roundRect">
            <a:avLst/>
          </a:prstGeom>
          <a:solidFill>
            <a:srgbClr val="00B050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/>
            <a:endParaRPr lang="it-IT" sz="700">
              <a:solidFill>
                <a:prstClr val="black"/>
              </a:solidFill>
              <a:latin typeface="Ubuntu" panose="020B0504030602030204" pitchFamily="34" charset="0"/>
            </a:endParaRPr>
          </a:p>
        </p:txBody>
      </p:sp>
      <p:sp>
        <p:nvSpPr>
          <p:cNvPr id="307" name="Rectangle: Rounded Corners 306">
            <a:extLst>
              <a:ext uri="{FF2B5EF4-FFF2-40B4-BE49-F238E27FC236}">
                <a16:creationId xmlns:a16="http://schemas.microsoft.com/office/drawing/2014/main" id="{A198DA9C-6390-4FB2-80EA-AFC5C37E7F6E}"/>
              </a:ext>
            </a:extLst>
          </p:cNvPr>
          <p:cNvSpPr/>
          <p:nvPr/>
        </p:nvSpPr>
        <p:spPr bwMode="auto">
          <a:xfrm>
            <a:off x="2829751" y="5988935"/>
            <a:ext cx="304800" cy="144000"/>
          </a:xfrm>
          <a:prstGeom prst="roundRect">
            <a:avLst/>
          </a:prstGeom>
          <a:solidFill>
            <a:schemeClr val="accent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/>
            <a:endParaRPr lang="it-IT" sz="700">
              <a:solidFill>
                <a:prstClr val="black"/>
              </a:solidFill>
              <a:latin typeface="Ubuntu" panose="020B0504030602030204" pitchFamily="34" charset="0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4D6B6DD0-1D2E-49B1-8C4A-6D890E7D5F1C}"/>
              </a:ext>
            </a:extLst>
          </p:cNvPr>
          <p:cNvSpPr txBox="1"/>
          <p:nvPr/>
        </p:nvSpPr>
        <p:spPr>
          <a:xfrm>
            <a:off x="3421761" y="5922436"/>
            <a:ext cx="1365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it-IT" sz="1000">
                <a:solidFill>
                  <a:prstClr val="black"/>
                </a:solidFill>
                <a:latin typeface="Arial Regular"/>
              </a:rPr>
              <a:t>Overall Programme</a:t>
            </a:r>
          </a:p>
          <a:p>
            <a:pPr defTabSz="914377">
              <a:defRPr/>
            </a:pPr>
            <a:r>
              <a:rPr lang="it-IT" sz="1000">
                <a:solidFill>
                  <a:prstClr val="black"/>
                </a:solidFill>
                <a:latin typeface="Arial Regular"/>
              </a:rPr>
              <a:t>Design</a:t>
            </a:r>
          </a:p>
        </p:txBody>
      </p:sp>
      <p:sp>
        <p:nvSpPr>
          <p:cNvPr id="310" name="Title 1">
            <a:extLst>
              <a:ext uri="{FF2B5EF4-FFF2-40B4-BE49-F238E27FC236}">
                <a16:creationId xmlns:a16="http://schemas.microsoft.com/office/drawing/2014/main" id="{71B58379-8D77-4303-B6EF-EF60F7670489}"/>
              </a:ext>
            </a:extLst>
          </p:cNvPr>
          <p:cNvSpPr txBox="1">
            <a:spLocks/>
          </p:cNvSpPr>
          <p:nvPr/>
        </p:nvSpPr>
        <p:spPr>
          <a:xfrm>
            <a:off x="275601" y="53176"/>
            <a:ext cx="11858613" cy="695674"/>
          </a:xfrm>
          <a:prstGeom prst="rect">
            <a:avLst/>
          </a:prstGeom>
        </p:spPr>
        <p:txBody>
          <a:bodyPr vert="horz"/>
          <a:lstStyle>
            <a:lvl1pPr marL="182563" indent="0"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  <a:lvl2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452202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04516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56788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09052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ＭＳ Ｐゴシック"/>
              </a:rPr>
              <a:t>PEV – Overall Workshop Plan (4</a:t>
            </a:r>
            <a:r>
              <a:rPr kumimoji="0" lang="en-US" sz="2000" b="0" i="0" u="none" strike="noStrike" kern="1200" cap="none" spc="0" normalizeH="0" baseline="3000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ＭＳ Ｐゴシック"/>
              </a:rPr>
              <a:t>th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ＭＳ Ｐゴシック"/>
              </a:rPr>
              <a:t> August)</a:t>
            </a:r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55291E01-6E91-4DA9-8D7E-8F765CBDADA5}"/>
              </a:ext>
            </a:extLst>
          </p:cNvPr>
          <p:cNvSpPr/>
          <p:nvPr/>
        </p:nvSpPr>
        <p:spPr bwMode="auto">
          <a:xfrm>
            <a:off x="192157" y="6154149"/>
            <a:ext cx="304800" cy="144000"/>
          </a:xfrm>
          <a:prstGeom prst="roundRect">
            <a:avLst/>
          </a:prstGeom>
          <a:solidFill>
            <a:srgbClr val="FFFF00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>
              <a:defRPr/>
            </a:pPr>
            <a:endParaRPr lang="it-IT" sz="700">
              <a:solidFill>
                <a:prstClr val="black"/>
              </a:solidFill>
              <a:latin typeface="Ubuntu" panose="020B0504030602030204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B4BD21F-4F35-4B7C-8BA7-02DBC4AC91AD}"/>
              </a:ext>
            </a:extLst>
          </p:cNvPr>
          <p:cNvSpPr txBox="1"/>
          <p:nvPr/>
        </p:nvSpPr>
        <p:spPr>
          <a:xfrm>
            <a:off x="528681" y="6087650"/>
            <a:ext cx="22062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it-IT" sz="1000">
                <a:solidFill>
                  <a:prstClr val="black"/>
                </a:solidFill>
                <a:latin typeface="Arial Regular"/>
              </a:rPr>
              <a:t>IT Design Workshop in Progress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73FC27-8F04-4099-9B7F-2749A56A3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A074-71B0-1C47-A455-7677837C124E}" type="slidenum">
              <a:rPr lang="it-IT" smtClean="0">
                <a:solidFill>
                  <a:srgbClr val="BD2027"/>
                </a:solidFill>
              </a:rPr>
              <a:pPr/>
              <a:t>5</a:t>
            </a:fld>
            <a:endParaRPr lang="it-IT">
              <a:solidFill>
                <a:srgbClr val="BD2027"/>
              </a:solidFill>
            </a:endParaRPr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749FCA49-43E4-44D4-BDDE-32BDB321AD20}"/>
              </a:ext>
            </a:extLst>
          </p:cNvPr>
          <p:cNvSpPr/>
          <p:nvPr/>
        </p:nvSpPr>
        <p:spPr bwMode="auto">
          <a:xfrm>
            <a:off x="9129716" y="4763077"/>
            <a:ext cx="1309851" cy="144000"/>
          </a:xfrm>
          <a:prstGeom prst="roundRect">
            <a:avLst/>
          </a:prstGeom>
          <a:solidFill>
            <a:srgbClr val="FFFF00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/>
            <a:endParaRPr lang="it-IT" sz="700">
              <a:solidFill>
                <a:prstClr val="black"/>
              </a:solidFill>
              <a:latin typeface="Ubuntu" panose="020B0504030602030204" pitchFamily="34" charset="0"/>
            </a:endParaRPr>
          </a:p>
        </p:txBody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7366FF82-348D-408B-87D7-A686A07227C9}"/>
              </a:ext>
            </a:extLst>
          </p:cNvPr>
          <p:cNvSpPr/>
          <p:nvPr/>
        </p:nvSpPr>
        <p:spPr bwMode="auto">
          <a:xfrm>
            <a:off x="10569000" y="4751722"/>
            <a:ext cx="1309851" cy="144000"/>
          </a:xfrm>
          <a:prstGeom prst="roundRect">
            <a:avLst/>
          </a:prstGeom>
          <a:solidFill>
            <a:schemeClr val="tx1"/>
          </a:solidFill>
          <a:ln w="28575" cap="rnd">
            <a:solidFill>
              <a:schemeClr val="bg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914377"/>
            <a:endParaRPr lang="it-IT" sz="700">
              <a:solidFill>
                <a:prstClr val="black"/>
              </a:solidFill>
              <a:latin typeface="Ubuntu" panose="020B05040306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089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gget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4" imgW="395" imgH="394" progId="TCLayout.ActiveDocument.1">
                  <p:embed/>
                </p:oleObj>
              </mc:Choice>
              <mc:Fallback>
                <p:oleObj name="Diapositiva think-cell" r:id="rId4" imgW="395" imgH="394" progId="TCLayout.ActiveDocument.1">
                  <p:embed/>
                  <p:pic>
                    <p:nvPicPr>
                      <p:cNvPr id="4" name="Ogget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tangolo 4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A4C95D74-EBE3-45F6-BBCE-7F04CF27568C}"/>
              </a:ext>
            </a:extLst>
          </p:cNvPr>
          <p:cNvSpPr txBox="1">
            <a:spLocks/>
          </p:cNvSpPr>
          <p:nvPr/>
        </p:nvSpPr>
        <p:spPr>
          <a:xfrm>
            <a:off x="273016" y="55440"/>
            <a:ext cx="11858613" cy="695674"/>
          </a:xfrm>
          <a:prstGeom prst="rect">
            <a:avLst/>
          </a:prstGeom>
        </p:spPr>
        <p:txBody>
          <a:bodyPr vert="horz"/>
          <a:lstStyle>
            <a:lvl1pPr marL="182563" indent="0"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  <a:lvl2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452202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04516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56788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09052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ＭＳ Ｐゴシック"/>
              </a:rPr>
              <a:t>Agenda</a:t>
            </a: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5C06E815-00ED-4117-ADF7-4492F84071DF}"/>
              </a:ext>
            </a:extLst>
          </p:cNvPr>
          <p:cNvSpPr/>
          <p:nvPr/>
        </p:nvSpPr>
        <p:spPr>
          <a:xfrm>
            <a:off x="1101934" y="1035563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solidFill>
                <a:srgbClr val="C00000"/>
              </a:solidFill>
              <a:latin typeface="Arial Regular"/>
              <a:ea typeface="ＭＳ Ｐゴシック"/>
            </a:endParaRPr>
          </a:p>
        </p:txBody>
      </p:sp>
      <p:sp>
        <p:nvSpPr>
          <p:cNvPr id="8" name="Rectangle 21">
            <a:extLst>
              <a:ext uri="{FF2B5EF4-FFF2-40B4-BE49-F238E27FC236}">
                <a16:creationId xmlns:a16="http://schemas.microsoft.com/office/drawing/2014/main" id="{5F907D31-2266-4E55-9F19-96396073F8D9}"/>
              </a:ext>
            </a:extLst>
          </p:cNvPr>
          <p:cNvSpPr/>
          <p:nvPr/>
        </p:nvSpPr>
        <p:spPr>
          <a:xfrm>
            <a:off x="2541435" y="1035563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BE346BA-EA3F-4672-9D26-3F6C54A2A1AD}"/>
              </a:ext>
            </a:extLst>
          </p:cNvPr>
          <p:cNvSpPr txBox="1">
            <a:spLocks/>
          </p:cNvSpPr>
          <p:nvPr/>
        </p:nvSpPr>
        <p:spPr>
          <a:xfrm>
            <a:off x="1556301" y="1292110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Regular"/>
                <a:cs typeface="Segoe UI Light"/>
              </a:rPr>
              <a:t>01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71050A9-D98F-4F04-8BCD-4D9221871734}"/>
              </a:ext>
            </a:extLst>
          </p:cNvPr>
          <p:cNvSpPr txBox="1">
            <a:spLocks/>
          </p:cNvSpPr>
          <p:nvPr/>
        </p:nvSpPr>
        <p:spPr>
          <a:xfrm>
            <a:off x="2541435" y="1292110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>
                <a:solidFill>
                  <a:prstClr val="white">
                    <a:lumMod val="75000"/>
                  </a:prstClr>
                </a:solidFill>
                <a:latin typeface="Arial Regular"/>
                <a:cs typeface="Segoe UI Light"/>
              </a:rPr>
              <a:t>PEV Progress Summary &amp; Plan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65AD16F-620E-409F-8070-5A3FC16FF255}"/>
              </a:ext>
            </a:extLst>
          </p:cNvPr>
          <p:cNvSpPr txBox="1">
            <a:spLocks/>
          </p:cNvSpPr>
          <p:nvPr/>
        </p:nvSpPr>
        <p:spPr>
          <a:xfrm>
            <a:off x="1556301" y="2319864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02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E40F18EE-1245-42E0-8068-10B8BAFA32EE}"/>
              </a:ext>
            </a:extLst>
          </p:cNvPr>
          <p:cNvSpPr/>
          <p:nvPr/>
        </p:nvSpPr>
        <p:spPr>
          <a:xfrm>
            <a:off x="1101934" y="2145907"/>
            <a:ext cx="1439501" cy="84993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solidFill>
                <a:srgbClr val="C00000"/>
              </a:solidFill>
              <a:latin typeface="Arial Regular"/>
              <a:ea typeface="ＭＳ Ｐゴシック"/>
            </a:endParaRPr>
          </a:p>
        </p:txBody>
      </p:sp>
      <p:sp>
        <p:nvSpPr>
          <p:cNvPr id="16" name="Rectangle 21">
            <a:extLst>
              <a:ext uri="{FF2B5EF4-FFF2-40B4-BE49-F238E27FC236}">
                <a16:creationId xmlns:a16="http://schemas.microsoft.com/office/drawing/2014/main" id="{47BBDE46-F6CF-45C9-B22A-9FA320B3DDCF}"/>
              </a:ext>
            </a:extLst>
          </p:cNvPr>
          <p:cNvSpPr/>
          <p:nvPr/>
        </p:nvSpPr>
        <p:spPr>
          <a:xfrm>
            <a:off x="2541435" y="2145907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D4577D2A-1BF2-4691-BDDA-3EC694D487A4}"/>
              </a:ext>
            </a:extLst>
          </p:cNvPr>
          <p:cNvSpPr txBox="1">
            <a:spLocks/>
          </p:cNvSpPr>
          <p:nvPr/>
        </p:nvSpPr>
        <p:spPr>
          <a:xfrm>
            <a:off x="1556301" y="2402454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02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DF74F3E-09C0-47C5-89A7-2E7F57E4C15D}"/>
              </a:ext>
            </a:extLst>
          </p:cNvPr>
          <p:cNvSpPr txBox="1">
            <a:spLocks/>
          </p:cNvSpPr>
          <p:nvPr/>
        </p:nvSpPr>
        <p:spPr>
          <a:xfrm>
            <a:off x="2541435" y="2402454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rgbClr val="C00000"/>
                </a:solidFill>
                <a:latin typeface="Arial Regular"/>
                <a:cs typeface="Segoe UI Light"/>
              </a:rPr>
              <a:t>IT Design &amp; Preparation</a:t>
            </a:r>
            <a:endParaRPr lang="en-GB">
              <a:solidFill>
                <a:srgbClr val="C00000"/>
              </a:solidFill>
              <a:latin typeface="Arial Regular"/>
              <a:cs typeface="Segoe UI Light"/>
            </a:endParaRP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3CFEDBFA-4061-4C66-922A-6C1D369A6016}"/>
              </a:ext>
            </a:extLst>
          </p:cNvPr>
          <p:cNvSpPr/>
          <p:nvPr/>
        </p:nvSpPr>
        <p:spPr>
          <a:xfrm>
            <a:off x="1101934" y="3173661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id="{DBBF963C-BEB5-4931-8168-4F24DD943D46}"/>
              </a:ext>
            </a:extLst>
          </p:cNvPr>
          <p:cNvSpPr/>
          <p:nvPr/>
        </p:nvSpPr>
        <p:spPr>
          <a:xfrm>
            <a:off x="2541435" y="3173661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BA36C5B-8883-4E21-B82A-B1C59B9ED06D}"/>
              </a:ext>
            </a:extLst>
          </p:cNvPr>
          <p:cNvSpPr txBox="1">
            <a:spLocks/>
          </p:cNvSpPr>
          <p:nvPr/>
        </p:nvSpPr>
        <p:spPr>
          <a:xfrm>
            <a:off x="1556301" y="3430208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03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BB58F35F-C74C-4633-AA39-1842AF65FD06}"/>
              </a:ext>
            </a:extLst>
          </p:cNvPr>
          <p:cNvSpPr txBox="1">
            <a:spLocks/>
          </p:cNvSpPr>
          <p:nvPr/>
        </p:nvSpPr>
        <p:spPr>
          <a:xfrm>
            <a:off x="2523707" y="3405464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rial Regular"/>
                <a:cs typeface="Segoe UI Light"/>
              </a:rPr>
              <a:t>Data Model</a:t>
            </a: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9F5C1D-CDB8-45BA-B196-A01CBB91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A074-71B0-1C47-A455-7677837C124E}" type="slidenum">
              <a:rPr lang="it-IT" smtClean="0">
                <a:solidFill>
                  <a:srgbClr val="BD2027"/>
                </a:solidFill>
              </a:rPr>
              <a:pPr/>
              <a:t>6</a:t>
            </a:fld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013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BA3B8B6-4054-4555-A306-6A6937650DBB}"/>
              </a:ext>
            </a:extLst>
          </p:cNvPr>
          <p:cNvSpPr txBox="1">
            <a:spLocks/>
          </p:cNvSpPr>
          <p:nvPr/>
        </p:nvSpPr>
        <p:spPr>
          <a:xfrm>
            <a:off x="273016" y="55440"/>
            <a:ext cx="11858613" cy="695674"/>
          </a:xfrm>
          <a:prstGeom prst="rect">
            <a:avLst/>
          </a:prstGeom>
        </p:spPr>
        <p:txBody>
          <a:bodyPr vert="horz"/>
          <a:lstStyle>
            <a:lvl1pPr marL="182563" indent="0"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  <a:lvl2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452202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04516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56788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09052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ＭＳ Ｐゴシック"/>
              </a:rPr>
              <a:t>IT Design &amp; Preparation – Report Summary (4</a:t>
            </a:r>
            <a:r>
              <a:rPr kumimoji="0" lang="en-US" sz="2000" b="0" i="0" u="none" strike="noStrike" kern="1200" cap="none" spc="0" normalizeH="0" baseline="3000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ＭＳ Ｐゴシック"/>
              </a:rPr>
              <a:t>th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ＭＳ Ｐゴシック"/>
              </a:rPr>
              <a:t> August)</a:t>
            </a:r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9C0ADCB6-B103-46F0-AEAB-D1A3A88A6622}"/>
              </a:ext>
            </a:extLst>
          </p:cNvPr>
          <p:cNvSpPr txBox="1">
            <a:spLocks/>
          </p:cNvSpPr>
          <p:nvPr/>
        </p:nvSpPr>
        <p:spPr>
          <a:xfrm>
            <a:off x="11022059" y="6356351"/>
            <a:ext cx="560340" cy="365125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CAE5FC-86E1-1448-8EC3-A22E1B31C8C0}" type="slidenum">
              <a:rPr lang="it-IT" smtClean="0"/>
              <a:pPr/>
              <a:t>7</a:t>
            </a:fld>
            <a:endParaRPr lang="it-IT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B5332302-7E92-4343-8C5B-0E55E917D8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299159"/>
              </p:ext>
            </p:extLst>
          </p:nvPr>
        </p:nvGraphicFramePr>
        <p:xfrm>
          <a:off x="320357" y="707343"/>
          <a:ext cx="11838961" cy="36781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8100">
                  <a:extLst>
                    <a:ext uri="{9D8B030D-6E8A-4147-A177-3AD203B41FA5}">
                      <a16:colId xmlns:a16="http://schemas.microsoft.com/office/drawing/2014/main" val="595509630"/>
                    </a:ext>
                  </a:extLst>
                </a:gridCol>
                <a:gridCol w="1742988">
                  <a:extLst>
                    <a:ext uri="{9D8B030D-6E8A-4147-A177-3AD203B41FA5}">
                      <a16:colId xmlns:a16="http://schemas.microsoft.com/office/drawing/2014/main" val="355517557"/>
                    </a:ext>
                  </a:extLst>
                </a:gridCol>
                <a:gridCol w="436827">
                  <a:extLst>
                    <a:ext uri="{9D8B030D-6E8A-4147-A177-3AD203B41FA5}">
                      <a16:colId xmlns:a16="http://schemas.microsoft.com/office/drawing/2014/main" val="1736284967"/>
                    </a:ext>
                  </a:extLst>
                </a:gridCol>
                <a:gridCol w="596404">
                  <a:extLst>
                    <a:ext uri="{9D8B030D-6E8A-4147-A177-3AD203B41FA5}">
                      <a16:colId xmlns:a16="http://schemas.microsoft.com/office/drawing/2014/main" val="2641178928"/>
                    </a:ext>
                  </a:extLst>
                </a:gridCol>
                <a:gridCol w="760481">
                  <a:extLst>
                    <a:ext uri="{9D8B030D-6E8A-4147-A177-3AD203B41FA5}">
                      <a16:colId xmlns:a16="http://schemas.microsoft.com/office/drawing/2014/main" val="1391152369"/>
                    </a:ext>
                  </a:extLst>
                </a:gridCol>
                <a:gridCol w="892440">
                  <a:extLst>
                    <a:ext uri="{9D8B030D-6E8A-4147-A177-3AD203B41FA5}">
                      <a16:colId xmlns:a16="http://schemas.microsoft.com/office/drawing/2014/main" val="3527561078"/>
                    </a:ext>
                  </a:extLst>
                </a:gridCol>
                <a:gridCol w="678556">
                  <a:extLst>
                    <a:ext uri="{9D8B030D-6E8A-4147-A177-3AD203B41FA5}">
                      <a16:colId xmlns:a16="http://schemas.microsoft.com/office/drawing/2014/main" val="2178209804"/>
                    </a:ext>
                  </a:extLst>
                </a:gridCol>
                <a:gridCol w="775357">
                  <a:extLst>
                    <a:ext uri="{9D8B030D-6E8A-4147-A177-3AD203B41FA5}">
                      <a16:colId xmlns:a16="http://schemas.microsoft.com/office/drawing/2014/main" val="3917699653"/>
                    </a:ext>
                  </a:extLst>
                </a:gridCol>
                <a:gridCol w="769335">
                  <a:extLst>
                    <a:ext uri="{9D8B030D-6E8A-4147-A177-3AD203B41FA5}">
                      <a16:colId xmlns:a16="http://schemas.microsoft.com/office/drawing/2014/main" val="2619123752"/>
                    </a:ext>
                  </a:extLst>
                </a:gridCol>
                <a:gridCol w="665017">
                  <a:extLst>
                    <a:ext uri="{9D8B030D-6E8A-4147-A177-3AD203B41FA5}">
                      <a16:colId xmlns:a16="http://schemas.microsoft.com/office/drawing/2014/main" val="4235240345"/>
                    </a:ext>
                  </a:extLst>
                </a:gridCol>
                <a:gridCol w="795415">
                  <a:extLst>
                    <a:ext uri="{9D8B030D-6E8A-4147-A177-3AD203B41FA5}">
                      <a16:colId xmlns:a16="http://schemas.microsoft.com/office/drawing/2014/main" val="1043201496"/>
                    </a:ext>
                  </a:extLst>
                </a:gridCol>
                <a:gridCol w="801933">
                  <a:extLst>
                    <a:ext uri="{9D8B030D-6E8A-4147-A177-3AD203B41FA5}">
                      <a16:colId xmlns:a16="http://schemas.microsoft.com/office/drawing/2014/main" val="2515759611"/>
                    </a:ext>
                  </a:extLst>
                </a:gridCol>
                <a:gridCol w="645459">
                  <a:extLst>
                    <a:ext uri="{9D8B030D-6E8A-4147-A177-3AD203B41FA5}">
                      <a16:colId xmlns:a16="http://schemas.microsoft.com/office/drawing/2014/main" val="2193384509"/>
                    </a:ext>
                  </a:extLst>
                </a:gridCol>
                <a:gridCol w="964928">
                  <a:extLst>
                    <a:ext uri="{9D8B030D-6E8A-4147-A177-3AD203B41FA5}">
                      <a16:colId xmlns:a16="http://schemas.microsoft.com/office/drawing/2014/main" val="259277129"/>
                    </a:ext>
                  </a:extLst>
                </a:gridCol>
                <a:gridCol w="1055721">
                  <a:extLst>
                    <a:ext uri="{9D8B030D-6E8A-4147-A177-3AD203B41FA5}">
                      <a16:colId xmlns:a16="http://schemas.microsoft.com/office/drawing/2014/main" val="2423456566"/>
                    </a:ext>
                  </a:extLst>
                </a:gridCol>
              </a:tblGrid>
              <a:tr h="284151">
                <a:tc gridSpan="15">
                  <a:txBody>
                    <a:bodyPr/>
                    <a:lstStyle/>
                    <a:p>
                      <a:pPr algn="ctr" fontAlgn="ctr"/>
                      <a:r>
                        <a:rPr lang="en-GB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Business Design Documentation Progress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GB" sz="900" b="1" i="0" u="none" strike="noStrike">
                        <a:solidFill>
                          <a:schemeClr val="bg1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GB" sz="900" b="1" i="0" u="none" strike="noStrike">
                        <a:solidFill>
                          <a:schemeClr val="bg1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GB" sz="900" b="1" i="0" u="none" strike="noStrike">
                        <a:solidFill>
                          <a:schemeClr val="bg1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algn="ctr" defTabSz="390997" rtl="0" eaLnBrk="1" fontAlgn="ctr" latinLnBrk="0" hangingPunct="1"/>
                      <a:endParaRPr lang="en-GB" sz="900" b="1" u="none" strike="noStrike" kern="120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018103"/>
                  </a:ext>
                </a:extLst>
              </a:tr>
              <a:tr h="28440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GB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Processes &amp; RAG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>
                          <a:effectLst/>
                        </a:rPr>
                        <a:t> 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>
                          <a:effectLst/>
                        </a:rPr>
                        <a:t> 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/>
                          <a:latin typeface="Arial Regular"/>
                        </a:rPr>
                        <a:t>High level Solution design document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/>
                          <a:latin typeface="Arial Regular"/>
                        </a:rPr>
                        <a:t>Product Backlog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/>
                          <a:latin typeface="Arial Regular"/>
                        </a:rPr>
                        <a:t>Technical Integration document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GB" sz="1200" b="1" i="0" u="none" strike="noStrike">
                          <a:solidFill>
                            <a:srgbClr val="FFFFFF"/>
                          </a:solidFill>
                          <a:effectLst/>
                          <a:latin typeface="Arial Regular"/>
                        </a:rPr>
                        <a:t>Comments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079690"/>
                  </a:ext>
                </a:extLst>
              </a:tr>
              <a:tr h="50824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390997" rtl="0" eaLnBrk="1" fontAlgn="ctr" latinLnBrk="0" hangingPunct="1"/>
                      <a:r>
                        <a:rPr lang="en-GB" sz="6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Processes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390997" rtl="0" eaLnBrk="1" fontAlgn="ctr" latinLnBrk="0" hangingPunct="1"/>
                      <a:r>
                        <a:rPr lang="en-GB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RAG</a:t>
                      </a:r>
                    </a:p>
                  </a:txBody>
                  <a:tcPr marL="48000" marR="48000" marT="48000" marB="4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u="none" strike="noStrike">
                          <a:effectLst/>
                        </a:rPr>
                        <a:t>Planned </a:t>
                      </a:r>
                      <a:br>
                        <a:rPr lang="en-GB" sz="800" b="1" u="none" strike="noStrike">
                          <a:effectLst/>
                        </a:rPr>
                      </a:br>
                      <a:r>
                        <a:rPr lang="en-GB" sz="800" b="1" u="none" strike="noStrike">
                          <a:effectLst/>
                        </a:rPr>
                        <a:t>End Date</a:t>
                      </a:r>
                      <a:endParaRPr lang="en-GB" sz="800" b="1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48000" marR="48000" marT="48000" marB="4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u="none" strike="noStrike">
                          <a:effectLst/>
                        </a:rPr>
                        <a:t>Revised / Actual End Date</a:t>
                      </a:r>
                      <a:endParaRPr lang="en-GB" sz="800" b="1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48000" marR="48000" marT="48000" marB="4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u="none" strike="noStrike">
                          <a:effectLst/>
                        </a:rPr>
                        <a:t>%Complete</a:t>
                      </a:r>
                      <a:endParaRPr lang="en-GB" sz="800" b="1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48000" marR="48000" marT="48000" marB="4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u="none" strike="noStrike">
                          <a:effectLst/>
                        </a:rPr>
                        <a:t>Planned </a:t>
                      </a:r>
                      <a:br>
                        <a:rPr lang="en-GB" sz="800" b="1" u="none" strike="noStrike">
                          <a:effectLst/>
                        </a:rPr>
                      </a:br>
                      <a:r>
                        <a:rPr lang="en-GB" sz="800" b="1" u="none" strike="noStrike">
                          <a:effectLst/>
                        </a:rPr>
                        <a:t>End Date</a:t>
                      </a:r>
                      <a:endParaRPr lang="en-GB" sz="800" b="1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48000" marR="48000" marT="48000" marB="4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u="none" strike="noStrike">
                          <a:effectLst/>
                        </a:rPr>
                        <a:t>Revised / Actual End Date</a:t>
                      </a:r>
                      <a:endParaRPr lang="en-GB" sz="800" b="1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48000" marR="48000" marT="48000" marB="4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u="none" strike="noStrike">
                          <a:effectLst/>
                        </a:rPr>
                        <a:t>%Complete</a:t>
                      </a:r>
                      <a:endParaRPr lang="en-GB" sz="800" b="1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48000" marR="48000" marT="48000" marB="4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u="none" strike="noStrike">
                          <a:effectLst/>
                        </a:rPr>
                        <a:t>Planned End Date</a:t>
                      </a:r>
                      <a:endParaRPr lang="en-GB" sz="800" b="1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48000" marR="48000" marT="48000" marB="4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u="none" strike="noStrike">
                          <a:effectLst/>
                        </a:rPr>
                        <a:t>Revised / Actual End Date</a:t>
                      </a:r>
                      <a:endParaRPr lang="en-GB" sz="800" b="1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48000" marR="48000" marT="48000" marB="4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u="none" strike="noStrike">
                          <a:effectLst/>
                        </a:rPr>
                        <a:t>%Complete</a:t>
                      </a:r>
                      <a:endParaRPr lang="en-GB" sz="800" b="1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48000" marR="48000" marT="48000" marB="4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u="none" strike="noStrike">
                          <a:effectLst/>
                        </a:rPr>
                        <a:t>Approved?</a:t>
                      </a:r>
                      <a:endParaRPr lang="en-GB" sz="800" b="1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48000" marR="48000" marT="48000" marB="4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u="none" strike="noStrike">
                          <a:effectLst/>
                        </a:rPr>
                        <a:t>Comments</a:t>
                      </a:r>
                      <a:endParaRPr lang="en-GB" sz="800" b="1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48000" marR="48000" marT="48000" marB="4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u="none" strike="noStrike">
                          <a:effectLst/>
                        </a:rPr>
                        <a:t>Support Needed</a:t>
                      </a:r>
                      <a:endParaRPr lang="en-GB" sz="800" b="1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48000" marR="48000" marT="48000" marB="4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38554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b="1" u="none" strike="noStrike">
                          <a:effectLst/>
                        </a:rPr>
                        <a:t>Pre-Sales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48000" marR="48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u="none" strike="noStrike">
                          <a:effectLst/>
                        </a:rPr>
                        <a:t> 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28-Jun-22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29-Jun-22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28-Jun-22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29-Jun-22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Yes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Arial Regul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57483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b="1" u="none" strike="noStrike">
                          <a:effectLst/>
                        </a:rPr>
                        <a:t>Submission Management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48000" marR="48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u="none" strike="noStrike">
                          <a:effectLst/>
                        </a:rPr>
                        <a:t> 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05-Jul-22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05-Jul-22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05-Jul-22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05-Jul-22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N/A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N/A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Yes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Arial Regular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59968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b="1" u="none" strike="noStrike">
                          <a:effectLst/>
                        </a:rPr>
                        <a:t>Sub Prequalification Feasibility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48000" marR="48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u="none" strike="noStrike">
                          <a:effectLst/>
                        </a:rPr>
                        <a:t> 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08-Jul-22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08-Jul-22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08-Jul-22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08-Jul-22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Yes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Arial Regular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02966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b="1" u="none" strike="noStrike">
                          <a:effectLst/>
                        </a:rPr>
                        <a:t>Underwriting Package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48000" marR="48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u="none" strike="noStrike">
                          <a:effectLst/>
                        </a:rPr>
                        <a:t> 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18-Jul-22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18-Jul-22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18-Jul-22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18-Jul-22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Yes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900" b="0" i="0" u="none" strike="noStrike">
                          <a:solidFill>
                            <a:srgbClr val="000000"/>
                          </a:solidFill>
                          <a:effectLst/>
                          <a:latin typeface="Arial Regular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36733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b="1" u="none" strike="noStrike">
                          <a:effectLst/>
                        </a:rPr>
                        <a:t>Pricing &amp; Rating Assessment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48000" marR="48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u="none" strike="noStrike" dirty="0">
                          <a:effectLst/>
                        </a:rPr>
                        <a:t> 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25-Jul-22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09-Aug-22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25-Jul-22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09-Aug-22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Yes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44757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b="1" u="none" strike="noStrike">
                          <a:effectLst/>
                        </a:rPr>
                        <a:t>Reinsurance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48000" marR="48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u="none" strike="noStrike">
                          <a:effectLst/>
                        </a:rPr>
                        <a:t> </a:t>
                      </a:r>
                      <a:endParaRPr lang="en-GB" sz="1200" b="0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01-Aug-22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11-Aug-22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01-Aug-22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11-Aug-22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3293607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200" u="none" strike="noStrike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  <a:endParaRPr lang="en-GB" sz="1200" b="0" i="0" u="none" strike="noStrike">
                        <a:solidFill>
                          <a:schemeClr val="bg1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b="1" u="none" strike="noStrike">
                          <a:effectLst/>
                        </a:rPr>
                        <a:t>Quoting &amp; Risk Binding</a:t>
                      </a:r>
                      <a:endParaRPr lang="en-GB" sz="900" b="1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48000" marR="48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200" u="none" strike="noStrike" dirty="0">
                          <a:effectLst/>
                        </a:rPr>
                        <a:t> </a:t>
                      </a:r>
                      <a:endParaRPr lang="en-GB" sz="1200" b="0" i="0" u="none" strike="noStrike" dirty="0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03-Aug-22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24-Aug-22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03-Aug-22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24-Aug-22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40%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GB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N/A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900" b="0" i="0" u="none" strike="noStrike" dirty="0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975943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560B8C72-23A8-4B48-ABA7-65803AD84CCD}"/>
              </a:ext>
            </a:extLst>
          </p:cNvPr>
          <p:cNvSpPr/>
          <p:nvPr/>
        </p:nvSpPr>
        <p:spPr>
          <a:xfrm>
            <a:off x="273016" y="4390926"/>
            <a:ext cx="5611544" cy="69567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6728" rIns="91440" bIns="45720" numCol="1" spcCol="144000" anchor="t"/>
          <a:lstStyle/>
          <a:p>
            <a:pPr marL="171450" indent="-171450" defTabSz="390997">
              <a:buFont typeface="Arial" panose="020B0604020202020204" pitchFamily="34" charset="0"/>
              <a:buChar char="•"/>
              <a:defRPr/>
            </a:pPr>
            <a:endParaRPr lang="en-US" sz="1400">
              <a:solidFill>
                <a:srgbClr val="081839"/>
              </a:solidFill>
              <a:latin typeface="Segoe UI"/>
              <a:cs typeface="Segoe U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FD818B-7E36-4058-A122-86A6E8353BD2}"/>
              </a:ext>
            </a:extLst>
          </p:cNvPr>
          <p:cNvSpPr/>
          <p:nvPr/>
        </p:nvSpPr>
        <p:spPr>
          <a:xfrm>
            <a:off x="5885151" y="4390926"/>
            <a:ext cx="6274167" cy="7010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6728" rIns="91440" bIns="45720" numCol="1" spcCol="144000" anchor="t"/>
          <a:lstStyle/>
          <a:p>
            <a:pPr marL="171450" indent="-171450" defTabSz="390997">
              <a:buFont typeface="Arial" panose="020B0604020202020204" pitchFamily="34" charset="0"/>
              <a:buChar char="•"/>
              <a:defRPr/>
            </a:pPr>
            <a:endParaRPr lang="en-GB" sz="1400">
              <a:solidFill>
                <a:schemeClr val="tx1"/>
              </a:solidFill>
              <a:cs typeface="Segoe UI"/>
            </a:endParaRPr>
          </a:p>
          <a:p>
            <a:pPr marL="171450" indent="-171450" defTabSz="390997">
              <a:buFont typeface="Arial" panose="020B0604020202020204" pitchFamily="34" charset="0"/>
              <a:buChar char="•"/>
              <a:defRPr/>
            </a:pPr>
            <a:endParaRPr lang="en-GB" sz="1400">
              <a:solidFill>
                <a:schemeClr val="tx1"/>
              </a:solidFill>
              <a:cs typeface="Segoe UI"/>
            </a:endParaRPr>
          </a:p>
          <a:p>
            <a:pPr marL="171450" marR="0" lvl="0" indent="-171450" algn="l" defTabSz="39099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400">
              <a:solidFill>
                <a:schemeClr val="tx1"/>
              </a:solidFill>
              <a:cs typeface="Segoe U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96BE0-FF47-4294-A588-9277479A98ED}"/>
              </a:ext>
            </a:extLst>
          </p:cNvPr>
          <p:cNvSpPr/>
          <p:nvPr/>
        </p:nvSpPr>
        <p:spPr>
          <a:xfrm>
            <a:off x="273016" y="5332293"/>
            <a:ext cx="11886302" cy="12521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6728" rIns="91440" bIns="4572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400">
                <a:solidFill>
                  <a:schemeClr val="tx1"/>
                </a:solidFill>
              </a:rPr>
              <a:t>Decision on ongoing feature deployments and enhancements in CDMS will cause re-estimation and not attaining steady-state. We need to decide on the stability other solution? – Rolly / Antonico</a:t>
            </a:r>
          </a:p>
          <a:p>
            <a:endParaRPr kumimoji="0" lang="en-US" sz="1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egoe UI"/>
              <a:ea typeface="+mn-ea"/>
              <a:cs typeface="Segoe U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7121D2-C844-4976-AE2A-7C50E756EE59}"/>
              </a:ext>
            </a:extLst>
          </p:cNvPr>
          <p:cNvSpPr/>
          <p:nvPr/>
        </p:nvSpPr>
        <p:spPr>
          <a:xfrm>
            <a:off x="273016" y="5097115"/>
            <a:ext cx="11886302" cy="22490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ctr" defTabSz="9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Support/Decisions Required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276B08-8773-4370-96CA-C4FCFD79C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A074-71B0-1C47-A455-7677837C124E}" type="slidenum">
              <a:rPr lang="it-IT" smtClean="0">
                <a:solidFill>
                  <a:srgbClr val="BD2027"/>
                </a:solidFill>
              </a:rPr>
              <a:pPr/>
              <a:t>7</a:t>
            </a:fld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576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gget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5" imgW="395" imgH="394" progId="TCLayout.ActiveDocument.1">
                  <p:embed/>
                </p:oleObj>
              </mc:Choice>
              <mc:Fallback>
                <p:oleObj name="Diapositiva think-cell" r:id="rId5" imgW="395" imgH="394" progId="TCLayout.ActiveDocument.1">
                  <p:embed/>
                  <p:pic>
                    <p:nvPicPr>
                      <p:cNvPr id="4" name="Oggetto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tangolo 4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A4C95D74-EBE3-45F6-BBCE-7F04CF27568C}"/>
              </a:ext>
            </a:extLst>
          </p:cNvPr>
          <p:cNvSpPr txBox="1">
            <a:spLocks/>
          </p:cNvSpPr>
          <p:nvPr/>
        </p:nvSpPr>
        <p:spPr>
          <a:xfrm>
            <a:off x="273016" y="55440"/>
            <a:ext cx="11858613" cy="396437"/>
          </a:xfrm>
          <a:prstGeom prst="rect">
            <a:avLst/>
          </a:prstGeom>
        </p:spPr>
        <p:txBody>
          <a:bodyPr vert="horz"/>
          <a:lstStyle>
            <a:lvl1pPr marL="182563" indent="0"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  <a:lvl2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452202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04516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56788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09052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ＭＳ Ｐゴシック"/>
              </a:rPr>
              <a:t>IT Design – Financials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6D7B6-F91B-49E2-B1BC-8B4D0E934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A074-71B0-1C47-A455-7677837C124E}" type="slidenum">
              <a:rPr lang="it-IT" smtClean="0">
                <a:solidFill>
                  <a:srgbClr val="BD2027"/>
                </a:solidFill>
              </a:rPr>
              <a:pPr/>
              <a:t>8</a:t>
            </a:fld>
            <a:endParaRPr lang="it-IT">
              <a:solidFill>
                <a:srgbClr val="BD2027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DA0DF51-8E7E-4578-A757-4829AF1F95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1909813"/>
              </p:ext>
            </p:extLst>
          </p:nvPr>
        </p:nvGraphicFramePr>
        <p:xfrm>
          <a:off x="1894547" y="831220"/>
          <a:ext cx="8402906" cy="5195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54142">
                  <a:extLst>
                    <a:ext uri="{9D8B030D-6E8A-4147-A177-3AD203B41FA5}">
                      <a16:colId xmlns:a16="http://schemas.microsoft.com/office/drawing/2014/main" val="3496534294"/>
                    </a:ext>
                  </a:extLst>
                </a:gridCol>
                <a:gridCol w="821933">
                  <a:extLst>
                    <a:ext uri="{9D8B030D-6E8A-4147-A177-3AD203B41FA5}">
                      <a16:colId xmlns:a16="http://schemas.microsoft.com/office/drawing/2014/main" val="3286180296"/>
                    </a:ext>
                  </a:extLst>
                </a:gridCol>
                <a:gridCol w="1900719">
                  <a:extLst>
                    <a:ext uri="{9D8B030D-6E8A-4147-A177-3AD203B41FA5}">
                      <a16:colId xmlns:a16="http://schemas.microsoft.com/office/drawing/2014/main" val="203163214"/>
                    </a:ext>
                  </a:extLst>
                </a:gridCol>
                <a:gridCol w="1397285">
                  <a:extLst>
                    <a:ext uri="{9D8B030D-6E8A-4147-A177-3AD203B41FA5}">
                      <a16:colId xmlns:a16="http://schemas.microsoft.com/office/drawing/2014/main" val="4078832772"/>
                    </a:ext>
                  </a:extLst>
                </a:gridCol>
                <a:gridCol w="719191">
                  <a:extLst>
                    <a:ext uri="{9D8B030D-6E8A-4147-A177-3AD203B41FA5}">
                      <a16:colId xmlns:a16="http://schemas.microsoft.com/office/drawing/2014/main" val="1575506944"/>
                    </a:ext>
                  </a:extLst>
                </a:gridCol>
                <a:gridCol w="760288">
                  <a:extLst>
                    <a:ext uri="{9D8B030D-6E8A-4147-A177-3AD203B41FA5}">
                      <a16:colId xmlns:a16="http://schemas.microsoft.com/office/drawing/2014/main" val="845782845"/>
                    </a:ext>
                  </a:extLst>
                </a:gridCol>
                <a:gridCol w="811658">
                  <a:extLst>
                    <a:ext uri="{9D8B030D-6E8A-4147-A177-3AD203B41FA5}">
                      <a16:colId xmlns:a16="http://schemas.microsoft.com/office/drawing/2014/main" val="472507903"/>
                    </a:ext>
                  </a:extLst>
                </a:gridCol>
                <a:gridCol w="1037690">
                  <a:extLst>
                    <a:ext uri="{9D8B030D-6E8A-4147-A177-3AD203B41FA5}">
                      <a16:colId xmlns:a16="http://schemas.microsoft.com/office/drawing/2014/main" val="3692223047"/>
                    </a:ext>
                  </a:extLst>
                </a:gridCol>
              </a:tblGrid>
              <a:tr h="66672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Nr. of persons for each seniority level 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Workstream 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Discipline 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Name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Country 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Estimated person-days 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Standard rates £/day 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Estimated total (expenses </a:t>
                      </a:r>
                      <a:r>
                        <a:rPr lang="en-GB" sz="1100" u="sng" dirty="0">
                          <a:effectLst/>
                        </a:rPr>
                        <a:t>excluded</a:t>
                      </a:r>
                      <a:r>
                        <a:rPr lang="en-GB" sz="1100" dirty="0">
                          <a:effectLst/>
                        </a:rPr>
                        <a:t> ) 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89191335"/>
                  </a:ext>
                </a:extLst>
              </a:tr>
              <a:tr h="35405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1 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Across 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Programme Manager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</a:rPr>
                        <a:t>Adam Ward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UK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10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1500</a:t>
                      </a:r>
                      <a:endParaRPr lang="en-GB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£15,000.00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52111961"/>
                  </a:ext>
                </a:extLst>
              </a:tr>
              <a:tr h="35405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1 </a:t>
                      </a:r>
                      <a:endParaRPr lang="en-GB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Across 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Engagement Manager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</a:rPr>
                        <a:t>Anamika Desai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UK</a:t>
                      </a:r>
                      <a:endParaRPr lang="en-GB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26</a:t>
                      </a:r>
                      <a:endParaRPr lang="en-GB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1175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£30500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65404966"/>
                  </a:ext>
                </a:extLst>
              </a:tr>
              <a:tr h="299044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1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Across</a:t>
                      </a:r>
                      <a:endParaRPr lang="en-GB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Enterprise Architect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</a:rPr>
                        <a:t>Riccardo Gozzi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UK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15</a:t>
                      </a:r>
                      <a:endParaRPr lang="en-GB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1500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£22,500.00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188292102"/>
                  </a:ext>
                </a:extLst>
              </a:tr>
              <a:tr h="26396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1 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 CRM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Technical Lead</a:t>
                      </a:r>
                      <a:endParaRPr lang="en-GB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</a:rPr>
                        <a:t>Bharath Samraj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UK</a:t>
                      </a:r>
                      <a:endParaRPr lang="en-GB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30</a:t>
                      </a:r>
                      <a:endParaRPr lang="en-GB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825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£24,750.00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72054920"/>
                  </a:ext>
                </a:extLst>
              </a:tr>
              <a:tr h="35405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1 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 CRM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CRM Functional Consultant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</a:rPr>
                        <a:t>Ucee Akuanyionwu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UK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35</a:t>
                      </a:r>
                      <a:endParaRPr lang="en-GB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750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£26,250.00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25285072"/>
                  </a:ext>
                </a:extLst>
              </a:tr>
              <a:tr h="30349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1 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 CRM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Technical Architect</a:t>
                      </a:r>
                      <a:endParaRPr lang="en-GB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</a:rPr>
                        <a:t>Sejal Shah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Offshore</a:t>
                      </a:r>
                      <a:endParaRPr lang="en-GB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32</a:t>
                      </a:r>
                      <a:endParaRPr lang="en-GB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285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£9,120.00</a:t>
                      </a:r>
                      <a:endParaRPr lang="en-GB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626774089"/>
                  </a:ext>
                </a:extLst>
              </a:tr>
              <a:tr h="35405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1 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 CRM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Data Analyst (Data Migration)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</a:rPr>
                        <a:t>Arun Kumar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Offshore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35</a:t>
                      </a:r>
                      <a:endParaRPr lang="en-GB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275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£9,625.00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78462997"/>
                  </a:ext>
                </a:extLst>
              </a:tr>
              <a:tr h="34459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1 </a:t>
                      </a:r>
                      <a:endParaRPr lang="en-GB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en-GB" sz="1100" dirty="0">
                          <a:effectLst/>
                        </a:rPr>
                        <a:t>SharePoint</a:t>
                      </a:r>
                      <a:endParaRPr lang="en-GB" sz="1100" dirty="0">
                        <a:effectLst/>
                        <a:latin typeface="+mn-lt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Migration Lead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</a:rPr>
                        <a:t>Azher Mohammed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Offshore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33</a:t>
                      </a:r>
                      <a:endParaRPr lang="en-GB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275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£9,075.00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41066002"/>
                  </a:ext>
                </a:extLst>
              </a:tr>
              <a:tr h="304599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1</a:t>
                      </a:r>
                      <a:endParaRPr lang="en-GB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 SharePoint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Technical Architect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</a:rPr>
                        <a:t>Vaibhav Telore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Offshore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34</a:t>
                      </a:r>
                      <a:endParaRPr lang="en-GB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285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£9,690.00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23583329"/>
                  </a:ext>
                </a:extLst>
              </a:tr>
              <a:tr h="354053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1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 SharePoint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SharePoint Technical Analyst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effectLst/>
                        </a:rPr>
                        <a:t>Sudipta Basu</a:t>
                      </a:r>
                      <a:endParaRPr lang="en-GB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UK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34</a:t>
                      </a:r>
                      <a:endParaRPr lang="en-GB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>
                          <a:effectLst/>
                        </a:rPr>
                        <a:t>600</a:t>
                      </a:r>
                      <a:endParaRPr lang="en-GB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£20,400.00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61837260"/>
                  </a:ext>
                </a:extLst>
              </a:tr>
              <a:tr h="389312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1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 Across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Test Lead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solidFill>
                            <a:srgbClr val="000000"/>
                          </a:solidFill>
                          <a:effectLst/>
                        </a:rPr>
                        <a:t>TBC</a:t>
                      </a:r>
                      <a:endParaRPr lang="en-GB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Offshore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20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285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£5,700.00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75229434"/>
                  </a:ext>
                </a:extLst>
              </a:tr>
              <a:tr h="258579"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Sub Total 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GB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GB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GB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b="1" dirty="0">
                          <a:effectLst/>
                        </a:rPr>
                        <a:t>£182,660</a:t>
                      </a:r>
                      <a:endParaRPr lang="en-GB" sz="11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13155081"/>
                  </a:ext>
                </a:extLst>
              </a:tr>
              <a:tr h="300328"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Discount 14%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GB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GB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GB" sz="110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£ 25,572.40 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65188998"/>
                  </a:ext>
                </a:extLst>
              </a:tr>
              <a:tr h="256854">
                <a:tc>
                  <a:txBody>
                    <a:bodyPr/>
                    <a:lstStyle/>
                    <a:p>
                      <a:pPr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dirty="0">
                          <a:effectLst/>
                        </a:rPr>
                        <a:t>Total </a:t>
                      </a:r>
                      <a:endParaRPr lang="en-GB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endParaRPr lang="en-GB" sz="11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GB" sz="1100" b="1" dirty="0">
                          <a:effectLst/>
                        </a:rPr>
                        <a:t>£157,087.60</a:t>
                      </a:r>
                      <a:endParaRPr lang="en-GB" sz="1100" b="1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0705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1476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ggetto 3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think-cell" r:id="rId4" imgW="395" imgH="394" progId="TCLayout.ActiveDocument.1">
                  <p:embed/>
                </p:oleObj>
              </mc:Choice>
              <mc:Fallback>
                <p:oleObj name="Diapositiva think-cell" r:id="rId4" imgW="395" imgH="394" progId="TCLayout.ActiveDocument.1">
                  <p:embed/>
                  <p:pic>
                    <p:nvPicPr>
                      <p:cNvPr id="4" name="Ogget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ttangolo 4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6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+mn-cs"/>
              <a:sym typeface="Arial" panose="020B0604020202020204" pitchFamily="34" charset="0"/>
            </a:endParaRPr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A4C95D74-EBE3-45F6-BBCE-7F04CF27568C}"/>
              </a:ext>
            </a:extLst>
          </p:cNvPr>
          <p:cNvSpPr txBox="1">
            <a:spLocks/>
          </p:cNvSpPr>
          <p:nvPr/>
        </p:nvSpPr>
        <p:spPr>
          <a:xfrm>
            <a:off x="273016" y="55440"/>
            <a:ext cx="11858613" cy="695674"/>
          </a:xfrm>
          <a:prstGeom prst="rect">
            <a:avLst/>
          </a:prstGeom>
        </p:spPr>
        <p:txBody>
          <a:bodyPr vert="horz"/>
          <a:lstStyle>
            <a:lvl1pPr marL="182563" indent="0"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  <a:lvl2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452202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04516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56788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09052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ＭＳ Ｐゴシック"/>
              </a:rPr>
              <a:t>Agenda</a:t>
            </a: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5C06E815-00ED-4117-ADF7-4492F84071DF}"/>
              </a:ext>
            </a:extLst>
          </p:cNvPr>
          <p:cNvSpPr/>
          <p:nvPr/>
        </p:nvSpPr>
        <p:spPr>
          <a:xfrm>
            <a:off x="1101934" y="1035563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solidFill>
                <a:srgbClr val="C00000"/>
              </a:solidFill>
              <a:latin typeface="Arial Regular"/>
              <a:ea typeface="ＭＳ Ｐゴシック"/>
            </a:endParaRPr>
          </a:p>
        </p:txBody>
      </p:sp>
      <p:sp>
        <p:nvSpPr>
          <p:cNvPr id="8" name="Rectangle 21">
            <a:extLst>
              <a:ext uri="{FF2B5EF4-FFF2-40B4-BE49-F238E27FC236}">
                <a16:creationId xmlns:a16="http://schemas.microsoft.com/office/drawing/2014/main" id="{5F907D31-2266-4E55-9F19-96396073F8D9}"/>
              </a:ext>
            </a:extLst>
          </p:cNvPr>
          <p:cNvSpPr/>
          <p:nvPr/>
        </p:nvSpPr>
        <p:spPr>
          <a:xfrm>
            <a:off x="2541435" y="1035563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BE346BA-EA3F-4672-9D26-3F6C54A2A1AD}"/>
              </a:ext>
            </a:extLst>
          </p:cNvPr>
          <p:cNvSpPr txBox="1">
            <a:spLocks/>
          </p:cNvSpPr>
          <p:nvPr/>
        </p:nvSpPr>
        <p:spPr>
          <a:xfrm>
            <a:off x="1556301" y="1292110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Regular"/>
                <a:cs typeface="Segoe UI Light"/>
              </a:rPr>
              <a:t>01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71050A9-D98F-4F04-8BCD-4D9221871734}"/>
              </a:ext>
            </a:extLst>
          </p:cNvPr>
          <p:cNvSpPr txBox="1">
            <a:spLocks/>
          </p:cNvSpPr>
          <p:nvPr/>
        </p:nvSpPr>
        <p:spPr>
          <a:xfrm>
            <a:off x="2541435" y="1292110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>
                <a:solidFill>
                  <a:prstClr val="white">
                    <a:lumMod val="75000"/>
                  </a:prstClr>
                </a:solidFill>
                <a:latin typeface="Arial Regular"/>
                <a:cs typeface="Segoe UI Light"/>
              </a:rPr>
              <a:t>PEV Progress Summary &amp; Plan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65AD16F-620E-409F-8070-5A3FC16FF255}"/>
              </a:ext>
            </a:extLst>
          </p:cNvPr>
          <p:cNvSpPr txBox="1">
            <a:spLocks/>
          </p:cNvSpPr>
          <p:nvPr/>
        </p:nvSpPr>
        <p:spPr>
          <a:xfrm>
            <a:off x="1556301" y="2319864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02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E40F18EE-1245-42E0-8068-10B8BAFA32EE}"/>
              </a:ext>
            </a:extLst>
          </p:cNvPr>
          <p:cNvSpPr/>
          <p:nvPr/>
        </p:nvSpPr>
        <p:spPr>
          <a:xfrm>
            <a:off x="1101934" y="2095391"/>
            <a:ext cx="1439501" cy="849931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solidFill>
                <a:srgbClr val="C00000"/>
              </a:solidFill>
              <a:latin typeface="Arial Regular"/>
              <a:ea typeface="ＭＳ Ｐゴシック"/>
            </a:endParaRPr>
          </a:p>
        </p:txBody>
      </p:sp>
      <p:sp>
        <p:nvSpPr>
          <p:cNvPr id="16" name="Rectangle 21">
            <a:extLst>
              <a:ext uri="{FF2B5EF4-FFF2-40B4-BE49-F238E27FC236}">
                <a16:creationId xmlns:a16="http://schemas.microsoft.com/office/drawing/2014/main" id="{47BBDE46-F6CF-45C9-B22A-9FA320B3DDCF}"/>
              </a:ext>
            </a:extLst>
          </p:cNvPr>
          <p:cNvSpPr/>
          <p:nvPr/>
        </p:nvSpPr>
        <p:spPr>
          <a:xfrm>
            <a:off x="2541435" y="2095391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D4577D2A-1BF2-4691-BDDA-3EC694D487A4}"/>
              </a:ext>
            </a:extLst>
          </p:cNvPr>
          <p:cNvSpPr txBox="1">
            <a:spLocks/>
          </p:cNvSpPr>
          <p:nvPr/>
        </p:nvSpPr>
        <p:spPr>
          <a:xfrm>
            <a:off x="1556301" y="2351938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02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3DF74F3E-09C0-47C5-89A7-2E7F57E4C15D}"/>
              </a:ext>
            </a:extLst>
          </p:cNvPr>
          <p:cNvSpPr txBox="1">
            <a:spLocks/>
          </p:cNvSpPr>
          <p:nvPr/>
        </p:nvSpPr>
        <p:spPr>
          <a:xfrm>
            <a:off x="2541435" y="2351938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prstClr val="white">
                    <a:lumMod val="75000"/>
                  </a:prstClr>
                </a:solidFill>
                <a:latin typeface="Arial Regular"/>
                <a:cs typeface="Segoe UI Light"/>
              </a:rPr>
              <a:t>IT Design &amp; Preparation</a:t>
            </a:r>
            <a:endParaRPr lang="en-GB">
              <a:solidFill>
                <a:prstClr val="white">
                  <a:lumMod val="75000"/>
                </a:prstClr>
              </a:solidFill>
              <a:latin typeface="Arial Regular"/>
              <a:cs typeface="Segoe UI Light"/>
            </a:endParaRPr>
          </a:p>
        </p:txBody>
      </p:sp>
      <p:sp>
        <p:nvSpPr>
          <p:cNvPr id="19" name="Rectangle 15">
            <a:extLst>
              <a:ext uri="{FF2B5EF4-FFF2-40B4-BE49-F238E27FC236}">
                <a16:creationId xmlns:a16="http://schemas.microsoft.com/office/drawing/2014/main" id="{3CFEDBFA-4061-4C66-922A-6C1D369A6016}"/>
              </a:ext>
            </a:extLst>
          </p:cNvPr>
          <p:cNvSpPr/>
          <p:nvPr/>
        </p:nvSpPr>
        <p:spPr>
          <a:xfrm>
            <a:off x="1101934" y="3123145"/>
            <a:ext cx="1439501" cy="84993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000">
              <a:solidFill>
                <a:srgbClr val="C00000"/>
              </a:solidFill>
              <a:latin typeface="Arial Regular"/>
              <a:ea typeface="ＭＳ Ｐゴシック"/>
            </a:endParaRPr>
          </a:p>
        </p:txBody>
      </p:sp>
      <p:sp>
        <p:nvSpPr>
          <p:cNvPr id="20" name="Rectangle 21">
            <a:extLst>
              <a:ext uri="{FF2B5EF4-FFF2-40B4-BE49-F238E27FC236}">
                <a16:creationId xmlns:a16="http://schemas.microsoft.com/office/drawing/2014/main" id="{DBBF963C-BEB5-4931-8168-4F24DD943D46}"/>
              </a:ext>
            </a:extLst>
          </p:cNvPr>
          <p:cNvSpPr/>
          <p:nvPr/>
        </p:nvSpPr>
        <p:spPr>
          <a:xfrm>
            <a:off x="2541435" y="3123145"/>
            <a:ext cx="8606662" cy="849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ea typeface="ＭＳ Ｐゴシック"/>
              <a:cs typeface="+mn-cs"/>
            </a:endParaRP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0BA36C5B-8883-4E21-B82A-B1C59B9ED06D}"/>
              </a:ext>
            </a:extLst>
          </p:cNvPr>
          <p:cNvSpPr txBox="1">
            <a:spLocks/>
          </p:cNvSpPr>
          <p:nvPr/>
        </p:nvSpPr>
        <p:spPr>
          <a:xfrm>
            <a:off x="1556301" y="3379692"/>
            <a:ext cx="530766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Regular"/>
                <a:cs typeface="Segoe UI Light"/>
              </a:rPr>
              <a:t>03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Regular"/>
              <a:cs typeface="Segoe UI Light"/>
            </a:endParaRP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BB58F35F-C74C-4633-AA39-1842AF65FD06}"/>
              </a:ext>
            </a:extLst>
          </p:cNvPr>
          <p:cNvSpPr txBox="1">
            <a:spLocks/>
          </p:cNvSpPr>
          <p:nvPr/>
        </p:nvSpPr>
        <p:spPr>
          <a:xfrm>
            <a:off x="2523707" y="3354948"/>
            <a:ext cx="7460802" cy="336837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0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b="0" i="0" kern="120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srgbClr val="C00000"/>
                </a:solidFill>
                <a:latin typeface="Arial Regular"/>
                <a:cs typeface="Segoe UI Light"/>
              </a:rPr>
              <a:t>Data Model</a:t>
            </a:r>
            <a:endParaRPr lang="en-GB">
              <a:solidFill>
                <a:srgbClr val="C00000"/>
              </a:solidFill>
              <a:latin typeface="Arial Regular"/>
              <a:cs typeface="Segoe UI Ligh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65B8E1-064C-47B5-AD54-35E412C82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A074-71B0-1C47-A455-7677837C124E}" type="slidenum">
              <a:rPr lang="it-IT" smtClean="0">
                <a:solidFill>
                  <a:srgbClr val="BD2027"/>
                </a:solidFill>
              </a:rPr>
              <a:pPr/>
              <a:t>9</a:t>
            </a:fld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194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BA3B8B6-4054-4555-A306-6A6937650DBB}"/>
              </a:ext>
            </a:extLst>
          </p:cNvPr>
          <p:cNvSpPr txBox="1">
            <a:spLocks/>
          </p:cNvSpPr>
          <p:nvPr/>
        </p:nvSpPr>
        <p:spPr>
          <a:xfrm>
            <a:off x="273016" y="55440"/>
            <a:ext cx="11858613" cy="695674"/>
          </a:xfrm>
          <a:prstGeom prst="rect">
            <a:avLst/>
          </a:prstGeom>
        </p:spPr>
        <p:txBody>
          <a:bodyPr vert="horz"/>
          <a:lstStyle>
            <a:lvl1pPr marL="182563" indent="0"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+mj-lt"/>
                <a:ea typeface="Arial Unicode MS" pitchFamily="34" charset="-128"/>
                <a:cs typeface="Arial Unicode MS" pitchFamily="34" charset="-128"/>
              </a:defRPr>
            </a:lvl1pPr>
            <a:lvl2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algn="l" defTabSz="880271" rtl="0" eaLnBrk="0" fontAlgn="base" hangingPunct="0">
              <a:spcBef>
                <a:spcPct val="0"/>
              </a:spcBef>
              <a:spcAft>
                <a:spcPct val="0"/>
              </a:spcAft>
              <a:tabLst>
                <a:tab pos="259466" algn="l"/>
              </a:tabLst>
              <a:defRPr sz="2000">
                <a:solidFill>
                  <a:srgbClr val="BD2027"/>
                </a:solidFill>
                <a:latin typeface="Arial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452202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6pPr>
            <a:lvl7pPr marL="904516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7pPr>
            <a:lvl8pPr marL="1356788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8pPr>
            <a:lvl9pPr marL="1809052" algn="l" defTabSz="885678" rtl="0" eaLnBrk="1" fontAlgn="base" hangingPunct="1">
              <a:spcBef>
                <a:spcPct val="0"/>
              </a:spcBef>
              <a:spcAft>
                <a:spcPct val="0"/>
              </a:spcAft>
              <a:defRPr sz="19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ＭＳ Ｐゴシック"/>
              </a:rPr>
              <a:t>Data Model – Report Summary (4</a:t>
            </a:r>
            <a:r>
              <a:rPr kumimoji="0" lang="en-US" sz="2000" b="0" i="0" u="none" strike="noStrike" kern="1200" cap="none" spc="0" normalizeH="0" baseline="3000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ＭＳ Ｐゴシック"/>
              </a:rPr>
              <a:t>th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ＭＳ Ｐゴシック"/>
              </a:rPr>
              <a:t> August)</a:t>
            </a:r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9C0ADCB6-B103-46F0-AEAB-D1A3A88A6622}"/>
              </a:ext>
            </a:extLst>
          </p:cNvPr>
          <p:cNvSpPr txBox="1">
            <a:spLocks/>
          </p:cNvSpPr>
          <p:nvPr/>
        </p:nvSpPr>
        <p:spPr>
          <a:xfrm>
            <a:off x="11022059" y="6356351"/>
            <a:ext cx="560340" cy="365125"/>
          </a:xfrm>
          <a:prstGeom prst="rect">
            <a:avLst/>
          </a:prstGeom>
        </p:spPr>
        <p:txBody>
          <a:bodyPr/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CAE5FC-86E1-1448-8EC3-A22E1B31C8C0}" type="slidenum">
              <a:rPr lang="it-IT" smtClean="0"/>
              <a:pPr/>
              <a:t>10</a:t>
            </a:fld>
            <a:endParaRPr lang="it-IT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0B8C72-23A8-4B48-ABA7-65803AD84CCD}"/>
              </a:ext>
            </a:extLst>
          </p:cNvPr>
          <p:cNvSpPr/>
          <p:nvPr/>
        </p:nvSpPr>
        <p:spPr>
          <a:xfrm>
            <a:off x="273016" y="3420959"/>
            <a:ext cx="11858612" cy="25905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6728" rIns="91440" bIns="45720" numCol="1" spcCol="144000" anchor="t"/>
          <a:lstStyle/>
          <a:p>
            <a:pPr marL="342000" lvl="0" indent="-342000"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GB" sz="12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Risk, Organisation, Contract LDM</a:t>
            </a:r>
            <a:endParaRPr lang="en-GB" sz="12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741600" lvl="1" indent="-284400">
              <a:buSzPts val="1000"/>
              <a:buFont typeface="Courier New" panose="02070309020205020404" pitchFamily="49" charset="0"/>
              <a:buChar char="o"/>
              <a:tabLst>
                <a:tab pos="457200" algn="l"/>
              </a:tabLst>
            </a:pPr>
            <a:r>
              <a:rPr lang="en-GB" sz="1200" dirty="0">
                <a:solidFill>
                  <a:srgbClr val="000000"/>
                </a:solidFill>
                <a:ea typeface="Times New Roman" panose="02020603050405020304" pitchFamily="18" charset="0"/>
              </a:rPr>
              <a:t>R</a:t>
            </a:r>
            <a:r>
              <a:rPr lang="en-GB" sz="12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eleased the second version for the LDM+ Taxonomy for Contract, Risk, Organisation domains. </a:t>
            </a:r>
            <a:r>
              <a:rPr lang="en-GB" sz="1200" dirty="0">
                <a:solidFill>
                  <a:srgbClr val="00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sz="12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1600" lvl="2" indent="-28440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1200" dirty="0">
                <a:solidFill>
                  <a:srgbClr val="000000"/>
                </a:solidFill>
                <a:ea typeface="Times New Roman" panose="02020603050405020304" pitchFamily="18" charset="0"/>
              </a:rPr>
              <a:t>R</a:t>
            </a:r>
            <a:r>
              <a:rPr lang="en-GB" sz="12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eleased the collection of all attributes mapped in the current LDM by domain</a:t>
            </a:r>
            <a:endParaRPr lang="en-GB" sz="1200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1600" lvl="2" indent="-28440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GB" sz="1200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The review scheduled for the Cross Reference Domain on 12/08</a:t>
            </a:r>
            <a:endParaRPr lang="en-GB" sz="1200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62800" indent="-285750">
              <a:spcBef>
                <a:spcPts val="5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GB" sz="1200" dirty="0">
              <a:solidFill>
                <a:srgbClr val="00000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0000" lvl="1" indent="-285750">
              <a:spcBef>
                <a:spcPts val="500"/>
              </a:spcBef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GB" sz="12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196BE0-FF47-4294-A588-9277479A98ED}"/>
              </a:ext>
            </a:extLst>
          </p:cNvPr>
          <p:cNvSpPr/>
          <p:nvPr/>
        </p:nvSpPr>
        <p:spPr>
          <a:xfrm>
            <a:off x="273016" y="6236413"/>
            <a:ext cx="11858612" cy="5960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6728" rIns="91440" bIns="45720" anchor="t"/>
          <a:lstStyle/>
          <a:p>
            <a:pPr defTabSz="607356">
              <a:lnSpc>
                <a:spcPct val="150000"/>
              </a:lnSpc>
              <a:defRPr/>
            </a:pPr>
            <a:r>
              <a:rPr kumimoji="0" lang="en-US" sz="1400" i="0" u="none" strike="noStrike" kern="1200" cap="none" spc="0" normalizeH="0" baseline="0" noProof="0">
                <a:ln>
                  <a:noFill/>
                </a:ln>
                <a:solidFill>
                  <a:srgbClr val="595959">
                    <a:lumMod val="50000"/>
                  </a:srgbClr>
                </a:solidFill>
                <a:effectLst/>
                <a:uLnTx/>
                <a:uFillTx/>
                <a:latin typeface="Segoe UI"/>
                <a:ea typeface="+mn-ea"/>
                <a:cs typeface="Segoe UI"/>
              </a:rPr>
              <a:t>None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7121D2-C844-4976-AE2A-7C50E756EE59}"/>
              </a:ext>
            </a:extLst>
          </p:cNvPr>
          <p:cNvSpPr/>
          <p:nvPr/>
        </p:nvSpPr>
        <p:spPr>
          <a:xfrm>
            <a:off x="273016" y="6011508"/>
            <a:ext cx="11858612" cy="233855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/>
          <a:lstStyle/>
          <a:p>
            <a:pPr marL="0" marR="0" lvl="0" indent="0" algn="ctr" defTabSz="91275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Support/Decisions Required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BD75BC8-02DC-4907-8A7D-C44E8FA06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2791804"/>
              </p:ext>
            </p:extLst>
          </p:nvPr>
        </p:nvGraphicFramePr>
        <p:xfrm>
          <a:off x="322460" y="718007"/>
          <a:ext cx="7922750" cy="2402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400">
                  <a:extLst>
                    <a:ext uri="{9D8B030D-6E8A-4147-A177-3AD203B41FA5}">
                      <a16:colId xmlns:a16="http://schemas.microsoft.com/office/drawing/2014/main" val="595509630"/>
                    </a:ext>
                  </a:extLst>
                </a:gridCol>
                <a:gridCol w="1321200">
                  <a:extLst>
                    <a:ext uri="{9D8B030D-6E8A-4147-A177-3AD203B41FA5}">
                      <a16:colId xmlns:a16="http://schemas.microsoft.com/office/drawing/2014/main" val="355517557"/>
                    </a:ext>
                  </a:extLst>
                </a:gridCol>
                <a:gridCol w="3257512">
                  <a:extLst>
                    <a:ext uri="{9D8B030D-6E8A-4147-A177-3AD203B41FA5}">
                      <a16:colId xmlns:a16="http://schemas.microsoft.com/office/drawing/2014/main" val="1736284967"/>
                    </a:ext>
                  </a:extLst>
                </a:gridCol>
                <a:gridCol w="3149638">
                  <a:extLst>
                    <a:ext uri="{9D8B030D-6E8A-4147-A177-3AD203B41FA5}">
                      <a16:colId xmlns:a16="http://schemas.microsoft.com/office/drawing/2014/main" val="4109125142"/>
                    </a:ext>
                  </a:extLst>
                </a:gridCol>
              </a:tblGrid>
              <a:tr h="284400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GB" sz="900" b="1" u="none" strike="noStrike">
                          <a:solidFill>
                            <a:schemeClr val="bg1"/>
                          </a:solidFill>
                          <a:effectLst/>
                        </a:rPr>
                        <a:t>Data Model Progress Summary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GB" sz="1200" b="1" u="none" strike="noStrike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0" marR="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8018103"/>
                  </a:ext>
                </a:extLst>
              </a:tr>
              <a:tr h="284400">
                <a:tc gridSpan="2">
                  <a:txBody>
                    <a:bodyPr/>
                    <a:lstStyle/>
                    <a:p>
                      <a:pPr algn="ctr" fontAlgn="ctr"/>
                      <a:endParaRPr lang="en-GB" sz="900" b="1" u="none" strike="noStrike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r>
                        <a:rPr lang="en-GB" sz="900" u="none" strike="noStrike">
                          <a:effectLst/>
                        </a:rPr>
                        <a:t> </a:t>
                      </a:r>
                      <a:endParaRPr lang="en-GB" sz="900" b="0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en-GB" sz="700" b="0" i="0" u="none" strike="noStrike">
                        <a:solidFill>
                          <a:srgbClr val="000000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GB" sz="900" b="1" u="none" strike="noStrike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079690"/>
                  </a:ext>
                </a:extLst>
              </a:tr>
              <a:tr h="478468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GB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Domains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2E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390997" rtl="0" eaLnBrk="1" fontAlgn="ctr" latinLnBrk="0" hangingPunct="1"/>
                      <a:r>
                        <a:rPr lang="en-GB" sz="6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Processes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390997" rtl="0" eaLnBrk="1" fontAlgn="ctr" latinLnBrk="0" hangingPunct="1"/>
                      <a:r>
                        <a:rPr lang="en-GB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Status Update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390997" rtl="0" eaLnBrk="1" fontAlgn="ctr" latinLnBrk="0" hangingPunct="1"/>
                      <a:r>
                        <a:rPr lang="en-GB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Comment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385549"/>
                  </a:ext>
                </a:extLst>
              </a:tr>
              <a:tr h="338908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u="none" strike="noStrike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endParaRPr lang="en-GB" sz="900" b="0" i="0" u="none" strike="noStrike">
                        <a:solidFill>
                          <a:schemeClr val="bg1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Organisation Domain  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Completed  : Second draft delivery planned for 05/8 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GB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Details Shown below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574831"/>
                  </a:ext>
                </a:extLst>
              </a:tr>
              <a:tr h="338908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u="none" strike="noStrike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endParaRPr lang="en-GB" sz="900" b="0" i="0" u="none" strike="noStrike">
                        <a:solidFill>
                          <a:schemeClr val="bg1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Contract Domain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Completed  : Second draft delivery planned for 05/8 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GB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Details Shown below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9599684"/>
                  </a:ext>
                </a:extLst>
              </a:tr>
              <a:tr h="338908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u="none" strike="noStrike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endParaRPr lang="en-GB" sz="900" b="0" i="0" u="none" strike="noStrike">
                        <a:solidFill>
                          <a:schemeClr val="bg1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Risk Domain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Completed  : Second draft delivery planned for 05/8 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ctr">
                        <a:buFont typeface="Arial" panose="020B0604020202020204" pitchFamily="34" charset="0"/>
                        <a:buChar char="•"/>
                      </a:pPr>
                      <a:r>
                        <a:rPr lang="en-GB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Details Shown below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029666"/>
                  </a:ext>
                </a:extLst>
              </a:tr>
              <a:tr h="338908">
                <a:tc>
                  <a:txBody>
                    <a:bodyPr/>
                    <a:lstStyle/>
                    <a:p>
                      <a:pPr algn="ctr" fontAlgn="ctr"/>
                      <a:r>
                        <a:rPr lang="en-GB" sz="900" u="none" strike="noStrike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  <a:endParaRPr lang="en-GB" sz="900" b="0" i="0" u="none" strike="noStrike">
                        <a:solidFill>
                          <a:schemeClr val="bg1"/>
                        </a:solidFill>
                        <a:effectLst/>
                        <a:latin typeface="Ubuntu" panose="020B050403060203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9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Cross Reference Domain</a:t>
                      </a: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GB" sz="800" b="1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 Review with DBA Team</a:t>
                      </a:r>
                      <a:endParaRPr lang="en-GB" sz="800" b="1">
                        <a:solidFill>
                          <a:srgbClr val="000000"/>
                        </a:solidFill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800" b="1">
                          <a:solidFill>
                            <a:srgbClr val="000000"/>
                          </a:solidFill>
                          <a:effectLst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 Review planned by 12/08</a:t>
                      </a:r>
                      <a:endParaRPr lang="en-GB" sz="800" b="1">
                        <a:solidFill>
                          <a:srgbClr val="000000"/>
                        </a:solidFill>
                        <a:effectLst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000" marR="36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367336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0B4D4-5631-4B75-B30D-E807F7A5D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65A074-71B0-1C47-A455-7677837C124E}" type="slidenum">
              <a:rPr lang="it-IT" smtClean="0">
                <a:solidFill>
                  <a:srgbClr val="BD2027"/>
                </a:solidFill>
              </a:rPr>
              <a:pPr/>
              <a:t>10</a:t>
            </a:fld>
            <a:endParaRPr lang="it-IT">
              <a:solidFill>
                <a:srgbClr val="BD20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3214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psvJ_lkTcC3F1.mY8zqu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9Sz2w6hl1d9izlBQFKc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d1IEZRKSG.MPRut9r5tH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Zgd4xucTfeY_Ha2MaH3J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p_9WdGrdo2_kyS.R2gbC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p_9WdGrdo2_kyS.R2gbCQ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p_9WdGrdo2_kyS.R2gbCQ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p_9WdGrdo2_kyS.R2gbCQ"/>
</p:tagLst>
</file>

<file path=ppt/theme/theme1.xml><?xml version="1.0" encoding="utf-8"?>
<a:theme xmlns:a="http://schemas.openxmlformats.org/drawingml/2006/main" name="1_GCC_PPT_template">
  <a:themeElements>
    <a:clrScheme name="Generali_colori_C">
      <a:dk1>
        <a:sysClr val="windowText" lastClr="000000"/>
      </a:dk1>
      <a:lt1>
        <a:sysClr val="window" lastClr="FFFFFF"/>
      </a:lt1>
      <a:dk2>
        <a:srgbClr val="BD2027"/>
      </a:dk2>
      <a:lt2>
        <a:srgbClr val="FEEEE6"/>
      </a:lt2>
      <a:accent1>
        <a:srgbClr val="BD2027"/>
      </a:accent1>
      <a:accent2>
        <a:srgbClr val="C25439"/>
      </a:accent2>
      <a:accent3>
        <a:srgbClr val="E9B09A"/>
      </a:accent3>
      <a:accent4>
        <a:srgbClr val="5C5D5F"/>
      </a:accent4>
      <a:accent5>
        <a:srgbClr val="CFD0D2"/>
      </a:accent5>
      <a:accent6>
        <a:srgbClr val="A1A3A4"/>
      </a:accent6>
      <a:hlink>
        <a:srgbClr val="BD2027"/>
      </a:hlink>
      <a:folHlink>
        <a:srgbClr val="C25439"/>
      </a:folHlink>
    </a:clrScheme>
    <a:fontScheme name="BE_typografia">
      <a:majorFont>
        <a:latin typeface="Arial Regular"/>
        <a:ea typeface="Arial Italic"/>
        <a:cs typeface=""/>
      </a:majorFont>
      <a:minorFont>
        <a:latin typeface="Arial Regular"/>
        <a:ea typeface="Arial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3_TEMPLATE GENERALI NEW">
  <a:themeElements>
    <a:clrScheme name="GENERALI NEW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C0C0C0"/>
      </a:accent1>
      <a:accent2>
        <a:srgbClr val="E95751"/>
      </a:accent2>
      <a:accent3>
        <a:srgbClr val="BD2027"/>
      </a:accent3>
      <a:accent4>
        <a:srgbClr val="752127"/>
      </a:accent4>
      <a:accent5>
        <a:srgbClr val="FF6600"/>
      </a:accent5>
      <a:accent6>
        <a:srgbClr val="808080"/>
      </a:accent6>
      <a:hlink>
        <a:srgbClr val="BD2027"/>
      </a:hlink>
      <a:folHlink>
        <a:srgbClr val="752127"/>
      </a:folHlink>
    </a:clrScheme>
    <a:fontScheme name="McKJapanese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>
            <a:lumMod val="20000"/>
            <a:lumOff val="80000"/>
          </a:schemeClr>
        </a:solidFill>
        <a:ln w="9525">
          <a:noFill/>
          <a:round/>
          <a:headEnd/>
          <a:tailEnd/>
        </a:ln>
        <a:effectLst>
          <a:glow rad="63500">
            <a:schemeClr val="accent1">
              <a:satMod val="175000"/>
              <a:alpha val="40000"/>
            </a:schemeClr>
          </a:glow>
        </a:effectLst>
      </a:spPr>
      <a:bodyPr rtlCol="0" anchor="ctr">
        <a:noAutofit/>
      </a:bodyPr>
      <a:lstStyle>
        <a:defPPr algn="ctr">
          <a:defRPr dirty="0">
            <a:cs typeface="+mn-cs"/>
          </a:defRPr>
        </a:defPPr>
      </a:lst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TEMPLATE GENERALI NEW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D0D0D0"/>
        </a:accent2>
        <a:accent3>
          <a:srgbClr val="909090"/>
        </a:accent3>
        <a:accent4>
          <a:srgbClr val="606060"/>
        </a:accent4>
        <a:accent5>
          <a:srgbClr val="FF6600"/>
        </a:accent5>
        <a:accent6>
          <a:srgbClr val="808080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GENERALI NEW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0066CC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GENERALI NEW 3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50A2A0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B658FC20403AD41AEDD3A681C683E50" ma:contentTypeVersion="15" ma:contentTypeDescription="Create a new document." ma:contentTypeScope="" ma:versionID="d4eed00f6407d11b19fae0ba44a58bc7">
  <xsd:schema xmlns:xsd="http://www.w3.org/2001/XMLSchema" xmlns:xs="http://www.w3.org/2001/XMLSchema" xmlns:p="http://schemas.microsoft.com/office/2006/metadata/properties" xmlns:ns2="30773258-bad0-4ce2-ba9f-79a276a9ae10" xmlns:ns3="c8417742-c8eb-4d70-bfc6-1dbe0bac0aaa" targetNamespace="http://schemas.microsoft.com/office/2006/metadata/properties" ma:root="true" ma:fieldsID="19a588dcff80a8ae3cdec8ecb4b6dbdf" ns2:_="" ns3:_="">
    <xsd:import namespace="30773258-bad0-4ce2-ba9f-79a276a9ae10"/>
    <xsd:import namespace="c8417742-c8eb-4d70-bfc6-1dbe0bac0a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773258-bad0-4ce2-ba9f-79a276a9ae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417742-c8eb-4d70-bfc6-1dbe0bac0aaa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954ccd74-4499-4c66-bd28-50b157955f20}" ma:internalName="TaxCatchAll" ma:showField="CatchAllData" ma:web="c8417742-c8eb-4d70-bfc6-1dbe0bac0aa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773258-bad0-4ce2-ba9f-79a276a9ae10">
      <Terms xmlns="http://schemas.microsoft.com/office/infopath/2007/PartnerControls"/>
    </lcf76f155ced4ddcb4097134ff3c332f>
    <TaxCatchAll xmlns="c8417742-c8eb-4d70-bfc6-1dbe0bac0aaa" xsi:nil="true"/>
  </documentManagement>
</p:properties>
</file>

<file path=customXml/itemProps1.xml><?xml version="1.0" encoding="utf-8"?>
<ds:datastoreItem xmlns:ds="http://schemas.openxmlformats.org/officeDocument/2006/customXml" ds:itemID="{817FD892-CA11-4FE8-B44D-DB222865EC38}">
  <ds:schemaRefs>
    <ds:schemaRef ds:uri="30773258-bad0-4ce2-ba9f-79a276a9ae10"/>
    <ds:schemaRef ds:uri="c8417742-c8eb-4d70-bfc6-1dbe0bac0aa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4502013-1A9C-4D08-904D-48EB7CD95ED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FD21D5-52B1-472F-8AA7-E612BF2717D5}">
  <ds:schemaRefs>
    <ds:schemaRef ds:uri="http://schemas.openxmlformats.org/package/2006/metadata/core-properties"/>
    <ds:schemaRef ds:uri="c8417742-c8eb-4d70-bfc6-1dbe0bac0aaa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  <ds:schemaRef ds:uri="http://schemas.microsoft.com/office/2006/documentManagement/types"/>
    <ds:schemaRef ds:uri="30773258-bad0-4ce2-ba9f-79a276a9ae10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1352</TotalTime>
  <Words>1091</Words>
  <Application>Microsoft Office PowerPoint</Application>
  <PresentationFormat>Widescreen</PresentationFormat>
  <Paragraphs>416</Paragraphs>
  <Slides>10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Arial</vt:lpstr>
      <vt:lpstr>Arial</vt:lpstr>
      <vt:lpstr>Arial Regular</vt:lpstr>
      <vt:lpstr>Calibri</vt:lpstr>
      <vt:lpstr>Courier New</vt:lpstr>
      <vt:lpstr>Lucida Grande</vt:lpstr>
      <vt:lpstr>Segoe UI</vt:lpstr>
      <vt:lpstr>Times New Roman</vt:lpstr>
      <vt:lpstr>Ubuntu</vt:lpstr>
      <vt:lpstr>Wingdings</vt:lpstr>
      <vt:lpstr>1_GCC_PPT_template</vt:lpstr>
      <vt:lpstr>3_TEMPLATE GENERALI NEW</vt:lpstr>
      <vt:lpstr>Diapositiva think-cell</vt:lpstr>
      <vt:lpstr>Platform Evolution Project Weekly Project Update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Platform Evolution Project Official Kick off – Central Team &amp; Countries</dc:title>
  <dc:creator>Pedetti Matteo</dc:creator>
  <cp:lastModifiedBy>Desai, Anamika</cp:lastModifiedBy>
  <cp:revision>3</cp:revision>
  <dcterms:created xsi:type="dcterms:W3CDTF">2022-05-09T12:06:51Z</dcterms:created>
  <dcterms:modified xsi:type="dcterms:W3CDTF">2022-08-10T14:05:44Z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f4bb52-9e9d-4296-940a-59002820a53c_Enabled">
    <vt:lpwstr>true</vt:lpwstr>
  </property>
  <property fmtid="{D5CDD505-2E9C-101B-9397-08002B2CF9AE}" pid="3" name="MSIP_Label_5bf4bb52-9e9d-4296-940a-59002820a53c_SetDate">
    <vt:lpwstr>2022-05-09T12:06:51Z</vt:lpwstr>
  </property>
  <property fmtid="{D5CDD505-2E9C-101B-9397-08002B2CF9AE}" pid="4" name="MSIP_Label_5bf4bb52-9e9d-4296-940a-59002820a53c_Method">
    <vt:lpwstr>Standard</vt:lpwstr>
  </property>
  <property fmtid="{D5CDD505-2E9C-101B-9397-08002B2CF9AE}" pid="5" name="MSIP_Label_5bf4bb52-9e9d-4296-940a-59002820a53c_Name">
    <vt:lpwstr>5bf4bb52-9e9d-4296-940a-59002820a53c</vt:lpwstr>
  </property>
  <property fmtid="{D5CDD505-2E9C-101B-9397-08002B2CF9AE}" pid="6" name="MSIP_Label_5bf4bb52-9e9d-4296-940a-59002820a53c_SiteId">
    <vt:lpwstr>cbeb3ecc-6f45-4183-b5a8-088140deae5d</vt:lpwstr>
  </property>
  <property fmtid="{D5CDD505-2E9C-101B-9397-08002B2CF9AE}" pid="7" name="MSIP_Label_5bf4bb52-9e9d-4296-940a-59002820a53c_ActionId">
    <vt:lpwstr>df4d0dea-1aeb-4fa0-b915-d06ca87c06f6</vt:lpwstr>
  </property>
  <property fmtid="{D5CDD505-2E9C-101B-9397-08002B2CF9AE}" pid="8" name="MSIP_Label_5bf4bb52-9e9d-4296-940a-59002820a53c_ContentBits">
    <vt:lpwstr>0</vt:lpwstr>
  </property>
  <property fmtid="{D5CDD505-2E9C-101B-9397-08002B2CF9AE}" pid="9" name="ContentTypeId">
    <vt:lpwstr>0x010100FB658FC20403AD41AEDD3A681C683E50</vt:lpwstr>
  </property>
  <property fmtid="{D5CDD505-2E9C-101B-9397-08002B2CF9AE}" pid="10" name="MediaServiceImageTags">
    <vt:lpwstr/>
  </property>
</Properties>
</file>
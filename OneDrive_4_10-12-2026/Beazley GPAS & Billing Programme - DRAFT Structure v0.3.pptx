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2" r:id="rId4"/>
  </p:sldMasterIdLst>
  <p:notesMasterIdLst>
    <p:notesMasterId r:id="rId8"/>
  </p:notesMasterIdLst>
  <p:sldIdLst>
    <p:sldId id="265" r:id="rId5"/>
    <p:sldId id="263" r:id="rId6"/>
    <p:sldId id="264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nlKGJy8oi3PHrbRsrsV7Axi3j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050"/>
    <a:srgbClr val="DC199B"/>
    <a:srgbClr val="0098C7"/>
    <a:srgbClr val="78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B7C02-09EB-425F-9427-B2A6802BAFAB}" v="144" dt="2024-03-25T13:03:05.850"/>
  </p1510:revLst>
</p1510:revInfo>
</file>

<file path=ppt/tableStyles.xml><?xml version="1.0" encoding="utf-8"?>
<a:tblStyleLst xmlns:a="http://schemas.openxmlformats.org/drawingml/2006/main" def="{319EA6DE-A95E-4E92-A87A-17BF801CBB11}">
  <a:tblStyle styleId="{319EA6DE-A95E-4E92-A87A-17BF801CBB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53FB247-D5D5-4E59-807B-093C0921E15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05ECBD0-CEFC-4DD3-9C0F-E35A8A74D5EC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DC199B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DC199B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69FD7B-7670-4331-A2A5-2605464D8DB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59" Type="http://schemas.openxmlformats.org/officeDocument/2006/relationships/theme" Target="theme/theme1.xml"/><Relationship Id="rId2" Type="http://schemas.openxmlformats.org/officeDocument/2006/relationships/customXml" Target="../customXml/item2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6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twright, Max" userId="4fdaca64-157b-4f34-aebd-58f672b6a20c" providerId="ADAL" clId="{172B7C02-09EB-425F-9427-B2A6802BAFAB}"/>
    <pc:docChg chg="undo redo custSel addSld modSld">
      <pc:chgData name="Cartwright, Max" userId="4fdaca64-157b-4f34-aebd-58f672b6a20c" providerId="ADAL" clId="{172B7C02-09EB-425F-9427-B2A6802BAFAB}" dt="2024-03-25T13:03:05.850" v="3318" actId="478"/>
      <pc:docMkLst>
        <pc:docMk/>
      </pc:docMkLst>
      <pc:sldChg chg="addSp delSp modSp mod">
        <pc:chgData name="Cartwright, Max" userId="4fdaca64-157b-4f34-aebd-58f672b6a20c" providerId="ADAL" clId="{172B7C02-09EB-425F-9427-B2A6802BAFAB}" dt="2024-03-25T13:03:05.850" v="3318" actId="478"/>
        <pc:sldMkLst>
          <pc:docMk/>
          <pc:sldMk cId="0" sldId="263"/>
        </pc:sldMkLst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2" creationId="{B9B72905-D04F-205D-940B-04CA10597A59}"/>
          </ac:spMkLst>
        </pc:spChg>
        <pc:spChg chg="add mod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3" creationId="{778EB3A8-C25E-8CC9-E529-04F2937C08A5}"/>
          </ac:spMkLst>
        </pc:spChg>
        <pc:spChg chg="mod topLvl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5" creationId="{90AEB16E-C3D0-1CBF-D61C-7579DACABCEE}"/>
          </ac:spMkLst>
        </pc:spChg>
        <pc:spChg chg="mod topLvl">
          <ac:chgData name="Cartwright, Max" userId="4fdaca64-157b-4f34-aebd-58f672b6a20c" providerId="ADAL" clId="{172B7C02-09EB-425F-9427-B2A6802BAFAB}" dt="2024-03-25T07:48:00.837" v="3060" actId="165"/>
          <ac:spMkLst>
            <pc:docMk/>
            <pc:sldMk cId="0" sldId="263"/>
            <ac:spMk id="6" creationId="{DA5C355D-4C03-E6DC-1A50-DE7ED909F9E9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8" creationId="{6B94823D-2DBC-6259-3754-78B20B4ECFF9}"/>
          </ac:spMkLst>
        </pc:spChg>
        <pc:spChg chg="add mod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8" creationId="{8AF436F1-3819-8492-CB57-5601E142F673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" creationId="{07C1E2B6-E39C-DF09-67DD-AF5BB70377FE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10" creationId="{4EB075B7-6A28-F541-D6F5-45CA278E5F62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11" creationId="{23378F48-3438-ABB6-5A7D-C7203B66D0F9}"/>
          </ac:spMkLst>
        </pc:spChg>
        <pc:spChg chg="mod topLvl">
          <ac:chgData name="Cartwright, Max" userId="4fdaca64-157b-4f34-aebd-58f672b6a20c" providerId="ADAL" clId="{172B7C02-09EB-425F-9427-B2A6802BAFAB}" dt="2024-03-25T09:06:54.811" v="3295" actId="207"/>
          <ac:spMkLst>
            <pc:docMk/>
            <pc:sldMk cId="0" sldId="263"/>
            <ac:spMk id="12" creationId="{302DE8FA-9836-1586-3323-28E50DED1B1C}"/>
          </ac:spMkLst>
        </pc:spChg>
        <pc:spChg chg="mod">
          <ac:chgData name="Cartwright, Max" userId="4fdaca64-157b-4f34-aebd-58f672b6a20c" providerId="ADAL" clId="{172B7C02-09EB-425F-9427-B2A6802BAFAB}" dt="2024-03-24T08:28:20.288" v="1739" actId="6549"/>
          <ac:spMkLst>
            <pc:docMk/>
            <pc:sldMk cId="0" sldId="263"/>
            <ac:spMk id="13" creationId="{85C6F378-1A6C-FF71-CECF-4D4A410E94A4}"/>
          </ac:spMkLst>
        </pc:spChg>
        <pc:spChg chg="mod topLvl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15" creationId="{00B28477-6496-A66B-EF94-7C198FF02185}"/>
          </ac:spMkLst>
        </pc:spChg>
        <pc:spChg chg="mod">
          <ac:chgData name="Cartwright, Max" userId="4fdaca64-157b-4f34-aebd-58f672b6a20c" providerId="ADAL" clId="{172B7C02-09EB-425F-9427-B2A6802BAFAB}" dt="2024-03-25T09:06:56.120" v="3298" actId="108"/>
          <ac:spMkLst>
            <pc:docMk/>
            <pc:sldMk cId="0" sldId="263"/>
            <ac:spMk id="17" creationId="{43893CC7-D216-9009-1C37-9882C0322D32}"/>
          </ac:spMkLst>
        </pc:spChg>
        <pc:spChg chg="mod topLvl">
          <ac:chgData name="Cartwright, Max" userId="4fdaca64-157b-4f34-aebd-58f672b6a20c" providerId="ADAL" clId="{172B7C02-09EB-425F-9427-B2A6802BAFAB}" dt="2024-03-25T09:06:41.875" v="3291" actId="207"/>
          <ac:spMkLst>
            <pc:docMk/>
            <pc:sldMk cId="0" sldId="263"/>
            <ac:spMk id="18" creationId="{3F0A3E4D-D077-DE92-594D-6B8B5EF6FE4B}"/>
          </ac:spMkLst>
        </pc:spChg>
        <pc:spChg chg="mod topLvl">
          <ac:chgData name="Cartwright, Max" userId="4fdaca64-157b-4f34-aebd-58f672b6a20c" providerId="ADAL" clId="{172B7C02-09EB-425F-9427-B2A6802BAFAB}" dt="2024-03-25T07:48:00.837" v="3060" actId="165"/>
          <ac:spMkLst>
            <pc:docMk/>
            <pc:sldMk cId="0" sldId="263"/>
            <ac:spMk id="19" creationId="{7944E31C-CF33-246B-DE9C-B7034EFEE4CA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20" creationId="{415002E1-0AED-1D80-C293-9F05C8DA67C3}"/>
          </ac:spMkLst>
        </pc:spChg>
        <pc:spChg chg="add mod">
          <ac:chgData name="Cartwright, Max" userId="4fdaca64-157b-4f34-aebd-58f672b6a20c" providerId="ADAL" clId="{172B7C02-09EB-425F-9427-B2A6802BAFAB}" dt="2024-03-25T08:11:55.570" v="3268" actId="1038"/>
          <ac:spMkLst>
            <pc:docMk/>
            <pc:sldMk cId="0" sldId="263"/>
            <ac:spMk id="20" creationId="{5B5EA841-D320-FA59-8AA7-F14423E5FC5E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21" creationId="{97AECA90-4A90-3373-EA83-2362216BE281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22" creationId="{961906AC-CAAC-F23A-ACD2-C49A238054A7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23" creationId="{2DD1599B-ED66-2CAA-0038-541B871904DE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24" creationId="{A4A62038-A37A-9E9C-1B63-1C4A6CA58E46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25" creationId="{B83017E7-A357-8CDC-F395-14F04C5126A4}"/>
          </ac:spMkLst>
        </pc:spChg>
        <pc:spChg chg="add mod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26" creationId="{E1BCE4E6-D7CE-38CF-0AB5-279FB314F9AA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27" creationId="{D14E66A4-5F78-34E0-00B1-7082031E446E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28" creationId="{1E7D8624-3592-2919-1239-1AB11BC0222D}"/>
          </ac:spMkLst>
        </pc:spChg>
        <pc:spChg chg="add mod">
          <ac:chgData name="Cartwright, Max" userId="4fdaca64-157b-4f34-aebd-58f672b6a20c" providerId="ADAL" clId="{172B7C02-09EB-425F-9427-B2A6802BAFAB}" dt="2024-03-25T07:57:22.228" v="3175" actId="207"/>
          <ac:spMkLst>
            <pc:docMk/>
            <pc:sldMk cId="0" sldId="263"/>
            <ac:spMk id="29" creationId="{0876F1DB-C48D-4044-F7D0-AF0EC987EE3F}"/>
          </ac:spMkLst>
        </pc:spChg>
        <pc:spChg chg="add mod">
          <ac:chgData name="Cartwright, Max" userId="4fdaca64-157b-4f34-aebd-58f672b6a20c" providerId="ADAL" clId="{172B7C02-09EB-425F-9427-B2A6802BAFAB}" dt="2024-03-25T09:06:54.256" v="3294" actId="207"/>
          <ac:spMkLst>
            <pc:docMk/>
            <pc:sldMk cId="0" sldId="263"/>
            <ac:spMk id="30" creationId="{0B59A991-941B-2378-0850-929E635539A3}"/>
          </ac:spMkLst>
        </pc:spChg>
        <pc:spChg chg="mod topLvl">
          <ac:chgData name="Cartwright, Max" userId="4fdaca64-157b-4f34-aebd-58f672b6a20c" providerId="ADAL" clId="{172B7C02-09EB-425F-9427-B2A6802BAFAB}" dt="2024-03-24T09:23:01.157" v="3037" actId="1037"/>
          <ac:spMkLst>
            <pc:docMk/>
            <pc:sldMk cId="0" sldId="263"/>
            <ac:spMk id="31" creationId="{7D03B130-F6B8-D2A9-F210-08FEDC3CAC70}"/>
          </ac:spMkLst>
        </pc:spChg>
        <pc:spChg chg="mod topLvl">
          <ac:chgData name="Cartwright, Max" userId="4fdaca64-157b-4f34-aebd-58f672b6a20c" providerId="ADAL" clId="{172B7C02-09EB-425F-9427-B2A6802BAFAB}" dt="2024-03-25T08:11:36.902" v="3264" actId="20577"/>
          <ac:spMkLst>
            <pc:docMk/>
            <pc:sldMk cId="0" sldId="263"/>
            <ac:spMk id="832" creationId="{F596B990-B3EA-CE9F-405C-DEA501620E5D}"/>
          </ac:spMkLst>
        </pc:spChg>
        <pc:spChg chg="mod topLvl">
          <ac:chgData name="Cartwright, Max" userId="4fdaca64-157b-4f34-aebd-58f672b6a20c" providerId="ADAL" clId="{172B7C02-09EB-425F-9427-B2A6802BAFAB}" dt="2024-03-25T08:11:08.408" v="3243" actId="1076"/>
          <ac:spMkLst>
            <pc:docMk/>
            <pc:sldMk cId="0" sldId="263"/>
            <ac:spMk id="833" creationId="{1491CEC2-5DBB-FC24-2DB0-99D0A4066674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35" creationId="{CF6D0639-9471-0AC5-F015-BCECFDCF0A2C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836" creationId="{4869A33E-39EF-B6CA-003E-99EC84E0BCFA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838" creationId="{767D2905-0126-F693-AF6B-6F7108AE426A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840" creationId="{3D07D657-56A3-B6A4-AB34-937077B27D95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41" creationId="{DE10CE88-929D-1740-942C-3AABF3A3EB7D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42" creationId="{7AD350BC-F775-B8EB-6E99-6356C31AFBF1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43" creationId="{A22A3FF7-7D10-A5B8-6E94-4A344CD7AAEE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44" creationId="{BBA4DD06-C61E-0E5B-9DCA-F08E940C2C33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45" creationId="{6D45F9B9-2384-8625-CF05-69C2D2848444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846" creationId="{0E4DC9BA-64F7-7142-8540-5B8A0829FE7B}"/>
          </ac:spMkLst>
        </pc:spChg>
        <pc:spChg chg="mod topLvl">
          <ac:chgData name="Cartwright, Max" userId="4fdaca64-157b-4f34-aebd-58f672b6a20c" providerId="ADAL" clId="{172B7C02-09EB-425F-9427-B2A6802BAFAB}" dt="2024-03-24T09:20:29.592" v="2994" actId="1035"/>
          <ac:spMkLst>
            <pc:docMk/>
            <pc:sldMk cId="0" sldId="263"/>
            <ac:spMk id="847" creationId="{69D726B5-FB2C-A9C8-3F49-CA5C75E57B7F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48" creationId="{FA3317EC-6662-982F-52D6-35200739FE88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850" creationId="{CCAC17CC-B71F-5FB9-7523-CB43945A4052}"/>
          </ac:spMkLst>
        </pc:spChg>
        <pc:spChg chg="mod">
          <ac:chgData name="Cartwright, Max" userId="4fdaca64-157b-4f34-aebd-58f672b6a20c" providerId="ADAL" clId="{172B7C02-09EB-425F-9427-B2A6802BAFAB}" dt="2024-03-24T08:55:42.189" v="2576" actId="14100"/>
          <ac:spMkLst>
            <pc:docMk/>
            <pc:sldMk cId="0" sldId="263"/>
            <ac:spMk id="858" creationId="{153EAD49-6D34-FDE3-62E1-07527C938D2C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859" creationId="{AE2DD096-306C-F7AF-C573-FF72205B7811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860" creationId="{9CA3F5B2-22B0-37FD-393D-B7D571A1D4F9}"/>
          </ac:spMkLst>
        </pc:spChg>
        <pc:spChg chg="del mod topLvl">
          <ac:chgData name="Cartwright, Max" userId="4fdaca64-157b-4f34-aebd-58f672b6a20c" providerId="ADAL" clId="{172B7C02-09EB-425F-9427-B2A6802BAFAB}" dt="2024-03-25T12:30:25.136" v="3300" actId="478"/>
          <ac:spMkLst>
            <pc:docMk/>
            <pc:sldMk cId="0" sldId="263"/>
            <ac:spMk id="896" creationId="{2737E4B6-B972-B2B5-7B7F-5365236F065B}"/>
          </ac:spMkLst>
        </pc:spChg>
        <pc:spChg chg="mod topLvl">
          <ac:chgData name="Cartwright, Max" userId="4fdaca64-157b-4f34-aebd-58f672b6a20c" providerId="ADAL" clId="{172B7C02-09EB-425F-9427-B2A6802BAFAB}" dt="2024-03-25T07:59:08.900" v="3239" actId="20577"/>
          <ac:spMkLst>
            <pc:docMk/>
            <pc:sldMk cId="0" sldId="263"/>
            <ac:spMk id="897" creationId="{8845B570-0252-C9F1-C818-4ACB8373E86A}"/>
          </ac:spMkLst>
        </pc:spChg>
        <pc:spChg chg="mod">
          <ac:chgData name="Cartwright, Max" userId="4fdaca64-157b-4f34-aebd-58f672b6a20c" providerId="ADAL" clId="{172B7C02-09EB-425F-9427-B2A6802BAFAB}" dt="2024-03-25T09:06:56.528" v="3299" actId="207"/>
          <ac:spMkLst>
            <pc:docMk/>
            <pc:sldMk cId="0" sldId="263"/>
            <ac:spMk id="898" creationId="{BBDE39A9-7C6B-DA94-2373-53CFDA796FDC}"/>
          </ac:spMkLst>
        </pc:spChg>
        <pc:spChg chg="add mod">
          <ac:chgData name="Cartwright, Max" userId="4fdaca64-157b-4f34-aebd-58f672b6a20c" providerId="ADAL" clId="{172B7C02-09EB-425F-9427-B2A6802BAFAB}" dt="2024-03-25T09:06:53.912" v="3293" actId="207"/>
          <ac:spMkLst>
            <pc:docMk/>
            <pc:sldMk cId="0" sldId="263"/>
            <ac:spMk id="899" creationId="{83D59CCD-F7BA-46A5-F7B0-290D5C746450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900" creationId="{958627D4-19F0-F035-57E0-02B562D5C93E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901" creationId="{B565D13F-21BD-4582-554E-32FFACE3F184}"/>
          </ac:spMkLst>
        </pc:spChg>
        <pc:spChg chg="add mod">
          <ac:chgData name="Cartwright, Max" userId="4fdaca64-157b-4f34-aebd-58f672b6a20c" providerId="ADAL" clId="{172B7C02-09EB-425F-9427-B2A6802BAFAB}" dt="2024-03-25T09:06:53.912" v="3293" actId="207"/>
          <ac:spMkLst>
            <pc:docMk/>
            <pc:sldMk cId="0" sldId="263"/>
            <ac:spMk id="902" creationId="{3B6CA8BD-D347-77E5-33A6-9EEB22E65FDB}"/>
          </ac:spMkLst>
        </pc:spChg>
        <pc:spChg chg="add del mod">
          <ac:chgData name="Cartwright, Max" userId="4fdaca64-157b-4f34-aebd-58f672b6a20c" providerId="ADAL" clId="{172B7C02-09EB-425F-9427-B2A6802BAFAB}" dt="2024-03-24T08:35:06.024" v="1786" actId="478"/>
          <ac:spMkLst>
            <pc:docMk/>
            <pc:sldMk cId="0" sldId="263"/>
            <ac:spMk id="903" creationId="{14CEC0E5-245C-3FD2-A851-48180CD776A9}"/>
          </ac:spMkLst>
        </pc:spChg>
        <pc:spChg chg="add del mod">
          <ac:chgData name="Cartwright, Max" userId="4fdaca64-157b-4f34-aebd-58f672b6a20c" providerId="ADAL" clId="{172B7C02-09EB-425F-9427-B2A6802BAFAB}" dt="2024-03-25T13:03:05.850" v="3318" actId="478"/>
          <ac:spMkLst>
            <pc:docMk/>
            <pc:sldMk cId="0" sldId="263"/>
            <ac:spMk id="903" creationId="{256DF085-755C-5E55-ACDE-5D5E804FD387}"/>
          </ac:spMkLst>
        </pc:spChg>
        <pc:spChg chg="mod topLvl">
          <ac:chgData name="Cartwright, Max" userId="4fdaca64-157b-4f34-aebd-58f672b6a20c" providerId="ADAL" clId="{172B7C02-09EB-425F-9427-B2A6802BAFAB}" dt="2024-03-25T09:06:41.875" v="3291" actId="207"/>
          <ac:spMkLst>
            <pc:docMk/>
            <pc:sldMk cId="0" sldId="263"/>
            <ac:spMk id="904" creationId="{315494C0-8B92-A7DE-AD9F-0B393EFA508A}"/>
          </ac:spMkLst>
        </pc:spChg>
        <pc:spChg chg="mod topLvl">
          <ac:chgData name="Cartwright, Max" userId="4fdaca64-157b-4f34-aebd-58f672b6a20c" providerId="ADAL" clId="{172B7C02-09EB-425F-9427-B2A6802BAFAB}" dt="2024-03-25T07:48:00.837" v="3060" actId="165"/>
          <ac:spMkLst>
            <pc:docMk/>
            <pc:sldMk cId="0" sldId="263"/>
            <ac:spMk id="905" creationId="{DAC87E84-8111-DF4B-3DEE-10D1FF79EA63}"/>
          </ac:spMkLst>
        </pc:spChg>
        <pc:spChg chg="mod">
          <ac:chgData name="Cartwright, Max" userId="4fdaca64-157b-4f34-aebd-58f672b6a20c" providerId="ADAL" clId="{172B7C02-09EB-425F-9427-B2A6802BAFAB}" dt="2024-03-24T08:58:30.060" v="2687" actId="1037"/>
          <ac:spMkLst>
            <pc:docMk/>
            <pc:sldMk cId="0" sldId="263"/>
            <ac:spMk id="906" creationId="{5ECBF880-0EE1-A68A-05CE-582466C6582B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907" creationId="{2452AEF4-81F9-CAFD-1019-D7A5F862123F}"/>
          </ac:spMkLst>
        </pc:spChg>
        <pc:spChg chg="mod topLvl">
          <ac:chgData name="Cartwright, Max" userId="4fdaca64-157b-4f34-aebd-58f672b6a20c" providerId="ADAL" clId="{172B7C02-09EB-425F-9427-B2A6802BAFAB}" dt="2024-03-25T07:48:00.837" v="3060" actId="165"/>
          <ac:spMkLst>
            <pc:docMk/>
            <pc:sldMk cId="0" sldId="263"/>
            <ac:spMk id="908" creationId="{6AB3ACCB-4971-190F-5A61-A97927773968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09" creationId="{AE499B17-037C-2A73-F150-043CD5B8A637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10" creationId="{1C723224-C8B1-0F08-0EA6-F5D369B505B7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13" creationId="{EDC2AAFC-D26F-33FA-BC19-BF3281989A28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16" creationId="{F02EB92B-0C01-E07A-FF37-A953AE3CC595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17" creationId="{40CF8876-B987-64A5-EA1C-25830DE9491A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18" creationId="{8262ABAF-577C-9D12-0968-6E60FD734E15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19" creationId="{43DD2AF1-E4EA-602E-C430-5A127881A1AA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20" creationId="{A49E7DCC-FD96-E3AA-A601-E35C4EA896E4}"/>
          </ac:spMkLst>
        </pc:spChg>
        <pc:spChg chg="add 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25" creationId="{FF765150-343C-E904-F1D6-C7F15FB968F3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26" creationId="{00000000-0000-0000-0000-000000000000}"/>
          </ac:spMkLst>
        </pc:spChg>
        <pc:spChg chg="add 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26" creationId="{D46FDDBF-39DE-BB19-025F-481A290FBD7E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27" creationId="{00000000-0000-0000-0000-000000000000}"/>
          </ac:spMkLst>
        </pc:spChg>
        <pc:spChg chg="add mod topLvl">
          <ac:chgData name="Cartwright, Max" userId="4fdaca64-157b-4f34-aebd-58f672b6a20c" providerId="ADAL" clId="{172B7C02-09EB-425F-9427-B2A6802BAFAB}" dt="2024-03-25T07:52:30.127" v="3107" actId="14100"/>
          <ac:spMkLst>
            <pc:docMk/>
            <pc:sldMk cId="0" sldId="263"/>
            <ac:spMk id="927" creationId="{79B8CC57-4D8F-EC70-A148-502F09D0A9F2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28" creationId="{00000000-0000-0000-0000-000000000000}"/>
          </ac:spMkLst>
        </pc:spChg>
        <pc:spChg chg="mod topLvl">
          <ac:chgData name="Cartwright, Max" userId="4fdaca64-157b-4f34-aebd-58f672b6a20c" providerId="ADAL" clId="{172B7C02-09EB-425F-9427-B2A6802BAFAB}" dt="2024-03-24T09:23:01.157" v="3037" actId="1037"/>
          <ac:spMkLst>
            <pc:docMk/>
            <pc:sldMk cId="0" sldId="263"/>
            <ac:spMk id="930" creationId="{83778943-0575-96D5-6BBD-A8AEE67C8C9D}"/>
          </ac:spMkLst>
        </pc:spChg>
        <pc:spChg chg="mod topLvl">
          <ac:chgData name="Cartwright, Max" userId="4fdaca64-157b-4f34-aebd-58f672b6a20c" providerId="ADAL" clId="{172B7C02-09EB-425F-9427-B2A6802BAFAB}" dt="2024-03-24T09:23:01.157" v="3037" actId="1037"/>
          <ac:spMkLst>
            <pc:docMk/>
            <pc:sldMk cId="0" sldId="263"/>
            <ac:spMk id="931" creationId="{4D7AC3F5-1AFB-0270-03AC-19528CE64E43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33" creationId="{09A78593-A2CE-DB08-A883-0D627CF5EFF1}"/>
          </ac:spMkLst>
        </pc:spChg>
        <pc:spChg chg="add mod">
          <ac:chgData name="Cartwright, Max" userId="4fdaca64-157b-4f34-aebd-58f672b6a20c" providerId="ADAL" clId="{172B7C02-09EB-425F-9427-B2A6802BAFAB}" dt="2024-03-24T08:59:39.143" v="2699" actId="1035"/>
          <ac:spMkLst>
            <pc:docMk/>
            <pc:sldMk cId="0" sldId="263"/>
            <ac:spMk id="933" creationId="{E9D72AAE-3468-840A-A931-94C6D3A138BA}"/>
          </ac:spMkLst>
        </pc:spChg>
        <pc:spChg chg="add mod">
          <ac:chgData name="Cartwright, Max" userId="4fdaca64-157b-4f34-aebd-58f672b6a20c" providerId="ADAL" clId="{172B7C02-09EB-425F-9427-B2A6802BAFAB}" dt="2024-03-24T08:59:48.596" v="2700" actId="571"/>
          <ac:spMkLst>
            <pc:docMk/>
            <pc:sldMk cId="0" sldId="263"/>
            <ac:spMk id="934" creationId="{85CE3442-C10C-1632-56FF-769A0E02BF8C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35" creationId="{84026126-094C-5DF1-5F1E-70DD18DF9982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36" creationId="{0755209E-BAE9-1417-FBC0-F9F21DA6CB4B}"/>
          </ac:spMkLst>
        </pc:spChg>
        <pc:spChg chg="add mod">
          <ac:chgData name="Cartwright, Max" userId="4fdaca64-157b-4f34-aebd-58f672b6a20c" providerId="ADAL" clId="{172B7C02-09EB-425F-9427-B2A6802BAFAB}" dt="2024-03-24T09:11:23.898" v="2912" actId="1076"/>
          <ac:spMkLst>
            <pc:docMk/>
            <pc:sldMk cId="0" sldId="263"/>
            <ac:spMk id="936" creationId="{1F4651BF-0A03-81DC-FE3E-A21B3B575A7E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37" creationId="{3ACCBBB7-3109-32B7-844B-D3709E3FF15F}"/>
          </ac:spMkLst>
        </pc:spChg>
        <pc:spChg chg="add 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937" creationId="{ED37CCC9-B898-9AA6-8F7E-50FCB2E8B85E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38" creationId="{98D15FF0-9FB4-F1FC-6CA2-A79EDCF4D215}"/>
          </ac:spMkLst>
        </pc:spChg>
        <pc:spChg chg="add del mod topLvl">
          <ac:chgData name="Cartwright, Max" userId="4fdaca64-157b-4f34-aebd-58f672b6a20c" providerId="ADAL" clId="{172B7C02-09EB-425F-9427-B2A6802BAFAB}" dt="2024-03-25T07:55:43.035" v="3145" actId="478"/>
          <ac:spMkLst>
            <pc:docMk/>
            <pc:sldMk cId="0" sldId="263"/>
            <ac:spMk id="939" creationId="{4A84343A-0E8D-27FA-6657-0DD473502CDA}"/>
          </ac:spMkLst>
        </pc:spChg>
        <pc:spChg chg="add 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940" creationId="{CC3F2096-358C-D9BA-AD82-B6998C54B920}"/>
          </ac:spMkLst>
        </pc:spChg>
        <pc:spChg chg="add mod topLvl">
          <ac:chgData name="Cartwright, Max" userId="4fdaca64-157b-4f34-aebd-58f672b6a20c" providerId="ADAL" clId="{172B7C02-09EB-425F-9427-B2A6802BAFAB}" dt="2024-03-25T07:48:00.837" v="3060" actId="165"/>
          <ac:spMkLst>
            <pc:docMk/>
            <pc:sldMk cId="0" sldId="263"/>
            <ac:spMk id="941" creationId="{7843CE75-C10D-CA6C-7351-25B3964C1CCE}"/>
          </ac:spMkLst>
        </pc:spChg>
        <pc:spChg chg="mod topLvl">
          <ac:chgData name="Cartwright, Max" userId="4fdaca64-157b-4f34-aebd-58f672b6a20c" providerId="ADAL" clId="{172B7C02-09EB-425F-9427-B2A6802BAFAB}" dt="2024-03-24T09:23:01.157" v="3037" actId="1037"/>
          <ac:spMkLst>
            <pc:docMk/>
            <pc:sldMk cId="0" sldId="263"/>
            <ac:spMk id="942" creationId="{81B9ADBC-18ED-6088-237B-CBBD8DD66173}"/>
          </ac:spMkLst>
        </pc:spChg>
        <pc:spChg chg="add mod topLvl">
          <ac:chgData name="Cartwright, Max" userId="4fdaca64-157b-4f34-aebd-58f672b6a20c" providerId="ADAL" clId="{172B7C02-09EB-425F-9427-B2A6802BAFAB}" dt="2024-03-25T07:50:14.777" v="3076" actId="14100"/>
          <ac:spMkLst>
            <pc:docMk/>
            <pc:sldMk cId="0" sldId="263"/>
            <ac:spMk id="943" creationId="{6A6F1035-D2B7-3C27-8342-77E436BBD511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43" creationId="{E0961D12-0C58-FEF3-943E-83DC2FCED295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44" creationId="{F5749439-B36A-433D-F810-BBFC650B4B96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45" creationId="{AD2CBC71-CDD7-1676-E9E8-752D0EDC1391}"/>
          </ac:spMkLst>
        </pc:spChg>
        <pc:spChg chg="mod topLvl">
          <ac:chgData name="Cartwright, Max" userId="4fdaca64-157b-4f34-aebd-58f672b6a20c" providerId="ADAL" clId="{172B7C02-09EB-425F-9427-B2A6802BAFAB}" dt="2024-03-24T09:25:13.384" v="3059" actId="20577"/>
          <ac:spMkLst>
            <pc:docMk/>
            <pc:sldMk cId="0" sldId="263"/>
            <ac:spMk id="946" creationId="{0D5B4D6F-181C-C605-F6CA-5457D33C7198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47" creationId="{276D7BE6-3DC4-9C59-FF9F-FE5F43EE2DE2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48" creationId="{5420B4F8-4BCD-D5A6-E8D4-C592DA6BF265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49" creationId="{CD5A2B5C-C64F-C49C-CA2E-D244CC68809A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50" creationId="{348E270E-2884-B0D2-C629-4DFBCED8281B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51" creationId="{0315869A-6180-063A-91F1-094BA7F40B9F}"/>
          </ac:spMkLst>
        </pc:spChg>
        <pc:spChg chg="mod topLvl">
          <ac:chgData name="Cartwright, Max" userId="4fdaca64-157b-4f34-aebd-58f672b6a20c" providerId="ADAL" clId="{172B7C02-09EB-425F-9427-B2A6802BAFAB}" dt="2024-03-24T09:21:06.888" v="3006" actId="1038"/>
          <ac:spMkLst>
            <pc:docMk/>
            <pc:sldMk cId="0" sldId="263"/>
            <ac:spMk id="952" creationId="{F856E8DF-CDC7-D532-B846-5A766AA568D8}"/>
          </ac:spMkLst>
        </pc:spChg>
        <pc:spChg chg="mod topLvl">
          <ac:chgData name="Cartwright, Max" userId="4fdaca64-157b-4f34-aebd-58f672b6a20c" providerId="ADAL" clId="{172B7C02-09EB-425F-9427-B2A6802BAFAB}" dt="2024-03-24T09:21:09.639" v="3009" actId="1038"/>
          <ac:spMkLst>
            <pc:docMk/>
            <pc:sldMk cId="0" sldId="263"/>
            <ac:spMk id="953" creationId="{F47B2A84-67F1-D91B-8106-E98A161C9E62}"/>
          </ac:spMkLst>
        </pc:spChg>
        <pc:spChg chg="mod topLvl">
          <ac:chgData name="Cartwright, Max" userId="4fdaca64-157b-4f34-aebd-58f672b6a20c" providerId="ADAL" clId="{172B7C02-09EB-425F-9427-B2A6802BAFAB}" dt="2024-03-24T09:23:54.026" v="3054" actId="1038"/>
          <ac:spMkLst>
            <pc:docMk/>
            <pc:sldMk cId="0" sldId="263"/>
            <ac:spMk id="954" creationId="{86602B55-6166-406D-36FF-5C0361B14F40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55" creationId="{F1ACF85E-FA94-38BF-28D4-8871CA5E70B4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56" creationId="{39BA74A3-3C2B-6CDC-1CF1-DADDC69CFEFB}"/>
          </ac:spMkLst>
        </pc:spChg>
        <pc:spChg chg="mod topLvl">
          <ac:chgData name="Cartwright, Max" userId="4fdaca64-157b-4f34-aebd-58f672b6a20c" providerId="ADAL" clId="{172B7C02-09EB-425F-9427-B2A6802BAFAB}" dt="2024-03-25T09:06:54.811" v="3295" actId="207"/>
          <ac:spMkLst>
            <pc:docMk/>
            <pc:sldMk cId="0" sldId="263"/>
            <ac:spMk id="957" creationId="{3A43BBE0-8ADD-FEE5-8EF3-DFB995B2BFB7}"/>
          </ac:spMkLst>
        </pc:spChg>
        <pc:spChg chg="mod topLvl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958" creationId="{B2176C95-85A4-394C-C28E-0A1859AE1C8B}"/>
          </ac:spMkLst>
        </pc:spChg>
        <pc:spChg chg="add mod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959" creationId="{AD519513-01C1-E440-F2C0-74064BA9391D}"/>
          </ac:spMkLst>
        </pc:spChg>
        <pc:spChg chg="mod topLvl">
          <ac:chgData name="Cartwright, Max" userId="4fdaca64-157b-4f34-aebd-58f672b6a20c" providerId="ADAL" clId="{172B7C02-09EB-425F-9427-B2A6802BAFAB}" dt="2024-03-25T09:06:54.811" v="3295" actId="207"/>
          <ac:spMkLst>
            <pc:docMk/>
            <pc:sldMk cId="0" sldId="263"/>
            <ac:spMk id="960" creationId="{40BE3179-05A7-D6B4-2872-993B997A63DB}"/>
          </ac:spMkLst>
        </pc:spChg>
        <pc:spChg chg="mod topLvl">
          <ac:chgData name="Cartwright, Max" userId="4fdaca64-157b-4f34-aebd-58f672b6a20c" providerId="ADAL" clId="{172B7C02-09EB-425F-9427-B2A6802BAFAB}" dt="2024-03-25T09:06:54.811" v="3295" actId="207"/>
          <ac:spMkLst>
            <pc:docMk/>
            <pc:sldMk cId="0" sldId="263"/>
            <ac:spMk id="961" creationId="{83667437-610F-C997-0BA5-3282DF7DB1F8}"/>
          </ac:spMkLst>
        </pc:spChg>
        <pc:spChg chg="mod topLvl">
          <ac:chgData name="Cartwright, Max" userId="4fdaca64-157b-4f34-aebd-58f672b6a20c" providerId="ADAL" clId="{172B7C02-09EB-425F-9427-B2A6802BAFAB}" dt="2024-03-25T07:48:00.837" v="3060" actId="165"/>
          <ac:spMkLst>
            <pc:docMk/>
            <pc:sldMk cId="0" sldId="263"/>
            <ac:spMk id="962" creationId="{C7A49277-9DD9-6860-BD4D-97AED7D3936D}"/>
          </ac:spMkLst>
        </pc:spChg>
        <pc:spChg chg="mod topLvl">
          <ac:chgData name="Cartwright, Max" userId="4fdaca64-157b-4f34-aebd-58f672b6a20c" providerId="ADAL" clId="{172B7C02-09EB-425F-9427-B2A6802BAFAB}" dt="2024-03-25T08:59:43.752" v="3281" actId="1036"/>
          <ac:spMkLst>
            <pc:docMk/>
            <pc:sldMk cId="0" sldId="263"/>
            <ac:spMk id="963" creationId="{13BECDC8-DC4C-5772-4F37-7AB97BA3BD4F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64" creationId="{F9EAA615-7D34-8D3C-F1CA-BA0D3E80D35E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65" creationId="{D9331184-8C5F-DD0D-3369-B4DB3F1BD6B5}"/>
          </ac:spMkLst>
        </pc:spChg>
        <pc:spChg chg="add mod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966" creationId="{5075CFBF-1933-CB8F-7F4C-DEC1AF3F3AA5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66" creationId="{A661A4A6-98AA-549A-A63D-90C9F927BFF9}"/>
          </ac:spMkLst>
        </pc:spChg>
        <pc:spChg chg="add mod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967" creationId="{0718D319-2DA3-F24C-70B5-23A89035EC52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67" creationId="{E474EA41-BB7E-4DFF-2991-CF65BE77A2F0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69" creationId="{D4856AB8-903A-F214-C833-7207A19B8087}"/>
          </ac:spMkLst>
        </pc:spChg>
        <pc:spChg chg="mod topLvl">
          <ac:chgData name="Cartwright, Max" userId="4fdaca64-157b-4f34-aebd-58f672b6a20c" providerId="ADAL" clId="{172B7C02-09EB-425F-9427-B2A6802BAFAB}" dt="2024-03-24T09:24:32.308" v="3056" actId="1036"/>
          <ac:spMkLst>
            <pc:docMk/>
            <pc:sldMk cId="0" sldId="263"/>
            <ac:spMk id="970" creationId="{5D2EA68F-AEBE-87F7-06EB-38564CA73499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71" creationId="{49F8E2B3-05CF-5BF3-08CC-6473A30F2698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71" creationId="{8FA17ACF-FF17-CB9D-07B9-38D7E5F18297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72" creationId="{FE0C3134-6B72-76C1-BF22-DED6DF45F8D2}"/>
          </ac:spMkLst>
        </pc:spChg>
        <pc:spChg chg="mod topLvl">
          <ac:chgData name="Cartwright, Max" userId="4fdaca64-157b-4f34-aebd-58f672b6a20c" providerId="ADAL" clId="{172B7C02-09EB-425F-9427-B2A6802BAFAB}" dt="2024-03-24T09:20:29.592" v="2994" actId="1035"/>
          <ac:spMkLst>
            <pc:docMk/>
            <pc:sldMk cId="0" sldId="263"/>
            <ac:spMk id="973" creationId="{F7CEC0CA-B69C-3BB7-90A0-F05ECEDCF584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74" creationId="{5E984A70-4EDA-6B76-17AD-5F0F032678D8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74" creationId="{6457260A-2470-A10C-D3AD-C58474502327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75" creationId="{B0468486-6315-E671-4EF6-E85F9B1CD035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76" creationId="{5999DA9F-481C-8EAE-D75E-9E688C6E47DE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77" creationId="{608FFD73-BC24-13E7-6485-30F5848FFBAB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77" creationId="{75E232AA-8A3A-1DF6-8964-8A30E1E4FF8C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78" creationId="{1571322E-907A-B783-2AB1-7ABDBC56D5B8}"/>
          </ac:spMkLst>
        </pc:spChg>
        <pc:spChg chg="del">
          <ac:chgData name="Cartwright, Max" userId="4fdaca64-157b-4f34-aebd-58f672b6a20c" providerId="ADAL" clId="{172B7C02-09EB-425F-9427-B2A6802BAFAB}" dt="2024-03-22T19:53:12.017" v="1109" actId="478"/>
          <ac:spMkLst>
            <pc:docMk/>
            <pc:sldMk cId="0" sldId="263"/>
            <ac:spMk id="978" creationId="{C9CA072B-1D08-6A7C-B3D7-4FDBF3351CD5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79" creationId="{D887EA1F-429F-AFAA-815E-EFDEB462CC43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80" creationId="{F1983821-1565-D360-0EF6-37F0FC6DBAFF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981" creationId="{5AA1EDAB-A07F-A9E7-B3D1-2E4CB6B34087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82" creationId="{947992CF-27B4-FB89-5E7C-03C82BD6EF67}"/>
          </ac:spMkLst>
        </pc:spChg>
        <pc:spChg chg="mod topLvl">
          <ac:chgData name="Cartwright, Max" userId="4fdaca64-157b-4f34-aebd-58f672b6a20c" providerId="ADAL" clId="{172B7C02-09EB-425F-9427-B2A6802BAFAB}" dt="2024-03-24T09:16:26.848" v="2949" actId="164"/>
          <ac:spMkLst>
            <pc:docMk/>
            <pc:sldMk cId="0" sldId="263"/>
            <ac:spMk id="983" creationId="{7FB9BA65-D885-AF56-B7A5-59160C3D3F81}"/>
          </ac:spMkLst>
        </pc:spChg>
        <pc:spChg chg="mod topLvl">
          <ac:chgData name="Cartwright, Max" userId="4fdaca64-157b-4f34-aebd-58f672b6a20c" providerId="ADAL" clId="{172B7C02-09EB-425F-9427-B2A6802BAFAB}" dt="2024-03-25T07:58:41.942" v="3212" actId="20577"/>
          <ac:spMkLst>
            <pc:docMk/>
            <pc:sldMk cId="0" sldId="263"/>
            <ac:spMk id="984" creationId="{7899828A-DD6B-1098-CE8B-EDA6427B2BFB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85" creationId="{72F60A4C-F595-419A-4288-C1334C79E607}"/>
          </ac:spMkLst>
        </pc:spChg>
        <pc:spChg chg="mod topLvl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86" creationId="{EA420B40-85A7-C8F9-C97F-80F371DA8777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87" creationId="{F286E80F-F46D-D3D8-26A4-47402CB62BF3}"/>
          </ac:spMkLst>
        </pc:spChg>
        <pc:spChg chg="mod topLvl">
          <ac:chgData name="Cartwright, Max" userId="4fdaca64-157b-4f34-aebd-58f672b6a20c" providerId="ADAL" clId="{172B7C02-09EB-425F-9427-B2A6802BAFAB}" dt="2024-03-25T07:58:27.252" v="3196" actId="20577"/>
          <ac:spMkLst>
            <pc:docMk/>
            <pc:sldMk cId="0" sldId="263"/>
            <ac:spMk id="988" creationId="{B6A03FFA-5A23-72C6-5F31-CC85F08DEE07}"/>
          </ac:spMkLst>
        </pc:spChg>
        <pc:spChg chg="add mod">
          <ac:chgData name="Cartwright, Max" userId="4fdaca64-157b-4f34-aebd-58f672b6a20c" providerId="ADAL" clId="{172B7C02-09EB-425F-9427-B2A6802BAFAB}" dt="2024-03-24T09:19:44.706" v="2989" actId="164"/>
          <ac:spMkLst>
            <pc:docMk/>
            <pc:sldMk cId="0" sldId="263"/>
            <ac:spMk id="989" creationId="{34788FAA-9C72-93E4-D6AA-BE35B84443DB}"/>
          </ac:spMkLst>
        </pc:spChg>
        <pc:spChg chg="mod topLvl">
          <ac:chgData name="Cartwright, Max" userId="4fdaca64-157b-4f34-aebd-58f672b6a20c" providerId="ADAL" clId="{172B7C02-09EB-425F-9427-B2A6802BAFAB}" dt="2024-03-25T07:58:36.302" v="3207" actId="20577"/>
          <ac:spMkLst>
            <pc:docMk/>
            <pc:sldMk cId="0" sldId="263"/>
            <ac:spMk id="990" creationId="{AD3DBE6F-5B47-6839-B5CC-B2F40BA250D5}"/>
          </ac:spMkLst>
        </pc:spChg>
        <pc:spChg chg="add mod">
          <ac:chgData name="Cartwright, Max" userId="4fdaca64-157b-4f34-aebd-58f672b6a20c" providerId="ADAL" clId="{172B7C02-09EB-425F-9427-B2A6802BAFAB}" dt="2024-03-24T09:24:27.733" v="3055" actId="14100"/>
          <ac:spMkLst>
            <pc:docMk/>
            <pc:sldMk cId="0" sldId="263"/>
            <ac:spMk id="992" creationId="{8FE43CDF-2629-A43E-84F4-23C7D9AC562C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993" creationId="{B94BA312-F276-CBF9-50B0-88CF41B46269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994" creationId="{9387084C-FAD9-9D72-66EF-C8B242ACC6A7}"/>
          </ac:spMkLst>
        </pc:spChg>
        <pc:spChg chg="add mod">
          <ac:chgData name="Cartwright, Max" userId="4fdaca64-157b-4f34-aebd-58f672b6a20c" providerId="ADAL" clId="{172B7C02-09EB-425F-9427-B2A6802BAFAB}" dt="2024-03-24T09:20:58.421" v="3000" actId="14100"/>
          <ac:spMkLst>
            <pc:docMk/>
            <pc:sldMk cId="0" sldId="263"/>
            <ac:spMk id="995" creationId="{8499996E-BD13-5987-90CE-8244D53B9061}"/>
          </ac:spMkLst>
        </pc:spChg>
        <pc:spChg chg="add mod">
          <ac:chgData name="Cartwright, Max" userId="4fdaca64-157b-4f34-aebd-58f672b6a20c" providerId="ADAL" clId="{172B7C02-09EB-425F-9427-B2A6802BAFAB}" dt="2024-03-25T08:11:49.326" v="3265" actId="14100"/>
          <ac:spMkLst>
            <pc:docMk/>
            <pc:sldMk cId="0" sldId="263"/>
            <ac:spMk id="996" creationId="{0934F672-821E-E996-DECC-C1E9DCB48885}"/>
          </ac:spMkLst>
        </pc:spChg>
        <pc:spChg chg="add mod">
          <ac:chgData name="Cartwright, Max" userId="4fdaca64-157b-4f34-aebd-58f672b6a20c" providerId="ADAL" clId="{172B7C02-09EB-425F-9427-B2A6802BAFAB}" dt="2024-03-24T09:21:42.715" v="3016" actId="14100"/>
          <ac:spMkLst>
            <pc:docMk/>
            <pc:sldMk cId="0" sldId="263"/>
            <ac:spMk id="997" creationId="{5BFFB8F4-316D-6694-7867-E267500DD3A1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998" creationId="{0A80D8C5-4717-BC94-2025-962A0C1B2211}"/>
          </ac:spMkLst>
        </pc:spChg>
        <pc:spChg chg="add mod">
          <ac:chgData name="Cartwright, Max" userId="4fdaca64-157b-4f34-aebd-58f672b6a20c" providerId="ADAL" clId="{172B7C02-09EB-425F-9427-B2A6802BAFAB}" dt="2024-03-25T13:02:42.330" v="3313" actId="1037"/>
          <ac:spMkLst>
            <pc:docMk/>
            <pc:sldMk cId="0" sldId="263"/>
            <ac:spMk id="999" creationId="{C89B4F7B-BC25-79D5-B98C-94A29EE28312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1000" creationId="{A6F3CFB6-A2F4-08FD-DF44-FFF67A1429A6}"/>
          </ac:spMkLst>
        </pc:spChg>
        <pc:spChg chg="add mod">
          <ac:chgData name="Cartwright, Max" userId="4fdaca64-157b-4f34-aebd-58f672b6a20c" providerId="ADAL" clId="{172B7C02-09EB-425F-9427-B2A6802BAFAB}" dt="2024-03-24T09:22:29.576" v="3027" actId="1076"/>
          <ac:spMkLst>
            <pc:docMk/>
            <pc:sldMk cId="0" sldId="263"/>
            <ac:spMk id="1001" creationId="{E80F6594-57A1-9D7B-0C1B-99BC893B0738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1002" creationId="{30290911-77AD-AB37-53AB-06BF5320198B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1003" creationId="{3E9FE98E-1145-E259-6995-029FFAE010F3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1004" creationId="{38FB7A16-EACB-ECEA-F364-07658886308C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1005" creationId="{3BE4F215-AEA1-2900-0F7D-820F87449227}"/>
          </ac:spMkLst>
        </pc:spChg>
        <pc:spChg chg="mod topLvl">
          <ac:chgData name="Cartwright, Max" userId="4fdaca64-157b-4f34-aebd-58f672b6a20c" providerId="ADAL" clId="{172B7C02-09EB-425F-9427-B2A6802BAFAB}" dt="2024-03-24T09:19:59.799" v="2990" actId="2085"/>
          <ac:spMkLst>
            <pc:docMk/>
            <pc:sldMk cId="0" sldId="263"/>
            <ac:spMk id="1006" creationId="{4A881807-9787-9F74-BCF5-22FF345EE06B}"/>
          </ac:spMkLst>
        </pc:spChg>
        <pc:spChg chg="add mod">
          <ac:chgData name="Cartwright, Max" userId="4fdaca64-157b-4f34-aebd-58f672b6a20c" providerId="ADAL" clId="{172B7C02-09EB-425F-9427-B2A6802BAFAB}" dt="2024-03-24T09:24:39.030" v="3057" actId="14100"/>
          <ac:spMkLst>
            <pc:docMk/>
            <pc:sldMk cId="0" sldId="263"/>
            <ac:spMk id="1007" creationId="{AC6BA3FE-B336-D54C-8679-7A7C0AFDB915}"/>
          </ac:spMkLst>
        </pc:spChg>
        <pc:spChg chg="add mod">
          <ac:chgData name="Cartwright, Max" userId="4fdaca64-157b-4f34-aebd-58f672b6a20c" providerId="ADAL" clId="{172B7C02-09EB-425F-9427-B2A6802BAFAB}" dt="2024-03-24T09:23:17.833" v="3040" actId="571"/>
          <ac:spMkLst>
            <pc:docMk/>
            <pc:sldMk cId="0" sldId="263"/>
            <ac:spMk id="1008" creationId="{B4D9012A-487F-B678-E88D-E592A7C042BC}"/>
          </ac:spMkLst>
        </pc:spChg>
        <pc:spChg chg="mod topLvl">
          <ac:chgData name="Cartwright, Max" userId="4fdaca64-157b-4f34-aebd-58f672b6a20c" providerId="ADAL" clId="{172B7C02-09EB-425F-9427-B2A6802BAFAB}" dt="2024-03-24T09:23:01.157" v="3037" actId="1037"/>
          <ac:spMkLst>
            <pc:docMk/>
            <pc:sldMk cId="0" sldId="263"/>
            <ac:spMk id="1010" creationId="{6C12B2D1-FD37-6FF9-6CE3-F860B8251182}"/>
          </ac:spMkLst>
        </pc:spChg>
        <pc:spChg chg="mod topLvl">
          <ac:chgData name="Cartwright, Max" userId="4fdaca64-157b-4f34-aebd-58f672b6a20c" providerId="ADAL" clId="{172B7C02-09EB-425F-9427-B2A6802BAFAB}" dt="2024-03-24T09:23:42.093" v="3053" actId="1038"/>
          <ac:spMkLst>
            <pc:docMk/>
            <pc:sldMk cId="0" sldId="263"/>
            <ac:spMk id="1014" creationId="{14A16F95-982F-F22E-6662-C827D154624A}"/>
          </ac:spMkLst>
        </pc:spChg>
        <pc:spChg chg="mod topLvl">
          <ac:chgData name="Cartwright, Max" userId="4fdaca64-157b-4f34-aebd-58f672b6a20c" providerId="ADAL" clId="{172B7C02-09EB-425F-9427-B2A6802BAFAB}" dt="2024-03-24T08:55:36.831" v="2575" actId="1038"/>
          <ac:spMkLst>
            <pc:docMk/>
            <pc:sldMk cId="0" sldId="263"/>
            <ac:spMk id="1017" creationId="{F11882CC-CC78-E986-79BF-1C122A510226}"/>
          </ac:spMkLst>
        </pc:spChg>
        <pc:spChg chg="mod">
          <ac:chgData name="Cartwright, Max" userId="4fdaca64-157b-4f34-aebd-58f672b6a20c" providerId="ADAL" clId="{172B7C02-09EB-425F-9427-B2A6802BAFAB}" dt="2024-03-25T09:06:55.720" v="3297" actId="108"/>
          <ac:spMkLst>
            <pc:docMk/>
            <pc:sldMk cId="0" sldId="263"/>
            <ac:spMk id="1026" creationId="{E65E9DA2-C172-6AED-0674-42D86DABABA6}"/>
          </ac:spMkLst>
        </pc:spChg>
        <pc:spChg chg="mod">
          <ac:chgData name="Cartwright, Max" userId="4fdaca64-157b-4f34-aebd-58f672b6a20c" providerId="ADAL" clId="{172B7C02-09EB-425F-9427-B2A6802BAFAB}" dt="2024-03-25T09:06:55.129" v="3296" actId="108"/>
          <ac:spMkLst>
            <pc:docMk/>
            <pc:sldMk cId="0" sldId="263"/>
            <ac:spMk id="1027" creationId="{D5B37FD2-E1FF-94D6-8EF4-BFFE9BD293E8}"/>
          </ac:spMkLst>
        </pc:spChg>
        <pc:spChg chg="mod">
          <ac:chgData name="Cartwright, Max" userId="4fdaca64-157b-4f34-aebd-58f672b6a20c" providerId="ADAL" clId="{172B7C02-09EB-425F-9427-B2A6802BAFAB}" dt="2024-03-24T09:02:14.613" v="2870" actId="14100"/>
          <ac:spMkLst>
            <pc:docMk/>
            <pc:sldMk cId="0" sldId="263"/>
            <ac:spMk id="1036" creationId="{B7964C27-0CDE-8A02-D90B-3D08615D0A7A}"/>
          </ac:spMkLst>
        </pc:spChg>
        <pc:spChg chg="del">
          <ac:chgData name="Cartwright, Max" userId="4fdaca64-157b-4f34-aebd-58f672b6a20c" providerId="ADAL" clId="{172B7C02-09EB-425F-9427-B2A6802BAFAB}" dt="2024-03-22T18:14:02.064" v="115" actId="478"/>
          <ac:spMkLst>
            <pc:docMk/>
            <pc:sldMk cId="0" sldId="263"/>
            <ac:spMk id="1037" creationId="{A0B3D32B-4AAB-CA64-AD19-68ED53770996}"/>
          </ac:spMkLst>
        </pc:spChg>
        <pc:spChg chg="add mod topLvl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1038" creationId="{B71D1069-2FD4-4E29-B4C7-B3B6A28EF9C7}"/>
          </ac:spMkLst>
        </pc:spChg>
        <pc:spChg chg="add mod topLvl">
          <ac:chgData name="Cartwright, Max" userId="4fdaca64-157b-4f34-aebd-58f672b6a20c" providerId="ADAL" clId="{172B7C02-09EB-425F-9427-B2A6802BAFAB}" dt="2024-03-25T09:06:53.465" v="3292" actId="207"/>
          <ac:spMkLst>
            <pc:docMk/>
            <pc:sldMk cId="0" sldId="263"/>
            <ac:spMk id="1039" creationId="{6C03F5A1-E187-070A-9724-737177581FED}"/>
          </ac:spMkLst>
        </pc:spChg>
        <pc:spChg chg="add mod topLvl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1040" creationId="{DFCFD78D-7D81-396A-01A0-7AA51FC6E67E}"/>
          </ac:spMkLst>
        </pc:spChg>
        <pc:spChg chg="add del mod">
          <ac:chgData name="Cartwright, Max" userId="4fdaca64-157b-4f34-aebd-58f672b6a20c" providerId="ADAL" clId="{172B7C02-09EB-425F-9427-B2A6802BAFAB}" dt="2024-03-22T18:12:11.258" v="69" actId="478"/>
          <ac:spMkLst>
            <pc:docMk/>
            <pc:sldMk cId="0" sldId="263"/>
            <ac:spMk id="1041" creationId="{A96A6EF2-6818-0275-B003-9B96AA0C9E14}"/>
          </ac:spMkLst>
        </pc:spChg>
        <pc:spChg chg="add mod topLvl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1042" creationId="{149E6FD5-3BF1-81C5-45A6-31D94622612B}"/>
          </ac:spMkLst>
        </pc:spChg>
        <pc:spChg chg="add mod topLvl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1043" creationId="{CD70E87A-D0B5-BA77-0D20-D1178F7B7DDB}"/>
          </ac:spMkLst>
        </pc:spChg>
        <pc:spChg chg="add del mod">
          <ac:chgData name="Cartwright, Max" userId="4fdaca64-157b-4f34-aebd-58f672b6a20c" providerId="ADAL" clId="{172B7C02-09EB-425F-9427-B2A6802BAFAB}" dt="2024-03-24T09:02:35.148" v="2876" actId="478"/>
          <ac:spMkLst>
            <pc:docMk/>
            <pc:sldMk cId="0" sldId="263"/>
            <ac:spMk id="1045" creationId="{7F66E826-5D3C-4155-E8B2-BDCF20A29379}"/>
          </ac:spMkLst>
        </pc:spChg>
        <pc:spChg chg="add del mod">
          <ac:chgData name="Cartwright, Max" userId="4fdaca64-157b-4f34-aebd-58f672b6a20c" providerId="ADAL" clId="{172B7C02-09EB-425F-9427-B2A6802BAFAB}" dt="2024-03-22T19:50:33.690" v="1077" actId="478"/>
          <ac:spMkLst>
            <pc:docMk/>
            <pc:sldMk cId="0" sldId="263"/>
            <ac:spMk id="1046" creationId="{11A7ADD9-48F1-9109-2A1A-5AB41DED227F}"/>
          </ac:spMkLst>
        </pc:spChg>
        <pc:spChg chg="add del mod">
          <ac:chgData name="Cartwright, Max" userId="4fdaca64-157b-4f34-aebd-58f672b6a20c" providerId="ADAL" clId="{172B7C02-09EB-425F-9427-B2A6802BAFAB}" dt="2024-03-22T19:50:32.760" v="1076" actId="478"/>
          <ac:spMkLst>
            <pc:docMk/>
            <pc:sldMk cId="0" sldId="263"/>
            <ac:spMk id="1047" creationId="{8B85D343-F777-1DD1-36F3-3BF7DA6816E6}"/>
          </ac:spMkLst>
        </pc:spChg>
        <pc:spChg chg="add del mod">
          <ac:chgData name="Cartwright, Max" userId="4fdaca64-157b-4f34-aebd-58f672b6a20c" providerId="ADAL" clId="{172B7C02-09EB-425F-9427-B2A6802BAFAB}" dt="2024-03-22T19:50:31.766" v="1075" actId="478"/>
          <ac:spMkLst>
            <pc:docMk/>
            <pc:sldMk cId="0" sldId="263"/>
            <ac:spMk id="1048" creationId="{449AC36C-2BF3-3261-6D80-CBC2B9063C55}"/>
          </ac:spMkLst>
        </pc:spChg>
        <pc:spChg chg="add del mod">
          <ac:chgData name="Cartwright, Max" userId="4fdaca64-157b-4f34-aebd-58f672b6a20c" providerId="ADAL" clId="{172B7C02-09EB-425F-9427-B2A6802BAFAB}" dt="2024-03-22T19:50:30.278" v="1074" actId="478"/>
          <ac:spMkLst>
            <pc:docMk/>
            <pc:sldMk cId="0" sldId="263"/>
            <ac:spMk id="1049" creationId="{7BEA8BFC-90C3-D23D-B262-86C8749C4A3F}"/>
          </ac:spMkLst>
        </pc:spChg>
        <pc:spChg chg="add del">
          <ac:chgData name="Cartwright, Max" userId="4fdaca64-157b-4f34-aebd-58f672b6a20c" providerId="ADAL" clId="{172B7C02-09EB-425F-9427-B2A6802BAFAB}" dt="2024-03-22T19:52:25.702" v="1103" actId="478"/>
          <ac:spMkLst>
            <pc:docMk/>
            <pc:sldMk cId="0" sldId="263"/>
            <ac:spMk id="1050" creationId="{00C7A721-1714-4DD8-5F64-BFD26D194DD5}"/>
          </ac:spMkLst>
        </pc:spChg>
        <pc:spChg chg="add mod">
          <ac:chgData name="Cartwright, Max" userId="4fdaca64-157b-4f34-aebd-58f672b6a20c" providerId="ADAL" clId="{172B7C02-09EB-425F-9427-B2A6802BAFAB}" dt="2024-03-24T09:04:38.148" v="2906" actId="1038"/>
          <ac:spMkLst>
            <pc:docMk/>
            <pc:sldMk cId="0" sldId="263"/>
            <ac:spMk id="1063" creationId="{F71AD09B-6C1B-65C9-F75B-DF0CBEAE2597}"/>
          </ac:spMkLst>
        </pc:spChg>
        <pc:grpChg chg="del">
          <ac:chgData name="Cartwright, Max" userId="4fdaca64-157b-4f34-aebd-58f672b6a20c" providerId="ADAL" clId="{172B7C02-09EB-425F-9427-B2A6802BAFAB}" dt="2024-03-24T08:35:15.738" v="1787" actId="165"/>
          <ac:grpSpMkLst>
            <pc:docMk/>
            <pc:sldMk cId="0" sldId="263"/>
            <ac:grpSpMk id="861" creationId="{C6B9499F-04E9-6DEE-719E-D1AE92C26B15}"/>
          </ac:grpSpMkLst>
        </pc:grpChg>
        <pc:grpChg chg="del">
          <ac:chgData name="Cartwright, Max" userId="4fdaca64-157b-4f34-aebd-58f672b6a20c" providerId="ADAL" clId="{172B7C02-09EB-425F-9427-B2A6802BAFAB}" dt="2024-03-24T08:35:15.738" v="1787" actId="165"/>
          <ac:grpSpMkLst>
            <pc:docMk/>
            <pc:sldMk cId="0" sldId="263"/>
            <ac:grpSpMk id="862" creationId="{E9B3E5D6-9E30-4916-E79D-E2674B34B08D}"/>
          </ac:grpSpMkLst>
        </pc:grpChg>
        <pc:grpChg chg="del">
          <ac:chgData name="Cartwright, Max" userId="4fdaca64-157b-4f34-aebd-58f672b6a20c" providerId="ADAL" clId="{172B7C02-09EB-425F-9427-B2A6802BAFAB}" dt="2024-03-24T08:35:15.738" v="1787" actId="165"/>
          <ac:grpSpMkLst>
            <pc:docMk/>
            <pc:sldMk cId="0" sldId="263"/>
            <ac:grpSpMk id="863" creationId="{20E8D315-CB07-67A8-BCC4-6700AA6CB2A1}"/>
          </ac:grpSpMkLst>
        </pc:grpChg>
        <pc:grpChg chg="add del mod topLvl">
          <ac:chgData name="Cartwright, Max" userId="4fdaca64-157b-4f34-aebd-58f672b6a20c" providerId="ADAL" clId="{172B7C02-09EB-425F-9427-B2A6802BAFAB}" dt="2024-03-24T09:14:46.618" v="2937" actId="165"/>
          <ac:grpSpMkLst>
            <pc:docMk/>
            <pc:sldMk cId="0" sldId="263"/>
            <ac:grpSpMk id="911" creationId="{CC4720CE-E5AF-3D19-BB89-81900AB6ADD6}"/>
          </ac:grpSpMkLst>
        </pc:grpChg>
        <pc:grpChg chg="add del mod">
          <ac:chgData name="Cartwright, Max" userId="4fdaca64-157b-4f34-aebd-58f672b6a20c" providerId="ADAL" clId="{172B7C02-09EB-425F-9427-B2A6802BAFAB}" dt="2024-03-24T08:43:18.874" v="2148" actId="165"/>
          <ac:grpSpMkLst>
            <pc:docMk/>
            <pc:sldMk cId="0" sldId="263"/>
            <ac:grpSpMk id="912" creationId="{55365E79-23A9-BD9E-A0F6-0390FE72371C}"/>
          </ac:grpSpMkLst>
        </pc:grpChg>
        <pc:grpChg chg="add mod topLvl">
          <ac:chgData name="Cartwright, Max" userId="4fdaca64-157b-4f34-aebd-58f672b6a20c" providerId="ADAL" clId="{172B7C02-09EB-425F-9427-B2A6802BAFAB}" dt="2024-03-25T08:59:43.752" v="3281" actId="1036"/>
          <ac:grpSpMkLst>
            <pc:docMk/>
            <pc:sldMk cId="0" sldId="263"/>
            <ac:grpSpMk id="914" creationId="{56772C09-74E3-8CE6-625E-A137A7EA1C6A}"/>
          </ac:grpSpMkLst>
        </pc:grpChg>
        <pc:grpChg chg="add del mod topLvl">
          <ac:chgData name="Cartwright, Max" userId="4fdaca64-157b-4f34-aebd-58f672b6a20c" providerId="ADAL" clId="{172B7C02-09EB-425F-9427-B2A6802BAFAB}" dt="2024-03-24T09:15:06.504" v="2938" actId="165"/>
          <ac:grpSpMkLst>
            <pc:docMk/>
            <pc:sldMk cId="0" sldId="263"/>
            <ac:grpSpMk id="915" creationId="{72DDC8E7-66CE-CB90-1D01-97AE490AEEF2}"/>
          </ac:grpSpMkLst>
        </pc:grpChg>
        <pc:grpChg chg="add del mod">
          <ac:chgData name="Cartwright, Max" userId="4fdaca64-157b-4f34-aebd-58f672b6a20c" providerId="ADAL" clId="{172B7C02-09EB-425F-9427-B2A6802BAFAB}" dt="2024-03-24T08:43:02.181" v="2104" actId="165"/>
          <ac:grpSpMkLst>
            <pc:docMk/>
            <pc:sldMk cId="0" sldId="263"/>
            <ac:grpSpMk id="919" creationId="{1A28F48B-D88A-4F55-2551-D2BE48BFC9F8}"/>
          </ac:grpSpMkLst>
        </pc:grpChg>
        <pc:grpChg chg="add del mod">
          <ac:chgData name="Cartwright, Max" userId="4fdaca64-157b-4f34-aebd-58f672b6a20c" providerId="ADAL" clId="{172B7C02-09EB-425F-9427-B2A6802BAFAB}" dt="2024-03-24T09:01:25.637" v="2747" actId="165"/>
          <ac:grpSpMkLst>
            <pc:docMk/>
            <pc:sldMk cId="0" sldId="263"/>
            <ac:grpSpMk id="928" creationId="{41CE271B-E23E-2CBD-CF2B-FD5C8A64CF6C}"/>
          </ac:grpSpMkLst>
        </pc:grpChg>
        <pc:grpChg chg="add del mod">
          <ac:chgData name="Cartwright, Max" userId="4fdaca64-157b-4f34-aebd-58f672b6a20c" providerId="ADAL" clId="{172B7C02-09EB-425F-9427-B2A6802BAFAB}" dt="2024-03-24T09:12:23.656" v="2913" actId="165"/>
          <ac:grpSpMkLst>
            <pc:docMk/>
            <pc:sldMk cId="0" sldId="263"/>
            <ac:grpSpMk id="929" creationId="{11CD7153-A362-79F7-7CBB-4A4725F0CC20}"/>
          </ac:grpSpMkLst>
        </pc:grpChg>
        <pc:grpChg chg="add del mod">
          <ac:chgData name="Cartwright, Max" userId="4fdaca64-157b-4f34-aebd-58f672b6a20c" providerId="ADAL" clId="{172B7C02-09EB-425F-9427-B2A6802BAFAB}" dt="2024-03-24T09:14:31.813" v="2935" actId="165"/>
          <ac:grpSpMkLst>
            <pc:docMk/>
            <pc:sldMk cId="0" sldId="263"/>
            <ac:grpSpMk id="932" creationId="{EF6392ED-7AE2-5618-C497-C5FC9DE65BD4}"/>
          </ac:grpSpMkLst>
        </pc:grpChg>
        <pc:grpChg chg="add del mod">
          <ac:chgData name="Cartwright, Max" userId="4fdaca64-157b-4f34-aebd-58f672b6a20c" providerId="ADAL" clId="{172B7C02-09EB-425F-9427-B2A6802BAFAB}" dt="2024-03-24T09:16:32.371" v="2950" actId="165"/>
          <ac:grpSpMkLst>
            <pc:docMk/>
            <pc:sldMk cId="0" sldId="263"/>
            <ac:grpSpMk id="935" creationId="{D047E6C1-5479-E3BC-471A-11DD62888156}"/>
          </ac:grpSpMkLst>
        </pc:grpChg>
        <pc:grpChg chg="add del mod">
          <ac:chgData name="Cartwright, Max" userId="4fdaca64-157b-4f34-aebd-58f672b6a20c" providerId="ADAL" clId="{172B7C02-09EB-425F-9427-B2A6802BAFAB}" dt="2024-03-25T07:48:00.837" v="3060" actId="165"/>
          <ac:grpSpMkLst>
            <pc:docMk/>
            <pc:sldMk cId="0" sldId="263"/>
            <ac:grpSpMk id="956" creationId="{88DF452D-1BD0-D975-A27E-A37084C8E01E}"/>
          </ac:grpSpMkLst>
        </pc:grpChg>
        <pc:grpChg chg="add mod">
          <ac:chgData name="Cartwright, Max" userId="4fdaca64-157b-4f34-aebd-58f672b6a20c" providerId="ADAL" clId="{172B7C02-09EB-425F-9427-B2A6802BAFAB}" dt="2024-03-24T09:16:26.848" v="2949" actId="164"/>
          <ac:grpSpMkLst>
            <pc:docMk/>
            <pc:sldMk cId="0" sldId="263"/>
            <ac:grpSpMk id="968" creationId="{F0CA849A-9D7B-F599-893F-45F145120ABA}"/>
          </ac:grpSpMkLst>
        </pc:grpChg>
        <pc:grpChg chg="add mod">
          <ac:chgData name="Cartwright, Max" userId="4fdaca64-157b-4f34-aebd-58f672b6a20c" providerId="ADAL" clId="{172B7C02-09EB-425F-9427-B2A6802BAFAB}" dt="2024-03-24T09:19:44.706" v="2989" actId="164"/>
          <ac:grpSpMkLst>
            <pc:docMk/>
            <pc:sldMk cId="0" sldId="263"/>
            <ac:grpSpMk id="991" creationId="{EAF489D3-4475-279A-9742-907935C78431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18" creationId="{A9462051-E95C-FE13-CFC3-938B91F2988B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19" creationId="{3D0D433E-7F3F-3028-7BB0-8E94F6192E63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20" creationId="{0B6C2174-7C4F-6320-FCC6-764AF8EFD697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21" creationId="{F842A5F5-2E49-5B2F-8C02-D9B7283B2C99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22" creationId="{D88C9C35-4DAB-49CF-794D-84402B6C53A1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23" creationId="{64872BBC-B485-AAFF-663A-CD662CED0280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24" creationId="{387EF9FB-07B5-8987-C0E9-264631E66F68}"/>
          </ac:grpSpMkLst>
        </pc:grpChg>
        <pc:grpChg chg="del mod">
          <ac:chgData name="Cartwright, Max" userId="4fdaca64-157b-4f34-aebd-58f672b6a20c" providerId="ADAL" clId="{172B7C02-09EB-425F-9427-B2A6802BAFAB}" dt="2024-03-24T08:48:06.064" v="2399" actId="165"/>
          <ac:grpSpMkLst>
            <pc:docMk/>
            <pc:sldMk cId="0" sldId="263"/>
            <ac:grpSpMk id="1025" creationId="{4BB57D49-3821-24B3-3F48-5E6BE77BFAD7}"/>
          </ac:grpSpMkLst>
        </pc:grpChg>
        <pc:grpChg chg="add del mod">
          <ac:chgData name="Cartwright, Max" userId="4fdaca64-157b-4f34-aebd-58f672b6a20c" providerId="ADAL" clId="{172B7C02-09EB-425F-9427-B2A6802BAFAB}" dt="2024-03-22T19:56:20.119" v="1172" actId="165"/>
          <ac:grpSpMkLst>
            <pc:docMk/>
            <pc:sldMk cId="0" sldId="263"/>
            <ac:grpSpMk id="1044" creationId="{F2125DC9-5931-95CA-B6C5-631B73A206EA}"/>
          </ac:grpSpMkLst>
        </pc:grpChg>
        <pc:picChg chg="add del mod">
          <ac:chgData name="Cartwright, Max" userId="4fdaca64-157b-4f34-aebd-58f672b6a20c" providerId="ADAL" clId="{172B7C02-09EB-425F-9427-B2A6802BAFAB}" dt="2024-03-24T07:48:08.177" v="1211" actId="478"/>
          <ac:picMkLst>
            <pc:docMk/>
            <pc:sldMk cId="0" sldId="263"/>
            <ac:picMk id="3" creationId="{7BCD6E1B-94DB-27A7-CE0C-6A71B5516239}"/>
          </ac:picMkLst>
        </pc:picChg>
        <pc:picChg chg="add mod">
          <ac:chgData name="Cartwright, Max" userId="4fdaca64-157b-4f34-aebd-58f672b6a20c" providerId="ADAL" clId="{172B7C02-09EB-425F-9427-B2A6802BAFAB}" dt="2024-03-25T07:48:00.837" v="3060" actId="165"/>
          <ac:picMkLst>
            <pc:docMk/>
            <pc:sldMk cId="0" sldId="263"/>
            <ac:picMk id="4" creationId="{F0CEEFE3-DEC4-AE42-1234-9023572F14F7}"/>
          </ac:picMkLst>
        </pc:picChg>
        <pc:picChg chg="add mod">
          <ac:chgData name="Cartwright, Max" userId="4fdaca64-157b-4f34-aebd-58f672b6a20c" providerId="ADAL" clId="{172B7C02-09EB-425F-9427-B2A6802BAFAB}" dt="2024-03-24T09:04:38.148" v="2906" actId="1038"/>
          <ac:picMkLst>
            <pc:docMk/>
            <pc:sldMk cId="0" sldId="263"/>
            <ac:picMk id="7" creationId="{3A6AB0B9-75D5-0E51-597C-E924F8A83AD8}"/>
          </ac:picMkLst>
        </pc:picChg>
        <pc:picChg chg="add mod topLvl">
          <ac:chgData name="Cartwright, Max" userId="4fdaca64-157b-4f34-aebd-58f672b6a20c" providerId="ADAL" clId="{172B7C02-09EB-425F-9427-B2A6802BAFAB}" dt="2024-03-24T09:19:44.706" v="2989" actId="164"/>
          <ac:picMkLst>
            <pc:docMk/>
            <pc:sldMk cId="0" sldId="263"/>
            <ac:picMk id="10" creationId="{F1879F1B-A925-0115-53CD-858CEB54ABFF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4" creationId="{28695136-D5BE-6EDA-C26D-B234EBDA15D1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6" creationId="{1AC05A48-8C24-1EBA-CB35-8FAB0BACFED3}"/>
          </ac:picMkLst>
        </pc:picChg>
        <pc:picChg chg="add del">
          <ac:chgData name="Cartwright, Max" userId="4fdaca64-157b-4f34-aebd-58f672b6a20c" providerId="ADAL" clId="{172B7C02-09EB-425F-9427-B2A6802BAFAB}" dt="2024-03-24T08:10:15.664" v="1423" actId="478"/>
          <ac:picMkLst>
            <pc:docMk/>
            <pc:sldMk cId="0" sldId="263"/>
            <ac:picMk id="20" creationId="{A4E4A562-FAA7-7AD5-75CB-A35C54FD2CEC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23" creationId="{CAA010C1-368D-44D7-1515-6683513A41E2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24" creationId="{05D7C7CB-45CC-8964-79D1-59CFD5360D31}"/>
          </ac:picMkLst>
        </pc:picChg>
        <pc:picChg chg="add mod">
          <ac:chgData name="Cartwright, Max" userId="4fdaca64-157b-4f34-aebd-58f672b6a20c" providerId="ADAL" clId="{172B7C02-09EB-425F-9427-B2A6802BAFAB}" dt="2024-03-24T09:04:38.148" v="2906" actId="1038"/>
          <ac:picMkLst>
            <pc:docMk/>
            <pc:sldMk cId="0" sldId="263"/>
            <ac:picMk id="25" creationId="{F532C5DB-A6EB-51F5-BA2B-443A06EF4C5A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51" creationId="{AC816AE3-80B5-CDEC-922A-243895B08158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52" creationId="{3D11223D-5418-5D65-FF6E-BD7AF6462512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53" creationId="{BB5B9428-7DF5-05BD-691B-D68B66A52FED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54" creationId="{6CD9B377-9D76-BA56-6485-4288C49B54CE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55" creationId="{7FC1AF83-5D41-CBAA-BC67-2B2E0E55A883}"/>
          </ac:picMkLst>
        </pc:picChg>
        <pc:picChg chg="add mod topLvl">
          <ac:chgData name="Cartwright, Max" userId="4fdaca64-157b-4f34-aebd-58f672b6a20c" providerId="ADAL" clId="{172B7C02-09EB-425F-9427-B2A6802BAFAB}" dt="2024-03-24T09:16:26.848" v="2949" actId="164"/>
          <ac:picMkLst>
            <pc:docMk/>
            <pc:sldMk cId="0" sldId="263"/>
            <ac:picMk id="1056" creationId="{DD4D650F-AAFF-E14E-EF42-6D2595FCEBB6}"/>
          </ac:picMkLst>
        </pc:picChg>
        <pc:picChg chg="add mod topLvl">
          <ac:chgData name="Cartwright, Max" userId="4fdaca64-157b-4f34-aebd-58f672b6a20c" providerId="ADAL" clId="{172B7C02-09EB-425F-9427-B2A6802BAFAB}" dt="2024-03-25T08:59:43.752" v="3281" actId="1036"/>
          <ac:picMkLst>
            <pc:docMk/>
            <pc:sldMk cId="0" sldId="263"/>
            <ac:picMk id="1057" creationId="{772062D5-31B4-1009-AE6D-E4531038E269}"/>
          </ac:picMkLst>
        </pc:picChg>
        <pc:picChg chg="add del mod">
          <ac:chgData name="Cartwright, Max" userId="4fdaca64-157b-4f34-aebd-58f672b6a20c" providerId="ADAL" clId="{172B7C02-09EB-425F-9427-B2A6802BAFAB}" dt="2024-03-24T08:11:42.258" v="1436" actId="478"/>
          <ac:picMkLst>
            <pc:docMk/>
            <pc:sldMk cId="0" sldId="263"/>
            <ac:picMk id="1058" creationId="{B59BB14D-0B20-457B-A427-E1FE2218EBE2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59" creationId="{8FC1AD13-036C-8EEB-B985-FCB3CD4466FA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60" creationId="{3EF36D13-8E52-D89A-1212-3D1F86115E58}"/>
          </ac:picMkLst>
        </pc:picChg>
        <pc:picChg chg="add mod">
          <ac:chgData name="Cartwright, Max" userId="4fdaca64-157b-4f34-aebd-58f672b6a20c" providerId="ADAL" clId="{172B7C02-09EB-425F-9427-B2A6802BAFAB}" dt="2024-03-24T09:19:59.799" v="2990" actId="2085"/>
          <ac:picMkLst>
            <pc:docMk/>
            <pc:sldMk cId="0" sldId="263"/>
            <ac:picMk id="1061" creationId="{2A9B07D4-DBC9-E491-F340-7594D662BB2B}"/>
          </ac:picMkLst>
        </pc:picChg>
        <pc:picChg chg="add mod">
          <ac:chgData name="Cartwright, Max" userId="4fdaca64-157b-4f34-aebd-58f672b6a20c" providerId="ADAL" clId="{172B7C02-09EB-425F-9427-B2A6802BAFAB}" dt="2024-03-24T09:04:38.148" v="2906" actId="1038"/>
          <ac:picMkLst>
            <pc:docMk/>
            <pc:sldMk cId="0" sldId="263"/>
            <ac:picMk id="1062" creationId="{3AA06E24-8E61-D171-2145-5EE49048510D}"/>
          </ac:picMkLst>
        </pc:picChg>
        <pc:cxnChg chg="del">
          <ac:chgData name="Cartwright, Max" userId="4fdaca64-157b-4f34-aebd-58f672b6a20c" providerId="ADAL" clId="{172B7C02-09EB-425F-9427-B2A6802BAFAB}" dt="2024-03-22T19:53:12.017" v="1109" actId="478"/>
          <ac:cxnSpMkLst>
            <pc:docMk/>
            <pc:sldMk cId="0" sldId="263"/>
            <ac:cxnSpMk id="899" creationId="{457DE920-E533-F3E8-98C7-58544CEC1B38}"/>
          </ac:cxnSpMkLst>
        </pc:cxnChg>
        <pc:cxnChg chg="del mod">
          <ac:chgData name="Cartwright, Max" userId="4fdaca64-157b-4f34-aebd-58f672b6a20c" providerId="ADAL" clId="{172B7C02-09EB-425F-9427-B2A6802BAFAB}" dt="2024-03-24T08:41:35.654" v="2072" actId="478"/>
          <ac:cxnSpMkLst>
            <pc:docMk/>
            <pc:sldMk cId="0" sldId="263"/>
            <ac:cxnSpMk id="1029" creationId="{B7DE6F27-4FE4-8030-0FB1-7AF8D6A01FFE}"/>
          </ac:cxnSpMkLst>
        </pc:cxnChg>
        <pc:cxnChg chg="del mod">
          <ac:chgData name="Cartwright, Max" userId="4fdaca64-157b-4f34-aebd-58f672b6a20c" providerId="ADAL" clId="{172B7C02-09EB-425F-9427-B2A6802BAFAB}" dt="2024-03-24T08:41:40.581" v="2074" actId="478"/>
          <ac:cxnSpMkLst>
            <pc:docMk/>
            <pc:sldMk cId="0" sldId="263"/>
            <ac:cxnSpMk id="1031" creationId="{6451043D-BAC2-4D8A-B987-E4751256A282}"/>
          </ac:cxnSpMkLst>
        </pc:cxnChg>
      </pc:sldChg>
      <pc:sldChg chg="addSp delSp modSp mod">
        <pc:chgData name="Cartwright, Max" userId="4fdaca64-157b-4f34-aebd-58f672b6a20c" providerId="ADAL" clId="{172B7C02-09EB-425F-9427-B2A6802BAFAB}" dt="2024-03-24T09:01:15.283" v="2746" actId="1076"/>
        <pc:sldMkLst>
          <pc:docMk/>
          <pc:sldMk cId="2037103130" sldId="264"/>
        </pc:sldMkLst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2" creationId="{B9B72905-D04F-205D-940B-04CA10597A59}"/>
          </ac:spMkLst>
        </pc:spChg>
        <pc:spChg chg="del">
          <ac:chgData name="Cartwright, Max" userId="4fdaca64-157b-4f34-aebd-58f672b6a20c" providerId="ADAL" clId="{172B7C02-09EB-425F-9427-B2A6802BAFAB}" dt="2024-03-22T18:05:39.915" v="0" actId="478"/>
          <ac:spMkLst>
            <pc:docMk/>
            <pc:sldMk cId="2037103130" sldId="264"/>
            <ac:spMk id="3" creationId="{CD4BB31B-FDF8-DC00-5296-D504EA9C62F1}"/>
          </ac:spMkLst>
        </pc:spChg>
        <pc:spChg chg="del">
          <ac:chgData name="Cartwright, Max" userId="4fdaca64-157b-4f34-aebd-58f672b6a20c" providerId="ADAL" clId="{172B7C02-09EB-425F-9427-B2A6802BAFAB}" dt="2024-03-22T18:05:39.915" v="0" actId="478"/>
          <ac:spMkLst>
            <pc:docMk/>
            <pc:sldMk cId="2037103130" sldId="264"/>
            <ac:spMk id="4" creationId="{98FE1F5D-077C-1F28-D8BB-04423B69DC4C}"/>
          </ac:spMkLst>
        </pc:spChg>
        <pc:spChg chg="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5" creationId="{90AEB16E-C3D0-1CBF-D61C-7579DACABCEE}"/>
          </ac:spMkLst>
        </pc:spChg>
        <pc:spChg chg="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6" creationId="{DA5C355D-4C03-E6DC-1A50-DE7ED909F9E9}"/>
          </ac:spMkLst>
        </pc:spChg>
        <pc:spChg chg="del">
          <ac:chgData name="Cartwright, Max" userId="4fdaca64-157b-4f34-aebd-58f672b6a20c" providerId="ADAL" clId="{172B7C02-09EB-425F-9427-B2A6802BAFAB}" dt="2024-03-22T18:05:39.915" v="0" actId="478"/>
          <ac:spMkLst>
            <pc:docMk/>
            <pc:sldMk cId="2037103130" sldId="264"/>
            <ac:spMk id="7" creationId="{3D0BFC1F-C5B4-8845-9B2F-A9B957768B20}"/>
          </ac:spMkLst>
        </pc:spChg>
        <pc:spChg chg="mod">
          <ac:chgData name="Cartwright, Max" userId="4fdaca64-157b-4f34-aebd-58f672b6a20c" providerId="ADAL" clId="{172B7C02-09EB-425F-9427-B2A6802BAFAB}" dt="2024-03-22T19:09:17.849" v="1016" actId="14100"/>
          <ac:spMkLst>
            <pc:docMk/>
            <pc:sldMk cId="2037103130" sldId="264"/>
            <ac:spMk id="8" creationId="{6B94823D-2DBC-6259-3754-78B20B4ECFF9}"/>
          </ac:spMkLst>
        </pc:spChg>
        <pc:spChg chg="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9" creationId="{07C1E2B6-E39C-DF09-67DD-AF5BB70377FE}"/>
          </ac:spMkLst>
        </pc:spChg>
        <pc:spChg chg="mod">
          <ac:chgData name="Cartwright, Max" userId="4fdaca64-157b-4f34-aebd-58f672b6a20c" providerId="ADAL" clId="{172B7C02-09EB-425F-9427-B2A6802BAFAB}" dt="2024-03-22T19:09:14.830" v="1015" actId="14100"/>
          <ac:spMkLst>
            <pc:docMk/>
            <pc:sldMk cId="2037103130" sldId="264"/>
            <ac:spMk id="10" creationId="{4EB075B7-6A28-F541-D6F5-45CA278E5F62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11" creationId="{23378F48-3438-ABB6-5A7D-C7203B66D0F9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12" creationId="{302DE8FA-9836-1586-3323-28E50DED1B1C}"/>
          </ac:spMkLst>
        </pc:spChg>
        <pc:spChg chg="del mod">
          <ac:chgData name="Cartwright, Max" userId="4fdaca64-157b-4f34-aebd-58f672b6a20c" providerId="ADAL" clId="{172B7C02-09EB-425F-9427-B2A6802BAFAB}" dt="2024-03-22T19:48:51.803" v="1041" actId="478"/>
          <ac:spMkLst>
            <pc:docMk/>
            <pc:sldMk cId="2037103130" sldId="264"/>
            <ac:spMk id="13" creationId="{85C6F378-1A6C-FF71-CECF-4D4A410E94A4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14" creationId="{B8AAB77A-CAF9-3367-695F-5D35B6578E11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15" creationId="{00B28477-6496-A66B-EF94-7C198FF02185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16" creationId="{4313714D-ED57-5640-60F4-BEDAC7741DC8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17" creationId="{D598F693-C3BD-E222-3BF9-443E6CDFF267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18" creationId="{3F0A3E4D-D077-DE92-594D-6B8B5EF6FE4B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19" creationId="{7944E31C-CF33-246B-DE9C-B7034EFEE4CA}"/>
          </ac:spMkLst>
        </pc:spChg>
        <pc:spChg chg="mod">
          <ac:chgData name="Cartwright, Max" userId="4fdaca64-157b-4f34-aebd-58f672b6a20c" providerId="ADAL" clId="{172B7C02-09EB-425F-9427-B2A6802BAFAB}" dt="2024-03-24T09:01:15.283" v="2746" actId="1076"/>
          <ac:spMkLst>
            <pc:docMk/>
            <pc:sldMk cId="2037103130" sldId="264"/>
            <ac:spMk id="20" creationId="{415002E1-0AED-1D80-C293-9F05C8DA67C3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21" creationId="{97AECA90-4A90-3373-EA83-2362216BE281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22" creationId="{961906AC-CAAC-F23A-ACD2-C49A238054A7}"/>
          </ac:spMkLst>
        </pc:spChg>
        <pc:spChg chg="mod">
          <ac:chgData name="Cartwright, Max" userId="4fdaca64-157b-4f34-aebd-58f672b6a20c" providerId="ADAL" clId="{172B7C02-09EB-425F-9427-B2A6802BAFAB}" dt="2024-03-22T18:06:45.845" v="15" actId="1076"/>
          <ac:spMkLst>
            <pc:docMk/>
            <pc:sldMk cId="2037103130" sldId="264"/>
            <ac:spMk id="23" creationId="{2DD1599B-ED66-2CAA-0038-541B871904DE}"/>
          </ac:spMkLst>
        </pc:spChg>
        <pc:spChg chg="mod">
          <ac:chgData name="Cartwright, Max" userId="4fdaca64-157b-4f34-aebd-58f672b6a20c" providerId="ADAL" clId="{172B7C02-09EB-425F-9427-B2A6802BAFAB}" dt="2024-03-22T18:06:45.845" v="15" actId="1076"/>
          <ac:spMkLst>
            <pc:docMk/>
            <pc:sldMk cId="2037103130" sldId="264"/>
            <ac:spMk id="24" creationId="{A4A62038-A37A-9E9C-1B63-1C4A6CA58E46}"/>
          </ac:spMkLst>
        </pc:spChg>
        <pc:spChg chg="mod">
          <ac:chgData name="Cartwright, Max" userId="4fdaca64-157b-4f34-aebd-58f672b6a20c" providerId="ADAL" clId="{172B7C02-09EB-425F-9427-B2A6802BAFAB}" dt="2024-03-22T18:06:45.845" v="15" actId="1076"/>
          <ac:spMkLst>
            <pc:docMk/>
            <pc:sldMk cId="2037103130" sldId="264"/>
            <ac:spMk id="25" creationId="{B83017E7-A357-8CDC-F395-14F04C5126A4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26" creationId="{FC90B086-47B1-C13A-CC46-A95E88028C1F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27" creationId="{D14E66A4-5F78-34E0-00B1-7082031E446E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28" creationId="{1E7D8624-3592-2919-1239-1AB11BC0222D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29" creationId="{1B714586-DD35-A263-C162-77C7A36B5652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30" creationId="{1D851B08-9385-DEDD-0A8A-3A54D781489F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31" creationId="{7D03B130-F6B8-D2A9-F210-08FEDC3CAC70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32" creationId="{F596B990-B3EA-CE9F-405C-DEA501620E5D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33" creationId="{1491CEC2-5DBB-FC24-2DB0-99D0A4066674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34" creationId="{8E98F09E-44A2-6536-5776-E97971566734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35" creationId="{CF6D0639-9471-0AC5-F015-BCECFDCF0A2C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37" creationId="{82FDEEFE-2EB7-3A5A-63A6-39FA9CDD5B90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38" creationId="{767D2905-0126-F693-AF6B-6F7108AE426A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39" creationId="{B447D194-BDB6-7BFF-0131-480DF885A398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0" creationId="{3D07D657-56A3-B6A4-AB34-937077B27D95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41" creationId="{DE10CE88-929D-1740-942C-3AABF3A3EB7D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42" creationId="{7AD350BC-F775-B8EB-6E99-6356C31AFBF1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43" creationId="{A22A3FF7-7D10-A5B8-6E94-4A344CD7AAEE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4" creationId="{BBA4DD06-C61E-0E5B-9DCA-F08E940C2C33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5" creationId="{6D45F9B9-2384-8625-CF05-69C2D2848444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6" creationId="{0E4DC9BA-64F7-7142-8540-5B8A0829FE7B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7" creationId="{69D726B5-FB2C-A9C8-3F49-CA5C75E57B7F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8" creationId="{FA3317EC-6662-982F-52D6-35200739FE88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849" creationId="{6F9FFF8F-A955-8096-C920-98988A664F1C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0" creationId="{CCAC17CC-B71F-5FB9-7523-CB43945A4052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1" creationId="{EEA78BB7-FBDC-2DCE-BF2B-6F8094C74307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2" creationId="{F47BBC94-64A1-12D6-F92D-E082C3431B1A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3" creationId="{CF5A6DC7-91CF-4E10-93EE-084AA4F240AC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4" creationId="{A98FA6FC-9CE3-8850-E35A-85497D80ACDF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5" creationId="{A4486976-88A6-A8E4-BF71-279505A4C2DD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6" creationId="{EF1734EA-875A-80CE-DCB4-63D57BA312D9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7" creationId="{8423E7BA-9850-B9A5-BCBC-AEBE9A0F5F9A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58" creationId="{153EAD49-6D34-FDE3-62E1-07527C938D2C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96" creationId="{2737E4B6-B972-B2B5-7B7F-5365236F065B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897" creationId="{8845B570-0252-C9F1-C818-4ACB8373E86A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898" creationId="{FE62040E-7769-BBA6-1771-6D4C924222E8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900" creationId="{67EAD384-CCD4-507A-9296-1697E55DA838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901" creationId="{F875705C-3C87-4B51-4604-B1E73F23BC07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902" creationId="{A6D0AB9A-B436-0C7E-189C-DE9EBF536836}"/>
          </ac:spMkLst>
        </pc:spChg>
        <pc:spChg chg="add mod">
          <ac:chgData name="Cartwright, Max" userId="4fdaca64-157b-4f34-aebd-58f672b6a20c" providerId="ADAL" clId="{172B7C02-09EB-425F-9427-B2A6802BAFAB}" dt="2024-03-22T18:11:14.768" v="36" actId="1076"/>
          <ac:spMkLst>
            <pc:docMk/>
            <pc:sldMk cId="2037103130" sldId="264"/>
            <ac:spMk id="903" creationId="{7A9B95AC-8DEF-C0E5-304C-1C1120A0F3EA}"/>
          </ac:spMkLst>
        </pc:spChg>
        <pc:spChg chg="add del mod">
          <ac:chgData name="Cartwright, Max" userId="4fdaca64-157b-4f34-aebd-58f672b6a20c" providerId="ADAL" clId="{172B7C02-09EB-425F-9427-B2A6802BAFAB}" dt="2024-03-24T09:01:04.813" v="2745" actId="1038"/>
          <ac:spMkLst>
            <pc:docMk/>
            <pc:sldMk cId="2037103130" sldId="264"/>
            <ac:spMk id="904" creationId="{F647A4E9-2823-2B83-2AC5-FBE11D7FA259}"/>
          </ac:spMkLst>
        </pc:spChg>
        <pc:spChg chg="add mod">
          <ac:chgData name="Cartwright, Max" userId="4fdaca64-157b-4f34-aebd-58f672b6a20c" providerId="ADAL" clId="{172B7C02-09EB-425F-9427-B2A6802BAFAB}" dt="2024-03-24T09:01:04.813" v="2745" actId="1038"/>
          <ac:spMkLst>
            <pc:docMk/>
            <pc:sldMk cId="2037103130" sldId="264"/>
            <ac:spMk id="905" creationId="{F46B07E1-F58A-E2AF-E324-C93FFFF58FF8}"/>
          </ac:spMkLst>
        </pc:spChg>
        <pc:spChg chg="mod">
          <ac:chgData name="Cartwright, Max" userId="4fdaca64-157b-4f34-aebd-58f672b6a20c" providerId="ADAL" clId="{172B7C02-09EB-425F-9427-B2A6802BAFAB}" dt="2024-03-22T19:47:15.520" v="1039" actId="14100"/>
          <ac:spMkLst>
            <pc:docMk/>
            <pc:sldMk cId="2037103130" sldId="264"/>
            <ac:spMk id="906" creationId="{5ECBF880-0EE1-A68A-05CE-582466C6582B}"/>
          </ac:spMkLst>
        </pc:spChg>
        <pc:spChg chg="add 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908" creationId="{3DD3662D-5EF3-482A-6646-EB4A6505F135}"/>
          </ac:spMkLst>
        </pc:spChg>
        <pc:spChg chg="add 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909" creationId="{EF497D6C-A999-5944-9C1B-72BCFD1884AC}"/>
          </ac:spMkLst>
        </pc:spChg>
        <pc:spChg chg="add 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910" creationId="{8ABE9A6F-80E7-396A-FFC4-43596437D262}"/>
          </ac:spMkLst>
        </pc:spChg>
        <pc:spChg chg="add mod">
          <ac:chgData name="Cartwright, Max" userId="4fdaca64-157b-4f34-aebd-58f672b6a20c" providerId="ADAL" clId="{172B7C02-09EB-425F-9427-B2A6802BAFAB}" dt="2024-03-22T19:03:43.628" v="763" actId="12789"/>
          <ac:spMkLst>
            <pc:docMk/>
            <pc:sldMk cId="2037103130" sldId="264"/>
            <ac:spMk id="911" creationId="{4FA1DB03-579C-BC16-2F87-31B26E4B5183}"/>
          </ac:spMkLst>
        </pc:spChg>
        <pc:spChg chg="add mod">
          <ac:chgData name="Cartwright, Max" userId="4fdaca64-157b-4f34-aebd-58f672b6a20c" providerId="ADAL" clId="{172B7C02-09EB-425F-9427-B2A6802BAFAB}" dt="2024-03-22T19:08:55.496" v="978" actId="20577"/>
          <ac:spMkLst>
            <pc:docMk/>
            <pc:sldMk cId="2037103130" sldId="264"/>
            <ac:spMk id="912" creationId="{BB752B5E-984E-9FE3-C7A4-88EB666625A0}"/>
          </ac:spMkLst>
        </pc:spChg>
        <pc:spChg chg="add mod">
          <ac:chgData name="Cartwright, Max" userId="4fdaca64-157b-4f34-aebd-58f672b6a20c" providerId="ADAL" clId="{172B7C02-09EB-425F-9427-B2A6802BAFAB}" dt="2024-03-24T09:01:04.813" v="2745" actId="1038"/>
          <ac:spMkLst>
            <pc:docMk/>
            <pc:sldMk cId="2037103130" sldId="264"/>
            <ac:spMk id="915" creationId="{6ACF7BAC-A53C-FCE9-7E5E-CE96335239E8}"/>
          </ac:spMkLst>
        </pc:spChg>
        <pc:spChg chg="add mod">
          <ac:chgData name="Cartwright, Max" userId="4fdaca64-157b-4f34-aebd-58f672b6a20c" providerId="ADAL" clId="{172B7C02-09EB-425F-9427-B2A6802BAFAB}" dt="2024-03-24T09:01:04.813" v="2745" actId="1038"/>
          <ac:spMkLst>
            <pc:docMk/>
            <pc:sldMk cId="2037103130" sldId="264"/>
            <ac:spMk id="916" creationId="{B964CACF-4BAA-320D-8ED7-9DBA4135AE66}"/>
          </ac:spMkLst>
        </pc:spChg>
        <pc:spChg chg="add mod">
          <ac:chgData name="Cartwright, Max" userId="4fdaca64-157b-4f34-aebd-58f672b6a20c" providerId="ADAL" clId="{172B7C02-09EB-425F-9427-B2A6802BAFAB}" dt="2024-03-24T08:27:04.559" v="1729" actId="20577"/>
          <ac:spMkLst>
            <pc:docMk/>
            <pc:sldMk cId="2037103130" sldId="264"/>
            <ac:spMk id="917" creationId="{63F26C0F-A63A-0D0E-3D6D-D8481123AAB3}"/>
          </ac:spMkLst>
        </pc:spChg>
        <pc:spChg chg="mod">
          <ac:chgData name="Cartwright, Max" userId="4fdaca64-157b-4f34-aebd-58f672b6a20c" providerId="ADAL" clId="{172B7C02-09EB-425F-9427-B2A6802BAFAB}" dt="2024-03-22T19:08:45.798" v="966" actId="20577"/>
          <ac:spMkLst>
            <pc:docMk/>
            <pc:sldMk cId="2037103130" sldId="264"/>
            <ac:spMk id="919" creationId="{43DD2AF1-E4EA-602E-C430-5A127881A1AA}"/>
          </ac:spMkLst>
        </pc:spChg>
        <pc:spChg chg="mod">
          <ac:chgData name="Cartwright, Max" userId="4fdaca64-157b-4f34-aebd-58f672b6a20c" providerId="ADAL" clId="{172B7C02-09EB-425F-9427-B2A6802BAFAB}" dt="2024-03-22T18:06:45.845" v="15" actId="1076"/>
          <ac:spMkLst>
            <pc:docMk/>
            <pc:sldMk cId="2037103130" sldId="264"/>
            <ac:spMk id="926" creationId="{00000000-0000-0000-0000-000000000000}"/>
          </ac:spMkLst>
        </pc:spChg>
        <pc:spChg chg="mod">
          <ac:chgData name="Cartwright, Max" userId="4fdaca64-157b-4f34-aebd-58f672b6a20c" providerId="ADAL" clId="{172B7C02-09EB-425F-9427-B2A6802BAFAB}" dt="2024-03-22T18:06:45.845" v="15" actId="1076"/>
          <ac:spMkLst>
            <pc:docMk/>
            <pc:sldMk cId="2037103130" sldId="264"/>
            <ac:spMk id="927" creationId="{00000000-0000-0000-0000-000000000000}"/>
          </ac:spMkLst>
        </pc:spChg>
        <pc:spChg chg="mod">
          <ac:chgData name="Cartwright, Max" userId="4fdaca64-157b-4f34-aebd-58f672b6a20c" providerId="ADAL" clId="{172B7C02-09EB-425F-9427-B2A6802BAFAB}" dt="2024-03-22T18:06:45.845" v="15" actId="1076"/>
          <ac:spMkLst>
            <pc:docMk/>
            <pc:sldMk cId="2037103130" sldId="264"/>
            <ac:spMk id="928" creationId="{00000000-0000-0000-0000-000000000000}"/>
          </ac:spMkLst>
        </pc:spChg>
        <pc:spChg chg="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933" creationId="{09A78593-A2CE-DB08-A883-0D627CF5EFF1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34" creationId="{0979304A-FC80-2B6E-EDCB-57B77260AE98}"/>
          </ac:spMkLst>
        </pc:spChg>
        <pc:spChg chg="mod">
          <ac:chgData name="Cartwright, Max" userId="4fdaca64-157b-4f34-aebd-58f672b6a20c" providerId="ADAL" clId="{172B7C02-09EB-425F-9427-B2A6802BAFAB}" dt="2024-03-24T09:01:15.283" v="2746" actId="1076"/>
          <ac:spMkLst>
            <pc:docMk/>
            <pc:sldMk cId="2037103130" sldId="264"/>
            <ac:spMk id="935" creationId="{84026126-094C-5DF1-5F1E-70DD18DF9982}"/>
          </ac:spMkLst>
        </pc:spChg>
        <pc:spChg chg="mod">
          <ac:chgData name="Cartwright, Max" userId="4fdaca64-157b-4f34-aebd-58f672b6a20c" providerId="ADAL" clId="{172B7C02-09EB-425F-9427-B2A6802BAFAB}" dt="2024-03-22T19:03:43.628" v="763" actId="12789"/>
          <ac:spMkLst>
            <pc:docMk/>
            <pc:sldMk cId="2037103130" sldId="264"/>
            <ac:spMk id="936" creationId="{0755209E-BAE9-1417-FBC0-F9F21DA6CB4B}"/>
          </ac:spMkLst>
        </pc:spChg>
        <pc:spChg chg="mod">
          <ac:chgData name="Cartwright, Max" userId="4fdaca64-157b-4f34-aebd-58f672b6a20c" providerId="ADAL" clId="{172B7C02-09EB-425F-9427-B2A6802BAFAB}" dt="2024-03-22T19:08:43.552" v="964" actId="20577"/>
          <ac:spMkLst>
            <pc:docMk/>
            <pc:sldMk cId="2037103130" sldId="264"/>
            <ac:spMk id="937" creationId="{3ACCBBB7-3109-32B7-844B-D3709E3FF15F}"/>
          </ac:spMkLst>
        </pc:spChg>
        <pc:spChg chg="mod">
          <ac:chgData name="Cartwright, Max" userId="4fdaca64-157b-4f34-aebd-58f672b6a20c" providerId="ADAL" clId="{172B7C02-09EB-425F-9427-B2A6802BAFAB}" dt="2024-03-22T19:01:39.503" v="525" actId="1038"/>
          <ac:spMkLst>
            <pc:docMk/>
            <pc:sldMk cId="2037103130" sldId="264"/>
            <ac:spMk id="943" creationId="{E0961D12-0C58-FEF3-943E-83DC2FCED295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44" creationId="{F5749439-B36A-433D-F810-BBFC650B4B96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45" creationId="{AD2CBC71-CDD7-1676-E9E8-752D0EDC1391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46" creationId="{0D5B4D6F-181C-C605-F6CA-5457D33C7198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47" creationId="{276D7BE6-3DC4-9C59-FF9F-FE5F43EE2DE2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48" creationId="{5420B4F8-4BCD-D5A6-E8D4-C592DA6BF265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49" creationId="{CD5A2B5C-C64F-C49C-CA2E-D244CC68809A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50" creationId="{348E270E-2884-B0D2-C629-4DFBCED8281B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51" creationId="{0315869A-6180-063A-91F1-094BA7F40B9F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52" creationId="{F856E8DF-CDC7-D532-B846-5A766AA568D8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53" creationId="{F47B2A84-67F1-D91B-8106-E98A161C9E62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54" creationId="{86602B55-6166-406D-36FF-5C0361B14F40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55" creationId="{F1ACF85E-FA94-38BF-28D4-8871CA5E70B4}"/>
          </ac:spMkLst>
        </pc:spChg>
        <pc:spChg chg="mod">
          <ac:chgData name="Cartwright, Max" userId="4fdaca64-157b-4f34-aebd-58f672b6a20c" providerId="ADAL" clId="{172B7C02-09EB-425F-9427-B2A6802BAFAB}" dt="2024-03-22T19:09:01.901" v="991" actId="1036"/>
          <ac:spMkLst>
            <pc:docMk/>
            <pc:sldMk cId="2037103130" sldId="264"/>
            <ac:spMk id="956" creationId="{39BA74A3-3C2B-6CDC-1CF1-DADDC69CFEFB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57" creationId="{3A43BBE0-8ADD-FEE5-8EF3-DFB995B2BFB7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58" creationId="{B2176C95-85A4-394C-C28E-0A1859AE1C8B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60" creationId="{40BE3179-05A7-D6B4-2872-993B997A63DB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61" creationId="{83667437-610F-C997-0BA5-3282DF7DB1F8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62" creationId="{C7A49277-9DD9-6860-BD4D-97AED7D3936D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63" creationId="{13BECDC8-DC4C-5772-4F37-7AB97BA3BD4F}"/>
          </ac:spMkLst>
        </pc:spChg>
        <pc:spChg chg="mod">
          <ac:chgData name="Cartwright, Max" userId="4fdaca64-157b-4f34-aebd-58f672b6a20c" providerId="ADAL" clId="{172B7C02-09EB-425F-9427-B2A6802BAFAB}" dt="2024-03-22T19:03:43.628" v="763" actId="12789"/>
          <ac:spMkLst>
            <pc:docMk/>
            <pc:sldMk cId="2037103130" sldId="264"/>
            <ac:spMk id="966" creationId="{A661A4A6-98AA-549A-A63D-90C9F927BFF9}"/>
          </ac:spMkLst>
        </pc:spChg>
        <pc:spChg chg="mod">
          <ac:chgData name="Cartwright, Max" userId="4fdaca64-157b-4f34-aebd-58f672b6a20c" providerId="ADAL" clId="{172B7C02-09EB-425F-9427-B2A6802BAFAB}" dt="2024-03-22T19:03:43.628" v="763" actId="12789"/>
          <ac:spMkLst>
            <pc:docMk/>
            <pc:sldMk cId="2037103130" sldId="264"/>
            <ac:spMk id="967" creationId="{E474EA41-BB7E-4DFF-2991-CF65BE77A2F0}"/>
          </ac:spMkLst>
        </pc:spChg>
        <pc:spChg chg="mod">
          <ac:chgData name="Cartwright, Max" userId="4fdaca64-157b-4f34-aebd-58f672b6a20c" providerId="ADAL" clId="{172B7C02-09EB-425F-9427-B2A6802BAFAB}" dt="2024-03-22T19:08:46.606" v="968" actId="20577"/>
          <ac:spMkLst>
            <pc:docMk/>
            <pc:sldMk cId="2037103130" sldId="264"/>
            <ac:spMk id="971" creationId="{8FA17ACF-FF17-CB9D-07B9-38D7E5F18297}"/>
          </ac:spMkLst>
        </pc:spChg>
        <pc:spChg chg="mod">
          <ac:chgData name="Cartwright, Max" userId="4fdaca64-157b-4f34-aebd-58f672b6a20c" providerId="ADAL" clId="{172B7C02-09EB-425F-9427-B2A6802BAFAB}" dt="2024-03-22T19:09:10.653" v="1014" actId="1035"/>
          <ac:spMkLst>
            <pc:docMk/>
            <pc:sldMk cId="2037103130" sldId="264"/>
            <ac:spMk id="974" creationId="{5E984A70-4EDA-6B76-17AD-5F0F032678D8}"/>
          </ac:spMkLst>
        </pc:spChg>
        <pc:spChg chg="mod">
          <ac:chgData name="Cartwright, Max" userId="4fdaca64-157b-4f34-aebd-58f672b6a20c" providerId="ADAL" clId="{172B7C02-09EB-425F-9427-B2A6802BAFAB}" dt="2024-03-24T09:01:15.283" v="2746" actId="1076"/>
          <ac:spMkLst>
            <pc:docMk/>
            <pc:sldMk cId="2037103130" sldId="264"/>
            <ac:spMk id="977" creationId="{75E232AA-8A3A-1DF6-8964-8A30E1E4FF8C}"/>
          </ac:spMkLst>
        </pc:spChg>
        <pc:spChg chg="mod">
          <ac:chgData name="Cartwright, Max" userId="4fdaca64-157b-4f34-aebd-58f672b6a20c" providerId="ADAL" clId="{172B7C02-09EB-425F-9427-B2A6802BAFAB}" dt="2024-03-24T09:01:15.283" v="2746" actId="1076"/>
          <ac:spMkLst>
            <pc:docMk/>
            <pc:sldMk cId="2037103130" sldId="264"/>
            <ac:spMk id="978" creationId="{C9CA072B-1D08-6A7C-B3D7-4FDBF3351CD5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85" creationId="{72F60A4C-F595-419A-4288-C1334C79E607}"/>
          </ac:spMkLst>
        </pc:spChg>
        <pc:spChg chg="del">
          <ac:chgData name="Cartwright, Max" userId="4fdaca64-157b-4f34-aebd-58f672b6a20c" providerId="ADAL" clId="{172B7C02-09EB-425F-9427-B2A6802BAFAB}" dt="2024-03-22T18:05:44.019" v="1" actId="478"/>
          <ac:spMkLst>
            <pc:docMk/>
            <pc:sldMk cId="2037103130" sldId="264"/>
            <ac:spMk id="986" creationId="{EA420B40-85A7-C8F9-C97F-80F371DA8777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87" creationId="{E367E28D-687C-4A4B-D0A3-473A59604938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89" creationId="{8C60D923-BD05-F601-D904-1F2A3EDBD731}"/>
          </ac:spMkLst>
        </pc:spChg>
        <pc:spChg chg="del">
          <ac:chgData name="Cartwright, Max" userId="4fdaca64-157b-4f34-aebd-58f672b6a20c" providerId="ADAL" clId="{172B7C02-09EB-425F-9427-B2A6802BAFAB}" dt="2024-03-22T18:05:49.064" v="2" actId="478"/>
          <ac:spMkLst>
            <pc:docMk/>
            <pc:sldMk cId="2037103130" sldId="264"/>
            <ac:spMk id="991" creationId="{E7978FA5-43FD-F36B-C942-BCF88821F0BC}"/>
          </ac:spMkLst>
        </pc:spChg>
        <pc:cxnChg chg="mod">
          <ac:chgData name="Cartwright, Max" userId="4fdaca64-157b-4f34-aebd-58f672b6a20c" providerId="ADAL" clId="{172B7C02-09EB-425F-9427-B2A6802BAFAB}" dt="2024-03-22T19:09:05.698" v="1002" actId="1036"/>
          <ac:cxnSpMkLst>
            <pc:docMk/>
            <pc:sldMk cId="2037103130" sldId="264"/>
            <ac:cxnSpMk id="899" creationId="{457DE920-E533-F3E8-98C7-58544CEC1B38}"/>
          </ac:cxnSpMkLst>
        </pc:cxnChg>
      </pc:sldChg>
      <pc:sldChg chg="addSp delSp modSp add mod">
        <pc:chgData name="Cartwright, Max" userId="4fdaca64-157b-4f34-aebd-58f672b6a20c" providerId="ADAL" clId="{172B7C02-09EB-425F-9427-B2A6802BAFAB}" dt="2024-03-22T19:49:18.036" v="1052" actId="108"/>
        <pc:sldMkLst>
          <pc:docMk/>
          <pc:sldMk cId="95017012" sldId="265"/>
        </pc:sldMkLst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5" creationId="{90AEB16E-C3D0-1CBF-D61C-7579DACABCEE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6" creationId="{DA5C355D-4C03-E6DC-1A50-DE7ED909F9E9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8" creationId="{6B94823D-2DBC-6259-3754-78B20B4ECFF9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" creationId="{07C1E2B6-E39C-DF09-67DD-AF5BB70377FE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10" creationId="{4EB075B7-6A28-F541-D6F5-45CA278E5F62}"/>
          </ac:spMkLst>
        </pc:spChg>
        <pc:spChg chg="del">
          <ac:chgData name="Cartwright, Max" userId="4fdaca64-157b-4f34-aebd-58f672b6a20c" providerId="ADAL" clId="{172B7C02-09EB-425F-9427-B2A6802BAFAB}" dt="2024-03-22T18:55:10.430" v="340" actId="478"/>
          <ac:spMkLst>
            <pc:docMk/>
            <pc:sldMk cId="95017012" sldId="265"/>
            <ac:spMk id="13" creationId="{85C6F378-1A6C-FF71-CECF-4D4A410E94A4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14" creationId="{B8AAB77A-CAF9-3367-695F-5D35B6578E11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16" creationId="{4313714D-ED57-5640-60F4-BEDAC7741DC8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17" creationId="{D598F693-C3BD-E222-3BF9-443E6CDFF267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20" creationId="{415002E1-0AED-1D80-C293-9F05C8DA67C3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23" creationId="{2DD1599B-ED66-2CAA-0038-541B871904DE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24" creationId="{A4A62038-A37A-9E9C-1B63-1C4A6CA58E46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25" creationId="{B83017E7-A357-8CDC-F395-14F04C5126A4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898" creationId="{FE62040E-7769-BBA6-1771-6D4C924222E8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0" creationId="{67EAD384-CCD4-507A-9296-1697E55DA838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1" creationId="{F875705C-3C87-4B51-4604-B1E73F23BC07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2" creationId="{A6D0AB9A-B436-0C7E-189C-DE9EBF536836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3" creationId="{7A9B95AC-8DEF-C0E5-304C-1C1120A0F3EA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4" creationId="{F647A4E9-2823-2B83-2AC5-FBE11D7FA259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5" creationId="{F46B07E1-F58A-E2AF-E324-C93FFFF58FF8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6" creationId="{5ECBF880-0EE1-A68A-05CE-582466C6582B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8" creationId="{3DD3662D-5EF3-482A-6646-EB4A6505F135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09" creationId="{EF497D6C-A999-5944-9C1B-72BCFD1884AC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10" creationId="{8ABE9A6F-80E7-396A-FFC4-43596437D262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19" creationId="{43DD2AF1-E4EA-602E-C430-5A127881A1AA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26" creationId="{00000000-0000-0000-0000-000000000000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27" creationId="{00000000-0000-0000-0000-000000000000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28" creationId="{00000000-0000-0000-0000-000000000000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33" creationId="{09A78593-A2CE-DB08-A883-0D627CF5EFF1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35" creationId="{84026126-094C-5DF1-5F1E-70DD18DF9982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36" creationId="{0755209E-BAE9-1417-FBC0-F9F21DA6CB4B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37" creationId="{3ACCBBB7-3109-32B7-844B-D3709E3FF15F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43" creationId="{E0961D12-0C58-FEF3-943E-83DC2FCED295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56" creationId="{39BA74A3-3C2B-6CDC-1CF1-DADDC69CFEFB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66" creationId="{A661A4A6-98AA-549A-A63D-90C9F927BFF9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67" creationId="{E474EA41-BB7E-4DFF-2991-CF65BE77A2F0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71" creationId="{8FA17ACF-FF17-CB9D-07B9-38D7E5F18297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74" creationId="{5E984A70-4EDA-6B76-17AD-5F0F032678D8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77" creationId="{75E232AA-8A3A-1DF6-8964-8A30E1E4FF8C}"/>
          </ac:spMkLst>
        </pc:spChg>
        <pc:spChg chg="del">
          <ac:chgData name="Cartwright, Max" userId="4fdaca64-157b-4f34-aebd-58f672b6a20c" providerId="ADAL" clId="{172B7C02-09EB-425F-9427-B2A6802BAFAB}" dt="2024-03-22T18:54:57.353" v="337" actId="478"/>
          <ac:spMkLst>
            <pc:docMk/>
            <pc:sldMk cId="95017012" sldId="265"/>
            <ac:spMk id="978" creationId="{C9CA072B-1D08-6A7C-B3D7-4FDBF3351CD5}"/>
          </ac:spMkLst>
        </pc:spChg>
        <pc:picChg chg="add mod">
          <ac:chgData name="Cartwright, Max" userId="4fdaca64-157b-4f34-aebd-58f672b6a20c" providerId="ADAL" clId="{172B7C02-09EB-425F-9427-B2A6802BAFAB}" dt="2024-03-22T19:49:18.036" v="1052" actId="108"/>
          <ac:picMkLst>
            <pc:docMk/>
            <pc:sldMk cId="95017012" sldId="265"/>
            <ac:picMk id="2" creationId="{0F484899-9606-C5B3-F34A-D3A5E1C79229}"/>
          </ac:picMkLst>
        </pc:picChg>
        <pc:cxnChg chg="del">
          <ac:chgData name="Cartwright, Max" userId="4fdaca64-157b-4f34-aebd-58f672b6a20c" providerId="ADAL" clId="{172B7C02-09EB-425F-9427-B2A6802BAFAB}" dt="2024-03-22T18:54:57.353" v="337" actId="478"/>
          <ac:cxnSpMkLst>
            <pc:docMk/>
            <pc:sldMk cId="95017012" sldId="265"/>
            <ac:cxnSpMk id="899" creationId="{457DE920-E533-F3E8-98C7-58544CEC1B38}"/>
          </ac:cxnSpMkLst>
        </pc:cxnChg>
      </pc:sldChg>
    </pc:docChg>
  </pc:docChgLst>
  <pc:docChgLst>
    <pc:chgData name="Gudla, Natraj" userId="1b097815-ad51-435d-a557-eb69be7a0b69" providerId="ADAL" clId="{26279957-CC5E-4870-80EA-5C37730BEA9B}"/>
    <pc:docChg chg="modSld">
      <pc:chgData name="Gudla, Natraj" userId="1b097815-ad51-435d-a557-eb69be7a0b69" providerId="ADAL" clId="{26279957-CC5E-4870-80EA-5C37730BEA9B}" dt="2024-03-24T11:19:12.213" v="4" actId="20577"/>
      <pc:docMkLst>
        <pc:docMk/>
      </pc:docMkLst>
      <pc:sldChg chg="modSp mod">
        <pc:chgData name="Gudla, Natraj" userId="1b097815-ad51-435d-a557-eb69be7a0b69" providerId="ADAL" clId="{26279957-CC5E-4870-80EA-5C37730BEA9B}" dt="2024-03-24T11:19:12.213" v="4" actId="20577"/>
        <pc:sldMkLst>
          <pc:docMk/>
          <pc:sldMk cId="0" sldId="263"/>
        </pc:sldMkLst>
        <pc:spChg chg="mod">
          <ac:chgData name="Gudla, Natraj" userId="1b097815-ad51-435d-a557-eb69be7a0b69" providerId="ADAL" clId="{26279957-CC5E-4870-80EA-5C37730BEA9B}" dt="2024-03-24T11:19:12.213" v="4" actId="20577"/>
          <ac:spMkLst>
            <pc:docMk/>
            <pc:sldMk cId="0" sldId="263"/>
            <ac:spMk id="962" creationId="{C7A49277-9DD9-6860-BD4D-97AED7D393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2f1b912626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g22f1b912626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49" name="Google Shape;849;g22f1b912626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1758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2f1b912626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g22f1b912626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49" name="Google Shape;849;g22f1b912626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2f1b912626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g22f1b912626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49" name="Google Shape;849;g22f1b912626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2618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grey">
  <p:cSld name="Two Content grey">
    <p:bg>
      <p:bgPr>
        <a:solidFill>
          <a:schemeClr val="lt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urple">
  <p:cSld name="Title Slide purple">
    <p:bg>
      <p:bgPr>
        <a:solidFill>
          <a:schemeClr val="accen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3"/>
          <p:cNvSpPr txBox="1">
            <a:spLocks noGrp="1"/>
          </p:cNvSpPr>
          <p:nvPr>
            <p:ph type="ctrTitle"/>
          </p:nvPr>
        </p:nvSpPr>
        <p:spPr>
          <a:xfrm>
            <a:off x="965200" y="1624012"/>
            <a:ext cx="10234613" cy="286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imes New Roman"/>
              <a:buNone/>
              <a:defRPr sz="80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73" name="Google Shape;7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73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hite">
  <p:cSld name="Title Slide white"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4"/>
          <p:cNvSpPr txBox="1">
            <a:spLocks noGrp="1"/>
          </p:cNvSpPr>
          <p:nvPr>
            <p:ph type="ctrTitle"/>
          </p:nvPr>
        </p:nvSpPr>
        <p:spPr>
          <a:xfrm>
            <a:off x="965200" y="1624012"/>
            <a:ext cx="10234613" cy="286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Font typeface="Times New Roman"/>
              <a:buNone/>
              <a:defRPr sz="8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4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78" name="Google Shape;78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74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nger Title Slide">
  <p:cSld name="Longer Title Slide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ctrTitle"/>
          </p:nvPr>
        </p:nvSpPr>
        <p:spPr>
          <a:xfrm>
            <a:off x="953830" y="1880364"/>
            <a:ext cx="6278762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19402" y="368710"/>
            <a:ext cx="4894150" cy="625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5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85" name="Google Shape;85;p75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Longer Title Slide">
  <p:cSld name="3_Longer Title Slide"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6"/>
          <p:cNvSpPr txBox="1">
            <a:spLocks noGrp="1"/>
          </p:cNvSpPr>
          <p:nvPr>
            <p:ph type="ctrTitle"/>
          </p:nvPr>
        </p:nvSpPr>
        <p:spPr>
          <a:xfrm>
            <a:off x="953830" y="1878856"/>
            <a:ext cx="6278762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Times New Roman"/>
              <a:buNone/>
              <a:defRPr sz="48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19402" y="368710"/>
            <a:ext cx="4894150" cy="625116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6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90" name="Google Shape;90;p76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" name="Google Shape;91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Longer Title Slide">
  <p:cSld name="2_Longer Title Slide">
    <p:bg>
      <p:bgPr>
        <a:solidFill>
          <a:schemeClr val="accent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3"/>
          <p:cNvSpPr txBox="1">
            <a:spLocks noGrp="1"/>
          </p:cNvSpPr>
          <p:nvPr>
            <p:ph type="ctrTitle"/>
          </p:nvPr>
        </p:nvSpPr>
        <p:spPr>
          <a:xfrm>
            <a:off x="953830" y="1878443"/>
            <a:ext cx="6278762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19402" y="368710"/>
            <a:ext cx="4894150" cy="625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3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97" name="Google Shape;97;p63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Longer Title Slide">
  <p:cSld name="1_Longer Title Slide">
    <p:bg>
      <p:bgPr>
        <a:solidFill>
          <a:schemeClr val="dk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77"/>
          <p:cNvPicPr preferRelativeResize="0"/>
          <p:nvPr/>
        </p:nvPicPr>
        <p:blipFill rotWithShape="1">
          <a:blip r:embed="rId2">
            <a:alphaModFix/>
          </a:blip>
          <a:srcRect r="10398"/>
          <a:stretch/>
        </p:blipFill>
        <p:spPr>
          <a:xfrm>
            <a:off x="6920463" y="838403"/>
            <a:ext cx="5271537" cy="53991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7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01" name="Google Shape;101;p77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77"/>
          <p:cNvSpPr txBox="1">
            <a:spLocks noGrp="1"/>
          </p:cNvSpPr>
          <p:nvPr>
            <p:ph type="ctrTitle"/>
          </p:nvPr>
        </p:nvSpPr>
        <p:spPr>
          <a:xfrm>
            <a:off x="953830" y="1880364"/>
            <a:ext cx="6278762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3" name="Google Shape;103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Longer Title Slide">
  <p:cSld name="4_Longer Title Slide">
    <p:bg>
      <p:bgPr>
        <a:solidFill>
          <a:schemeClr val="accent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8" descr="Shap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8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07" name="Google Shape;107;p78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8" name="Google Shape;108;p78"/>
          <p:cNvSpPr txBox="1">
            <a:spLocks noGrp="1"/>
          </p:cNvSpPr>
          <p:nvPr>
            <p:ph type="ctrTitle"/>
          </p:nvPr>
        </p:nvSpPr>
        <p:spPr>
          <a:xfrm>
            <a:off x="953830" y="1880364"/>
            <a:ext cx="6278762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Longer Title Slide">
  <p:cSld name="5_Longer Title Slide">
    <p:bg>
      <p:bgPr>
        <a:solidFill>
          <a:schemeClr val="l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79"/>
          <p:cNvPicPr preferRelativeResize="0"/>
          <p:nvPr/>
        </p:nvPicPr>
        <p:blipFill rotWithShape="1">
          <a:blip r:embed="rId2">
            <a:alphaModFix/>
          </a:blip>
          <a:srcRect r="10398"/>
          <a:stretch/>
        </p:blipFill>
        <p:spPr>
          <a:xfrm>
            <a:off x="6920463" y="838403"/>
            <a:ext cx="5271537" cy="539911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9"/>
          <p:cNvSpPr txBox="1">
            <a:spLocks noGrp="1"/>
          </p:cNvSpPr>
          <p:nvPr>
            <p:ph type="subTitle" idx="1"/>
          </p:nvPr>
        </p:nvSpPr>
        <p:spPr>
          <a:xfrm>
            <a:off x="965200" y="5087834"/>
            <a:ext cx="6823075" cy="93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13" name="Google Shape;113;p79"/>
          <p:cNvCxnSpPr/>
          <p:nvPr/>
        </p:nvCxnSpPr>
        <p:spPr>
          <a:xfrm>
            <a:off x="965200" y="4684898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79"/>
          <p:cNvSpPr txBox="1">
            <a:spLocks noGrp="1"/>
          </p:cNvSpPr>
          <p:nvPr>
            <p:ph type="ctrTitle"/>
          </p:nvPr>
        </p:nvSpPr>
        <p:spPr>
          <a:xfrm>
            <a:off x="953830" y="1880364"/>
            <a:ext cx="6278762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Times New Roman"/>
              <a:buNone/>
              <a:defRPr sz="48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lcome">
  <p:cSld name="Welcome">
    <p:bg>
      <p:bgPr>
        <a:solidFill>
          <a:schemeClr val="dk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0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217275" cy="534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800"/>
              <a:buFont typeface="Times New Roman"/>
              <a:buNone/>
              <a:defRPr sz="13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0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lcome Purple">
  <p:cSld name="Welcome Purple">
    <p:bg>
      <p:bgPr>
        <a:solidFill>
          <a:schemeClr val="accen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1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217275" cy="534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Times New Roman"/>
              <a:buNone/>
              <a:defRPr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81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white">
  <p:cSld name="Welcome white">
    <p:bg>
      <p:bgPr>
        <a:solidFill>
          <a:schemeClr val="l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2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217275" cy="534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Font typeface="Times New Roman"/>
              <a:buNone/>
              <a:defRPr sz="138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82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Message white">
  <p:cSld name="Key Message white">
    <p:bg>
      <p:bgPr>
        <a:solidFill>
          <a:schemeClr val="lt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3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8" name="Google Shape;128;p83"/>
          <p:cNvCxnSpPr/>
          <p:nvPr/>
        </p:nvCxnSpPr>
        <p:spPr>
          <a:xfrm>
            <a:off x="474133" y="3947422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83"/>
          <p:cNvSpPr txBox="1">
            <a:spLocks noGrp="1"/>
          </p:cNvSpPr>
          <p:nvPr>
            <p:ph type="title"/>
          </p:nvPr>
        </p:nvSpPr>
        <p:spPr>
          <a:xfrm>
            <a:off x="479425" y="1624012"/>
            <a:ext cx="10811669" cy="198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Times New Roman"/>
              <a:buNone/>
              <a:defRPr sz="48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83"/>
          <p:cNvSpPr txBox="1">
            <a:spLocks noGrp="1"/>
          </p:cNvSpPr>
          <p:nvPr>
            <p:ph type="body" idx="1"/>
          </p:nvPr>
        </p:nvSpPr>
        <p:spPr>
          <a:xfrm>
            <a:off x="1939925" y="4355589"/>
            <a:ext cx="2438400" cy="16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83"/>
          <p:cNvSpPr>
            <a:spLocks noGrp="1"/>
          </p:cNvSpPr>
          <p:nvPr>
            <p:ph type="pic" idx="2"/>
          </p:nvPr>
        </p:nvSpPr>
        <p:spPr>
          <a:xfrm>
            <a:off x="488134" y="4364298"/>
            <a:ext cx="968785" cy="9687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132" name="Google Shape;132;p83"/>
          <p:cNvGrpSpPr/>
          <p:nvPr/>
        </p:nvGrpSpPr>
        <p:grpSpPr>
          <a:xfrm>
            <a:off x="488134" y="1007140"/>
            <a:ext cx="780607" cy="584733"/>
            <a:chOff x="3949700" y="1822450"/>
            <a:chExt cx="4288792" cy="3212624"/>
          </a:xfrm>
        </p:grpSpPr>
        <p:sp>
          <p:nvSpPr>
            <p:cNvPr id="133" name="Google Shape;133;p83"/>
            <p:cNvSpPr/>
            <p:nvPr/>
          </p:nvSpPr>
          <p:spPr>
            <a:xfrm>
              <a:off x="3949700" y="1822450"/>
              <a:ext cx="2087098" cy="3212624"/>
            </a:xfrm>
            <a:custGeom>
              <a:avLst/>
              <a:gdLst/>
              <a:ahLst/>
              <a:cxnLst/>
              <a:rect l="l" t="t" r="r" b="b"/>
              <a:pathLst>
                <a:path w="2087098" h="3212624" extrusionOk="0">
                  <a:moveTo>
                    <a:pt x="1193076" y="1397889"/>
                  </a:moveTo>
                  <a:cubicBezTo>
                    <a:pt x="1338225" y="1397889"/>
                    <a:pt x="1482042" y="1431065"/>
                    <a:pt x="1609963" y="1499605"/>
                  </a:cubicBezTo>
                  <a:cubicBezTo>
                    <a:pt x="1870660" y="1639251"/>
                    <a:pt x="2050169" y="1894493"/>
                    <a:pt x="2050169" y="2280731"/>
                  </a:cubicBezTo>
                  <a:cubicBezTo>
                    <a:pt x="2050169" y="2844734"/>
                    <a:pt x="1620528" y="3212625"/>
                    <a:pt x="1068010" y="3212625"/>
                  </a:cubicBezTo>
                  <a:cubicBezTo>
                    <a:pt x="405180" y="3212530"/>
                    <a:pt x="0" y="2685315"/>
                    <a:pt x="0" y="1937366"/>
                  </a:cubicBezTo>
                  <a:cubicBezTo>
                    <a:pt x="0" y="821527"/>
                    <a:pt x="736595" y="85841"/>
                    <a:pt x="2087098" y="0"/>
                  </a:cubicBezTo>
                  <a:lnTo>
                    <a:pt x="2087098" y="404680"/>
                  </a:lnTo>
                  <a:cubicBezTo>
                    <a:pt x="1350503" y="502784"/>
                    <a:pt x="908489" y="809264"/>
                    <a:pt x="847098" y="1397889"/>
                  </a:cubicBezTo>
                  <a:lnTo>
                    <a:pt x="1193076" y="13978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3"/>
            <p:cNvSpPr/>
            <p:nvPr/>
          </p:nvSpPr>
          <p:spPr>
            <a:xfrm>
              <a:off x="6151394" y="1822450"/>
              <a:ext cx="2087098" cy="3212624"/>
            </a:xfrm>
            <a:custGeom>
              <a:avLst/>
              <a:gdLst/>
              <a:ahLst/>
              <a:cxnLst/>
              <a:rect l="l" t="t" r="r" b="b"/>
              <a:pathLst>
                <a:path w="2087098" h="3212624" extrusionOk="0">
                  <a:moveTo>
                    <a:pt x="1193171" y="1397889"/>
                  </a:moveTo>
                  <a:cubicBezTo>
                    <a:pt x="1338320" y="1397889"/>
                    <a:pt x="1482137" y="1431065"/>
                    <a:pt x="1610058" y="1499605"/>
                  </a:cubicBezTo>
                  <a:cubicBezTo>
                    <a:pt x="1870755" y="1639251"/>
                    <a:pt x="2050264" y="1894493"/>
                    <a:pt x="2050264" y="2280731"/>
                  </a:cubicBezTo>
                  <a:cubicBezTo>
                    <a:pt x="2050264" y="2844734"/>
                    <a:pt x="1620623" y="3212625"/>
                    <a:pt x="1068106" y="3212625"/>
                  </a:cubicBezTo>
                  <a:cubicBezTo>
                    <a:pt x="405180" y="3212625"/>
                    <a:pt x="0" y="2685315"/>
                    <a:pt x="0" y="1937366"/>
                  </a:cubicBezTo>
                  <a:cubicBezTo>
                    <a:pt x="95" y="821527"/>
                    <a:pt x="736690" y="85841"/>
                    <a:pt x="2087098" y="0"/>
                  </a:cubicBezTo>
                  <a:lnTo>
                    <a:pt x="2087098" y="404680"/>
                  </a:lnTo>
                  <a:cubicBezTo>
                    <a:pt x="1350503" y="502784"/>
                    <a:pt x="908489" y="809264"/>
                    <a:pt x="847098" y="1397889"/>
                  </a:cubicBezTo>
                  <a:lnTo>
                    <a:pt x="1193076" y="13978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Key Message white">
  <p:cSld name="1_Key Message white">
    <p:bg>
      <p:bgPr>
        <a:solidFill>
          <a:schemeClr val="dk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4"/>
          <p:cNvSpPr>
            <a:spLocks noGrp="1"/>
          </p:cNvSpPr>
          <p:nvPr>
            <p:ph type="pic" idx="2"/>
          </p:nvPr>
        </p:nvSpPr>
        <p:spPr>
          <a:xfrm>
            <a:off x="8681420" y="0"/>
            <a:ext cx="351057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7" name="Google Shape;137;p84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8" name="Google Shape;138;p84"/>
          <p:cNvCxnSpPr/>
          <p:nvPr/>
        </p:nvCxnSpPr>
        <p:spPr>
          <a:xfrm>
            <a:off x="474133" y="4744617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84"/>
          <p:cNvSpPr txBox="1">
            <a:spLocks noGrp="1"/>
          </p:cNvSpPr>
          <p:nvPr>
            <p:ph type="title"/>
          </p:nvPr>
        </p:nvSpPr>
        <p:spPr>
          <a:xfrm>
            <a:off x="479426" y="1624023"/>
            <a:ext cx="7797800" cy="277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Times New Roman"/>
              <a:buNone/>
              <a:defRPr sz="3200" b="1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4"/>
          <p:cNvSpPr txBox="1">
            <a:spLocks noGrp="1"/>
          </p:cNvSpPr>
          <p:nvPr>
            <p:ph type="body" idx="1"/>
          </p:nvPr>
        </p:nvSpPr>
        <p:spPr>
          <a:xfrm>
            <a:off x="488134" y="5152785"/>
            <a:ext cx="3398066" cy="87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141" name="Google Shape;141;p84"/>
          <p:cNvGrpSpPr/>
          <p:nvPr/>
        </p:nvGrpSpPr>
        <p:grpSpPr>
          <a:xfrm>
            <a:off x="488134" y="1007140"/>
            <a:ext cx="780607" cy="584733"/>
            <a:chOff x="3949700" y="1822450"/>
            <a:chExt cx="4288792" cy="3212624"/>
          </a:xfrm>
        </p:grpSpPr>
        <p:sp>
          <p:nvSpPr>
            <p:cNvPr id="142" name="Google Shape;142;p84"/>
            <p:cNvSpPr/>
            <p:nvPr/>
          </p:nvSpPr>
          <p:spPr>
            <a:xfrm>
              <a:off x="3949700" y="1822450"/>
              <a:ext cx="2087098" cy="3212624"/>
            </a:xfrm>
            <a:custGeom>
              <a:avLst/>
              <a:gdLst/>
              <a:ahLst/>
              <a:cxnLst/>
              <a:rect l="l" t="t" r="r" b="b"/>
              <a:pathLst>
                <a:path w="2087098" h="3212624" extrusionOk="0">
                  <a:moveTo>
                    <a:pt x="1193076" y="1397889"/>
                  </a:moveTo>
                  <a:cubicBezTo>
                    <a:pt x="1338225" y="1397889"/>
                    <a:pt x="1482042" y="1431065"/>
                    <a:pt x="1609963" y="1499605"/>
                  </a:cubicBezTo>
                  <a:cubicBezTo>
                    <a:pt x="1870660" y="1639251"/>
                    <a:pt x="2050169" y="1894493"/>
                    <a:pt x="2050169" y="2280731"/>
                  </a:cubicBezTo>
                  <a:cubicBezTo>
                    <a:pt x="2050169" y="2844734"/>
                    <a:pt x="1620528" y="3212625"/>
                    <a:pt x="1068010" y="3212625"/>
                  </a:cubicBezTo>
                  <a:cubicBezTo>
                    <a:pt x="405180" y="3212530"/>
                    <a:pt x="0" y="2685315"/>
                    <a:pt x="0" y="1937366"/>
                  </a:cubicBezTo>
                  <a:cubicBezTo>
                    <a:pt x="0" y="821527"/>
                    <a:pt x="736595" y="85841"/>
                    <a:pt x="2087098" y="0"/>
                  </a:cubicBezTo>
                  <a:lnTo>
                    <a:pt x="2087098" y="404680"/>
                  </a:lnTo>
                  <a:cubicBezTo>
                    <a:pt x="1350503" y="502784"/>
                    <a:pt x="908489" y="809264"/>
                    <a:pt x="847098" y="1397889"/>
                  </a:cubicBezTo>
                  <a:lnTo>
                    <a:pt x="1193076" y="13978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4"/>
            <p:cNvSpPr/>
            <p:nvPr/>
          </p:nvSpPr>
          <p:spPr>
            <a:xfrm>
              <a:off x="6151394" y="1822450"/>
              <a:ext cx="2087098" cy="3212624"/>
            </a:xfrm>
            <a:custGeom>
              <a:avLst/>
              <a:gdLst/>
              <a:ahLst/>
              <a:cxnLst/>
              <a:rect l="l" t="t" r="r" b="b"/>
              <a:pathLst>
                <a:path w="2087098" h="3212624" extrusionOk="0">
                  <a:moveTo>
                    <a:pt x="1193171" y="1397889"/>
                  </a:moveTo>
                  <a:cubicBezTo>
                    <a:pt x="1338320" y="1397889"/>
                    <a:pt x="1482137" y="1431065"/>
                    <a:pt x="1610058" y="1499605"/>
                  </a:cubicBezTo>
                  <a:cubicBezTo>
                    <a:pt x="1870755" y="1639251"/>
                    <a:pt x="2050264" y="1894493"/>
                    <a:pt x="2050264" y="2280731"/>
                  </a:cubicBezTo>
                  <a:cubicBezTo>
                    <a:pt x="2050264" y="2844734"/>
                    <a:pt x="1620623" y="3212625"/>
                    <a:pt x="1068106" y="3212625"/>
                  </a:cubicBezTo>
                  <a:cubicBezTo>
                    <a:pt x="405180" y="3212625"/>
                    <a:pt x="0" y="2685315"/>
                    <a:pt x="0" y="1937366"/>
                  </a:cubicBezTo>
                  <a:cubicBezTo>
                    <a:pt x="95" y="821527"/>
                    <a:pt x="736690" y="85841"/>
                    <a:pt x="2087098" y="0"/>
                  </a:cubicBezTo>
                  <a:lnTo>
                    <a:pt x="2087098" y="404680"/>
                  </a:lnTo>
                  <a:cubicBezTo>
                    <a:pt x="1350503" y="502784"/>
                    <a:pt x="908489" y="809264"/>
                    <a:pt x="847098" y="1397889"/>
                  </a:cubicBezTo>
                  <a:lnTo>
                    <a:pt x="1193076" y="13978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4" name="Google Shape;144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chemeClr val="accent2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5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85"/>
          <p:cNvSpPr txBox="1">
            <a:spLocks noGrp="1"/>
          </p:cNvSpPr>
          <p:nvPr>
            <p:ph type="body" idx="1"/>
          </p:nvPr>
        </p:nvSpPr>
        <p:spPr>
          <a:xfrm>
            <a:off x="479426" y="275280"/>
            <a:ext cx="4086224" cy="132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ial"/>
              <a:buNone/>
              <a:defRPr sz="8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48" name="Google Shape;148;p85"/>
          <p:cNvSpPr txBox="1">
            <a:spLocks noGrp="1"/>
          </p:cNvSpPr>
          <p:nvPr>
            <p:ph type="title"/>
          </p:nvPr>
        </p:nvSpPr>
        <p:spPr>
          <a:xfrm>
            <a:off x="479425" y="1624014"/>
            <a:ext cx="11217275" cy="267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600"/>
              <a:buFont typeface="Times New Roman"/>
              <a:buNone/>
              <a:defRPr sz="6600" b="1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85"/>
          <p:cNvSpPr txBox="1">
            <a:spLocks noGrp="1"/>
          </p:cNvSpPr>
          <p:nvPr>
            <p:ph type="body" idx="2"/>
          </p:nvPr>
        </p:nvSpPr>
        <p:spPr>
          <a:xfrm>
            <a:off x="479425" y="5045197"/>
            <a:ext cx="6327322" cy="49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50" name="Google Shape;150;p85"/>
          <p:cNvCxnSpPr/>
          <p:nvPr/>
        </p:nvCxnSpPr>
        <p:spPr>
          <a:xfrm>
            <a:off x="479425" y="4822447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solidFill>
          <a:schemeClr val="dk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6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86"/>
          <p:cNvSpPr txBox="1">
            <a:spLocks noGrp="1"/>
          </p:cNvSpPr>
          <p:nvPr>
            <p:ph type="body" idx="1"/>
          </p:nvPr>
        </p:nvSpPr>
        <p:spPr>
          <a:xfrm>
            <a:off x="479426" y="275280"/>
            <a:ext cx="4086224" cy="132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Font typeface="Arial"/>
              <a:buNone/>
              <a:defRPr sz="8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55" name="Google Shape;155;p86"/>
          <p:cNvSpPr txBox="1">
            <a:spLocks noGrp="1"/>
          </p:cNvSpPr>
          <p:nvPr>
            <p:ph type="title"/>
          </p:nvPr>
        </p:nvSpPr>
        <p:spPr>
          <a:xfrm>
            <a:off x="479425" y="1624014"/>
            <a:ext cx="10811669" cy="267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600"/>
              <a:buFont typeface="Times New Roman"/>
              <a:buNone/>
              <a:defRPr sz="6600" b="1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86"/>
          <p:cNvSpPr txBox="1">
            <a:spLocks noGrp="1"/>
          </p:cNvSpPr>
          <p:nvPr>
            <p:ph type="body" idx="2"/>
          </p:nvPr>
        </p:nvSpPr>
        <p:spPr>
          <a:xfrm>
            <a:off x="479425" y="5045197"/>
            <a:ext cx="6327322" cy="49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86"/>
          <p:cNvCxnSpPr/>
          <p:nvPr/>
        </p:nvCxnSpPr>
        <p:spPr>
          <a:xfrm>
            <a:off x="479425" y="4822447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Image">
  <p:cSld name="Section Header Image">
    <p:bg>
      <p:bgPr>
        <a:solidFill>
          <a:schemeClr val="lt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7"/>
          <p:cNvSpPr txBox="1">
            <a:spLocks noGrp="1"/>
          </p:cNvSpPr>
          <p:nvPr>
            <p:ph type="body" idx="1"/>
          </p:nvPr>
        </p:nvSpPr>
        <p:spPr>
          <a:xfrm>
            <a:off x="479426" y="275280"/>
            <a:ext cx="4086224" cy="132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ial"/>
              <a:buNone/>
              <a:defRPr sz="8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61" name="Google Shape;161;p87"/>
          <p:cNvSpPr txBox="1">
            <a:spLocks noGrp="1"/>
          </p:cNvSpPr>
          <p:nvPr>
            <p:ph type="body" idx="2"/>
          </p:nvPr>
        </p:nvSpPr>
        <p:spPr>
          <a:xfrm>
            <a:off x="479425" y="5045197"/>
            <a:ext cx="6327322" cy="49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62" name="Google Shape;162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7"/>
          <p:cNvSpPr txBox="1">
            <a:spLocks noGrp="1"/>
          </p:cNvSpPr>
          <p:nvPr>
            <p:ph type="title"/>
          </p:nvPr>
        </p:nvSpPr>
        <p:spPr>
          <a:xfrm>
            <a:off x="479426" y="1624014"/>
            <a:ext cx="11217274" cy="267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00"/>
              <a:buFont typeface="Times New Roman"/>
              <a:buNone/>
              <a:defRPr sz="66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4" name="Google Shape;164;p87"/>
          <p:cNvCxnSpPr/>
          <p:nvPr/>
        </p:nvCxnSpPr>
        <p:spPr>
          <a:xfrm>
            <a:off x="479425" y="4822447"/>
            <a:ext cx="491067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5" name="Google Shape;165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425" y="6352925"/>
            <a:ext cx="862264" cy="27250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7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Message pink">
  <p:cSld name="Key Message pink">
    <p:bg>
      <p:bgPr>
        <a:solidFill>
          <a:schemeClr val="dk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88" descr="Shap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8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88"/>
          <p:cNvSpPr txBox="1">
            <a:spLocks noGrp="1"/>
          </p:cNvSpPr>
          <p:nvPr>
            <p:ph type="body" idx="1"/>
          </p:nvPr>
        </p:nvSpPr>
        <p:spPr>
          <a:xfrm>
            <a:off x="1939925" y="3429000"/>
            <a:ext cx="3066790" cy="19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88"/>
          <p:cNvSpPr txBox="1">
            <a:spLocks noGrp="1"/>
          </p:cNvSpPr>
          <p:nvPr>
            <p:ph type="ctrTitle"/>
          </p:nvPr>
        </p:nvSpPr>
        <p:spPr>
          <a:xfrm>
            <a:off x="535681" y="671513"/>
            <a:ext cx="5790168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88"/>
          <p:cNvSpPr>
            <a:spLocks noGrp="1"/>
          </p:cNvSpPr>
          <p:nvPr>
            <p:ph type="pic" idx="2"/>
          </p:nvPr>
        </p:nvSpPr>
        <p:spPr>
          <a:xfrm>
            <a:off x="488134" y="3437709"/>
            <a:ext cx="968785" cy="9687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Message purple">
  <p:cSld name="Key Message purple">
    <p:bg>
      <p:bgPr>
        <a:solidFill>
          <a:schemeClr val="accen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9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325" y="6352925"/>
            <a:ext cx="862264" cy="27250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9"/>
          <p:cNvSpPr txBox="1">
            <a:spLocks noGrp="1"/>
          </p:cNvSpPr>
          <p:nvPr>
            <p:ph type="body" idx="1"/>
          </p:nvPr>
        </p:nvSpPr>
        <p:spPr>
          <a:xfrm>
            <a:off x="1939925" y="3429000"/>
            <a:ext cx="3066790" cy="19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89"/>
          <p:cNvSpPr txBox="1">
            <a:spLocks noGrp="1"/>
          </p:cNvSpPr>
          <p:nvPr>
            <p:ph type="ctrTitle"/>
          </p:nvPr>
        </p:nvSpPr>
        <p:spPr>
          <a:xfrm>
            <a:off x="535681" y="671513"/>
            <a:ext cx="5790168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89"/>
          <p:cNvSpPr>
            <a:spLocks noGrp="1"/>
          </p:cNvSpPr>
          <p:nvPr>
            <p:ph type="pic" idx="2"/>
          </p:nvPr>
        </p:nvSpPr>
        <p:spPr>
          <a:xfrm>
            <a:off x="488134" y="3437709"/>
            <a:ext cx="968785" cy="9687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2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0"/>
          <p:cNvSpPr/>
          <p:nvPr/>
        </p:nvSpPr>
        <p:spPr>
          <a:xfrm>
            <a:off x="-1" y="0"/>
            <a:ext cx="32826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0"/>
          <p:cNvSpPr txBox="1">
            <a:spLocks noGrp="1"/>
          </p:cNvSpPr>
          <p:nvPr>
            <p:ph type="title"/>
          </p:nvPr>
        </p:nvSpPr>
        <p:spPr>
          <a:xfrm>
            <a:off x="479426" y="671987"/>
            <a:ext cx="2482716" cy="95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90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4" name="Google Shape;184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0"/>
          <p:cNvSpPr txBox="1">
            <a:spLocks noGrp="1"/>
          </p:cNvSpPr>
          <p:nvPr>
            <p:ph type="body" idx="1"/>
          </p:nvPr>
        </p:nvSpPr>
        <p:spPr>
          <a:xfrm>
            <a:off x="3737506" y="982137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86" name="Google Shape;186;p90"/>
          <p:cNvSpPr txBox="1">
            <a:spLocks noGrp="1"/>
          </p:cNvSpPr>
          <p:nvPr>
            <p:ph type="body" idx="2"/>
          </p:nvPr>
        </p:nvSpPr>
        <p:spPr>
          <a:xfrm>
            <a:off x="3886200" y="1624013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87" name="Google Shape;187;p90"/>
          <p:cNvSpPr txBox="1">
            <a:spLocks noGrp="1"/>
          </p:cNvSpPr>
          <p:nvPr>
            <p:ph type="body" idx="3"/>
          </p:nvPr>
        </p:nvSpPr>
        <p:spPr>
          <a:xfrm>
            <a:off x="7646112" y="981663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88" name="Google Shape;188;p90"/>
          <p:cNvSpPr txBox="1">
            <a:spLocks noGrp="1"/>
          </p:cNvSpPr>
          <p:nvPr>
            <p:ph type="body" idx="4"/>
          </p:nvPr>
        </p:nvSpPr>
        <p:spPr>
          <a:xfrm>
            <a:off x="7794806" y="1623539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89" name="Google Shape;189;p90"/>
          <p:cNvSpPr txBox="1">
            <a:spLocks noGrp="1"/>
          </p:cNvSpPr>
          <p:nvPr>
            <p:ph type="body" idx="5"/>
          </p:nvPr>
        </p:nvSpPr>
        <p:spPr>
          <a:xfrm>
            <a:off x="3737506" y="2647274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0" name="Google Shape;190;p90"/>
          <p:cNvSpPr txBox="1">
            <a:spLocks noGrp="1"/>
          </p:cNvSpPr>
          <p:nvPr>
            <p:ph type="body" idx="6"/>
          </p:nvPr>
        </p:nvSpPr>
        <p:spPr>
          <a:xfrm>
            <a:off x="3886200" y="3289150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1" name="Google Shape;191;p90"/>
          <p:cNvSpPr txBox="1">
            <a:spLocks noGrp="1"/>
          </p:cNvSpPr>
          <p:nvPr>
            <p:ph type="body" idx="7"/>
          </p:nvPr>
        </p:nvSpPr>
        <p:spPr>
          <a:xfrm>
            <a:off x="7646112" y="2646800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2" name="Google Shape;192;p90"/>
          <p:cNvSpPr txBox="1">
            <a:spLocks noGrp="1"/>
          </p:cNvSpPr>
          <p:nvPr>
            <p:ph type="body" idx="8"/>
          </p:nvPr>
        </p:nvSpPr>
        <p:spPr>
          <a:xfrm>
            <a:off x="7794806" y="3288676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3" name="Google Shape;193;p90"/>
          <p:cNvSpPr txBox="1">
            <a:spLocks noGrp="1"/>
          </p:cNvSpPr>
          <p:nvPr>
            <p:ph type="body" idx="9"/>
          </p:nvPr>
        </p:nvSpPr>
        <p:spPr>
          <a:xfrm>
            <a:off x="3737506" y="4493373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4" name="Google Shape;194;p90"/>
          <p:cNvSpPr txBox="1">
            <a:spLocks noGrp="1"/>
          </p:cNvSpPr>
          <p:nvPr>
            <p:ph type="body" idx="13"/>
          </p:nvPr>
        </p:nvSpPr>
        <p:spPr>
          <a:xfrm>
            <a:off x="3886200" y="5135249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5" name="Google Shape;195;p90"/>
          <p:cNvSpPr txBox="1">
            <a:spLocks noGrp="1"/>
          </p:cNvSpPr>
          <p:nvPr>
            <p:ph type="body" idx="14"/>
          </p:nvPr>
        </p:nvSpPr>
        <p:spPr>
          <a:xfrm>
            <a:off x="7646112" y="4492899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96" name="Google Shape;196;p90"/>
          <p:cNvSpPr txBox="1">
            <a:spLocks noGrp="1"/>
          </p:cNvSpPr>
          <p:nvPr>
            <p:ph type="body" idx="15"/>
          </p:nvPr>
        </p:nvSpPr>
        <p:spPr>
          <a:xfrm>
            <a:off x="7794806" y="5134775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rgbClr val="F2F2F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1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91"/>
          <p:cNvSpPr txBox="1">
            <a:spLocks noGrp="1"/>
          </p:cNvSpPr>
          <p:nvPr>
            <p:ph type="body" idx="1"/>
          </p:nvPr>
        </p:nvSpPr>
        <p:spPr>
          <a:xfrm>
            <a:off x="330731" y="1624013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0" name="Google Shape;200;p91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91"/>
          <p:cNvSpPr txBox="1">
            <a:spLocks noGrp="1"/>
          </p:cNvSpPr>
          <p:nvPr>
            <p:ph type="body" idx="2"/>
          </p:nvPr>
        </p:nvSpPr>
        <p:spPr>
          <a:xfrm>
            <a:off x="4236574" y="1624013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2" name="Google Shape;202;p91"/>
          <p:cNvSpPr txBox="1">
            <a:spLocks noGrp="1"/>
          </p:cNvSpPr>
          <p:nvPr>
            <p:ph type="body" idx="3"/>
          </p:nvPr>
        </p:nvSpPr>
        <p:spPr>
          <a:xfrm>
            <a:off x="8161869" y="1607734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3" name="Google Shape;203;p91"/>
          <p:cNvSpPr txBox="1">
            <a:spLocks noGrp="1"/>
          </p:cNvSpPr>
          <p:nvPr>
            <p:ph type="body" idx="4"/>
          </p:nvPr>
        </p:nvSpPr>
        <p:spPr>
          <a:xfrm>
            <a:off x="335494" y="3708391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4" name="Google Shape;204;p91"/>
          <p:cNvSpPr txBox="1">
            <a:spLocks noGrp="1"/>
          </p:cNvSpPr>
          <p:nvPr>
            <p:ph type="body" idx="5"/>
          </p:nvPr>
        </p:nvSpPr>
        <p:spPr>
          <a:xfrm>
            <a:off x="4241337" y="3708391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5" name="Google Shape;205;p91"/>
          <p:cNvSpPr txBox="1">
            <a:spLocks noGrp="1"/>
          </p:cNvSpPr>
          <p:nvPr>
            <p:ph type="body" idx="6"/>
          </p:nvPr>
        </p:nvSpPr>
        <p:spPr>
          <a:xfrm>
            <a:off x="8166632" y="3692112"/>
            <a:ext cx="951085" cy="6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None/>
              <a:defRPr sz="54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6" name="Google Shape;206;p91"/>
          <p:cNvSpPr txBox="1">
            <a:spLocks noGrp="1"/>
          </p:cNvSpPr>
          <p:nvPr>
            <p:ph type="body" idx="7"/>
          </p:nvPr>
        </p:nvSpPr>
        <p:spPr>
          <a:xfrm>
            <a:off x="479425" y="2265889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7" name="Google Shape;207;p91"/>
          <p:cNvSpPr txBox="1">
            <a:spLocks noGrp="1"/>
          </p:cNvSpPr>
          <p:nvPr>
            <p:ph type="body" idx="8"/>
          </p:nvPr>
        </p:nvSpPr>
        <p:spPr>
          <a:xfrm>
            <a:off x="4378325" y="2265889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8" name="Google Shape;208;p91"/>
          <p:cNvSpPr txBox="1">
            <a:spLocks noGrp="1"/>
          </p:cNvSpPr>
          <p:nvPr>
            <p:ph type="body" idx="9"/>
          </p:nvPr>
        </p:nvSpPr>
        <p:spPr>
          <a:xfrm>
            <a:off x="8277225" y="2265889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09" name="Google Shape;209;p91"/>
          <p:cNvSpPr txBox="1">
            <a:spLocks noGrp="1"/>
          </p:cNvSpPr>
          <p:nvPr>
            <p:ph type="body" idx="13"/>
          </p:nvPr>
        </p:nvSpPr>
        <p:spPr>
          <a:xfrm>
            <a:off x="492125" y="4335788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10" name="Google Shape;210;p91"/>
          <p:cNvSpPr txBox="1">
            <a:spLocks noGrp="1"/>
          </p:cNvSpPr>
          <p:nvPr>
            <p:ph type="body" idx="14"/>
          </p:nvPr>
        </p:nvSpPr>
        <p:spPr>
          <a:xfrm>
            <a:off x="4391025" y="4335788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11" name="Google Shape;211;p91"/>
          <p:cNvSpPr txBox="1">
            <a:spLocks noGrp="1"/>
          </p:cNvSpPr>
          <p:nvPr>
            <p:ph type="body" idx="15"/>
          </p:nvPr>
        </p:nvSpPr>
        <p:spPr>
          <a:xfrm>
            <a:off x="8289925" y="4335788"/>
            <a:ext cx="34067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3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93"/>
          <p:cNvSpPr txBox="1">
            <a:spLocks noGrp="1"/>
          </p:cNvSpPr>
          <p:nvPr>
            <p:ph type="body" idx="1"/>
          </p:nvPr>
        </p:nvSpPr>
        <p:spPr>
          <a:xfrm>
            <a:off x="479425" y="1627200"/>
            <a:ext cx="5309395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16" name="Google Shape;216;p93"/>
          <p:cNvSpPr txBox="1">
            <a:spLocks noGrp="1"/>
          </p:cNvSpPr>
          <p:nvPr>
            <p:ph type="body" idx="2"/>
          </p:nvPr>
        </p:nvSpPr>
        <p:spPr>
          <a:xfrm>
            <a:off x="6096000" y="1627200"/>
            <a:ext cx="5309077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17" name="Google Shape;217;p93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4"/>
          <p:cNvSpPr txBox="1">
            <a:spLocks noGrp="1"/>
          </p:cNvSpPr>
          <p:nvPr>
            <p:ph type="body" idx="1"/>
          </p:nvPr>
        </p:nvSpPr>
        <p:spPr>
          <a:xfrm>
            <a:off x="478820" y="1638320"/>
            <a:ext cx="5310000" cy="40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0" name="Google Shape;220;p94"/>
          <p:cNvSpPr txBox="1">
            <a:spLocks noGrp="1"/>
          </p:cNvSpPr>
          <p:nvPr>
            <p:ph type="body" idx="2"/>
          </p:nvPr>
        </p:nvSpPr>
        <p:spPr>
          <a:xfrm>
            <a:off x="6096000" y="1638320"/>
            <a:ext cx="5310000" cy="40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1" name="Google Shape;221;p94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94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94"/>
          <p:cNvSpPr txBox="1">
            <a:spLocks noGrp="1"/>
          </p:cNvSpPr>
          <p:nvPr>
            <p:ph type="body" idx="3"/>
          </p:nvPr>
        </p:nvSpPr>
        <p:spPr>
          <a:xfrm>
            <a:off x="479425" y="2194560"/>
            <a:ext cx="5309395" cy="36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4" name="Google Shape;224;p94"/>
          <p:cNvSpPr txBox="1">
            <a:spLocks noGrp="1"/>
          </p:cNvSpPr>
          <p:nvPr>
            <p:ph type="body" idx="4"/>
          </p:nvPr>
        </p:nvSpPr>
        <p:spPr>
          <a:xfrm>
            <a:off x="6096000" y="2194560"/>
            <a:ext cx="5309077" cy="36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wo Content">
  <p:cSld name="5_Two Conten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5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95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95"/>
          <p:cNvSpPr txBox="1">
            <a:spLocks noGrp="1"/>
          </p:cNvSpPr>
          <p:nvPr>
            <p:ph type="body" idx="1"/>
          </p:nvPr>
        </p:nvSpPr>
        <p:spPr>
          <a:xfrm>
            <a:off x="479424" y="1624012"/>
            <a:ext cx="3406775" cy="439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9" name="Google Shape;229;p95"/>
          <p:cNvSpPr txBox="1">
            <a:spLocks noGrp="1"/>
          </p:cNvSpPr>
          <p:nvPr>
            <p:ph type="body" idx="2"/>
          </p:nvPr>
        </p:nvSpPr>
        <p:spPr>
          <a:xfrm>
            <a:off x="4378326" y="1624012"/>
            <a:ext cx="3409949" cy="439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0" name="Google Shape;230;p95"/>
          <p:cNvSpPr txBox="1">
            <a:spLocks noGrp="1"/>
          </p:cNvSpPr>
          <p:nvPr>
            <p:ph type="body" idx="3"/>
          </p:nvPr>
        </p:nvSpPr>
        <p:spPr>
          <a:xfrm>
            <a:off x="8277226" y="1627344"/>
            <a:ext cx="3435350" cy="439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wo Content">
  <p:cSld name="6_Two Conten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6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96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96"/>
          <p:cNvSpPr txBox="1">
            <a:spLocks noGrp="1"/>
          </p:cNvSpPr>
          <p:nvPr>
            <p:ph type="body" idx="1"/>
          </p:nvPr>
        </p:nvSpPr>
        <p:spPr>
          <a:xfrm>
            <a:off x="480861" y="1624012"/>
            <a:ext cx="2359025" cy="439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96"/>
          <p:cNvSpPr txBox="1">
            <a:spLocks noGrp="1"/>
          </p:cNvSpPr>
          <p:nvPr>
            <p:ph type="body" idx="2"/>
          </p:nvPr>
        </p:nvSpPr>
        <p:spPr>
          <a:xfrm>
            <a:off x="3432074" y="1624012"/>
            <a:ext cx="2359025" cy="439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6" name="Google Shape;236;p96"/>
          <p:cNvSpPr txBox="1">
            <a:spLocks noGrp="1"/>
          </p:cNvSpPr>
          <p:nvPr>
            <p:ph type="body" idx="3"/>
          </p:nvPr>
        </p:nvSpPr>
        <p:spPr>
          <a:xfrm>
            <a:off x="6383287" y="1627344"/>
            <a:ext cx="2362200" cy="439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7" name="Google Shape;237;p96"/>
          <p:cNvSpPr txBox="1">
            <a:spLocks noGrp="1"/>
          </p:cNvSpPr>
          <p:nvPr>
            <p:ph type="body" idx="4"/>
          </p:nvPr>
        </p:nvSpPr>
        <p:spPr>
          <a:xfrm>
            <a:off x="9337676" y="1627187"/>
            <a:ext cx="2359024" cy="439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Image">
  <p:cSld name="Two Content Image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7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0" name="Google Shape;240;p97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493200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97"/>
          <p:cNvSpPr txBox="1">
            <a:spLocks noGrp="1"/>
          </p:cNvSpPr>
          <p:nvPr>
            <p:ph type="body" idx="1"/>
          </p:nvPr>
        </p:nvSpPr>
        <p:spPr>
          <a:xfrm>
            <a:off x="479426" y="1627200"/>
            <a:ext cx="4932000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2" name="Google Shape;242;p97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 Image">
  <p:cSld name="1_Two Content Image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8"/>
          <p:cNvSpPr txBox="1">
            <a:spLocks noGrp="1"/>
          </p:cNvSpPr>
          <p:nvPr>
            <p:ph type="body" idx="1"/>
          </p:nvPr>
        </p:nvSpPr>
        <p:spPr>
          <a:xfrm>
            <a:off x="479426" y="1627200"/>
            <a:ext cx="11217274" cy="57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5" name="Google Shape;245;p98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98"/>
          <p:cNvSpPr>
            <a:spLocks noGrp="1"/>
          </p:cNvSpPr>
          <p:nvPr>
            <p:ph type="pic" idx="2"/>
          </p:nvPr>
        </p:nvSpPr>
        <p:spPr>
          <a:xfrm>
            <a:off x="479426" y="2385391"/>
            <a:ext cx="11233148" cy="363441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7" name="Google Shape;247;p98"/>
          <p:cNvSpPr txBox="1">
            <a:spLocks noGrp="1"/>
          </p:cNvSpPr>
          <p:nvPr>
            <p:ph type="body" idx="3"/>
          </p:nvPr>
        </p:nvSpPr>
        <p:spPr>
          <a:xfrm>
            <a:off x="479425" y="573075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8" name="Google Shape;248;p98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 Image">
  <p:cSld name="2_Two Content Imag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9"/>
          <p:cNvSpPr txBox="1">
            <a:spLocks noGrp="1"/>
          </p:cNvSpPr>
          <p:nvPr>
            <p:ph type="body" idx="1"/>
          </p:nvPr>
        </p:nvSpPr>
        <p:spPr>
          <a:xfrm>
            <a:off x="479426" y="1627200"/>
            <a:ext cx="3406774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1" name="Google Shape;251;p99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99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99"/>
          <p:cNvSpPr>
            <a:spLocks noGrp="1"/>
          </p:cNvSpPr>
          <p:nvPr>
            <p:ph type="pic" idx="2"/>
          </p:nvPr>
        </p:nvSpPr>
        <p:spPr>
          <a:xfrm>
            <a:off x="4378327" y="1624013"/>
            <a:ext cx="3409948" cy="43957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4" name="Google Shape;254;p99"/>
          <p:cNvSpPr>
            <a:spLocks noGrp="1"/>
          </p:cNvSpPr>
          <p:nvPr>
            <p:ph type="pic" idx="3"/>
          </p:nvPr>
        </p:nvSpPr>
        <p:spPr>
          <a:xfrm>
            <a:off x="8280402" y="1624013"/>
            <a:ext cx="3416298" cy="43957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5" name="Google Shape;255;p99"/>
          <p:cNvSpPr txBox="1">
            <a:spLocks noGrp="1"/>
          </p:cNvSpPr>
          <p:nvPr>
            <p:ph type="body" idx="4"/>
          </p:nvPr>
        </p:nvSpPr>
        <p:spPr>
          <a:xfrm>
            <a:off x="4378325" y="573075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6" name="Google Shape;256;p99"/>
          <p:cNvSpPr txBox="1">
            <a:spLocks noGrp="1"/>
          </p:cNvSpPr>
          <p:nvPr>
            <p:ph type="body" idx="5"/>
          </p:nvPr>
        </p:nvSpPr>
        <p:spPr>
          <a:xfrm>
            <a:off x="8280401" y="573075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 Image">
  <p:cSld name="4_Two Content Image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0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100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00"/>
          <p:cNvSpPr>
            <a:spLocks noGrp="1"/>
          </p:cNvSpPr>
          <p:nvPr>
            <p:ph type="pic" idx="2"/>
          </p:nvPr>
        </p:nvSpPr>
        <p:spPr>
          <a:xfrm>
            <a:off x="4378324" y="1624013"/>
            <a:ext cx="3409951" cy="43957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1" name="Google Shape;261;p100"/>
          <p:cNvSpPr>
            <a:spLocks noGrp="1"/>
          </p:cNvSpPr>
          <p:nvPr>
            <p:ph type="pic" idx="3"/>
          </p:nvPr>
        </p:nvSpPr>
        <p:spPr>
          <a:xfrm>
            <a:off x="8277224" y="1624013"/>
            <a:ext cx="3419476" cy="43957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2" name="Google Shape;262;p100"/>
          <p:cNvSpPr txBox="1">
            <a:spLocks noGrp="1"/>
          </p:cNvSpPr>
          <p:nvPr>
            <p:ph type="body" idx="1"/>
          </p:nvPr>
        </p:nvSpPr>
        <p:spPr>
          <a:xfrm>
            <a:off x="4378325" y="573075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3" name="Google Shape;263;p100"/>
          <p:cNvSpPr txBox="1">
            <a:spLocks noGrp="1"/>
          </p:cNvSpPr>
          <p:nvPr>
            <p:ph type="body" idx="4"/>
          </p:nvPr>
        </p:nvSpPr>
        <p:spPr>
          <a:xfrm>
            <a:off x="8277223" y="573075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4" name="Google Shape;264;p100"/>
          <p:cNvSpPr>
            <a:spLocks noGrp="1"/>
          </p:cNvSpPr>
          <p:nvPr>
            <p:ph type="pic" idx="5"/>
          </p:nvPr>
        </p:nvSpPr>
        <p:spPr>
          <a:xfrm>
            <a:off x="479425" y="1624013"/>
            <a:ext cx="3406775" cy="43957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5" name="Google Shape;265;p100"/>
          <p:cNvSpPr txBox="1">
            <a:spLocks noGrp="1"/>
          </p:cNvSpPr>
          <p:nvPr>
            <p:ph type="body" idx="6"/>
          </p:nvPr>
        </p:nvSpPr>
        <p:spPr>
          <a:xfrm>
            <a:off x="495300" y="573075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 Image">
  <p:cSld name="3_Two Content Imag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1"/>
          <p:cNvSpPr txBox="1">
            <a:spLocks noGrp="1"/>
          </p:cNvSpPr>
          <p:nvPr>
            <p:ph type="body" idx="1"/>
          </p:nvPr>
        </p:nvSpPr>
        <p:spPr>
          <a:xfrm>
            <a:off x="479426" y="1627200"/>
            <a:ext cx="2288488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8" name="Google Shape;268;p101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101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01"/>
          <p:cNvSpPr>
            <a:spLocks noGrp="1"/>
          </p:cNvSpPr>
          <p:nvPr>
            <p:ph type="pic" idx="2"/>
          </p:nvPr>
        </p:nvSpPr>
        <p:spPr>
          <a:xfrm>
            <a:off x="3121134" y="1627200"/>
            <a:ext cx="4111160" cy="205511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1" name="Google Shape;271;p101"/>
          <p:cNvSpPr>
            <a:spLocks noGrp="1"/>
          </p:cNvSpPr>
          <p:nvPr>
            <p:ph type="pic" idx="3"/>
          </p:nvPr>
        </p:nvSpPr>
        <p:spPr>
          <a:xfrm>
            <a:off x="7585514" y="1627200"/>
            <a:ext cx="4111160" cy="205511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2" name="Google Shape;272;p101"/>
          <p:cNvSpPr>
            <a:spLocks noGrp="1"/>
          </p:cNvSpPr>
          <p:nvPr>
            <p:ph type="pic" idx="4"/>
          </p:nvPr>
        </p:nvSpPr>
        <p:spPr>
          <a:xfrm>
            <a:off x="3121134" y="4003662"/>
            <a:ext cx="4111160" cy="201905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3" name="Google Shape;273;p101"/>
          <p:cNvSpPr>
            <a:spLocks noGrp="1"/>
          </p:cNvSpPr>
          <p:nvPr>
            <p:ph type="pic" idx="5"/>
          </p:nvPr>
        </p:nvSpPr>
        <p:spPr>
          <a:xfrm>
            <a:off x="7585514" y="4003662"/>
            <a:ext cx="4111160" cy="201905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4" name="Google Shape;274;p101"/>
          <p:cNvSpPr txBox="1">
            <a:spLocks noGrp="1"/>
          </p:cNvSpPr>
          <p:nvPr>
            <p:ph type="body" idx="6"/>
          </p:nvPr>
        </p:nvSpPr>
        <p:spPr>
          <a:xfrm>
            <a:off x="7585514" y="573367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5" name="Google Shape;275;p101"/>
          <p:cNvSpPr txBox="1">
            <a:spLocks noGrp="1"/>
          </p:cNvSpPr>
          <p:nvPr>
            <p:ph type="body" idx="7"/>
          </p:nvPr>
        </p:nvSpPr>
        <p:spPr>
          <a:xfrm>
            <a:off x="3121134" y="5730752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6" name="Google Shape;276;p101"/>
          <p:cNvSpPr txBox="1">
            <a:spLocks noGrp="1"/>
          </p:cNvSpPr>
          <p:nvPr>
            <p:ph type="body" idx="8"/>
          </p:nvPr>
        </p:nvSpPr>
        <p:spPr>
          <a:xfrm>
            <a:off x="3121134" y="3393266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7" name="Google Shape;277;p101"/>
          <p:cNvSpPr txBox="1">
            <a:spLocks noGrp="1"/>
          </p:cNvSpPr>
          <p:nvPr>
            <p:ph type="body" idx="9"/>
          </p:nvPr>
        </p:nvSpPr>
        <p:spPr>
          <a:xfrm>
            <a:off x="7585514" y="3393266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wo Content Image">
  <p:cSld name="7_Two Content Image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2"/>
          <p:cNvSpPr txBox="1">
            <a:spLocks noGrp="1"/>
          </p:cNvSpPr>
          <p:nvPr>
            <p:ph type="body" idx="1"/>
          </p:nvPr>
        </p:nvSpPr>
        <p:spPr>
          <a:xfrm>
            <a:off x="479426" y="1627200"/>
            <a:ext cx="2288488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0" name="Google Shape;280;p102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102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02"/>
          <p:cNvSpPr>
            <a:spLocks noGrp="1"/>
          </p:cNvSpPr>
          <p:nvPr>
            <p:ph type="pic" idx="2"/>
          </p:nvPr>
        </p:nvSpPr>
        <p:spPr>
          <a:xfrm>
            <a:off x="3155085" y="1627200"/>
            <a:ext cx="2590799" cy="205511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3" name="Google Shape;283;p102"/>
          <p:cNvSpPr>
            <a:spLocks noGrp="1"/>
          </p:cNvSpPr>
          <p:nvPr>
            <p:ph type="pic" idx="3"/>
          </p:nvPr>
        </p:nvSpPr>
        <p:spPr>
          <a:xfrm>
            <a:off x="6127313" y="1627200"/>
            <a:ext cx="2590799" cy="205511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4" name="Google Shape;284;p102"/>
          <p:cNvSpPr>
            <a:spLocks noGrp="1"/>
          </p:cNvSpPr>
          <p:nvPr>
            <p:ph type="pic" idx="4"/>
          </p:nvPr>
        </p:nvSpPr>
        <p:spPr>
          <a:xfrm>
            <a:off x="9105874" y="1627200"/>
            <a:ext cx="2590799" cy="205511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5" name="Google Shape;285;p102"/>
          <p:cNvSpPr>
            <a:spLocks noGrp="1"/>
          </p:cNvSpPr>
          <p:nvPr>
            <p:ph type="pic" idx="5"/>
          </p:nvPr>
        </p:nvSpPr>
        <p:spPr>
          <a:xfrm>
            <a:off x="3155085" y="4003662"/>
            <a:ext cx="2590799" cy="201905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6" name="Google Shape;286;p102"/>
          <p:cNvSpPr>
            <a:spLocks noGrp="1"/>
          </p:cNvSpPr>
          <p:nvPr>
            <p:ph type="pic" idx="6"/>
          </p:nvPr>
        </p:nvSpPr>
        <p:spPr>
          <a:xfrm>
            <a:off x="6127313" y="4003662"/>
            <a:ext cx="2590799" cy="201905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7" name="Google Shape;287;p102"/>
          <p:cNvSpPr>
            <a:spLocks noGrp="1"/>
          </p:cNvSpPr>
          <p:nvPr>
            <p:ph type="pic" idx="7"/>
          </p:nvPr>
        </p:nvSpPr>
        <p:spPr>
          <a:xfrm>
            <a:off x="9105874" y="4003662"/>
            <a:ext cx="2590799" cy="201905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8" name="Google Shape;288;p102"/>
          <p:cNvSpPr txBox="1">
            <a:spLocks noGrp="1"/>
          </p:cNvSpPr>
          <p:nvPr>
            <p:ph type="body" idx="8"/>
          </p:nvPr>
        </p:nvSpPr>
        <p:spPr>
          <a:xfrm>
            <a:off x="3155085" y="5730752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9" name="Google Shape;289;p102"/>
          <p:cNvSpPr txBox="1">
            <a:spLocks noGrp="1"/>
          </p:cNvSpPr>
          <p:nvPr>
            <p:ph type="body" idx="9"/>
          </p:nvPr>
        </p:nvSpPr>
        <p:spPr>
          <a:xfrm>
            <a:off x="3155085" y="3393266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0" name="Google Shape;290;p102"/>
          <p:cNvSpPr txBox="1">
            <a:spLocks noGrp="1"/>
          </p:cNvSpPr>
          <p:nvPr>
            <p:ph type="body" idx="13"/>
          </p:nvPr>
        </p:nvSpPr>
        <p:spPr>
          <a:xfrm>
            <a:off x="9105874" y="5733673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1" name="Google Shape;291;p102"/>
          <p:cNvSpPr txBox="1">
            <a:spLocks noGrp="1"/>
          </p:cNvSpPr>
          <p:nvPr>
            <p:ph type="body" idx="14"/>
          </p:nvPr>
        </p:nvSpPr>
        <p:spPr>
          <a:xfrm>
            <a:off x="6127313" y="5730752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2" name="Google Shape;292;p102"/>
          <p:cNvSpPr txBox="1">
            <a:spLocks noGrp="1"/>
          </p:cNvSpPr>
          <p:nvPr>
            <p:ph type="body" idx="15"/>
          </p:nvPr>
        </p:nvSpPr>
        <p:spPr>
          <a:xfrm>
            <a:off x="6127313" y="3393266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3" name="Google Shape;293;p102"/>
          <p:cNvSpPr txBox="1">
            <a:spLocks noGrp="1"/>
          </p:cNvSpPr>
          <p:nvPr>
            <p:ph type="body" idx="16"/>
          </p:nvPr>
        </p:nvSpPr>
        <p:spPr>
          <a:xfrm>
            <a:off x="9105874" y="3393266"/>
            <a:ext cx="2106613" cy="289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3600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wo Content Image">
  <p:cSld name="5_Two Content Image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3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103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03"/>
          <p:cNvSpPr>
            <a:spLocks noGrp="1"/>
          </p:cNvSpPr>
          <p:nvPr>
            <p:ph type="pic" idx="2"/>
          </p:nvPr>
        </p:nvSpPr>
        <p:spPr>
          <a:xfrm>
            <a:off x="3527756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8" name="Google Shape;298;p103"/>
          <p:cNvSpPr txBox="1">
            <a:spLocks noGrp="1"/>
          </p:cNvSpPr>
          <p:nvPr>
            <p:ph type="body" idx="1"/>
          </p:nvPr>
        </p:nvSpPr>
        <p:spPr>
          <a:xfrm>
            <a:off x="3286645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103"/>
          <p:cNvSpPr txBox="1">
            <a:spLocks noGrp="1"/>
          </p:cNvSpPr>
          <p:nvPr>
            <p:ph type="body" idx="3"/>
          </p:nvPr>
        </p:nvSpPr>
        <p:spPr>
          <a:xfrm>
            <a:off x="3286645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0" name="Google Shape;300;p103"/>
          <p:cNvSpPr>
            <a:spLocks noGrp="1"/>
          </p:cNvSpPr>
          <p:nvPr>
            <p:ph type="pic" idx="4"/>
          </p:nvPr>
        </p:nvSpPr>
        <p:spPr>
          <a:xfrm>
            <a:off x="5739161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1" name="Google Shape;301;p103"/>
          <p:cNvSpPr txBox="1">
            <a:spLocks noGrp="1"/>
          </p:cNvSpPr>
          <p:nvPr>
            <p:ph type="body" idx="5"/>
          </p:nvPr>
        </p:nvSpPr>
        <p:spPr>
          <a:xfrm>
            <a:off x="5498050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2" name="Google Shape;302;p103"/>
          <p:cNvSpPr txBox="1">
            <a:spLocks noGrp="1"/>
          </p:cNvSpPr>
          <p:nvPr>
            <p:ph type="body" idx="6"/>
          </p:nvPr>
        </p:nvSpPr>
        <p:spPr>
          <a:xfrm>
            <a:off x="5498050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3" name="Google Shape;303;p103"/>
          <p:cNvSpPr>
            <a:spLocks noGrp="1"/>
          </p:cNvSpPr>
          <p:nvPr>
            <p:ph type="pic" idx="7"/>
          </p:nvPr>
        </p:nvSpPr>
        <p:spPr>
          <a:xfrm>
            <a:off x="7950566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4" name="Google Shape;304;p103"/>
          <p:cNvSpPr txBox="1">
            <a:spLocks noGrp="1"/>
          </p:cNvSpPr>
          <p:nvPr>
            <p:ph type="body" idx="8"/>
          </p:nvPr>
        </p:nvSpPr>
        <p:spPr>
          <a:xfrm>
            <a:off x="7709455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5" name="Google Shape;305;p103"/>
          <p:cNvSpPr txBox="1">
            <a:spLocks noGrp="1"/>
          </p:cNvSpPr>
          <p:nvPr>
            <p:ph type="body" idx="9"/>
          </p:nvPr>
        </p:nvSpPr>
        <p:spPr>
          <a:xfrm>
            <a:off x="7709455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6" name="Google Shape;306;p103"/>
          <p:cNvSpPr>
            <a:spLocks noGrp="1"/>
          </p:cNvSpPr>
          <p:nvPr>
            <p:ph type="pic" idx="13"/>
          </p:nvPr>
        </p:nvSpPr>
        <p:spPr>
          <a:xfrm>
            <a:off x="10161972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7" name="Google Shape;307;p103"/>
          <p:cNvSpPr txBox="1">
            <a:spLocks noGrp="1"/>
          </p:cNvSpPr>
          <p:nvPr>
            <p:ph type="body" idx="14"/>
          </p:nvPr>
        </p:nvSpPr>
        <p:spPr>
          <a:xfrm>
            <a:off x="9920861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8" name="Google Shape;308;p103"/>
          <p:cNvSpPr txBox="1">
            <a:spLocks noGrp="1"/>
          </p:cNvSpPr>
          <p:nvPr>
            <p:ph type="body" idx="15"/>
          </p:nvPr>
        </p:nvSpPr>
        <p:spPr>
          <a:xfrm>
            <a:off x="9920861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9" name="Google Shape;309;p103"/>
          <p:cNvSpPr txBox="1">
            <a:spLocks noGrp="1"/>
          </p:cNvSpPr>
          <p:nvPr>
            <p:ph type="body" idx="16"/>
          </p:nvPr>
        </p:nvSpPr>
        <p:spPr>
          <a:xfrm>
            <a:off x="479426" y="1627200"/>
            <a:ext cx="2352984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0" name="Google Shape;310;p103"/>
          <p:cNvSpPr>
            <a:spLocks noGrp="1"/>
          </p:cNvSpPr>
          <p:nvPr>
            <p:ph type="pic" idx="17"/>
          </p:nvPr>
        </p:nvSpPr>
        <p:spPr>
          <a:xfrm>
            <a:off x="3527756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1" name="Google Shape;311;p103"/>
          <p:cNvSpPr txBox="1">
            <a:spLocks noGrp="1"/>
          </p:cNvSpPr>
          <p:nvPr>
            <p:ph type="body" idx="18"/>
          </p:nvPr>
        </p:nvSpPr>
        <p:spPr>
          <a:xfrm>
            <a:off x="3286645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2" name="Google Shape;312;p103"/>
          <p:cNvSpPr txBox="1">
            <a:spLocks noGrp="1"/>
          </p:cNvSpPr>
          <p:nvPr>
            <p:ph type="body" idx="19"/>
          </p:nvPr>
        </p:nvSpPr>
        <p:spPr>
          <a:xfrm>
            <a:off x="3286645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103"/>
          <p:cNvSpPr>
            <a:spLocks noGrp="1"/>
          </p:cNvSpPr>
          <p:nvPr>
            <p:ph type="pic" idx="20"/>
          </p:nvPr>
        </p:nvSpPr>
        <p:spPr>
          <a:xfrm>
            <a:off x="5739161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4" name="Google Shape;314;p103"/>
          <p:cNvSpPr txBox="1">
            <a:spLocks noGrp="1"/>
          </p:cNvSpPr>
          <p:nvPr>
            <p:ph type="body" idx="21"/>
          </p:nvPr>
        </p:nvSpPr>
        <p:spPr>
          <a:xfrm>
            <a:off x="5498050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5" name="Google Shape;315;p103"/>
          <p:cNvSpPr txBox="1">
            <a:spLocks noGrp="1"/>
          </p:cNvSpPr>
          <p:nvPr>
            <p:ph type="body" idx="22"/>
          </p:nvPr>
        </p:nvSpPr>
        <p:spPr>
          <a:xfrm>
            <a:off x="5498050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6" name="Google Shape;316;p103"/>
          <p:cNvSpPr>
            <a:spLocks noGrp="1"/>
          </p:cNvSpPr>
          <p:nvPr>
            <p:ph type="pic" idx="23"/>
          </p:nvPr>
        </p:nvSpPr>
        <p:spPr>
          <a:xfrm>
            <a:off x="7950566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7" name="Google Shape;317;p103"/>
          <p:cNvSpPr txBox="1">
            <a:spLocks noGrp="1"/>
          </p:cNvSpPr>
          <p:nvPr>
            <p:ph type="body" idx="24"/>
          </p:nvPr>
        </p:nvSpPr>
        <p:spPr>
          <a:xfrm>
            <a:off x="7709455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8" name="Google Shape;318;p103"/>
          <p:cNvSpPr txBox="1">
            <a:spLocks noGrp="1"/>
          </p:cNvSpPr>
          <p:nvPr>
            <p:ph type="body" idx="25"/>
          </p:nvPr>
        </p:nvSpPr>
        <p:spPr>
          <a:xfrm>
            <a:off x="7709455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19" name="Google Shape;319;p103"/>
          <p:cNvSpPr>
            <a:spLocks noGrp="1"/>
          </p:cNvSpPr>
          <p:nvPr>
            <p:ph type="pic" idx="26"/>
          </p:nvPr>
        </p:nvSpPr>
        <p:spPr>
          <a:xfrm>
            <a:off x="10161972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20" name="Google Shape;320;p103"/>
          <p:cNvSpPr txBox="1">
            <a:spLocks noGrp="1"/>
          </p:cNvSpPr>
          <p:nvPr>
            <p:ph type="body" idx="27"/>
          </p:nvPr>
        </p:nvSpPr>
        <p:spPr>
          <a:xfrm>
            <a:off x="9920861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21" name="Google Shape;321;p103"/>
          <p:cNvSpPr txBox="1">
            <a:spLocks noGrp="1"/>
          </p:cNvSpPr>
          <p:nvPr>
            <p:ph type="body" idx="28"/>
          </p:nvPr>
        </p:nvSpPr>
        <p:spPr>
          <a:xfrm>
            <a:off x="9920861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wo Content Image">
  <p:cSld name="6_Two Content Image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4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104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04"/>
          <p:cNvSpPr>
            <a:spLocks noGrp="1"/>
          </p:cNvSpPr>
          <p:nvPr>
            <p:ph type="pic" idx="2"/>
          </p:nvPr>
        </p:nvSpPr>
        <p:spPr>
          <a:xfrm>
            <a:off x="2166357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26" name="Google Shape;326;p104"/>
          <p:cNvSpPr txBox="1">
            <a:spLocks noGrp="1"/>
          </p:cNvSpPr>
          <p:nvPr>
            <p:ph type="body" idx="1"/>
          </p:nvPr>
        </p:nvSpPr>
        <p:spPr>
          <a:xfrm>
            <a:off x="1925246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27" name="Google Shape;327;p104"/>
          <p:cNvSpPr txBox="1">
            <a:spLocks noGrp="1"/>
          </p:cNvSpPr>
          <p:nvPr>
            <p:ph type="body" idx="3"/>
          </p:nvPr>
        </p:nvSpPr>
        <p:spPr>
          <a:xfrm>
            <a:off x="1925246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28" name="Google Shape;328;p104"/>
          <p:cNvSpPr>
            <a:spLocks noGrp="1"/>
          </p:cNvSpPr>
          <p:nvPr>
            <p:ph type="pic" idx="4"/>
          </p:nvPr>
        </p:nvSpPr>
        <p:spPr>
          <a:xfrm>
            <a:off x="4377762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29" name="Google Shape;329;p104"/>
          <p:cNvSpPr txBox="1">
            <a:spLocks noGrp="1"/>
          </p:cNvSpPr>
          <p:nvPr>
            <p:ph type="body" idx="5"/>
          </p:nvPr>
        </p:nvSpPr>
        <p:spPr>
          <a:xfrm>
            <a:off x="4136651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0" name="Google Shape;330;p104"/>
          <p:cNvSpPr txBox="1">
            <a:spLocks noGrp="1"/>
          </p:cNvSpPr>
          <p:nvPr>
            <p:ph type="body" idx="6"/>
          </p:nvPr>
        </p:nvSpPr>
        <p:spPr>
          <a:xfrm>
            <a:off x="4136651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1" name="Google Shape;331;p104"/>
          <p:cNvSpPr>
            <a:spLocks noGrp="1"/>
          </p:cNvSpPr>
          <p:nvPr>
            <p:ph type="pic" idx="7"/>
          </p:nvPr>
        </p:nvSpPr>
        <p:spPr>
          <a:xfrm>
            <a:off x="6589167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2" name="Google Shape;332;p104"/>
          <p:cNvSpPr txBox="1">
            <a:spLocks noGrp="1"/>
          </p:cNvSpPr>
          <p:nvPr>
            <p:ph type="body" idx="8"/>
          </p:nvPr>
        </p:nvSpPr>
        <p:spPr>
          <a:xfrm>
            <a:off x="6348056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3" name="Google Shape;333;p104"/>
          <p:cNvSpPr txBox="1">
            <a:spLocks noGrp="1"/>
          </p:cNvSpPr>
          <p:nvPr>
            <p:ph type="body" idx="9"/>
          </p:nvPr>
        </p:nvSpPr>
        <p:spPr>
          <a:xfrm>
            <a:off x="6348056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4" name="Google Shape;334;p104"/>
          <p:cNvSpPr>
            <a:spLocks noGrp="1"/>
          </p:cNvSpPr>
          <p:nvPr>
            <p:ph type="pic" idx="13"/>
          </p:nvPr>
        </p:nvSpPr>
        <p:spPr>
          <a:xfrm>
            <a:off x="8800573" y="1627200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5" name="Google Shape;335;p104"/>
          <p:cNvSpPr txBox="1">
            <a:spLocks noGrp="1"/>
          </p:cNvSpPr>
          <p:nvPr>
            <p:ph type="body" idx="14"/>
          </p:nvPr>
        </p:nvSpPr>
        <p:spPr>
          <a:xfrm>
            <a:off x="8559462" y="29657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6" name="Google Shape;336;p104"/>
          <p:cNvSpPr txBox="1">
            <a:spLocks noGrp="1"/>
          </p:cNvSpPr>
          <p:nvPr>
            <p:ph type="body" idx="15"/>
          </p:nvPr>
        </p:nvSpPr>
        <p:spPr>
          <a:xfrm>
            <a:off x="8559462" y="3373014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7" name="Google Shape;337;p104"/>
          <p:cNvSpPr>
            <a:spLocks noGrp="1"/>
          </p:cNvSpPr>
          <p:nvPr>
            <p:ph type="pic" idx="16"/>
          </p:nvPr>
        </p:nvSpPr>
        <p:spPr>
          <a:xfrm>
            <a:off x="2166357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8" name="Google Shape;338;p104"/>
          <p:cNvSpPr txBox="1">
            <a:spLocks noGrp="1"/>
          </p:cNvSpPr>
          <p:nvPr>
            <p:ph type="body" idx="17"/>
          </p:nvPr>
        </p:nvSpPr>
        <p:spPr>
          <a:xfrm>
            <a:off x="1925246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39" name="Google Shape;339;p104"/>
          <p:cNvSpPr txBox="1">
            <a:spLocks noGrp="1"/>
          </p:cNvSpPr>
          <p:nvPr>
            <p:ph type="body" idx="18"/>
          </p:nvPr>
        </p:nvSpPr>
        <p:spPr>
          <a:xfrm>
            <a:off x="1925246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0" name="Google Shape;340;p104"/>
          <p:cNvSpPr>
            <a:spLocks noGrp="1"/>
          </p:cNvSpPr>
          <p:nvPr>
            <p:ph type="pic" idx="19"/>
          </p:nvPr>
        </p:nvSpPr>
        <p:spPr>
          <a:xfrm>
            <a:off x="4377762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41" name="Google Shape;341;p104"/>
          <p:cNvSpPr txBox="1">
            <a:spLocks noGrp="1"/>
          </p:cNvSpPr>
          <p:nvPr>
            <p:ph type="body" idx="20"/>
          </p:nvPr>
        </p:nvSpPr>
        <p:spPr>
          <a:xfrm>
            <a:off x="4136651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2" name="Google Shape;342;p104"/>
          <p:cNvSpPr txBox="1">
            <a:spLocks noGrp="1"/>
          </p:cNvSpPr>
          <p:nvPr>
            <p:ph type="body" idx="21"/>
          </p:nvPr>
        </p:nvSpPr>
        <p:spPr>
          <a:xfrm>
            <a:off x="4136651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3" name="Google Shape;343;p104"/>
          <p:cNvSpPr>
            <a:spLocks noGrp="1"/>
          </p:cNvSpPr>
          <p:nvPr>
            <p:ph type="pic" idx="22"/>
          </p:nvPr>
        </p:nvSpPr>
        <p:spPr>
          <a:xfrm>
            <a:off x="6589167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44" name="Google Shape;344;p104"/>
          <p:cNvSpPr txBox="1">
            <a:spLocks noGrp="1"/>
          </p:cNvSpPr>
          <p:nvPr>
            <p:ph type="body" idx="23"/>
          </p:nvPr>
        </p:nvSpPr>
        <p:spPr>
          <a:xfrm>
            <a:off x="6348056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5" name="Google Shape;345;p104"/>
          <p:cNvSpPr txBox="1">
            <a:spLocks noGrp="1"/>
          </p:cNvSpPr>
          <p:nvPr>
            <p:ph type="body" idx="24"/>
          </p:nvPr>
        </p:nvSpPr>
        <p:spPr>
          <a:xfrm>
            <a:off x="6348056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6" name="Google Shape;346;p104"/>
          <p:cNvSpPr>
            <a:spLocks noGrp="1"/>
          </p:cNvSpPr>
          <p:nvPr>
            <p:ph type="pic" idx="25"/>
          </p:nvPr>
        </p:nvSpPr>
        <p:spPr>
          <a:xfrm>
            <a:off x="8800573" y="3918195"/>
            <a:ext cx="1199108" cy="1199108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47" name="Google Shape;347;p104"/>
          <p:cNvSpPr txBox="1">
            <a:spLocks noGrp="1"/>
          </p:cNvSpPr>
          <p:nvPr>
            <p:ph type="body" idx="26"/>
          </p:nvPr>
        </p:nvSpPr>
        <p:spPr>
          <a:xfrm>
            <a:off x="8559462" y="52567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8" name="Google Shape;348;p104"/>
          <p:cNvSpPr txBox="1">
            <a:spLocks noGrp="1"/>
          </p:cNvSpPr>
          <p:nvPr>
            <p:ph type="body" idx="27"/>
          </p:nvPr>
        </p:nvSpPr>
        <p:spPr>
          <a:xfrm>
            <a:off x="8559462" y="5664009"/>
            <a:ext cx="1681331" cy="3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 Image purple">
  <p:cSld name="Two Content Image purple">
    <p:bg>
      <p:bgPr>
        <a:solidFill>
          <a:schemeClr val="accent2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5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DRAG &amp; DROP IMAGE</a:t>
            </a:r>
            <a:endParaRPr/>
          </a:p>
        </p:txBody>
      </p:sp>
      <p:sp>
        <p:nvSpPr>
          <p:cNvPr id="351" name="Google Shape;351;p105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493200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05"/>
          <p:cNvSpPr txBox="1">
            <a:spLocks noGrp="1"/>
          </p:cNvSpPr>
          <p:nvPr>
            <p:ph type="body" idx="1"/>
          </p:nvPr>
        </p:nvSpPr>
        <p:spPr>
          <a:xfrm>
            <a:off x="479426" y="1627200"/>
            <a:ext cx="4932000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4285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53" name="Google Shape;353;p105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4" name="Google Shape;354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wo Content">
  <p:cSld name="8_Two Content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7"/>
          <p:cNvSpPr/>
          <p:nvPr/>
        </p:nvSpPr>
        <p:spPr>
          <a:xfrm>
            <a:off x="1" y="0"/>
            <a:ext cx="38862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7"/>
          <p:cNvSpPr txBox="1">
            <a:spLocks noGrp="1"/>
          </p:cNvSpPr>
          <p:nvPr>
            <p:ph type="title"/>
          </p:nvPr>
        </p:nvSpPr>
        <p:spPr>
          <a:xfrm>
            <a:off x="479426" y="671987"/>
            <a:ext cx="28733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07"/>
          <p:cNvSpPr txBox="1">
            <a:spLocks noGrp="1"/>
          </p:cNvSpPr>
          <p:nvPr>
            <p:ph type="body" idx="1"/>
          </p:nvPr>
        </p:nvSpPr>
        <p:spPr>
          <a:xfrm>
            <a:off x="479425" y="1627200"/>
            <a:ext cx="2873375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65" name="Google Shape;365;p107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07"/>
          <p:cNvGrpSpPr/>
          <p:nvPr/>
        </p:nvGrpSpPr>
        <p:grpSpPr>
          <a:xfrm>
            <a:off x="4374334" y="1627200"/>
            <a:ext cx="780607" cy="584733"/>
            <a:chOff x="3949700" y="1822450"/>
            <a:chExt cx="4288792" cy="3212624"/>
          </a:xfrm>
        </p:grpSpPr>
        <p:sp>
          <p:nvSpPr>
            <p:cNvPr id="368" name="Google Shape;368;p107"/>
            <p:cNvSpPr/>
            <p:nvPr/>
          </p:nvSpPr>
          <p:spPr>
            <a:xfrm>
              <a:off x="3949700" y="1822450"/>
              <a:ext cx="2087098" cy="3212624"/>
            </a:xfrm>
            <a:custGeom>
              <a:avLst/>
              <a:gdLst/>
              <a:ahLst/>
              <a:cxnLst/>
              <a:rect l="l" t="t" r="r" b="b"/>
              <a:pathLst>
                <a:path w="2087098" h="3212624" extrusionOk="0">
                  <a:moveTo>
                    <a:pt x="1193076" y="1397889"/>
                  </a:moveTo>
                  <a:cubicBezTo>
                    <a:pt x="1338225" y="1397889"/>
                    <a:pt x="1482042" y="1431065"/>
                    <a:pt x="1609963" y="1499605"/>
                  </a:cubicBezTo>
                  <a:cubicBezTo>
                    <a:pt x="1870660" y="1639251"/>
                    <a:pt x="2050169" y="1894493"/>
                    <a:pt x="2050169" y="2280731"/>
                  </a:cubicBezTo>
                  <a:cubicBezTo>
                    <a:pt x="2050169" y="2844734"/>
                    <a:pt x="1620528" y="3212625"/>
                    <a:pt x="1068010" y="3212625"/>
                  </a:cubicBezTo>
                  <a:cubicBezTo>
                    <a:pt x="405180" y="3212530"/>
                    <a:pt x="0" y="2685315"/>
                    <a:pt x="0" y="1937366"/>
                  </a:cubicBezTo>
                  <a:cubicBezTo>
                    <a:pt x="0" y="821527"/>
                    <a:pt x="736595" y="85841"/>
                    <a:pt x="2087098" y="0"/>
                  </a:cubicBezTo>
                  <a:lnTo>
                    <a:pt x="2087098" y="404680"/>
                  </a:lnTo>
                  <a:cubicBezTo>
                    <a:pt x="1350503" y="502784"/>
                    <a:pt x="908489" y="809264"/>
                    <a:pt x="847098" y="1397889"/>
                  </a:cubicBezTo>
                  <a:lnTo>
                    <a:pt x="1193076" y="13978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07"/>
            <p:cNvSpPr/>
            <p:nvPr/>
          </p:nvSpPr>
          <p:spPr>
            <a:xfrm>
              <a:off x="6151394" y="1822450"/>
              <a:ext cx="2087098" cy="3212624"/>
            </a:xfrm>
            <a:custGeom>
              <a:avLst/>
              <a:gdLst/>
              <a:ahLst/>
              <a:cxnLst/>
              <a:rect l="l" t="t" r="r" b="b"/>
              <a:pathLst>
                <a:path w="2087098" h="3212624" extrusionOk="0">
                  <a:moveTo>
                    <a:pt x="1193171" y="1397889"/>
                  </a:moveTo>
                  <a:cubicBezTo>
                    <a:pt x="1338320" y="1397889"/>
                    <a:pt x="1482137" y="1431065"/>
                    <a:pt x="1610058" y="1499605"/>
                  </a:cubicBezTo>
                  <a:cubicBezTo>
                    <a:pt x="1870755" y="1639251"/>
                    <a:pt x="2050264" y="1894493"/>
                    <a:pt x="2050264" y="2280731"/>
                  </a:cubicBezTo>
                  <a:cubicBezTo>
                    <a:pt x="2050264" y="2844734"/>
                    <a:pt x="1620623" y="3212625"/>
                    <a:pt x="1068106" y="3212625"/>
                  </a:cubicBezTo>
                  <a:cubicBezTo>
                    <a:pt x="405180" y="3212625"/>
                    <a:pt x="0" y="2685315"/>
                    <a:pt x="0" y="1937366"/>
                  </a:cubicBezTo>
                  <a:cubicBezTo>
                    <a:pt x="95" y="821527"/>
                    <a:pt x="736690" y="85841"/>
                    <a:pt x="2087098" y="0"/>
                  </a:cubicBezTo>
                  <a:lnTo>
                    <a:pt x="2087098" y="404680"/>
                  </a:lnTo>
                  <a:cubicBezTo>
                    <a:pt x="1350503" y="502784"/>
                    <a:pt x="908489" y="809264"/>
                    <a:pt x="847098" y="1397889"/>
                  </a:cubicBezTo>
                  <a:lnTo>
                    <a:pt x="1193076" y="13978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107"/>
          <p:cNvSpPr txBox="1">
            <a:spLocks noGrp="1"/>
          </p:cNvSpPr>
          <p:nvPr>
            <p:ph type="body" idx="2"/>
          </p:nvPr>
        </p:nvSpPr>
        <p:spPr>
          <a:xfrm>
            <a:off x="5432426" y="1624013"/>
            <a:ext cx="6280149" cy="180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8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108"/>
          <p:cNvSpPr>
            <a:spLocks noGrp="1"/>
          </p:cNvSpPr>
          <p:nvPr>
            <p:ph type="chart" idx="2"/>
          </p:nvPr>
        </p:nvSpPr>
        <p:spPr>
          <a:xfrm>
            <a:off x="4378325" y="671512"/>
            <a:ext cx="7318375" cy="497948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Inter"/>
              <a:buChar char="–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4" name="Google Shape;374;p108"/>
          <p:cNvSpPr txBox="1">
            <a:spLocks noGrp="1"/>
          </p:cNvSpPr>
          <p:nvPr>
            <p:ph type="body" idx="1"/>
          </p:nvPr>
        </p:nvSpPr>
        <p:spPr>
          <a:xfrm>
            <a:off x="4378325" y="5791200"/>
            <a:ext cx="6854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5" name="Google Shape;375;p108"/>
          <p:cNvSpPr/>
          <p:nvPr/>
        </p:nvSpPr>
        <p:spPr>
          <a:xfrm>
            <a:off x="1" y="0"/>
            <a:ext cx="38862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8"/>
          <p:cNvSpPr txBox="1">
            <a:spLocks noGrp="1"/>
          </p:cNvSpPr>
          <p:nvPr>
            <p:ph type="title"/>
          </p:nvPr>
        </p:nvSpPr>
        <p:spPr>
          <a:xfrm>
            <a:off x="479426" y="671987"/>
            <a:ext cx="28733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108"/>
          <p:cNvSpPr txBox="1">
            <a:spLocks noGrp="1"/>
          </p:cNvSpPr>
          <p:nvPr>
            <p:ph type="body" idx="3"/>
          </p:nvPr>
        </p:nvSpPr>
        <p:spPr>
          <a:xfrm>
            <a:off x="479425" y="1627200"/>
            <a:ext cx="2873375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78" name="Google Shape;378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9"/>
          <p:cNvSpPr txBox="1">
            <a:spLocks noGrp="1"/>
          </p:cNvSpPr>
          <p:nvPr>
            <p:ph type="title"/>
          </p:nvPr>
        </p:nvSpPr>
        <p:spPr>
          <a:xfrm>
            <a:off x="479426" y="671987"/>
            <a:ext cx="11233148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09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109"/>
          <p:cNvSpPr>
            <a:spLocks noGrp="1"/>
          </p:cNvSpPr>
          <p:nvPr>
            <p:ph type="chart" idx="2"/>
          </p:nvPr>
        </p:nvSpPr>
        <p:spPr>
          <a:xfrm>
            <a:off x="479426" y="1996008"/>
            <a:ext cx="11217274" cy="402379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Inter"/>
              <a:buChar char="–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3" name="Google Shape;383;p109"/>
          <p:cNvSpPr txBox="1">
            <a:spLocks noGrp="1"/>
          </p:cNvSpPr>
          <p:nvPr>
            <p:ph type="body" idx="1"/>
          </p:nvPr>
        </p:nvSpPr>
        <p:spPr>
          <a:xfrm>
            <a:off x="458787" y="1708036"/>
            <a:ext cx="6854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">
  <p:cSld name="4_Two Content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0"/>
          <p:cNvSpPr txBox="1">
            <a:spLocks noGrp="1"/>
          </p:cNvSpPr>
          <p:nvPr>
            <p:ph type="title"/>
          </p:nvPr>
        </p:nvSpPr>
        <p:spPr>
          <a:xfrm>
            <a:off x="479426" y="671987"/>
            <a:ext cx="11233148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10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10"/>
          <p:cNvSpPr>
            <a:spLocks noGrp="1"/>
          </p:cNvSpPr>
          <p:nvPr>
            <p:ph type="chart" idx="2"/>
          </p:nvPr>
        </p:nvSpPr>
        <p:spPr>
          <a:xfrm>
            <a:off x="479426" y="1996008"/>
            <a:ext cx="5343305" cy="402379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Inter"/>
              <a:buChar char="–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8" name="Google Shape;388;p110"/>
          <p:cNvSpPr txBox="1">
            <a:spLocks noGrp="1"/>
          </p:cNvSpPr>
          <p:nvPr>
            <p:ph type="body" idx="1"/>
          </p:nvPr>
        </p:nvSpPr>
        <p:spPr>
          <a:xfrm>
            <a:off x="458787" y="1630191"/>
            <a:ext cx="53639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9" name="Google Shape;389;p110"/>
          <p:cNvSpPr>
            <a:spLocks noGrp="1"/>
          </p:cNvSpPr>
          <p:nvPr>
            <p:ph type="chart" idx="3"/>
          </p:nvPr>
        </p:nvSpPr>
        <p:spPr>
          <a:xfrm>
            <a:off x="6369271" y="1996008"/>
            <a:ext cx="5343305" cy="402379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Inter"/>
              <a:buChar char="–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0"/>
          <p:cNvSpPr txBox="1">
            <a:spLocks noGrp="1"/>
          </p:cNvSpPr>
          <p:nvPr>
            <p:ph type="body" idx="4"/>
          </p:nvPr>
        </p:nvSpPr>
        <p:spPr>
          <a:xfrm>
            <a:off x="6369271" y="1630191"/>
            <a:ext cx="53639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banner">
  <p:cSld name="Three Content banner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1"/>
          <p:cNvSpPr/>
          <p:nvPr/>
        </p:nvSpPr>
        <p:spPr>
          <a:xfrm>
            <a:off x="0" y="0"/>
            <a:ext cx="12192000" cy="212625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1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111"/>
          <p:cNvSpPr txBox="1">
            <a:spLocks noGrp="1"/>
          </p:cNvSpPr>
          <p:nvPr>
            <p:ph type="body" idx="1"/>
          </p:nvPr>
        </p:nvSpPr>
        <p:spPr>
          <a:xfrm>
            <a:off x="479424" y="3213881"/>
            <a:ext cx="3406775" cy="280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marL="2743200" lvl="5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95" name="Google Shape;395;p111"/>
          <p:cNvSpPr txBox="1">
            <a:spLocks noGrp="1"/>
          </p:cNvSpPr>
          <p:nvPr>
            <p:ph type="body" idx="2"/>
          </p:nvPr>
        </p:nvSpPr>
        <p:spPr>
          <a:xfrm>
            <a:off x="4378325" y="3213881"/>
            <a:ext cx="3409950" cy="280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marL="2743200" lvl="5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96" name="Google Shape;396;p111"/>
          <p:cNvSpPr txBox="1">
            <a:spLocks noGrp="1"/>
          </p:cNvSpPr>
          <p:nvPr>
            <p:ph type="body" idx="3"/>
          </p:nvPr>
        </p:nvSpPr>
        <p:spPr>
          <a:xfrm>
            <a:off x="479423" y="2292144"/>
            <a:ext cx="3406775" cy="7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i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7" name="Google Shape;397;p111"/>
          <p:cNvSpPr txBox="1">
            <a:spLocks noGrp="1"/>
          </p:cNvSpPr>
          <p:nvPr>
            <p:ph type="body" idx="4"/>
          </p:nvPr>
        </p:nvSpPr>
        <p:spPr>
          <a:xfrm>
            <a:off x="4378325" y="2292144"/>
            <a:ext cx="3409950" cy="7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i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8" name="Google Shape;398;p111"/>
          <p:cNvSpPr txBox="1">
            <a:spLocks noGrp="1"/>
          </p:cNvSpPr>
          <p:nvPr>
            <p:ph type="body" idx="5"/>
          </p:nvPr>
        </p:nvSpPr>
        <p:spPr>
          <a:xfrm>
            <a:off x="8277225" y="2292144"/>
            <a:ext cx="3409950" cy="7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i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9" name="Google Shape;399;p111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9035257" cy="95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11"/>
          <p:cNvSpPr txBox="1">
            <a:spLocks noGrp="1"/>
          </p:cNvSpPr>
          <p:nvPr>
            <p:ph type="body" idx="6"/>
          </p:nvPr>
        </p:nvSpPr>
        <p:spPr>
          <a:xfrm>
            <a:off x="8277224" y="3213881"/>
            <a:ext cx="3409949" cy="280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marL="2743200" lvl="5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hree Content banner">
  <p:cSld name="1_Three Content banner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2"/>
          <p:cNvSpPr/>
          <p:nvPr/>
        </p:nvSpPr>
        <p:spPr>
          <a:xfrm>
            <a:off x="0" y="0"/>
            <a:ext cx="12192000" cy="21262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2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112"/>
          <p:cNvSpPr txBox="1">
            <a:spLocks noGrp="1"/>
          </p:cNvSpPr>
          <p:nvPr>
            <p:ph type="body" idx="1"/>
          </p:nvPr>
        </p:nvSpPr>
        <p:spPr>
          <a:xfrm>
            <a:off x="479424" y="3213881"/>
            <a:ext cx="3406775" cy="280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marL="2743200" lvl="5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05" name="Google Shape;405;p112"/>
          <p:cNvSpPr txBox="1">
            <a:spLocks noGrp="1"/>
          </p:cNvSpPr>
          <p:nvPr>
            <p:ph type="body" idx="2"/>
          </p:nvPr>
        </p:nvSpPr>
        <p:spPr>
          <a:xfrm>
            <a:off x="4378325" y="3213881"/>
            <a:ext cx="3409950" cy="280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marL="2743200" lvl="5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06" name="Google Shape;406;p112"/>
          <p:cNvSpPr txBox="1">
            <a:spLocks noGrp="1"/>
          </p:cNvSpPr>
          <p:nvPr>
            <p:ph type="body" idx="3"/>
          </p:nvPr>
        </p:nvSpPr>
        <p:spPr>
          <a:xfrm>
            <a:off x="479423" y="2292144"/>
            <a:ext cx="3406775" cy="7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7" name="Google Shape;407;p112"/>
          <p:cNvSpPr txBox="1">
            <a:spLocks noGrp="1"/>
          </p:cNvSpPr>
          <p:nvPr>
            <p:ph type="body" idx="4"/>
          </p:nvPr>
        </p:nvSpPr>
        <p:spPr>
          <a:xfrm>
            <a:off x="4378325" y="2292144"/>
            <a:ext cx="3409950" cy="7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8" name="Google Shape;408;p112"/>
          <p:cNvSpPr txBox="1">
            <a:spLocks noGrp="1"/>
          </p:cNvSpPr>
          <p:nvPr>
            <p:ph type="body" idx="5"/>
          </p:nvPr>
        </p:nvSpPr>
        <p:spPr>
          <a:xfrm>
            <a:off x="8277225" y="2292144"/>
            <a:ext cx="3409950" cy="7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9" name="Google Shape;409;p112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9035257" cy="95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12"/>
          <p:cNvSpPr txBox="1">
            <a:spLocks noGrp="1"/>
          </p:cNvSpPr>
          <p:nvPr>
            <p:ph type="body" idx="6"/>
          </p:nvPr>
        </p:nvSpPr>
        <p:spPr>
          <a:xfrm>
            <a:off x="8277224" y="3213881"/>
            <a:ext cx="3409949" cy="280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marL="2743200" lvl="5" indent="-29845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ntent Numbered">
  <p:cSld name="Five Content Numbered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3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113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113"/>
          <p:cNvSpPr txBox="1">
            <a:spLocks noGrp="1"/>
          </p:cNvSpPr>
          <p:nvPr>
            <p:ph type="body" idx="1"/>
          </p:nvPr>
        </p:nvSpPr>
        <p:spPr>
          <a:xfrm>
            <a:off x="499169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15" name="Google Shape;415;p113"/>
          <p:cNvSpPr txBox="1">
            <a:spLocks noGrp="1"/>
          </p:cNvSpPr>
          <p:nvPr>
            <p:ph type="body" idx="2"/>
          </p:nvPr>
        </p:nvSpPr>
        <p:spPr>
          <a:xfrm>
            <a:off x="479425" y="2520839"/>
            <a:ext cx="1944688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16" name="Google Shape;416;p113"/>
          <p:cNvCxnSpPr/>
          <p:nvPr/>
        </p:nvCxnSpPr>
        <p:spPr>
          <a:xfrm>
            <a:off x="477044" y="2303251"/>
            <a:ext cx="19584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7" name="Google Shape;417;p113"/>
          <p:cNvSpPr txBox="1">
            <a:spLocks noGrp="1"/>
          </p:cNvSpPr>
          <p:nvPr>
            <p:ph type="body" idx="3"/>
          </p:nvPr>
        </p:nvSpPr>
        <p:spPr>
          <a:xfrm>
            <a:off x="2812380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18" name="Google Shape;418;p113"/>
          <p:cNvSpPr txBox="1">
            <a:spLocks noGrp="1"/>
          </p:cNvSpPr>
          <p:nvPr>
            <p:ph type="body" idx="4"/>
          </p:nvPr>
        </p:nvSpPr>
        <p:spPr>
          <a:xfrm>
            <a:off x="2797572" y="2520839"/>
            <a:ext cx="1944688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19" name="Google Shape;419;p113"/>
          <p:cNvCxnSpPr/>
          <p:nvPr/>
        </p:nvCxnSpPr>
        <p:spPr>
          <a:xfrm>
            <a:off x="2755424" y="2303251"/>
            <a:ext cx="19584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0" name="Google Shape;420;p113"/>
          <p:cNvSpPr txBox="1">
            <a:spLocks noGrp="1"/>
          </p:cNvSpPr>
          <p:nvPr>
            <p:ph type="body" idx="5"/>
          </p:nvPr>
        </p:nvSpPr>
        <p:spPr>
          <a:xfrm>
            <a:off x="5125591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21" name="Google Shape;421;p113"/>
          <p:cNvSpPr txBox="1">
            <a:spLocks noGrp="1"/>
          </p:cNvSpPr>
          <p:nvPr>
            <p:ph type="body" idx="6"/>
          </p:nvPr>
        </p:nvSpPr>
        <p:spPr>
          <a:xfrm>
            <a:off x="5115719" y="2520839"/>
            <a:ext cx="1944688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22" name="Google Shape;422;p113"/>
          <p:cNvCxnSpPr/>
          <p:nvPr/>
        </p:nvCxnSpPr>
        <p:spPr>
          <a:xfrm>
            <a:off x="5081270" y="2303251"/>
            <a:ext cx="19584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3" name="Google Shape;423;p113"/>
          <p:cNvSpPr txBox="1">
            <a:spLocks noGrp="1"/>
          </p:cNvSpPr>
          <p:nvPr>
            <p:ph type="body" idx="7"/>
          </p:nvPr>
        </p:nvSpPr>
        <p:spPr>
          <a:xfrm>
            <a:off x="7438802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24" name="Google Shape;424;p113"/>
          <p:cNvSpPr txBox="1">
            <a:spLocks noGrp="1"/>
          </p:cNvSpPr>
          <p:nvPr>
            <p:ph type="body" idx="8"/>
          </p:nvPr>
        </p:nvSpPr>
        <p:spPr>
          <a:xfrm>
            <a:off x="7433866" y="2520839"/>
            <a:ext cx="1944688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25" name="Google Shape;425;p113"/>
          <p:cNvCxnSpPr/>
          <p:nvPr/>
        </p:nvCxnSpPr>
        <p:spPr>
          <a:xfrm>
            <a:off x="7407116" y="2303251"/>
            <a:ext cx="19584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6" name="Google Shape;426;p113"/>
          <p:cNvSpPr txBox="1">
            <a:spLocks noGrp="1"/>
          </p:cNvSpPr>
          <p:nvPr>
            <p:ph type="body" idx="9"/>
          </p:nvPr>
        </p:nvSpPr>
        <p:spPr>
          <a:xfrm>
            <a:off x="9752012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27" name="Google Shape;427;p113"/>
          <p:cNvSpPr txBox="1">
            <a:spLocks noGrp="1"/>
          </p:cNvSpPr>
          <p:nvPr>
            <p:ph type="body" idx="13"/>
          </p:nvPr>
        </p:nvSpPr>
        <p:spPr>
          <a:xfrm>
            <a:off x="9752012" y="2520839"/>
            <a:ext cx="1944688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28" name="Google Shape;428;p113"/>
          <p:cNvCxnSpPr/>
          <p:nvPr/>
        </p:nvCxnSpPr>
        <p:spPr>
          <a:xfrm>
            <a:off x="9732963" y="2303251"/>
            <a:ext cx="19584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ive Content Numbered">
  <p:cSld name="1_Five Content Numbered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4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14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114"/>
          <p:cNvSpPr txBox="1">
            <a:spLocks noGrp="1"/>
          </p:cNvSpPr>
          <p:nvPr>
            <p:ph type="body" idx="1"/>
          </p:nvPr>
        </p:nvSpPr>
        <p:spPr>
          <a:xfrm>
            <a:off x="499169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33" name="Google Shape;433;p114"/>
          <p:cNvSpPr txBox="1">
            <a:spLocks noGrp="1"/>
          </p:cNvSpPr>
          <p:nvPr>
            <p:ph type="body" idx="2"/>
          </p:nvPr>
        </p:nvSpPr>
        <p:spPr>
          <a:xfrm>
            <a:off x="479425" y="2520839"/>
            <a:ext cx="2469600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34" name="Google Shape;434;p114"/>
          <p:cNvCxnSpPr/>
          <p:nvPr/>
        </p:nvCxnSpPr>
        <p:spPr>
          <a:xfrm>
            <a:off x="477044" y="2303251"/>
            <a:ext cx="247080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5" name="Google Shape;435;p114"/>
          <p:cNvSpPr txBox="1">
            <a:spLocks noGrp="1"/>
          </p:cNvSpPr>
          <p:nvPr>
            <p:ph type="body" idx="3"/>
          </p:nvPr>
        </p:nvSpPr>
        <p:spPr>
          <a:xfrm>
            <a:off x="3901008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36" name="Google Shape;436;p114"/>
          <p:cNvSpPr txBox="1">
            <a:spLocks noGrp="1"/>
          </p:cNvSpPr>
          <p:nvPr>
            <p:ph type="body" idx="4"/>
          </p:nvPr>
        </p:nvSpPr>
        <p:spPr>
          <a:xfrm>
            <a:off x="3886200" y="2520839"/>
            <a:ext cx="2468424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37" name="Google Shape;437;p114"/>
          <p:cNvCxnSpPr/>
          <p:nvPr/>
        </p:nvCxnSpPr>
        <p:spPr>
          <a:xfrm>
            <a:off x="3844052" y="2303251"/>
            <a:ext cx="2469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8" name="Google Shape;438;p114"/>
          <p:cNvSpPr txBox="1">
            <a:spLocks noGrp="1"/>
          </p:cNvSpPr>
          <p:nvPr>
            <p:ph type="body" idx="5"/>
          </p:nvPr>
        </p:nvSpPr>
        <p:spPr>
          <a:xfrm>
            <a:off x="7274411" y="1637009"/>
            <a:ext cx="1762918" cy="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39" name="Google Shape;439;p114"/>
          <p:cNvSpPr txBox="1">
            <a:spLocks noGrp="1"/>
          </p:cNvSpPr>
          <p:nvPr>
            <p:ph type="body" idx="6"/>
          </p:nvPr>
        </p:nvSpPr>
        <p:spPr>
          <a:xfrm>
            <a:off x="7264539" y="2520839"/>
            <a:ext cx="2468424" cy="3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cxnSp>
        <p:nvCxnSpPr>
          <p:cNvPr id="440" name="Google Shape;440;p114"/>
          <p:cNvCxnSpPr/>
          <p:nvPr/>
        </p:nvCxnSpPr>
        <p:spPr>
          <a:xfrm>
            <a:off x="7230090" y="2303251"/>
            <a:ext cx="2469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pink" type="titleOnly">
  <p:cSld name="TITLE_ONLY">
    <p:bg>
      <p:bgPr>
        <a:solidFill>
          <a:schemeClr val="dk2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5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115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purple">
  <p:cSld name="Title Only purple">
    <p:bg>
      <p:bgPr>
        <a:solidFill>
          <a:schemeClr val="accent2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6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116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Half pink">
  <p:cSld name="Two Content Half pink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Message grey">
  <p:cSld name="Key Message grey">
    <p:bg>
      <p:bgPr>
        <a:solidFill>
          <a:schemeClr val="lt2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118" descr="Shap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18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118"/>
          <p:cNvSpPr txBox="1">
            <a:spLocks noGrp="1"/>
          </p:cNvSpPr>
          <p:nvPr>
            <p:ph type="body" idx="1"/>
          </p:nvPr>
        </p:nvSpPr>
        <p:spPr>
          <a:xfrm>
            <a:off x="1939925" y="3429000"/>
            <a:ext cx="3066790" cy="19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2" name="Google Shape;452;p118"/>
          <p:cNvSpPr txBox="1">
            <a:spLocks noGrp="1"/>
          </p:cNvSpPr>
          <p:nvPr>
            <p:ph type="ctrTitle"/>
          </p:nvPr>
        </p:nvSpPr>
        <p:spPr>
          <a:xfrm>
            <a:off x="479425" y="671513"/>
            <a:ext cx="5846424" cy="235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Times New Roman"/>
              <a:buNone/>
              <a:defRPr sz="48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118"/>
          <p:cNvSpPr>
            <a:spLocks noGrp="1"/>
          </p:cNvSpPr>
          <p:nvPr>
            <p:ph type="pic" idx="2"/>
          </p:nvPr>
        </p:nvSpPr>
        <p:spPr>
          <a:xfrm>
            <a:off x="488134" y="3437709"/>
            <a:ext cx="968785" cy="9687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End slide purple">
  <p:cSld name="1_End slide purple">
    <p:bg>
      <p:bgPr>
        <a:solidFill>
          <a:schemeClr val="accent2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0"/>
          <p:cNvSpPr txBox="1">
            <a:spLocks noGrp="1"/>
          </p:cNvSpPr>
          <p:nvPr>
            <p:ph type="ctrTitle"/>
          </p:nvPr>
        </p:nvSpPr>
        <p:spPr>
          <a:xfrm>
            <a:off x="992187" y="4633060"/>
            <a:ext cx="679608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6" name="Google Shape;456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5200" y="664254"/>
            <a:ext cx="1080195" cy="341383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70"/>
          <p:cNvSpPr txBox="1">
            <a:spLocks noGrp="1"/>
          </p:cNvSpPr>
          <p:nvPr>
            <p:ph type="body" idx="1"/>
          </p:nvPr>
        </p:nvSpPr>
        <p:spPr>
          <a:xfrm>
            <a:off x="992187" y="5741822"/>
            <a:ext cx="6796088" cy="27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 b="0"/>
            </a:lvl3pPr>
            <a:lvl4pPr marL="1828800" lvl="3" indent="-228600" algn="l">
              <a:lnSpc>
                <a:spcPct val="106666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4pPr>
            <a:lvl5pPr marL="2286000" lvl="4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5pPr>
            <a:lvl6pPr marL="2743200" lvl="5" indent="-22860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pic>
        <p:nvPicPr>
          <p:cNvPr id="458" name="Google Shape;45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5482" y="664254"/>
            <a:ext cx="3995224" cy="1368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purple">
  <p:cSld name="End slide purple">
    <p:bg>
      <p:bgPr>
        <a:solidFill>
          <a:schemeClr val="dk2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19"/>
          <p:cNvSpPr txBox="1">
            <a:spLocks noGrp="1"/>
          </p:cNvSpPr>
          <p:nvPr>
            <p:ph type="ctrTitle"/>
          </p:nvPr>
        </p:nvSpPr>
        <p:spPr>
          <a:xfrm>
            <a:off x="992187" y="1596079"/>
            <a:ext cx="6796088" cy="139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sz="5400" b="1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19"/>
          <p:cNvSpPr txBox="1">
            <a:spLocks noGrp="1"/>
          </p:cNvSpPr>
          <p:nvPr>
            <p:ph type="body" idx="1"/>
          </p:nvPr>
        </p:nvSpPr>
        <p:spPr>
          <a:xfrm>
            <a:off x="965200" y="4887966"/>
            <a:ext cx="2521919" cy="27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119"/>
          <p:cNvSpPr txBox="1">
            <a:spLocks noGrp="1"/>
          </p:cNvSpPr>
          <p:nvPr>
            <p:ph type="body" idx="2"/>
          </p:nvPr>
        </p:nvSpPr>
        <p:spPr>
          <a:xfrm>
            <a:off x="965200" y="5252146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4" name="Google Shape;464;p119"/>
          <p:cNvSpPr txBox="1">
            <a:spLocks noGrp="1"/>
          </p:cNvSpPr>
          <p:nvPr>
            <p:ph type="body" idx="3"/>
          </p:nvPr>
        </p:nvSpPr>
        <p:spPr>
          <a:xfrm>
            <a:off x="965200" y="5464390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119"/>
          <p:cNvSpPr txBox="1">
            <a:spLocks noGrp="1"/>
          </p:cNvSpPr>
          <p:nvPr>
            <p:ph type="body" idx="4"/>
          </p:nvPr>
        </p:nvSpPr>
        <p:spPr>
          <a:xfrm>
            <a:off x="965200" y="5676634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6" name="Google Shape;466;p119"/>
          <p:cNvSpPr txBox="1">
            <a:spLocks noGrp="1"/>
          </p:cNvSpPr>
          <p:nvPr>
            <p:ph type="body" idx="5"/>
          </p:nvPr>
        </p:nvSpPr>
        <p:spPr>
          <a:xfrm>
            <a:off x="965200" y="5888878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119"/>
          <p:cNvSpPr txBox="1">
            <a:spLocks noGrp="1"/>
          </p:cNvSpPr>
          <p:nvPr>
            <p:ph type="body" idx="6"/>
          </p:nvPr>
        </p:nvSpPr>
        <p:spPr>
          <a:xfrm>
            <a:off x="992187" y="3447821"/>
            <a:ext cx="6796088" cy="27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 b="0"/>
            </a:lvl3pPr>
            <a:lvl4pPr marL="1828800" lvl="3" indent="-228600" algn="l">
              <a:lnSpc>
                <a:spcPct val="106666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4pPr>
            <a:lvl5pPr marL="2286000" lvl="4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5pPr>
            <a:lvl6pPr marL="2743200" lvl="5" indent="-22860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8" name="Google Shape;468;p119"/>
          <p:cNvSpPr txBox="1">
            <a:spLocks noGrp="1"/>
          </p:cNvSpPr>
          <p:nvPr>
            <p:ph type="body" idx="7"/>
          </p:nvPr>
        </p:nvSpPr>
        <p:spPr>
          <a:xfrm>
            <a:off x="8496578" y="1604585"/>
            <a:ext cx="2922588" cy="27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 b="0"/>
            </a:lvl3pPr>
            <a:lvl4pPr marL="1828800" lvl="3" indent="-228600" algn="l">
              <a:lnSpc>
                <a:spcPct val="106666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4pPr>
            <a:lvl5pPr marL="2286000" lvl="4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5pPr>
            <a:lvl6pPr marL="2743200" lvl="5" indent="-22860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9" name="Google Shape;469;p119"/>
          <p:cNvSpPr>
            <a:spLocks noGrp="1"/>
          </p:cNvSpPr>
          <p:nvPr>
            <p:ph type="pic" idx="8"/>
          </p:nvPr>
        </p:nvSpPr>
        <p:spPr>
          <a:xfrm>
            <a:off x="965200" y="3975165"/>
            <a:ext cx="804228" cy="8042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70" name="Google Shape;470;p119"/>
          <p:cNvSpPr txBox="1">
            <a:spLocks noGrp="1"/>
          </p:cNvSpPr>
          <p:nvPr>
            <p:ph type="body" idx="9"/>
          </p:nvPr>
        </p:nvSpPr>
        <p:spPr>
          <a:xfrm>
            <a:off x="3886200" y="4899455"/>
            <a:ext cx="2521919" cy="27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119"/>
          <p:cNvSpPr>
            <a:spLocks noGrp="1"/>
          </p:cNvSpPr>
          <p:nvPr>
            <p:ph type="pic" idx="13"/>
          </p:nvPr>
        </p:nvSpPr>
        <p:spPr>
          <a:xfrm>
            <a:off x="3886200" y="3986654"/>
            <a:ext cx="804228" cy="8042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72" name="Google Shape;472;p119"/>
          <p:cNvSpPr txBox="1">
            <a:spLocks noGrp="1"/>
          </p:cNvSpPr>
          <p:nvPr>
            <p:ph type="body" idx="14"/>
          </p:nvPr>
        </p:nvSpPr>
        <p:spPr>
          <a:xfrm>
            <a:off x="6835088" y="4887966"/>
            <a:ext cx="2521919" cy="27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119"/>
          <p:cNvSpPr>
            <a:spLocks noGrp="1"/>
          </p:cNvSpPr>
          <p:nvPr>
            <p:ph type="pic" idx="15"/>
          </p:nvPr>
        </p:nvSpPr>
        <p:spPr>
          <a:xfrm>
            <a:off x="6835088" y="3975165"/>
            <a:ext cx="804228" cy="8042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74" name="Google Shape;474;p119"/>
          <p:cNvSpPr txBox="1">
            <a:spLocks noGrp="1"/>
          </p:cNvSpPr>
          <p:nvPr>
            <p:ph type="body" idx="16"/>
          </p:nvPr>
        </p:nvSpPr>
        <p:spPr>
          <a:xfrm>
            <a:off x="3892378" y="5252146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5" name="Google Shape;475;p119"/>
          <p:cNvSpPr txBox="1">
            <a:spLocks noGrp="1"/>
          </p:cNvSpPr>
          <p:nvPr>
            <p:ph type="body" idx="17"/>
          </p:nvPr>
        </p:nvSpPr>
        <p:spPr>
          <a:xfrm>
            <a:off x="3892378" y="5464390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119"/>
          <p:cNvSpPr txBox="1">
            <a:spLocks noGrp="1"/>
          </p:cNvSpPr>
          <p:nvPr>
            <p:ph type="body" idx="18"/>
          </p:nvPr>
        </p:nvSpPr>
        <p:spPr>
          <a:xfrm>
            <a:off x="3892378" y="5676634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7" name="Google Shape;477;p119"/>
          <p:cNvSpPr txBox="1">
            <a:spLocks noGrp="1"/>
          </p:cNvSpPr>
          <p:nvPr>
            <p:ph type="body" idx="19"/>
          </p:nvPr>
        </p:nvSpPr>
        <p:spPr>
          <a:xfrm>
            <a:off x="3892378" y="5888878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119"/>
          <p:cNvSpPr txBox="1">
            <a:spLocks noGrp="1"/>
          </p:cNvSpPr>
          <p:nvPr>
            <p:ph type="body" idx="20"/>
          </p:nvPr>
        </p:nvSpPr>
        <p:spPr>
          <a:xfrm>
            <a:off x="6819556" y="5252146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119"/>
          <p:cNvSpPr txBox="1">
            <a:spLocks noGrp="1"/>
          </p:cNvSpPr>
          <p:nvPr>
            <p:ph type="body" idx="21"/>
          </p:nvPr>
        </p:nvSpPr>
        <p:spPr>
          <a:xfrm>
            <a:off x="6819556" y="5464390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119"/>
          <p:cNvSpPr txBox="1">
            <a:spLocks noGrp="1"/>
          </p:cNvSpPr>
          <p:nvPr>
            <p:ph type="body" idx="22"/>
          </p:nvPr>
        </p:nvSpPr>
        <p:spPr>
          <a:xfrm>
            <a:off x="6819556" y="5676634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1" name="Google Shape;481;p119"/>
          <p:cNvSpPr txBox="1">
            <a:spLocks noGrp="1"/>
          </p:cNvSpPr>
          <p:nvPr>
            <p:ph type="body" idx="23"/>
          </p:nvPr>
        </p:nvSpPr>
        <p:spPr>
          <a:xfrm>
            <a:off x="6819556" y="5888878"/>
            <a:ext cx="2521919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End slide purple">
  <p:cSld name="2_End slide purple">
    <p:bg>
      <p:bgPr>
        <a:solidFill>
          <a:schemeClr val="lt2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20"/>
          <p:cNvSpPr txBox="1">
            <a:spLocks noGrp="1"/>
          </p:cNvSpPr>
          <p:nvPr>
            <p:ph type="ctrTitle"/>
          </p:nvPr>
        </p:nvSpPr>
        <p:spPr>
          <a:xfrm>
            <a:off x="992187" y="1596079"/>
            <a:ext cx="6796088" cy="139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4" name="Google Shape;484;p1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5200" y="687772"/>
            <a:ext cx="1080195" cy="341383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20"/>
          <p:cNvSpPr txBox="1">
            <a:spLocks noGrp="1"/>
          </p:cNvSpPr>
          <p:nvPr>
            <p:ph type="body" idx="1"/>
          </p:nvPr>
        </p:nvSpPr>
        <p:spPr>
          <a:xfrm>
            <a:off x="8521262" y="1604585"/>
            <a:ext cx="3011214" cy="27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 i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 b="0"/>
            </a:lvl3pPr>
            <a:lvl4pPr marL="1828800" lvl="3" indent="-228600" algn="l">
              <a:lnSpc>
                <a:spcPct val="106666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4pPr>
            <a:lvl5pPr marL="2286000" lvl="4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5pPr>
            <a:lvl6pPr marL="2743200" lvl="5" indent="-22860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6" name="Google Shape;486;p120"/>
          <p:cNvSpPr txBox="1">
            <a:spLocks noGrp="1"/>
          </p:cNvSpPr>
          <p:nvPr>
            <p:ph type="body" idx="2"/>
          </p:nvPr>
        </p:nvSpPr>
        <p:spPr>
          <a:xfrm>
            <a:off x="965200" y="4887966"/>
            <a:ext cx="2653654" cy="27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120"/>
          <p:cNvSpPr txBox="1">
            <a:spLocks noGrp="1"/>
          </p:cNvSpPr>
          <p:nvPr>
            <p:ph type="body" idx="3"/>
          </p:nvPr>
        </p:nvSpPr>
        <p:spPr>
          <a:xfrm>
            <a:off x="965200" y="5252146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120"/>
          <p:cNvSpPr txBox="1">
            <a:spLocks noGrp="1"/>
          </p:cNvSpPr>
          <p:nvPr>
            <p:ph type="body" idx="4"/>
          </p:nvPr>
        </p:nvSpPr>
        <p:spPr>
          <a:xfrm>
            <a:off x="965200" y="5464390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120"/>
          <p:cNvSpPr txBox="1">
            <a:spLocks noGrp="1"/>
          </p:cNvSpPr>
          <p:nvPr>
            <p:ph type="body" idx="5"/>
          </p:nvPr>
        </p:nvSpPr>
        <p:spPr>
          <a:xfrm>
            <a:off x="965200" y="5676634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120"/>
          <p:cNvSpPr txBox="1">
            <a:spLocks noGrp="1"/>
          </p:cNvSpPr>
          <p:nvPr>
            <p:ph type="body" idx="6"/>
          </p:nvPr>
        </p:nvSpPr>
        <p:spPr>
          <a:xfrm>
            <a:off x="965200" y="5888878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 b="0">
                <a:solidFill>
                  <a:srgbClr val="7F7F7F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120"/>
          <p:cNvSpPr txBox="1">
            <a:spLocks noGrp="1"/>
          </p:cNvSpPr>
          <p:nvPr>
            <p:ph type="body" idx="7"/>
          </p:nvPr>
        </p:nvSpPr>
        <p:spPr>
          <a:xfrm>
            <a:off x="992187" y="3447821"/>
            <a:ext cx="6796088" cy="27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0" i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 b="0"/>
            </a:lvl3pPr>
            <a:lvl4pPr marL="1828800" lvl="3" indent="-228600" algn="l">
              <a:lnSpc>
                <a:spcPct val="106666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4pPr>
            <a:lvl5pPr marL="2286000" lvl="4" indent="-228600" algn="l">
              <a:lnSpc>
                <a:spcPct val="106666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5pPr>
            <a:lvl6pPr marL="2743200" lvl="5" indent="-22860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2" name="Google Shape;492;p120"/>
          <p:cNvSpPr>
            <a:spLocks noGrp="1"/>
          </p:cNvSpPr>
          <p:nvPr>
            <p:ph type="pic" idx="8"/>
          </p:nvPr>
        </p:nvSpPr>
        <p:spPr>
          <a:xfrm>
            <a:off x="965200" y="3975165"/>
            <a:ext cx="804228" cy="8042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93" name="Google Shape;493;p120"/>
          <p:cNvSpPr txBox="1">
            <a:spLocks noGrp="1"/>
          </p:cNvSpPr>
          <p:nvPr>
            <p:ph type="body" idx="9"/>
          </p:nvPr>
        </p:nvSpPr>
        <p:spPr>
          <a:xfrm>
            <a:off x="3886200" y="4899455"/>
            <a:ext cx="2653654" cy="27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120"/>
          <p:cNvSpPr>
            <a:spLocks noGrp="1"/>
          </p:cNvSpPr>
          <p:nvPr>
            <p:ph type="pic" idx="13"/>
          </p:nvPr>
        </p:nvSpPr>
        <p:spPr>
          <a:xfrm>
            <a:off x="3886200" y="3986654"/>
            <a:ext cx="804228" cy="8042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95" name="Google Shape;495;p120"/>
          <p:cNvSpPr txBox="1">
            <a:spLocks noGrp="1"/>
          </p:cNvSpPr>
          <p:nvPr>
            <p:ph type="body" idx="14"/>
          </p:nvPr>
        </p:nvSpPr>
        <p:spPr>
          <a:xfrm>
            <a:off x="7311682" y="4887966"/>
            <a:ext cx="2653654" cy="27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120"/>
          <p:cNvSpPr>
            <a:spLocks noGrp="1"/>
          </p:cNvSpPr>
          <p:nvPr>
            <p:ph type="pic" idx="15"/>
          </p:nvPr>
        </p:nvSpPr>
        <p:spPr>
          <a:xfrm>
            <a:off x="7311682" y="3975165"/>
            <a:ext cx="804228" cy="8042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97" name="Google Shape;497;p120"/>
          <p:cNvSpPr txBox="1">
            <a:spLocks noGrp="1"/>
          </p:cNvSpPr>
          <p:nvPr>
            <p:ph type="body" idx="16"/>
          </p:nvPr>
        </p:nvSpPr>
        <p:spPr>
          <a:xfrm>
            <a:off x="3892378" y="5252146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120"/>
          <p:cNvSpPr txBox="1">
            <a:spLocks noGrp="1"/>
          </p:cNvSpPr>
          <p:nvPr>
            <p:ph type="body" idx="17"/>
          </p:nvPr>
        </p:nvSpPr>
        <p:spPr>
          <a:xfrm>
            <a:off x="3892378" y="5464390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9" name="Google Shape;499;p120"/>
          <p:cNvSpPr txBox="1">
            <a:spLocks noGrp="1"/>
          </p:cNvSpPr>
          <p:nvPr>
            <p:ph type="body" idx="18"/>
          </p:nvPr>
        </p:nvSpPr>
        <p:spPr>
          <a:xfrm>
            <a:off x="3892378" y="5676634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0" name="Google Shape;500;p120"/>
          <p:cNvSpPr txBox="1">
            <a:spLocks noGrp="1"/>
          </p:cNvSpPr>
          <p:nvPr>
            <p:ph type="body" idx="19"/>
          </p:nvPr>
        </p:nvSpPr>
        <p:spPr>
          <a:xfrm>
            <a:off x="3892378" y="5888878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 b="0">
                <a:solidFill>
                  <a:srgbClr val="7F7F7F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1" name="Google Shape;501;p120"/>
          <p:cNvSpPr txBox="1">
            <a:spLocks noGrp="1"/>
          </p:cNvSpPr>
          <p:nvPr>
            <p:ph type="body" idx="20"/>
          </p:nvPr>
        </p:nvSpPr>
        <p:spPr>
          <a:xfrm>
            <a:off x="7296150" y="5252146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20"/>
          <p:cNvSpPr txBox="1">
            <a:spLocks noGrp="1"/>
          </p:cNvSpPr>
          <p:nvPr>
            <p:ph type="body" idx="21"/>
          </p:nvPr>
        </p:nvSpPr>
        <p:spPr>
          <a:xfrm>
            <a:off x="7296150" y="5464390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 b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3" name="Google Shape;503;p120"/>
          <p:cNvSpPr txBox="1">
            <a:spLocks noGrp="1"/>
          </p:cNvSpPr>
          <p:nvPr>
            <p:ph type="body" idx="22"/>
          </p:nvPr>
        </p:nvSpPr>
        <p:spPr>
          <a:xfrm>
            <a:off x="7296150" y="5676634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20"/>
          <p:cNvSpPr txBox="1">
            <a:spLocks noGrp="1"/>
          </p:cNvSpPr>
          <p:nvPr>
            <p:ph type="body" idx="23"/>
          </p:nvPr>
        </p:nvSpPr>
        <p:spPr>
          <a:xfrm>
            <a:off x="7296150" y="5888878"/>
            <a:ext cx="2653654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 b="0">
                <a:solidFill>
                  <a:srgbClr val="7F7F7F"/>
                </a:solidFill>
              </a:defRPr>
            </a:lvl1pPr>
            <a:lvl2pPr marL="914400" lvl="1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2pPr>
            <a:lvl3pPr marL="1371600" lvl="2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marL="1828800" lvl="3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1"/>
                </a:solidFill>
              </a:defRPr>
            </a:lvl4pPr>
            <a:lvl5pPr marL="2286000" lvl="4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marL="2743200" lvl="5" indent="-22860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">
  <p:cSld name="End slide">
    <p:bg>
      <p:bgPr>
        <a:solidFill>
          <a:schemeClr val="dk2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o-Title and Content">
  <p:cSld name="Mono-Title and Content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22"/>
          <p:cNvSpPr/>
          <p:nvPr/>
        </p:nvSpPr>
        <p:spPr>
          <a:xfrm>
            <a:off x="0" y="6262689"/>
            <a:ext cx="12192000" cy="5953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p122"/>
          <p:cNvGrpSpPr/>
          <p:nvPr/>
        </p:nvGrpSpPr>
        <p:grpSpPr>
          <a:xfrm>
            <a:off x="495300" y="6405563"/>
            <a:ext cx="269875" cy="269875"/>
            <a:chOff x="697706" y="6286499"/>
            <a:chExt cx="356347" cy="356347"/>
          </a:xfrm>
        </p:grpSpPr>
        <p:sp>
          <p:nvSpPr>
            <p:cNvPr id="509" name="Google Shape;509;p122"/>
            <p:cNvSpPr/>
            <p:nvPr/>
          </p:nvSpPr>
          <p:spPr>
            <a:xfrm>
              <a:off x="697706" y="6286499"/>
              <a:ext cx="356347" cy="356347"/>
            </a:xfrm>
            <a:custGeom>
              <a:avLst/>
              <a:gdLst/>
              <a:ahLst/>
              <a:cxnLst/>
              <a:rect l="l" t="t" r="r" b="b"/>
              <a:pathLst>
                <a:path w="356347" h="356347" extrusionOk="0">
                  <a:moveTo>
                    <a:pt x="356347" y="178174"/>
                  </a:moveTo>
                  <a:cubicBezTo>
                    <a:pt x="356347" y="276573"/>
                    <a:pt x="276573" y="356347"/>
                    <a:pt x="178174" y="356347"/>
                  </a:cubicBezTo>
                  <a:cubicBezTo>
                    <a:pt x="79774" y="356347"/>
                    <a:pt x="0" y="276573"/>
                    <a:pt x="0" y="178174"/>
                  </a:cubicBezTo>
                  <a:cubicBezTo>
                    <a:pt x="0" y="79774"/>
                    <a:pt x="79774" y="0"/>
                    <a:pt x="178174" y="0"/>
                  </a:cubicBezTo>
                  <a:cubicBezTo>
                    <a:pt x="276573" y="0"/>
                    <a:pt x="356347" y="79774"/>
                    <a:pt x="356347" y="178174"/>
                  </a:cubicBezTo>
                </a:path>
              </a:pathLst>
            </a:custGeom>
            <a:solidFill>
              <a:srgbClr val="DC199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22"/>
            <p:cNvSpPr/>
            <p:nvPr/>
          </p:nvSpPr>
          <p:spPr>
            <a:xfrm>
              <a:off x="802341" y="6346971"/>
              <a:ext cx="156852" cy="221511"/>
            </a:xfrm>
            <a:custGeom>
              <a:avLst/>
              <a:gdLst/>
              <a:ahLst/>
              <a:cxnLst/>
              <a:rect l="l" t="t" r="r" b="b"/>
              <a:pathLst>
                <a:path w="156852" h="221511" extrusionOk="0">
                  <a:moveTo>
                    <a:pt x="101701" y="69096"/>
                  </a:moveTo>
                  <a:cubicBezTo>
                    <a:pt x="82880" y="69096"/>
                    <a:pt x="65301" y="79067"/>
                    <a:pt x="55145" y="90453"/>
                  </a:cubicBezTo>
                  <a:lnTo>
                    <a:pt x="55145" y="0"/>
                  </a:lnTo>
                  <a:lnTo>
                    <a:pt x="0" y="15056"/>
                  </a:lnTo>
                  <a:lnTo>
                    <a:pt x="0" y="20876"/>
                  </a:lnTo>
                  <a:lnTo>
                    <a:pt x="16630" y="29470"/>
                  </a:lnTo>
                  <a:lnTo>
                    <a:pt x="16630" y="202114"/>
                  </a:lnTo>
                  <a:cubicBezTo>
                    <a:pt x="32422" y="215133"/>
                    <a:pt x="56255" y="221511"/>
                    <a:pt x="80641" y="221511"/>
                  </a:cubicBezTo>
                  <a:cubicBezTo>
                    <a:pt x="123320" y="221511"/>
                    <a:pt x="156852" y="190753"/>
                    <a:pt x="156852" y="136433"/>
                  </a:cubicBezTo>
                  <a:cubicBezTo>
                    <a:pt x="156852" y="93755"/>
                    <a:pt x="135513" y="69096"/>
                    <a:pt x="101707" y="69096"/>
                  </a:cubicBezTo>
                  <a:moveTo>
                    <a:pt x="80368" y="211254"/>
                  </a:moveTo>
                  <a:cubicBezTo>
                    <a:pt x="63465" y="211254"/>
                    <a:pt x="55151" y="200445"/>
                    <a:pt x="55151" y="179385"/>
                  </a:cubicBezTo>
                  <a:lnTo>
                    <a:pt x="55151" y="102070"/>
                  </a:lnTo>
                  <a:cubicBezTo>
                    <a:pt x="61523" y="96249"/>
                    <a:pt x="70390" y="92371"/>
                    <a:pt x="79537" y="92371"/>
                  </a:cubicBezTo>
                  <a:cubicBezTo>
                    <a:pt x="105586" y="92371"/>
                    <a:pt x="118058" y="115920"/>
                    <a:pt x="118058" y="150010"/>
                  </a:cubicBezTo>
                  <a:cubicBezTo>
                    <a:pt x="118058" y="184101"/>
                    <a:pt x="103923" y="211254"/>
                    <a:pt x="80368" y="2112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122"/>
          <p:cNvSpPr txBox="1">
            <a:spLocks noGrp="1"/>
          </p:cNvSpPr>
          <p:nvPr>
            <p:ph type="title"/>
          </p:nvPr>
        </p:nvSpPr>
        <p:spPr>
          <a:xfrm>
            <a:off x="495300" y="671987"/>
            <a:ext cx="10988676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122"/>
          <p:cNvSpPr txBox="1">
            <a:spLocks noGrp="1"/>
          </p:cNvSpPr>
          <p:nvPr>
            <p:ph type="body" idx="1"/>
          </p:nvPr>
        </p:nvSpPr>
        <p:spPr>
          <a:xfrm>
            <a:off x="495300" y="1627200"/>
            <a:ext cx="9728200" cy="43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888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88888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3" name="Google Shape;513;p122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o-Two Content Half">
  <p:cSld name="Mono-Two Content Half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3"/>
          <p:cNvSpPr/>
          <p:nvPr/>
        </p:nvSpPr>
        <p:spPr>
          <a:xfrm>
            <a:off x="0" y="6262689"/>
            <a:ext cx="12192000" cy="5953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3"/>
          <p:cNvSpPr txBox="1">
            <a:spLocks noGrp="1"/>
          </p:cNvSpPr>
          <p:nvPr>
            <p:ph type="title"/>
          </p:nvPr>
        </p:nvSpPr>
        <p:spPr>
          <a:xfrm>
            <a:off x="495300" y="671987"/>
            <a:ext cx="493200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123"/>
          <p:cNvSpPr txBox="1">
            <a:spLocks noGrp="1"/>
          </p:cNvSpPr>
          <p:nvPr>
            <p:ph type="body" idx="1"/>
          </p:nvPr>
        </p:nvSpPr>
        <p:spPr>
          <a:xfrm>
            <a:off x="495301" y="1627200"/>
            <a:ext cx="4932000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8" name="Google Shape;518;p123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19" name="Google Shape;519;p123"/>
          <p:cNvGrpSpPr/>
          <p:nvPr/>
        </p:nvGrpSpPr>
        <p:grpSpPr>
          <a:xfrm>
            <a:off x="495300" y="6405563"/>
            <a:ext cx="269875" cy="269875"/>
            <a:chOff x="697706" y="6286499"/>
            <a:chExt cx="356347" cy="356347"/>
          </a:xfrm>
        </p:grpSpPr>
        <p:sp>
          <p:nvSpPr>
            <p:cNvPr id="520" name="Google Shape;520;p123"/>
            <p:cNvSpPr/>
            <p:nvPr/>
          </p:nvSpPr>
          <p:spPr>
            <a:xfrm>
              <a:off x="697706" y="6286499"/>
              <a:ext cx="356347" cy="356347"/>
            </a:xfrm>
            <a:custGeom>
              <a:avLst/>
              <a:gdLst/>
              <a:ahLst/>
              <a:cxnLst/>
              <a:rect l="l" t="t" r="r" b="b"/>
              <a:pathLst>
                <a:path w="356347" h="356347" extrusionOk="0">
                  <a:moveTo>
                    <a:pt x="356347" y="178174"/>
                  </a:moveTo>
                  <a:cubicBezTo>
                    <a:pt x="356347" y="276573"/>
                    <a:pt x="276573" y="356347"/>
                    <a:pt x="178174" y="356347"/>
                  </a:cubicBezTo>
                  <a:cubicBezTo>
                    <a:pt x="79774" y="356347"/>
                    <a:pt x="0" y="276573"/>
                    <a:pt x="0" y="178174"/>
                  </a:cubicBezTo>
                  <a:cubicBezTo>
                    <a:pt x="0" y="79774"/>
                    <a:pt x="79774" y="0"/>
                    <a:pt x="178174" y="0"/>
                  </a:cubicBezTo>
                  <a:cubicBezTo>
                    <a:pt x="276573" y="0"/>
                    <a:pt x="356347" y="79774"/>
                    <a:pt x="356347" y="178174"/>
                  </a:cubicBezTo>
                </a:path>
              </a:pathLst>
            </a:custGeom>
            <a:solidFill>
              <a:srgbClr val="DC199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23"/>
            <p:cNvSpPr/>
            <p:nvPr/>
          </p:nvSpPr>
          <p:spPr>
            <a:xfrm>
              <a:off x="802341" y="6346971"/>
              <a:ext cx="156852" cy="221511"/>
            </a:xfrm>
            <a:custGeom>
              <a:avLst/>
              <a:gdLst/>
              <a:ahLst/>
              <a:cxnLst/>
              <a:rect l="l" t="t" r="r" b="b"/>
              <a:pathLst>
                <a:path w="156852" h="221511" extrusionOk="0">
                  <a:moveTo>
                    <a:pt x="101701" y="69096"/>
                  </a:moveTo>
                  <a:cubicBezTo>
                    <a:pt x="82880" y="69096"/>
                    <a:pt x="65301" y="79067"/>
                    <a:pt x="55145" y="90453"/>
                  </a:cubicBezTo>
                  <a:lnTo>
                    <a:pt x="55145" y="0"/>
                  </a:lnTo>
                  <a:lnTo>
                    <a:pt x="0" y="15056"/>
                  </a:lnTo>
                  <a:lnTo>
                    <a:pt x="0" y="20876"/>
                  </a:lnTo>
                  <a:lnTo>
                    <a:pt x="16630" y="29470"/>
                  </a:lnTo>
                  <a:lnTo>
                    <a:pt x="16630" y="202114"/>
                  </a:lnTo>
                  <a:cubicBezTo>
                    <a:pt x="32422" y="215133"/>
                    <a:pt x="56255" y="221511"/>
                    <a:pt x="80641" y="221511"/>
                  </a:cubicBezTo>
                  <a:cubicBezTo>
                    <a:pt x="123320" y="221511"/>
                    <a:pt x="156852" y="190753"/>
                    <a:pt x="156852" y="136433"/>
                  </a:cubicBezTo>
                  <a:cubicBezTo>
                    <a:pt x="156852" y="93755"/>
                    <a:pt x="135513" y="69096"/>
                    <a:pt x="101707" y="69096"/>
                  </a:cubicBezTo>
                  <a:moveTo>
                    <a:pt x="80368" y="211254"/>
                  </a:moveTo>
                  <a:cubicBezTo>
                    <a:pt x="63465" y="211254"/>
                    <a:pt x="55151" y="200445"/>
                    <a:pt x="55151" y="179385"/>
                  </a:cubicBezTo>
                  <a:lnTo>
                    <a:pt x="55151" y="102070"/>
                  </a:lnTo>
                  <a:cubicBezTo>
                    <a:pt x="61523" y="96249"/>
                    <a:pt x="70390" y="92371"/>
                    <a:pt x="79537" y="92371"/>
                  </a:cubicBezTo>
                  <a:cubicBezTo>
                    <a:pt x="105586" y="92371"/>
                    <a:pt x="118058" y="115920"/>
                    <a:pt x="118058" y="150010"/>
                  </a:cubicBezTo>
                  <a:cubicBezTo>
                    <a:pt x="118058" y="184101"/>
                    <a:pt x="103923" y="211254"/>
                    <a:pt x="80368" y="2112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o-Two Content">
  <p:cSld name="Mono-Two Content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24"/>
          <p:cNvSpPr/>
          <p:nvPr/>
        </p:nvSpPr>
        <p:spPr>
          <a:xfrm>
            <a:off x="0" y="6262689"/>
            <a:ext cx="12192000" cy="5953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4"/>
          <p:cNvSpPr txBox="1">
            <a:spLocks noGrp="1"/>
          </p:cNvSpPr>
          <p:nvPr>
            <p:ph type="title"/>
          </p:nvPr>
        </p:nvSpPr>
        <p:spPr>
          <a:xfrm>
            <a:off x="495300" y="671987"/>
            <a:ext cx="10988676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124"/>
          <p:cNvSpPr txBox="1">
            <a:spLocks noGrp="1"/>
          </p:cNvSpPr>
          <p:nvPr>
            <p:ph type="body" idx="1"/>
          </p:nvPr>
        </p:nvSpPr>
        <p:spPr>
          <a:xfrm>
            <a:off x="495300" y="1627200"/>
            <a:ext cx="5309395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6" name="Google Shape;526;p124"/>
          <p:cNvSpPr txBox="1">
            <a:spLocks noGrp="1"/>
          </p:cNvSpPr>
          <p:nvPr>
            <p:ph type="body" idx="2"/>
          </p:nvPr>
        </p:nvSpPr>
        <p:spPr>
          <a:xfrm>
            <a:off x="6174899" y="1627200"/>
            <a:ext cx="5309077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7" name="Google Shape;527;p124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8" name="Google Shape;528;p124"/>
          <p:cNvGrpSpPr/>
          <p:nvPr/>
        </p:nvGrpSpPr>
        <p:grpSpPr>
          <a:xfrm>
            <a:off x="495300" y="6405563"/>
            <a:ext cx="269875" cy="269875"/>
            <a:chOff x="697706" y="6286499"/>
            <a:chExt cx="356347" cy="356347"/>
          </a:xfrm>
        </p:grpSpPr>
        <p:sp>
          <p:nvSpPr>
            <p:cNvPr id="529" name="Google Shape;529;p124"/>
            <p:cNvSpPr/>
            <p:nvPr/>
          </p:nvSpPr>
          <p:spPr>
            <a:xfrm>
              <a:off x="697706" y="6286499"/>
              <a:ext cx="356347" cy="356347"/>
            </a:xfrm>
            <a:custGeom>
              <a:avLst/>
              <a:gdLst/>
              <a:ahLst/>
              <a:cxnLst/>
              <a:rect l="l" t="t" r="r" b="b"/>
              <a:pathLst>
                <a:path w="356347" h="356347" extrusionOk="0">
                  <a:moveTo>
                    <a:pt x="356347" y="178174"/>
                  </a:moveTo>
                  <a:cubicBezTo>
                    <a:pt x="356347" y="276573"/>
                    <a:pt x="276573" y="356347"/>
                    <a:pt x="178174" y="356347"/>
                  </a:cubicBezTo>
                  <a:cubicBezTo>
                    <a:pt x="79774" y="356347"/>
                    <a:pt x="0" y="276573"/>
                    <a:pt x="0" y="178174"/>
                  </a:cubicBezTo>
                  <a:cubicBezTo>
                    <a:pt x="0" y="79774"/>
                    <a:pt x="79774" y="0"/>
                    <a:pt x="178174" y="0"/>
                  </a:cubicBezTo>
                  <a:cubicBezTo>
                    <a:pt x="276573" y="0"/>
                    <a:pt x="356347" y="79774"/>
                    <a:pt x="356347" y="178174"/>
                  </a:cubicBezTo>
                </a:path>
              </a:pathLst>
            </a:custGeom>
            <a:solidFill>
              <a:srgbClr val="DC199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24"/>
            <p:cNvSpPr/>
            <p:nvPr/>
          </p:nvSpPr>
          <p:spPr>
            <a:xfrm>
              <a:off x="802341" y="6346971"/>
              <a:ext cx="156852" cy="221511"/>
            </a:xfrm>
            <a:custGeom>
              <a:avLst/>
              <a:gdLst/>
              <a:ahLst/>
              <a:cxnLst/>
              <a:rect l="l" t="t" r="r" b="b"/>
              <a:pathLst>
                <a:path w="156852" h="221511" extrusionOk="0">
                  <a:moveTo>
                    <a:pt x="101701" y="69096"/>
                  </a:moveTo>
                  <a:cubicBezTo>
                    <a:pt x="82880" y="69096"/>
                    <a:pt x="65301" y="79067"/>
                    <a:pt x="55145" y="90453"/>
                  </a:cubicBezTo>
                  <a:lnTo>
                    <a:pt x="55145" y="0"/>
                  </a:lnTo>
                  <a:lnTo>
                    <a:pt x="0" y="15056"/>
                  </a:lnTo>
                  <a:lnTo>
                    <a:pt x="0" y="20876"/>
                  </a:lnTo>
                  <a:lnTo>
                    <a:pt x="16630" y="29470"/>
                  </a:lnTo>
                  <a:lnTo>
                    <a:pt x="16630" y="202114"/>
                  </a:lnTo>
                  <a:cubicBezTo>
                    <a:pt x="32422" y="215133"/>
                    <a:pt x="56255" y="221511"/>
                    <a:pt x="80641" y="221511"/>
                  </a:cubicBezTo>
                  <a:cubicBezTo>
                    <a:pt x="123320" y="221511"/>
                    <a:pt x="156852" y="190753"/>
                    <a:pt x="156852" y="136433"/>
                  </a:cubicBezTo>
                  <a:cubicBezTo>
                    <a:pt x="156852" y="93755"/>
                    <a:pt x="135513" y="69096"/>
                    <a:pt x="101707" y="69096"/>
                  </a:cubicBezTo>
                  <a:moveTo>
                    <a:pt x="80368" y="211254"/>
                  </a:moveTo>
                  <a:cubicBezTo>
                    <a:pt x="63465" y="211254"/>
                    <a:pt x="55151" y="200445"/>
                    <a:pt x="55151" y="179385"/>
                  </a:cubicBezTo>
                  <a:lnTo>
                    <a:pt x="55151" y="102070"/>
                  </a:lnTo>
                  <a:cubicBezTo>
                    <a:pt x="61523" y="96249"/>
                    <a:pt x="70390" y="92371"/>
                    <a:pt x="79537" y="92371"/>
                  </a:cubicBezTo>
                  <a:cubicBezTo>
                    <a:pt x="105586" y="92371"/>
                    <a:pt x="118058" y="115920"/>
                    <a:pt x="118058" y="150010"/>
                  </a:cubicBezTo>
                  <a:cubicBezTo>
                    <a:pt x="118058" y="184101"/>
                    <a:pt x="103923" y="211254"/>
                    <a:pt x="80368" y="2112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o-Two Content Image">
  <p:cSld name="Mono-Two Content Image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25"/>
          <p:cNvSpPr/>
          <p:nvPr/>
        </p:nvSpPr>
        <p:spPr>
          <a:xfrm>
            <a:off x="0" y="6262689"/>
            <a:ext cx="12192000" cy="5953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125"/>
          <p:cNvSpPr txBox="1">
            <a:spLocks noGrp="1"/>
          </p:cNvSpPr>
          <p:nvPr>
            <p:ph type="title"/>
          </p:nvPr>
        </p:nvSpPr>
        <p:spPr>
          <a:xfrm>
            <a:off x="495300" y="671987"/>
            <a:ext cx="493200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125"/>
          <p:cNvSpPr txBox="1">
            <a:spLocks noGrp="1"/>
          </p:cNvSpPr>
          <p:nvPr>
            <p:ph type="body" idx="1"/>
          </p:nvPr>
        </p:nvSpPr>
        <p:spPr>
          <a:xfrm>
            <a:off x="495301" y="1627200"/>
            <a:ext cx="4932000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6" name="Google Shape;536;p125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37" name="Google Shape;537;p125"/>
          <p:cNvGrpSpPr/>
          <p:nvPr/>
        </p:nvGrpSpPr>
        <p:grpSpPr>
          <a:xfrm>
            <a:off x="495300" y="6405563"/>
            <a:ext cx="269875" cy="269875"/>
            <a:chOff x="697706" y="6286499"/>
            <a:chExt cx="356347" cy="356347"/>
          </a:xfrm>
        </p:grpSpPr>
        <p:sp>
          <p:nvSpPr>
            <p:cNvPr id="538" name="Google Shape;538;p125"/>
            <p:cNvSpPr/>
            <p:nvPr/>
          </p:nvSpPr>
          <p:spPr>
            <a:xfrm>
              <a:off x="697706" y="6286499"/>
              <a:ext cx="356347" cy="356347"/>
            </a:xfrm>
            <a:custGeom>
              <a:avLst/>
              <a:gdLst/>
              <a:ahLst/>
              <a:cxnLst/>
              <a:rect l="l" t="t" r="r" b="b"/>
              <a:pathLst>
                <a:path w="356347" h="356347" extrusionOk="0">
                  <a:moveTo>
                    <a:pt x="356347" y="178174"/>
                  </a:moveTo>
                  <a:cubicBezTo>
                    <a:pt x="356347" y="276573"/>
                    <a:pt x="276573" y="356347"/>
                    <a:pt x="178174" y="356347"/>
                  </a:cubicBezTo>
                  <a:cubicBezTo>
                    <a:pt x="79774" y="356347"/>
                    <a:pt x="0" y="276573"/>
                    <a:pt x="0" y="178174"/>
                  </a:cubicBezTo>
                  <a:cubicBezTo>
                    <a:pt x="0" y="79774"/>
                    <a:pt x="79774" y="0"/>
                    <a:pt x="178174" y="0"/>
                  </a:cubicBezTo>
                  <a:cubicBezTo>
                    <a:pt x="276573" y="0"/>
                    <a:pt x="356347" y="79774"/>
                    <a:pt x="356347" y="178174"/>
                  </a:cubicBezTo>
                </a:path>
              </a:pathLst>
            </a:custGeom>
            <a:solidFill>
              <a:srgbClr val="DC199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25"/>
            <p:cNvSpPr/>
            <p:nvPr/>
          </p:nvSpPr>
          <p:spPr>
            <a:xfrm>
              <a:off x="802341" y="6346971"/>
              <a:ext cx="156852" cy="221511"/>
            </a:xfrm>
            <a:custGeom>
              <a:avLst/>
              <a:gdLst/>
              <a:ahLst/>
              <a:cxnLst/>
              <a:rect l="l" t="t" r="r" b="b"/>
              <a:pathLst>
                <a:path w="156852" h="221511" extrusionOk="0">
                  <a:moveTo>
                    <a:pt x="101701" y="69096"/>
                  </a:moveTo>
                  <a:cubicBezTo>
                    <a:pt x="82880" y="69096"/>
                    <a:pt x="65301" y="79067"/>
                    <a:pt x="55145" y="90453"/>
                  </a:cubicBezTo>
                  <a:lnTo>
                    <a:pt x="55145" y="0"/>
                  </a:lnTo>
                  <a:lnTo>
                    <a:pt x="0" y="15056"/>
                  </a:lnTo>
                  <a:lnTo>
                    <a:pt x="0" y="20876"/>
                  </a:lnTo>
                  <a:lnTo>
                    <a:pt x="16630" y="29470"/>
                  </a:lnTo>
                  <a:lnTo>
                    <a:pt x="16630" y="202114"/>
                  </a:lnTo>
                  <a:cubicBezTo>
                    <a:pt x="32422" y="215133"/>
                    <a:pt x="56255" y="221511"/>
                    <a:pt x="80641" y="221511"/>
                  </a:cubicBezTo>
                  <a:cubicBezTo>
                    <a:pt x="123320" y="221511"/>
                    <a:pt x="156852" y="190753"/>
                    <a:pt x="156852" y="136433"/>
                  </a:cubicBezTo>
                  <a:cubicBezTo>
                    <a:pt x="156852" y="93755"/>
                    <a:pt x="135513" y="69096"/>
                    <a:pt x="101707" y="69096"/>
                  </a:cubicBezTo>
                  <a:moveTo>
                    <a:pt x="80368" y="211254"/>
                  </a:moveTo>
                  <a:cubicBezTo>
                    <a:pt x="63465" y="211254"/>
                    <a:pt x="55151" y="200445"/>
                    <a:pt x="55151" y="179385"/>
                  </a:cubicBezTo>
                  <a:lnTo>
                    <a:pt x="55151" y="102070"/>
                  </a:lnTo>
                  <a:cubicBezTo>
                    <a:pt x="61523" y="96249"/>
                    <a:pt x="70390" y="92371"/>
                    <a:pt x="79537" y="92371"/>
                  </a:cubicBezTo>
                  <a:cubicBezTo>
                    <a:pt x="105586" y="92371"/>
                    <a:pt x="118058" y="115920"/>
                    <a:pt x="118058" y="150010"/>
                  </a:cubicBezTo>
                  <a:cubicBezTo>
                    <a:pt x="118058" y="184101"/>
                    <a:pt x="103923" y="211254"/>
                    <a:pt x="80368" y="2112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o-Two Content Half pink">
  <p:cSld name="Mono-Two Content Half pink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6"/>
          <p:cNvSpPr/>
          <p:nvPr/>
        </p:nvSpPr>
        <p:spPr>
          <a:xfrm>
            <a:off x="0" y="6262689"/>
            <a:ext cx="12192000" cy="5953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2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26"/>
          <p:cNvSpPr txBox="1">
            <a:spLocks noGrp="1"/>
          </p:cNvSpPr>
          <p:nvPr>
            <p:ph type="title"/>
          </p:nvPr>
        </p:nvSpPr>
        <p:spPr>
          <a:xfrm>
            <a:off x="495300" y="671987"/>
            <a:ext cx="493200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26"/>
          <p:cNvSpPr txBox="1">
            <a:spLocks noGrp="1"/>
          </p:cNvSpPr>
          <p:nvPr>
            <p:ph type="body" idx="1"/>
          </p:nvPr>
        </p:nvSpPr>
        <p:spPr>
          <a:xfrm>
            <a:off x="495301" y="1627200"/>
            <a:ext cx="4932000" cy="4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5pPr>
            <a:lvl6pPr marL="2743200" lvl="5" indent="-304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5" name="Google Shape;545;p126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46" name="Google Shape;546;p126"/>
          <p:cNvGrpSpPr/>
          <p:nvPr/>
        </p:nvGrpSpPr>
        <p:grpSpPr>
          <a:xfrm>
            <a:off x="495300" y="6405563"/>
            <a:ext cx="269875" cy="269875"/>
            <a:chOff x="697706" y="6286499"/>
            <a:chExt cx="356347" cy="356347"/>
          </a:xfrm>
        </p:grpSpPr>
        <p:sp>
          <p:nvSpPr>
            <p:cNvPr id="547" name="Google Shape;547;p126"/>
            <p:cNvSpPr/>
            <p:nvPr/>
          </p:nvSpPr>
          <p:spPr>
            <a:xfrm>
              <a:off x="697706" y="6286499"/>
              <a:ext cx="356347" cy="356347"/>
            </a:xfrm>
            <a:custGeom>
              <a:avLst/>
              <a:gdLst/>
              <a:ahLst/>
              <a:cxnLst/>
              <a:rect l="l" t="t" r="r" b="b"/>
              <a:pathLst>
                <a:path w="356347" h="356347" extrusionOk="0">
                  <a:moveTo>
                    <a:pt x="356347" y="178174"/>
                  </a:moveTo>
                  <a:cubicBezTo>
                    <a:pt x="356347" y="276573"/>
                    <a:pt x="276573" y="356347"/>
                    <a:pt x="178174" y="356347"/>
                  </a:cubicBezTo>
                  <a:cubicBezTo>
                    <a:pt x="79774" y="356347"/>
                    <a:pt x="0" y="276573"/>
                    <a:pt x="0" y="178174"/>
                  </a:cubicBezTo>
                  <a:cubicBezTo>
                    <a:pt x="0" y="79774"/>
                    <a:pt x="79774" y="0"/>
                    <a:pt x="178174" y="0"/>
                  </a:cubicBezTo>
                  <a:cubicBezTo>
                    <a:pt x="276573" y="0"/>
                    <a:pt x="356347" y="79774"/>
                    <a:pt x="356347" y="178174"/>
                  </a:cubicBezTo>
                </a:path>
              </a:pathLst>
            </a:custGeom>
            <a:solidFill>
              <a:srgbClr val="DC199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26"/>
            <p:cNvSpPr/>
            <p:nvPr/>
          </p:nvSpPr>
          <p:spPr>
            <a:xfrm>
              <a:off x="802341" y="6346971"/>
              <a:ext cx="156852" cy="221511"/>
            </a:xfrm>
            <a:custGeom>
              <a:avLst/>
              <a:gdLst/>
              <a:ahLst/>
              <a:cxnLst/>
              <a:rect l="l" t="t" r="r" b="b"/>
              <a:pathLst>
                <a:path w="156852" h="221511" extrusionOk="0">
                  <a:moveTo>
                    <a:pt x="101701" y="69096"/>
                  </a:moveTo>
                  <a:cubicBezTo>
                    <a:pt x="82880" y="69096"/>
                    <a:pt x="65301" y="79067"/>
                    <a:pt x="55145" y="90453"/>
                  </a:cubicBezTo>
                  <a:lnTo>
                    <a:pt x="55145" y="0"/>
                  </a:lnTo>
                  <a:lnTo>
                    <a:pt x="0" y="15056"/>
                  </a:lnTo>
                  <a:lnTo>
                    <a:pt x="0" y="20876"/>
                  </a:lnTo>
                  <a:lnTo>
                    <a:pt x="16630" y="29470"/>
                  </a:lnTo>
                  <a:lnTo>
                    <a:pt x="16630" y="202114"/>
                  </a:lnTo>
                  <a:cubicBezTo>
                    <a:pt x="32422" y="215133"/>
                    <a:pt x="56255" y="221511"/>
                    <a:pt x="80641" y="221511"/>
                  </a:cubicBezTo>
                  <a:cubicBezTo>
                    <a:pt x="123320" y="221511"/>
                    <a:pt x="156852" y="190753"/>
                    <a:pt x="156852" y="136433"/>
                  </a:cubicBezTo>
                  <a:cubicBezTo>
                    <a:pt x="156852" y="93755"/>
                    <a:pt x="135513" y="69096"/>
                    <a:pt x="101707" y="69096"/>
                  </a:cubicBezTo>
                  <a:moveTo>
                    <a:pt x="80368" y="211254"/>
                  </a:moveTo>
                  <a:cubicBezTo>
                    <a:pt x="63465" y="211254"/>
                    <a:pt x="55151" y="200445"/>
                    <a:pt x="55151" y="179385"/>
                  </a:cubicBezTo>
                  <a:lnTo>
                    <a:pt x="55151" y="102070"/>
                  </a:lnTo>
                  <a:cubicBezTo>
                    <a:pt x="61523" y="96249"/>
                    <a:pt x="70390" y="92371"/>
                    <a:pt x="79537" y="92371"/>
                  </a:cubicBezTo>
                  <a:cubicBezTo>
                    <a:pt x="105586" y="92371"/>
                    <a:pt x="118058" y="115920"/>
                    <a:pt x="118058" y="150010"/>
                  </a:cubicBezTo>
                  <a:cubicBezTo>
                    <a:pt x="118058" y="184101"/>
                    <a:pt x="103923" y="211254"/>
                    <a:pt x="80368" y="2112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>
            <a:spLocks noGrp="1"/>
          </p:cNvSpPr>
          <p:nvPr>
            <p:ph type="title"/>
          </p:nvPr>
        </p:nvSpPr>
        <p:spPr>
          <a:xfrm>
            <a:off x="479425" y="671987"/>
            <a:ext cx="110045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61"/>
          <p:cNvSpPr txBox="1">
            <a:spLocks noGrp="1"/>
          </p:cNvSpPr>
          <p:nvPr>
            <p:ph type="body" idx="1"/>
          </p:nvPr>
        </p:nvSpPr>
        <p:spPr>
          <a:xfrm>
            <a:off x="480119" y="1627200"/>
            <a:ext cx="9743381" cy="43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5275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Inter"/>
              <a:buChar char="–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61"/>
          <p:cNvSpPr txBox="1">
            <a:spLocks noGrp="1"/>
          </p:cNvSpPr>
          <p:nvPr>
            <p:ph type="sldNum" idx="12"/>
          </p:nvPr>
        </p:nvSpPr>
        <p:spPr>
          <a:xfrm>
            <a:off x="11291094" y="6400808"/>
            <a:ext cx="405606" cy="2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283E3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283E3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p61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54025" y="6356100"/>
            <a:ext cx="862264" cy="2725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02">
          <p15:clr>
            <a:srgbClr val="F26B43"/>
          </p15:clr>
        </p15:guide>
        <p15:guide id="3" pos="1222">
          <p15:clr>
            <a:srgbClr val="F26B43"/>
          </p15:clr>
        </p15:guide>
        <p15:guide id="4" pos="1527">
          <p15:clr>
            <a:srgbClr val="F26B43"/>
          </p15:clr>
        </p15:guide>
        <p15:guide id="5" pos="2448">
          <p15:clr>
            <a:srgbClr val="F26B43"/>
          </p15:clr>
        </p15:guide>
        <p15:guide id="6" pos="2758">
          <p15:clr>
            <a:srgbClr val="F26B43"/>
          </p15:clr>
        </p15:guide>
        <p15:guide id="7" pos="4906">
          <p15:clr>
            <a:srgbClr val="F26B43"/>
          </p15:clr>
        </p15:guide>
        <p15:guide id="8" pos="5214">
          <p15:clr>
            <a:srgbClr val="F26B43"/>
          </p15:clr>
        </p15:guide>
        <p15:guide id="9" pos="6131">
          <p15:clr>
            <a:srgbClr val="F26B43"/>
          </p15:clr>
        </p15:guide>
        <p15:guide id="10" pos="6440">
          <p15:clr>
            <a:srgbClr val="F26B43"/>
          </p15:clr>
        </p15:guide>
        <p15:guide id="11" pos="7368">
          <p15:clr>
            <a:srgbClr val="F26B43"/>
          </p15:clr>
        </p15:guide>
        <p15:guide id="12" orient="horz" pos="1023">
          <p15:clr>
            <a:srgbClr val="F26B43"/>
          </p15:clr>
        </p15:guide>
        <p15:guide id="13" orient="horz" pos="423">
          <p15:clr>
            <a:srgbClr val="F26B43"/>
          </p15:clr>
        </p15:guide>
        <p15:guide id="14" orient="horz" pos="3792">
          <p15:clr>
            <a:srgbClr val="F26B43"/>
          </p15:clr>
        </p15:guide>
        <p15:guide id="15" orient="horz" pos="4170">
          <p15:clr>
            <a:srgbClr val="F26B43"/>
          </p15:clr>
        </p15:guide>
        <p15:guide id="1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484899-9606-C5B3-F34A-D3A5E1C79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2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7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TextBox 857">
            <a:extLst>
              <a:ext uri="{FF2B5EF4-FFF2-40B4-BE49-F238E27FC236}">
                <a16:creationId xmlns:a16="http://schemas.microsoft.com/office/drawing/2014/main" id="{153EAD49-6D34-FDE3-62E1-07527C938D2C}"/>
              </a:ext>
            </a:extLst>
          </p:cNvPr>
          <p:cNvSpPr txBox="1">
            <a:spLocks/>
          </p:cNvSpPr>
          <p:nvPr/>
        </p:nvSpPr>
        <p:spPr>
          <a:xfrm>
            <a:off x="8063838" y="580758"/>
            <a:ext cx="4070795" cy="28466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Cross-Programme Delivery Support</a:t>
            </a:r>
          </a:p>
        </p:txBody>
      </p:sp>
      <p:sp>
        <p:nvSpPr>
          <p:cNvPr id="906" name="Callout: Left-Right Arrow 905">
            <a:extLst>
              <a:ext uri="{FF2B5EF4-FFF2-40B4-BE49-F238E27FC236}">
                <a16:creationId xmlns:a16="http://schemas.microsoft.com/office/drawing/2014/main" id="{5ECBF880-0EE1-A68A-05CE-582466C6582B}"/>
              </a:ext>
            </a:extLst>
          </p:cNvPr>
          <p:cNvSpPr/>
          <p:nvPr/>
        </p:nvSpPr>
        <p:spPr>
          <a:xfrm>
            <a:off x="7736207" y="580757"/>
            <a:ext cx="301282" cy="5983853"/>
          </a:xfrm>
          <a:prstGeom prst="leftRightArrowCallout">
            <a:avLst>
              <a:gd name="adj1" fmla="val 45204"/>
              <a:gd name="adj2" fmla="val 37279"/>
              <a:gd name="adj3" fmla="val 19338"/>
              <a:gd name="adj4" fmla="val 312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C6F378-1A6C-FF71-CECF-4D4A410E94A4}"/>
              </a:ext>
            </a:extLst>
          </p:cNvPr>
          <p:cNvSpPr txBox="1"/>
          <p:nvPr/>
        </p:nvSpPr>
        <p:spPr>
          <a:xfrm>
            <a:off x="57366" y="23665"/>
            <a:ext cx="7948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/>
              <a:t>GPAS &amp; BILLING – DRAFT STRUCTURE v0.2</a:t>
            </a:r>
          </a:p>
        </p:txBody>
      </p:sp>
      <p:sp>
        <p:nvSpPr>
          <p:cNvPr id="17" name="Google Shape;919;g22f1b912626_0_165">
            <a:extLst>
              <a:ext uri="{FF2B5EF4-FFF2-40B4-BE49-F238E27FC236}">
                <a16:creationId xmlns:a16="http://schemas.microsoft.com/office/drawing/2014/main" id="{43893CC7-D216-9009-1C37-9882C0322D32}"/>
              </a:ext>
            </a:extLst>
          </p:cNvPr>
          <p:cNvSpPr/>
          <p:nvPr/>
        </p:nvSpPr>
        <p:spPr>
          <a:xfrm>
            <a:off x="121996" y="1159849"/>
            <a:ext cx="3484141" cy="32706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 b="1">
                <a:solidFill>
                  <a:schemeClr val="lt1"/>
                </a:solidFill>
              </a:rPr>
              <a:t>Modernisation Steering Group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 b="1">
                <a:solidFill>
                  <a:schemeClr val="lt1"/>
                </a:solidFill>
              </a:rPr>
              <a:t>See previous Slide)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898" name="Google Shape;919;g22f1b912626_0_165">
            <a:extLst>
              <a:ext uri="{FF2B5EF4-FFF2-40B4-BE49-F238E27FC236}">
                <a16:creationId xmlns:a16="http://schemas.microsoft.com/office/drawing/2014/main" id="{BBDE39A9-7C6B-DA94-2373-53CFDA796FDC}"/>
              </a:ext>
            </a:extLst>
          </p:cNvPr>
          <p:cNvSpPr/>
          <p:nvPr/>
        </p:nvSpPr>
        <p:spPr>
          <a:xfrm>
            <a:off x="121996" y="580757"/>
            <a:ext cx="3484141" cy="32706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 b="1">
                <a:solidFill>
                  <a:schemeClr val="lt1"/>
                </a:solidFill>
              </a:rPr>
              <a:t>Risk Board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 b="1">
                <a:solidFill>
                  <a:schemeClr val="lt1"/>
                </a:solidFill>
              </a:rPr>
              <a:t>(see previous slide)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847" name="Google Shape;919;g22f1b912626_0_165">
            <a:extLst>
              <a:ext uri="{FF2B5EF4-FFF2-40B4-BE49-F238E27FC236}">
                <a16:creationId xmlns:a16="http://schemas.microsoft.com/office/drawing/2014/main" id="{69D726B5-FB2C-A9C8-3F49-CA5C75E57B7F}"/>
              </a:ext>
            </a:extLst>
          </p:cNvPr>
          <p:cNvSpPr/>
          <p:nvPr/>
        </p:nvSpPr>
        <p:spPr>
          <a:xfrm>
            <a:off x="11281644" y="949518"/>
            <a:ext cx="837749" cy="342942"/>
          </a:xfrm>
          <a:prstGeom prst="rect">
            <a:avLst/>
          </a:prstGeom>
          <a:solidFill>
            <a:srgbClr val="0098C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Peter Dixon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(Prod </a:t>
            </a:r>
            <a:r>
              <a:rPr lang="en-US" sz="700" err="1">
                <a:solidFill>
                  <a:schemeClr val="lt1"/>
                </a:solidFill>
              </a:rPr>
              <a:t>Rationalisation</a:t>
            </a:r>
            <a:r>
              <a:rPr lang="en-US" sz="70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848" name="Google Shape;919;g22f1b912626_0_165">
            <a:extLst>
              <a:ext uri="{FF2B5EF4-FFF2-40B4-BE49-F238E27FC236}">
                <a16:creationId xmlns:a16="http://schemas.microsoft.com/office/drawing/2014/main" id="{FA3317EC-6662-982F-52D6-35200739FE88}"/>
              </a:ext>
            </a:extLst>
          </p:cNvPr>
          <p:cNvSpPr/>
          <p:nvPr/>
        </p:nvSpPr>
        <p:spPr>
          <a:xfrm>
            <a:off x="11281644" y="1328037"/>
            <a:ext cx="837749" cy="342942"/>
          </a:xfrm>
          <a:prstGeom prst="rect">
            <a:avLst/>
          </a:prstGeom>
          <a:solidFill>
            <a:srgbClr val="0098C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Kelly </a:t>
            </a:r>
            <a:r>
              <a:rPr lang="en-US" sz="700" err="1">
                <a:solidFill>
                  <a:schemeClr val="lt1"/>
                </a:solidFill>
              </a:rPr>
              <a:t>Reisling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(Prod </a:t>
            </a:r>
            <a:r>
              <a:rPr lang="en-US" sz="700" err="1">
                <a:solidFill>
                  <a:schemeClr val="lt1"/>
                </a:solidFill>
              </a:rPr>
              <a:t>Rationalisation</a:t>
            </a:r>
            <a:r>
              <a:rPr lang="en-US" sz="70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965" name="Google Shape;919;g22f1b912626_0_165">
            <a:extLst>
              <a:ext uri="{FF2B5EF4-FFF2-40B4-BE49-F238E27FC236}">
                <a16:creationId xmlns:a16="http://schemas.microsoft.com/office/drawing/2014/main" id="{D9331184-8C5F-DD0D-3369-B4DB3F1BD6B5}"/>
              </a:ext>
            </a:extLst>
          </p:cNvPr>
          <p:cNvSpPr/>
          <p:nvPr/>
        </p:nvSpPr>
        <p:spPr>
          <a:xfrm>
            <a:off x="8707937" y="1698057"/>
            <a:ext cx="839081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(Prod </a:t>
            </a:r>
            <a:r>
              <a:rPr lang="en-US" sz="700" err="1">
                <a:solidFill>
                  <a:schemeClr val="lt1"/>
                </a:solidFill>
              </a:rPr>
              <a:t>Rationalis’n</a:t>
            </a:r>
            <a:r>
              <a:rPr lang="en-US" sz="700">
                <a:solidFill>
                  <a:schemeClr val="lt1"/>
                </a:solidFill>
              </a:rPr>
              <a:t> BA)</a:t>
            </a:r>
          </a:p>
        </p:txBody>
      </p:sp>
      <p:sp>
        <p:nvSpPr>
          <p:cNvPr id="970" name="Google Shape;919;g22f1b912626_0_165">
            <a:extLst>
              <a:ext uri="{FF2B5EF4-FFF2-40B4-BE49-F238E27FC236}">
                <a16:creationId xmlns:a16="http://schemas.microsoft.com/office/drawing/2014/main" id="{5D2EA68F-AEBE-87F7-06EB-38564CA73499}"/>
              </a:ext>
            </a:extLst>
          </p:cNvPr>
          <p:cNvSpPr/>
          <p:nvPr/>
        </p:nvSpPr>
        <p:spPr>
          <a:xfrm>
            <a:off x="10421559" y="1698718"/>
            <a:ext cx="839081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(Prod </a:t>
            </a:r>
            <a:r>
              <a:rPr lang="en-US" sz="700" err="1">
                <a:solidFill>
                  <a:schemeClr val="lt1"/>
                </a:solidFill>
              </a:rPr>
              <a:t>Rationalis’n</a:t>
            </a:r>
            <a:r>
              <a:rPr lang="en-US" sz="700">
                <a:solidFill>
                  <a:schemeClr val="lt1"/>
                </a:solidFill>
              </a:rPr>
              <a:t> BA)</a:t>
            </a:r>
          </a:p>
        </p:txBody>
      </p:sp>
      <p:sp>
        <p:nvSpPr>
          <p:cNvPr id="972" name="Google Shape;919;g22f1b912626_0_165">
            <a:extLst>
              <a:ext uri="{FF2B5EF4-FFF2-40B4-BE49-F238E27FC236}">
                <a16:creationId xmlns:a16="http://schemas.microsoft.com/office/drawing/2014/main" id="{FE0C3134-6B72-76C1-BF22-DED6DF45F8D2}"/>
              </a:ext>
            </a:extLst>
          </p:cNvPr>
          <p:cNvSpPr/>
          <p:nvPr/>
        </p:nvSpPr>
        <p:spPr>
          <a:xfrm>
            <a:off x="9559772" y="955233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Devin Wells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(Policy SME)</a:t>
            </a:r>
          </a:p>
        </p:txBody>
      </p:sp>
      <p:sp>
        <p:nvSpPr>
          <p:cNvPr id="973" name="Google Shape;919;g22f1b912626_0_165">
            <a:extLst>
              <a:ext uri="{FF2B5EF4-FFF2-40B4-BE49-F238E27FC236}">
                <a16:creationId xmlns:a16="http://schemas.microsoft.com/office/drawing/2014/main" id="{F7CEC0CA-B69C-3BB7-90A0-F05ECEDCF584}"/>
              </a:ext>
            </a:extLst>
          </p:cNvPr>
          <p:cNvSpPr/>
          <p:nvPr/>
        </p:nvSpPr>
        <p:spPr>
          <a:xfrm>
            <a:off x="10421759" y="947320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Matt Reynolds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(Bus. Architecture)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75" name="Google Shape;919;g22f1b912626_0_165">
            <a:extLst>
              <a:ext uri="{FF2B5EF4-FFF2-40B4-BE49-F238E27FC236}">
                <a16:creationId xmlns:a16="http://schemas.microsoft.com/office/drawing/2014/main" id="{B0468486-6315-E671-4EF6-E85F9B1CD035}"/>
              </a:ext>
            </a:extLst>
          </p:cNvPr>
          <p:cNvSpPr/>
          <p:nvPr/>
        </p:nvSpPr>
        <p:spPr>
          <a:xfrm>
            <a:off x="9559772" y="1327149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Steve Flood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(Claims SME)</a:t>
            </a:r>
          </a:p>
        </p:txBody>
      </p:sp>
      <p:sp>
        <p:nvSpPr>
          <p:cNvPr id="976" name="Google Shape;919;g22f1b912626_0_165">
            <a:extLst>
              <a:ext uri="{FF2B5EF4-FFF2-40B4-BE49-F238E27FC236}">
                <a16:creationId xmlns:a16="http://schemas.microsoft.com/office/drawing/2014/main" id="{5999DA9F-481C-8EAE-D75E-9E688C6E47DE}"/>
              </a:ext>
            </a:extLst>
          </p:cNvPr>
          <p:cNvSpPr/>
          <p:nvPr/>
        </p:nvSpPr>
        <p:spPr>
          <a:xfrm>
            <a:off x="10421240" y="1327149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Troy Baillargeon (Prod </a:t>
            </a:r>
            <a:r>
              <a:rPr lang="en-US" sz="700" err="1">
                <a:solidFill>
                  <a:schemeClr val="lt1"/>
                </a:solidFill>
              </a:rPr>
              <a:t>Rationalisation</a:t>
            </a:r>
            <a:r>
              <a:rPr lang="en-US" sz="70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979" name="Google Shape;919;g22f1b912626_0_165">
            <a:extLst>
              <a:ext uri="{FF2B5EF4-FFF2-40B4-BE49-F238E27FC236}">
                <a16:creationId xmlns:a16="http://schemas.microsoft.com/office/drawing/2014/main" id="{D887EA1F-429F-AFAA-815E-EFDEB462CC43}"/>
              </a:ext>
            </a:extLst>
          </p:cNvPr>
          <p:cNvSpPr/>
          <p:nvPr/>
        </p:nvSpPr>
        <p:spPr>
          <a:xfrm>
            <a:off x="8707937" y="955233"/>
            <a:ext cx="839081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Jeff </a:t>
            </a:r>
            <a:r>
              <a:rPr lang="en-US" sz="700" err="1">
                <a:solidFill>
                  <a:schemeClr val="lt1"/>
                </a:solidFill>
              </a:rPr>
              <a:t>Colandrea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(Platform Owner)</a:t>
            </a:r>
          </a:p>
        </p:txBody>
      </p:sp>
      <p:sp>
        <p:nvSpPr>
          <p:cNvPr id="980" name="Google Shape;919;g22f1b912626_0_165">
            <a:extLst>
              <a:ext uri="{FF2B5EF4-FFF2-40B4-BE49-F238E27FC236}">
                <a16:creationId xmlns:a16="http://schemas.microsoft.com/office/drawing/2014/main" id="{F1983821-1565-D360-0EF6-37F0FC6DBAFF}"/>
              </a:ext>
            </a:extLst>
          </p:cNvPr>
          <p:cNvSpPr/>
          <p:nvPr/>
        </p:nvSpPr>
        <p:spPr>
          <a:xfrm>
            <a:off x="8710678" y="1327149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Abby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Vredenburg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(Bus Proc PO)</a:t>
            </a:r>
          </a:p>
        </p:txBody>
      </p:sp>
      <p:sp>
        <p:nvSpPr>
          <p:cNvPr id="981" name="Google Shape;919;g22f1b912626_0_165">
            <a:extLst>
              <a:ext uri="{FF2B5EF4-FFF2-40B4-BE49-F238E27FC236}">
                <a16:creationId xmlns:a16="http://schemas.microsoft.com/office/drawing/2014/main" id="{5AA1EDAB-A07F-A9E7-B3D1-2E4CB6B34087}"/>
              </a:ext>
            </a:extLst>
          </p:cNvPr>
          <p:cNvSpPr/>
          <p:nvPr/>
        </p:nvSpPr>
        <p:spPr>
          <a:xfrm>
            <a:off x="9563411" y="1695996"/>
            <a:ext cx="833599" cy="345003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(Data Team Reps)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860" name="TextBox 859">
            <a:extLst>
              <a:ext uri="{FF2B5EF4-FFF2-40B4-BE49-F238E27FC236}">
                <a16:creationId xmlns:a16="http://schemas.microsoft.com/office/drawing/2014/main" id="{9CA3F5B2-22B0-37FD-393D-B7D571A1D4F9}"/>
              </a:ext>
            </a:extLst>
          </p:cNvPr>
          <p:cNvSpPr txBox="1">
            <a:spLocks/>
          </p:cNvSpPr>
          <p:nvPr/>
        </p:nvSpPr>
        <p:spPr>
          <a:xfrm>
            <a:off x="8063839" y="949333"/>
            <a:ext cx="625130" cy="109291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1" kern="0">
                <a:solidFill>
                  <a:prstClr val="white"/>
                </a:solidFill>
                <a:latin typeface="Arial"/>
                <a:cs typeface="Arial"/>
              </a:rPr>
              <a:t>Product </a:t>
            </a:r>
            <a:r>
              <a:rPr lang="en-GB" sz="800" b="1" kern="0" err="1">
                <a:solidFill>
                  <a:prstClr val="white"/>
                </a:solidFill>
                <a:latin typeface="Arial"/>
                <a:cs typeface="Arial"/>
              </a:rPr>
              <a:t>Rationalis-ation</a:t>
            </a:r>
            <a:endParaRPr lang="en-GB" sz="800" b="1" kern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952" name="Google Shape;919;g22f1b912626_0_165">
            <a:extLst>
              <a:ext uri="{FF2B5EF4-FFF2-40B4-BE49-F238E27FC236}">
                <a16:creationId xmlns:a16="http://schemas.microsoft.com/office/drawing/2014/main" id="{F856E8DF-CDC7-D532-B846-5A766AA568D8}"/>
              </a:ext>
            </a:extLst>
          </p:cNvPr>
          <p:cNvSpPr/>
          <p:nvPr/>
        </p:nvSpPr>
        <p:spPr>
          <a:xfrm>
            <a:off x="10419134" y="2132384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Kerstin </a:t>
            </a:r>
            <a:r>
              <a:rPr lang="en-US" sz="700" err="1">
                <a:solidFill>
                  <a:schemeClr val="lt1"/>
                </a:solidFill>
              </a:rPr>
              <a:t>Kasdorf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(Process SME)</a:t>
            </a:r>
          </a:p>
        </p:txBody>
      </p:sp>
      <p:sp>
        <p:nvSpPr>
          <p:cNvPr id="953" name="Google Shape;919;g22f1b912626_0_165">
            <a:extLst>
              <a:ext uri="{FF2B5EF4-FFF2-40B4-BE49-F238E27FC236}">
                <a16:creationId xmlns:a16="http://schemas.microsoft.com/office/drawing/2014/main" id="{F47B2A84-67F1-D91B-8106-E98A161C9E62}"/>
              </a:ext>
            </a:extLst>
          </p:cNvPr>
          <p:cNvSpPr/>
          <p:nvPr/>
        </p:nvSpPr>
        <p:spPr>
          <a:xfrm>
            <a:off x="9564513" y="2137193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Saad </a:t>
            </a:r>
            <a:r>
              <a:rPr lang="en-US" sz="700" err="1">
                <a:solidFill>
                  <a:schemeClr val="lt1"/>
                </a:solidFill>
              </a:rPr>
              <a:t>Jassani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(Process SME)</a:t>
            </a:r>
          </a:p>
        </p:txBody>
      </p:sp>
      <p:sp>
        <p:nvSpPr>
          <p:cNvPr id="954" name="Google Shape;919;g22f1b912626_0_165">
            <a:extLst>
              <a:ext uri="{FF2B5EF4-FFF2-40B4-BE49-F238E27FC236}">
                <a16:creationId xmlns:a16="http://schemas.microsoft.com/office/drawing/2014/main" id="{86602B55-6166-406D-36FF-5C0361B14F40}"/>
              </a:ext>
            </a:extLst>
          </p:cNvPr>
          <p:cNvSpPr/>
          <p:nvPr/>
        </p:nvSpPr>
        <p:spPr>
          <a:xfrm>
            <a:off x="11281462" y="2130805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 err="1">
                <a:solidFill>
                  <a:schemeClr val="lt1"/>
                </a:solidFill>
              </a:rPr>
              <a:t>Subu</a:t>
            </a:r>
            <a:r>
              <a:rPr lang="en-US" sz="700">
                <a:solidFill>
                  <a:schemeClr val="lt1"/>
                </a:solidFill>
              </a:rPr>
              <a:t> </a:t>
            </a:r>
            <a:r>
              <a:rPr lang="en-US" sz="700" err="1">
                <a:solidFill>
                  <a:schemeClr val="lt1"/>
                </a:solidFill>
              </a:rPr>
              <a:t>Ramasundaram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(Process SME)</a:t>
            </a:r>
          </a:p>
        </p:txBody>
      </p:sp>
      <p:sp>
        <p:nvSpPr>
          <p:cNvPr id="850" name="Google Shape;919;g22f1b912626_0_165">
            <a:extLst>
              <a:ext uri="{FF2B5EF4-FFF2-40B4-BE49-F238E27FC236}">
                <a16:creationId xmlns:a16="http://schemas.microsoft.com/office/drawing/2014/main" id="{CCAC17CC-B71F-5FB9-7523-CB43945A4052}"/>
              </a:ext>
            </a:extLst>
          </p:cNvPr>
          <p:cNvSpPr/>
          <p:nvPr/>
        </p:nvSpPr>
        <p:spPr>
          <a:xfrm>
            <a:off x="8710678" y="2137522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Abby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Vredenburg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(Bus Proc PO)</a:t>
            </a: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B94BA312-F276-CBF9-50B0-88CF41B46269}"/>
              </a:ext>
            </a:extLst>
          </p:cNvPr>
          <p:cNvSpPr txBox="1">
            <a:spLocks/>
          </p:cNvSpPr>
          <p:nvPr/>
        </p:nvSpPr>
        <p:spPr>
          <a:xfrm>
            <a:off x="8063839" y="2137146"/>
            <a:ext cx="633400" cy="34775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Excellence</a:t>
            </a:r>
          </a:p>
        </p:txBody>
      </p:sp>
      <p:sp>
        <p:nvSpPr>
          <p:cNvPr id="832" name="Google Shape;919;g22f1b912626_0_165">
            <a:extLst>
              <a:ext uri="{FF2B5EF4-FFF2-40B4-BE49-F238E27FC236}">
                <a16:creationId xmlns:a16="http://schemas.microsoft.com/office/drawing/2014/main" id="{F596B990-B3EA-CE9F-405C-DEA501620E5D}"/>
              </a:ext>
            </a:extLst>
          </p:cNvPr>
          <p:cNvSpPr/>
          <p:nvPr/>
        </p:nvSpPr>
        <p:spPr>
          <a:xfrm>
            <a:off x="8712808" y="2574905"/>
            <a:ext cx="829338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Simon Fry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(Infrastructure)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833" name="Google Shape;919;g22f1b912626_0_165">
            <a:extLst>
              <a:ext uri="{FF2B5EF4-FFF2-40B4-BE49-F238E27FC236}">
                <a16:creationId xmlns:a16="http://schemas.microsoft.com/office/drawing/2014/main" id="{1491CEC2-5DBB-FC24-2DB0-99D0A4066674}"/>
              </a:ext>
            </a:extLst>
          </p:cNvPr>
          <p:cNvSpPr/>
          <p:nvPr/>
        </p:nvSpPr>
        <p:spPr>
          <a:xfrm>
            <a:off x="10418957" y="2576137"/>
            <a:ext cx="828022" cy="342942"/>
          </a:xfrm>
          <a:prstGeom prst="rect">
            <a:avLst/>
          </a:prstGeom>
          <a:solidFill>
            <a:srgbClr val="0098C7">
              <a:alpha val="5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(DevOps)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94" name="TextBox 993">
            <a:extLst>
              <a:ext uri="{FF2B5EF4-FFF2-40B4-BE49-F238E27FC236}">
                <a16:creationId xmlns:a16="http://schemas.microsoft.com/office/drawing/2014/main" id="{9387084C-FAD9-9D72-66EF-C8B242ACC6A7}"/>
              </a:ext>
            </a:extLst>
          </p:cNvPr>
          <p:cNvSpPr txBox="1">
            <a:spLocks/>
          </p:cNvSpPr>
          <p:nvPr/>
        </p:nvSpPr>
        <p:spPr>
          <a:xfrm>
            <a:off x="8063839" y="2570270"/>
            <a:ext cx="633400" cy="349766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Infra / DevOps</a:t>
            </a:r>
          </a:p>
        </p:txBody>
      </p:sp>
      <p:sp>
        <p:nvSpPr>
          <p:cNvPr id="844" name="Google Shape;919;g22f1b912626_0_165">
            <a:extLst>
              <a:ext uri="{FF2B5EF4-FFF2-40B4-BE49-F238E27FC236}">
                <a16:creationId xmlns:a16="http://schemas.microsoft.com/office/drawing/2014/main" id="{BBA4DD06-C61E-0E5B-9DCA-F08E940C2C33}"/>
              </a:ext>
            </a:extLst>
          </p:cNvPr>
          <p:cNvSpPr/>
          <p:nvPr/>
        </p:nvSpPr>
        <p:spPr>
          <a:xfrm>
            <a:off x="9562131" y="3372030"/>
            <a:ext cx="839081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Andy Ford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(Migration BA)</a:t>
            </a:r>
          </a:p>
        </p:txBody>
      </p:sp>
      <p:sp>
        <p:nvSpPr>
          <p:cNvPr id="845" name="Google Shape;919;g22f1b912626_0_165">
            <a:extLst>
              <a:ext uri="{FF2B5EF4-FFF2-40B4-BE49-F238E27FC236}">
                <a16:creationId xmlns:a16="http://schemas.microsoft.com/office/drawing/2014/main" id="{6D45F9B9-2384-8625-CF05-69C2D2848444}"/>
              </a:ext>
            </a:extLst>
          </p:cNvPr>
          <p:cNvSpPr/>
          <p:nvPr/>
        </p:nvSpPr>
        <p:spPr>
          <a:xfrm>
            <a:off x="8713466" y="3372030"/>
            <a:ext cx="828022" cy="342942"/>
          </a:xfrm>
          <a:prstGeom prst="rect">
            <a:avLst/>
          </a:prstGeom>
          <a:solidFill>
            <a:srgbClr val="DC199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Anita Param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(Migration BA)</a:t>
            </a:r>
          </a:p>
        </p:txBody>
      </p:sp>
      <p:sp>
        <p:nvSpPr>
          <p:cNvPr id="910" name="Google Shape;919;g22f1b912626_0_165">
            <a:extLst>
              <a:ext uri="{FF2B5EF4-FFF2-40B4-BE49-F238E27FC236}">
                <a16:creationId xmlns:a16="http://schemas.microsoft.com/office/drawing/2014/main" id="{1C723224-C8B1-0F08-0EA6-F5D369B505B7}"/>
              </a:ext>
            </a:extLst>
          </p:cNvPr>
          <p:cNvSpPr/>
          <p:nvPr/>
        </p:nvSpPr>
        <p:spPr>
          <a:xfrm>
            <a:off x="9562131" y="3012127"/>
            <a:ext cx="839081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Dominik </a:t>
            </a:r>
            <a:r>
              <a:rPr lang="en-US" sz="800" err="1">
                <a:solidFill>
                  <a:schemeClr val="lt1"/>
                </a:solidFill>
              </a:rPr>
              <a:t>Dyszkowski</a:t>
            </a:r>
            <a:endParaRPr lang="en-US" sz="8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(BA)</a:t>
            </a:r>
          </a:p>
        </p:txBody>
      </p:sp>
      <p:sp>
        <p:nvSpPr>
          <p:cNvPr id="913" name="Google Shape;919;g22f1b912626_0_165">
            <a:extLst>
              <a:ext uri="{FF2B5EF4-FFF2-40B4-BE49-F238E27FC236}">
                <a16:creationId xmlns:a16="http://schemas.microsoft.com/office/drawing/2014/main" id="{EDC2AAFC-D26F-33FA-BC19-BF3281989A28}"/>
              </a:ext>
            </a:extLst>
          </p:cNvPr>
          <p:cNvSpPr/>
          <p:nvPr/>
        </p:nvSpPr>
        <p:spPr>
          <a:xfrm>
            <a:off x="8713426" y="3010034"/>
            <a:ext cx="82810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Alejandro </a:t>
            </a:r>
            <a:r>
              <a:rPr lang="en-US" sz="800" err="1">
                <a:solidFill>
                  <a:schemeClr val="lt1"/>
                </a:solidFill>
              </a:rPr>
              <a:t>Gonzalvez</a:t>
            </a:r>
            <a:r>
              <a:rPr lang="en-US" sz="800">
                <a:solidFill>
                  <a:schemeClr val="lt1"/>
                </a:solidFill>
              </a:rPr>
              <a:t> Suarez (BA)</a:t>
            </a:r>
          </a:p>
        </p:txBody>
      </p:sp>
      <p:sp>
        <p:nvSpPr>
          <p:cNvPr id="916" name="Google Shape;919;g22f1b912626_0_165">
            <a:extLst>
              <a:ext uri="{FF2B5EF4-FFF2-40B4-BE49-F238E27FC236}">
                <a16:creationId xmlns:a16="http://schemas.microsoft.com/office/drawing/2014/main" id="{F02EB92B-0C01-E07A-FF37-A953AE3CC595}"/>
              </a:ext>
            </a:extLst>
          </p:cNvPr>
          <p:cNvSpPr/>
          <p:nvPr/>
        </p:nvSpPr>
        <p:spPr>
          <a:xfrm>
            <a:off x="10420568" y="3372222"/>
            <a:ext cx="833102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TBC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(Prod </a:t>
            </a:r>
            <a:r>
              <a:rPr lang="en-US" sz="800" err="1">
                <a:solidFill>
                  <a:schemeClr val="lt1"/>
                </a:solidFill>
              </a:rPr>
              <a:t>Rational</a:t>
            </a:r>
            <a:r>
              <a:rPr lang="en-US" sz="800" baseline="30000" err="1">
                <a:solidFill>
                  <a:schemeClr val="lt1"/>
                </a:solidFill>
              </a:rPr>
              <a:t>n</a:t>
            </a:r>
            <a:r>
              <a:rPr lang="en-US" sz="800">
                <a:solidFill>
                  <a:schemeClr val="lt1"/>
                </a:solidFill>
              </a:rPr>
              <a:t> BA)</a:t>
            </a:r>
          </a:p>
        </p:txBody>
      </p:sp>
      <p:sp>
        <p:nvSpPr>
          <p:cNvPr id="917" name="Google Shape;919;g22f1b912626_0_165">
            <a:extLst>
              <a:ext uri="{FF2B5EF4-FFF2-40B4-BE49-F238E27FC236}">
                <a16:creationId xmlns:a16="http://schemas.microsoft.com/office/drawing/2014/main" id="{40CF8876-B987-64A5-EA1C-25830DE9491A}"/>
              </a:ext>
            </a:extLst>
          </p:cNvPr>
          <p:cNvSpPr/>
          <p:nvPr/>
        </p:nvSpPr>
        <p:spPr>
          <a:xfrm>
            <a:off x="10421930" y="3011123"/>
            <a:ext cx="828103" cy="342942"/>
          </a:xfrm>
          <a:prstGeom prst="rect">
            <a:avLst/>
          </a:prstGeom>
          <a:solidFill>
            <a:srgbClr val="DC199B">
              <a:alpha val="5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(Process Design BA)</a:t>
            </a:r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98D15FF0-9FB4-F1FC-6CA2-A79EDCF4D215}"/>
              </a:ext>
            </a:extLst>
          </p:cNvPr>
          <p:cNvSpPr/>
          <p:nvPr/>
        </p:nvSpPr>
        <p:spPr>
          <a:xfrm>
            <a:off x="9104618" y="3113826"/>
            <a:ext cx="45719" cy="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771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49" b="0" i="0" u="none" strike="noStrike" kern="0" cap="none" spc="0" normalizeH="0" baseline="0" noProof="0">
              <a:ln>
                <a:noFill/>
              </a:ln>
              <a:solidFill>
                <a:srgbClr val="998C8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0A80D8C5-4717-BC94-2025-962A0C1B2211}"/>
              </a:ext>
            </a:extLst>
          </p:cNvPr>
          <p:cNvSpPr txBox="1">
            <a:spLocks/>
          </p:cNvSpPr>
          <p:nvPr/>
        </p:nvSpPr>
        <p:spPr>
          <a:xfrm>
            <a:off x="8063839" y="3013779"/>
            <a:ext cx="633400" cy="701194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Business Analysis</a:t>
            </a:r>
          </a:p>
        </p:txBody>
      </p:sp>
      <p:sp>
        <p:nvSpPr>
          <p:cNvPr id="950" name="Google Shape;919;g22f1b912626_0_165">
            <a:extLst>
              <a:ext uri="{FF2B5EF4-FFF2-40B4-BE49-F238E27FC236}">
                <a16:creationId xmlns:a16="http://schemas.microsoft.com/office/drawing/2014/main" id="{348E270E-2884-B0D2-C629-4DFBCED8281B}"/>
              </a:ext>
            </a:extLst>
          </p:cNvPr>
          <p:cNvSpPr/>
          <p:nvPr/>
        </p:nvSpPr>
        <p:spPr>
          <a:xfrm>
            <a:off x="8710678" y="3813855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Devin Wells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(Policy SME)</a:t>
            </a:r>
          </a:p>
        </p:txBody>
      </p:sp>
      <p:sp>
        <p:nvSpPr>
          <p:cNvPr id="951" name="Google Shape;919;g22f1b912626_0_165">
            <a:extLst>
              <a:ext uri="{FF2B5EF4-FFF2-40B4-BE49-F238E27FC236}">
                <a16:creationId xmlns:a16="http://schemas.microsoft.com/office/drawing/2014/main" id="{0315869A-6180-063A-91F1-094BA7F40B9F}"/>
              </a:ext>
            </a:extLst>
          </p:cNvPr>
          <p:cNvSpPr/>
          <p:nvPr/>
        </p:nvSpPr>
        <p:spPr>
          <a:xfrm>
            <a:off x="8710678" y="4171628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Steve Flood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(Claims SME)</a:t>
            </a:r>
          </a:p>
        </p:txBody>
      </p:sp>
      <p:sp>
        <p:nvSpPr>
          <p:cNvPr id="955" name="Google Shape;919;g22f1b912626_0_165">
            <a:extLst>
              <a:ext uri="{FF2B5EF4-FFF2-40B4-BE49-F238E27FC236}">
                <a16:creationId xmlns:a16="http://schemas.microsoft.com/office/drawing/2014/main" id="{F1ACF85E-FA94-38BF-28D4-8871CA5E70B4}"/>
              </a:ext>
            </a:extLst>
          </p:cNvPr>
          <p:cNvSpPr/>
          <p:nvPr/>
        </p:nvSpPr>
        <p:spPr>
          <a:xfrm>
            <a:off x="10423026" y="4171628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Molly </a:t>
            </a:r>
            <a:r>
              <a:rPr lang="en-US" sz="700" err="1">
                <a:solidFill>
                  <a:schemeClr val="lt1"/>
                </a:solidFill>
              </a:rPr>
              <a:t>Spolarich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(Operations SME)</a:t>
            </a:r>
          </a:p>
        </p:txBody>
      </p:sp>
      <p:sp>
        <p:nvSpPr>
          <p:cNvPr id="841" name="Google Shape;919;g22f1b912626_0_165">
            <a:extLst>
              <a:ext uri="{FF2B5EF4-FFF2-40B4-BE49-F238E27FC236}">
                <a16:creationId xmlns:a16="http://schemas.microsoft.com/office/drawing/2014/main" id="{DE10CE88-929D-1740-942C-3AABF3A3EB7D}"/>
              </a:ext>
            </a:extLst>
          </p:cNvPr>
          <p:cNvSpPr/>
          <p:nvPr/>
        </p:nvSpPr>
        <p:spPr>
          <a:xfrm>
            <a:off x="9566383" y="4171628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Troy Baillargeon (Prod </a:t>
            </a:r>
            <a:r>
              <a:rPr lang="en-US" sz="700" err="1">
                <a:solidFill>
                  <a:schemeClr val="lt1"/>
                </a:solidFill>
              </a:rPr>
              <a:t>Rationalisation</a:t>
            </a:r>
            <a:r>
              <a:rPr lang="en-US" sz="70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842" name="Google Shape;919;g22f1b912626_0_165">
            <a:extLst>
              <a:ext uri="{FF2B5EF4-FFF2-40B4-BE49-F238E27FC236}">
                <a16:creationId xmlns:a16="http://schemas.microsoft.com/office/drawing/2014/main" id="{7AD350BC-F775-B8EB-6E99-6356C31AFBF1}"/>
              </a:ext>
            </a:extLst>
          </p:cNvPr>
          <p:cNvSpPr/>
          <p:nvPr/>
        </p:nvSpPr>
        <p:spPr>
          <a:xfrm>
            <a:off x="9564730" y="3813855"/>
            <a:ext cx="837710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Steve </a:t>
            </a:r>
            <a:r>
              <a:rPr lang="en-US" sz="700" err="1">
                <a:solidFill>
                  <a:schemeClr val="lt1"/>
                </a:solidFill>
              </a:rPr>
              <a:t>Enness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(Prod </a:t>
            </a:r>
            <a:r>
              <a:rPr lang="en-US" sz="700" err="1">
                <a:solidFill>
                  <a:schemeClr val="lt1"/>
                </a:solidFill>
              </a:rPr>
              <a:t>Rationalisation</a:t>
            </a:r>
            <a:r>
              <a:rPr lang="en-US" sz="70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843" name="Google Shape;919;g22f1b912626_0_165">
            <a:extLst>
              <a:ext uri="{FF2B5EF4-FFF2-40B4-BE49-F238E27FC236}">
                <a16:creationId xmlns:a16="http://schemas.microsoft.com/office/drawing/2014/main" id="{A22A3FF7-7D10-A5B8-6E94-4A344CD7AAEE}"/>
              </a:ext>
            </a:extLst>
          </p:cNvPr>
          <p:cNvSpPr/>
          <p:nvPr/>
        </p:nvSpPr>
        <p:spPr>
          <a:xfrm>
            <a:off x="11278207" y="3813855"/>
            <a:ext cx="833599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TBC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(UW SMEs)</a:t>
            </a:r>
          </a:p>
        </p:txBody>
      </p:sp>
      <p:sp>
        <p:nvSpPr>
          <p:cNvPr id="964" name="Google Shape;919;g22f1b912626_0_165">
            <a:extLst>
              <a:ext uri="{FF2B5EF4-FFF2-40B4-BE49-F238E27FC236}">
                <a16:creationId xmlns:a16="http://schemas.microsoft.com/office/drawing/2014/main" id="{F9EAA615-7D34-8D3C-F1CA-BA0D3E80D35E}"/>
              </a:ext>
            </a:extLst>
          </p:cNvPr>
          <p:cNvSpPr/>
          <p:nvPr/>
        </p:nvSpPr>
        <p:spPr>
          <a:xfrm>
            <a:off x="10423150" y="3813855"/>
            <a:ext cx="83359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Carol Hamilton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(Credit Control NA)</a:t>
            </a:r>
          </a:p>
        </p:txBody>
      </p:sp>
      <p:sp>
        <p:nvSpPr>
          <p:cNvPr id="1000" name="TextBox 999">
            <a:extLst>
              <a:ext uri="{FF2B5EF4-FFF2-40B4-BE49-F238E27FC236}">
                <a16:creationId xmlns:a16="http://schemas.microsoft.com/office/drawing/2014/main" id="{A6F3CFB6-A2F4-08FD-DF44-FFF67A1429A6}"/>
              </a:ext>
            </a:extLst>
          </p:cNvPr>
          <p:cNvSpPr txBox="1">
            <a:spLocks/>
          </p:cNvSpPr>
          <p:nvPr/>
        </p:nvSpPr>
        <p:spPr>
          <a:xfrm>
            <a:off x="8063839" y="3804970"/>
            <a:ext cx="633400" cy="71753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SMEs</a:t>
            </a:r>
          </a:p>
        </p:txBody>
      </p:sp>
      <p:sp>
        <p:nvSpPr>
          <p:cNvPr id="31" name="Google Shape;919;g22f1b912626_0_165">
            <a:extLst>
              <a:ext uri="{FF2B5EF4-FFF2-40B4-BE49-F238E27FC236}">
                <a16:creationId xmlns:a16="http://schemas.microsoft.com/office/drawing/2014/main" id="{7D03B130-F6B8-D2A9-F210-08FEDC3CAC70}"/>
              </a:ext>
            </a:extLst>
          </p:cNvPr>
          <p:cNvSpPr/>
          <p:nvPr/>
        </p:nvSpPr>
        <p:spPr>
          <a:xfrm>
            <a:off x="9561157" y="5416995"/>
            <a:ext cx="839081" cy="338874"/>
          </a:xfrm>
          <a:prstGeom prst="rect">
            <a:avLst/>
          </a:prstGeom>
          <a:solidFill>
            <a:srgbClr val="0098C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Jigar Solanki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(Solution Architect)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897" name="Google Shape;919;g22f1b912626_0_165">
            <a:extLst>
              <a:ext uri="{FF2B5EF4-FFF2-40B4-BE49-F238E27FC236}">
                <a16:creationId xmlns:a16="http://schemas.microsoft.com/office/drawing/2014/main" id="{8845B570-0252-C9F1-C818-4ACB8373E86A}"/>
              </a:ext>
            </a:extLst>
          </p:cNvPr>
          <p:cNvSpPr/>
          <p:nvPr/>
        </p:nvSpPr>
        <p:spPr>
          <a:xfrm>
            <a:off x="10420356" y="5057389"/>
            <a:ext cx="845749" cy="338874"/>
          </a:xfrm>
          <a:prstGeom prst="rect">
            <a:avLst/>
          </a:prstGeom>
          <a:solidFill>
            <a:srgbClr val="002060">
              <a:alpha val="7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TBC (GW Assurance Architect)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930" name="Google Shape;919;g22f1b912626_0_165">
            <a:extLst>
              <a:ext uri="{FF2B5EF4-FFF2-40B4-BE49-F238E27FC236}">
                <a16:creationId xmlns:a16="http://schemas.microsoft.com/office/drawing/2014/main" id="{83778943-0575-96D5-6BBD-A8AEE67C8C9D}"/>
              </a:ext>
            </a:extLst>
          </p:cNvPr>
          <p:cNvSpPr/>
          <p:nvPr/>
        </p:nvSpPr>
        <p:spPr>
          <a:xfrm>
            <a:off x="9561157" y="5057897"/>
            <a:ext cx="839081" cy="340747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(Solution Architect)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931" name="Google Shape;919;g22f1b912626_0_165">
            <a:extLst>
              <a:ext uri="{FF2B5EF4-FFF2-40B4-BE49-F238E27FC236}">
                <a16:creationId xmlns:a16="http://schemas.microsoft.com/office/drawing/2014/main" id="{4D7AC3F5-1AFB-0270-03AC-19528CE64E43}"/>
              </a:ext>
            </a:extLst>
          </p:cNvPr>
          <p:cNvSpPr/>
          <p:nvPr/>
        </p:nvSpPr>
        <p:spPr>
          <a:xfrm>
            <a:off x="8707623" y="5412927"/>
            <a:ext cx="833359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Marta </a:t>
            </a:r>
            <a:r>
              <a:rPr lang="en-US" sz="800" err="1">
                <a:solidFill>
                  <a:schemeClr val="lt1"/>
                </a:solidFill>
              </a:rPr>
              <a:t>Latuszek</a:t>
            </a:r>
            <a:r>
              <a:rPr lang="en-US" sz="800">
                <a:solidFill>
                  <a:schemeClr val="lt1"/>
                </a:solidFill>
              </a:rPr>
              <a:t>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(Fin Architect)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942" name="Google Shape;919;g22f1b912626_0_165">
            <a:extLst>
              <a:ext uri="{FF2B5EF4-FFF2-40B4-BE49-F238E27FC236}">
                <a16:creationId xmlns:a16="http://schemas.microsoft.com/office/drawing/2014/main" id="{81B9ADBC-18ED-6088-237B-CBBD8DD66173}"/>
              </a:ext>
            </a:extLst>
          </p:cNvPr>
          <p:cNvSpPr/>
          <p:nvPr/>
        </p:nvSpPr>
        <p:spPr>
          <a:xfrm>
            <a:off x="8708916" y="5055702"/>
            <a:ext cx="83077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Matt Reynolds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(Bus Arch)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010" name="TextBox 1009">
            <a:extLst>
              <a:ext uri="{FF2B5EF4-FFF2-40B4-BE49-F238E27FC236}">
                <a16:creationId xmlns:a16="http://schemas.microsoft.com/office/drawing/2014/main" id="{6C12B2D1-FD37-6FF9-6CE3-F860B8251182}"/>
              </a:ext>
            </a:extLst>
          </p:cNvPr>
          <p:cNvSpPr txBox="1">
            <a:spLocks/>
          </p:cNvSpPr>
          <p:nvPr/>
        </p:nvSpPr>
        <p:spPr>
          <a:xfrm>
            <a:off x="8060664" y="5052077"/>
            <a:ext cx="633400" cy="70379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Architects</a:t>
            </a:r>
          </a:p>
        </p:txBody>
      </p:sp>
      <p:sp>
        <p:nvSpPr>
          <p:cNvPr id="1002" name="TextBox 1001">
            <a:extLst>
              <a:ext uri="{FF2B5EF4-FFF2-40B4-BE49-F238E27FC236}">
                <a16:creationId xmlns:a16="http://schemas.microsoft.com/office/drawing/2014/main" id="{30290911-77AD-AB37-53AB-06BF5320198B}"/>
              </a:ext>
            </a:extLst>
          </p:cNvPr>
          <p:cNvSpPr txBox="1">
            <a:spLocks/>
          </p:cNvSpPr>
          <p:nvPr/>
        </p:nvSpPr>
        <p:spPr>
          <a:xfrm>
            <a:off x="8063839" y="5866592"/>
            <a:ext cx="633400" cy="71230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Shared Services</a:t>
            </a:r>
          </a:p>
        </p:txBody>
      </p:sp>
      <p:sp>
        <p:nvSpPr>
          <p:cNvPr id="1003" name="Google Shape;919;g22f1b912626_0_165">
            <a:extLst>
              <a:ext uri="{FF2B5EF4-FFF2-40B4-BE49-F238E27FC236}">
                <a16:creationId xmlns:a16="http://schemas.microsoft.com/office/drawing/2014/main" id="{3E9FE98E-1145-E259-6995-029FFAE010F3}"/>
              </a:ext>
            </a:extLst>
          </p:cNvPr>
          <p:cNvSpPr/>
          <p:nvPr/>
        </p:nvSpPr>
        <p:spPr>
          <a:xfrm>
            <a:off x="8707937" y="5870471"/>
            <a:ext cx="839081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(IT Security)</a:t>
            </a:r>
          </a:p>
        </p:txBody>
      </p:sp>
      <p:sp>
        <p:nvSpPr>
          <p:cNvPr id="1004" name="Google Shape;919;g22f1b912626_0_165">
            <a:extLst>
              <a:ext uri="{FF2B5EF4-FFF2-40B4-BE49-F238E27FC236}">
                <a16:creationId xmlns:a16="http://schemas.microsoft.com/office/drawing/2014/main" id="{38FB7A16-EACB-ECEA-F364-07658886308C}"/>
              </a:ext>
            </a:extLst>
          </p:cNvPr>
          <p:cNvSpPr/>
          <p:nvPr/>
        </p:nvSpPr>
        <p:spPr>
          <a:xfrm>
            <a:off x="9563351" y="5870471"/>
            <a:ext cx="839081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(Risk)</a:t>
            </a:r>
          </a:p>
        </p:txBody>
      </p:sp>
      <p:sp>
        <p:nvSpPr>
          <p:cNvPr id="1005" name="Google Shape;919;g22f1b912626_0_165">
            <a:extLst>
              <a:ext uri="{FF2B5EF4-FFF2-40B4-BE49-F238E27FC236}">
                <a16:creationId xmlns:a16="http://schemas.microsoft.com/office/drawing/2014/main" id="{3BE4F215-AEA1-2900-0F7D-820F87449227}"/>
              </a:ext>
            </a:extLst>
          </p:cNvPr>
          <p:cNvSpPr/>
          <p:nvPr/>
        </p:nvSpPr>
        <p:spPr>
          <a:xfrm>
            <a:off x="8707937" y="6231190"/>
            <a:ext cx="839081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(Audit)</a:t>
            </a:r>
          </a:p>
        </p:txBody>
      </p:sp>
      <p:sp>
        <p:nvSpPr>
          <p:cNvPr id="1006" name="Google Shape;919;g22f1b912626_0_165">
            <a:extLst>
              <a:ext uri="{FF2B5EF4-FFF2-40B4-BE49-F238E27FC236}">
                <a16:creationId xmlns:a16="http://schemas.microsoft.com/office/drawing/2014/main" id="{4A881807-9787-9F74-BCF5-22FF345EE06B}"/>
              </a:ext>
            </a:extLst>
          </p:cNvPr>
          <p:cNvSpPr/>
          <p:nvPr/>
        </p:nvSpPr>
        <p:spPr>
          <a:xfrm>
            <a:off x="9563351" y="6232837"/>
            <a:ext cx="839081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TBD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(Compliance)</a:t>
            </a:r>
          </a:p>
        </p:txBody>
      </p:sp>
      <p:sp>
        <p:nvSpPr>
          <p:cNvPr id="1014" name="Google Shape;870;g22f1b912626_0_165">
            <a:extLst>
              <a:ext uri="{FF2B5EF4-FFF2-40B4-BE49-F238E27FC236}">
                <a16:creationId xmlns:a16="http://schemas.microsoft.com/office/drawing/2014/main" id="{14A16F95-982F-F22E-6662-C827D154624A}"/>
              </a:ext>
            </a:extLst>
          </p:cNvPr>
          <p:cNvSpPr/>
          <p:nvPr/>
        </p:nvSpPr>
        <p:spPr>
          <a:xfrm>
            <a:off x="10415511" y="5870408"/>
            <a:ext cx="834914" cy="703724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0" bIns="0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PAS BAU transition (based on ITOM/BAU Serv Mgmnt Structure)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5" name="Google Shape;919;g22f1b912626_0_165">
            <a:extLst>
              <a:ext uri="{FF2B5EF4-FFF2-40B4-BE49-F238E27FC236}">
                <a16:creationId xmlns:a16="http://schemas.microsoft.com/office/drawing/2014/main" id="{CF6D0639-9471-0AC5-F015-BCECFDCF0A2C}"/>
              </a:ext>
            </a:extLst>
          </p:cNvPr>
          <p:cNvSpPr/>
          <p:nvPr/>
        </p:nvSpPr>
        <p:spPr>
          <a:xfrm>
            <a:off x="10421954" y="4615921"/>
            <a:ext cx="839081" cy="338874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800">
                <a:solidFill>
                  <a:schemeClr val="lt1"/>
                </a:solidFill>
              </a:rPr>
              <a:t>Devin Wells</a:t>
            </a:r>
          </a:p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800">
                <a:solidFill>
                  <a:schemeClr val="lt1"/>
                </a:solidFill>
              </a:rPr>
              <a:t>(TBC)</a:t>
            </a:r>
          </a:p>
        </p:txBody>
      </p:sp>
      <p:sp>
        <p:nvSpPr>
          <p:cNvPr id="2" name="Google Shape;919;g22f1b912626_0_165">
            <a:extLst>
              <a:ext uri="{FF2B5EF4-FFF2-40B4-BE49-F238E27FC236}">
                <a16:creationId xmlns:a16="http://schemas.microsoft.com/office/drawing/2014/main" id="{B9B72905-D04F-205D-940B-04CA10597A59}"/>
              </a:ext>
            </a:extLst>
          </p:cNvPr>
          <p:cNvSpPr/>
          <p:nvPr/>
        </p:nvSpPr>
        <p:spPr>
          <a:xfrm>
            <a:off x="9561511" y="4613756"/>
            <a:ext cx="839081" cy="338874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Mark </a:t>
            </a:r>
            <a:r>
              <a:rPr lang="en-US" sz="800" err="1">
                <a:solidFill>
                  <a:schemeClr val="lt1"/>
                </a:solidFill>
              </a:rPr>
              <a:t>Parlsey</a:t>
            </a:r>
            <a:endParaRPr lang="en-US" sz="8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(TBC)</a:t>
            </a:r>
          </a:p>
        </p:txBody>
      </p:sp>
      <p:sp>
        <p:nvSpPr>
          <p:cNvPr id="918" name="Google Shape;919;g22f1b912626_0_165">
            <a:extLst>
              <a:ext uri="{FF2B5EF4-FFF2-40B4-BE49-F238E27FC236}">
                <a16:creationId xmlns:a16="http://schemas.microsoft.com/office/drawing/2014/main" id="{8262ABAF-577C-9D12-0968-6E60FD734E15}"/>
              </a:ext>
            </a:extLst>
          </p:cNvPr>
          <p:cNvSpPr/>
          <p:nvPr/>
        </p:nvSpPr>
        <p:spPr>
          <a:xfrm>
            <a:off x="8707937" y="4613756"/>
            <a:ext cx="839081" cy="338874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Jeff </a:t>
            </a:r>
            <a:r>
              <a:rPr lang="en-US" sz="800" err="1">
                <a:solidFill>
                  <a:schemeClr val="lt1"/>
                </a:solidFill>
              </a:rPr>
              <a:t>Colandrea</a:t>
            </a:r>
            <a:endParaRPr lang="en-US" sz="8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</a:t>
            </a:r>
            <a:r>
              <a:rPr lang="en-US" sz="800" err="1">
                <a:solidFill>
                  <a:schemeClr val="lt1"/>
                </a:solidFill>
              </a:rPr>
              <a:t>BeazleyPro</a:t>
            </a:r>
            <a:r>
              <a:rPr lang="en-US" sz="800">
                <a:solidFill>
                  <a:schemeClr val="lt1"/>
                </a:solidFill>
              </a:rPr>
              <a:t>)</a:t>
            </a:r>
          </a:p>
        </p:txBody>
      </p:sp>
      <p:sp>
        <p:nvSpPr>
          <p:cNvPr id="920" name="Google Shape;919;g22f1b912626_0_165">
            <a:extLst>
              <a:ext uri="{FF2B5EF4-FFF2-40B4-BE49-F238E27FC236}">
                <a16:creationId xmlns:a16="http://schemas.microsoft.com/office/drawing/2014/main" id="{A49E7DCC-FD96-E3AA-A601-E35C4EA896E4}"/>
              </a:ext>
            </a:extLst>
          </p:cNvPr>
          <p:cNvSpPr/>
          <p:nvPr/>
        </p:nvSpPr>
        <p:spPr>
          <a:xfrm>
            <a:off x="11277756" y="4614119"/>
            <a:ext cx="839081" cy="338874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Antonia Seager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lt1"/>
                </a:solidFill>
              </a:rPr>
              <a:t>(Finance)</a:t>
            </a:r>
          </a:p>
        </p:txBody>
      </p:sp>
      <p:sp>
        <p:nvSpPr>
          <p:cNvPr id="1017" name="TextBox 1016">
            <a:extLst>
              <a:ext uri="{FF2B5EF4-FFF2-40B4-BE49-F238E27FC236}">
                <a16:creationId xmlns:a16="http://schemas.microsoft.com/office/drawing/2014/main" id="{F11882CC-CC78-E986-79BF-1C122A510226}"/>
              </a:ext>
            </a:extLst>
          </p:cNvPr>
          <p:cNvSpPr txBox="1">
            <a:spLocks/>
          </p:cNvSpPr>
          <p:nvPr/>
        </p:nvSpPr>
        <p:spPr>
          <a:xfrm>
            <a:off x="8063839" y="4609932"/>
            <a:ext cx="633400" cy="349958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 Plat. Owners</a:t>
            </a:r>
          </a:p>
        </p:txBody>
      </p:sp>
      <p:sp>
        <p:nvSpPr>
          <p:cNvPr id="1026" name="Arrow: Right 1025">
            <a:extLst>
              <a:ext uri="{FF2B5EF4-FFF2-40B4-BE49-F238E27FC236}">
                <a16:creationId xmlns:a16="http://schemas.microsoft.com/office/drawing/2014/main" id="{E65E9DA2-C172-6AED-0674-42D86DABABA6}"/>
              </a:ext>
            </a:extLst>
          </p:cNvPr>
          <p:cNvSpPr/>
          <p:nvPr/>
        </p:nvSpPr>
        <p:spPr>
          <a:xfrm rot="16200000">
            <a:off x="375660" y="860216"/>
            <a:ext cx="169788" cy="327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7" name="Arrow: Right 1026">
            <a:extLst>
              <a:ext uri="{FF2B5EF4-FFF2-40B4-BE49-F238E27FC236}">
                <a16:creationId xmlns:a16="http://schemas.microsoft.com/office/drawing/2014/main" id="{D5B37FD2-E1FF-94D6-8EF4-BFFE9BD293E8}"/>
              </a:ext>
            </a:extLst>
          </p:cNvPr>
          <p:cNvSpPr/>
          <p:nvPr/>
        </p:nvSpPr>
        <p:spPr>
          <a:xfrm rot="16200000">
            <a:off x="375660" y="1443922"/>
            <a:ext cx="169788" cy="327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B7964C27-0CDE-8A02-D90B-3D08615D0A7A}"/>
              </a:ext>
            </a:extLst>
          </p:cNvPr>
          <p:cNvSpPr txBox="1">
            <a:spLocks/>
          </p:cNvSpPr>
          <p:nvPr/>
        </p:nvSpPr>
        <p:spPr>
          <a:xfrm>
            <a:off x="1433690" y="6083430"/>
            <a:ext cx="6356998" cy="49473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 Teams (see over)</a:t>
            </a:r>
          </a:p>
        </p:txBody>
      </p:sp>
      <p:sp>
        <p:nvSpPr>
          <p:cNvPr id="1038" name="Google Shape;926;g22f1b912626_0_165">
            <a:extLst>
              <a:ext uri="{FF2B5EF4-FFF2-40B4-BE49-F238E27FC236}">
                <a16:creationId xmlns:a16="http://schemas.microsoft.com/office/drawing/2014/main" id="{B71D1069-2FD4-4E29-B4C7-B3B6A28EF9C7}"/>
              </a:ext>
            </a:extLst>
          </p:cNvPr>
          <p:cNvSpPr txBox="1"/>
          <p:nvPr/>
        </p:nvSpPr>
        <p:spPr>
          <a:xfrm>
            <a:off x="6312463" y="655458"/>
            <a:ext cx="257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Key: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927;g22f1b912626_0_165">
            <a:extLst>
              <a:ext uri="{FF2B5EF4-FFF2-40B4-BE49-F238E27FC236}">
                <a16:creationId xmlns:a16="http://schemas.microsoft.com/office/drawing/2014/main" id="{6C03F5A1-E187-070A-9724-737177581FED}"/>
              </a:ext>
            </a:extLst>
          </p:cNvPr>
          <p:cNvSpPr/>
          <p:nvPr/>
        </p:nvSpPr>
        <p:spPr>
          <a:xfrm>
            <a:off x="6671219" y="832017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Beazley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928;g22f1b912626_0_165">
            <a:extLst>
              <a:ext uri="{FF2B5EF4-FFF2-40B4-BE49-F238E27FC236}">
                <a16:creationId xmlns:a16="http://schemas.microsoft.com/office/drawing/2014/main" id="{DFCFD78D-7D81-396A-01A0-7AA51FC6E67E}"/>
              </a:ext>
            </a:extLst>
          </p:cNvPr>
          <p:cNvSpPr/>
          <p:nvPr/>
        </p:nvSpPr>
        <p:spPr>
          <a:xfrm>
            <a:off x="6671219" y="641364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rgbClr val="0098C7"/>
          </a:soli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Capgemini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149E6FD5-3BF1-81C5-45A6-31D94622612B}"/>
              </a:ext>
            </a:extLst>
          </p:cNvPr>
          <p:cNvSpPr/>
          <p:nvPr/>
        </p:nvSpPr>
        <p:spPr>
          <a:xfrm>
            <a:off x="6581752" y="580757"/>
            <a:ext cx="1147448" cy="1514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3" name="Google Shape;927;g22f1b912626_0_165">
            <a:extLst>
              <a:ext uri="{FF2B5EF4-FFF2-40B4-BE49-F238E27FC236}">
                <a16:creationId xmlns:a16="http://schemas.microsoft.com/office/drawing/2014/main" id="{CD70E87A-D0B5-BA77-0D20-D1178F7B7DDB}"/>
              </a:ext>
            </a:extLst>
          </p:cNvPr>
          <p:cNvSpPr/>
          <p:nvPr/>
        </p:nvSpPr>
        <p:spPr>
          <a:xfrm>
            <a:off x="6671219" y="1022670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Guidewire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1" name="Picture 1050">
            <a:extLst>
              <a:ext uri="{FF2B5EF4-FFF2-40B4-BE49-F238E27FC236}">
                <a16:creationId xmlns:a16="http://schemas.microsoft.com/office/drawing/2014/main" id="{AC816AE3-80B5-CDEC-922A-243895B08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397" y="955233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3D11223D-5418-5D65-FF6E-BD7AF646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032" y="955233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53" name="Picture 1052">
            <a:extLst>
              <a:ext uri="{FF2B5EF4-FFF2-40B4-BE49-F238E27FC236}">
                <a16:creationId xmlns:a16="http://schemas.microsoft.com/office/drawing/2014/main" id="{BB5B9428-7DF5-05BD-691B-D68B66A52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141" y="1328588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54" name="Picture 1053">
            <a:extLst>
              <a:ext uri="{FF2B5EF4-FFF2-40B4-BE49-F238E27FC236}">
                <a16:creationId xmlns:a16="http://schemas.microsoft.com/office/drawing/2014/main" id="{6CD9B377-9D76-BA56-6485-4288C49B5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397" y="1330969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7FC1AF83-5D41-CBAA-BC67-2B2E0E55A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250" y="2140597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59" name="Picture 1058">
            <a:extLst>
              <a:ext uri="{FF2B5EF4-FFF2-40B4-BE49-F238E27FC236}">
                <a16:creationId xmlns:a16="http://schemas.microsoft.com/office/drawing/2014/main" id="{8FC1AD13-036C-8EEB-B985-FCB3CD44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477" y="4178650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60" name="Picture 1059">
            <a:extLst>
              <a:ext uri="{FF2B5EF4-FFF2-40B4-BE49-F238E27FC236}">
                <a16:creationId xmlns:a16="http://schemas.microsoft.com/office/drawing/2014/main" id="{3EF36D13-8E52-D89A-1212-3D1F86115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455" y="4178650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61" name="Picture 1060">
            <a:extLst>
              <a:ext uri="{FF2B5EF4-FFF2-40B4-BE49-F238E27FC236}">
                <a16:creationId xmlns:a16="http://schemas.microsoft.com/office/drawing/2014/main" id="{2A9B07D4-DBC9-E491-F340-7594D662B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033" y="4623745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3AA06E24-8E61-D171-2145-5EE490485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249" y="1478594"/>
            <a:ext cx="315120" cy="163862"/>
          </a:xfrm>
          <a:prstGeom prst="rect">
            <a:avLst/>
          </a:prstGeom>
        </p:spPr>
      </p:pic>
      <p:sp>
        <p:nvSpPr>
          <p:cNvPr id="1063" name="TextBox 1062">
            <a:extLst>
              <a:ext uri="{FF2B5EF4-FFF2-40B4-BE49-F238E27FC236}">
                <a16:creationId xmlns:a16="http://schemas.microsoft.com/office/drawing/2014/main" id="{F71AD09B-6C1B-65C9-F75B-DF0CBEAE2597}"/>
              </a:ext>
            </a:extLst>
          </p:cNvPr>
          <p:cNvSpPr txBox="1"/>
          <p:nvPr/>
        </p:nvSpPr>
        <p:spPr>
          <a:xfrm>
            <a:off x="6923338" y="1454010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US Based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AB0B9-75D5-0E51-597C-E924F8A83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620" y="1874570"/>
            <a:ext cx="322749" cy="163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F436F1-3819-8492-CB57-5601E142F673}"/>
              </a:ext>
            </a:extLst>
          </p:cNvPr>
          <p:cNvSpPr txBox="1"/>
          <p:nvPr/>
        </p:nvSpPr>
        <p:spPr>
          <a:xfrm>
            <a:off x="6925522" y="1846601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India Based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695136-D5BE-6EDA-C26D-B234EBDA1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519" y="1333615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C05A48-8C24-1EBA-CB35-8FAB0BAC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477" y="3816630"/>
            <a:ext cx="122556" cy="63729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AA010C1-368D-44D7-1515-6683513A4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468" y="3820009"/>
            <a:ext cx="113940" cy="56970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5D7C7CB-45CC-8964-79D1-59CFD5360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177" y="4624592"/>
            <a:ext cx="113940" cy="56970"/>
          </a:xfrm>
          <a:prstGeom prst="rect">
            <a:avLst/>
          </a:prstGeom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32C5DB-A6EB-51F5-BA2B-443A06EF4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620" y="1675780"/>
            <a:ext cx="330934" cy="1654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BCE4E6-D7CE-38CF-0AB5-279FB314F9AA}"/>
              </a:ext>
            </a:extLst>
          </p:cNvPr>
          <p:cNvSpPr txBox="1"/>
          <p:nvPr/>
        </p:nvSpPr>
        <p:spPr>
          <a:xfrm>
            <a:off x="6919971" y="1650305"/>
            <a:ext cx="8691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Canada Based</a:t>
            </a:r>
          </a:p>
        </p:txBody>
      </p:sp>
      <p:sp>
        <p:nvSpPr>
          <p:cNvPr id="29" name="Google Shape;927;g22f1b912626_0_165">
            <a:extLst>
              <a:ext uri="{FF2B5EF4-FFF2-40B4-BE49-F238E27FC236}">
                <a16:creationId xmlns:a16="http://schemas.microsoft.com/office/drawing/2014/main" id="{0876F1DB-C48D-4044-F7D0-AF0EC987EE3F}"/>
              </a:ext>
            </a:extLst>
          </p:cNvPr>
          <p:cNvSpPr/>
          <p:nvPr/>
        </p:nvSpPr>
        <p:spPr>
          <a:xfrm>
            <a:off x="6670151" y="1234155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rgbClr val="0098C7">
                  <a:alpha val="50000"/>
                </a:srgbClr>
              </a:gs>
              <a:gs pos="66000">
                <a:srgbClr val="DC199B"/>
              </a:gs>
              <a:gs pos="34000">
                <a:srgbClr val="DC199B">
                  <a:alpha val="50000"/>
                </a:srgbClr>
              </a:gs>
              <a:gs pos="66000">
                <a:srgbClr val="002060">
                  <a:alpha val="70000"/>
                </a:srgbClr>
              </a:gs>
            </a:gsLst>
            <a:lin ang="0" scaled="0"/>
            <a:tileRect/>
          </a:gra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GB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TBC      </a:t>
            </a:r>
            <a:r>
              <a:rPr lang="en-GB" sz="70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TBC</a:t>
            </a:r>
            <a:r>
              <a:rPr lang="en-GB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GB" sz="70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TBC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919;g22f1b912626_0_165">
            <a:extLst>
              <a:ext uri="{FF2B5EF4-FFF2-40B4-BE49-F238E27FC236}">
                <a16:creationId xmlns:a16="http://schemas.microsoft.com/office/drawing/2014/main" id="{0B59A991-941B-2378-0850-929E635539A3}"/>
              </a:ext>
            </a:extLst>
          </p:cNvPr>
          <p:cNvSpPr/>
          <p:nvPr/>
        </p:nvSpPr>
        <p:spPr>
          <a:xfrm>
            <a:off x="4196129" y="580757"/>
            <a:ext cx="1468117" cy="1871538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800" b="1">
                <a:solidFill>
                  <a:schemeClr val="lt1"/>
                </a:solidFill>
              </a:rPr>
              <a:t>Other Programme Stakeholders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899" name="Arrow: Up-Down 898">
            <a:extLst>
              <a:ext uri="{FF2B5EF4-FFF2-40B4-BE49-F238E27FC236}">
                <a16:creationId xmlns:a16="http://schemas.microsoft.com/office/drawing/2014/main" id="{83D59CCD-F7BA-46A5-F7B0-290D5C746450}"/>
              </a:ext>
            </a:extLst>
          </p:cNvPr>
          <p:cNvSpPr/>
          <p:nvPr/>
        </p:nvSpPr>
        <p:spPr>
          <a:xfrm>
            <a:off x="4631539" y="2518152"/>
            <a:ext cx="246400" cy="3420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2" name="Arrow: Up-Down 901">
            <a:extLst>
              <a:ext uri="{FF2B5EF4-FFF2-40B4-BE49-F238E27FC236}">
                <a16:creationId xmlns:a16="http://schemas.microsoft.com/office/drawing/2014/main" id="{3B6CA8BD-D347-77E5-33A6-9EEB22E65FDB}"/>
              </a:ext>
            </a:extLst>
          </p:cNvPr>
          <p:cNvSpPr/>
          <p:nvPr/>
        </p:nvSpPr>
        <p:spPr>
          <a:xfrm rot="5400000">
            <a:off x="3748229" y="1922804"/>
            <a:ext cx="246400" cy="3420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3" name="Arrow: Left-Up 932">
            <a:extLst>
              <a:ext uri="{FF2B5EF4-FFF2-40B4-BE49-F238E27FC236}">
                <a16:creationId xmlns:a16="http://schemas.microsoft.com/office/drawing/2014/main" id="{E9D72AAE-3468-840A-A931-94C6D3A138BA}"/>
              </a:ext>
            </a:extLst>
          </p:cNvPr>
          <p:cNvSpPr/>
          <p:nvPr/>
        </p:nvSpPr>
        <p:spPr>
          <a:xfrm flipH="1">
            <a:off x="114481" y="2860191"/>
            <a:ext cx="201593" cy="82398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4" name="Arrow: Left-Up 933">
            <a:extLst>
              <a:ext uri="{FF2B5EF4-FFF2-40B4-BE49-F238E27FC236}">
                <a16:creationId xmlns:a16="http://schemas.microsoft.com/office/drawing/2014/main" id="{85CE3442-C10C-1632-56FF-769A0E02BF8C}"/>
              </a:ext>
            </a:extLst>
          </p:cNvPr>
          <p:cNvSpPr/>
          <p:nvPr/>
        </p:nvSpPr>
        <p:spPr>
          <a:xfrm flipH="1">
            <a:off x="333409" y="4451258"/>
            <a:ext cx="201593" cy="82398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6" name="Arrow: Left-Up 935">
            <a:extLst>
              <a:ext uri="{FF2B5EF4-FFF2-40B4-BE49-F238E27FC236}">
                <a16:creationId xmlns:a16="http://schemas.microsoft.com/office/drawing/2014/main" id="{1F4651BF-0A03-81DC-FE3E-A21B3B575A7E}"/>
              </a:ext>
            </a:extLst>
          </p:cNvPr>
          <p:cNvSpPr/>
          <p:nvPr/>
        </p:nvSpPr>
        <p:spPr>
          <a:xfrm flipH="1">
            <a:off x="904631" y="6033484"/>
            <a:ext cx="444583" cy="269224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Google Shape;919;g22f1b912626_0_165">
            <a:extLst>
              <a:ext uri="{FF2B5EF4-FFF2-40B4-BE49-F238E27FC236}">
                <a16:creationId xmlns:a16="http://schemas.microsoft.com/office/drawing/2014/main" id="{3F0A3E4D-D077-DE92-594D-6B8B5EF6FE4B}"/>
              </a:ext>
            </a:extLst>
          </p:cNvPr>
          <p:cNvSpPr/>
          <p:nvPr/>
        </p:nvSpPr>
        <p:spPr>
          <a:xfrm>
            <a:off x="1080924" y="2936834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Warren Pilkington (Prog Director)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9" name="Google Shape;919;g22f1b912626_0_165">
            <a:extLst>
              <a:ext uri="{FF2B5EF4-FFF2-40B4-BE49-F238E27FC236}">
                <a16:creationId xmlns:a16="http://schemas.microsoft.com/office/drawing/2014/main" id="{7944E31C-CF33-246B-DE9C-B7034EFEE4CA}"/>
              </a:ext>
            </a:extLst>
          </p:cNvPr>
          <p:cNvSpPr/>
          <p:nvPr/>
        </p:nvSpPr>
        <p:spPr>
          <a:xfrm>
            <a:off x="1081717" y="3303171"/>
            <a:ext cx="899224" cy="342942"/>
          </a:xfrm>
          <a:prstGeom prst="rect">
            <a:avLst/>
          </a:prstGeom>
          <a:solidFill>
            <a:srgbClr val="0098C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Max Cartwright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(Prog Director)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1" name="Google Shape;919;g22f1b912626_0_165">
            <a:extLst>
              <a:ext uri="{FF2B5EF4-FFF2-40B4-BE49-F238E27FC236}">
                <a16:creationId xmlns:a16="http://schemas.microsoft.com/office/drawing/2014/main" id="{97AECA90-4A90-3373-EA83-2362216BE281}"/>
              </a:ext>
            </a:extLst>
          </p:cNvPr>
          <p:cNvSpPr/>
          <p:nvPr/>
        </p:nvSpPr>
        <p:spPr>
          <a:xfrm>
            <a:off x="2916061" y="3307934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 err="1">
                <a:solidFill>
                  <a:schemeClr val="lt1"/>
                </a:solidFill>
              </a:rPr>
              <a:t>Athik</a:t>
            </a:r>
            <a:r>
              <a:rPr lang="en-US" sz="700">
                <a:solidFill>
                  <a:schemeClr val="lt1"/>
                </a:solidFill>
              </a:rPr>
              <a:t> Miah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(Del Lead - Billing)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2" name="Google Shape;919;g22f1b912626_0_165">
            <a:extLst>
              <a:ext uri="{FF2B5EF4-FFF2-40B4-BE49-F238E27FC236}">
                <a16:creationId xmlns:a16="http://schemas.microsoft.com/office/drawing/2014/main" id="{961906AC-CAAC-F23A-ACD2-C49A238054A7}"/>
              </a:ext>
            </a:extLst>
          </p:cNvPr>
          <p:cNvSpPr/>
          <p:nvPr/>
        </p:nvSpPr>
        <p:spPr>
          <a:xfrm>
            <a:off x="2923690" y="3662256"/>
            <a:ext cx="899224" cy="342942"/>
          </a:xfrm>
          <a:prstGeom prst="rect">
            <a:avLst/>
          </a:prstGeom>
          <a:solidFill>
            <a:srgbClr val="0098C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Ananda A Ponnaiah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(Del Lead UK)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7" name="Google Shape;919;g22f1b912626_0_165">
            <a:extLst>
              <a:ext uri="{FF2B5EF4-FFF2-40B4-BE49-F238E27FC236}">
                <a16:creationId xmlns:a16="http://schemas.microsoft.com/office/drawing/2014/main" id="{D14E66A4-5F78-34E0-00B1-7082031E446E}"/>
              </a:ext>
            </a:extLst>
          </p:cNvPr>
          <p:cNvSpPr/>
          <p:nvPr/>
        </p:nvSpPr>
        <p:spPr>
          <a:xfrm>
            <a:off x="4766714" y="2951123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Dean Johnston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(Ent Architecture)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8" name="Google Shape;919;g22f1b912626_0_165">
            <a:extLst>
              <a:ext uri="{FF2B5EF4-FFF2-40B4-BE49-F238E27FC236}">
                <a16:creationId xmlns:a16="http://schemas.microsoft.com/office/drawing/2014/main" id="{1E7D8624-3592-2919-1239-1AB11BC0222D}"/>
              </a:ext>
            </a:extLst>
          </p:cNvPr>
          <p:cNvSpPr/>
          <p:nvPr/>
        </p:nvSpPr>
        <p:spPr>
          <a:xfrm>
            <a:off x="4767507" y="3674508"/>
            <a:ext cx="899224" cy="342942"/>
          </a:xfrm>
          <a:prstGeom prst="rect">
            <a:avLst/>
          </a:prstGeom>
          <a:solidFill>
            <a:srgbClr val="0098C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Brett Fabian-Smith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(Ent Architect)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63" name="Google Shape;919;g22f1b912626_0_165">
            <a:extLst>
              <a:ext uri="{FF2B5EF4-FFF2-40B4-BE49-F238E27FC236}">
                <a16:creationId xmlns:a16="http://schemas.microsoft.com/office/drawing/2014/main" id="{13BECDC8-DC4C-5772-4F37-7AB97BA3BD4F}"/>
              </a:ext>
            </a:extLst>
          </p:cNvPr>
          <p:cNvSpPr/>
          <p:nvPr/>
        </p:nvSpPr>
        <p:spPr>
          <a:xfrm>
            <a:off x="2916061" y="2941597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Stephen Payne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(Del Lead – GPAS &amp; Billing)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C355D-4C03-E6DC-1A50-DE7ED909F9E9}"/>
              </a:ext>
            </a:extLst>
          </p:cNvPr>
          <p:cNvSpPr txBox="1">
            <a:spLocks/>
          </p:cNvSpPr>
          <p:nvPr/>
        </p:nvSpPr>
        <p:spPr>
          <a:xfrm>
            <a:off x="345961" y="2930662"/>
            <a:ext cx="707706" cy="1448998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 Leadership</a:t>
            </a:r>
          </a:p>
        </p:txBody>
      </p:sp>
      <p:sp>
        <p:nvSpPr>
          <p:cNvPr id="901" name="Google Shape;919;g22f1b912626_0_165">
            <a:extLst>
              <a:ext uri="{FF2B5EF4-FFF2-40B4-BE49-F238E27FC236}">
                <a16:creationId xmlns:a16="http://schemas.microsoft.com/office/drawing/2014/main" id="{B565D13F-21BD-4582-554E-32FFACE3F184}"/>
              </a:ext>
            </a:extLst>
          </p:cNvPr>
          <p:cNvSpPr/>
          <p:nvPr/>
        </p:nvSpPr>
        <p:spPr>
          <a:xfrm>
            <a:off x="4766714" y="3317460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Danny Sohal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(Finance Architect)</a:t>
            </a:r>
          </a:p>
        </p:txBody>
      </p:sp>
      <p:sp>
        <p:nvSpPr>
          <p:cNvPr id="904" name="Google Shape;919;g22f1b912626_0_165">
            <a:extLst>
              <a:ext uri="{FF2B5EF4-FFF2-40B4-BE49-F238E27FC236}">
                <a16:creationId xmlns:a16="http://schemas.microsoft.com/office/drawing/2014/main" id="{315494C0-8B92-A7DE-AD9F-0B393EFA508A}"/>
              </a:ext>
            </a:extLst>
          </p:cNvPr>
          <p:cNvSpPr/>
          <p:nvPr/>
        </p:nvSpPr>
        <p:spPr>
          <a:xfrm>
            <a:off x="1998043" y="2936834"/>
            <a:ext cx="900653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bg1"/>
                </a:solidFill>
              </a:rPr>
              <a:t>TBC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(Lead GPAS PO)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05" name="Google Shape;919;g22f1b912626_0_165">
            <a:extLst>
              <a:ext uri="{FF2B5EF4-FFF2-40B4-BE49-F238E27FC236}">
                <a16:creationId xmlns:a16="http://schemas.microsoft.com/office/drawing/2014/main" id="{DAC87E84-8111-DF4B-3DEE-10D1FF79EA63}"/>
              </a:ext>
            </a:extLst>
          </p:cNvPr>
          <p:cNvSpPr/>
          <p:nvPr/>
        </p:nvSpPr>
        <p:spPr>
          <a:xfrm>
            <a:off x="1998836" y="3660219"/>
            <a:ext cx="899224" cy="342942"/>
          </a:xfrm>
          <a:prstGeom prst="rect">
            <a:avLst/>
          </a:prstGeom>
          <a:solidFill>
            <a:srgbClr val="0098C7">
              <a:alpha val="5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TBC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(Functional Lead)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07" name="Google Shape;919;g22f1b912626_0_165">
            <a:extLst>
              <a:ext uri="{FF2B5EF4-FFF2-40B4-BE49-F238E27FC236}">
                <a16:creationId xmlns:a16="http://schemas.microsoft.com/office/drawing/2014/main" id="{2452AEF4-81F9-CAFD-1019-D7A5F862123F}"/>
              </a:ext>
            </a:extLst>
          </p:cNvPr>
          <p:cNvSpPr/>
          <p:nvPr/>
        </p:nvSpPr>
        <p:spPr>
          <a:xfrm>
            <a:off x="3839007" y="2941597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Owen Humphries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(Technical Lead)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08" name="Google Shape;919;g22f1b912626_0_165">
            <a:extLst>
              <a:ext uri="{FF2B5EF4-FFF2-40B4-BE49-F238E27FC236}">
                <a16:creationId xmlns:a16="http://schemas.microsoft.com/office/drawing/2014/main" id="{6AB3ACCB-4971-190F-5A61-A97927773968}"/>
              </a:ext>
            </a:extLst>
          </p:cNvPr>
          <p:cNvSpPr/>
          <p:nvPr/>
        </p:nvSpPr>
        <p:spPr>
          <a:xfrm>
            <a:off x="1998043" y="3303171"/>
            <a:ext cx="900653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TBC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(Lead Finance PO)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836" name="Google Shape;919;g22f1b912626_0_165">
            <a:extLst>
              <a:ext uri="{FF2B5EF4-FFF2-40B4-BE49-F238E27FC236}">
                <a16:creationId xmlns:a16="http://schemas.microsoft.com/office/drawing/2014/main" id="{4869A33E-39EF-B6CA-003E-99EC84E0BCFA}"/>
              </a:ext>
            </a:extLst>
          </p:cNvPr>
          <p:cNvSpPr/>
          <p:nvPr/>
        </p:nvSpPr>
        <p:spPr>
          <a:xfrm>
            <a:off x="4770535" y="4036427"/>
            <a:ext cx="899224" cy="342942"/>
          </a:xfrm>
          <a:prstGeom prst="rect">
            <a:avLst/>
          </a:prstGeom>
          <a:solidFill>
            <a:srgbClr val="002060">
              <a:alpha val="7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700">
                <a:solidFill>
                  <a:schemeClr val="lt1"/>
                </a:solidFill>
              </a:rPr>
              <a:t>TBC</a:t>
            </a:r>
          </a:p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700">
                <a:solidFill>
                  <a:schemeClr val="lt1"/>
                </a:solidFill>
              </a:rPr>
              <a:t>(GW Ent Architect)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859" name="Google Shape;919;g22f1b912626_0_165">
            <a:extLst>
              <a:ext uri="{FF2B5EF4-FFF2-40B4-BE49-F238E27FC236}">
                <a16:creationId xmlns:a16="http://schemas.microsoft.com/office/drawing/2014/main" id="{AE2DD096-306C-F7AF-C573-FF72205B7811}"/>
              </a:ext>
            </a:extLst>
          </p:cNvPr>
          <p:cNvSpPr/>
          <p:nvPr/>
        </p:nvSpPr>
        <p:spPr>
          <a:xfrm>
            <a:off x="3838089" y="3665319"/>
            <a:ext cx="899224" cy="342942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700">
                <a:solidFill>
                  <a:schemeClr val="lt1"/>
                </a:solidFill>
              </a:rPr>
              <a:t>Frederic Brunner</a:t>
            </a:r>
          </a:p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700">
                <a:solidFill>
                  <a:schemeClr val="lt1"/>
                </a:solidFill>
              </a:rPr>
              <a:t>(Delivery Director)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00" name="Google Shape;919;g22f1b912626_0_165">
            <a:extLst>
              <a:ext uri="{FF2B5EF4-FFF2-40B4-BE49-F238E27FC236}">
                <a16:creationId xmlns:a16="http://schemas.microsoft.com/office/drawing/2014/main" id="{958627D4-19F0-F035-57E0-02B562D5C93E}"/>
              </a:ext>
            </a:extLst>
          </p:cNvPr>
          <p:cNvSpPr/>
          <p:nvPr/>
        </p:nvSpPr>
        <p:spPr>
          <a:xfrm>
            <a:off x="5692140" y="2946150"/>
            <a:ext cx="900653" cy="342942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Jeff </a:t>
            </a:r>
            <a:r>
              <a:rPr lang="en-US" sz="700" err="1">
                <a:solidFill>
                  <a:schemeClr val="lt1"/>
                </a:solidFill>
              </a:rPr>
              <a:t>Colandrea</a:t>
            </a:r>
            <a:endParaRPr lang="en-US" sz="7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(Platform Owner)</a:t>
            </a:r>
          </a:p>
        </p:txBody>
      </p:sp>
      <p:pic>
        <p:nvPicPr>
          <p:cNvPr id="1057" name="Picture 1056">
            <a:extLst>
              <a:ext uri="{FF2B5EF4-FFF2-40B4-BE49-F238E27FC236}">
                <a16:creationId xmlns:a16="http://schemas.microsoft.com/office/drawing/2014/main" id="{772062D5-31B4-1009-AE6D-E4531038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489" y="2951060"/>
            <a:ext cx="122556" cy="63729"/>
          </a:xfrm>
          <a:prstGeom prst="rect">
            <a:avLst/>
          </a:prstGeom>
          <a:ln>
            <a:noFill/>
          </a:ln>
        </p:spPr>
      </p:pic>
      <p:grpSp>
        <p:nvGrpSpPr>
          <p:cNvPr id="914" name="Group 913">
            <a:extLst>
              <a:ext uri="{FF2B5EF4-FFF2-40B4-BE49-F238E27FC236}">
                <a16:creationId xmlns:a16="http://schemas.microsoft.com/office/drawing/2014/main" id="{56772C09-74E3-8CE6-625E-A137A7EA1C6A}"/>
              </a:ext>
            </a:extLst>
          </p:cNvPr>
          <p:cNvGrpSpPr/>
          <p:nvPr/>
        </p:nvGrpSpPr>
        <p:grpSpPr>
          <a:xfrm>
            <a:off x="3837455" y="3308216"/>
            <a:ext cx="899224" cy="342942"/>
            <a:chOff x="4319533" y="3660219"/>
            <a:chExt cx="899224" cy="342942"/>
          </a:xfrm>
        </p:grpSpPr>
        <p:sp>
          <p:nvSpPr>
            <p:cNvPr id="962" name="Google Shape;919;g22f1b912626_0_165">
              <a:extLst>
                <a:ext uri="{FF2B5EF4-FFF2-40B4-BE49-F238E27FC236}">
                  <a16:creationId xmlns:a16="http://schemas.microsoft.com/office/drawing/2014/main" id="{C7A49277-9DD9-6860-BD4D-97AED7D3936D}"/>
                </a:ext>
              </a:extLst>
            </p:cNvPr>
            <p:cNvSpPr/>
            <p:nvPr/>
          </p:nvSpPr>
          <p:spPr>
            <a:xfrm>
              <a:off x="4319533" y="3660219"/>
              <a:ext cx="899224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Natraj Gudla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(Del lead – India)</a:t>
              </a:r>
              <a:endParaRPr sz="700">
                <a:solidFill>
                  <a:schemeClr val="lt1"/>
                </a:solidFill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CEEFE3-DEC4-AE42-1234-9023572F1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0926" y="3665997"/>
              <a:ext cx="102792" cy="6835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37" name="Rectangle 936">
            <a:extLst>
              <a:ext uri="{FF2B5EF4-FFF2-40B4-BE49-F238E27FC236}">
                <a16:creationId xmlns:a16="http://schemas.microsoft.com/office/drawing/2014/main" id="{ED37CCC9-B898-9AA6-8F7E-50FCB2E8B85E}"/>
              </a:ext>
            </a:extLst>
          </p:cNvPr>
          <p:cNvSpPr/>
          <p:nvPr/>
        </p:nvSpPr>
        <p:spPr>
          <a:xfrm>
            <a:off x="4762905" y="2944951"/>
            <a:ext cx="904469" cy="143386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CC3F2096-358C-D9BA-AD82-B6998C54B920}"/>
              </a:ext>
            </a:extLst>
          </p:cNvPr>
          <p:cNvSpPr/>
          <p:nvPr/>
        </p:nvSpPr>
        <p:spPr>
          <a:xfrm>
            <a:off x="2914456" y="2941597"/>
            <a:ext cx="1826507" cy="106360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7843CE75-C10D-CA6C-7351-25B3964C1CCE}"/>
              </a:ext>
            </a:extLst>
          </p:cNvPr>
          <p:cNvSpPr/>
          <p:nvPr/>
        </p:nvSpPr>
        <p:spPr>
          <a:xfrm>
            <a:off x="1995336" y="2941207"/>
            <a:ext cx="895283" cy="10663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6A6F1035-D2B7-3C27-8342-77E436BBD511}"/>
              </a:ext>
            </a:extLst>
          </p:cNvPr>
          <p:cNvSpPr/>
          <p:nvPr/>
        </p:nvSpPr>
        <p:spPr>
          <a:xfrm>
            <a:off x="1080824" y="2941597"/>
            <a:ext cx="895283" cy="71049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68" name="Group 967">
            <a:extLst>
              <a:ext uri="{FF2B5EF4-FFF2-40B4-BE49-F238E27FC236}">
                <a16:creationId xmlns:a16="http://schemas.microsoft.com/office/drawing/2014/main" id="{F0CA849A-9D7B-F599-893F-45F145120ABA}"/>
              </a:ext>
            </a:extLst>
          </p:cNvPr>
          <p:cNvGrpSpPr/>
          <p:nvPr/>
        </p:nvGrpSpPr>
        <p:grpSpPr>
          <a:xfrm>
            <a:off x="99684" y="1729550"/>
            <a:ext cx="3505325" cy="1067507"/>
            <a:chOff x="99684" y="1729550"/>
            <a:chExt cx="3505325" cy="1067507"/>
          </a:xfrm>
        </p:grpSpPr>
        <p:sp>
          <p:nvSpPr>
            <p:cNvPr id="15" name="Google Shape;919;g22f1b912626_0_165">
              <a:extLst>
                <a:ext uri="{FF2B5EF4-FFF2-40B4-BE49-F238E27FC236}">
                  <a16:creationId xmlns:a16="http://schemas.microsoft.com/office/drawing/2014/main" id="{00B28477-6496-A66B-EF94-7C198FF02185}"/>
                </a:ext>
              </a:extLst>
            </p:cNvPr>
            <p:cNvSpPr/>
            <p:nvPr/>
          </p:nvSpPr>
          <p:spPr>
            <a:xfrm>
              <a:off x="1766174" y="2095485"/>
              <a:ext cx="905416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Barry Houston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(Delivery Exec)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57" name="Google Shape;919;g22f1b912626_0_165">
              <a:extLst>
                <a:ext uri="{FF2B5EF4-FFF2-40B4-BE49-F238E27FC236}">
                  <a16:creationId xmlns:a16="http://schemas.microsoft.com/office/drawing/2014/main" id="{3A43BBE0-8ADD-FEE5-8EF3-DFB995B2BFB7}"/>
                </a:ext>
              </a:extLst>
            </p:cNvPr>
            <p:cNvSpPr/>
            <p:nvPr/>
          </p:nvSpPr>
          <p:spPr>
            <a:xfrm>
              <a:off x="2694680" y="1734666"/>
              <a:ext cx="906855" cy="342942"/>
            </a:xfrm>
            <a:prstGeom prst="rect">
              <a:avLst/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Ben </a:t>
              </a:r>
              <a:r>
                <a:rPr lang="en-US" sz="700" err="1">
                  <a:solidFill>
                    <a:schemeClr val="lt1"/>
                  </a:solidFill>
                </a:rPr>
                <a:t>Lowles</a:t>
              </a:r>
              <a:endParaRPr lang="en-US" sz="700">
                <a:solidFill>
                  <a:schemeClr val="lt1"/>
                </a:solidFill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(Procurement Lead)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58" name="Google Shape;919;g22f1b912626_0_165">
              <a:extLst>
                <a:ext uri="{FF2B5EF4-FFF2-40B4-BE49-F238E27FC236}">
                  <a16:creationId xmlns:a16="http://schemas.microsoft.com/office/drawing/2014/main" id="{B2176C95-85A4-394C-C28E-0A1859AE1C8B}"/>
                </a:ext>
              </a:extLst>
            </p:cNvPr>
            <p:cNvSpPr/>
            <p:nvPr/>
          </p:nvSpPr>
          <p:spPr>
            <a:xfrm>
              <a:off x="2699593" y="2095485"/>
              <a:ext cx="905416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Ian Craney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(Procurement Lead)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60" name="Google Shape;919;g22f1b912626_0_165">
              <a:extLst>
                <a:ext uri="{FF2B5EF4-FFF2-40B4-BE49-F238E27FC236}">
                  <a16:creationId xmlns:a16="http://schemas.microsoft.com/office/drawing/2014/main" id="{40BE3179-05A7-D6B4-2872-993B997A63DB}"/>
                </a:ext>
              </a:extLst>
            </p:cNvPr>
            <p:cNvSpPr/>
            <p:nvPr/>
          </p:nvSpPr>
          <p:spPr>
            <a:xfrm>
              <a:off x="834861" y="1734666"/>
              <a:ext cx="906855" cy="342942"/>
            </a:xfrm>
            <a:prstGeom prst="rect">
              <a:avLst/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 err="1">
                  <a:solidFill>
                    <a:schemeClr val="lt1"/>
                  </a:solidFill>
                </a:rPr>
                <a:t>Akhlas</a:t>
              </a:r>
              <a:r>
                <a:rPr lang="en-US" sz="700">
                  <a:solidFill>
                    <a:schemeClr val="lt1"/>
                  </a:solidFill>
                </a:rPr>
                <a:t> Hafiz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(Head of Modernisation)</a:t>
              </a:r>
            </a:p>
          </p:txBody>
        </p:sp>
        <p:sp>
          <p:nvSpPr>
            <p:cNvPr id="961" name="Google Shape;919;g22f1b912626_0_165">
              <a:extLst>
                <a:ext uri="{FF2B5EF4-FFF2-40B4-BE49-F238E27FC236}">
                  <a16:creationId xmlns:a16="http://schemas.microsoft.com/office/drawing/2014/main" id="{83667437-610F-C997-0BA5-3282DF7DB1F8}"/>
                </a:ext>
              </a:extLst>
            </p:cNvPr>
            <p:cNvSpPr/>
            <p:nvPr/>
          </p:nvSpPr>
          <p:spPr>
            <a:xfrm>
              <a:off x="834861" y="2095485"/>
              <a:ext cx="906855" cy="342942"/>
            </a:xfrm>
            <a:prstGeom prst="rect">
              <a:avLst/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Dauda Jammeh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(Bus Owner - Finance)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AEB16E-C3D0-1CBF-D61C-7579DACABCEE}"/>
                </a:ext>
              </a:extLst>
            </p:cNvPr>
            <p:cNvSpPr txBox="1">
              <a:spLocks/>
            </p:cNvSpPr>
            <p:nvPr/>
          </p:nvSpPr>
          <p:spPr>
            <a:xfrm>
              <a:off x="99684" y="1729550"/>
              <a:ext cx="717068" cy="106331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771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Executive Leadership</a:t>
              </a:r>
            </a:p>
          </p:txBody>
        </p:sp>
        <p:sp>
          <p:nvSpPr>
            <p:cNvPr id="983" name="Google Shape;919;g22f1b912626_0_165">
              <a:extLst>
                <a:ext uri="{FF2B5EF4-FFF2-40B4-BE49-F238E27FC236}">
                  <a16:creationId xmlns:a16="http://schemas.microsoft.com/office/drawing/2014/main" id="{7FB9BA65-D885-AF56-B7A5-59160C3D3F81}"/>
                </a:ext>
              </a:extLst>
            </p:cNvPr>
            <p:cNvSpPr/>
            <p:nvPr/>
          </p:nvSpPr>
          <p:spPr>
            <a:xfrm>
              <a:off x="1766174" y="2454115"/>
              <a:ext cx="905416" cy="342942"/>
            </a:xfrm>
            <a:prstGeom prst="rect">
              <a:avLst/>
            </a:prstGeom>
            <a:solidFill>
              <a:srgbClr val="002060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Stephan Benet-</a:t>
              </a:r>
              <a:r>
                <a:rPr lang="en-US" sz="700" err="1">
                  <a:solidFill>
                    <a:schemeClr val="lt1"/>
                  </a:solidFill>
                </a:rPr>
                <a:t>Weiler</a:t>
              </a:r>
              <a:r>
                <a:rPr lang="en-US" sz="700">
                  <a:solidFill>
                    <a:schemeClr val="lt1"/>
                  </a:solidFill>
                </a:rPr>
                <a:t> / </a:t>
              </a:r>
              <a:r>
                <a:rPr lang="en-US" sz="700" err="1">
                  <a:solidFill>
                    <a:schemeClr val="lt1"/>
                  </a:solidFill>
                </a:rPr>
                <a:t>Aine</a:t>
              </a:r>
              <a:r>
                <a:rPr lang="en-US" sz="700">
                  <a:solidFill>
                    <a:schemeClr val="lt1"/>
                  </a:solidFill>
                </a:rPr>
                <a:t> Kane (Del Exec)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12" name="Google Shape;919;g22f1b912626_0_165">
              <a:extLst>
                <a:ext uri="{FF2B5EF4-FFF2-40B4-BE49-F238E27FC236}">
                  <a16:creationId xmlns:a16="http://schemas.microsoft.com/office/drawing/2014/main" id="{302DE8FA-9836-1586-3323-28E50DED1B1C}"/>
                </a:ext>
              </a:extLst>
            </p:cNvPr>
            <p:cNvSpPr/>
            <p:nvPr/>
          </p:nvSpPr>
          <p:spPr>
            <a:xfrm>
              <a:off x="1765381" y="1734666"/>
              <a:ext cx="906855" cy="342942"/>
            </a:xfrm>
            <a:prstGeom prst="rect">
              <a:avLst/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Vanessa Ortega (Business Owner)</a:t>
              </a:r>
              <a:endParaRPr sz="700">
                <a:solidFill>
                  <a:schemeClr val="lt1"/>
                </a:solidFill>
              </a:endParaRPr>
            </a:p>
          </p:txBody>
        </p:sp>
        <p:pic>
          <p:nvPicPr>
            <p:cNvPr id="1056" name="Picture 1055">
              <a:extLst>
                <a:ext uri="{FF2B5EF4-FFF2-40B4-BE49-F238E27FC236}">
                  <a16:creationId xmlns:a16="http://schemas.microsoft.com/office/drawing/2014/main" id="{DD4D650F-AAFF-E14E-EF42-6D2595FCE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1040" y="1740076"/>
              <a:ext cx="111330" cy="63729"/>
            </a:xfrm>
            <a:prstGeom prst="rect">
              <a:avLst/>
            </a:prstGeom>
          </p:spPr>
        </p:pic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AD519513-01C1-E440-F2C0-74064BA9391D}"/>
                </a:ext>
              </a:extLst>
            </p:cNvPr>
            <p:cNvSpPr/>
            <p:nvPr/>
          </p:nvSpPr>
          <p:spPr>
            <a:xfrm>
              <a:off x="2698907" y="1742076"/>
              <a:ext cx="906102" cy="69635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6" name="Rectangle 965">
              <a:extLst>
                <a:ext uri="{FF2B5EF4-FFF2-40B4-BE49-F238E27FC236}">
                  <a16:creationId xmlns:a16="http://schemas.microsoft.com/office/drawing/2014/main" id="{5075CFBF-1933-CB8F-7F4C-DEC1AF3F3AA5}"/>
                </a:ext>
              </a:extLst>
            </p:cNvPr>
            <p:cNvSpPr/>
            <p:nvPr/>
          </p:nvSpPr>
          <p:spPr>
            <a:xfrm>
              <a:off x="1772208" y="1736872"/>
              <a:ext cx="906102" cy="105599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0718D319-2DA3-F24C-70B5-23A89035EC52}"/>
                </a:ext>
              </a:extLst>
            </p:cNvPr>
            <p:cNvSpPr/>
            <p:nvPr/>
          </p:nvSpPr>
          <p:spPr>
            <a:xfrm>
              <a:off x="839475" y="1737298"/>
              <a:ext cx="906102" cy="69635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91" name="Group 990">
            <a:extLst>
              <a:ext uri="{FF2B5EF4-FFF2-40B4-BE49-F238E27FC236}">
                <a16:creationId xmlns:a16="http://schemas.microsoft.com/office/drawing/2014/main" id="{EAF489D3-4475-279A-9742-907935C78431}"/>
              </a:ext>
            </a:extLst>
          </p:cNvPr>
          <p:cNvGrpSpPr/>
          <p:nvPr/>
        </p:nvGrpSpPr>
        <p:grpSpPr>
          <a:xfrm>
            <a:off x="550778" y="4524109"/>
            <a:ext cx="7252907" cy="1437857"/>
            <a:chOff x="550778" y="4524109"/>
            <a:chExt cx="7252907" cy="1437857"/>
          </a:xfrm>
        </p:grpSpPr>
        <p:sp>
          <p:nvSpPr>
            <p:cNvPr id="944" name="Google Shape;919;g22f1b912626_0_165">
              <a:extLst>
                <a:ext uri="{FF2B5EF4-FFF2-40B4-BE49-F238E27FC236}">
                  <a16:creationId xmlns:a16="http://schemas.microsoft.com/office/drawing/2014/main" id="{F5749439-B36A-433D-F810-BBFC650B4B96}"/>
                </a:ext>
              </a:extLst>
            </p:cNvPr>
            <p:cNvSpPr/>
            <p:nvPr/>
          </p:nvSpPr>
          <p:spPr>
            <a:xfrm>
              <a:off x="1267948" y="4534830"/>
              <a:ext cx="796168" cy="342942"/>
            </a:xfrm>
            <a:prstGeom prst="rect">
              <a:avLst/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Kerstin </a:t>
              </a:r>
              <a:r>
                <a:rPr lang="en-US" sz="700" err="1">
                  <a:solidFill>
                    <a:schemeClr val="lt1"/>
                  </a:solidFill>
                </a:rPr>
                <a:t>Kasdorf</a:t>
              </a:r>
              <a:endParaRPr lang="en-US" sz="700">
                <a:solidFill>
                  <a:schemeClr val="lt1"/>
                </a:solidFill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(Policy PO)</a:t>
              </a:r>
            </a:p>
          </p:txBody>
        </p:sp>
        <p:sp>
          <p:nvSpPr>
            <p:cNvPr id="945" name="Google Shape;919;g22f1b912626_0_165">
              <a:extLst>
                <a:ext uri="{FF2B5EF4-FFF2-40B4-BE49-F238E27FC236}">
                  <a16:creationId xmlns:a16="http://schemas.microsoft.com/office/drawing/2014/main" id="{AD2CBC71-CDD7-1676-E9E8-752D0EDC1391}"/>
                </a:ext>
              </a:extLst>
            </p:cNvPr>
            <p:cNvSpPr/>
            <p:nvPr/>
          </p:nvSpPr>
          <p:spPr>
            <a:xfrm>
              <a:off x="1268740" y="4894794"/>
              <a:ext cx="794905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Sherezad Contractor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(PC </a:t>
              </a:r>
              <a:r>
                <a:rPr lang="en-US" sz="700" err="1">
                  <a:solidFill>
                    <a:schemeClr val="lt1"/>
                  </a:solidFill>
                </a:rPr>
                <a:t>Func</a:t>
              </a:r>
              <a:r>
                <a:rPr lang="en-US" sz="700">
                  <a:solidFill>
                    <a:schemeClr val="lt1"/>
                  </a:solidFill>
                </a:rPr>
                <a:t> </a:t>
              </a:r>
              <a:r>
                <a:rPr lang="en-US" sz="700" err="1">
                  <a:solidFill>
                    <a:schemeClr val="lt1"/>
                  </a:solidFill>
                </a:rPr>
                <a:t>Ld</a:t>
              </a:r>
              <a:r>
                <a:rPr lang="en-US" sz="700">
                  <a:solidFill>
                    <a:schemeClr val="lt1"/>
                  </a:solidFill>
                </a:rPr>
                <a:t>)</a:t>
              </a:r>
            </a:p>
          </p:txBody>
        </p:sp>
        <p:sp>
          <p:nvSpPr>
            <p:cNvPr id="946" name="Google Shape;919;g22f1b912626_0_165">
              <a:extLst>
                <a:ext uri="{FF2B5EF4-FFF2-40B4-BE49-F238E27FC236}">
                  <a16:creationId xmlns:a16="http://schemas.microsoft.com/office/drawing/2014/main" id="{0D5B4D6F-181C-C605-F6CA-5457D33C7198}"/>
                </a:ext>
              </a:extLst>
            </p:cNvPr>
            <p:cNvSpPr/>
            <p:nvPr/>
          </p:nvSpPr>
          <p:spPr>
            <a:xfrm>
              <a:off x="1268740" y="5254261"/>
              <a:ext cx="794905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Rajesh Bandaru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(PC Tech </a:t>
              </a:r>
              <a:r>
                <a:rPr lang="en-US" sz="700" err="1">
                  <a:solidFill>
                    <a:schemeClr val="lt1"/>
                  </a:solidFill>
                </a:rPr>
                <a:t>Ld</a:t>
              </a:r>
              <a:r>
                <a:rPr lang="en-US" sz="700">
                  <a:solidFill>
                    <a:schemeClr val="lt1"/>
                  </a:solidFill>
                </a:rPr>
                <a:t>)</a:t>
              </a:r>
            </a:p>
          </p:txBody>
        </p:sp>
        <p:sp>
          <p:nvSpPr>
            <p:cNvPr id="947" name="Google Shape;919;g22f1b912626_0_165">
              <a:extLst>
                <a:ext uri="{FF2B5EF4-FFF2-40B4-BE49-F238E27FC236}">
                  <a16:creationId xmlns:a16="http://schemas.microsoft.com/office/drawing/2014/main" id="{276D7BE6-3DC4-9C59-FF9F-FE5F43EE2DE2}"/>
                </a:ext>
              </a:extLst>
            </p:cNvPr>
            <p:cNvSpPr/>
            <p:nvPr/>
          </p:nvSpPr>
          <p:spPr>
            <a:xfrm>
              <a:off x="2095414" y="4534830"/>
              <a:ext cx="796168" cy="342942"/>
            </a:xfrm>
            <a:prstGeom prst="rect">
              <a:avLst/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Patrycja </a:t>
              </a:r>
              <a:r>
                <a:rPr lang="en-US" sz="700" err="1">
                  <a:solidFill>
                    <a:schemeClr val="lt1"/>
                  </a:solidFill>
                </a:rPr>
                <a:t>Kuligowska</a:t>
              </a:r>
              <a:endParaRPr lang="en-US" sz="700">
                <a:solidFill>
                  <a:schemeClr val="lt1"/>
                </a:solidFill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(Billing PO)</a:t>
              </a:r>
            </a:p>
          </p:txBody>
        </p:sp>
        <p:sp>
          <p:nvSpPr>
            <p:cNvPr id="948" name="Google Shape;919;g22f1b912626_0_165">
              <a:extLst>
                <a:ext uri="{FF2B5EF4-FFF2-40B4-BE49-F238E27FC236}">
                  <a16:creationId xmlns:a16="http://schemas.microsoft.com/office/drawing/2014/main" id="{5420B4F8-4BCD-D5A6-E8D4-C592DA6BF265}"/>
                </a:ext>
              </a:extLst>
            </p:cNvPr>
            <p:cNvSpPr/>
            <p:nvPr/>
          </p:nvSpPr>
          <p:spPr>
            <a:xfrm>
              <a:off x="2096206" y="4894794"/>
              <a:ext cx="794905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Sriram Jagannathan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(BC </a:t>
              </a:r>
              <a:r>
                <a:rPr lang="en-US" sz="700" err="1">
                  <a:solidFill>
                    <a:schemeClr val="lt1"/>
                  </a:solidFill>
                </a:rPr>
                <a:t>Func</a:t>
              </a:r>
              <a:r>
                <a:rPr lang="en-US" sz="700">
                  <a:solidFill>
                    <a:schemeClr val="lt1"/>
                  </a:solidFill>
                </a:rPr>
                <a:t> </a:t>
              </a:r>
              <a:r>
                <a:rPr lang="en-US" sz="700" err="1">
                  <a:solidFill>
                    <a:schemeClr val="lt1"/>
                  </a:solidFill>
                </a:rPr>
                <a:t>Ld</a:t>
              </a:r>
              <a:r>
                <a:rPr lang="en-US" sz="700">
                  <a:solidFill>
                    <a:schemeClr val="lt1"/>
                  </a:solidFill>
                </a:rPr>
                <a:t>)</a:t>
              </a:r>
            </a:p>
          </p:txBody>
        </p:sp>
        <p:sp>
          <p:nvSpPr>
            <p:cNvPr id="949" name="Google Shape;919;g22f1b912626_0_165">
              <a:extLst>
                <a:ext uri="{FF2B5EF4-FFF2-40B4-BE49-F238E27FC236}">
                  <a16:creationId xmlns:a16="http://schemas.microsoft.com/office/drawing/2014/main" id="{CD5A2B5C-C64F-C49C-CA2E-D244CC68809A}"/>
                </a:ext>
              </a:extLst>
            </p:cNvPr>
            <p:cNvSpPr/>
            <p:nvPr/>
          </p:nvSpPr>
          <p:spPr>
            <a:xfrm>
              <a:off x="2096206" y="5254261"/>
              <a:ext cx="794905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Balaji KV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(BC Technical Lead)</a:t>
              </a:r>
            </a:p>
          </p:txBody>
        </p:sp>
        <p:sp>
          <p:nvSpPr>
            <p:cNvPr id="838" name="Google Shape;919;g22f1b912626_0_165">
              <a:extLst>
                <a:ext uri="{FF2B5EF4-FFF2-40B4-BE49-F238E27FC236}">
                  <a16:creationId xmlns:a16="http://schemas.microsoft.com/office/drawing/2014/main" id="{767D2905-0126-F693-AF6B-6F7108AE426A}"/>
                </a:ext>
              </a:extLst>
            </p:cNvPr>
            <p:cNvSpPr/>
            <p:nvPr/>
          </p:nvSpPr>
          <p:spPr>
            <a:xfrm>
              <a:off x="2920259" y="4896492"/>
              <a:ext cx="794905" cy="339546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Gourab </a:t>
              </a:r>
              <a:r>
                <a:rPr lang="en-US" sz="700" err="1">
                  <a:solidFill>
                    <a:schemeClr val="lt1"/>
                  </a:solidFill>
                </a:rPr>
                <a:t>Marikm</a:t>
              </a:r>
              <a:endParaRPr lang="en-US" sz="700">
                <a:solidFill>
                  <a:schemeClr val="lt1"/>
                </a:solidFill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(GW Int. Lead)</a:t>
              </a:r>
            </a:p>
          </p:txBody>
        </p:sp>
        <p:sp>
          <p:nvSpPr>
            <p:cNvPr id="840" name="Google Shape;919;g22f1b912626_0_165">
              <a:extLst>
                <a:ext uri="{FF2B5EF4-FFF2-40B4-BE49-F238E27FC236}">
                  <a16:creationId xmlns:a16="http://schemas.microsoft.com/office/drawing/2014/main" id="{3D07D657-56A3-B6A4-AB34-937077B27D95}"/>
                </a:ext>
              </a:extLst>
            </p:cNvPr>
            <p:cNvSpPr/>
            <p:nvPr/>
          </p:nvSpPr>
          <p:spPr>
            <a:xfrm>
              <a:off x="2920259" y="5254261"/>
              <a:ext cx="794905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Vamshi C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(Guidewire Lead)</a:t>
              </a:r>
            </a:p>
          </p:txBody>
        </p:sp>
        <p:sp>
          <p:nvSpPr>
            <p:cNvPr id="846" name="Google Shape;919;g22f1b912626_0_165">
              <a:extLst>
                <a:ext uri="{FF2B5EF4-FFF2-40B4-BE49-F238E27FC236}">
                  <a16:creationId xmlns:a16="http://schemas.microsoft.com/office/drawing/2014/main" id="{0E4DC9BA-64F7-7142-8540-5B8A0829FE7B}"/>
                </a:ext>
              </a:extLst>
            </p:cNvPr>
            <p:cNvSpPr/>
            <p:nvPr/>
          </p:nvSpPr>
          <p:spPr>
            <a:xfrm>
              <a:off x="5368847" y="4896170"/>
              <a:ext cx="794905" cy="342942"/>
            </a:xfrm>
            <a:prstGeom prst="rect">
              <a:avLst/>
            </a:prstGeom>
            <a:solidFill>
              <a:srgbClr val="0098C7">
                <a:alpha val="50000"/>
              </a:srgb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(Policy </a:t>
              </a:r>
              <a:r>
                <a:rPr lang="en-US" sz="700" err="1">
                  <a:solidFill>
                    <a:schemeClr val="lt1"/>
                  </a:solidFill>
                </a:rPr>
                <a:t>Mig’n</a:t>
              </a:r>
              <a:r>
                <a:rPr lang="en-US" sz="700">
                  <a:solidFill>
                    <a:schemeClr val="lt1"/>
                  </a:solidFill>
                </a:rPr>
                <a:t> Lead)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C1E2B6-E39C-DF09-67DD-AF5BB70377FE}"/>
                </a:ext>
              </a:extLst>
            </p:cNvPr>
            <p:cNvSpPr txBox="1">
              <a:spLocks/>
            </p:cNvSpPr>
            <p:nvPr/>
          </p:nvSpPr>
          <p:spPr>
            <a:xfrm>
              <a:off x="550778" y="4524109"/>
              <a:ext cx="707706" cy="143785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771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900" b="1" kern="0">
                  <a:solidFill>
                    <a:prstClr val="white"/>
                  </a:solidFill>
                  <a:latin typeface="Arial"/>
                  <a:cs typeface="Arial"/>
                </a:rPr>
                <a:t>POs, Functional &amp; Technical Leads</a:t>
              </a:r>
            </a:p>
          </p:txBody>
        </p:sp>
        <p:sp>
          <p:nvSpPr>
            <p:cNvPr id="985" name="Google Shape;919;g22f1b912626_0_165">
              <a:extLst>
                <a:ext uri="{FF2B5EF4-FFF2-40B4-BE49-F238E27FC236}">
                  <a16:creationId xmlns:a16="http://schemas.microsoft.com/office/drawing/2014/main" id="{72F60A4C-F595-419A-4288-C1334C79E607}"/>
                </a:ext>
              </a:extLst>
            </p:cNvPr>
            <p:cNvSpPr/>
            <p:nvPr/>
          </p:nvSpPr>
          <p:spPr>
            <a:xfrm>
              <a:off x="6181417" y="4536206"/>
              <a:ext cx="796168" cy="34294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 (Hexaware)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(Test Mgr)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86" name="Google Shape;919;g22f1b912626_0_165">
              <a:extLst>
                <a:ext uri="{FF2B5EF4-FFF2-40B4-BE49-F238E27FC236}">
                  <a16:creationId xmlns:a16="http://schemas.microsoft.com/office/drawing/2014/main" id="{EA420B40-85A7-C8F9-C97F-80F371DA8777}"/>
                </a:ext>
              </a:extLst>
            </p:cNvPr>
            <p:cNvSpPr/>
            <p:nvPr/>
          </p:nvSpPr>
          <p:spPr>
            <a:xfrm>
              <a:off x="6182209" y="4896170"/>
              <a:ext cx="794905" cy="342942"/>
            </a:xfrm>
            <a:prstGeom prst="rect">
              <a:avLst/>
            </a:prstGeom>
            <a:solidFill>
              <a:srgbClr val="0098C7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IN" sz="700" err="1">
                  <a:solidFill>
                    <a:schemeClr val="bg1"/>
                  </a:solidFill>
                </a:rPr>
                <a:t>SivaramaKrishna</a:t>
              </a:r>
              <a:r>
                <a:rPr lang="en-IN" sz="700">
                  <a:solidFill>
                    <a:schemeClr val="bg1"/>
                  </a:solidFill>
                </a:rPr>
                <a:t> Narayanan 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IN" sz="700">
                  <a:solidFill>
                    <a:schemeClr val="bg1"/>
                  </a:solidFill>
                </a:rPr>
                <a:t>(Test Manager)</a:t>
              </a:r>
            </a:p>
          </p:txBody>
        </p:sp>
        <p:sp>
          <p:nvSpPr>
            <p:cNvPr id="11" name="Google Shape;919;g22f1b912626_0_165">
              <a:extLst>
                <a:ext uri="{FF2B5EF4-FFF2-40B4-BE49-F238E27FC236}">
                  <a16:creationId xmlns:a16="http://schemas.microsoft.com/office/drawing/2014/main" id="{23378F48-3438-ABB6-5A7D-C7203B66D0F9}"/>
                </a:ext>
              </a:extLst>
            </p:cNvPr>
            <p:cNvSpPr/>
            <p:nvPr/>
          </p:nvSpPr>
          <p:spPr>
            <a:xfrm>
              <a:off x="2919467" y="4534830"/>
              <a:ext cx="796168" cy="34294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(Integration Lead)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9" name="Google Shape;919;g22f1b912626_0_165">
              <a:extLst>
                <a:ext uri="{FF2B5EF4-FFF2-40B4-BE49-F238E27FC236}">
                  <a16:creationId xmlns:a16="http://schemas.microsoft.com/office/drawing/2014/main" id="{AE499B17-037C-2A73-F150-043CD5B8A637}"/>
                </a:ext>
              </a:extLst>
            </p:cNvPr>
            <p:cNvSpPr/>
            <p:nvPr/>
          </p:nvSpPr>
          <p:spPr>
            <a:xfrm>
              <a:off x="5369643" y="4536206"/>
              <a:ext cx="796168" cy="34294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(Migration Lead)</a:t>
              </a:r>
            </a:p>
          </p:txBody>
        </p:sp>
        <p:sp>
          <p:nvSpPr>
            <p:cNvPr id="984" name="Google Shape;919;g22f1b912626_0_165">
              <a:extLst>
                <a:ext uri="{FF2B5EF4-FFF2-40B4-BE49-F238E27FC236}">
                  <a16:creationId xmlns:a16="http://schemas.microsoft.com/office/drawing/2014/main" id="{7899828A-DD6B-1098-CE8B-EDA6427B2BFB}"/>
                </a:ext>
              </a:extLst>
            </p:cNvPr>
            <p:cNvSpPr/>
            <p:nvPr/>
          </p:nvSpPr>
          <p:spPr>
            <a:xfrm>
              <a:off x="1268740" y="5613567"/>
              <a:ext cx="794905" cy="342942"/>
            </a:xfrm>
            <a:prstGeom prst="rect">
              <a:avLst/>
            </a:prstGeom>
            <a:solidFill>
              <a:srgbClr val="002060">
                <a:alpha val="70000"/>
              </a:srgb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(GW PC Lead)</a:t>
              </a:r>
            </a:p>
          </p:txBody>
        </p:sp>
        <p:sp>
          <p:nvSpPr>
            <p:cNvPr id="988" name="Google Shape;919;g22f1b912626_0_165">
              <a:extLst>
                <a:ext uri="{FF2B5EF4-FFF2-40B4-BE49-F238E27FC236}">
                  <a16:creationId xmlns:a16="http://schemas.microsoft.com/office/drawing/2014/main" id="{B6A03FFA-5A23-72C6-5F31-CC85F08DEE07}"/>
                </a:ext>
              </a:extLst>
            </p:cNvPr>
            <p:cNvSpPr/>
            <p:nvPr/>
          </p:nvSpPr>
          <p:spPr>
            <a:xfrm>
              <a:off x="2096206" y="5613567"/>
              <a:ext cx="794905" cy="342942"/>
            </a:xfrm>
            <a:prstGeom prst="rect">
              <a:avLst/>
            </a:prstGeom>
            <a:solidFill>
              <a:srgbClr val="002060">
                <a:alpha val="70000"/>
              </a:srgb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(GW BC Lead)</a:t>
              </a:r>
            </a:p>
          </p:txBody>
        </p:sp>
        <p:sp>
          <p:nvSpPr>
            <p:cNvPr id="990" name="Google Shape;919;g22f1b912626_0_165">
              <a:extLst>
                <a:ext uri="{FF2B5EF4-FFF2-40B4-BE49-F238E27FC236}">
                  <a16:creationId xmlns:a16="http://schemas.microsoft.com/office/drawing/2014/main" id="{AD3DBE6F-5B47-6839-B5CC-B2F40BA250D5}"/>
                </a:ext>
              </a:extLst>
            </p:cNvPr>
            <p:cNvSpPr/>
            <p:nvPr/>
          </p:nvSpPr>
          <p:spPr>
            <a:xfrm>
              <a:off x="2920259" y="5615265"/>
              <a:ext cx="794905" cy="339546"/>
            </a:xfrm>
            <a:prstGeom prst="rect">
              <a:avLst/>
            </a:prstGeom>
            <a:solidFill>
              <a:srgbClr val="002060">
                <a:alpha val="70000"/>
              </a:srgb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900"/>
              </a:pPr>
              <a:r>
                <a:rPr lang="en-US" sz="700">
                  <a:solidFill>
                    <a:schemeClr val="lt1"/>
                  </a:solidFill>
                </a:rPr>
                <a:t>(GW Int Lead)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1879F1B-A925-0115-53CD-858CEB54A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6137" y="4900190"/>
              <a:ext cx="102792" cy="68357"/>
            </a:xfrm>
            <a:prstGeom prst="rect">
              <a:avLst/>
            </a:prstGeom>
            <a:ln>
              <a:noFill/>
            </a:ln>
          </p:spPr>
        </p:pic>
        <p:sp>
          <p:nvSpPr>
            <p:cNvPr id="925" name="Google Shape;919;g22f1b912626_0_165">
              <a:extLst>
                <a:ext uri="{FF2B5EF4-FFF2-40B4-BE49-F238E27FC236}">
                  <a16:creationId xmlns:a16="http://schemas.microsoft.com/office/drawing/2014/main" id="{FF765150-343C-E904-F1D6-C7F15FB968F3}"/>
                </a:ext>
              </a:extLst>
            </p:cNvPr>
            <p:cNvSpPr/>
            <p:nvPr/>
          </p:nvSpPr>
          <p:spPr>
            <a:xfrm>
              <a:off x="7000870" y="4538005"/>
              <a:ext cx="796168" cy="34294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 (Training / Bus Readiness Lead)</a:t>
              </a:r>
            </a:p>
          </p:txBody>
        </p:sp>
        <p:sp>
          <p:nvSpPr>
            <p:cNvPr id="926" name="Google Shape;919;g22f1b912626_0_165">
              <a:extLst>
                <a:ext uri="{FF2B5EF4-FFF2-40B4-BE49-F238E27FC236}">
                  <a16:creationId xmlns:a16="http://schemas.microsoft.com/office/drawing/2014/main" id="{D46FDDBF-39DE-BB19-025F-481A290FBD7E}"/>
                </a:ext>
              </a:extLst>
            </p:cNvPr>
            <p:cNvSpPr/>
            <p:nvPr/>
          </p:nvSpPr>
          <p:spPr>
            <a:xfrm>
              <a:off x="3731531" y="4534830"/>
              <a:ext cx="796168" cy="34294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(Data Lead)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27" name="Google Shape;919;g22f1b912626_0_165">
              <a:extLst>
                <a:ext uri="{FF2B5EF4-FFF2-40B4-BE49-F238E27FC236}">
                  <a16:creationId xmlns:a16="http://schemas.microsoft.com/office/drawing/2014/main" id="{79B8CC57-4D8F-EC70-A148-502F09D0A9F2}"/>
                </a:ext>
              </a:extLst>
            </p:cNvPr>
            <p:cNvSpPr/>
            <p:nvPr/>
          </p:nvSpPr>
          <p:spPr>
            <a:xfrm>
              <a:off x="4546515" y="4545762"/>
              <a:ext cx="796168" cy="33963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TBD</a:t>
              </a: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rPr lang="en-US" sz="700">
                  <a:solidFill>
                    <a:schemeClr val="lt1"/>
                  </a:solidFill>
                </a:rPr>
                <a:t>(Docs Lead)</a:t>
              </a:r>
            </a:p>
          </p:txBody>
        </p:sp>
        <p:sp>
          <p:nvSpPr>
            <p:cNvPr id="969" name="Rectangle 968">
              <a:extLst>
                <a:ext uri="{FF2B5EF4-FFF2-40B4-BE49-F238E27FC236}">
                  <a16:creationId xmlns:a16="http://schemas.microsoft.com/office/drawing/2014/main" id="{D4856AB8-903A-F214-C833-7207A19B8087}"/>
                </a:ext>
              </a:extLst>
            </p:cNvPr>
            <p:cNvSpPr/>
            <p:nvPr/>
          </p:nvSpPr>
          <p:spPr>
            <a:xfrm>
              <a:off x="1273621" y="4538142"/>
              <a:ext cx="796168" cy="1416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49F8E2B3-05CF-5BF3-08CC-6473A30F2698}"/>
                </a:ext>
              </a:extLst>
            </p:cNvPr>
            <p:cNvSpPr/>
            <p:nvPr/>
          </p:nvSpPr>
          <p:spPr>
            <a:xfrm>
              <a:off x="2098541" y="4538142"/>
              <a:ext cx="796168" cy="1416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4" name="Rectangle 973">
              <a:extLst>
                <a:ext uri="{FF2B5EF4-FFF2-40B4-BE49-F238E27FC236}">
                  <a16:creationId xmlns:a16="http://schemas.microsoft.com/office/drawing/2014/main" id="{6457260A-2470-A10C-D3AD-C58474502327}"/>
                </a:ext>
              </a:extLst>
            </p:cNvPr>
            <p:cNvSpPr/>
            <p:nvPr/>
          </p:nvSpPr>
          <p:spPr>
            <a:xfrm>
              <a:off x="2918041" y="4538142"/>
              <a:ext cx="796168" cy="1416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608FFD73-BC24-13E7-6485-30F5848FFBAB}"/>
                </a:ext>
              </a:extLst>
            </p:cNvPr>
            <p:cNvSpPr/>
            <p:nvPr/>
          </p:nvSpPr>
          <p:spPr>
            <a:xfrm>
              <a:off x="3737555" y="4538143"/>
              <a:ext cx="796168" cy="3396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8" name="Rectangle 977">
              <a:extLst>
                <a:ext uri="{FF2B5EF4-FFF2-40B4-BE49-F238E27FC236}">
                  <a16:creationId xmlns:a16="http://schemas.microsoft.com/office/drawing/2014/main" id="{1571322E-907A-B783-2AB1-7ABDBC56D5B8}"/>
                </a:ext>
              </a:extLst>
            </p:cNvPr>
            <p:cNvSpPr/>
            <p:nvPr/>
          </p:nvSpPr>
          <p:spPr>
            <a:xfrm>
              <a:off x="4550750" y="4537178"/>
              <a:ext cx="796168" cy="3396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2" name="Rectangle 981">
              <a:extLst>
                <a:ext uri="{FF2B5EF4-FFF2-40B4-BE49-F238E27FC236}">
                  <a16:creationId xmlns:a16="http://schemas.microsoft.com/office/drawing/2014/main" id="{947992CF-27B4-FB89-5E7C-03C82BD6EF67}"/>
                </a:ext>
              </a:extLst>
            </p:cNvPr>
            <p:cNvSpPr/>
            <p:nvPr/>
          </p:nvSpPr>
          <p:spPr>
            <a:xfrm>
              <a:off x="5368215" y="4538947"/>
              <a:ext cx="796168" cy="69709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F286E80F-F46D-D3D8-26A4-47402CB62BF3}"/>
                </a:ext>
              </a:extLst>
            </p:cNvPr>
            <p:cNvSpPr/>
            <p:nvPr/>
          </p:nvSpPr>
          <p:spPr>
            <a:xfrm>
              <a:off x="6185529" y="4538947"/>
              <a:ext cx="796168" cy="69709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9" name="Rectangle 988">
              <a:extLst>
                <a:ext uri="{FF2B5EF4-FFF2-40B4-BE49-F238E27FC236}">
                  <a16:creationId xmlns:a16="http://schemas.microsoft.com/office/drawing/2014/main" id="{34788FAA-9C72-93E4-D6AA-BE35B84443DB}"/>
                </a:ext>
              </a:extLst>
            </p:cNvPr>
            <p:cNvSpPr/>
            <p:nvPr/>
          </p:nvSpPr>
          <p:spPr>
            <a:xfrm>
              <a:off x="6999668" y="4539661"/>
              <a:ext cx="804017" cy="3396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92" name="Rectangle 991">
            <a:extLst>
              <a:ext uri="{FF2B5EF4-FFF2-40B4-BE49-F238E27FC236}">
                <a16:creationId xmlns:a16="http://schemas.microsoft.com/office/drawing/2014/main" id="{8FE43CDF-2629-A43E-84F4-23C7D9AC562C}"/>
              </a:ext>
            </a:extLst>
          </p:cNvPr>
          <p:cNvSpPr/>
          <p:nvPr/>
        </p:nvSpPr>
        <p:spPr>
          <a:xfrm>
            <a:off x="8063838" y="947320"/>
            <a:ext cx="4047968" cy="109763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8499996E-BD13-5987-90CE-8244D53B9061}"/>
              </a:ext>
            </a:extLst>
          </p:cNvPr>
          <p:cNvSpPr/>
          <p:nvPr/>
        </p:nvSpPr>
        <p:spPr>
          <a:xfrm>
            <a:off x="8067739" y="2133022"/>
            <a:ext cx="4047968" cy="34193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0934F672-821E-E996-DECC-C1E9DCB48885}"/>
              </a:ext>
            </a:extLst>
          </p:cNvPr>
          <p:cNvSpPr/>
          <p:nvPr/>
        </p:nvSpPr>
        <p:spPr>
          <a:xfrm>
            <a:off x="8063837" y="2574458"/>
            <a:ext cx="3176135" cy="34193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BFFB8F4-316D-6694-7867-E267500DD3A1}"/>
              </a:ext>
            </a:extLst>
          </p:cNvPr>
          <p:cNvSpPr/>
          <p:nvPr/>
        </p:nvSpPr>
        <p:spPr>
          <a:xfrm>
            <a:off x="8057762" y="3015081"/>
            <a:ext cx="3188235" cy="7057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C89B4F7B-BC25-79D5-B98C-94A29EE28312}"/>
              </a:ext>
            </a:extLst>
          </p:cNvPr>
          <p:cNvSpPr/>
          <p:nvPr/>
        </p:nvSpPr>
        <p:spPr>
          <a:xfrm>
            <a:off x="8057762" y="3808373"/>
            <a:ext cx="4047968" cy="709140"/>
          </a:xfrm>
          <a:custGeom>
            <a:avLst/>
            <a:gdLst>
              <a:gd name="connsiteX0" fmla="*/ 0 w 4047968"/>
              <a:gd name="connsiteY0" fmla="*/ 0 h 709140"/>
              <a:gd name="connsiteX1" fmla="*/ 4047968 w 4047968"/>
              <a:gd name="connsiteY1" fmla="*/ 0 h 709140"/>
              <a:gd name="connsiteX2" fmla="*/ 4047968 w 4047968"/>
              <a:gd name="connsiteY2" fmla="*/ 709140 h 709140"/>
              <a:gd name="connsiteX3" fmla="*/ 0 w 4047968"/>
              <a:gd name="connsiteY3" fmla="*/ 709140 h 709140"/>
              <a:gd name="connsiteX4" fmla="*/ 0 w 4047968"/>
              <a:gd name="connsiteY4" fmla="*/ 0 h 709140"/>
              <a:gd name="connsiteX0" fmla="*/ 0 w 4047968"/>
              <a:gd name="connsiteY0" fmla="*/ 0 h 709140"/>
              <a:gd name="connsiteX1" fmla="*/ 4047968 w 4047968"/>
              <a:gd name="connsiteY1" fmla="*/ 0 h 709140"/>
              <a:gd name="connsiteX2" fmla="*/ 4047968 w 4047968"/>
              <a:gd name="connsiteY2" fmla="*/ 709140 h 709140"/>
              <a:gd name="connsiteX3" fmla="*/ 0 w 4047968"/>
              <a:gd name="connsiteY3" fmla="*/ 709140 h 709140"/>
              <a:gd name="connsiteX4" fmla="*/ 0 w 4047968"/>
              <a:gd name="connsiteY4" fmla="*/ 0 h 70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7968" h="709140">
                <a:moveTo>
                  <a:pt x="0" y="0"/>
                </a:moveTo>
                <a:lnTo>
                  <a:pt x="4047968" y="0"/>
                </a:lnTo>
                <a:lnTo>
                  <a:pt x="4047968" y="709140"/>
                </a:lnTo>
                <a:lnTo>
                  <a:pt x="0" y="709140"/>
                </a:lnTo>
                <a:lnTo>
                  <a:pt x="0" y="0"/>
                </a:lnTo>
                <a:close/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E80F6594-57A1-9D7B-0C1B-99BC893B0738}"/>
              </a:ext>
            </a:extLst>
          </p:cNvPr>
          <p:cNvSpPr/>
          <p:nvPr/>
        </p:nvSpPr>
        <p:spPr>
          <a:xfrm>
            <a:off x="8066236" y="4614962"/>
            <a:ext cx="4047968" cy="34193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AC6BA3FE-B336-D54C-8679-7A7C0AFDB915}"/>
              </a:ext>
            </a:extLst>
          </p:cNvPr>
          <p:cNvSpPr/>
          <p:nvPr/>
        </p:nvSpPr>
        <p:spPr>
          <a:xfrm>
            <a:off x="8070420" y="5057266"/>
            <a:ext cx="3188235" cy="6986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B4D9012A-487F-B678-E88D-E592A7C042BC}"/>
              </a:ext>
            </a:extLst>
          </p:cNvPr>
          <p:cNvSpPr/>
          <p:nvPr/>
        </p:nvSpPr>
        <p:spPr>
          <a:xfrm>
            <a:off x="8067739" y="5870255"/>
            <a:ext cx="3188235" cy="7057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8EB3A8-C25E-8CC9-E529-04F2937C08A5}"/>
              </a:ext>
            </a:extLst>
          </p:cNvPr>
          <p:cNvSpPr/>
          <p:nvPr/>
        </p:nvSpPr>
        <p:spPr>
          <a:xfrm>
            <a:off x="5689251" y="2944951"/>
            <a:ext cx="904469" cy="342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Google Shape;919;g22f1b912626_0_165">
            <a:extLst>
              <a:ext uri="{FF2B5EF4-FFF2-40B4-BE49-F238E27FC236}">
                <a16:creationId xmlns:a16="http://schemas.microsoft.com/office/drawing/2014/main" id="{5B5EA841-D320-FA59-8AA7-F14423E5FC5E}"/>
              </a:ext>
            </a:extLst>
          </p:cNvPr>
          <p:cNvSpPr/>
          <p:nvPr/>
        </p:nvSpPr>
        <p:spPr>
          <a:xfrm>
            <a:off x="9567197" y="2574901"/>
            <a:ext cx="829338" cy="34294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700">
                <a:solidFill>
                  <a:schemeClr val="lt1"/>
                </a:solidFill>
              </a:rPr>
              <a:t>TBC</a:t>
            </a:r>
          </a:p>
          <a:p>
            <a:pPr algn="ctr">
              <a:lnSpc>
                <a:spcPct val="90000"/>
              </a:lnSpc>
              <a:buClr>
                <a:schemeClr val="lt1"/>
              </a:buClr>
              <a:buSzPts val="900"/>
            </a:pPr>
            <a:r>
              <a:rPr lang="en-US" sz="700">
                <a:solidFill>
                  <a:schemeClr val="lt1"/>
                </a:solidFill>
              </a:rPr>
              <a:t>(DevOps)</a:t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2f1b912626_0_165"/>
          <p:cNvSpPr txBox="1"/>
          <p:nvPr/>
        </p:nvSpPr>
        <p:spPr>
          <a:xfrm>
            <a:off x="1747121" y="6395556"/>
            <a:ext cx="257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Key: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2f1b912626_0_165"/>
          <p:cNvSpPr/>
          <p:nvPr/>
        </p:nvSpPr>
        <p:spPr>
          <a:xfrm>
            <a:off x="3240532" y="6381462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Beazley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2f1b912626_0_165"/>
          <p:cNvSpPr/>
          <p:nvPr/>
        </p:nvSpPr>
        <p:spPr>
          <a:xfrm>
            <a:off x="2106784" y="6381462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rgbClr val="0098C7"/>
          </a:soli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Capgemini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EB16E-C3D0-1CBF-D61C-7579DACABCEE}"/>
              </a:ext>
            </a:extLst>
          </p:cNvPr>
          <p:cNvSpPr txBox="1">
            <a:spLocks/>
          </p:cNvSpPr>
          <p:nvPr/>
        </p:nvSpPr>
        <p:spPr>
          <a:xfrm>
            <a:off x="85928" y="817393"/>
            <a:ext cx="2610055" cy="33104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Leadership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C355D-4C03-E6DC-1A50-DE7ED909F9E9}"/>
              </a:ext>
            </a:extLst>
          </p:cNvPr>
          <p:cNvSpPr txBox="1">
            <a:spLocks/>
          </p:cNvSpPr>
          <p:nvPr/>
        </p:nvSpPr>
        <p:spPr>
          <a:xfrm>
            <a:off x="413897" y="1288463"/>
            <a:ext cx="2610055" cy="33104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4823D-2DBC-6259-3754-78B20B4ECFF9}"/>
              </a:ext>
            </a:extLst>
          </p:cNvPr>
          <p:cNvSpPr txBox="1">
            <a:spLocks/>
          </p:cNvSpPr>
          <p:nvPr/>
        </p:nvSpPr>
        <p:spPr>
          <a:xfrm>
            <a:off x="734937" y="2468842"/>
            <a:ext cx="920467" cy="331620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 Teams</a:t>
            </a:r>
          </a:p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000" b="1">
              <a:solidFill>
                <a:prstClr val="white"/>
              </a:solidFill>
              <a:ea typeface="+mn-ea"/>
              <a:cs typeface="+mn-cs"/>
            </a:endParaRPr>
          </a:p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>
                <a:solidFill>
                  <a:prstClr val="white"/>
                </a:solidFill>
                <a:ea typeface="+mn-ea"/>
                <a:cs typeface="+mn-cs"/>
              </a:rPr>
              <a:t>Foundation Release</a:t>
            </a:r>
          </a:p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(High Level)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1E2B6-E39C-DF09-67DD-AF5BB70377FE}"/>
              </a:ext>
            </a:extLst>
          </p:cNvPr>
          <p:cNvSpPr txBox="1">
            <a:spLocks/>
          </p:cNvSpPr>
          <p:nvPr/>
        </p:nvSpPr>
        <p:spPr>
          <a:xfrm>
            <a:off x="733220" y="1754394"/>
            <a:ext cx="2610055" cy="33104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>
                <a:solidFill>
                  <a:prstClr val="white"/>
                </a:solidFill>
                <a:latin typeface="Arial"/>
                <a:cs typeface="Arial"/>
              </a:rPr>
              <a:t>POs, Functional &amp; Technical Leads</a:t>
            </a:r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43DD2AF1-E4EA-602E-C430-5A127881A1AA}"/>
              </a:ext>
            </a:extLst>
          </p:cNvPr>
          <p:cNvSpPr/>
          <p:nvPr/>
        </p:nvSpPr>
        <p:spPr>
          <a:xfrm>
            <a:off x="2905609" y="2992954"/>
            <a:ext cx="1141659" cy="21600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Analysts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Product Owner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2060"/>
                </a:solidFill>
                <a:latin typeface="Arial" charset="0"/>
                <a:ea typeface="+mn-ea"/>
                <a:cs typeface="+mn-cs"/>
              </a:rPr>
              <a:t>GW Consultants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Business Analyst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Tech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Testers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0098C7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09A78593-A2CE-DB08-A883-0D627CF5EFF1}"/>
              </a:ext>
            </a:extLst>
          </p:cNvPr>
          <p:cNvSpPr/>
          <p:nvPr/>
        </p:nvSpPr>
        <p:spPr>
          <a:xfrm>
            <a:off x="3925222" y="3728753"/>
            <a:ext cx="0" cy="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771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49" b="0" i="0" u="none" strike="noStrike" kern="0" cap="none" spc="0" normalizeH="0" baseline="0" noProof="0">
              <a:ln>
                <a:noFill/>
              </a:ln>
              <a:solidFill>
                <a:srgbClr val="998C8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35" name="Rounded Rectangle 79">
            <a:extLst>
              <a:ext uri="{FF2B5EF4-FFF2-40B4-BE49-F238E27FC236}">
                <a16:creationId xmlns:a16="http://schemas.microsoft.com/office/drawing/2014/main" id="{84026126-094C-5DF1-5F1E-70DD18DF9982}"/>
              </a:ext>
            </a:extLst>
          </p:cNvPr>
          <p:cNvSpPr/>
          <p:nvPr/>
        </p:nvSpPr>
        <p:spPr>
          <a:xfrm>
            <a:off x="8077290" y="2568629"/>
            <a:ext cx="967418" cy="43079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C199B"/>
              </a:gs>
              <a:gs pos="100000">
                <a:srgbClr val="0098C7"/>
              </a:gs>
            </a:gsLst>
            <a:lin ang="5400000" scaled="1"/>
          </a:gra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Testing Lead</a:t>
            </a:r>
          </a:p>
        </p:txBody>
      </p:sp>
      <p:sp>
        <p:nvSpPr>
          <p:cNvPr id="936" name="Rounded Rectangle 82">
            <a:extLst>
              <a:ext uri="{FF2B5EF4-FFF2-40B4-BE49-F238E27FC236}">
                <a16:creationId xmlns:a16="http://schemas.microsoft.com/office/drawing/2014/main" id="{0755209E-BAE9-1417-FBC0-F9F21DA6CB4B}"/>
              </a:ext>
            </a:extLst>
          </p:cNvPr>
          <p:cNvSpPr/>
          <p:nvPr/>
        </p:nvSpPr>
        <p:spPr>
          <a:xfrm>
            <a:off x="1920189" y="2570910"/>
            <a:ext cx="998307" cy="43079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C199B"/>
              </a:gs>
              <a:gs pos="100000">
                <a:srgbClr val="0098C7"/>
              </a:gs>
            </a:gsLst>
            <a:lin ang="5400000" scaled="1"/>
          </a:gra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Policy Lead</a:t>
            </a:r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3ACCBBB7-3109-32B7-844B-D3709E3FF15F}"/>
              </a:ext>
            </a:extLst>
          </p:cNvPr>
          <p:cNvSpPr/>
          <p:nvPr/>
        </p:nvSpPr>
        <p:spPr>
          <a:xfrm>
            <a:off x="1868242" y="2992954"/>
            <a:ext cx="1141659" cy="21600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Product Owner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Analysts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Scrum Master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2060"/>
                </a:solidFill>
                <a:latin typeface="Arial" charset="0"/>
                <a:ea typeface="+mn-ea"/>
                <a:cs typeface="+mn-cs"/>
              </a:rPr>
              <a:t>GW Consultants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002060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002060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Business Analyst 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Tech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Testers</a:t>
            </a:r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E0961D12-0C58-FEF3-943E-83DC2FCED295}"/>
              </a:ext>
            </a:extLst>
          </p:cNvPr>
          <p:cNvSpPr/>
          <p:nvPr/>
        </p:nvSpPr>
        <p:spPr>
          <a:xfrm rot="16200000">
            <a:off x="1513264" y="3203347"/>
            <a:ext cx="564621" cy="233590"/>
          </a:xfrm>
          <a:prstGeom prst="rect">
            <a:avLst/>
          </a:prstGeom>
          <a:solidFill>
            <a:srgbClr val="0070AD">
              <a:lumMod val="50000"/>
            </a:srgbClr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3296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18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UK</a:t>
            </a:r>
            <a:endParaRPr kumimoji="0" lang="en-GB" sz="183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39BA74A3-3C2B-6CDC-1CF1-DADDC69CFEFB}"/>
              </a:ext>
            </a:extLst>
          </p:cNvPr>
          <p:cNvSpPr/>
          <p:nvPr/>
        </p:nvSpPr>
        <p:spPr>
          <a:xfrm rot="16200000">
            <a:off x="1522355" y="4649401"/>
            <a:ext cx="568671" cy="233590"/>
          </a:xfrm>
          <a:prstGeom prst="rect">
            <a:avLst/>
          </a:prstGeom>
          <a:solidFill>
            <a:srgbClr val="0070AD">
              <a:lumMod val="50000"/>
            </a:srgbClr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3296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18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India</a:t>
            </a:r>
            <a:endParaRPr kumimoji="0" lang="en-GB" sz="183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66" name="Rounded Rectangle 185">
            <a:extLst>
              <a:ext uri="{FF2B5EF4-FFF2-40B4-BE49-F238E27FC236}">
                <a16:creationId xmlns:a16="http://schemas.microsoft.com/office/drawing/2014/main" id="{A661A4A6-98AA-549A-A63D-90C9F927BFF9}"/>
              </a:ext>
            </a:extLst>
          </p:cNvPr>
          <p:cNvSpPr/>
          <p:nvPr/>
        </p:nvSpPr>
        <p:spPr>
          <a:xfrm>
            <a:off x="2977620" y="2570910"/>
            <a:ext cx="998307" cy="43079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C199B"/>
              </a:gs>
              <a:gs pos="100000">
                <a:srgbClr val="0098C7"/>
              </a:gs>
            </a:gsLst>
            <a:lin ang="5400000" scaled="1"/>
          </a:gra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Billing Lead</a:t>
            </a:r>
          </a:p>
        </p:txBody>
      </p:sp>
      <p:sp>
        <p:nvSpPr>
          <p:cNvPr id="967" name="Rounded Rectangle 186">
            <a:extLst>
              <a:ext uri="{FF2B5EF4-FFF2-40B4-BE49-F238E27FC236}">
                <a16:creationId xmlns:a16="http://schemas.microsoft.com/office/drawing/2014/main" id="{E474EA41-BB7E-4DFF-2991-CF65BE77A2F0}"/>
              </a:ext>
            </a:extLst>
          </p:cNvPr>
          <p:cNvSpPr/>
          <p:nvPr/>
        </p:nvSpPr>
        <p:spPr>
          <a:xfrm>
            <a:off x="4035051" y="2570910"/>
            <a:ext cx="889367" cy="43079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C199B"/>
              </a:gs>
              <a:gs pos="100000">
                <a:srgbClr val="0098C7"/>
              </a:gs>
            </a:gsLst>
            <a:lin ang="5400000" scaled="1"/>
          </a:gra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Integration Lead</a:t>
            </a:r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8FA17ACF-FF17-CB9D-07B9-38D7E5F18297}"/>
              </a:ext>
            </a:extLst>
          </p:cNvPr>
          <p:cNvSpPr/>
          <p:nvPr/>
        </p:nvSpPr>
        <p:spPr>
          <a:xfrm>
            <a:off x="3949345" y="2992954"/>
            <a:ext cx="1116527" cy="21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Technical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2060"/>
                </a:solidFill>
                <a:latin typeface="Arial" charset="0"/>
                <a:ea typeface="+mn-ea"/>
                <a:cs typeface="+mn-cs"/>
              </a:rPr>
              <a:t>GW Consultants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002060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Business / Mapping Analyst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Tech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Testers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974" name="Rounded Rectangle 145">
            <a:extLst>
              <a:ext uri="{FF2B5EF4-FFF2-40B4-BE49-F238E27FC236}">
                <a16:creationId xmlns:a16="http://schemas.microsoft.com/office/drawing/2014/main" id="{5E984A70-4EDA-6B76-17AD-5F0F032678D8}"/>
              </a:ext>
            </a:extLst>
          </p:cNvPr>
          <p:cNvSpPr/>
          <p:nvPr/>
        </p:nvSpPr>
        <p:spPr>
          <a:xfrm>
            <a:off x="1912370" y="5448466"/>
            <a:ext cx="5065131" cy="250873"/>
          </a:xfrm>
          <a:prstGeom prst="roundRect">
            <a:avLst>
              <a:gd name="adj" fmla="val 0"/>
            </a:avLst>
          </a:prstGeom>
          <a:solidFill>
            <a:srgbClr val="0098C7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Automation Testers</a:t>
            </a:r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75E232AA-8A3A-1DF6-8964-8A30E1E4FF8C}"/>
              </a:ext>
            </a:extLst>
          </p:cNvPr>
          <p:cNvSpPr/>
          <p:nvPr/>
        </p:nvSpPr>
        <p:spPr>
          <a:xfrm>
            <a:off x="6999739" y="2976295"/>
            <a:ext cx="1179568" cy="21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Product Owner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Technical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Business / Migration Analyst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Migration 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Testers</a:t>
            </a:r>
          </a:p>
        </p:txBody>
      </p:sp>
      <p:sp>
        <p:nvSpPr>
          <p:cNvPr id="978" name="Rounded Rectangle 186">
            <a:extLst>
              <a:ext uri="{FF2B5EF4-FFF2-40B4-BE49-F238E27FC236}">
                <a16:creationId xmlns:a16="http://schemas.microsoft.com/office/drawing/2014/main" id="{C9CA072B-1D08-6A7C-B3D7-4FDBF3351CD5}"/>
              </a:ext>
            </a:extLst>
          </p:cNvPr>
          <p:cNvSpPr/>
          <p:nvPr/>
        </p:nvSpPr>
        <p:spPr>
          <a:xfrm>
            <a:off x="7048782" y="2568629"/>
            <a:ext cx="969384" cy="43079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C199B"/>
              </a:gs>
              <a:gs pos="100000">
                <a:srgbClr val="0098C7"/>
              </a:gs>
            </a:gsLst>
            <a:lin ang="5400000" scaled="1"/>
          </a:gra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Migration Lead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B075B7-6A28-F541-D6F5-45CA278E5F62}"/>
              </a:ext>
            </a:extLst>
          </p:cNvPr>
          <p:cNvSpPr/>
          <p:nvPr/>
        </p:nvSpPr>
        <p:spPr>
          <a:xfrm>
            <a:off x="733427" y="2468842"/>
            <a:ext cx="9590331" cy="3316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002E1-0AED-1D80-C293-9F05C8DA67C3}"/>
              </a:ext>
            </a:extLst>
          </p:cNvPr>
          <p:cNvSpPr/>
          <p:nvPr/>
        </p:nvSpPr>
        <p:spPr>
          <a:xfrm>
            <a:off x="8028269" y="2964590"/>
            <a:ext cx="1179568" cy="21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UAT Testers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272936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0098C7"/>
                </a:solidFill>
                <a:latin typeface="Arial" charset="0"/>
                <a:ea typeface="+mn-ea"/>
                <a:cs typeface="+mn-cs"/>
              </a:rPr>
              <a:t>SIT Testers</a:t>
            </a:r>
          </a:p>
        </p:txBody>
      </p:sp>
      <p:sp>
        <p:nvSpPr>
          <p:cNvPr id="23" name="Rounded Rectangle 145">
            <a:extLst>
              <a:ext uri="{FF2B5EF4-FFF2-40B4-BE49-F238E27FC236}">
                <a16:creationId xmlns:a16="http://schemas.microsoft.com/office/drawing/2014/main" id="{2DD1599B-ED66-2CAA-0038-541B871904DE}"/>
              </a:ext>
            </a:extLst>
          </p:cNvPr>
          <p:cNvSpPr/>
          <p:nvPr/>
        </p:nvSpPr>
        <p:spPr>
          <a:xfrm>
            <a:off x="4374280" y="6381462"/>
            <a:ext cx="1000590" cy="16386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C199B"/>
              </a:gs>
              <a:gs pos="100000">
                <a:srgbClr val="0098C7"/>
              </a:gs>
            </a:gsLst>
            <a:lin ang="5400000" scaled="1"/>
          </a:gra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700">
                <a:solidFill>
                  <a:schemeClr val="bg1"/>
                </a:solidFill>
                <a:ea typeface="+mn-ea"/>
                <a:cs typeface="Arial" pitchFamily="34" charset="0"/>
              </a:rPr>
              <a:t>Combined Teams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A62038-A37A-9E9C-1B63-1C4A6CA58E46}"/>
              </a:ext>
            </a:extLst>
          </p:cNvPr>
          <p:cNvSpPr/>
          <p:nvPr/>
        </p:nvSpPr>
        <p:spPr>
          <a:xfrm>
            <a:off x="1658110" y="6333040"/>
            <a:ext cx="507618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Google Shape;927;g22f1b912626_0_165">
            <a:extLst>
              <a:ext uri="{FF2B5EF4-FFF2-40B4-BE49-F238E27FC236}">
                <a16:creationId xmlns:a16="http://schemas.microsoft.com/office/drawing/2014/main" id="{B83017E7-A357-8CDC-F395-14F04C5126A4}"/>
              </a:ext>
            </a:extLst>
          </p:cNvPr>
          <p:cNvSpPr/>
          <p:nvPr/>
        </p:nvSpPr>
        <p:spPr>
          <a:xfrm>
            <a:off x="5508027" y="6381462"/>
            <a:ext cx="1000590" cy="163862"/>
          </a:xfrm>
          <a:custGeom>
            <a:avLst/>
            <a:gdLst/>
            <a:ahLst/>
            <a:cxnLst/>
            <a:rect l="l" t="t" r="r" b="b"/>
            <a:pathLst>
              <a:path w="2259679" h="307723" extrusionOk="0">
                <a:moveTo>
                  <a:pt x="0" y="0"/>
                </a:moveTo>
                <a:lnTo>
                  <a:pt x="2259679" y="0"/>
                </a:lnTo>
                <a:lnTo>
                  <a:pt x="2259679" y="307723"/>
                </a:lnTo>
                <a:lnTo>
                  <a:pt x="0" y="3077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700">
                <a:solidFill>
                  <a:schemeClr val="lt1"/>
                </a:solidFill>
              </a:rPr>
              <a:t>Guidewire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9" name="Straight Connector 898">
            <a:extLst>
              <a:ext uri="{FF2B5EF4-FFF2-40B4-BE49-F238E27FC236}">
                <a16:creationId xmlns:a16="http://schemas.microsoft.com/office/drawing/2014/main" id="{457DE920-E533-F3E8-98C7-58544CEC1B38}"/>
              </a:ext>
            </a:extLst>
          </p:cNvPr>
          <p:cNvCxnSpPr>
            <a:cxnSpLocks/>
          </p:cNvCxnSpPr>
          <p:nvPr/>
        </p:nvCxnSpPr>
        <p:spPr>
          <a:xfrm>
            <a:off x="1795070" y="4269521"/>
            <a:ext cx="841573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6" name="Callout: Left-Right Arrow 905">
            <a:extLst>
              <a:ext uri="{FF2B5EF4-FFF2-40B4-BE49-F238E27FC236}">
                <a16:creationId xmlns:a16="http://schemas.microsoft.com/office/drawing/2014/main" id="{5ECBF880-0EE1-A68A-05CE-582466C6582B}"/>
              </a:ext>
            </a:extLst>
          </p:cNvPr>
          <p:cNvSpPr/>
          <p:nvPr/>
        </p:nvSpPr>
        <p:spPr>
          <a:xfrm>
            <a:off x="10487404" y="872233"/>
            <a:ext cx="718466" cy="5622418"/>
          </a:xfrm>
          <a:prstGeom prst="leftRightArrowCallout">
            <a:avLst>
              <a:gd name="adj1" fmla="val 31505"/>
              <a:gd name="adj2" fmla="val 26567"/>
              <a:gd name="adj3" fmla="val 25000"/>
              <a:gd name="adj4" fmla="val 199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AB77A-CAF9-3367-695F-5D35B6578E11}"/>
              </a:ext>
            </a:extLst>
          </p:cNvPr>
          <p:cNvSpPr txBox="1">
            <a:spLocks/>
          </p:cNvSpPr>
          <p:nvPr/>
        </p:nvSpPr>
        <p:spPr>
          <a:xfrm>
            <a:off x="11267867" y="874927"/>
            <a:ext cx="625130" cy="108452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1" kern="0">
                <a:solidFill>
                  <a:prstClr val="white"/>
                </a:solidFill>
                <a:latin typeface="Arial"/>
                <a:cs typeface="Arial"/>
              </a:rPr>
              <a:t>Product </a:t>
            </a:r>
            <a:r>
              <a:rPr lang="en-GB" sz="800" b="1" kern="0" err="1">
                <a:solidFill>
                  <a:prstClr val="white"/>
                </a:solidFill>
                <a:latin typeface="Arial"/>
                <a:cs typeface="Arial"/>
              </a:rPr>
              <a:t>Rationalis-ation</a:t>
            </a:r>
            <a:endParaRPr lang="en-GB" sz="800" b="1" kern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13714D-ED57-5640-60F4-BEDAC7741DC8}"/>
              </a:ext>
            </a:extLst>
          </p:cNvPr>
          <p:cNvSpPr txBox="1">
            <a:spLocks/>
          </p:cNvSpPr>
          <p:nvPr/>
        </p:nvSpPr>
        <p:spPr>
          <a:xfrm>
            <a:off x="11267867" y="2050835"/>
            <a:ext cx="633400" cy="34775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Excellence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98F693-C3BD-E222-3BF9-443E6CDFF267}"/>
              </a:ext>
            </a:extLst>
          </p:cNvPr>
          <p:cNvSpPr txBox="1">
            <a:spLocks/>
          </p:cNvSpPr>
          <p:nvPr/>
        </p:nvSpPr>
        <p:spPr>
          <a:xfrm>
            <a:off x="11267867" y="2488721"/>
            <a:ext cx="633400" cy="349958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Infra / DevOps</a:t>
            </a: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FE62040E-7769-BBA6-1771-6D4C924222E8}"/>
              </a:ext>
            </a:extLst>
          </p:cNvPr>
          <p:cNvSpPr txBox="1">
            <a:spLocks/>
          </p:cNvSpPr>
          <p:nvPr/>
        </p:nvSpPr>
        <p:spPr>
          <a:xfrm>
            <a:off x="11267867" y="2932230"/>
            <a:ext cx="633400" cy="701194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Business Analysis</a:t>
            </a:r>
          </a:p>
        </p:txBody>
      </p:sp>
      <p:sp>
        <p:nvSpPr>
          <p:cNvPr id="900" name="TextBox 899">
            <a:extLst>
              <a:ext uri="{FF2B5EF4-FFF2-40B4-BE49-F238E27FC236}">
                <a16:creationId xmlns:a16="http://schemas.microsoft.com/office/drawing/2014/main" id="{67EAD384-CCD4-507A-9296-1697E55DA838}"/>
              </a:ext>
            </a:extLst>
          </p:cNvPr>
          <p:cNvSpPr txBox="1">
            <a:spLocks/>
          </p:cNvSpPr>
          <p:nvPr/>
        </p:nvSpPr>
        <p:spPr>
          <a:xfrm>
            <a:off x="11267867" y="3723421"/>
            <a:ext cx="633400" cy="71753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SMEs</a:t>
            </a:r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F875705C-3C87-4B51-4604-B1E73F23BC07}"/>
              </a:ext>
            </a:extLst>
          </p:cNvPr>
          <p:cNvSpPr txBox="1">
            <a:spLocks/>
          </p:cNvSpPr>
          <p:nvPr/>
        </p:nvSpPr>
        <p:spPr>
          <a:xfrm>
            <a:off x="11267867" y="4530764"/>
            <a:ext cx="633400" cy="349958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 Plat. Owners</a:t>
            </a:r>
          </a:p>
        </p:txBody>
      </p:sp>
      <p:sp>
        <p:nvSpPr>
          <p:cNvPr id="902" name="TextBox 901">
            <a:extLst>
              <a:ext uri="{FF2B5EF4-FFF2-40B4-BE49-F238E27FC236}">
                <a16:creationId xmlns:a16="http://schemas.microsoft.com/office/drawing/2014/main" id="{A6D0AB9A-B436-0C7E-189C-DE9EBF536836}"/>
              </a:ext>
            </a:extLst>
          </p:cNvPr>
          <p:cNvSpPr txBox="1">
            <a:spLocks/>
          </p:cNvSpPr>
          <p:nvPr/>
        </p:nvSpPr>
        <p:spPr>
          <a:xfrm>
            <a:off x="11267867" y="4970528"/>
            <a:ext cx="633400" cy="72471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Architects</a:t>
            </a: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7A9B95AC-8DEF-C0E5-304C-1C1120A0F3EA}"/>
              </a:ext>
            </a:extLst>
          </p:cNvPr>
          <p:cNvSpPr txBox="1">
            <a:spLocks/>
          </p:cNvSpPr>
          <p:nvPr/>
        </p:nvSpPr>
        <p:spPr>
          <a:xfrm>
            <a:off x="11267867" y="5785043"/>
            <a:ext cx="633400" cy="71230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771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Shared Services</a:t>
            </a:r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F647A4E9-2823-2B83-2AC5-FBE11D7FA259}"/>
              </a:ext>
            </a:extLst>
          </p:cNvPr>
          <p:cNvSpPr/>
          <p:nvPr/>
        </p:nvSpPr>
        <p:spPr>
          <a:xfrm>
            <a:off x="4927860" y="2988995"/>
            <a:ext cx="1179568" cy="21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Product Owner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Technical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/ Data Analyst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Data 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Testers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905" name="Rounded Rectangle 186">
            <a:extLst>
              <a:ext uri="{FF2B5EF4-FFF2-40B4-BE49-F238E27FC236}">
                <a16:creationId xmlns:a16="http://schemas.microsoft.com/office/drawing/2014/main" id="{F46B07E1-F58A-E2AF-E324-C93FFFF58FF8}"/>
              </a:ext>
            </a:extLst>
          </p:cNvPr>
          <p:cNvSpPr/>
          <p:nvPr/>
        </p:nvSpPr>
        <p:spPr>
          <a:xfrm>
            <a:off x="4993162" y="2568629"/>
            <a:ext cx="969384" cy="430792"/>
          </a:xfrm>
          <a:prstGeom prst="roundRect">
            <a:avLst>
              <a:gd name="adj" fmla="val 0"/>
            </a:avLst>
          </a:prstGeom>
          <a:solidFill>
            <a:srgbClr val="DC199B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Data Lead</a:t>
            </a:r>
          </a:p>
        </p:txBody>
      </p:sp>
      <p:sp>
        <p:nvSpPr>
          <p:cNvPr id="908" name="Arrow: Left-Up 907">
            <a:extLst>
              <a:ext uri="{FF2B5EF4-FFF2-40B4-BE49-F238E27FC236}">
                <a16:creationId xmlns:a16="http://schemas.microsoft.com/office/drawing/2014/main" id="{3DD3662D-5EF3-482A-6646-EB4A6505F135}"/>
              </a:ext>
            </a:extLst>
          </p:cNvPr>
          <p:cNvSpPr/>
          <p:nvPr/>
        </p:nvSpPr>
        <p:spPr>
          <a:xfrm flipH="1">
            <a:off x="90006" y="1188314"/>
            <a:ext cx="293132" cy="331041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9" name="Arrow: Left-Up 908">
            <a:extLst>
              <a:ext uri="{FF2B5EF4-FFF2-40B4-BE49-F238E27FC236}">
                <a16:creationId xmlns:a16="http://schemas.microsoft.com/office/drawing/2014/main" id="{EF497D6C-A999-5944-9C1B-72BCFD1884AC}"/>
              </a:ext>
            </a:extLst>
          </p:cNvPr>
          <p:cNvSpPr/>
          <p:nvPr/>
        </p:nvSpPr>
        <p:spPr>
          <a:xfrm flipH="1">
            <a:off x="409329" y="1718259"/>
            <a:ext cx="293132" cy="331041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0" name="Arrow: Up-Down 909">
            <a:extLst>
              <a:ext uri="{FF2B5EF4-FFF2-40B4-BE49-F238E27FC236}">
                <a16:creationId xmlns:a16="http://schemas.microsoft.com/office/drawing/2014/main" id="{8ABE9A6F-80E7-396A-FFC4-43596437D262}"/>
              </a:ext>
            </a:extLst>
          </p:cNvPr>
          <p:cNvSpPr/>
          <p:nvPr/>
        </p:nvSpPr>
        <p:spPr>
          <a:xfrm>
            <a:off x="1071970" y="2106119"/>
            <a:ext cx="246400" cy="3420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1" name="Rounded Rectangle 79">
            <a:extLst>
              <a:ext uri="{FF2B5EF4-FFF2-40B4-BE49-F238E27FC236}">
                <a16:creationId xmlns:a16="http://schemas.microsoft.com/office/drawing/2014/main" id="{4FA1DB03-579C-BC16-2F87-31B26E4B5183}"/>
              </a:ext>
            </a:extLst>
          </p:cNvPr>
          <p:cNvSpPr/>
          <p:nvPr/>
        </p:nvSpPr>
        <p:spPr>
          <a:xfrm>
            <a:off x="9095608" y="2570910"/>
            <a:ext cx="967418" cy="430792"/>
          </a:xfrm>
          <a:prstGeom prst="roundRect">
            <a:avLst>
              <a:gd name="adj" fmla="val 0"/>
            </a:avLst>
          </a:prstGeom>
          <a:solidFill>
            <a:srgbClr val="DC199B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Training &amp; Business Readiness</a:t>
            </a:r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BB752B5E-984E-9FE3-C7A4-88EB666625A0}"/>
              </a:ext>
            </a:extLst>
          </p:cNvPr>
          <p:cNvSpPr/>
          <p:nvPr/>
        </p:nvSpPr>
        <p:spPr>
          <a:xfrm>
            <a:off x="9050152" y="2966871"/>
            <a:ext cx="1179568" cy="21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Readiness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Training and Communication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Model Office Lead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0098C7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915" name="Rounded Rectangle 186">
            <a:extLst>
              <a:ext uri="{FF2B5EF4-FFF2-40B4-BE49-F238E27FC236}">
                <a16:creationId xmlns:a16="http://schemas.microsoft.com/office/drawing/2014/main" id="{6ACF7BAC-A53C-FCE9-7E5E-CE96335239E8}"/>
              </a:ext>
            </a:extLst>
          </p:cNvPr>
          <p:cNvSpPr/>
          <p:nvPr/>
        </p:nvSpPr>
        <p:spPr>
          <a:xfrm>
            <a:off x="6021670" y="2568629"/>
            <a:ext cx="969384" cy="430792"/>
          </a:xfrm>
          <a:prstGeom prst="roundRect">
            <a:avLst>
              <a:gd name="adj" fmla="val 0"/>
            </a:avLst>
          </a:prstGeom>
          <a:solidFill>
            <a:srgbClr val="DC199B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rIns="0" rtlCol="0" anchor="ctr" anchorCtr="1">
            <a:noAutofit/>
          </a:bodyPr>
          <a:lstStyle/>
          <a:p>
            <a:pPr algn="ctr" defTabSz="932962">
              <a:buClrTx/>
              <a:buFontTx/>
              <a:buNone/>
              <a:defRPr/>
            </a:pPr>
            <a:r>
              <a:rPr lang="en-GB" sz="918" b="1">
                <a:solidFill>
                  <a:prstClr val="white"/>
                </a:solidFill>
                <a:ea typeface="+mn-ea"/>
                <a:cs typeface="Arial" pitchFamily="34" charset="0"/>
              </a:rPr>
              <a:t>Docs Lead</a:t>
            </a:r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B964CACF-4BAA-320D-8ED7-9DBA4135AE66}"/>
              </a:ext>
            </a:extLst>
          </p:cNvPr>
          <p:cNvSpPr/>
          <p:nvPr/>
        </p:nvSpPr>
        <p:spPr>
          <a:xfrm>
            <a:off x="5937510" y="2988995"/>
            <a:ext cx="1179568" cy="21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Product Owner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Technical SMEs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Business / Docs Analyst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Docs Developers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GB" sz="918" kern="1200">
                <a:solidFill>
                  <a:srgbClr val="DC199B"/>
                </a:solidFill>
                <a:latin typeface="Arial" charset="0"/>
                <a:ea typeface="+mn-ea"/>
                <a:cs typeface="+mn-cs"/>
              </a:rPr>
              <a:t>Testers</a:t>
            </a: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  <a:p>
            <a:pPr defTabSz="932962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GB" sz="918" kern="1200">
              <a:solidFill>
                <a:srgbClr val="DC199B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63F26C0F-A63A-0D0E-3D6D-D8481123AAB3}"/>
              </a:ext>
            </a:extLst>
          </p:cNvPr>
          <p:cNvSpPr txBox="1"/>
          <p:nvPr/>
        </p:nvSpPr>
        <p:spPr>
          <a:xfrm>
            <a:off x="57366" y="23665"/>
            <a:ext cx="11617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/>
              <a:t>GPAS &amp; BILLING – DRAFT STRUCTURE (INC DEVELOPMENT) v0.2</a:t>
            </a:r>
          </a:p>
        </p:txBody>
      </p:sp>
    </p:spTree>
    <p:extLst>
      <p:ext uri="{BB962C8B-B14F-4D97-AF65-F5344CB8AC3E}">
        <p14:creationId xmlns:p14="http://schemas.microsoft.com/office/powerpoint/2010/main" val="20371031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beazley Jul22">
      <a:dk1>
        <a:srgbClr val="000000"/>
      </a:dk1>
      <a:lt1>
        <a:srgbClr val="FFFFFF"/>
      </a:lt1>
      <a:dk2>
        <a:srgbClr val="DC199B"/>
      </a:dk2>
      <a:lt2>
        <a:srgbClr val="F0F0F0"/>
      </a:lt2>
      <a:accent1>
        <a:srgbClr val="DC199B"/>
      </a:accent1>
      <a:accent2>
        <a:srgbClr val="4B0050"/>
      </a:accent2>
      <a:accent3>
        <a:srgbClr val="C8C3CD"/>
      </a:accent3>
      <a:accent4>
        <a:srgbClr val="F56B00"/>
      </a:accent4>
      <a:accent5>
        <a:srgbClr val="FF82D4"/>
      </a:accent5>
      <a:accent6>
        <a:srgbClr val="3741A5"/>
      </a:accent6>
      <a:hlink>
        <a:srgbClr val="4B0050"/>
      </a:hlink>
      <a:folHlink>
        <a:srgbClr val="08A6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495FEC1CD6F941B8BE3B537DCFC6FF" ma:contentTypeVersion="10" ma:contentTypeDescription="Create a new document." ma:contentTypeScope="" ma:versionID="d6d1f02ff7955b5a74455c81c0826e63">
  <xsd:schema xmlns:xsd="http://www.w3.org/2001/XMLSchema" xmlns:xs="http://www.w3.org/2001/XMLSchema" xmlns:p="http://schemas.microsoft.com/office/2006/metadata/properties" xmlns:ns2="e2f04ce6-5625-4773-b511-ff6e32fd78d6" xmlns:ns3="886d0db5-4d18-497d-97ce-51cb0d7fa060" targetNamespace="http://schemas.microsoft.com/office/2006/metadata/properties" ma:root="true" ma:fieldsID="0e1ee9358fcf16fc9680f5c3c1684deb" ns2:_="" ns3:_="">
    <xsd:import namespace="e2f04ce6-5625-4773-b511-ff6e32fd78d6"/>
    <xsd:import namespace="886d0db5-4d18-497d-97ce-51cb0d7fa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4ce6-5625-4773-b511-ff6e32fd78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d0db5-4d18-497d-97ce-51cb0d7fa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7134AF-B692-4DA5-8365-C0DD39F7CA56}"/>
</file>

<file path=customXml/itemProps2.xml><?xml version="1.0" encoding="utf-8"?>
<ds:datastoreItem xmlns:ds="http://schemas.openxmlformats.org/officeDocument/2006/customXml" ds:itemID="{3FFCE11F-999B-49D5-9F11-AC1BCA6107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1D12C4-070A-42AB-8D56-C15D6A9F2F3F}">
  <ds:schemaRefs>
    <ds:schemaRef ds:uri="886d0db5-4d18-497d-97ce-51cb0d7fa060"/>
    <ds:schemaRef ds:uri="e2f04ce6-5625-4773-b511-ff6e32fd78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Theme1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Policy Administration and Billing  Governance Model, Delivery Roadmap and Inception Plan</dc:title>
  <dc:creator>Chloe Powell</dc:creator>
  <cp:revision>1</cp:revision>
  <dcterms:modified xsi:type="dcterms:W3CDTF">2024-03-25T13:03:53Z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0x01010021495FEC1CD6F941B8BE3B537DCFC6FF</vt:lpwstr>
  </property>
  <property fmtid="{D5CDD505-2E9C-101B-9397-08002B2CF9AE}" pid="3" name="MediaServiceImageTags">
    <vt:lpwstr/>
  </property>
</Properties>
</file>
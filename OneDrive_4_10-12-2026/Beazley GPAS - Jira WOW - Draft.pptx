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1" r:id="rId4"/>
  </p:sldMasterIdLst>
  <p:notesMasterIdLst>
    <p:notesMasterId r:id="rId51"/>
  </p:notesMasterIdLst>
  <p:sldIdLst>
    <p:sldId id="2147474097" r:id="rId5"/>
    <p:sldId id="2076137836" r:id="rId6"/>
    <p:sldId id="834" r:id="rId7"/>
    <p:sldId id="2147474131" r:id="rId8"/>
    <p:sldId id="2147474130" r:id="rId9"/>
    <p:sldId id="2147474129" r:id="rId10"/>
    <p:sldId id="2147474128" r:id="rId11"/>
    <p:sldId id="2147474127" r:id="rId12"/>
    <p:sldId id="2147474126" r:id="rId13"/>
    <p:sldId id="2147474125" r:id="rId14"/>
    <p:sldId id="2147474124" r:id="rId15"/>
    <p:sldId id="2147474123" r:id="rId16"/>
    <p:sldId id="2147474122" r:id="rId17"/>
    <p:sldId id="2147474121" r:id="rId18"/>
    <p:sldId id="2076137837" r:id="rId19"/>
    <p:sldId id="2147474120" r:id="rId20"/>
    <p:sldId id="2147474119" r:id="rId21"/>
    <p:sldId id="2147474118" r:id="rId22"/>
    <p:sldId id="2147474117" r:id="rId23"/>
    <p:sldId id="2147474116" r:id="rId24"/>
    <p:sldId id="2147474115" r:id="rId25"/>
    <p:sldId id="2147474114" r:id="rId26"/>
    <p:sldId id="2147474113" r:id="rId27"/>
    <p:sldId id="2147474112" r:id="rId28"/>
    <p:sldId id="2147474111" r:id="rId29"/>
    <p:sldId id="2147474110" r:id="rId30"/>
    <p:sldId id="2147474109" r:id="rId31"/>
    <p:sldId id="2147474108" r:id="rId32"/>
    <p:sldId id="2076137833" r:id="rId33"/>
    <p:sldId id="2076137832" r:id="rId34"/>
    <p:sldId id="1233" r:id="rId35"/>
    <p:sldId id="1251" r:id="rId36"/>
    <p:sldId id="1252" r:id="rId37"/>
    <p:sldId id="1236" r:id="rId38"/>
    <p:sldId id="1253" r:id="rId39"/>
    <p:sldId id="1249" r:id="rId40"/>
    <p:sldId id="1234" r:id="rId41"/>
    <p:sldId id="1235" r:id="rId42"/>
    <p:sldId id="1232" r:id="rId43"/>
    <p:sldId id="1238" r:id="rId44"/>
    <p:sldId id="1239" r:id="rId45"/>
    <p:sldId id="1240" r:id="rId46"/>
    <p:sldId id="1241" r:id="rId47"/>
    <p:sldId id="1242" r:id="rId48"/>
    <p:sldId id="1243" r:id="rId49"/>
    <p:sldId id="887"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othari, Vanita" initials="KV" lastIdx="2" clrIdx="0">
    <p:extLst>
      <p:ext uri="{19B8F6BF-5375-455C-9EA6-DF929625EA0E}">
        <p15:presenceInfo xmlns:p15="http://schemas.microsoft.com/office/powerpoint/2012/main" userId="S::vanita.kothari@capgemini.com::8fa9bd25-193c-488d-8b99-14537bd5571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EDFE98"/>
    <a:srgbClr val="F40CDE"/>
    <a:srgbClr val="FFC5FC"/>
    <a:srgbClr val="FEDADD"/>
    <a:srgbClr val="FFE9FE"/>
    <a:srgbClr val="FBFBF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B0CCC6-3A64-4E97-EB65-FD54E6CABC26}" v="88" dt="2024-04-24T08:47:01.146"/>
    <p1510:client id="{1C9C11F9-C6AF-ECF1-E2A4-71F4F98306E5}" v="31" dt="2024-04-25T08:02:09.047"/>
    <p1510:client id="{B5186E56-C91D-0428-55F0-DC47F0CBA015}" v="7" dt="2024-04-25T08:49:36.414"/>
    <p1510:client id="{E762809A-7AD5-0FD8-1696-80C323AB8AD8}" v="39" dt="2024-04-25T08:08:31.9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02" autoAdjust="0"/>
    <p:restoredTop sz="93792" autoAdjust="0"/>
  </p:normalViewPr>
  <p:slideViewPr>
    <p:cSldViewPr snapToGrid="0">
      <p:cViewPr varScale="1">
        <p:scale>
          <a:sx n="61" d="100"/>
          <a:sy n="61" d="100"/>
        </p:scale>
        <p:origin x="920" y="6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microsoft.com/office/2016/11/relationships/changesInfo" Target="changesInfos/changesInfo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nduru, Raghava" userId="S::raghava.kanduru@capgemini.com::cf8c09de-c40c-47a2-971b-c612c06e0906" providerId="AD" clId="Web-{B5186E56-C91D-0428-55F0-DC47F0CBA015}"/>
    <pc:docChg chg="modSld">
      <pc:chgData name="Kanduru, Raghava" userId="S::raghava.kanduru@capgemini.com::cf8c09de-c40c-47a2-971b-c612c06e0906" providerId="AD" clId="Web-{B5186E56-C91D-0428-55F0-DC47F0CBA015}" dt="2024-04-25T08:49:36.414" v="6"/>
      <pc:docMkLst>
        <pc:docMk/>
      </pc:docMkLst>
      <pc:sldChg chg="modSp">
        <pc:chgData name="Kanduru, Raghava" userId="S::raghava.kanduru@capgemini.com::cf8c09de-c40c-47a2-971b-c612c06e0906" providerId="AD" clId="Web-{B5186E56-C91D-0428-55F0-DC47F0CBA015}" dt="2024-04-25T08:49:36.414" v="6"/>
        <pc:sldMkLst>
          <pc:docMk/>
          <pc:sldMk cId="1314579329" sldId="2147474126"/>
        </pc:sldMkLst>
        <pc:graphicFrameChg chg="modGraphic">
          <ac:chgData name="Kanduru, Raghava" userId="S::raghava.kanduru@capgemini.com::cf8c09de-c40c-47a2-971b-c612c06e0906" providerId="AD" clId="Web-{B5186E56-C91D-0428-55F0-DC47F0CBA015}" dt="2024-04-25T08:49:36.414" v="6"/>
          <ac:graphicFrameMkLst>
            <pc:docMk/>
            <pc:sldMk cId="1314579329" sldId="2147474126"/>
            <ac:graphicFrameMk id="3" creationId="{7BC5050C-B18B-021D-A3CB-4BAE06A3B8D1}"/>
          </ac:graphicFrameMkLst>
        </pc:graphicFrameChg>
      </pc:sldChg>
    </pc:docChg>
  </pc:docChgLst>
  <pc:docChgLst>
    <pc:chgData name="Kanduru, Raghava" userId="S::raghava.kanduru@capgemini.com::cf8c09de-c40c-47a2-971b-c612c06e0906" providerId="AD" clId="Web-{1BB0CCC6-3A64-4E97-EB65-FD54E6CABC26}"/>
    <pc:docChg chg="addSld delSld modSld">
      <pc:chgData name="Kanduru, Raghava" userId="S::raghava.kanduru@capgemini.com::cf8c09de-c40c-47a2-971b-c612c06e0906" providerId="AD" clId="Web-{1BB0CCC6-3A64-4E97-EB65-FD54E6CABC26}" dt="2024-04-24T08:47:01.146" v="19"/>
      <pc:docMkLst>
        <pc:docMk/>
      </pc:docMkLst>
      <pc:sldChg chg="del">
        <pc:chgData name="Kanduru, Raghava" userId="S::raghava.kanduru@capgemini.com::cf8c09de-c40c-47a2-971b-c612c06e0906" providerId="AD" clId="Web-{1BB0CCC6-3A64-4E97-EB65-FD54E6CABC26}" dt="2024-04-24T08:47:01.146" v="19"/>
        <pc:sldMkLst>
          <pc:docMk/>
          <pc:sldMk cId="2322255317" sldId="2076137837"/>
        </pc:sldMkLst>
      </pc:sldChg>
      <pc:sldChg chg="del">
        <pc:chgData name="Kanduru, Raghava" userId="S::raghava.kanduru@capgemini.com::cf8c09de-c40c-47a2-971b-c612c06e0906" providerId="AD" clId="Web-{1BB0CCC6-3A64-4E97-EB65-FD54E6CABC26}" dt="2024-04-24T05:56:15.367" v="17"/>
        <pc:sldMkLst>
          <pc:docMk/>
          <pc:sldMk cId="1047296746" sldId="2147474099"/>
        </pc:sldMkLst>
      </pc:sldChg>
      <pc:sldChg chg="addSp delSp modSp">
        <pc:chgData name="Kanduru, Raghava" userId="S::raghava.kanduru@capgemini.com::cf8c09de-c40c-47a2-971b-c612c06e0906" providerId="AD" clId="Web-{1BB0CCC6-3A64-4E97-EB65-FD54E6CABC26}" dt="2024-04-24T05:55:20.115" v="15" actId="1076"/>
        <pc:sldMkLst>
          <pc:docMk/>
          <pc:sldMk cId="43390330" sldId="2147474104"/>
        </pc:sldMkLst>
        <pc:grpChg chg="mod">
          <ac:chgData name="Kanduru, Raghava" userId="S::raghava.kanduru@capgemini.com::cf8c09de-c40c-47a2-971b-c612c06e0906" providerId="AD" clId="Web-{1BB0CCC6-3A64-4E97-EB65-FD54E6CABC26}" dt="2024-04-24T05:55:12.412" v="14" actId="1076"/>
          <ac:grpSpMkLst>
            <pc:docMk/>
            <pc:sldMk cId="43390330" sldId="2147474104"/>
            <ac:grpSpMk id="8" creationId="{1D25978A-55D2-5600-121D-2E46FB60FEE5}"/>
          </ac:grpSpMkLst>
        </pc:grpChg>
        <pc:graphicFrameChg chg="del">
          <ac:chgData name="Kanduru, Raghava" userId="S::raghava.kanduru@capgemini.com::cf8c09de-c40c-47a2-971b-c612c06e0906" providerId="AD" clId="Web-{1BB0CCC6-3A64-4E97-EB65-FD54E6CABC26}" dt="2024-04-24T05:55:07.228" v="13"/>
          <ac:graphicFrameMkLst>
            <pc:docMk/>
            <pc:sldMk cId="43390330" sldId="2147474104"/>
            <ac:graphicFrameMk id="4" creationId="{0CE698DE-6AE0-C7BD-9B2D-8532ED9500E5}"/>
          </ac:graphicFrameMkLst>
        </pc:graphicFrameChg>
        <pc:graphicFrameChg chg="add mod modGraphic">
          <ac:chgData name="Kanduru, Raghava" userId="S::raghava.kanduru@capgemini.com::cf8c09de-c40c-47a2-971b-c612c06e0906" providerId="AD" clId="Web-{1BB0CCC6-3A64-4E97-EB65-FD54E6CABC26}" dt="2024-04-24T05:55:20.115" v="15" actId="1076"/>
          <ac:graphicFrameMkLst>
            <pc:docMk/>
            <pc:sldMk cId="43390330" sldId="2147474104"/>
            <ac:graphicFrameMk id="5" creationId="{B98C48B5-0783-E273-D0C3-EE85AD761AAC}"/>
          </ac:graphicFrameMkLst>
        </pc:graphicFrameChg>
      </pc:sldChg>
      <pc:sldChg chg="add">
        <pc:chgData name="Kanduru, Raghava" userId="S::raghava.kanduru@capgemini.com::cf8c09de-c40c-47a2-971b-c612c06e0906" providerId="AD" clId="Web-{1BB0CCC6-3A64-4E97-EB65-FD54E6CABC26}" dt="2024-04-24T05:55:40.069" v="16"/>
        <pc:sldMkLst>
          <pc:docMk/>
          <pc:sldMk cId="1435633293" sldId="2147474106"/>
        </pc:sldMkLst>
      </pc:sldChg>
      <pc:sldChg chg="add">
        <pc:chgData name="Kanduru, Raghava" userId="S::raghava.kanduru@capgemini.com::cf8c09de-c40c-47a2-971b-c612c06e0906" providerId="AD" clId="Web-{1BB0CCC6-3A64-4E97-EB65-FD54E6CABC26}" dt="2024-04-24T08:46:47.739" v="18"/>
        <pc:sldMkLst>
          <pc:docMk/>
          <pc:sldMk cId="2509185349" sldId="2147474107"/>
        </pc:sldMkLst>
      </pc:sldChg>
    </pc:docChg>
  </pc:docChgLst>
  <pc:docChgLst>
    <pc:chgData name="Kanduru, Raghava" userId="S::raghava.kanduru@capgemini.com::cf8c09de-c40c-47a2-971b-c612c06e0906" providerId="AD" clId="Web-{1C9C11F9-C6AF-ECF1-E2A4-71F4F98306E5}"/>
    <pc:docChg chg="addSld modSld">
      <pc:chgData name="Kanduru, Raghava" userId="S::raghava.kanduru@capgemini.com::cf8c09de-c40c-47a2-971b-c612c06e0906" providerId="AD" clId="Web-{1C9C11F9-C6AF-ECF1-E2A4-71F4F98306E5}" dt="2024-04-25T08:02:09.047" v="29"/>
      <pc:docMkLst>
        <pc:docMk/>
      </pc:docMkLst>
      <pc:sldChg chg="modSp">
        <pc:chgData name="Kanduru, Raghava" userId="S::raghava.kanduru@capgemini.com::cf8c09de-c40c-47a2-971b-c612c06e0906" providerId="AD" clId="Web-{1C9C11F9-C6AF-ECF1-E2A4-71F4F98306E5}" dt="2024-04-25T08:01:40.297" v="4" actId="20577"/>
        <pc:sldMkLst>
          <pc:docMk/>
          <pc:sldMk cId="3504447485" sldId="834"/>
        </pc:sldMkLst>
        <pc:spChg chg="mod">
          <ac:chgData name="Kanduru, Raghava" userId="S::raghava.kanduru@capgemini.com::cf8c09de-c40c-47a2-971b-c612c06e0906" providerId="AD" clId="Web-{1C9C11F9-C6AF-ECF1-E2A4-71F4F98306E5}" dt="2024-04-25T08:01:40.297" v="4" actId="20577"/>
          <ac:spMkLst>
            <pc:docMk/>
            <pc:sldMk cId="3504447485" sldId="834"/>
            <ac:spMk id="7" creationId="{E724F7E5-D315-4EFA-8D05-6D6B2D10A66F}"/>
          </ac:spMkLst>
        </pc:spChg>
      </pc:sldChg>
      <pc:sldChg chg="add">
        <pc:chgData name="Kanduru, Raghava" userId="S::raghava.kanduru@capgemini.com::cf8c09de-c40c-47a2-971b-c612c06e0906" providerId="AD" clId="Web-{1C9C11F9-C6AF-ECF1-E2A4-71F4F98306E5}" dt="2024-04-25T08:02:08.672" v="18"/>
        <pc:sldMkLst>
          <pc:docMk/>
          <pc:sldMk cId="2322255317" sldId="2076137837"/>
        </pc:sldMkLst>
      </pc:sldChg>
      <pc:sldChg chg="add">
        <pc:chgData name="Kanduru, Raghava" userId="S::raghava.kanduru@capgemini.com::cf8c09de-c40c-47a2-971b-c612c06e0906" providerId="AD" clId="Web-{1C9C11F9-C6AF-ECF1-E2A4-71F4F98306E5}" dt="2024-04-25T08:02:08.344" v="5"/>
        <pc:sldMkLst>
          <pc:docMk/>
          <pc:sldMk cId="1190036736" sldId="2147474108"/>
        </pc:sldMkLst>
      </pc:sldChg>
      <pc:sldChg chg="add">
        <pc:chgData name="Kanduru, Raghava" userId="S::raghava.kanduru@capgemini.com::cf8c09de-c40c-47a2-971b-c612c06e0906" providerId="AD" clId="Web-{1C9C11F9-C6AF-ECF1-E2A4-71F4F98306E5}" dt="2024-04-25T08:02:08.360" v="6"/>
        <pc:sldMkLst>
          <pc:docMk/>
          <pc:sldMk cId="2481431976" sldId="2147474109"/>
        </pc:sldMkLst>
      </pc:sldChg>
      <pc:sldChg chg="add">
        <pc:chgData name="Kanduru, Raghava" userId="S::raghava.kanduru@capgemini.com::cf8c09de-c40c-47a2-971b-c612c06e0906" providerId="AD" clId="Web-{1C9C11F9-C6AF-ECF1-E2A4-71F4F98306E5}" dt="2024-04-25T08:02:08.376" v="7"/>
        <pc:sldMkLst>
          <pc:docMk/>
          <pc:sldMk cId="1686907281" sldId="2147474110"/>
        </pc:sldMkLst>
      </pc:sldChg>
      <pc:sldChg chg="add">
        <pc:chgData name="Kanduru, Raghava" userId="S::raghava.kanduru@capgemini.com::cf8c09de-c40c-47a2-971b-c612c06e0906" providerId="AD" clId="Web-{1C9C11F9-C6AF-ECF1-E2A4-71F4F98306E5}" dt="2024-04-25T08:02:08.391" v="8"/>
        <pc:sldMkLst>
          <pc:docMk/>
          <pc:sldMk cId="3967448245" sldId="2147474111"/>
        </pc:sldMkLst>
      </pc:sldChg>
      <pc:sldChg chg="add">
        <pc:chgData name="Kanduru, Raghava" userId="S::raghava.kanduru@capgemini.com::cf8c09de-c40c-47a2-971b-c612c06e0906" providerId="AD" clId="Web-{1C9C11F9-C6AF-ECF1-E2A4-71F4F98306E5}" dt="2024-04-25T08:02:08.407" v="9"/>
        <pc:sldMkLst>
          <pc:docMk/>
          <pc:sldMk cId="237580977" sldId="2147474112"/>
        </pc:sldMkLst>
      </pc:sldChg>
      <pc:sldChg chg="add">
        <pc:chgData name="Kanduru, Raghava" userId="S::raghava.kanduru@capgemini.com::cf8c09de-c40c-47a2-971b-c612c06e0906" providerId="AD" clId="Web-{1C9C11F9-C6AF-ECF1-E2A4-71F4F98306E5}" dt="2024-04-25T08:02:08.438" v="10"/>
        <pc:sldMkLst>
          <pc:docMk/>
          <pc:sldMk cId="3516073747" sldId="2147474113"/>
        </pc:sldMkLst>
      </pc:sldChg>
      <pc:sldChg chg="add">
        <pc:chgData name="Kanduru, Raghava" userId="S::raghava.kanduru@capgemini.com::cf8c09de-c40c-47a2-971b-c612c06e0906" providerId="AD" clId="Web-{1C9C11F9-C6AF-ECF1-E2A4-71F4F98306E5}" dt="2024-04-25T08:02:08.454" v="11"/>
        <pc:sldMkLst>
          <pc:docMk/>
          <pc:sldMk cId="3566803587" sldId="2147474114"/>
        </pc:sldMkLst>
      </pc:sldChg>
      <pc:sldChg chg="add">
        <pc:chgData name="Kanduru, Raghava" userId="S::raghava.kanduru@capgemini.com::cf8c09de-c40c-47a2-971b-c612c06e0906" providerId="AD" clId="Web-{1C9C11F9-C6AF-ECF1-E2A4-71F4F98306E5}" dt="2024-04-25T08:02:08.501" v="12"/>
        <pc:sldMkLst>
          <pc:docMk/>
          <pc:sldMk cId="3913406305" sldId="2147474115"/>
        </pc:sldMkLst>
      </pc:sldChg>
      <pc:sldChg chg="add">
        <pc:chgData name="Kanduru, Raghava" userId="S::raghava.kanduru@capgemini.com::cf8c09de-c40c-47a2-971b-c612c06e0906" providerId="AD" clId="Web-{1C9C11F9-C6AF-ECF1-E2A4-71F4F98306E5}" dt="2024-04-25T08:02:08.547" v="13"/>
        <pc:sldMkLst>
          <pc:docMk/>
          <pc:sldMk cId="1160910077" sldId="2147474116"/>
        </pc:sldMkLst>
      </pc:sldChg>
      <pc:sldChg chg="add">
        <pc:chgData name="Kanduru, Raghava" userId="S::raghava.kanduru@capgemini.com::cf8c09de-c40c-47a2-971b-c612c06e0906" providerId="AD" clId="Web-{1C9C11F9-C6AF-ECF1-E2A4-71F4F98306E5}" dt="2024-04-25T08:02:08.563" v="14"/>
        <pc:sldMkLst>
          <pc:docMk/>
          <pc:sldMk cId="1770322184" sldId="2147474117"/>
        </pc:sldMkLst>
      </pc:sldChg>
      <pc:sldChg chg="add">
        <pc:chgData name="Kanduru, Raghava" userId="S::raghava.kanduru@capgemini.com::cf8c09de-c40c-47a2-971b-c612c06e0906" providerId="AD" clId="Web-{1C9C11F9-C6AF-ECF1-E2A4-71F4F98306E5}" dt="2024-04-25T08:02:08.594" v="15"/>
        <pc:sldMkLst>
          <pc:docMk/>
          <pc:sldMk cId="3313144784" sldId="2147474118"/>
        </pc:sldMkLst>
      </pc:sldChg>
      <pc:sldChg chg="add">
        <pc:chgData name="Kanduru, Raghava" userId="S::raghava.kanduru@capgemini.com::cf8c09de-c40c-47a2-971b-c612c06e0906" providerId="AD" clId="Web-{1C9C11F9-C6AF-ECF1-E2A4-71F4F98306E5}" dt="2024-04-25T08:02:08.626" v="16"/>
        <pc:sldMkLst>
          <pc:docMk/>
          <pc:sldMk cId="3213033099" sldId="2147474119"/>
        </pc:sldMkLst>
      </pc:sldChg>
      <pc:sldChg chg="add">
        <pc:chgData name="Kanduru, Raghava" userId="S::raghava.kanduru@capgemini.com::cf8c09de-c40c-47a2-971b-c612c06e0906" providerId="AD" clId="Web-{1C9C11F9-C6AF-ECF1-E2A4-71F4F98306E5}" dt="2024-04-25T08:02:08.641" v="17"/>
        <pc:sldMkLst>
          <pc:docMk/>
          <pc:sldMk cId="618606855" sldId="2147474120"/>
        </pc:sldMkLst>
      </pc:sldChg>
      <pc:sldChg chg="add">
        <pc:chgData name="Kanduru, Raghava" userId="S::raghava.kanduru@capgemini.com::cf8c09de-c40c-47a2-971b-c612c06e0906" providerId="AD" clId="Web-{1C9C11F9-C6AF-ECF1-E2A4-71F4F98306E5}" dt="2024-04-25T08:02:08.688" v="19"/>
        <pc:sldMkLst>
          <pc:docMk/>
          <pc:sldMk cId="3931573937" sldId="2147474121"/>
        </pc:sldMkLst>
      </pc:sldChg>
      <pc:sldChg chg="add">
        <pc:chgData name="Kanduru, Raghava" userId="S::raghava.kanduru@capgemini.com::cf8c09de-c40c-47a2-971b-c612c06e0906" providerId="AD" clId="Web-{1C9C11F9-C6AF-ECF1-E2A4-71F4F98306E5}" dt="2024-04-25T08:02:08.719" v="20"/>
        <pc:sldMkLst>
          <pc:docMk/>
          <pc:sldMk cId="1622008365" sldId="2147474122"/>
        </pc:sldMkLst>
      </pc:sldChg>
      <pc:sldChg chg="add">
        <pc:chgData name="Kanduru, Raghava" userId="S::raghava.kanduru@capgemini.com::cf8c09de-c40c-47a2-971b-c612c06e0906" providerId="AD" clId="Web-{1C9C11F9-C6AF-ECF1-E2A4-71F4F98306E5}" dt="2024-04-25T08:02:08.751" v="21"/>
        <pc:sldMkLst>
          <pc:docMk/>
          <pc:sldMk cId="3173618751" sldId="2147474123"/>
        </pc:sldMkLst>
      </pc:sldChg>
      <pc:sldChg chg="add">
        <pc:chgData name="Kanduru, Raghava" userId="S::raghava.kanduru@capgemini.com::cf8c09de-c40c-47a2-971b-c612c06e0906" providerId="AD" clId="Web-{1C9C11F9-C6AF-ECF1-E2A4-71F4F98306E5}" dt="2024-04-25T08:02:08.766" v="22"/>
        <pc:sldMkLst>
          <pc:docMk/>
          <pc:sldMk cId="2924364519" sldId="2147474124"/>
        </pc:sldMkLst>
      </pc:sldChg>
      <pc:sldChg chg="add">
        <pc:chgData name="Kanduru, Raghava" userId="S::raghava.kanduru@capgemini.com::cf8c09de-c40c-47a2-971b-c612c06e0906" providerId="AD" clId="Web-{1C9C11F9-C6AF-ECF1-E2A4-71F4F98306E5}" dt="2024-04-25T08:02:08.797" v="23"/>
        <pc:sldMkLst>
          <pc:docMk/>
          <pc:sldMk cId="136918114" sldId="2147474125"/>
        </pc:sldMkLst>
      </pc:sldChg>
      <pc:sldChg chg="add">
        <pc:chgData name="Kanduru, Raghava" userId="S::raghava.kanduru@capgemini.com::cf8c09de-c40c-47a2-971b-c612c06e0906" providerId="AD" clId="Web-{1C9C11F9-C6AF-ECF1-E2A4-71F4F98306E5}" dt="2024-04-25T08:02:08.829" v="24"/>
        <pc:sldMkLst>
          <pc:docMk/>
          <pc:sldMk cId="1314579329" sldId="2147474126"/>
        </pc:sldMkLst>
      </pc:sldChg>
      <pc:sldChg chg="add">
        <pc:chgData name="Kanduru, Raghava" userId="S::raghava.kanduru@capgemini.com::cf8c09de-c40c-47a2-971b-c612c06e0906" providerId="AD" clId="Web-{1C9C11F9-C6AF-ECF1-E2A4-71F4F98306E5}" dt="2024-04-25T08:02:08.860" v="25"/>
        <pc:sldMkLst>
          <pc:docMk/>
          <pc:sldMk cId="2051408612" sldId="2147474127"/>
        </pc:sldMkLst>
      </pc:sldChg>
      <pc:sldChg chg="add">
        <pc:chgData name="Kanduru, Raghava" userId="S::raghava.kanduru@capgemini.com::cf8c09de-c40c-47a2-971b-c612c06e0906" providerId="AD" clId="Web-{1C9C11F9-C6AF-ECF1-E2A4-71F4F98306E5}" dt="2024-04-25T08:02:08.969" v="26"/>
        <pc:sldMkLst>
          <pc:docMk/>
          <pc:sldMk cId="1359994051" sldId="2147474128"/>
        </pc:sldMkLst>
      </pc:sldChg>
      <pc:sldChg chg="add">
        <pc:chgData name="Kanduru, Raghava" userId="S::raghava.kanduru@capgemini.com::cf8c09de-c40c-47a2-971b-c612c06e0906" providerId="AD" clId="Web-{1C9C11F9-C6AF-ECF1-E2A4-71F4F98306E5}" dt="2024-04-25T08:02:09.001" v="27"/>
        <pc:sldMkLst>
          <pc:docMk/>
          <pc:sldMk cId="485010232" sldId="2147474129"/>
        </pc:sldMkLst>
      </pc:sldChg>
      <pc:sldChg chg="add">
        <pc:chgData name="Kanduru, Raghava" userId="S::raghava.kanduru@capgemini.com::cf8c09de-c40c-47a2-971b-c612c06e0906" providerId="AD" clId="Web-{1C9C11F9-C6AF-ECF1-E2A4-71F4F98306E5}" dt="2024-04-25T08:02:09.032" v="28"/>
        <pc:sldMkLst>
          <pc:docMk/>
          <pc:sldMk cId="330147182" sldId="2147474130"/>
        </pc:sldMkLst>
      </pc:sldChg>
      <pc:sldChg chg="add">
        <pc:chgData name="Kanduru, Raghava" userId="S::raghava.kanduru@capgemini.com::cf8c09de-c40c-47a2-971b-c612c06e0906" providerId="AD" clId="Web-{1C9C11F9-C6AF-ECF1-E2A4-71F4F98306E5}" dt="2024-04-25T08:02:09.047" v="29"/>
        <pc:sldMkLst>
          <pc:docMk/>
          <pc:sldMk cId="94012907" sldId="2147474131"/>
        </pc:sldMkLst>
      </pc:sldChg>
    </pc:docChg>
  </pc:docChgLst>
  <pc:docChgLst>
    <pc:chgData name="Kanduru, Raghava" userId="S::raghava.kanduru@capgemini.com::cf8c09de-c40c-47a2-971b-c612c06e0906" providerId="AD" clId="Web-{E762809A-7AD5-0FD8-1696-80C323AB8AD8}"/>
    <pc:docChg chg="delSld modSld">
      <pc:chgData name="Kanduru, Raghava" userId="S::raghava.kanduru@capgemini.com::cf8c09de-c40c-47a2-971b-c612c06e0906" providerId="AD" clId="Web-{E762809A-7AD5-0FD8-1696-80C323AB8AD8}" dt="2024-04-25T08:08:31.946" v="38" actId="20577"/>
      <pc:docMkLst>
        <pc:docMk/>
      </pc:docMkLst>
      <pc:sldChg chg="modSp">
        <pc:chgData name="Kanduru, Raghava" userId="S::raghava.kanduru@capgemini.com::cf8c09de-c40c-47a2-971b-c612c06e0906" providerId="AD" clId="Web-{E762809A-7AD5-0FD8-1696-80C323AB8AD8}" dt="2024-04-25T08:08:31.946" v="38" actId="20577"/>
        <pc:sldMkLst>
          <pc:docMk/>
          <pc:sldMk cId="3504447485" sldId="834"/>
        </pc:sldMkLst>
        <pc:spChg chg="mod">
          <ac:chgData name="Kanduru, Raghava" userId="S::raghava.kanduru@capgemini.com::cf8c09de-c40c-47a2-971b-c612c06e0906" providerId="AD" clId="Web-{E762809A-7AD5-0FD8-1696-80C323AB8AD8}" dt="2024-04-25T08:08:31.946" v="38" actId="20577"/>
          <ac:spMkLst>
            <pc:docMk/>
            <pc:sldMk cId="3504447485" sldId="834"/>
            <ac:spMk id="7" creationId="{E724F7E5-D315-4EFA-8D05-6D6B2D10A66F}"/>
          </ac:spMkLst>
        </pc:spChg>
      </pc:sldChg>
      <pc:sldChg chg="del">
        <pc:chgData name="Kanduru, Raghava" userId="S::raghava.kanduru@capgemini.com::cf8c09de-c40c-47a2-971b-c612c06e0906" providerId="AD" clId="Web-{E762809A-7AD5-0FD8-1696-80C323AB8AD8}" dt="2024-04-25T08:07:36.476" v="1"/>
        <pc:sldMkLst>
          <pc:docMk/>
          <pc:sldMk cId="2015557722" sldId="1247"/>
        </pc:sldMkLst>
      </pc:sldChg>
      <pc:sldChg chg="del">
        <pc:chgData name="Kanduru, Raghava" userId="S::raghava.kanduru@capgemini.com::cf8c09de-c40c-47a2-971b-c612c06e0906" providerId="AD" clId="Web-{E762809A-7AD5-0FD8-1696-80C323AB8AD8}" dt="2024-04-25T08:07:36.523" v="19"/>
        <pc:sldMkLst>
          <pc:docMk/>
          <pc:sldMk cId="3925933926" sldId="1261"/>
        </pc:sldMkLst>
      </pc:sldChg>
      <pc:sldChg chg="del">
        <pc:chgData name="Kanduru, Raghava" userId="S::raghava.kanduru@capgemini.com::cf8c09de-c40c-47a2-971b-c612c06e0906" providerId="AD" clId="Web-{E762809A-7AD5-0FD8-1696-80C323AB8AD8}" dt="2024-04-25T08:07:36.554" v="23"/>
        <pc:sldMkLst>
          <pc:docMk/>
          <pc:sldMk cId="1512556601" sldId="1262"/>
        </pc:sldMkLst>
      </pc:sldChg>
      <pc:sldChg chg="del">
        <pc:chgData name="Kanduru, Raghava" userId="S::raghava.kanduru@capgemini.com::cf8c09de-c40c-47a2-971b-c612c06e0906" providerId="AD" clId="Web-{E762809A-7AD5-0FD8-1696-80C323AB8AD8}" dt="2024-04-25T08:07:36.539" v="20"/>
        <pc:sldMkLst>
          <pc:docMk/>
          <pc:sldMk cId="3656682167" sldId="1263"/>
        </pc:sldMkLst>
      </pc:sldChg>
      <pc:sldChg chg="del">
        <pc:chgData name="Kanduru, Raghava" userId="S::raghava.kanduru@capgemini.com::cf8c09de-c40c-47a2-971b-c612c06e0906" providerId="AD" clId="Web-{E762809A-7AD5-0FD8-1696-80C323AB8AD8}" dt="2024-04-25T08:07:36.508" v="16"/>
        <pc:sldMkLst>
          <pc:docMk/>
          <pc:sldMk cId="1528586699" sldId="1264"/>
        </pc:sldMkLst>
      </pc:sldChg>
      <pc:sldChg chg="del">
        <pc:chgData name="Kanduru, Raghava" userId="S::raghava.kanduru@capgemini.com::cf8c09de-c40c-47a2-971b-c612c06e0906" providerId="AD" clId="Web-{E762809A-7AD5-0FD8-1696-80C323AB8AD8}" dt="2024-04-25T08:07:36.492" v="5"/>
        <pc:sldMkLst>
          <pc:docMk/>
          <pc:sldMk cId="1029517614" sldId="1265"/>
        </pc:sldMkLst>
      </pc:sldChg>
      <pc:sldChg chg="del">
        <pc:chgData name="Kanduru, Raghava" userId="S::raghava.kanduru@capgemini.com::cf8c09de-c40c-47a2-971b-c612c06e0906" providerId="AD" clId="Web-{E762809A-7AD5-0FD8-1696-80C323AB8AD8}" dt="2024-04-25T08:07:36.492" v="8"/>
        <pc:sldMkLst>
          <pc:docMk/>
          <pc:sldMk cId="2347824261" sldId="1266"/>
        </pc:sldMkLst>
      </pc:sldChg>
      <pc:sldChg chg="del">
        <pc:chgData name="Kanduru, Raghava" userId="S::raghava.kanduru@capgemini.com::cf8c09de-c40c-47a2-971b-c612c06e0906" providerId="AD" clId="Web-{E762809A-7AD5-0FD8-1696-80C323AB8AD8}" dt="2024-04-25T08:07:36.492" v="4"/>
        <pc:sldMkLst>
          <pc:docMk/>
          <pc:sldMk cId="599513364" sldId="1267"/>
        </pc:sldMkLst>
      </pc:sldChg>
      <pc:sldChg chg="del">
        <pc:chgData name="Kanduru, Raghava" userId="S::raghava.kanduru@capgemini.com::cf8c09de-c40c-47a2-971b-c612c06e0906" providerId="AD" clId="Web-{E762809A-7AD5-0FD8-1696-80C323AB8AD8}" dt="2024-04-25T08:07:36.492" v="2"/>
        <pc:sldMkLst>
          <pc:docMk/>
          <pc:sldMk cId="2491762504" sldId="1268"/>
        </pc:sldMkLst>
      </pc:sldChg>
      <pc:sldChg chg="del">
        <pc:chgData name="Kanduru, Raghava" userId="S::raghava.kanduru@capgemini.com::cf8c09de-c40c-47a2-971b-c612c06e0906" providerId="AD" clId="Web-{E762809A-7AD5-0FD8-1696-80C323AB8AD8}" dt="2024-04-25T08:07:36.492" v="3"/>
        <pc:sldMkLst>
          <pc:docMk/>
          <pc:sldMk cId="210636510" sldId="1269"/>
        </pc:sldMkLst>
      </pc:sldChg>
      <pc:sldChg chg="del">
        <pc:chgData name="Kanduru, Raghava" userId="S::raghava.kanduru@capgemini.com::cf8c09de-c40c-47a2-971b-c612c06e0906" providerId="AD" clId="Web-{E762809A-7AD5-0FD8-1696-80C323AB8AD8}" dt="2024-04-25T08:07:36.492" v="6"/>
        <pc:sldMkLst>
          <pc:docMk/>
          <pc:sldMk cId="363255635" sldId="1270"/>
        </pc:sldMkLst>
      </pc:sldChg>
      <pc:sldChg chg="del">
        <pc:chgData name="Kanduru, Raghava" userId="S::raghava.kanduru@capgemini.com::cf8c09de-c40c-47a2-971b-c612c06e0906" providerId="AD" clId="Web-{E762809A-7AD5-0FD8-1696-80C323AB8AD8}" dt="2024-04-25T08:07:36.554" v="21"/>
        <pc:sldMkLst>
          <pc:docMk/>
          <pc:sldMk cId="1093470373" sldId="2076137834"/>
        </pc:sldMkLst>
      </pc:sldChg>
      <pc:sldChg chg="del">
        <pc:chgData name="Kanduru, Raghava" userId="S::raghava.kanduru@capgemini.com::cf8c09de-c40c-47a2-971b-c612c06e0906" providerId="AD" clId="Web-{E762809A-7AD5-0FD8-1696-80C323AB8AD8}" dt="2024-04-25T08:07:36.492" v="10"/>
        <pc:sldMkLst>
          <pc:docMk/>
          <pc:sldMk cId="3298187263" sldId="2076137838"/>
        </pc:sldMkLst>
      </pc:sldChg>
      <pc:sldChg chg="del">
        <pc:chgData name="Kanduru, Raghava" userId="S::raghava.kanduru@capgemini.com::cf8c09de-c40c-47a2-971b-c612c06e0906" providerId="AD" clId="Web-{E762809A-7AD5-0FD8-1696-80C323AB8AD8}" dt="2024-04-25T08:07:36.492" v="9"/>
        <pc:sldMkLst>
          <pc:docMk/>
          <pc:sldMk cId="3682542283" sldId="2076137839"/>
        </pc:sldMkLst>
      </pc:sldChg>
      <pc:sldChg chg="del">
        <pc:chgData name="Kanduru, Raghava" userId="S::raghava.kanduru@capgemini.com::cf8c09de-c40c-47a2-971b-c612c06e0906" providerId="AD" clId="Web-{E762809A-7AD5-0FD8-1696-80C323AB8AD8}" dt="2024-04-25T08:07:36.492" v="11"/>
        <pc:sldMkLst>
          <pc:docMk/>
          <pc:sldMk cId="4226734460" sldId="2076137840"/>
        </pc:sldMkLst>
      </pc:sldChg>
      <pc:sldChg chg="del">
        <pc:chgData name="Kanduru, Raghava" userId="S::raghava.kanduru@capgemini.com::cf8c09de-c40c-47a2-971b-c612c06e0906" providerId="AD" clId="Web-{E762809A-7AD5-0FD8-1696-80C323AB8AD8}" dt="2024-04-25T08:07:36.508" v="15"/>
        <pc:sldMkLst>
          <pc:docMk/>
          <pc:sldMk cId="881888014" sldId="2076137841"/>
        </pc:sldMkLst>
      </pc:sldChg>
      <pc:sldChg chg="del">
        <pc:chgData name="Kanduru, Raghava" userId="S::raghava.kanduru@capgemini.com::cf8c09de-c40c-47a2-971b-c612c06e0906" providerId="AD" clId="Web-{E762809A-7AD5-0FD8-1696-80C323AB8AD8}" dt="2024-04-25T08:07:36.476" v="0"/>
        <pc:sldMkLst>
          <pc:docMk/>
          <pc:sldMk cId="1583568345" sldId="2147474098"/>
        </pc:sldMkLst>
      </pc:sldChg>
      <pc:sldChg chg="del">
        <pc:chgData name="Kanduru, Raghava" userId="S::raghava.kanduru@capgemini.com::cf8c09de-c40c-47a2-971b-c612c06e0906" providerId="AD" clId="Web-{E762809A-7AD5-0FD8-1696-80C323AB8AD8}" dt="2024-04-25T08:07:36.508" v="17"/>
        <pc:sldMkLst>
          <pc:docMk/>
          <pc:sldMk cId="1819685175" sldId="2147474100"/>
        </pc:sldMkLst>
      </pc:sldChg>
      <pc:sldChg chg="del">
        <pc:chgData name="Kanduru, Raghava" userId="S::raghava.kanduru@capgemini.com::cf8c09de-c40c-47a2-971b-c612c06e0906" providerId="AD" clId="Web-{E762809A-7AD5-0FD8-1696-80C323AB8AD8}" dt="2024-04-25T08:07:36.492" v="7"/>
        <pc:sldMkLst>
          <pc:docMk/>
          <pc:sldMk cId="2666158382" sldId="2147474102"/>
        </pc:sldMkLst>
      </pc:sldChg>
      <pc:sldChg chg="del">
        <pc:chgData name="Kanduru, Raghava" userId="S::raghava.kanduru@capgemini.com::cf8c09de-c40c-47a2-971b-c612c06e0906" providerId="AD" clId="Web-{E762809A-7AD5-0FD8-1696-80C323AB8AD8}" dt="2024-04-25T08:07:36.508" v="13"/>
        <pc:sldMkLst>
          <pc:docMk/>
          <pc:sldMk cId="2159105563" sldId="2147474103"/>
        </pc:sldMkLst>
      </pc:sldChg>
      <pc:sldChg chg="del">
        <pc:chgData name="Kanduru, Raghava" userId="S::raghava.kanduru@capgemini.com::cf8c09de-c40c-47a2-971b-c612c06e0906" providerId="AD" clId="Web-{E762809A-7AD5-0FD8-1696-80C323AB8AD8}" dt="2024-04-25T08:07:36.554" v="22"/>
        <pc:sldMkLst>
          <pc:docMk/>
          <pc:sldMk cId="43390330" sldId="2147474104"/>
        </pc:sldMkLst>
      </pc:sldChg>
      <pc:sldChg chg="del">
        <pc:chgData name="Kanduru, Raghava" userId="S::raghava.kanduru@capgemini.com::cf8c09de-c40c-47a2-971b-c612c06e0906" providerId="AD" clId="Web-{E762809A-7AD5-0FD8-1696-80C323AB8AD8}" dt="2024-04-25T08:07:36.508" v="14"/>
        <pc:sldMkLst>
          <pc:docMk/>
          <pc:sldMk cId="3179907127" sldId="2147474105"/>
        </pc:sldMkLst>
      </pc:sldChg>
      <pc:sldChg chg="del">
        <pc:chgData name="Kanduru, Raghava" userId="S::raghava.kanduru@capgemini.com::cf8c09de-c40c-47a2-971b-c612c06e0906" providerId="AD" clId="Web-{E762809A-7AD5-0FD8-1696-80C323AB8AD8}" dt="2024-04-25T08:07:36.523" v="18"/>
        <pc:sldMkLst>
          <pc:docMk/>
          <pc:sldMk cId="1435633293" sldId="2147474106"/>
        </pc:sldMkLst>
      </pc:sldChg>
      <pc:sldChg chg="del">
        <pc:chgData name="Kanduru, Raghava" userId="S::raghava.kanduru@capgemini.com::cf8c09de-c40c-47a2-971b-c612c06e0906" providerId="AD" clId="Web-{E762809A-7AD5-0FD8-1696-80C323AB8AD8}" dt="2024-04-25T08:07:36.508" v="12"/>
        <pc:sldMkLst>
          <pc:docMk/>
          <pc:sldMk cId="2509185349" sldId="2147474107"/>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FFBF353-903D-40BD-BEB2-130C98466F86}" type="doc">
      <dgm:prSet loTypeId="urn:microsoft.com/office/officeart/2005/8/layout/radial4" loCatId="relationship" qsTypeId="urn:microsoft.com/office/officeart/2005/8/quickstyle/simple1" qsCatId="simple" csTypeId="urn:microsoft.com/office/officeart/2005/8/colors/colorful4" csCatId="colorful" phldr="1"/>
      <dgm:spPr/>
      <dgm:t>
        <a:bodyPr/>
        <a:lstStyle/>
        <a:p>
          <a:endParaRPr lang="en-US"/>
        </a:p>
      </dgm:t>
    </dgm:pt>
    <dgm:pt modelId="{03AC1DC4-4C9A-4FF9-A6B1-F082131BD366}">
      <dgm:prSet phldrT="[Text]" custT="1"/>
      <dgm:spPr>
        <a:xfrm>
          <a:off x="2506738" y="1857625"/>
          <a:ext cx="1773403" cy="1773403"/>
        </a:xfrm>
        <a:prstGeom prst="ellipse">
          <a:avLst/>
        </a:prstGeom>
        <a:solidFill>
          <a:srgbClr val="A5A5A5">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1600" dirty="0">
              <a:solidFill>
                <a:sysClr val="window" lastClr="FFFFFF"/>
              </a:solidFill>
              <a:latin typeface="Calibri" panose="020F0502020204030204"/>
              <a:ea typeface="+mn-ea"/>
              <a:cs typeface="+mn-cs"/>
            </a:rPr>
            <a:t>GPAS &amp; Billing Projects*</a:t>
          </a:r>
        </a:p>
      </dgm:t>
    </dgm:pt>
    <dgm:pt modelId="{B93F8B0A-8153-441A-AAF5-E2CFBFAA3F54}" type="parTrans" cxnId="{2A946EE9-0706-43C3-B96D-203786BA03DB}">
      <dgm:prSet/>
      <dgm:spPr/>
      <dgm:t>
        <a:bodyPr/>
        <a:lstStyle/>
        <a:p>
          <a:endParaRPr lang="en-US"/>
        </a:p>
      </dgm:t>
    </dgm:pt>
    <dgm:pt modelId="{22D0CD32-A508-4B0D-8401-99BF5E25418C}" type="sibTrans" cxnId="{2A946EE9-0706-43C3-B96D-203786BA03DB}">
      <dgm:prSet/>
      <dgm:spPr/>
      <dgm:t>
        <a:bodyPr/>
        <a:lstStyle/>
        <a:p>
          <a:endParaRPr lang="en-US"/>
        </a:p>
      </dgm:t>
    </dgm:pt>
    <dgm:pt modelId="{55D0D302-1887-4637-89B3-A7B1DDC72455}">
      <dgm:prSet phldrT="[Text]" custT="1"/>
      <dgm:spPr>
        <a:xfrm>
          <a:off x="345692" y="1479503"/>
          <a:ext cx="1684733" cy="1347786"/>
        </a:xfrm>
        <a:prstGeom prst="roundRect">
          <a:avLst>
            <a:gd name="adj" fmla="val 10000"/>
          </a:avLst>
        </a:prstGeom>
        <a:solidFill>
          <a:srgbClr val="FFC000">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2400" dirty="0">
              <a:solidFill>
                <a:sysClr val="window" lastClr="FFFFFF"/>
              </a:solidFill>
              <a:latin typeface="Calibri" panose="020F0502020204030204"/>
              <a:ea typeface="+mn-ea"/>
              <a:cs typeface="+mn-cs"/>
            </a:rPr>
            <a:t>Screen Scheme</a:t>
          </a:r>
        </a:p>
      </dgm:t>
    </dgm:pt>
    <dgm:pt modelId="{4E7748AB-59E0-4B1E-A1A4-7FC5AC686413}" type="parTrans" cxnId="{FF3BE514-3E7B-4B99-953B-F6C5C991435D}">
      <dgm:prSet/>
      <dgm:spPr>
        <a:xfrm rot="11700000">
          <a:off x="1165575" y="2071464"/>
          <a:ext cx="1319670" cy="505420"/>
        </a:xfrm>
        <a:prstGeom prst="leftArrow">
          <a:avLst>
            <a:gd name="adj1" fmla="val 60000"/>
            <a:gd name="adj2" fmla="val 50000"/>
          </a:avLst>
        </a:prstGeom>
        <a:solidFill>
          <a:srgbClr val="FFC000">
            <a:hueOff val="0"/>
            <a:satOff val="0"/>
            <a:lumOff val="0"/>
            <a:alphaOff val="0"/>
          </a:srgbClr>
        </a:solidFill>
        <a:ln>
          <a:noFill/>
        </a:ln>
        <a:effectLst/>
      </dgm:spPr>
      <dgm:t>
        <a:bodyPr/>
        <a:lstStyle/>
        <a:p>
          <a:endParaRPr lang="en-US"/>
        </a:p>
      </dgm:t>
    </dgm:pt>
    <dgm:pt modelId="{58F9B71C-C282-4723-B68A-A0D5C22C5E83}" type="sibTrans" cxnId="{FF3BE514-3E7B-4B99-953B-F6C5C991435D}">
      <dgm:prSet/>
      <dgm:spPr/>
      <dgm:t>
        <a:bodyPr/>
        <a:lstStyle/>
        <a:p>
          <a:endParaRPr lang="en-US"/>
        </a:p>
      </dgm:t>
    </dgm:pt>
    <dgm:pt modelId="{1F8FE0E2-1B2B-4B9A-B1F4-00E3ECF61639}">
      <dgm:prSet phldrT="[Text]" custT="1"/>
      <dgm:spPr>
        <a:xfrm>
          <a:off x="1586160" y="1171"/>
          <a:ext cx="1684733" cy="1347786"/>
        </a:xfrm>
        <a:prstGeom prst="roundRect">
          <a:avLst>
            <a:gd name="adj" fmla="val 10000"/>
          </a:avLst>
        </a:prstGeom>
        <a:solidFill>
          <a:srgbClr val="FFC000">
            <a:hueOff val="3266964"/>
            <a:satOff val="-13592"/>
            <a:lumOff val="3203"/>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2400" dirty="0">
              <a:solidFill>
                <a:sysClr val="window" lastClr="FFFFFF"/>
              </a:solidFill>
              <a:latin typeface="Calibri" panose="020F0502020204030204"/>
              <a:ea typeface="+mn-ea"/>
              <a:cs typeface="+mn-cs"/>
            </a:rPr>
            <a:t>Workflow Scheme </a:t>
          </a:r>
        </a:p>
      </dgm:t>
    </dgm:pt>
    <dgm:pt modelId="{BA133C28-335C-490A-ADAC-4531B24E215E}" type="parTrans" cxnId="{3F300387-416E-4957-9F09-1429225AC4C4}">
      <dgm:prSet/>
      <dgm:spPr>
        <a:xfrm rot="14700000">
          <a:off x="2047550" y="1020368"/>
          <a:ext cx="1319670" cy="505420"/>
        </a:xfrm>
        <a:prstGeom prst="leftArrow">
          <a:avLst>
            <a:gd name="adj1" fmla="val 60000"/>
            <a:gd name="adj2" fmla="val 50000"/>
          </a:avLst>
        </a:prstGeom>
        <a:solidFill>
          <a:srgbClr val="FFC000">
            <a:hueOff val="3266964"/>
            <a:satOff val="-13592"/>
            <a:lumOff val="3203"/>
            <a:alphaOff val="0"/>
          </a:srgbClr>
        </a:solidFill>
        <a:ln>
          <a:noFill/>
        </a:ln>
        <a:effectLst/>
      </dgm:spPr>
      <dgm:t>
        <a:bodyPr/>
        <a:lstStyle/>
        <a:p>
          <a:endParaRPr lang="en-US"/>
        </a:p>
      </dgm:t>
    </dgm:pt>
    <dgm:pt modelId="{6787CB37-7689-45AE-A705-B6C079723505}" type="sibTrans" cxnId="{3F300387-416E-4957-9F09-1429225AC4C4}">
      <dgm:prSet/>
      <dgm:spPr/>
      <dgm:t>
        <a:bodyPr/>
        <a:lstStyle/>
        <a:p>
          <a:endParaRPr lang="en-US"/>
        </a:p>
      </dgm:t>
    </dgm:pt>
    <dgm:pt modelId="{A006A511-38AB-4B8F-A656-98E009C37F3C}">
      <dgm:prSet phldrT="[Text]" custT="1"/>
      <dgm:spPr>
        <a:xfrm>
          <a:off x="3515986" y="1171"/>
          <a:ext cx="1684733" cy="1347786"/>
        </a:xfrm>
        <a:prstGeom prst="roundRect">
          <a:avLst>
            <a:gd name="adj" fmla="val 10000"/>
          </a:avLst>
        </a:prstGeom>
        <a:solidFill>
          <a:srgbClr val="FFC000">
            <a:hueOff val="6533927"/>
            <a:satOff val="-27185"/>
            <a:lumOff val="6405"/>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2400" dirty="0">
              <a:solidFill>
                <a:sysClr val="window" lastClr="FFFFFF"/>
              </a:solidFill>
              <a:latin typeface="Calibri" panose="020F0502020204030204"/>
              <a:ea typeface="+mn-ea"/>
              <a:cs typeface="+mn-cs"/>
            </a:rPr>
            <a:t>Issue type Scheme</a:t>
          </a:r>
        </a:p>
      </dgm:t>
    </dgm:pt>
    <dgm:pt modelId="{059237EA-7920-4F8B-82F3-F04C5363CB4A}" type="parTrans" cxnId="{CFAD7FB7-5E04-42B3-A72E-05C573B898AC}">
      <dgm:prSet/>
      <dgm:spPr>
        <a:xfrm rot="17700000">
          <a:off x="3419659" y="1020368"/>
          <a:ext cx="1319670" cy="505420"/>
        </a:xfrm>
        <a:prstGeom prst="leftArrow">
          <a:avLst>
            <a:gd name="adj1" fmla="val 60000"/>
            <a:gd name="adj2" fmla="val 50000"/>
          </a:avLst>
        </a:prstGeom>
        <a:solidFill>
          <a:srgbClr val="FFC000">
            <a:hueOff val="6533927"/>
            <a:satOff val="-27185"/>
            <a:lumOff val="6405"/>
            <a:alphaOff val="0"/>
          </a:srgbClr>
        </a:solidFill>
        <a:ln>
          <a:noFill/>
        </a:ln>
        <a:effectLst/>
      </dgm:spPr>
      <dgm:t>
        <a:bodyPr/>
        <a:lstStyle/>
        <a:p>
          <a:endParaRPr lang="en-US"/>
        </a:p>
      </dgm:t>
    </dgm:pt>
    <dgm:pt modelId="{ECA1F103-D7CE-4ED2-A74A-6F79F985F3A1}" type="sibTrans" cxnId="{CFAD7FB7-5E04-42B3-A72E-05C573B898AC}">
      <dgm:prSet/>
      <dgm:spPr/>
      <dgm:t>
        <a:bodyPr/>
        <a:lstStyle/>
        <a:p>
          <a:endParaRPr lang="en-US"/>
        </a:p>
      </dgm:t>
    </dgm:pt>
    <dgm:pt modelId="{BF6E6E66-DE76-4C9D-B262-EA067695302F}">
      <dgm:prSet phldrT="[Text]" custT="1"/>
      <dgm:spPr>
        <a:xfrm>
          <a:off x="4756454" y="1479503"/>
          <a:ext cx="1684733" cy="1347786"/>
        </a:xfrm>
        <a:prstGeom prst="roundRect">
          <a:avLst>
            <a:gd name="adj" fmla="val 10000"/>
          </a:avLst>
        </a:prstGeom>
        <a:solidFill>
          <a:srgbClr val="FFC000">
            <a:hueOff val="9800891"/>
            <a:satOff val="-40777"/>
            <a:lumOff val="9608"/>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2400" dirty="0">
              <a:solidFill>
                <a:sysClr val="window" lastClr="FFFFFF"/>
              </a:solidFill>
              <a:latin typeface="Calibri" panose="020F0502020204030204"/>
              <a:ea typeface="+mn-ea"/>
              <a:cs typeface="+mn-cs"/>
            </a:rPr>
            <a:t>Permission Scheme</a:t>
          </a:r>
        </a:p>
      </dgm:t>
    </dgm:pt>
    <dgm:pt modelId="{59E5D871-3A95-4B3A-87BB-D90043DBC512}" type="parTrans" cxnId="{27BBF8D0-A53F-4753-B96A-48873573B900}">
      <dgm:prSet/>
      <dgm:spPr>
        <a:xfrm rot="20700000">
          <a:off x="4301634" y="2071464"/>
          <a:ext cx="1319670" cy="505420"/>
        </a:xfrm>
        <a:prstGeom prst="leftArrow">
          <a:avLst>
            <a:gd name="adj1" fmla="val 60000"/>
            <a:gd name="adj2" fmla="val 50000"/>
          </a:avLst>
        </a:prstGeom>
        <a:solidFill>
          <a:srgbClr val="FFC000">
            <a:hueOff val="9800891"/>
            <a:satOff val="-40777"/>
            <a:lumOff val="9608"/>
            <a:alphaOff val="0"/>
          </a:srgbClr>
        </a:solidFill>
        <a:ln>
          <a:noFill/>
        </a:ln>
        <a:effectLst/>
      </dgm:spPr>
      <dgm:t>
        <a:bodyPr/>
        <a:lstStyle/>
        <a:p>
          <a:endParaRPr lang="en-US"/>
        </a:p>
      </dgm:t>
    </dgm:pt>
    <dgm:pt modelId="{8E9CF077-4420-41EA-9A64-7EFDF6810BD3}" type="sibTrans" cxnId="{27BBF8D0-A53F-4753-B96A-48873573B900}">
      <dgm:prSet/>
      <dgm:spPr/>
      <dgm:t>
        <a:bodyPr/>
        <a:lstStyle/>
        <a:p>
          <a:endParaRPr lang="en-US"/>
        </a:p>
      </dgm:t>
    </dgm:pt>
    <dgm:pt modelId="{51EAF4A3-BA85-47E9-8E75-5DFE7D3409FC}" type="pres">
      <dgm:prSet presAssocID="{AFFBF353-903D-40BD-BEB2-130C98466F86}" presName="cycle" presStyleCnt="0">
        <dgm:presLayoutVars>
          <dgm:chMax val="1"/>
          <dgm:dir/>
          <dgm:animLvl val="ctr"/>
          <dgm:resizeHandles val="exact"/>
        </dgm:presLayoutVars>
      </dgm:prSet>
      <dgm:spPr/>
    </dgm:pt>
    <dgm:pt modelId="{244D5EAB-123E-4D5A-A262-13CDE59567C2}" type="pres">
      <dgm:prSet presAssocID="{03AC1DC4-4C9A-4FF9-A6B1-F082131BD366}" presName="centerShape" presStyleLbl="node0" presStyleIdx="0" presStyleCnt="1"/>
      <dgm:spPr/>
    </dgm:pt>
    <dgm:pt modelId="{9EAA05B6-5F48-4FFF-9CAB-AEE2035D3A80}" type="pres">
      <dgm:prSet presAssocID="{4E7748AB-59E0-4B1E-A1A4-7FC5AC686413}" presName="parTrans" presStyleLbl="bgSibTrans2D1" presStyleIdx="0" presStyleCnt="4"/>
      <dgm:spPr/>
    </dgm:pt>
    <dgm:pt modelId="{D45FD9C1-8FB7-43FB-9711-B4F482119DD6}" type="pres">
      <dgm:prSet presAssocID="{55D0D302-1887-4637-89B3-A7B1DDC72455}" presName="node" presStyleLbl="node1" presStyleIdx="0" presStyleCnt="4">
        <dgm:presLayoutVars>
          <dgm:bulletEnabled val="1"/>
        </dgm:presLayoutVars>
      </dgm:prSet>
      <dgm:spPr/>
    </dgm:pt>
    <dgm:pt modelId="{AD713CD3-BC53-4EEE-8CA8-E0AC8E4FED03}" type="pres">
      <dgm:prSet presAssocID="{BA133C28-335C-490A-ADAC-4531B24E215E}" presName="parTrans" presStyleLbl="bgSibTrans2D1" presStyleIdx="1" presStyleCnt="4"/>
      <dgm:spPr/>
    </dgm:pt>
    <dgm:pt modelId="{3B362ECC-A07A-42B8-A77D-28116B805C51}" type="pres">
      <dgm:prSet presAssocID="{1F8FE0E2-1B2B-4B9A-B1F4-00E3ECF61639}" presName="node" presStyleLbl="node1" presStyleIdx="1" presStyleCnt="4">
        <dgm:presLayoutVars>
          <dgm:bulletEnabled val="1"/>
        </dgm:presLayoutVars>
      </dgm:prSet>
      <dgm:spPr/>
    </dgm:pt>
    <dgm:pt modelId="{1135F66E-3740-455D-A8E1-478EF7F6D1F5}" type="pres">
      <dgm:prSet presAssocID="{059237EA-7920-4F8B-82F3-F04C5363CB4A}" presName="parTrans" presStyleLbl="bgSibTrans2D1" presStyleIdx="2" presStyleCnt="4"/>
      <dgm:spPr/>
    </dgm:pt>
    <dgm:pt modelId="{3AC11AB2-6111-4154-B785-5FDF92D95596}" type="pres">
      <dgm:prSet presAssocID="{A006A511-38AB-4B8F-A656-98E009C37F3C}" presName="node" presStyleLbl="node1" presStyleIdx="2" presStyleCnt="4">
        <dgm:presLayoutVars>
          <dgm:bulletEnabled val="1"/>
        </dgm:presLayoutVars>
      </dgm:prSet>
      <dgm:spPr/>
    </dgm:pt>
    <dgm:pt modelId="{74B2A6FF-F88D-44FF-868C-D473894F6707}" type="pres">
      <dgm:prSet presAssocID="{59E5D871-3A95-4B3A-87BB-D90043DBC512}" presName="parTrans" presStyleLbl="bgSibTrans2D1" presStyleIdx="3" presStyleCnt="4"/>
      <dgm:spPr/>
    </dgm:pt>
    <dgm:pt modelId="{07CA60F8-E113-4AB8-A545-4AD60179123F}" type="pres">
      <dgm:prSet presAssocID="{BF6E6E66-DE76-4C9D-B262-EA067695302F}" presName="node" presStyleLbl="node1" presStyleIdx="3" presStyleCnt="4">
        <dgm:presLayoutVars>
          <dgm:bulletEnabled val="1"/>
        </dgm:presLayoutVars>
      </dgm:prSet>
      <dgm:spPr/>
    </dgm:pt>
  </dgm:ptLst>
  <dgm:cxnLst>
    <dgm:cxn modelId="{EC53B70A-F0CC-46A5-8814-F210FA66B9DB}" type="presOf" srcId="{4E7748AB-59E0-4B1E-A1A4-7FC5AC686413}" destId="{9EAA05B6-5F48-4FFF-9CAB-AEE2035D3A80}" srcOrd="0" destOrd="0" presId="urn:microsoft.com/office/officeart/2005/8/layout/radial4"/>
    <dgm:cxn modelId="{FF3BE514-3E7B-4B99-953B-F6C5C991435D}" srcId="{03AC1DC4-4C9A-4FF9-A6B1-F082131BD366}" destId="{55D0D302-1887-4637-89B3-A7B1DDC72455}" srcOrd="0" destOrd="0" parTransId="{4E7748AB-59E0-4B1E-A1A4-7FC5AC686413}" sibTransId="{58F9B71C-C282-4723-B68A-A0D5C22C5E83}"/>
    <dgm:cxn modelId="{B0273A2A-F148-44DC-9BAD-3B327F769777}" type="presOf" srcId="{AFFBF353-903D-40BD-BEB2-130C98466F86}" destId="{51EAF4A3-BA85-47E9-8E75-5DFE7D3409FC}" srcOrd="0" destOrd="0" presId="urn:microsoft.com/office/officeart/2005/8/layout/radial4"/>
    <dgm:cxn modelId="{FA346654-8961-40CF-B21F-816805F2FB0E}" type="presOf" srcId="{03AC1DC4-4C9A-4FF9-A6B1-F082131BD366}" destId="{244D5EAB-123E-4D5A-A262-13CDE59567C2}" srcOrd="0" destOrd="0" presId="urn:microsoft.com/office/officeart/2005/8/layout/radial4"/>
    <dgm:cxn modelId="{45FB607C-CA72-4104-8A6C-BFE4FEDD1252}" type="presOf" srcId="{1F8FE0E2-1B2B-4B9A-B1F4-00E3ECF61639}" destId="{3B362ECC-A07A-42B8-A77D-28116B805C51}" srcOrd="0" destOrd="0" presId="urn:microsoft.com/office/officeart/2005/8/layout/radial4"/>
    <dgm:cxn modelId="{202F857D-35CC-4444-B8C8-E1F41EE7C3F6}" type="presOf" srcId="{A006A511-38AB-4B8F-A656-98E009C37F3C}" destId="{3AC11AB2-6111-4154-B785-5FDF92D95596}" srcOrd="0" destOrd="0" presId="urn:microsoft.com/office/officeart/2005/8/layout/radial4"/>
    <dgm:cxn modelId="{BBA38C7D-68CD-4397-BD89-770E17B46D72}" type="presOf" srcId="{59E5D871-3A95-4B3A-87BB-D90043DBC512}" destId="{74B2A6FF-F88D-44FF-868C-D473894F6707}" srcOrd="0" destOrd="0" presId="urn:microsoft.com/office/officeart/2005/8/layout/radial4"/>
    <dgm:cxn modelId="{3F300387-416E-4957-9F09-1429225AC4C4}" srcId="{03AC1DC4-4C9A-4FF9-A6B1-F082131BD366}" destId="{1F8FE0E2-1B2B-4B9A-B1F4-00E3ECF61639}" srcOrd="1" destOrd="0" parTransId="{BA133C28-335C-490A-ADAC-4531B24E215E}" sibTransId="{6787CB37-7689-45AE-A705-B6C079723505}"/>
    <dgm:cxn modelId="{A33E988D-311D-45D0-8E7C-96D7C9D7BC56}" type="presOf" srcId="{059237EA-7920-4F8B-82F3-F04C5363CB4A}" destId="{1135F66E-3740-455D-A8E1-478EF7F6D1F5}" srcOrd="0" destOrd="0" presId="urn:microsoft.com/office/officeart/2005/8/layout/radial4"/>
    <dgm:cxn modelId="{E863449D-6766-4BB3-922A-390409AD7BB3}" type="presOf" srcId="{55D0D302-1887-4637-89B3-A7B1DDC72455}" destId="{D45FD9C1-8FB7-43FB-9711-B4F482119DD6}" srcOrd="0" destOrd="0" presId="urn:microsoft.com/office/officeart/2005/8/layout/radial4"/>
    <dgm:cxn modelId="{CFAD7FB7-5E04-42B3-A72E-05C573B898AC}" srcId="{03AC1DC4-4C9A-4FF9-A6B1-F082131BD366}" destId="{A006A511-38AB-4B8F-A656-98E009C37F3C}" srcOrd="2" destOrd="0" parTransId="{059237EA-7920-4F8B-82F3-F04C5363CB4A}" sibTransId="{ECA1F103-D7CE-4ED2-A74A-6F79F985F3A1}"/>
    <dgm:cxn modelId="{27BBF8D0-A53F-4753-B96A-48873573B900}" srcId="{03AC1DC4-4C9A-4FF9-A6B1-F082131BD366}" destId="{BF6E6E66-DE76-4C9D-B262-EA067695302F}" srcOrd="3" destOrd="0" parTransId="{59E5D871-3A95-4B3A-87BB-D90043DBC512}" sibTransId="{8E9CF077-4420-41EA-9A64-7EFDF6810BD3}"/>
    <dgm:cxn modelId="{72A17DD1-DA97-4778-A4DB-2C67A0F02BC1}" type="presOf" srcId="{BF6E6E66-DE76-4C9D-B262-EA067695302F}" destId="{07CA60F8-E113-4AB8-A545-4AD60179123F}" srcOrd="0" destOrd="0" presId="urn:microsoft.com/office/officeart/2005/8/layout/radial4"/>
    <dgm:cxn modelId="{088874D9-51AB-44AD-BE36-7CE5A610A9D4}" type="presOf" srcId="{BA133C28-335C-490A-ADAC-4531B24E215E}" destId="{AD713CD3-BC53-4EEE-8CA8-E0AC8E4FED03}" srcOrd="0" destOrd="0" presId="urn:microsoft.com/office/officeart/2005/8/layout/radial4"/>
    <dgm:cxn modelId="{2A946EE9-0706-43C3-B96D-203786BA03DB}" srcId="{AFFBF353-903D-40BD-BEB2-130C98466F86}" destId="{03AC1DC4-4C9A-4FF9-A6B1-F082131BD366}" srcOrd="0" destOrd="0" parTransId="{B93F8B0A-8153-441A-AAF5-E2CFBFAA3F54}" sibTransId="{22D0CD32-A508-4B0D-8401-99BF5E25418C}"/>
    <dgm:cxn modelId="{38919BF4-4658-4F6A-AB9D-C4AEFB8B8DE7}" type="presParOf" srcId="{51EAF4A3-BA85-47E9-8E75-5DFE7D3409FC}" destId="{244D5EAB-123E-4D5A-A262-13CDE59567C2}" srcOrd="0" destOrd="0" presId="urn:microsoft.com/office/officeart/2005/8/layout/radial4"/>
    <dgm:cxn modelId="{73E93B06-3AC8-4DFE-996F-23944B6D3A6B}" type="presParOf" srcId="{51EAF4A3-BA85-47E9-8E75-5DFE7D3409FC}" destId="{9EAA05B6-5F48-4FFF-9CAB-AEE2035D3A80}" srcOrd="1" destOrd="0" presId="urn:microsoft.com/office/officeart/2005/8/layout/radial4"/>
    <dgm:cxn modelId="{6486E135-0624-455E-AD5F-C999377C19B4}" type="presParOf" srcId="{51EAF4A3-BA85-47E9-8E75-5DFE7D3409FC}" destId="{D45FD9C1-8FB7-43FB-9711-B4F482119DD6}" srcOrd="2" destOrd="0" presId="urn:microsoft.com/office/officeart/2005/8/layout/radial4"/>
    <dgm:cxn modelId="{56319485-2B92-4076-86E8-0480B326C1B0}" type="presParOf" srcId="{51EAF4A3-BA85-47E9-8E75-5DFE7D3409FC}" destId="{AD713CD3-BC53-4EEE-8CA8-E0AC8E4FED03}" srcOrd="3" destOrd="0" presId="urn:microsoft.com/office/officeart/2005/8/layout/radial4"/>
    <dgm:cxn modelId="{44DEE3AD-8FC7-4E7F-B1BA-32B317FC7A3C}" type="presParOf" srcId="{51EAF4A3-BA85-47E9-8E75-5DFE7D3409FC}" destId="{3B362ECC-A07A-42B8-A77D-28116B805C51}" srcOrd="4" destOrd="0" presId="urn:microsoft.com/office/officeart/2005/8/layout/radial4"/>
    <dgm:cxn modelId="{F56984B8-ABB1-4364-B155-67325CA9E39A}" type="presParOf" srcId="{51EAF4A3-BA85-47E9-8E75-5DFE7D3409FC}" destId="{1135F66E-3740-455D-A8E1-478EF7F6D1F5}" srcOrd="5" destOrd="0" presId="urn:microsoft.com/office/officeart/2005/8/layout/radial4"/>
    <dgm:cxn modelId="{9526F39C-E933-4A7C-8DE4-60264C6D1528}" type="presParOf" srcId="{51EAF4A3-BA85-47E9-8E75-5DFE7D3409FC}" destId="{3AC11AB2-6111-4154-B785-5FDF92D95596}" srcOrd="6" destOrd="0" presId="urn:microsoft.com/office/officeart/2005/8/layout/radial4"/>
    <dgm:cxn modelId="{A05B68B4-0C9F-4557-85D4-B8819A34B43B}" type="presParOf" srcId="{51EAF4A3-BA85-47E9-8E75-5DFE7D3409FC}" destId="{74B2A6FF-F88D-44FF-868C-D473894F6707}" srcOrd="7" destOrd="0" presId="urn:microsoft.com/office/officeart/2005/8/layout/radial4"/>
    <dgm:cxn modelId="{E99E9F38-4B39-4B3A-A0CB-BD3D1D780F79}" type="presParOf" srcId="{51EAF4A3-BA85-47E9-8E75-5DFE7D3409FC}" destId="{07CA60F8-E113-4AB8-A545-4AD60179123F}" srcOrd="8" destOrd="0" presId="urn:microsoft.com/office/officeart/2005/8/layout/radial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A56A1A9-82B5-4E1F-A55C-C8D9FB17CD3A}" type="doc">
      <dgm:prSet loTypeId="urn:microsoft.com/office/officeart/2008/layout/NameandTitleOrganizationalChart" loCatId="hierarchy" qsTypeId="urn:microsoft.com/office/officeart/2005/8/quickstyle/simple1" qsCatId="simple" csTypeId="urn:microsoft.com/office/officeart/2005/8/colors/accent1_2" csCatId="accent1" phldr="1"/>
      <dgm:spPr/>
      <dgm:t>
        <a:bodyPr/>
        <a:lstStyle/>
        <a:p>
          <a:endParaRPr lang="en-US"/>
        </a:p>
      </dgm:t>
    </dgm:pt>
    <dgm:pt modelId="{1779E7B3-3652-4146-AFC3-178218ED6CC5}">
      <dgm:prSet phldrT="[Text]" custT="1"/>
      <dgm:spPr>
        <a:solidFill>
          <a:schemeClr val="accent6">
            <a:lumMod val="50000"/>
          </a:schemeClr>
        </a:solidFill>
      </dgm:spPr>
      <dgm:t>
        <a:bodyPr/>
        <a:lstStyle/>
        <a:p>
          <a:pPr>
            <a:spcAft>
              <a:spcPts val="0"/>
            </a:spcAft>
          </a:pPr>
          <a:r>
            <a:rPr lang="en-US" sz="1800" b="1" dirty="0">
              <a:latin typeface="Calibri" panose="020F0502020204030204" pitchFamily="34" charset="0"/>
              <a:cs typeface="Calibri" panose="020F0502020204030204" pitchFamily="34" charset="0"/>
            </a:rPr>
            <a:t>Project</a:t>
          </a:r>
        </a:p>
        <a:p>
          <a:pPr>
            <a:spcAft>
              <a:spcPts val="0"/>
            </a:spcAft>
          </a:pPr>
          <a:r>
            <a:rPr lang="en-US" sz="1600" b="1" dirty="0">
              <a:latin typeface="Calibri" panose="020F0502020204030204" pitchFamily="34" charset="0"/>
              <a:cs typeface="Calibri" panose="020F0502020204030204" pitchFamily="34" charset="0"/>
            </a:rPr>
            <a:t>(</a:t>
          </a:r>
          <a:r>
            <a:rPr lang="en-US" sz="1200" b="1" dirty="0">
              <a:latin typeface="Calibri" panose="020F0502020204030204" pitchFamily="34" charset="0"/>
              <a:cs typeface="Calibri" panose="020F0502020204030204" pitchFamily="34" charset="0"/>
            </a:rPr>
            <a:t>Workstream</a:t>
          </a:r>
          <a:r>
            <a:rPr lang="en-US" sz="1600" b="1" dirty="0">
              <a:latin typeface="Calibri" panose="020F0502020204030204" pitchFamily="34" charset="0"/>
              <a:cs typeface="Calibri" panose="020F0502020204030204" pitchFamily="34" charset="0"/>
            </a:rPr>
            <a:t>)</a:t>
          </a:r>
          <a:endParaRPr lang="en-US" sz="2400" b="1" dirty="0">
            <a:latin typeface="Calibri" panose="020F0502020204030204" pitchFamily="34" charset="0"/>
            <a:cs typeface="Calibri" panose="020F0502020204030204" pitchFamily="34" charset="0"/>
          </a:endParaRPr>
        </a:p>
      </dgm:t>
    </dgm:pt>
    <dgm:pt modelId="{A208C52E-076F-4ECC-8B6A-BEAA73107387}" type="parTrans" cxnId="{E7B37565-8247-40F0-81E4-F31EFE2C09EB}">
      <dgm:prSet/>
      <dgm:spPr/>
      <dgm:t>
        <a:bodyPr/>
        <a:lstStyle/>
        <a:p>
          <a:endParaRPr lang="en-US"/>
        </a:p>
      </dgm:t>
    </dgm:pt>
    <dgm:pt modelId="{B43EDFE1-4826-4AA0-B38C-51C7B1785CA1}" type="sibTrans" cxnId="{E7B37565-8247-40F0-81E4-F31EFE2C09EB}">
      <dgm:prSet/>
      <dgm:spPr/>
      <dgm:t>
        <a:bodyPr/>
        <a:lstStyle/>
        <a:p>
          <a:r>
            <a:rPr lang="en-US" b="1" dirty="0"/>
            <a:t>BZ </a:t>
          </a:r>
          <a:r>
            <a:rPr lang="en-US" b="1" dirty="0" err="1"/>
            <a:t>PolicyCenter</a:t>
          </a:r>
          <a:endParaRPr lang="en-US" b="1" dirty="0"/>
        </a:p>
      </dgm:t>
    </dgm:pt>
    <dgm:pt modelId="{63F9C220-F65F-40E1-9B3B-BD6E903F5ED6}">
      <dgm:prSet phldrT="[Text]" custT="1"/>
      <dgm:spPr>
        <a:solidFill>
          <a:srgbClr val="92D050"/>
        </a:solidFill>
      </dgm:spPr>
      <dgm:t>
        <a:bodyPr/>
        <a:lstStyle/>
        <a:p>
          <a:r>
            <a:rPr lang="en-US" sz="1800" b="1" dirty="0">
              <a:latin typeface="Calibri" panose="020F0502020204030204" pitchFamily="34" charset="0"/>
              <a:cs typeface="Calibri" panose="020F0502020204030204" pitchFamily="34" charset="0"/>
            </a:rPr>
            <a:t>Scrum board 1</a:t>
          </a:r>
        </a:p>
      </dgm:t>
    </dgm:pt>
    <dgm:pt modelId="{FD473776-72AA-42F4-B7C5-275A6D473A39}" type="parTrans" cxnId="{B436742F-5AA8-4EFF-97A6-7D90AE88C890}">
      <dgm:prSet/>
      <dgm:spPr/>
      <dgm:t>
        <a:bodyPr/>
        <a:lstStyle/>
        <a:p>
          <a:endParaRPr lang="en-US" b="1"/>
        </a:p>
      </dgm:t>
    </dgm:pt>
    <dgm:pt modelId="{E14A5816-54A9-4DF4-9297-5DDA741369C2}" type="sibTrans" cxnId="{B436742F-5AA8-4EFF-97A6-7D90AE88C890}">
      <dgm:prSet/>
      <dgm:spPr/>
      <dgm:t>
        <a:bodyPr/>
        <a:lstStyle/>
        <a:p>
          <a:r>
            <a:rPr lang="en-US" b="0"/>
            <a:t>BZFoundation R1</a:t>
          </a:r>
          <a:endParaRPr lang="en-US" b="0" dirty="0"/>
        </a:p>
      </dgm:t>
    </dgm:pt>
    <dgm:pt modelId="{F323D4A2-1DEB-4491-B211-A55DAEBA07B1}">
      <dgm:prSet phldrT="[Text]" custT="1"/>
      <dgm:spPr>
        <a:solidFill>
          <a:srgbClr val="FFC000"/>
        </a:solidFill>
      </dgm:spPr>
      <dgm:t>
        <a:bodyPr/>
        <a:lstStyle/>
        <a:p>
          <a:r>
            <a:rPr lang="en-US" sz="1800" b="1" dirty="0">
              <a:latin typeface="Calibri" panose="020F0502020204030204" pitchFamily="34" charset="0"/>
              <a:cs typeface="Calibri" panose="020F0502020204030204" pitchFamily="34" charset="0"/>
            </a:rPr>
            <a:t>Scrum board 2</a:t>
          </a:r>
        </a:p>
      </dgm:t>
    </dgm:pt>
    <dgm:pt modelId="{BF63DC95-4C97-487F-8417-91F39F9F4546}" type="parTrans" cxnId="{E6760D9B-2F2D-4C5C-B535-1CB9002245F8}">
      <dgm:prSet/>
      <dgm:spPr/>
      <dgm:t>
        <a:bodyPr/>
        <a:lstStyle/>
        <a:p>
          <a:endParaRPr lang="en-US" b="1"/>
        </a:p>
      </dgm:t>
    </dgm:pt>
    <dgm:pt modelId="{725C7469-6342-4EF8-A51D-AECCFD3A477D}" type="sibTrans" cxnId="{E6760D9B-2F2D-4C5C-B535-1CB9002245F8}">
      <dgm:prSet/>
      <dgm:spPr/>
      <dgm:t>
        <a:bodyPr/>
        <a:lstStyle/>
        <a:p>
          <a:r>
            <a:rPr lang="en-US" b="0" dirty="0" err="1"/>
            <a:t>BZPolicyCenter</a:t>
          </a:r>
          <a:r>
            <a:rPr lang="en-US" b="0" dirty="0"/>
            <a:t> R2</a:t>
          </a:r>
        </a:p>
      </dgm:t>
    </dgm:pt>
    <dgm:pt modelId="{DB385CE5-F02C-4612-AB18-8115843FA694}">
      <dgm:prSet phldrT="[Text]" custT="1"/>
      <dgm:spPr>
        <a:solidFill>
          <a:srgbClr val="00B0F0"/>
        </a:solidFill>
      </dgm:spPr>
      <dgm:t>
        <a:bodyPr/>
        <a:lstStyle/>
        <a:p>
          <a:r>
            <a:rPr lang="en-US" sz="1800" b="1" dirty="0">
              <a:latin typeface="Calibri" panose="020F0502020204030204" pitchFamily="34" charset="0"/>
              <a:cs typeface="Calibri" panose="020F0502020204030204" pitchFamily="34" charset="0"/>
            </a:rPr>
            <a:t>Scrum board 3</a:t>
          </a:r>
        </a:p>
      </dgm:t>
    </dgm:pt>
    <dgm:pt modelId="{40B81547-644F-4834-8D3B-B2919C4935FA}" type="parTrans" cxnId="{80C6771C-EB65-4B8C-97D0-82225009F441}">
      <dgm:prSet/>
      <dgm:spPr/>
      <dgm:t>
        <a:bodyPr/>
        <a:lstStyle/>
        <a:p>
          <a:endParaRPr lang="en-US" b="1"/>
        </a:p>
      </dgm:t>
    </dgm:pt>
    <dgm:pt modelId="{BA267FBF-11C9-40B2-ACE8-556501A12B94}" type="sibTrans" cxnId="{80C6771C-EB65-4B8C-97D0-82225009F441}">
      <dgm:prSet/>
      <dgm:spPr/>
      <dgm:t>
        <a:bodyPr/>
        <a:lstStyle/>
        <a:p>
          <a:r>
            <a:rPr lang="en-US" b="0" dirty="0" err="1"/>
            <a:t>BZPolicyCenter</a:t>
          </a:r>
          <a:r>
            <a:rPr lang="en-US" b="0" dirty="0"/>
            <a:t> R3</a:t>
          </a:r>
        </a:p>
      </dgm:t>
    </dgm:pt>
    <dgm:pt modelId="{ADF7BD49-F85E-473B-A8E5-4CD023C9D397}" type="pres">
      <dgm:prSet presAssocID="{CA56A1A9-82B5-4E1F-A55C-C8D9FB17CD3A}" presName="hierChild1" presStyleCnt="0">
        <dgm:presLayoutVars>
          <dgm:orgChart val="1"/>
          <dgm:chPref val="1"/>
          <dgm:dir/>
          <dgm:animOne val="branch"/>
          <dgm:animLvl val="lvl"/>
          <dgm:resizeHandles/>
        </dgm:presLayoutVars>
      </dgm:prSet>
      <dgm:spPr/>
    </dgm:pt>
    <dgm:pt modelId="{6C7E467C-28F0-439F-BB44-2AD77DD083E6}" type="pres">
      <dgm:prSet presAssocID="{1779E7B3-3652-4146-AFC3-178218ED6CC5}" presName="hierRoot1" presStyleCnt="0">
        <dgm:presLayoutVars>
          <dgm:hierBranch val="init"/>
        </dgm:presLayoutVars>
      </dgm:prSet>
      <dgm:spPr/>
    </dgm:pt>
    <dgm:pt modelId="{06A77BF0-7185-4A80-860F-3D8E11534C48}" type="pres">
      <dgm:prSet presAssocID="{1779E7B3-3652-4146-AFC3-178218ED6CC5}" presName="rootComposite1" presStyleCnt="0"/>
      <dgm:spPr/>
    </dgm:pt>
    <dgm:pt modelId="{126452A4-014F-41D7-AEED-A01732072531}" type="pres">
      <dgm:prSet presAssocID="{1779E7B3-3652-4146-AFC3-178218ED6CC5}" presName="rootText1" presStyleLbl="node0" presStyleIdx="0" presStyleCnt="1" custScaleX="135484" custScaleY="74963" custLinFactNeighborX="-5325" custLinFactNeighborY="-2013">
        <dgm:presLayoutVars>
          <dgm:chMax/>
          <dgm:chPref val="3"/>
        </dgm:presLayoutVars>
      </dgm:prSet>
      <dgm:spPr/>
    </dgm:pt>
    <dgm:pt modelId="{3D5C5E5B-3357-4F26-86E0-F1E99B64A6A9}" type="pres">
      <dgm:prSet presAssocID="{1779E7B3-3652-4146-AFC3-178218ED6CC5}" presName="titleText1" presStyleLbl="fgAcc0" presStyleIdx="0" presStyleCnt="1">
        <dgm:presLayoutVars>
          <dgm:chMax val="0"/>
          <dgm:chPref val="0"/>
        </dgm:presLayoutVars>
      </dgm:prSet>
      <dgm:spPr/>
    </dgm:pt>
    <dgm:pt modelId="{BE0EA1A4-03AD-4066-A5E3-C9B19986B11C}" type="pres">
      <dgm:prSet presAssocID="{1779E7B3-3652-4146-AFC3-178218ED6CC5}" presName="rootConnector1" presStyleLbl="node1" presStyleIdx="0" presStyleCnt="3"/>
      <dgm:spPr/>
    </dgm:pt>
    <dgm:pt modelId="{C46576D3-4D83-44F0-94E8-1EE42204421F}" type="pres">
      <dgm:prSet presAssocID="{1779E7B3-3652-4146-AFC3-178218ED6CC5}" presName="hierChild2" presStyleCnt="0"/>
      <dgm:spPr/>
    </dgm:pt>
    <dgm:pt modelId="{69E9BD54-8683-4802-9B4F-1632587F1E84}" type="pres">
      <dgm:prSet presAssocID="{FD473776-72AA-42F4-B7C5-275A6D473A39}" presName="Name37" presStyleLbl="parChTrans1D2" presStyleIdx="0" presStyleCnt="3"/>
      <dgm:spPr/>
    </dgm:pt>
    <dgm:pt modelId="{33D2E4DC-2D4D-4602-B6F3-BCED5F5E48F5}" type="pres">
      <dgm:prSet presAssocID="{63F9C220-F65F-40E1-9B3B-BD6E903F5ED6}" presName="hierRoot2" presStyleCnt="0">
        <dgm:presLayoutVars>
          <dgm:hierBranch val="init"/>
        </dgm:presLayoutVars>
      </dgm:prSet>
      <dgm:spPr/>
    </dgm:pt>
    <dgm:pt modelId="{3D7D49EA-9CEC-402B-8E42-974957B3A6CA}" type="pres">
      <dgm:prSet presAssocID="{63F9C220-F65F-40E1-9B3B-BD6E903F5ED6}" presName="rootComposite" presStyleCnt="0"/>
      <dgm:spPr/>
    </dgm:pt>
    <dgm:pt modelId="{37652F4A-13D1-4DCB-952C-C4F8E68A9BB8}" type="pres">
      <dgm:prSet presAssocID="{63F9C220-F65F-40E1-9B3B-BD6E903F5ED6}" presName="rootText" presStyleLbl="node1" presStyleIdx="0" presStyleCnt="3" custLinFactNeighborY="-3586">
        <dgm:presLayoutVars>
          <dgm:chMax/>
          <dgm:chPref val="3"/>
        </dgm:presLayoutVars>
      </dgm:prSet>
      <dgm:spPr/>
    </dgm:pt>
    <dgm:pt modelId="{02B1AAB0-57AD-4BA8-B4D8-9D50D9650327}" type="pres">
      <dgm:prSet presAssocID="{63F9C220-F65F-40E1-9B3B-BD6E903F5ED6}" presName="titleText2" presStyleLbl="fgAcc1" presStyleIdx="0" presStyleCnt="3">
        <dgm:presLayoutVars>
          <dgm:chMax val="0"/>
          <dgm:chPref val="0"/>
        </dgm:presLayoutVars>
      </dgm:prSet>
      <dgm:spPr/>
    </dgm:pt>
    <dgm:pt modelId="{D2887DD0-5FC4-47BB-B3B0-01784E5C6EA4}" type="pres">
      <dgm:prSet presAssocID="{63F9C220-F65F-40E1-9B3B-BD6E903F5ED6}" presName="rootConnector" presStyleLbl="node2" presStyleIdx="0" presStyleCnt="0"/>
      <dgm:spPr/>
    </dgm:pt>
    <dgm:pt modelId="{0887B5F7-5B68-4CFD-BBFB-6E4CE8F0ECFF}" type="pres">
      <dgm:prSet presAssocID="{63F9C220-F65F-40E1-9B3B-BD6E903F5ED6}" presName="hierChild4" presStyleCnt="0"/>
      <dgm:spPr/>
    </dgm:pt>
    <dgm:pt modelId="{6A2C8125-AB87-46A9-AD7B-3EA9DFCFCAC2}" type="pres">
      <dgm:prSet presAssocID="{63F9C220-F65F-40E1-9B3B-BD6E903F5ED6}" presName="hierChild5" presStyleCnt="0"/>
      <dgm:spPr/>
    </dgm:pt>
    <dgm:pt modelId="{8675CD3F-4C3A-4355-9E0C-0835F044AD4A}" type="pres">
      <dgm:prSet presAssocID="{BF63DC95-4C97-487F-8417-91F39F9F4546}" presName="Name37" presStyleLbl="parChTrans1D2" presStyleIdx="1" presStyleCnt="3"/>
      <dgm:spPr/>
    </dgm:pt>
    <dgm:pt modelId="{C9D8D2CC-36D0-4098-8A1D-1284446F6301}" type="pres">
      <dgm:prSet presAssocID="{F323D4A2-1DEB-4491-B211-A55DAEBA07B1}" presName="hierRoot2" presStyleCnt="0">
        <dgm:presLayoutVars>
          <dgm:hierBranch val="init"/>
        </dgm:presLayoutVars>
      </dgm:prSet>
      <dgm:spPr/>
    </dgm:pt>
    <dgm:pt modelId="{6BFCB8A1-7D67-4028-906B-2FB387128236}" type="pres">
      <dgm:prSet presAssocID="{F323D4A2-1DEB-4491-B211-A55DAEBA07B1}" presName="rootComposite" presStyleCnt="0"/>
      <dgm:spPr/>
    </dgm:pt>
    <dgm:pt modelId="{8C1F529A-8431-453C-B0F6-081189FA7EB0}" type="pres">
      <dgm:prSet presAssocID="{F323D4A2-1DEB-4491-B211-A55DAEBA07B1}" presName="rootText" presStyleLbl="node1" presStyleIdx="1" presStyleCnt="3">
        <dgm:presLayoutVars>
          <dgm:chMax/>
          <dgm:chPref val="3"/>
        </dgm:presLayoutVars>
      </dgm:prSet>
      <dgm:spPr/>
    </dgm:pt>
    <dgm:pt modelId="{3DEE7FE4-8C95-4646-9237-E12D14920CE3}" type="pres">
      <dgm:prSet presAssocID="{F323D4A2-1DEB-4491-B211-A55DAEBA07B1}" presName="titleText2" presStyleLbl="fgAcc1" presStyleIdx="1" presStyleCnt="3">
        <dgm:presLayoutVars>
          <dgm:chMax val="0"/>
          <dgm:chPref val="0"/>
        </dgm:presLayoutVars>
      </dgm:prSet>
      <dgm:spPr/>
    </dgm:pt>
    <dgm:pt modelId="{8F8E03E8-B047-4B27-A4FE-5E54DB252118}" type="pres">
      <dgm:prSet presAssocID="{F323D4A2-1DEB-4491-B211-A55DAEBA07B1}" presName="rootConnector" presStyleLbl="node2" presStyleIdx="0" presStyleCnt="0"/>
      <dgm:spPr/>
    </dgm:pt>
    <dgm:pt modelId="{3C81E05F-748A-4AD9-9C09-9D3A5E9C844B}" type="pres">
      <dgm:prSet presAssocID="{F323D4A2-1DEB-4491-B211-A55DAEBA07B1}" presName="hierChild4" presStyleCnt="0"/>
      <dgm:spPr/>
    </dgm:pt>
    <dgm:pt modelId="{959BF538-D4DA-40F5-ADC1-E8D11BFC7EFA}" type="pres">
      <dgm:prSet presAssocID="{F323D4A2-1DEB-4491-B211-A55DAEBA07B1}" presName="hierChild5" presStyleCnt="0"/>
      <dgm:spPr/>
    </dgm:pt>
    <dgm:pt modelId="{BA04F90C-2CC5-45BD-930B-8EFCD632E48D}" type="pres">
      <dgm:prSet presAssocID="{40B81547-644F-4834-8D3B-B2919C4935FA}" presName="Name37" presStyleLbl="parChTrans1D2" presStyleIdx="2" presStyleCnt="3"/>
      <dgm:spPr/>
    </dgm:pt>
    <dgm:pt modelId="{B5C55725-5715-4F6D-8789-2E7E00BB51AA}" type="pres">
      <dgm:prSet presAssocID="{DB385CE5-F02C-4612-AB18-8115843FA694}" presName="hierRoot2" presStyleCnt="0">
        <dgm:presLayoutVars>
          <dgm:hierBranch val="init"/>
        </dgm:presLayoutVars>
      </dgm:prSet>
      <dgm:spPr/>
    </dgm:pt>
    <dgm:pt modelId="{74124756-D5D8-43E4-BAF0-4F87BF468616}" type="pres">
      <dgm:prSet presAssocID="{DB385CE5-F02C-4612-AB18-8115843FA694}" presName="rootComposite" presStyleCnt="0"/>
      <dgm:spPr/>
    </dgm:pt>
    <dgm:pt modelId="{BC682B05-B988-44AD-8848-02E509679DC2}" type="pres">
      <dgm:prSet presAssocID="{DB385CE5-F02C-4612-AB18-8115843FA694}" presName="rootText" presStyleLbl="node1" presStyleIdx="2" presStyleCnt="3" custLinFactNeighborX="-16707" custLinFactNeighborY="-3586">
        <dgm:presLayoutVars>
          <dgm:chMax/>
          <dgm:chPref val="3"/>
        </dgm:presLayoutVars>
      </dgm:prSet>
      <dgm:spPr/>
    </dgm:pt>
    <dgm:pt modelId="{0BD4B24B-88A9-40D6-A5BD-BC1D4228F57A}" type="pres">
      <dgm:prSet presAssocID="{DB385CE5-F02C-4612-AB18-8115843FA694}" presName="titleText2" presStyleLbl="fgAcc1" presStyleIdx="2" presStyleCnt="3">
        <dgm:presLayoutVars>
          <dgm:chMax val="0"/>
          <dgm:chPref val="0"/>
        </dgm:presLayoutVars>
      </dgm:prSet>
      <dgm:spPr/>
    </dgm:pt>
    <dgm:pt modelId="{9A3B1D59-7DC1-4BC9-B709-9260F5069005}" type="pres">
      <dgm:prSet presAssocID="{DB385CE5-F02C-4612-AB18-8115843FA694}" presName="rootConnector" presStyleLbl="node2" presStyleIdx="0" presStyleCnt="0"/>
      <dgm:spPr/>
    </dgm:pt>
    <dgm:pt modelId="{4683953C-3A9A-49A0-B85F-998F390C26BA}" type="pres">
      <dgm:prSet presAssocID="{DB385CE5-F02C-4612-AB18-8115843FA694}" presName="hierChild4" presStyleCnt="0"/>
      <dgm:spPr/>
    </dgm:pt>
    <dgm:pt modelId="{AAAF980C-DE40-4101-ABC5-062EE534E37C}" type="pres">
      <dgm:prSet presAssocID="{DB385CE5-F02C-4612-AB18-8115843FA694}" presName="hierChild5" presStyleCnt="0"/>
      <dgm:spPr/>
    </dgm:pt>
    <dgm:pt modelId="{A54F574B-18F9-425D-8055-DE9ABB8FE0D0}" type="pres">
      <dgm:prSet presAssocID="{1779E7B3-3652-4146-AFC3-178218ED6CC5}" presName="hierChild3" presStyleCnt="0"/>
      <dgm:spPr/>
    </dgm:pt>
  </dgm:ptLst>
  <dgm:cxnLst>
    <dgm:cxn modelId="{DCB2C901-ED64-4D16-8EDE-6415B36C9DB8}" type="presOf" srcId="{725C7469-6342-4EF8-A51D-AECCFD3A477D}" destId="{3DEE7FE4-8C95-4646-9237-E12D14920CE3}" srcOrd="0" destOrd="0" presId="urn:microsoft.com/office/officeart/2008/layout/NameandTitleOrganizationalChart"/>
    <dgm:cxn modelId="{73DC1410-FDC6-429E-B5EC-CE7DAAF2410A}" type="presOf" srcId="{1779E7B3-3652-4146-AFC3-178218ED6CC5}" destId="{126452A4-014F-41D7-AEED-A01732072531}" srcOrd="0" destOrd="0" presId="urn:microsoft.com/office/officeart/2008/layout/NameandTitleOrganizationalChart"/>
    <dgm:cxn modelId="{F5E4B314-7900-4761-A13D-EAAF411C6196}" type="presOf" srcId="{1779E7B3-3652-4146-AFC3-178218ED6CC5}" destId="{BE0EA1A4-03AD-4066-A5E3-C9B19986B11C}" srcOrd="1" destOrd="0" presId="urn:microsoft.com/office/officeart/2008/layout/NameandTitleOrganizationalChart"/>
    <dgm:cxn modelId="{80C6771C-EB65-4B8C-97D0-82225009F441}" srcId="{1779E7B3-3652-4146-AFC3-178218ED6CC5}" destId="{DB385CE5-F02C-4612-AB18-8115843FA694}" srcOrd="2" destOrd="0" parTransId="{40B81547-644F-4834-8D3B-B2919C4935FA}" sibTransId="{BA267FBF-11C9-40B2-ACE8-556501A12B94}"/>
    <dgm:cxn modelId="{7F672F20-CEE3-44A8-80B1-ED71CB3C1F87}" type="presOf" srcId="{DB385CE5-F02C-4612-AB18-8115843FA694}" destId="{9A3B1D59-7DC1-4BC9-B709-9260F5069005}" srcOrd="1" destOrd="0" presId="urn:microsoft.com/office/officeart/2008/layout/NameandTitleOrganizationalChart"/>
    <dgm:cxn modelId="{B436742F-5AA8-4EFF-97A6-7D90AE88C890}" srcId="{1779E7B3-3652-4146-AFC3-178218ED6CC5}" destId="{63F9C220-F65F-40E1-9B3B-BD6E903F5ED6}" srcOrd="0" destOrd="0" parTransId="{FD473776-72AA-42F4-B7C5-275A6D473A39}" sibTransId="{E14A5816-54A9-4DF4-9297-5DDA741369C2}"/>
    <dgm:cxn modelId="{F2FBEB3B-906C-427E-B6CE-5FA618B43690}" type="presOf" srcId="{F323D4A2-1DEB-4491-B211-A55DAEBA07B1}" destId="{8C1F529A-8431-453C-B0F6-081189FA7EB0}" srcOrd="0" destOrd="0" presId="urn:microsoft.com/office/officeart/2008/layout/NameandTitleOrganizationalChart"/>
    <dgm:cxn modelId="{E7B37565-8247-40F0-81E4-F31EFE2C09EB}" srcId="{CA56A1A9-82B5-4E1F-A55C-C8D9FB17CD3A}" destId="{1779E7B3-3652-4146-AFC3-178218ED6CC5}" srcOrd="0" destOrd="0" parTransId="{A208C52E-076F-4ECC-8B6A-BEAA73107387}" sibTransId="{B43EDFE1-4826-4AA0-B38C-51C7B1785CA1}"/>
    <dgm:cxn modelId="{1436A154-AAF8-4B72-BCD7-BDF5D11BFD51}" type="presOf" srcId="{E14A5816-54A9-4DF4-9297-5DDA741369C2}" destId="{02B1AAB0-57AD-4BA8-B4D8-9D50D9650327}" srcOrd="0" destOrd="0" presId="urn:microsoft.com/office/officeart/2008/layout/NameandTitleOrganizationalChart"/>
    <dgm:cxn modelId="{BD1D5E55-B40E-4F61-80A9-1E657347406A}" type="presOf" srcId="{F323D4A2-1DEB-4491-B211-A55DAEBA07B1}" destId="{8F8E03E8-B047-4B27-A4FE-5E54DB252118}" srcOrd="1" destOrd="0" presId="urn:microsoft.com/office/officeart/2008/layout/NameandTitleOrganizationalChart"/>
    <dgm:cxn modelId="{92965F58-F230-47D9-BF2C-AB8F98BB2809}" type="presOf" srcId="{63F9C220-F65F-40E1-9B3B-BD6E903F5ED6}" destId="{37652F4A-13D1-4DCB-952C-C4F8E68A9BB8}" srcOrd="0" destOrd="0" presId="urn:microsoft.com/office/officeart/2008/layout/NameandTitleOrganizationalChart"/>
    <dgm:cxn modelId="{1EA98D7B-2EF1-4176-A109-81B34CABB286}" type="presOf" srcId="{BA267FBF-11C9-40B2-ACE8-556501A12B94}" destId="{0BD4B24B-88A9-40D6-A5BD-BC1D4228F57A}" srcOrd="0" destOrd="0" presId="urn:microsoft.com/office/officeart/2008/layout/NameandTitleOrganizationalChart"/>
    <dgm:cxn modelId="{E6760D9B-2F2D-4C5C-B535-1CB9002245F8}" srcId="{1779E7B3-3652-4146-AFC3-178218ED6CC5}" destId="{F323D4A2-1DEB-4491-B211-A55DAEBA07B1}" srcOrd="1" destOrd="0" parTransId="{BF63DC95-4C97-487F-8417-91F39F9F4546}" sibTransId="{725C7469-6342-4EF8-A51D-AECCFD3A477D}"/>
    <dgm:cxn modelId="{26F0A8AA-6A32-4CEE-A4CF-A3CE7F364F89}" type="presOf" srcId="{B43EDFE1-4826-4AA0-B38C-51C7B1785CA1}" destId="{3D5C5E5B-3357-4F26-86E0-F1E99B64A6A9}" srcOrd="0" destOrd="0" presId="urn:microsoft.com/office/officeart/2008/layout/NameandTitleOrganizationalChart"/>
    <dgm:cxn modelId="{CE7C9EAE-898E-47DB-B54B-B2A17BEC1736}" type="presOf" srcId="{63F9C220-F65F-40E1-9B3B-BD6E903F5ED6}" destId="{D2887DD0-5FC4-47BB-B3B0-01784E5C6EA4}" srcOrd="1" destOrd="0" presId="urn:microsoft.com/office/officeart/2008/layout/NameandTitleOrganizationalChart"/>
    <dgm:cxn modelId="{6505F9CA-04B9-4C54-B7C1-53E23332E38B}" type="presOf" srcId="{CA56A1A9-82B5-4E1F-A55C-C8D9FB17CD3A}" destId="{ADF7BD49-F85E-473B-A8E5-4CD023C9D397}" srcOrd="0" destOrd="0" presId="urn:microsoft.com/office/officeart/2008/layout/NameandTitleOrganizationalChart"/>
    <dgm:cxn modelId="{B3A6BEDA-56E7-4A62-A8AF-A8CD0EA9C835}" type="presOf" srcId="{40B81547-644F-4834-8D3B-B2919C4935FA}" destId="{BA04F90C-2CC5-45BD-930B-8EFCD632E48D}" srcOrd="0" destOrd="0" presId="urn:microsoft.com/office/officeart/2008/layout/NameandTitleOrganizationalChart"/>
    <dgm:cxn modelId="{AB97E3E4-9908-4B89-BFE0-2B646328E0BB}" type="presOf" srcId="{DB385CE5-F02C-4612-AB18-8115843FA694}" destId="{BC682B05-B988-44AD-8848-02E509679DC2}" srcOrd="0" destOrd="0" presId="urn:microsoft.com/office/officeart/2008/layout/NameandTitleOrganizationalChart"/>
    <dgm:cxn modelId="{47DE60EA-1817-4404-A766-8156E6243F5E}" type="presOf" srcId="{BF63DC95-4C97-487F-8417-91F39F9F4546}" destId="{8675CD3F-4C3A-4355-9E0C-0835F044AD4A}" srcOrd="0" destOrd="0" presId="urn:microsoft.com/office/officeart/2008/layout/NameandTitleOrganizationalChart"/>
    <dgm:cxn modelId="{449861F3-DC92-45ED-BB77-2AE245E4ADCD}" type="presOf" srcId="{FD473776-72AA-42F4-B7C5-275A6D473A39}" destId="{69E9BD54-8683-4802-9B4F-1632587F1E84}" srcOrd="0" destOrd="0" presId="urn:microsoft.com/office/officeart/2008/layout/NameandTitleOrganizationalChart"/>
    <dgm:cxn modelId="{317F9C65-233E-4043-B6F6-5522FB94A597}" type="presParOf" srcId="{ADF7BD49-F85E-473B-A8E5-4CD023C9D397}" destId="{6C7E467C-28F0-439F-BB44-2AD77DD083E6}" srcOrd="0" destOrd="0" presId="urn:microsoft.com/office/officeart/2008/layout/NameandTitleOrganizationalChart"/>
    <dgm:cxn modelId="{6BA3BC10-1C66-4221-9DF5-482DB3794911}" type="presParOf" srcId="{6C7E467C-28F0-439F-BB44-2AD77DD083E6}" destId="{06A77BF0-7185-4A80-860F-3D8E11534C48}" srcOrd="0" destOrd="0" presId="urn:microsoft.com/office/officeart/2008/layout/NameandTitleOrganizationalChart"/>
    <dgm:cxn modelId="{8D9CB4EB-0911-4F7E-99A5-000D72B1E1B5}" type="presParOf" srcId="{06A77BF0-7185-4A80-860F-3D8E11534C48}" destId="{126452A4-014F-41D7-AEED-A01732072531}" srcOrd="0" destOrd="0" presId="urn:microsoft.com/office/officeart/2008/layout/NameandTitleOrganizationalChart"/>
    <dgm:cxn modelId="{7AC93059-1F9F-4324-8569-5C5191F4F712}" type="presParOf" srcId="{06A77BF0-7185-4A80-860F-3D8E11534C48}" destId="{3D5C5E5B-3357-4F26-86E0-F1E99B64A6A9}" srcOrd="1" destOrd="0" presId="urn:microsoft.com/office/officeart/2008/layout/NameandTitleOrganizationalChart"/>
    <dgm:cxn modelId="{2AD7069D-9F10-4632-AE27-D85D37D09646}" type="presParOf" srcId="{06A77BF0-7185-4A80-860F-3D8E11534C48}" destId="{BE0EA1A4-03AD-4066-A5E3-C9B19986B11C}" srcOrd="2" destOrd="0" presId="urn:microsoft.com/office/officeart/2008/layout/NameandTitleOrganizationalChart"/>
    <dgm:cxn modelId="{723D8271-5841-4CBC-BE87-7EA8F167F4A9}" type="presParOf" srcId="{6C7E467C-28F0-439F-BB44-2AD77DD083E6}" destId="{C46576D3-4D83-44F0-94E8-1EE42204421F}" srcOrd="1" destOrd="0" presId="urn:microsoft.com/office/officeart/2008/layout/NameandTitleOrganizationalChart"/>
    <dgm:cxn modelId="{BF725184-8AA4-47DD-AC11-34900756C5DA}" type="presParOf" srcId="{C46576D3-4D83-44F0-94E8-1EE42204421F}" destId="{69E9BD54-8683-4802-9B4F-1632587F1E84}" srcOrd="0" destOrd="0" presId="urn:microsoft.com/office/officeart/2008/layout/NameandTitleOrganizationalChart"/>
    <dgm:cxn modelId="{206CD136-9A4F-446B-B282-EBBB2269C565}" type="presParOf" srcId="{C46576D3-4D83-44F0-94E8-1EE42204421F}" destId="{33D2E4DC-2D4D-4602-B6F3-BCED5F5E48F5}" srcOrd="1" destOrd="0" presId="urn:microsoft.com/office/officeart/2008/layout/NameandTitleOrganizationalChart"/>
    <dgm:cxn modelId="{47A3B3B8-B998-4660-BCB1-4FC227214090}" type="presParOf" srcId="{33D2E4DC-2D4D-4602-B6F3-BCED5F5E48F5}" destId="{3D7D49EA-9CEC-402B-8E42-974957B3A6CA}" srcOrd="0" destOrd="0" presId="urn:microsoft.com/office/officeart/2008/layout/NameandTitleOrganizationalChart"/>
    <dgm:cxn modelId="{F07D526E-FE1C-4B55-BB12-E32402CAEA23}" type="presParOf" srcId="{3D7D49EA-9CEC-402B-8E42-974957B3A6CA}" destId="{37652F4A-13D1-4DCB-952C-C4F8E68A9BB8}" srcOrd="0" destOrd="0" presId="urn:microsoft.com/office/officeart/2008/layout/NameandTitleOrganizationalChart"/>
    <dgm:cxn modelId="{70F74551-781B-416B-966C-CFE5231797FA}" type="presParOf" srcId="{3D7D49EA-9CEC-402B-8E42-974957B3A6CA}" destId="{02B1AAB0-57AD-4BA8-B4D8-9D50D9650327}" srcOrd="1" destOrd="0" presId="urn:microsoft.com/office/officeart/2008/layout/NameandTitleOrganizationalChart"/>
    <dgm:cxn modelId="{3623AA4A-80FA-48EE-837F-E88A33308CB3}" type="presParOf" srcId="{3D7D49EA-9CEC-402B-8E42-974957B3A6CA}" destId="{D2887DD0-5FC4-47BB-B3B0-01784E5C6EA4}" srcOrd="2" destOrd="0" presId="urn:microsoft.com/office/officeart/2008/layout/NameandTitleOrganizationalChart"/>
    <dgm:cxn modelId="{E99B0243-AD04-4DAC-A230-E159EC21B268}" type="presParOf" srcId="{33D2E4DC-2D4D-4602-B6F3-BCED5F5E48F5}" destId="{0887B5F7-5B68-4CFD-BBFB-6E4CE8F0ECFF}" srcOrd="1" destOrd="0" presId="urn:microsoft.com/office/officeart/2008/layout/NameandTitleOrganizationalChart"/>
    <dgm:cxn modelId="{1926990D-9CF8-480E-A5F2-C1F391E303A8}" type="presParOf" srcId="{33D2E4DC-2D4D-4602-B6F3-BCED5F5E48F5}" destId="{6A2C8125-AB87-46A9-AD7B-3EA9DFCFCAC2}" srcOrd="2" destOrd="0" presId="urn:microsoft.com/office/officeart/2008/layout/NameandTitleOrganizationalChart"/>
    <dgm:cxn modelId="{C58D1DDF-6C64-4BAA-9EDB-6C4C22864E46}" type="presParOf" srcId="{C46576D3-4D83-44F0-94E8-1EE42204421F}" destId="{8675CD3F-4C3A-4355-9E0C-0835F044AD4A}" srcOrd="2" destOrd="0" presId="urn:microsoft.com/office/officeart/2008/layout/NameandTitleOrganizationalChart"/>
    <dgm:cxn modelId="{61E0B3CC-B556-432C-B76D-32F18DA0CC82}" type="presParOf" srcId="{C46576D3-4D83-44F0-94E8-1EE42204421F}" destId="{C9D8D2CC-36D0-4098-8A1D-1284446F6301}" srcOrd="3" destOrd="0" presId="urn:microsoft.com/office/officeart/2008/layout/NameandTitleOrganizationalChart"/>
    <dgm:cxn modelId="{3CB7BEFB-63F0-45B6-8D67-10A0D657687C}" type="presParOf" srcId="{C9D8D2CC-36D0-4098-8A1D-1284446F6301}" destId="{6BFCB8A1-7D67-4028-906B-2FB387128236}" srcOrd="0" destOrd="0" presId="urn:microsoft.com/office/officeart/2008/layout/NameandTitleOrganizationalChart"/>
    <dgm:cxn modelId="{FA2A060F-0879-435A-B361-A22625CBDD3E}" type="presParOf" srcId="{6BFCB8A1-7D67-4028-906B-2FB387128236}" destId="{8C1F529A-8431-453C-B0F6-081189FA7EB0}" srcOrd="0" destOrd="0" presId="urn:microsoft.com/office/officeart/2008/layout/NameandTitleOrganizationalChart"/>
    <dgm:cxn modelId="{8A772FDC-C0F6-4BED-9B32-0599B5941971}" type="presParOf" srcId="{6BFCB8A1-7D67-4028-906B-2FB387128236}" destId="{3DEE7FE4-8C95-4646-9237-E12D14920CE3}" srcOrd="1" destOrd="0" presId="urn:microsoft.com/office/officeart/2008/layout/NameandTitleOrganizationalChart"/>
    <dgm:cxn modelId="{5C57A0B1-C8BB-427C-9225-13CD4804912D}" type="presParOf" srcId="{6BFCB8A1-7D67-4028-906B-2FB387128236}" destId="{8F8E03E8-B047-4B27-A4FE-5E54DB252118}" srcOrd="2" destOrd="0" presId="urn:microsoft.com/office/officeart/2008/layout/NameandTitleOrganizationalChart"/>
    <dgm:cxn modelId="{A1EB064E-E001-4A6D-AD98-0ABF2CB76F9D}" type="presParOf" srcId="{C9D8D2CC-36D0-4098-8A1D-1284446F6301}" destId="{3C81E05F-748A-4AD9-9C09-9D3A5E9C844B}" srcOrd="1" destOrd="0" presId="urn:microsoft.com/office/officeart/2008/layout/NameandTitleOrganizationalChart"/>
    <dgm:cxn modelId="{F909FD67-2E82-43C9-AAA8-E1362D9A1DD0}" type="presParOf" srcId="{C9D8D2CC-36D0-4098-8A1D-1284446F6301}" destId="{959BF538-D4DA-40F5-ADC1-E8D11BFC7EFA}" srcOrd="2" destOrd="0" presId="urn:microsoft.com/office/officeart/2008/layout/NameandTitleOrganizationalChart"/>
    <dgm:cxn modelId="{3B790386-DD61-4C24-8633-8E9D4CC1D1A6}" type="presParOf" srcId="{C46576D3-4D83-44F0-94E8-1EE42204421F}" destId="{BA04F90C-2CC5-45BD-930B-8EFCD632E48D}" srcOrd="4" destOrd="0" presId="urn:microsoft.com/office/officeart/2008/layout/NameandTitleOrganizationalChart"/>
    <dgm:cxn modelId="{44916642-5EAB-44EC-A0E0-388E52851BD8}" type="presParOf" srcId="{C46576D3-4D83-44F0-94E8-1EE42204421F}" destId="{B5C55725-5715-4F6D-8789-2E7E00BB51AA}" srcOrd="5" destOrd="0" presId="urn:microsoft.com/office/officeart/2008/layout/NameandTitleOrganizationalChart"/>
    <dgm:cxn modelId="{58B23CBF-4497-498C-B016-E8B52E38EF21}" type="presParOf" srcId="{B5C55725-5715-4F6D-8789-2E7E00BB51AA}" destId="{74124756-D5D8-43E4-BAF0-4F87BF468616}" srcOrd="0" destOrd="0" presId="urn:microsoft.com/office/officeart/2008/layout/NameandTitleOrganizationalChart"/>
    <dgm:cxn modelId="{CEE47909-4FA7-4DC3-8BEC-05D9FAF2DA7C}" type="presParOf" srcId="{74124756-D5D8-43E4-BAF0-4F87BF468616}" destId="{BC682B05-B988-44AD-8848-02E509679DC2}" srcOrd="0" destOrd="0" presId="urn:microsoft.com/office/officeart/2008/layout/NameandTitleOrganizationalChart"/>
    <dgm:cxn modelId="{A4BC61C1-029E-4C6D-A4E8-D080F95E3CAF}" type="presParOf" srcId="{74124756-D5D8-43E4-BAF0-4F87BF468616}" destId="{0BD4B24B-88A9-40D6-A5BD-BC1D4228F57A}" srcOrd="1" destOrd="0" presId="urn:microsoft.com/office/officeart/2008/layout/NameandTitleOrganizationalChart"/>
    <dgm:cxn modelId="{FD66B530-008F-498A-8B5B-2F4196DD3029}" type="presParOf" srcId="{74124756-D5D8-43E4-BAF0-4F87BF468616}" destId="{9A3B1D59-7DC1-4BC9-B709-9260F5069005}" srcOrd="2" destOrd="0" presId="urn:microsoft.com/office/officeart/2008/layout/NameandTitleOrganizationalChart"/>
    <dgm:cxn modelId="{83CACE26-158A-41A4-82AF-E12EEDBEEAF8}" type="presParOf" srcId="{B5C55725-5715-4F6D-8789-2E7E00BB51AA}" destId="{4683953C-3A9A-49A0-B85F-998F390C26BA}" srcOrd="1" destOrd="0" presId="urn:microsoft.com/office/officeart/2008/layout/NameandTitleOrganizationalChart"/>
    <dgm:cxn modelId="{E10B0AF2-558C-4056-93FE-CC977C769B84}" type="presParOf" srcId="{B5C55725-5715-4F6D-8789-2E7E00BB51AA}" destId="{AAAF980C-DE40-4101-ABC5-062EE534E37C}" srcOrd="2" destOrd="0" presId="urn:microsoft.com/office/officeart/2008/layout/NameandTitleOrganizationalChart"/>
    <dgm:cxn modelId="{C39B3A05-91E4-4FF4-91B8-737FB44A9FC5}" type="presParOf" srcId="{6C7E467C-28F0-439F-BB44-2AD77DD083E6}" destId="{A54F574B-18F9-425D-8055-DE9ABB8FE0D0}" srcOrd="2" destOrd="0" presId="urn:microsoft.com/office/officeart/2008/layout/NameandTitleOrganizational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9FBB806-8953-42BD-9302-E64EA8815522}" type="doc">
      <dgm:prSet loTypeId="urn:microsoft.com/office/officeart/2008/layout/PictureAccentList" loCatId="list" qsTypeId="urn:microsoft.com/office/officeart/2005/8/quickstyle/simple1" qsCatId="simple" csTypeId="urn:microsoft.com/office/officeart/2005/8/colors/accent1_2" csCatId="accent1" phldr="1"/>
      <dgm:spPr/>
      <dgm:t>
        <a:bodyPr/>
        <a:lstStyle/>
        <a:p>
          <a:endParaRPr lang="en-US"/>
        </a:p>
      </dgm:t>
    </dgm:pt>
    <dgm:pt modelId="{73C827F0-14F1-480E-8B64-76AB0041F0EB}">
      <dgm:prSet phldrT="[Text]"/>
      <dgm:spPr/>
      <dgm:t>
        <a:bodyPr/>
        <a:lstStyle/>
        <a:p>
          <a:r>
            <a:rPr lang="en-US" dirty="0">
              <a:latin typeface="Calibri" panose="020F0502020204030204" pitchFamily="34" charset="0"/>
              <a:cs typeface="Calibri" panose="020F0502020204030204" pitchFamily="34" charset="0"/>
            </a:rPr>
            <a:t>Scrum Board</a:t>
          </a:r>
        </a:p>
      </dgm:t>
    </dgm:pt>
    <dgm:pt modelId="{0E66C9D2-5934-4273-89DE-E2819D892441}" type="parTrans" cxnId="{3AA01718-A4FB-4CEC-834E-442A04226157}">
      <dgm:prSet/>
      <dgm:spPr/>
      <dgm:t>
        <a:bodyPr/>
        <a:lstStyle/>
        <a:p>
          <a:endParaRPr lang="en-US"/>
        </a:p>
      </dgm:t>
    </dgm:pt>
    <dgm:pt modelId="{67100F24-6B49-43E6-98EF-F10C08D8D619}" type="sibTrans" cxnId="{3AA01718-A4FB-4CEC-834E-442A04226157}">
      <dgm:prSet/>
      <dgm:spPr/>
      <dgm:t>
        <a:bodyPr/>
        <a:lstStyle/>
        <a:p>
          <a:endParaRPr lang="en-US"/>
        </a:p>
      </dgm:t>
    </dgm:pt>
    <dgm:pt modelId="{862A66CF-F55B-440A-B004-AF79CCBC715C}">
      <dgm:prSet phldrT="[Text]"/>
      <dgm:spPr>
        <a:solidFill>
          <a:schemeClr val="accent1">
            <a:lumMod val="40000"/>
            <a:lumOff val="60000"/>
          </a:schemeClr>
        </a:solidFill>
      </dgm:spPr>
      <dgm:t>
        <a:bodyPr/>
        <a:lstStyle/>
        <a:p>
          <a:r>
            <a:rPr lang="en-US" dirty="0">
              <a:solidFill>
                <a:schemeClr val="tx1"/>
              </a:solidFill>
            </a:rPr>
            <a:t>Release Backlog</a:t>
          </a:r>
        </a:p>
      </dgm:t>
    </dgm:pt>
    <dgm:pt modelId="{D2DFB67C-89D8-431A-8318-5F43BAAA9904}" type="parTrans" cxnId="{0ADD24A5-9814-4048-A0E9-287683F31F08}">
      <dgm:prSet/>
      <dgm:spPr/>
      <dgm:t>
        <a:bodyPr/>
        <a:lstStyle/>
        <a:p>
          <a:endParaRPr lang="en-US"/>
        </a:p>
      </dgm:t>
    </dgm:pt>
    <dgm:pt modelId="{1275ADC8-D67B-42B8-AFFB-FCE664E149E5}" type="sibTrans" cxnId="{0ADD24A5-9814-4048-A0E9-287683F31F08}">
      <dgm:prSet/>
      <dgm:spPr/>
      <dgm:t>
        <a:bodyPr/>
        <a:lstStyle/>
        <a:p>
          <a:endParaRPr lang="en-US"/>
        </a:p>
      </dgm:t>
    </dgm:pt>
    <dgm:pt modelId="{F4454752-A448-4247-AA31-A3760F0696DE}">
      <dgm:prSet phldrT="[Text]"/>
      <dgm:spPr>
        <a:solidFill>
          <a:schemeClr val="accent1">
            <a:lumMod val="40000"/>
            <a:lumOff val="60000"/>
          </a:schemeClr>
        </a:solidFill>
      </dgm:spPr>
      <dgm:t>
        <a:bodyPr/>
        <a:lstStyle/>
        <a:p>
          <a:r>
            <a:rPr lang="en-US" dirty="0">
              <a:solidFill>
                <a:schemeClr val="tx1"/>
              </a:solidFill>
            </a:rPr>
            <a:t>Sprint Backlog</a:t>
          </a:r>
        </a:p>
      </dgm:t>
    </dgm:pt>
    <dgm:pt modelId="{7F3FAB88-126D-44DC-921A-68868BCF492D}" type="parTrans" cxnId="{DAB016A7-CACE-49CD-9D5C-6E54F6CA9727}">
      <dgm:prSet/>
      <dgm:spPr/>
      <dgm:t>
        <a:bodyPr/>
        <a:lstStyle/>
        <a:p>
          <a:endParaRPr lang="en-US"/>
        </a:p>
      </dgm:t>
    </dgm:pt>
    <dgm:pt modelId="{F36C4EB8-7EA1-4455-A6CF-A405E2E1EFBD}" type="sibTrans" cxnId="{DAB016A7-CACE-49CD-9D5C-6E54F6CA9727}">
      <dgm:prSet/>
      <dgm:spPr/>
      <dgm:t>
        <a:bodyPr/>
        <a:lstStyle/>
        <a:p>
          <a:endParaRPr lang="en-US"/>
        </a:p>
      </dgm:t>
    </dgm:pt>
    <dgm:pt modelId="{F4962CEB-CC67-4D66-993F-FB1F6AFADF2B}">
      <dgm:prSet phldrT="[Text]"/>
      <dgm:spPr>
        <a:solidFill>
          <a:schemeClr val="accent1">
            <a:lumMod val="40000"/>
            <a:lumOff val="60000"/>
          </a:schemeClr>
        </a:solidFill>
      </dgm:spPr>
      <dgm:t>
        <a:bodyPr/>
        <a:lstStyle/>
        <a:p>
          <a:r>
            <a:rPr lang="en-US" dirty="0">
              <a:solidFill>
                <a:schemeClr val="tx1"/>
              </a:solidFill>
            </a:rPr>
            <a:t>Sprint board (Active Sprint)</a:t>
          </a:r>
        </a:p>
      </dgm:t>
    </dgm:pt>
    <dgm:pt modelId="{DD9D0964-8A5D-4EA6-97F8-C875ACB1D2B1}" type="parTrans" cxnId="{CAD3FCD1-2915-4D0C-9CD3-647751110FC8}">
      <dgm:prSet/>
      <dgm:spPr/>
      <dgm:t>
        <a:bodyPr/>
        <a:lstStyle/>
        <a:p>
          <a:endParaRPr lang="en-US"/>
        </a:p>
      </dgm:t>
    </dgm:pt>
    <dgm:pt modelId="{433BF315-DFB5-4A14-AAB8-743E4C1FFE6C}" type="sibTrans" cxnId="{CAD3FCD1-2915-4D0C-9CD3-647751110FC8}">
      <dgm:prSet/>
      <dgm:spPr/>
      <dgm:t>
        <a:bodyPr/>
        <a:lstStyle/>
        <a:p>
          <a:endParaRPr lang="en-US"/>
        </a:p>
      </dgm:t>
    </dgm:pt>
    <dgm:pt modelId="{9DEB97FC-20C2-440C-AAD0-EF0A5B4BD2EB}">
      <dgm:prSet phldrT="[Text]"/>
      <dgm:spPr>
        <a:solidFill>
          <a:schemeClr val="accent1">
            <a:lumMod val="40000"/>
            <a:lumOff val="60000"/>
          </a:schemeClr>
        </a:solidFill>
      </dgm:spPr>
      <dgm:t>
        <a:bodyPr/>
        <a:lstStyle/>
        <a:p>
          <a:r>
            <a:rPr lang="en-US" dirty="0">
              <a:solidFill>
                <a:schemeClr val="tx1"/>
              </a:solidFill>
            </a:rPr>
            <a:t>Reports</a:t>
          </a:r>
        </a:p>
      </dgm:t>
    </dgm:pt>
    <dgm:pt modelId="{12235D56-D8B4-4A75-B9BA-2470E38BC381}" type="parTrans" cxnId="{5D4517BC-3F4E-4013-AA54-0143EAF9EBFB}">
      <dgm:prSet/>
      <dgm:spPr/>
      <dgm:t>
        <a:bodyPr/>
        <a:lstStyle/>
        <a:p>
          <a:endParaRPr lang="en-US"/>
        </a:p>
      </dgm:t>
    </dgm:pt>
    <dgm:pt modelId="{06D5D485-D7D9-44D8-9014-2DD019973243}" type="sibTrans" cxnId="{5D4517BC-3F4E-4013-AA54-0143EAF9EBFB}">
      <dgm:prSet/>
      <dgm:spPr/>
      <dgm:t>
        <a:bodyPr/>
        <a:lstStyle/>
        <a:p>
          <a:endParaRPr lang="en-US"/>
        </a:p>
      </dgm:t>
    </dgm:pt>
    <dgm:pt modelId="{3CDC1187-6337-48ED-8E45-8BA6E3AF4585}" type="pres">
      <dgm:prSet presAssocID="{29FBB806-8953-42BD-9302-E64EA8815522}" presName="layout" presStyleCnt="0">
        <dgm:presLayoutVars>
          <dgm:chMax/>
          <dgm:chPref/>
          <dgm:dir/>
          <dgm:animOne val="branch"/>
          <dgm:animLvl val="lvl"/>
          <dgm:resizeHandles/>
        </dgm:presLayoutVars>
      </dgm:prSet>
      <dgm:spPr/>
    </dgm:pt>
    <dgm:pt modelId="{E2DCCB2B-DCC8-440F-B31C-522EE3C5F32B}" type="pres">
      <dgm:prSet presAssocID="{73C827F0-14F1-480E-8B64-76AB0041F0EB}" presName="root" presStyleCnt="0">
        <dgm:presLayoutVars>
          <dgm:chMax/>
          <dgm:chPref val="4"/>
        </dgm:presLayoutVars>
      </dgm:prSet>
      <dgm:spPr/>
    </dgm:pt>
    <dgm:pt modelId="{CF9ED0D1-F9CE-46A3-8E06-858C27ED2AA9}" type="pres">
      <dgm:prSet presAssocID="{73C827F0-14F1-480E-8B64-76AB0041F0EB}" presName="rootComposite" presStyleCnt="0">
        <dgm:presLayoutVars/>
      </dgm:prSet>
      <dgm:spPr/>
    </dgm:pt>
    <dgm:pt modelId="{186E346E-9134-4A6D-996D-B3DF93B8EA8D}" type="pres">
      <dgm:prSet presAssocID="{73C827F0-14F1-480E-8B64-76AB0041F0EB}" presName="rootText" presStyleLbl="node0" presStyleIdx="0" presStyleCnt="1">
        <dgm:presLayoutVars>
          <dgm:chMax/>
          <dgm:chPref val="4"/>
        </dgm:presLayoutVars>
      </dgm:prSet>
      <dgm:spPr/>
    </dgm:pt>
    <dgm:pt modelId="{C6B7CE54-89D9-4F6E-841D-66E96EDF6616}" type="pres">
      <dgm:prSet presAssocID="{73C827F0-14F1-480E-8B64-76AB0041F0EB}" presName="childShape" presStyleCnt="0">
        <dgm:presLayoutVars>
          <dgm:chMax val="0"/>
          <dgm:chPref val="0"/>
        </dgm:presLayoutVars>
      </dgm:prSet>
      <dgm:spPr/>
    </dgm:pt>
    <dgm:pt modelId="{898C363E-285B-418F-8388-7904211F6AFD}" type="pres">
      <dgm:prSet presAssocID="{862A66CF-F55B-440A-B004-AF79CCBC715C}" presName="childComposite" presStyleCnt="0">
        <dgm:presLayoutVars>
          <dgm:chMax val="0"/>
          <dgm:chPref val="0"/>
        </dgm:presLayoutVars>
      </dgm:prSet>
      <dgm:spPr/>
    </dgm:pt>
    <dgm:pt modelId="{2A629BF8-0292-418D-9FEA-785A0C347E0F}" type="pres">
      <dgm:prSet presAssocID="{862A66CF-F55B-440A-B004-AF79CCBC715C}" presName="Image" presStyleLbl="node1" presStyleIdx="0" presStyleCnt="4"/>
      <dgm:spPr/>
    </dgm:pt>
    <dgm:pt modelId="{3ED61B94-DEDF-4242-9A06-F22CBB0FA80D}" type="pres">
      <dgm:prSet presAssocID="{862A66CF-F55B-440A-B004-AF79CCBC715C}" presName="childText" presStyleLbl="lnNode1" presStyleIdx="0" presStyleCnt="4">
        <dgm:presLayoutVars>
          <dgm:chMax val="0"/>
          <dgm:chPref val="0"/>
          <dgm:bulletEnabled val="1"/>
        </dgm:presLayoutVars>
      </dgm:prSet>
      <dgm:spPr/>
    </dgm:pt>
    <dgm:pt modelId="{2312173D-C4AB-4922-9A1E-3BB36D78458C}" type="pres">
      <dgm:prSet presAssocID="{F4454752-A448-4247-AA31-A3760F0696DE}" presName="childComposite" presStyleCnt="0">
        <dgm:presLayoutVars>
          <dgm:chMax val="0"/>
          <dgm:chPref val="0"/>
        </dgm:presLayoutVars>
      </dgm:prSet>
      <dgm:spPr/>
    </dgm:pt>
    <dgm:pt modelId="{C955275F-94DE-4491-A99B-9650CD669C7B}" type="pres">
      <dgm:prSet presAssocID="{F4454752-A448-4247-AA31-A3760F0696DE}" presName="Image" presStyleLbl="node1" presStyleIdx="1" presStyleCnt="4"/>
      <dgm:spPr/>
    </dgm:pt>
    <dgm:pt modelId="{D8EF159A-FD85-4760-AB19-2B3CCA1353A9}" type="pres">
      <dgm:prSet presAssocID="{F4454752-A448-4247-AA31-A3760F0696DE}" presName="childText" presStyleLbl="lnNode1" presStyleIdx="1" presStyleCnt="4">
        <dgm:presLayoutVars>
          <dgm:chMax val="0"/>
          <dgm:chPref val="0"/>
          <dgm:bulletEnabled val="1"/>
        </dgm:presLayoutVars>
      </dgm:prSet>
      <dgm:spPr/>
    </dgm:pt>
    <dgm:pt modelId="{6C464592-BF07-4650-A5F4-F3092D5ED549}" type="pres">
      <dgm:prSet presAssocID="{F4962CEB-CC67-4D66-993F-FB1F6AFADF2B}" presName="childComposite" presStyleCnt="0">
        <dgm:presLayoutVars>
          <dgm:chMax val="0"/>
          <dgm:chPref val="0"/>
        </dgm:presLayoutVars>
      </dgm:prSet>
      <dgm:spPr/>
    </dgm:pt>
    <dgm:pt modelId="{2B4D4486-CC39-4DA7-B6D8-96D1C93F9263}" type="pres">
      <dgm:prSet presAssocID="{F4962CEB-CC67-4D66-993F-FB1F6AFADF2B}" presName="Image" presStyleLbl="node1" presStyleIdx="2" presStyleCnt="4"/>
      <dgm:spPr/>
    </dgm:pt>
    <dgm:pt modelId="{BCA2F759-53CA-4EDF-9004-5B569BB430E5}" type="pres">
      <dgm:prSet presAssocID="{F4962CEB-CC67-4D66-993F-FB1F6AFADF2B}" presName="childText" presStyleLbl="lnNode1" presStyleIdx="2" presStyleCnt="4">
        <dgm:presLayoutVars>
          <dgm:chMax val="0"/>
          <dgm:chPref val="0"/>
          <dgm:bulletEnabled val="1"/>
        </dgm:presLayoutVars>
      </dgm:prSet>
      <dgm:spPr/>
    </dgm:pt>
    <dgm:pt modelId="{2AE13A0B-20FB-45F0-A13E-4E4ACEE0214E}" type="pres">
      <dgm:prSet presAssocID="{9DEB97FC-20C2-440C-AAD0-EF0A5B4BD2EB}" presName="childComposite" presStyleCnt="0">
        <dgm:presLayoutVars>
          <dgm:chMax val="0"/>
          <dgm:chPref val="0"/>
        </dgm:presLayoutVars>
      </dgm:prSet>
      <dgm:spPr/>
    </dgm:pt>
    <dgm:pt modelId="{7E9CD6A9-0350-43E5-B912-645AF4704DC6}" type="pres">
      <dgm:prSet presAssocID="{9DEB97FC-20C2-440C-AAD0-EF0A5B4BD2EB}" presName="Image" presStyleLbl="node1" presStyleIdx="3" presStyleCnt="4"/>
      <dgm:spPr/>
    </dgm:pt>
    <dgm:pt modelId="{77F4B772-B1D1-4047-B999-7B85074A1084}" type="pres">
      <dgm:prSet presAssocID="{9DEB97FC-20C2-440C-AAD0-EF0A5B4BD2EB}" presName="childText" presStyleLbl="lnNode1" presStyleIdx="3" presStyleCnt="4">
        <dgm:presLayoutVars>
          <dgm:chMax val="0"/>
          <dgm:chPref val="0"/>
          <dgm:bulletEnabled val="1"/>
        </dgm:presLayoutVars>
      </dgm:prSet>
      <dgm:spPr/>
    </dgm:pt>
  </dgm:ptLst>
  <dgm:cxnLst>
    <dgm:cxn modelId="{9DC59410-76C4-468C-A876-AD7E88267DCA}" type="presOf" srcId="{F4454752-A448-4247-AA31-A3760F0696DE}" destId="{D8EF159A-FD85-4760-AB19-2B3CCA1353A9}" srcOrd="0" destOrd="0" presId="urn:microsoft.com/office/officeart/2008/layout/PictureAccentList"/>
    <dgm:cxn modelId="{3AA01718-A4FB-4CEC-834E-442A04226157}" srcId="{29FBB806-8953-42BD-9302-E64EA8815522}" destId="{73C827F0-14F1-480E-8B64-76AB0041F0EB}" srcOrd="0" destOrd="0" parTransId="{0E66C9D2-5934-4273-89DE-E2819D892441}" sibTransId="{67100F24-6B49-43E6-98EF-F10C08D8D619}"/>
    <dgm:cxn modelId="{8E0E9B61-15D7-4BA3-A522-01852AADD8D2}" type="presOf" srcId="{F4962CEB-CC67-4D66-993F-FB1F6AFADF2B}" destId="{BCA2F759-53CA-4EDF-9004-5B569BB430E5}" srcOrd="0" destOrd="0" presId="urn:microsoft.com/office/officeart/2008/layout/PictureAccentList"/>
    <dgm:cxn modelId="{A0452E69-C00F-4483-87BB-C31C93E2AD28}" type="presOf" srcId="{29FBB806-8953-42BD-9302-E64EA8815522}" destId="{3CDC1187-6337-48ED-8E45-8BA6E3AF4585}" srcOrd="0" destOrd="0" presId="urn:microsoft.com/office/officeart/2008/layout/PictureAccentList"/>
    <dgm:cxn modelId="{8D9EA29C-174E-467F-82D0-E94F3198051D}" type="presOf" srcId="{862A66CF-F55B-440A-B004-AF79CCBC715C}" destId="{3ED61B94-DEDF-4242-9A06-F22CBB0FA80D}" srcOrd="0" destOrd="0" presId="urn:microsoft.com/office/officeart/2008/layout/PictureAccentList"/>
    <dgm:cxn modelId="{0ADD24A5-9814-4048-A0E9-287683F31F08}" srcId="{73C827F0-14F1-480E-8B64-76AB0041F0EB}" destId="{862A66CF-F55B-440A-B004-AF79CCBC715C}" srcOrd="0" destOrd="0" parTransId="{D2DFB67C-89D8-431A-8318-5F43BAAA9904}" sibTransId="{1275ADC8-D67B-42B8-AFFB-FCE664E149E5}"/>
    <dgm:cxn modelId="{DAB016A7-CACE-49CD-9D5C-6E54F6CA9727}" srcId="{73C827F0-14F1-480E-8B64-76AB0041F0EB}" destId="{F4454752-A448-4247-AA31-A3760F0696DE}" srcOrd="1" destOrd="0" parTransId="{7F3FAB88-126D-44DC-921A-68868BCF492D}" sibTransId="{F36C4EB8-7EA1-4455-A6CF-A405E2E1EFBD}"/>
    <dgm:cxn modelId="{5D4517BC-3F4E-4013-AA54-0143EAF9EBFB}" srcId="{73C827F0-14F1-480E-8B64-76AB0041F0EB}" destId="{9DEB97FC-20C2-440C-AAD0-EF0A5B4BD2EB}" srcOrd="3" destOrd="0" parTransId="{12235D56-D8B4-4A75-B9BA-2470E38BC381}" sibTransId="{06D5D485-D7D9-44D8-9014-2DD019973243}"/>
    <dgm:cxn modelId="{CAD3FCD1-2915-4D0C-9CD3-647751110FC8}" srcId="{73C827F0-14F1-480E-8B64-76AB0041F0EB}" destId="{F4962CEB-CC67-4D66-993F-FB1F6AFADF2B}" srcOrd="2" destOrd="0" parTransId="{DD9D0964-8A5D-4EA6-97F8-C875ACB1D2B1}" sibTransId="{433BF315-DFB5-4A14-AAB8-743E4C1FFE6C}"/>
    <dgm:cxn modelId="{F0A40AD2-9167-44FE-AA57-30551778E034}" type="presOf" srcId="{73C827F0-14F1-480E-8B64-76AB0041F0EB}" destId="{186E346E-9134-4A6D-996D-B3DF93B8EA8D}" srcOrd="0" destOrd="0" presId="urn:microsoft.com/office/officeart/2008/layout/PictureAccentList"/>
    <dgm:cxn modelId="{C5F53EE6-48D0-4F00-907C-8BB513CA777A}" type="presOf" srcId="{9DEB97FC-20C2-440C-AAD0-EF0A5B4BD2EB}" destId="{77F4B772-B1D1-4047-B999-7B85074A1084}" srcOrd="0" destOrd="0" presId="urn:microsoft.com/office/officeart/2008/layout/PictureAccentList"/>
    <dgm:cxn modelId="{3377F1D5-9D64-4441-98A6-1D4F7E57AD92}" type="presParOf" srcId="{3CDC1187-6337-48ED-8E45-8BA6E3AF4585}" destId="{E2DCCB2B-DCC8-440F-B31C-522EE3C5F32B}" srcOrd="0" destOrd="0" presId="urn:microsoft.com/office/officeart/2008/layout/PictureAccentList"/>
    <dgm:cxn modelId="{CC0681E3-FEAD-4989-8597-8DFCF9EE2705}" type="presParOf" srcId="{E2DCCB2B-DCC8-440F-B31C-522EE3C5F32B}" destId="{CF9ED0D1-F9CE-46A3-8E06-858C27ED2AA9}" srcOrd="0" destOrd="0" presId="urn:microsoft.com/office/officeart/2008/layout/PictureAccentList"/>
    <dgm:cxn modelId="{7FAEA9BB-10F8-4F15-81FB-F79E00DA92C6}" type="presParOf" srcId="{CF9ED0D1-F9CE-46A3-8E06-858C27ED2AA9}" destId="{186E346E-9134-4A6D-996D-B3DF93B8EA8D}" srcOrd="0" destOrd="0" presId="urn:microsoft.com/office/officeart/2008/layout/PictureAccentList"/>
    <dgm:cxn modelId="{2258EFFE-A360-4B6B-B850-70DD9A485645}" type="presParOf" srcId="{E2DCCB2B-DCC8-440F-B31C-522EE3C5F32B}" destId="{C6B7CE54-89D9-4F6E-841D-66E96EDF6616}" srcOrd="1" destOrd="0" presId="urn:microsoft.com/office/officeart/2008/layout/PictureAccentList"/>
    <dgm:cxn modelId="{8185D7A7-87A6-4DED-BDAD-FABC2D0C900F}" type="presParOf" srcId="{C6B7CE54-89D9-4F6E-841D-66E96EDF6616}" destId="{898C363E-285B-418F-8388-7904211F6AFD}" srcOrd="0" destOrd="0" presId="urn:microsoft.com/office/officeart/2008/layout/PictureAccentList"/>
    <dgm:cxn modelId="{E0BA5CC5-726F-42FB-AB2E-E00253153215}" type="presParOf" srcId="{898C363E-285B-418F-8388-7904211F6AFD}" destId="{2A629BF8-0292-418D-9FEA-785A0C347E0F}" srcOrd="0" destOrd="0" presId="urn:microsoft.com/office/officeart/2008/layout/PictureAccentList"/>
    <dgm:cxn modelId="{06648DFF-5A74-45CC-835B-81F244FCBBBE}" type="presParOf" srcId="{898C363E-285B-418F-8388-7904211F6AFD}" destId="{3ED61B94-DEDF-4242-9A06-F22CBB0FA80D}" srcOrd="1" destOrd="0" presId="urn:microsoft.com/office/officeart/2008/layout/PictureAccentList"/>
    <dgm:cxn modelId="{C1A93CEA-92E4-4458-BB9B-76273F226D58}" type="presParOf" srcId="{C6B7CE54-89D9-4F6E-841D-66E96EDF6616}" destId="{2312173D-C4AB-4922-9A1E-3BB36D78458C}" srcOrd="1" destOrd="0" presId="urn:microsoft.com/office/officeart/2008/layout/PictureAccentList"/>
    <dgm:cxn modelId="{6727BC2B-3A80-484F-BC63-C4AE7C767BB2}" type="presParOf" srcId="{2312173D-C4AB-4922-9A1E-3BB36D78458C}" destId="{C955275F-94DE-4491-A99B-9650CD669C7B}" srcOrd="0" destOrd="0" presId="urn:microsoft.com/office/officeart/2008/layout/PictureAccentList"/>
    <dgm:cxn modelId="{7ACBE6A8-DA05-493E-AAC7-F51D4F5FA31E}" type="presParOf" srcId="{2312173D-C4AB-4922-9A1E-3BB36D78458C}" destId="{D8EF159A-FD85-4760-AB19-2B3CCA1353A9}" srcOrd="1" destOrd="0" presId="urn:microsoft.com/office/officeart/2008/layout/PictureAccentList"/>
    <dgm:cxn modelId="{21F6CE9C-48C6-4357-A681-07057E21EE86}" type="presParOf" srcId="{C6B7CE54-89D9-4F6E-841D-66E96EDF6616}" destId="{6C464592-BF07-4650-A5F4-F3092D5ED549}" srcOrd="2" destOrd="0" presId="urn:microsoft.com/office/officeart/2008/layout/PictureAccentList"/>
    <dgm:cxn modelId="{BDD5C3EF-044B-419D-8360-291258EFD315}" type="presParOf" srcId="{6C464592-BF07-4650-A5F4-F3092D5ED549}" destId="{2B4D4486-CC39-4DA7-B6D8-96D1C93F9263}" srcOrd="0" destOrd="0" presId="urn:microsoft.com/office/officeart/2008/layout/PictureAccentList"/>
    <dgm:cxn modelId="{771C0A96-426A-4742-9291-5245610BD12E}" type="presParOf" srcId="{6C464592-BF07-4650-A5F4-F3092D5ED549}" destId="{BCA2F759-53CA-4EDF-9004-5B569BB430E5}" srcOrd="1" destOrd="0" presId="urn:microsoft.com/office/officeart/2008/layout/PictureAccentList"/>
    <dgm:cxn modelId="{44BE7BDA-FF86-40A8-BAEC-A5DA1C63C6D7}" type="presParOf" srcId="{C6B7CE54-89D9-4F6E-841D-66E96EDF6616}" destId="{2AE13A0B-20FB-45F0-A13E-4E4ACEE0214E}" srcOrd="3" destOrd="0" presId="urn:microsoft.com/office/officeart/2008/layout/PictureAccentList"/>
    <dgm:cxn modelId="{B4EFC9BD-7490-4862-82BF-C51CC18E5A88}" type="presParOf" srcId="{2AE13A0B-20FB-45F0-A13E-4E4ACEE0214E}" destId="{7E9CD6A9-0350-43E5-B912-645AF4704DC6}" srcOrd="0" destOrd="0" presId="urn:microsoft.com/office/officeart/2008/layout/PictureAccentList"/>
    <dgm:cxn modelId="{FF1461A8-12B4-4DDE-A76C-ED97C25FED9B}" type="presParOf" srcId="{2AE13A0B-20FB-45F0-A13E-4E4ACEE0214E}" destId="{77F4B772-B1D1-4047-B999-7B85074A1084}" srcOrd="1" destOrd="0" presId="urn:microsoft.com/office/officeart/2008/layout/PictureAccent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A56A1A9-82B5-4E1F-A55C-C8D9FB17CD3A}" type="doc">
      <dgm:prSet loTypeId="urn:microsoft.com/office/officeart/2008/layout/NameandTitleOrganizationalChart" loCatId="hierarchy" qsTypeId="urn:microsoft.com/office/officeart/2005/8/quickstyle/simple1" qsCatId="simple" csTypeId="urn:microsoft.com/office/officeart/2005/8/colors/accent1_2" csCatId="accent1" phldr="1"/>
      <dgm:spPr/>
      <dgm:t>
        <a:bodyPr/>
        <a:lstStyle/>
        <a:p>
          <a:endParaRPr lang="en-US"/>
        </a:p>
      </dgm:t>
    </dgm:pt>
    <dgm:pt modelId="{1779E7B3-3652-4146-AFC3-178218ED6CC5}">
      <dgm:prSet phldrT="[Text]" custT="1"/>
      <dgm:spPr>
        <a:solidFill>
          <a:schemeClr val="accent6">
            <a:lumMod val="50000"/>
          </a:schemeClr>
        </a:solidFill>
      </dgm:spPr>
      <dgm:t>
        <a:bodyPr/>
        <a:lstStyle/>
        <a:p>
          <a:pPr>
            <a:spcAft>
              <a:spcPts val="0"/>
            </a:spcAft>
          </a:pPr>
          <a:r>
            <a:rPr lang="en-US" sz="1800" b="1" dirty="0">
              <a:latin typeface="Calibri" panose="020F0502020204030204" pitchFamily="34" charset="0"/>
              <a:cs typeface="Calibri" panose="020F0502020204030204" pitchFamily="34" charset="0"/>
            </a:rPr>
            <a:t>Project</a:t>
          </a:r>
        </a:p>
        <a:p>
          <a:pPr>
            <a:spcAft>
              <a:spcPts val="0"/>
            </a:spcAft>
          </a:pPr>
          <a:r>
            <a:rPr lang="en-US" sz="1600" b="1" dirty="0">
              <a:latin typeface="Calibri" panose="020F0502020204030204" pitchFamily="34" charset="0"/>
              <a:cs typeface="Calibri" panose="020F0502020204030204" pitchFamily="34" charset="0"/>
            </a:rPr>
            <a:t>(</a:t>
          </a:r>
          <a:r>
            <a:rPr lang="en-US" sz="1200" b="1" dirty="0">
              <a:latin typeface="Calibri" panose="020F0502020204030204" pitchFamily="34" charset="0"/>
              <a:cs typeface="Calibri" panose="020F0502020204030204" pitchFamily="34" charset="0"/>
            </a:rPr>
            <a:t>Workstream</a:t>
          </a:r>
          <a:r>
            <a:rPr lang="en-US" sz="1600" b="1" dirty="0">
              <a:latin typeface="Calibri" panose="020F0502020204030204" pitchFamily="34" charset="0"/>
              <a:cs typeface="Calibri" panose="020F0502020204030204" pitchFamily="34" charset="0"/>
            </a:rPr>
            <a:t>)</a:t>
          </a:r>
          <a:endParaRPr lang="en-US" sz="2400" b="1" dirty="0">
            <a:latin typeface="Calibri" panose="020F0502020204030204" pitchFamily="34" charset="0"/>
            <a:cs typeface="Calibri" panose="020F0502020204030204" pitchFamily="34" charset="0"/>
          </a:endParaRPr>
        </a:p>
      </dgm:t>
    </dgm:pt>
    <dgm:pt modelId="{A208C52E-076F-4ECC-8B6A-BEAA73107387}" type="parTrans" cxnId="{E7B37565-8247-40F0-81E4-F31EFE2C09EB}">
      <dgm:prSet/>
      <dgm:spPr/>
      <dgm:t>
        <a:bodyPr/>
        <a:lstStyle/>
        <a:p>
          <a:endParaRPr lang="en-US"/>
        </a:p>
      </dgm:t>
    </dgm:pt>
    <dgm:pt modelId="{B43EDFE1-4826-4AA0-B38C-51C7B1785CA1}" type="sibTrans" cxnId="{E7B37565-8247-40F0-81E4-F31EFE2C09EB}">
      <dgm:prSet/>
      <dgm:spPr/>
      <dgm:t>
        <a:bodyPr/>
        <a:lstStyle/>
        <a:p>
          <a:r>
            <a:rPr lang="en-US" b="1" dirty="0"/>
            <a:t>BZ Billing</a:t>
          </a:r>
        </a:p>
      </dgm:t>
    </dgm:pt>
    <dgm:pt modelId="{63F9C220-F65F-40E1-9B3B-BD6E903F5ED6}">
      <dgm:prSet phldrT="[Text]" custT="1"/>
      <dgm:spPr>
        <a:solidFill>
          <a:srgbClr val="92D050"/>
        </a:solidFill>
      </dgm:spPr>
      <dgm:t>
        <a:bodyPr/>
        <a:lstStyle/>
        <a:p>
          <a:r>
            <a:rPr lang="en-US" sz="1800" b="1" dirty="0">
              <a:latin typeface="Calibri" panose="020F0502020204030204" pitchFamily="34" charset="0"/>
              <a:cs typeface="Calibri" panose="020F0502020204030204" pitchFamily="34" charset="0"/>
            </a:rPr>
            <a:t>Scrum board 1</a:t>
          </a:r>
        </a:p>
      </dgm:t>
    </dgm:pt>
    <dgm:pt modelId="{FD473776-72AA-42F4-B7C5-275A6D473A39}" type="parTrans" cxnId="{B436742F-5AA8-4EFF-97A6-7D90AE88C890}">
      <dgm:prSet/>
      <dgm:spPr/>
      <dgm:t>
        <a:bodyPr/>
        <a:lstStyle/>
        <a:p>
          <a:endParaRPr lang="en-US" b="1"/>
        </a:p>
      </dgm:t>
    </dgm:pt>
    <dgm:pt modelId="{E14A5816-54A9-4DF4-9297-5DDA741369C2}" type="sibTrans" cxnId="{B436742F-5AA8-4EFF-97A6-7D90AE88C890}">
      <dgm:prSet/>
      <dgm:spPr/>
      <dgm:t>
        <a:bodyPr/>
        <a:lstStyle/>
        <a:p>
          <a:r>
            <a:rPr lang="en-US" b="0" dirty="0" err="1"/>
            <a:t>BZFoundation</a:t>
          </a:r>
          <a:r>
            <a:rPr lang="en-US" b="0" dirty="0"/>
            <a:t> R1</a:t>
          </a:r>
        </a:p>
      </dgm:t>
    </dgm:pt>
    <dgm:pt modelId="{F323D4A2-1DEB-4491-B211-A55DAEBA07B1}">
      <dgm:prSet phldrT="[Text]" custT="1"/>
      <dgm:spPr>
        <a:solidFill>
          <a:srgbClr val="FFC000"/>
        </a:solidFill>
      </dgm:spPr>
      <dgm:t>
        <a:bodyPr/>
        <a:lstStyle/>
        <a:p>
          <a:r>
            <a:rPr lang="en-US" sz="1800" b="1" dirty="0">
              <a:latin typeface="Calibri" panose="020F0502020204030204" pitchFamily="34" charset="0"/>
              <a:cs typeface="Calibri" panose="020F0502020204030204" pitchFamily="34" charset="0"/>
            </a:rPr>
            <a:t>Scrum board 2</a:t>
          </a:r>
        </a:p>
      </dgm:t>
    </dgm:pt>
    <dgm:pt modelId="{BF63DC95-4C97-487F-8417-91F39F9F4546}" type="parTrans" cxnId="{E6760D9B-2F2D-4C5C-B535-1CB9002245F8}">
      <dgm:prSet/>
      <dgm:spPr/>
      <dgm:t>
        <a:bodyPr/>
        <a:lstStyle/>
        <a:p>
          <a:endParaRPr lang="en-US" b="1"/>
        </a:p>
      </dgm:t>
    </dgm:pt>
    <dgm:pt modelId="{725C7469-6342-4EF8-A51D-AECCFD3A477D}" type="sibTrans" cxnId="{E6760D9B-2F2D-4C5C-B535-1CB9002245F8}">
      <dgm:prSet custT="1"/>
      <dgm:spPr/>
      <dgm:t>
        <a:bodyPr/>
        <a:lstStyle/>
        <a:p>
          <a:r>
            <a:rPr lang="en-US" sz="1200" b="0" dirty="0" err="1"/>
            <a:t>BZBilling</a:t>
          </a:r>
          <a:r>
            <a:rPr lang="en-US" sz="1200" b="0" dirty="0"/>
            <a:t> R2</a:t>
          </a:r>
        </a:p>
      </dgm:t>
    </dgm:pt>
    <dgm:pt modelId="{DB385CE5-F02C-4612-AB18-8115843FA694}">
      <dgm:prSet phldrT="[Text]" custT="1"/>
      <dgm:spPr>
        <a:solidFill>
          <a:srgbClr val="00B0F0"/>
        </a:solidFill>
      </dgm:spPr>
      <dgm:t>
        <a:bodyPr/>
        <a:lstStyle/>
        <a:p>
          <a:r>
            <a:rPr lang="en-US" sz="1800" b="1" dirty="0">
              <a:latin typeface="Calibri" panose="020F0502020204030204" pitchFamily="34" charset="0"/>
              <a:cs typeface="Calibri" panose="020F0502020204030204" pitchFamily="34" charset="0"/>
            </a:rPr>
            <a:t>Scrum board 3</a:t>
          </a:r>
        </a:p>
      </dgm:t>
    </dgm:pt>
    <dgm:pt modelId="{40B81547-644F-4834-8D3B-B2919C4935FA}" type="parTrans" cxnId="{80C6771C-EB65-4B8C-97D0-82225009F441}">
      <dgm:prSet/>
      <dgm:spPr/>
      <dgm:t>
        <a:bodyPr/>
        <a:lstStyle/>
        <a:p>
          <a:endParaRPr lang="en-US" b="1"/>
        </a:p>
      </dgm:t>
    </dgm:pt>
    <dgm:pt modelId="{BA267FBF-11C9-40B2-ACE8-556501A12B94}" type="sibTrans" cxnId="{80C6771C-EB65-4B8C-97D0-82225009F441}">
      <dgm:prSet custT="1"/>
      <dgm:spPr/>
      <dgm:t>
        <a:bodyPr/>
        <a:lstStyle/>
        <a:p>
          <a:r>
            <a:rPr lang="en-US" sz="1200" b="0" dirty="0"/>
            <a:t>BZ Billing R3</a:t>
          </a:r>
        </a:p>
      </dgm:t>
    </dgm:pt>
    <dgm:pt modelId="{ADF7BD49-F85E-473B-A8E5-4CD023C9D397}" type="pres">
      <dgm:prSet presAssocID="{CA56A1A9-82B5-4E1F-A55C-C8D9FB17CD3A}" presName="hierChild1" presStyleCnt="0">
        <dgm:presLayoutVars>
          <dgm:orgChart val="1"/>
          <dgm:chPref val="1"/>
          <dgm:dir/>
          <dgm:animOne val="branch"/>
          <dgm:animLvl val="lvl"/>
          <dgm:resizeHandles/>
        </dgm:presLayoutVars>
      </dgm:prSet>
      <dgm:spPr/>
    </dgm:pt>
    <dgm:pt modelId="{6C7E467C-28F0-439F-BB44-2AD77DD083E6}" type="pres">
      <dgm:prSet presAssocID="{1779E7B3-3652-4146-AFC3-178218ED6CC5}" presName="hierRoot1" presStyleCnt="0">
        <dgm:presLayoutVars>
          <dgm:hierBranch val="init"/>
        </dgm:presLayoutVars>
      </dgm:prSet>
      <dgm:spPr/>
    </dgm:pt>
    <dgm:pt modelId="{06A77BF0-7185-4A80-860F-3D8E11534C48}" type="pres">
      <dgm:prSet presAssocID="{1779E7B3-3652-4146-AFC3-178218ED6CC5}" presName="rootComposite1" presStyleCnt="0"/>
      <dgm:spPr/>
    </dgm:pt>
    <dgm:pt modelId="{126452A4-014F-41D7-AEED-A01732072531}" type="pres">
      <dgm:prSet presAssocID="{1779E7B3-3652-4146-AFC3-178218ED6CC5}" presName="rootText1" presStyleLbl="node0" presStyleIdx="0" presStyleCnt="1" custScaleX="135484" custScaleY="74963" custLinFactNeighborX="-5325" custLinFactNeighborY="-2013">
        <dgm:presLayoutVars>
          <dgm:chMax/>
          <dgm:chPref val="3"/>
        </dgm:presLayoutVars>
      </dgm:prSet>
      <dgm:spPr/>
    </dgm:pt>
    <dgm:pt modelId="{3D5C5E5B-3357-4F26-86E0-F1E99B64A6A9}" type="pres">
      <dgm:prSet presAssocID="{1779E7B3-3652-4146-AFC3-178218ED6CC5}" presName="titleText1" presStyleLbl="fgAcc0" presStyleIdx="0" presStyleCnt="1" custScaleX="88765" custScaleY="80372">
        <dgm:presLayoutVars>
          <dgm:chMax val="0"/>
          <dgm:chPref val="0"/>
        </dgm:presLayoutVars>
      </dgm:prSet>
      <dgm:spPr/>
    </dgm:pt>
    <dgm:pt modelId="{BE0EA1A4-03AD-4066-A5E3-C9B19986B11C}" type="pres">
      <dgm:prSet presAssocID="{1779E7B3-3652-4146-AFC3-178218ED6CC5}" presName="rootConnector1" presStyleLbl="node1" presStyleIdx="0" presStyleCnt="3"/>
      <dgm:spPr/>
    </dgm:pt>
    <dgm:pt modelId="{C46576D3-4D83-44F0-94E8-1EE42204421F}" type="pres">
      <dgm:prSet presAssocID="{1779E7B3-3652-4146-AFC3-178218ED6CC5}" presName="hierChild2" presStyleCnt="0"/>
      <dgm:spPr/>
    </dgm:pt>
    <dgm:pt modelId="{69E9BD54-8683-4802-9B4F-1632587F1E84}" type="pres">
      <dgm:prSet presAssocID="{FD473776-72AA-42F4-B7C5-275A6D473A39}" presName="Name37" presStyleLbl="parChTrans1D2" presStyleIdx="0" presStyleCnt="3"/>
      <dgm:spPr/>
    </dgm:pt>
    <dgm:pt modelId="{33D2E4DC-2D4D-4602-B6F3-BCED5F5E48F5}" type="pres">
      <dgm:prSet presAssocID="{63F9C220-F65F-40E1-9B3B-BD6E903F5ED6}" presName="hierRoot2" presStyleCnt="0">
        <dgm:presLayoutVars>
          <dgm:hierBranch val="init"/>
        </dgm:presLayoutVars>
      </dgm:prSet>
      <dgm:spPr/>
    </dgm:pt>
    <dgm:pt modelId="{3D7D49EA-9CEC-402B-8E42-974957B3A6CA}" type="pres">
      <dgm:prSet presAssocID="{63F9C220-F65F-40E1-9B3B-BD6E903F5ED6}" presName="rootComposite" presStyleCnt="0"/>
      <dgm:spPr/>
    </dgm:pt>
    <dgm:pt modelId="{37652F4A-13D1-4DCB-952C-C4F8E68A9BB8}" type="pres">
      <dgm:prSet presAssocID="{63F9C220-F65F-40E1-9B3B-BD6E903F5ED6}" presName="rootText" presStyleLbl="node1" presStyleIdx="0" presStyleCnt="3" custLinFactNeighborY="-3586">
        <dgm:presLayoutVars>
          <dgm:chMax/>
          <dgm:chPref val="3"/>
        </dgm:presLayoutVars>
      </dgm:prSet>
      <dgm:spPr/>
    </dgm:pt>
    <dgm:pt modelId="{02B1AAB0-57AD-4BA8-B4D8-9D50D9650327}" type="pres">
      <dgm:prSet presAssocID="{63F9C220-F65F-40E1-9B3B-BD6E903F5ED6}" presName="titleText2" presStyleLbl="fgAcc1" presStyleIdx="0" presStyleCnt="3">
        <dgm:presLayoutVars>
          <dgm:chMax val="0"/>
          <dgm:chPref val="0"/>
        </dgm:presLayoutVars>
      </dgm:prSet>
      <dgm:spPr/>
    </dgm:pt>
    <dgm:pt modelId="{D2887DD0-5FC4-47BB-B3B0-01784E5C6EA4}" type="pres">
      <dgm:prSet presAssocID="{63F9C220-F65F-40E1-9B3B-BD6E903F5ED6}" presName="rootConnector" presStyleLbl="node2" presStyleIdx="0" presStyleCnt="0"/>
      <dgm:spPr/>
    </dgm:pt>
    <dgm:pt modelId="{0887B5F7-5B68-4CFD-BBFB-6E4CE8F0ECFF}" type="pres">
      <dgm:prSet presAssocID="{63F9C220-F65F-40E1-9B3B-BD6E903F5ED6}" presName="hierChild4" presStyleCnt="0"/>
      <dgm:spPr/>
    </dgm:pt>
    <dgm:pt modelId="{6A2C8125-AB87-46A9-AD7B-3EA9DFCFCAC2}" type="pres">
      <dgm:prSet presAssocID="{63F9C220-F65F-40E1-9B3B-BD6E903F5ED6}" presName="hierChild5" presStyleCnt="0"/>
      <dgm:spPr/>
    </dgm:pt>
    <dgm:pt modelId="{8675CD3F-4C3A-4355-9E0C-0835F044AD4A}" type="pres">
      <dgm:prSet presAssocID="{BF63DC95-4C97-487F-8417-91F39F9F4546}" presName="Name37" presStyleLbl="parChTrans1D2" presStyleIdx="1" presStyleCnt="3"/>
      <dgm:spPr/>
    </dgm:pt>
    <dgm:pt modelId="{C9D8D2CC-36D0-4098-8A1D-1284446F6301}" type="pres">
      <dgm:prSet presAssocID="{F323D4A2-1DEB-4491-B211-A55DAEBA07B1}" presName="hierRoot2" presStyleCnt="0">
        <dgm:presLayoutVars>
          <dgm:hierBranch val="init"/>
        </dgm:presLayoutVars>
      </dgm:prSet>
      <dgm:spPr/>
    </dgm:pt>
    <dgm:pt modelId="{6BFCB8A1-7D67-4028-906B-2FB387128236}" type="pres">
      <dgm:prSet presAssocID="{F323D4A2-1DEB-4491-B211-A55DAEBA07B1}" presName="rootComposite" presStyleCnt="0"/>
      <dgm:spPr/>
    </dgm:pt>
    <dgm:pt modelId="{8C1F529A-8431-453C-B0F6-081189FA7EB0}" type="pres">
      <dgm:prSet presAssocID="{F323D4A2-1DEB-4491-B211-A55DAEBA07B1}" presName="rootText" presStyleLbl="node1" presStyleIdx="1" presStyleCnt="3" custLinFactNeighborX="-9471" custLinFactNeighborY="7036">
        <dgm:presLayoutVars>
          <dgm:chMax/>
          <dgm:chPref val="3"/>
        </dgm:presLayoutVars>
      </dgm:prSet>
      <dgm:spPr/>
    </dgm:pt>
    <dgm:pt modelId="{3DEE7FE4-8C95-4646-9237-E12D14920CE3}" type="pres">
      <dgm:prSet presAssocID="{F323D4A2-1DEB-4491-B211-A55DAEBA07B1}" presName="titleText2" presStyleLbl="fgAcc1" presStyleIdx="1" presStyleCnt="3" custScaleX="79887" custScaleY="85973">
        <dgm:presLayoutVars>
          <dgm:chMax val="0"/>
          <dgm:chPref val="0"/>
        </dgm:presLayoutVars>
      </dgm:prSet>
      <dgm:spPr/>
    </dgm:pt>
    <dgm:pt modelId="{8F8E03E8-B047-4B27-A4FE-5E54DB252118}" type="pres">
      <dgm:prSet presAssocID="{F323D4A2-1DEB-4491-B211-A55DAEBA07B1}" presName="rootConnector" presStyleLbl="node2" presStyleIdx="0" presStyleCnt="0"/>
      <dgm:spPr/>
    </dgm:pt>
    <dgm:pt modelId="{3C81E05F-748A-4AD9-9C09-9D3A5E9C844B}" type="pres">
      <dgm:prSet presAssocID="{F323D4A2-1DEB-4491-B211-A55DAEBA07B1}" presName="hierChild4" presStyleCnt="0"/>
      <dgm:spPr/>
    </dgm:pt>
    <dgm:pt modelId="{959BF538-D4DA-40F5-ADC1-E8D11BFC7EFA}" type="pres">
      <dgm:prSet presAssocID="{F323D4A2-1DEB-4491-B211-A55DAEBA07B1}" presName="hierChild5" presStyleCnt="0"/>
      <dgm:spPr/>
    </dgm:pt>
    <dgm:pt modelId="{BA04F90C-2CC5-45BD-930B-8EFCD632E48D}" type="pres">
      <dgm:prSet presAssocID="{40B81547-644F-4834-8D3B-B2919C4935FA}" presName="Name37" presStyleLbl="parChTrans1D2" presStyleIdx="2" presStyleCnt="3"/>
      <dgm:spPr/>
    </dgm:pt>
    <dgm:pt modelId="{B5C55725-5715-4F6D-8789-2E7E00BB51AA}" type="pres">
      <dgm:prSet presAssocID="{DB385CE5-F02C-4612-AB18-8115843FA694}" presName="hierRoot2" presStyleCnt="0">
        <dgm:presLayoutVars>
          <dgm:hierBranch val="init"/>
        </dgm:presLayoutVars>
      </dgm:prSet>
      <dgm:spPr/>
    </dgm:pt>
    <dgm:pt modelId="{74124756-D5D8-43E4-BAF0-4F87BF468616}" type="pres">
      <dgm:prSet presAssocID="{DB385CE5-F02C-4612-AB18-8115843FA694}" presName="rootComposite" presStyleCnt="0"/>
      <dgm:spPr/>
    </dgm:pt>
    <dgm:pt modelId="{BC682B05-B988-44AD-8848-02E509679DC2}" type="pres">
      <dgm:prSet presAssocID="{DB385CE5-F02C-4612-AB18-8115843FA694}" presName="rootText" presStyleLbl="node1" presStyleIdx="2" presStyleCnt="3" custLinFactNeighborX="-16707" custLinFactNeighborY="-3586">
        <dgm:presLayoutVars>
          <dgm:chMax/>
          <dgm:chPref val="3"/>
        </dgm:presLayoutVars>
      </dgm:prSet>
      <dgm:spPr/>
    </dgm:pt>
    <dgm:pt modelId="{0BD4B24B-88A9-40D6-A5BD-BC1D4228F57A}" type="pres">
      <dgm:prSet presAssocID="{DB385CE5-F02C-4612-AB18-8115843FA694}" presName="titleText2" presStyleLbl="fgAcc1" presStyleIdx="2" presStyleCnt="3" custScaleX="75564" custScaleY="86755">
        <dgm:presLayoutVars>
          <dgm:chMax val="0"/>
          <dgm:chPref val="0"/>
        </dgm:presLayoutVars>
      </dgm:prSet>
      <dgm:spPr/>
    </dgm:pt>
    <dgm:pt modelId="{9A3B1D59-7DC1-4BC9-B709-9260F5069005}" type="pres">
      <dgm:prSet presAssocID="{DB385CE5-F02C-4612-AB18-8115843FA694}" presName="rootConnector" presStyleLbl="node2" presStyleIdx="0" presStyleCnt="0"/>
      <dgm:spPr/>
    </dgm:pt>
    <dgm:pt modelId="{4683953C-3A9A-49A0-B85F-998F390C26BA}" type="pres">
      <dgm:prSet presAssocID="{DB385CE5-F02C-4612-AB18-8115843FA694}" presName="hierChild4" presStyleCnt="0"/>
      <dgm:spPr/>
    </dgm:pt>
    <dgm:pt modelId="{AAAF980C-DE40-4101-ABC5-062EE534E37C}" type="pres">
      <dgm:prSet presAssocID="{DB385CE5-F02C-4612-AB18-8115843FA694}" presName="hierChild5" presStyleCnt="0"/>
      <dgm:spPr/>
    </dgm:pt>
    <dgm:pt modelId="{A54F574B-18F9-425D-8055-DE9ABB8FE0D0}" type="pres">
      <dgm:prSet presAssocID="{1779E7B3-3652-4146-AFC3-178218ED6CC5}" presName="hierChild3" presStyleCnt="0"/>
      <dgm:spPr/>
    </dgm:pt>
  </dgm:ptLst>
  <dgm:cxnLst>
    <dgm:cxn modelId="{DCB2C901-ED64-4D16-8EDE-6415B36C9DB8}" type="presOf" srcId="{725C7469-6342-4EF8-A51D-AECCFD3A477D}" destId="{3DEE7FE4-8C95-4646-9237-E12D14920CE3}" srcOrd="0" destOrd="0" presId="urn:microsoft.com/office/officeart/2008/layout/NameandTitleOrganizationalChart"/>
    <dgm:cxn modelId="{73DC1410-FDC6-429E-B5EC-CE7DAAF2410A}" type="presOf" srcId="{1779E7B3-3652-4146-AFC3-178218ED6CC5}" destId="{126452A4-014F-41D7-AEED-A01732072531}" srcOrd="0" destOrd="0" presId="urn:microsoft.com/office/officeart/2008/layout/NameandTitleOrganizationalChart"/>
    <dgm:cxn modelId="{F5E4B314-7900-4761-A13D-EAAF411C6196}" type="presOf" srcId="{1779E7B3-3652-4146-AFC3-178218ED6CC5}" destId="{BE0EA1A4-03AD-4066-A5E3-C9B19986B11C}" srcOrd="1" destOrd="0" presId="urn:microsoft.com/office/officeart/2008/layout/NameandTitleOrganizationalChart"/>
    <dgm:cxn modelId="{80C6771C-EB65-4B8C-97D0-82225009F441}" srcId="{1779E7B3-3652-4146-AFC3-178218ED6CC5}" destId="{DB385CE5-F02C-4612-AB18-8115843FA694}" srcOrd="2" destOrd="0" parTransId="{40B81547-644F-4834-8D3B-B2919C4935FA}" sibTransId="{BA267FBF-11C9-40B2-ACE8-556501A12B94}"/>
    <dgm:cxn modelId="{7F672F20-CEE3-44A8-80B1-ED71CB3C1F87}" type="presOf" srcId="{DB385CE5-F02C-4612-AB18-8115843FA694}" destId="{9A3B1D59-7DC1-4BC9-B709-9260F5069005}" srcOrd="1" destOrd="0" presId="urn:microsoft.com/office/officeart/2008/layout/NameandTitleOrganizationalChart"/>
    <dgm:cxn modelId="{B436742F-5AA8-4EFF-97A6-7D90AE88C890}" srcId="{1779E7B3-3652-4146-AFC3-178218ED6CC5}" destId="{63F9C220-F65F-40E1-9B3B-BD6E903F5ED6}" srcOrd="0" destOrd="0" parTransId="{FD473776-72AA-42F4-B7C5-275A6D473A39}" sibTransId="{E14A5816-54A9-4DF4-9297-5DDA741369C2}"/>
    <dgm:cxn modelId="{F2FBEB3B-906C-427E-B6CE-5FA618B43690}" type="presOf" srcId="{F323D4A2-1DEB-4491-B211-A55DAEBA07B1}" destId="{8C1F529A-8431-453C-B0F6-081189FA7EB0}" srcOrd="0" destOrd="0" presId="urn:microsoft.com/office/officeart/2008/layout/NameandTitleOrganizationalChart"/>
    <dgm:cxn modelId="{E7B37565-8247-40F0-81E4-F31EFE2C09EB}" srcId="{CA56A1A9-82B5-4E1F-A55C-C8D9FB17CD3A}" destId="{1779E7B3-3652-4146-AFC3-178218ED6CC5}" srcOrd="0" destOrd="0" parTransId="{A208C52E-076F-4ECC-8B6A-BEAA73107387}" sibTransId="{B43EDFE1-4826-4AA0-B38C-51C7B1785CA1}"/>
    <dgm:cxn modelId="{1436A154-AAF8-4B72-BCD7-BDF5D11BFD51}" type="presOf" srcId="{E14A5816-54A9-4DF4-9297-5DDA741369C2}" destId="{02B1AAB0-57AD-4BA8-B4D8-9D50D9650327}" srcOrd="0" destOrd="0" presId="urn:microsoft.com/office/officeart/2008/layout/NameandTitleOrganizationalChart"/>
    <dgm:cxn modelId="{BD1D5E55-B40E-4F61-80A9-1E657347406A}" type="presOf" srcId="{F323D4A2-1DEB-4491-B211-A55DAEBA07B1}" destId="{8F8E03E8-B047-4B27-A4FE-5E54DB252118}" srcOrd="1" destOrd="0" presId="urn:microsoft.com/office/officeart/2008/layout/NameandTitleOrganizationalChart"/>
    <dgm:cxn modelId="{92965F58-F230-47D9-BF2C-AB8F98BB2809}" type="presOf" srcId="{63F9C220-F65F-40E1-9B3B-BD6E903F5ED6}" destId="{37652F4A-13D1-4DCB-952C-C4F8E68A9BB8}" srcOrd="0" destOrd="0" presId="urn:microsoft.com/office/officeart/2008/layout/NameandTitleOrganizationalChart"/>
    <dgm:cxn modelId="{1EA98D7B-2EF1-4176-A109-81B34CABB286}" type="presOf" srcId="{BA267FBF-11C9-40B2-ACE8-556501A12B94}" destId="{0BD4B24B-88A9-40D6-A5BD-BC1D4228F57A}" srcOrd="0" destOrd="0" presId="urn:microsoft.com/office/officeart/2008/layout/NameandTitleOrganizationalChart"/>
    <dgm:cxn modelId="{E6760D9B-2F2D-4C5C-B535-1CB9002245F8}" srcId="{1779E7B3-3652-4146-AFC3-178218ED6CC5}" destId="{F323D4A2-1DEB-4491-B211-A55DAEBA07B1}" srcOrd="1" destOrd="0" parTransId="{BF63DC95-4C97-487F-8417-91F39F9F4546}" sibTransId="{725C7469-6342-4EF8-A51D-AECCFD3A477D}"/>
    <dgm:cxn modelId="{26F0A8AA-6A32-4CEE-A4CF-A3CE7F364F89}" type="presOf" srcId="{B43EDFE1-4826-4AA0-B38C-51C7B1785CA1}" destId="{3D5C5E5B-3357-4F26-86E0-F1E99B64A6A9}" srcOrd="0" destOrd="0" presId="urn:microsoft.com/office/officeart/2008/layout/NameandTitleOrganizationalChart"/>
    <dgm:cxn modelId="{CE7C9EAE-898E-47DB-B54B-B2A17BEC1736}" type="presOf" srcId="{63F9C220-F65F-40E1-9B3B-BD6E903F5ED6}" destId="{D2887DD0-5FC4-47BB-B3B0-01784E5C6EA4}" srcOrd="1" destOrd="0" presId="urn:microsoft.com/office/officeart/2008/layout/NameandTitleOrganizationalChart"/>
    <dgm:cxn modelId="{6505F9CA-04B9-4C54-B7C1-53E23332E38B}" type="presOf" srcId="{CA56A1A9-82B5-4E1F-A55C-C8D9FB17CD3A}" destId="{ADF7BD49-F85E-473B-A8E5-4CD023C9D397}" srcOrd="0" destOrd="0" presId="urn:microsoft.com/office/officeart/2008/layout/NameandTitleOrganizationalChart"/>
    <dgm:cxn modelId="{B3A6BEDA-56E7-4A62-A8AF-A8CD0EA9C835}" type="presOf" srcId="{40B81547-644F-4834-8D3B-B2919C4935FA}" destId="{BA04F90C-2CC5-45BD-930B-8EFCD632E48D}" srcOrd="0" destOrd="0" presId="urn:microsoft.com/office/officeart/2008/layout/NameandTitleOrganizationalChart"/>
    <dgm:cxn modelId="{AB97E3E4-9908-4B89-BFE0-2B646328E0BB}" type="presOf" srcId="{DB385CE5-F02C-4612-AB18-8115843FA694}" destId="{BC682B05-B988-44AD-8848-02E509679DC2}" srcOrd="0" destOrd="0" presId="urn:microsoft.com/office/officeart/2008/layout/NameandTitleOrganizationalChart"/>
    <dgm:cxn modelId="{47DE60EA-1817-4404-A766-8156E6243F5E}" type="presOf" srcId="{BF63DC95-4C97-487F-8417-91F39F9F4546}" destId="{8675CD3F-4C3A-4355-9E0C-0835F044AD4A}" srcOrd="0" destOrd="0" presId="urn:microsoft.com/office/officeart/2008/layout/NameandTitleOrganizationalChart"/>
    <dgm:cxn modelId="{449861F3-DC92-45ED-BB77-2AE245E4ADCD}" type="presOf" srcId="{FD473776-72AA-42F4-B7C5-275A6D473A39}" destId="{69E9BD54-8683-4802-9B4F-1632587F1E84}" srcOrd="0" destOrd="0" presId="urn:microsoft.com/office/officeart/2008/layout/NameandTitleOrganizationalChart"/>
    <dgm:cxn modelId="{317F9C65-233E-4043-B6F6-5522FB94A597}" type="presParOf" srcId="{ADF7BD49-F85E-473B-A8E5-4CD023C9D397}" destId="{6C7E467C-28F0-439F-BB44-2AD77DD083E6}" srcOrd="0" destOrd="0" presId="urn:microsoft.com/office/officeart/2008/layout/NameandTitleOrganizationalChart"/>
    <dgm:cxn modelId="{6BA3BC10-1C66-4221-9DF5-482DB3794911}" type="presParOf" srcId="{6C7E467C-28F0-439F-BB44-2AD77DD083E6}" destId="{06A77BF0-7185-4A80-860F-3D8E11534C48}" srcOrd="0" destOrd="0" presId="urn:microsoft.com/office/officeart/2008/layout/NameandTitleOrganizationalChart"/>
    <dgm:cxn modelId="{8D9CB4EB-0911-4F7E-99A5-000D72B1E1B5}" type="presParOf" srcId="{06A77BF0-7185-4A80-860F-3D8E11534C48}" destId="{126452A4-014F-41D7-AEED-A01732072531}" srcOrd="0" destOrd="0" presId="urn:microsoft.com/office/officeart/2008/layout/NameandTitleOrganizationalChart"/>
    <dgm:cxn modelId="{7AC93059-1F9F-4324-8569-5C5191F4F712}" type="presParOf" srcId="{06A77BF0-7185-4A80-860F-3D8E11534C48}" destId="{3D5C5E5B-3357-4F26-86E0-F1E99B64A6A9}" srcOrd="1" destOrd="0" presId="urn:microsoft.com/office/officeart/2008/layout/NameandTitleOrganizationalChart"/>
    <dgm:cxn modelId="{2AD7069D-9F10-4632-AE27-D85D37D09646}" type="presParOf" srcId="{06A77BF0-7185-4A80-860F-3D8E11534C48}" destId="{BE0EA1A4-03AD-4066-A5E3-C9B19986B11C}" srcOrd="2" destOrd="0" presId="urn:microsoft.com/office/officeart/2008/layout/NameandTitleOrganizationalChart"/>
    <dgm:cxn modelId="{723D8271-5841-4CBC-BE87-7EA8F167F4A9}" type="presParOf" srcId="{6C7E467C-28F0-439F-BB44-2AD77DD083E6}" destId="{C46576D3-4D83-44F0-94E8-1EE42204421F}" srcOrd="1" destOrd="0" presId="urn:microsoft.com/office/officeart/2008/layout/NameandTitleOrganizationalChart"/>
    <dgm:cxn modelId="{BF725184-8AA4-47DD-AC11-34900756C5DA}" type="presParOf" srcId="{C46576D3-4D83-44F0-94E8-1EE42204421F}" destId="{69E9BD54-8683-4802-9B4F-1632587F1E84}" srcOrd="0" destOrd="0" presId="urn:microsoft.com/office/officeart/2008/layout/NameandTitleOrganizationalChart"/>
    <dgm:cxn modelId="{206CD136-9A4F-446B-B282-EBBB2269C565}" type="presParOf" srcId="{C46576D3-4D83-44F0-94E8-1EE42204421F}" destId="{33D2E4DC-2D4D-4602-B6F3-BCED5F5E48F5}" srcOrd="1" destOrd="0" presId="urn:microsoft.com/office/officeart/2008/layout/NameandTitleOrganizationalChart"/>
    <dgm:cxn modelId="{47A3B3B8-B998-4660-BCB1-4FC227214090}" type="presParOf" srcId="{33D2E4DC-2D4D-4602-B6F3-BCED5F5E48F5}" destId="{3D7D49EA-9CEC-402B-8E42-974957B3A6CA}" srcOrd="0" destOrd="0" presId="urn:microsoft.com/office/officeart/2008/layout/NameandTitleOrganizationalChart"/>
    <dgm:cxn modelId="{F07D526E-FE1C-4B55-BB12-E32402CAEA23}" type="presParOf" srcId="{3D7D49EA-9CEC-402B-8E42-974957B3A6CA}" destId="{37652F4A-13D1-4DCB-952C-C4F8E68A9BB8}" srcOrd="0" destOrd="0" presId="urn:microsoft.com/office/officeart/2008/layout/NameandTitleOrganizationalChart"/>
    <dgm:cxn modelId="{70F74551-781B-416B-966C-CFE5231797FA}" type="presParOf" srcId="{3D7D49EA-9CEC-402B-8E42-974957B3A6CA}" destId="{02B1AAB0-57AD-4BA8-B4D8-9D50D9650327}" srcOrd="1" destOrd="0" presId="urn:microsoft.com/office/officeart/2008/layout/NameandTitleOrganizationalChart"/>
    <dgm:cxn modelId="{3623AA4A-80FA-48EE-837F-E88A33308CB3}" type="presParOf" srcId="{3D7D49EA-9CEC-402B-8E42-974957B3A6CA}" destId="{D2887DD0-5FC4-47BB-B3B0-01784E5C6EA4}" srcOrd="2" destOrd="0" presId="urn:microsoft.com/office/officeart/2008/layout/NameandTitleOrganizationalChart"/>
    <dgm:cxn modelId="{E99B0243-AD04-4DAC-A230-E159EC21B268}" type="presParOf" srcId="{33D2E4DC-2D4D-4602-B6F3-BCED5F5E48F5}" destId="{0887B5F7-5B68-4CFD-BBFB-6E4CE8F0ECFF}" srcOrd="1" destOrd="0" presId="urn:microsoft.com/office/officeart/2008/layout/NameandTitleOrganizationalChart"/>
    <dgm:cxn modelId="{1926990D-9CF8-480E-A5F2-C1F391E303A8}" type="presParOf" srcId="{33D2E4DC-2D4D-4602-B6F3-BCED5F5E48F5}" destId="{6A2C8125-AB87-46A9-AD7B-3EA9DFCFCAC2}" srcOrd="2" destOrd="0" presId="urn:microsoft.com/office/officeart/2008/layout/NameandTitleOrganizationalChart"/>
    <dgm:cxn modelId="{C58D1DDF-6C64-4BAA-9EDB-6C4C22864E46}" type="presParOf" srcId="{C46576D3-4D83-44F0-94E8-1EE42204421F}" destId="{8675CD3F-4C3A-4355-9E0C-0835F044AD4A}" srcOrd="2" destOrd="0" presId="urn:microsoft.com/office/officeart/2008/layout/NameandTitleOrganizationalChart"/>
    <dgm:cxn modelId="{61E0B3CC-B556-432C-B76D-32F18DA0CC82}" type="presParOf" srcId="{C46576D3-4D83-44F0-94E8-1EE42204421F}" destId="{C9D8D2CC-36D0-4098-8A1D-1284446F6301}" srcOrd="3" destOrd="0" presId="urn:microsoft.com/office/officeart/2008/layout/NameandTitleOrganizationalChart"/>
    <dgm:cxn modelId="{3CB7BEFB-63F0-45B6-8D67-10A0D657687C}" type="presParOf" srcId="{C9D8D2CC-36D0-4098-8A1D-1284446F6301}" destId="{6BFCB8A1-7D67-4028-906B-2FB387128236}" srcOrd="0" destOrd="0" presId="urn:microsoft.com/office/officeart/2008/layout/NameandTitleOrganizationalChart"/>
    <dgm:cxn modelId="{FA2A060F-0879-435A-B361-A22625CBDD3E}" type="presParOf" srcId="{6BFCB8A1-7D67-4028-906B-2FB387128236}" destId="{8C1F529A-8431-453C-B0F6-081189FA7EB0}" srcOrd="0" destOrd="0" presId="urn:microsoft.com/office/officeart/2008/layout/NameandTitleOrganizationalChart"/>
    <dgm:cxn modelId="{8A772FDC-C0F6-4BED-9B32-0599B5941971}" type="presParOf" srcId="{6BFCB8A1-7D67-4028-906B-2FB387128236}" destId="{3DEE7FE4-8C95-4646-9237-E12D14920CE3}" srcOrd="1" destOrd="0" presId="urn:microsoft.com/office/officeart/2008/layout/NameandTitleOrganizationalChart"/>
    <dgm:cxn modelId="{5C57A0B1-C8BB-427C-9225-13CD4804912D}" type="presParOf" srcId="{6BFCB8A1-7D67-4028-906B-2FB387128236}" destId="{8F8E03E8-B047-4B27-A4FE-5E54DB252118}" srcOrd="2" destOrd="0" presId="urn:microsoft.com/office/officeart/2008/layout/NameandTitleOrganizationalChart"/>
    <dgm:cxn modelId="{A1EB064E-E001-4A6D-AD98-0ABF2CB76F9D}" type="presParOf" srcId="{C9D8D2CC-36D0-4098-8A1D-1284446F6301}" destId="{3C81E05F-748A-4AD9-9C09-9D3A5E9C844B}" srcOrd="1" destOrd="0" presId="urn:microsoft.com/office/officeart/2008/layout/NameandTitleOrganizationalChart"/>
    <dgm:cxn modelId="{F909FD67-2E82-43C9-AAA8-E1362D9A1DD0}" type="presParOf" srcId="{C9D8D2CC-36D0-4098-8A1D-1284446F6301}" destId="{959BF538-D4DA-40F5-ADC1-E8D11BFC7EFA}" srcOrd="2" destOrd="0" presId="urn:microsoft.com/office/officeart/2008/layout/NameandTitleOrganizationalChart"/>
    <dgm:cxn modelId="{3B790386-DD61-4C24-8633-8E9D4CC1D1A6}" type="presParOf" srcId="{C46576D3-4D83-44F0-94E8-1EE42204421F}" destId="{BA04F90C-2CC5-45BD-930B-8EFCD632E48D}" srcOrd="4" destOrd="0" presId="urn:microsoft.com/office/officeart/2008/layout/NameandTitleOrganizationalChart"/>
    <dgm:cxn modelId="{44916642-5EAB-44EC-A0E0-388E52851BD8}" type="presParOf" srcId="{C46576D3-4D83-44F0-94E8-1EE42204421F}" destId="{B5C55725-5715-4F6D-8789-2E7E00BB51AA}" srcOrd="5" destOrd="0" presId="urn:microsoft.com/office/officeart/2008/layout/NameandTitleOrganizationalChart"/>
    <dgm:cxn modelId="{58B23CBF-4497-498C-B016-E8B52E38EF21}" type="presParOf" srcId="{B5C55725-5715-4F6D-8789-2E7E00BB51AA}" destId="{74124756-D5D8-43E4-BAF0-4F87BF468616}" srcOrd="0" destOrd="0" presId="urn:microsoft.com/office/officeart/2008/layout/NameandTitleOrganizationalChart"/>
    <dgm:cxn modelId="{CEE47909-4FA7-4DC3-8BEC-05D9FAF2DA7C}" type="presParOf" srcId="{74124756-D5D8-43E4-BAF0-4F87BF468616}" destId="{BC682B05-B988-44AD-8848-02E509679DC2}" srcOrd="0" destOrd="0" presId="urn:microsoft.com/office/officeart/2008/layout/NameandTitleOrganizationalChart"/>
    <dgm:cxn modelId="{A4BC61C1-029E-4C6D-A4E8-D080F95E3CAF}" type="presParOf" srcId="{74124756-D5D8-43E4-BAF0-4F87BF468616}" destId="{0BD4B24B-88A9-40D6-A5BD-BC1D4228F57A}" srcOrd="1" destOrd="0" presId="urn:microsoft.com/office/officeart/2008/layout/NameandTitleOrganizationalChart"/>
    <dgm:cxn modelId="{FD66B530-008F-498A-8B5B-2F4196DD3029}" type="presParOf" srcId="{74124756-D5D8-43E4-BAF0-4F87BF468616}" destId="{9A3B1D59-7DC1-4BC9-B709-9260F5069005}" srcOrd="2" destOrd="0" presId="urn:microsoft.com/office/officeart/2008/layout/NameandTitleOrganizationalChart"/>
    <dgm:cxn modelId="{83CACE26-158A-41A4-82AF-E12EEDBEEAF8}" type="presParOf" srcId="{B5C55725-5715-4F6D-8789-2E7E00BB51AA}" destId="{4683953C-3A9A-49A0-B85F-998F390C26BA}" srcOrd="1" destOrd="0" presId="urn:microsoft.com/office/officeart/2008/layout/NameandTitleOrganizationalChart"/>
    <dgm:cxn modelId="{E10B0AF2-558C-4056-93FE-CC977C769B84}" type="presParOf" srcId="{B5C55725-5715-4F6D-8789-2E7E00BB51AA}" destId="{AAAF980C-DE40-4101-ABC5-062EE534E37C}" srcOrd="2" destOrd="0" presId="urn:microsoft.com/office/officeart/2008/layout/NameandTitleOrganizationalChart"/>
    <dgm:cxn modelId="{C39B3A05-91E4-4FF4-91B8-737FB44A9FC5}" type="presParOf" srcId="{6C7E467C-28F0-439F-BB44-2AD77DD083E6}" destId="{A54F574B-18F9-425D-8055-DE9ABB8FE0D0}" srcOrd="2" destOrd="0" presId="urn:microsoft.com/office/officeart/2008/layout/NameandTitleOrganizationalChart"/>
  </dgm:cxnLst>
  <dgm:bg/>
  <dgm:whole/>
  <dgm:extLst>
    <a:ext uri="http://schemas.microsoft.com/office/drawing/2008/diagram">
      <dsp:dataModelExt xmlns:dsp="http://schemas.microsoft.com/office/drawing/2008/diagram" relId="rId1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4D5EAB-123E-4D5A-A262-13CDE59567C2}">
      <dsp:nvSpPr>
        <dsp:cNvPr id="0" name=""/>
        <dsp:cNvSpPr/>
      </dsp:nvSpPr>
      <dsp:spPr>
        <a:xfrm>
          <a:off x="2506738" y="1857625"/>
          <a:ext cx="1773403" cy="1773403"/>
        </a:xfrm>
        <a:prstGeom prst="ellipse">
          <a:avLst/>
        </a:prstGeom>
        <a:solidFill>
          <a:srgbClr val="A5A5A5">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ysClr val="window" lastClr="FFFFFF"/>
              </a:solidFill>
              <a:latin typeface="Calibri" panose="020F0502020204030204"/>
              <a:ea typeface="+mn-ea"/>
              <a:cs typeface="+mn-cs"/>
            </a:rPr>
            <a:t>GPAS &amp; Billing Projects*</a:t>
          </a:r>
        </a:p>
      </dsp:txBody>
      <dsp:txXfrm>
        <a:off x="2766447" y="2117334"/>
        <a:ext cx="1253985" cy="1253985"/>
      </dsp:txXfrm>
    </dsp:sp>
    <dsp:sp modelId="{9EAA05B6-5F48-4FFF-9CAB-AEE2035D3A80}">
      <dsp:nvSpPr>
        <dsp:cNvPr id="0" name=""/>
        <dsp:cNvSpPr/>
      </dsp:nvSpPr>
      <dsp:spPr>
        <a:xfrm rot="11700000">
          <a:off x="1165575" y="2071464"/>
          <a:ext cx="1319670" cy="505420"/>
        </a:xfrm>
        <a:prstGeom prst="leftArrow">
          <a:avLst>
            <a:gd name="adj1" fmla="val 60000"/>
            <a:gd name="adj2" fmla="val 50000"/>
          </a:avLst>
        </a:prstGeom>
        <a:solidFill>
          <a:srgbClr val="FFC000">
            <a:hueOff val="0"/>
            <a:satOff val="0"/>
            <a:lumOff val="0"/>
            <a:alphaOff val="0"/>
          </a:srgbClr>
        </a:solidFill>
        <a:ln>
          <a:noFill/>
        </a:ln>
        <a:effectLst/>
      </dsp:spPr>
      <dsp:style>
        <a:lnRef idx="0">
          <a:scrgbClr r="0" g="0" b="0"/>
        </a:lnRef>
        <a:fillRef idx="1">
          <a:scrgbClr r="0" g="0" b="0"/>
        </a:fillRef>
        <a:effectRef idx="0">
          <a:scrgbClr r="0" g="0" b="0"/>
        </a:effectRef>
        <a:fontRef idx="minor">
          <a:schemeClr val="lt1"/>
        </a:fontRef>
      </dsp:style>
    </dsp:sp>
    <dsp:sp modelId="{D45FD9C1-8FB7-43FB-9711-B4F482119DD6}">
      <dsp:nvSpPr>
        <dsp:cNvPr id="0" name=""/>
        <dsp:cNvSpPr/>
      </dsp:nvSpPr>
      <dsp:spPr>
        <a:xfrm>
          <a:off x="345692" y="1479503"/>
          <a:ext cx="1684733" cy="1347786"/>
        </a:xfrm>
        <a:prstGeom prst="roundRect">
          <a:avLst>
            <a:gd name="adj" fmla="val 10000"/>
          </a:avLst>
        </a:prstGeom>
        <a:solidFill>
          <a:srgbClr val="FFC000">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ysClr val="window" lastClr="FFFFFF"/>
              </a:solidFill>
              <a:latin typeface="Calibri" panose="020F0502020204030204"/>
              <a:ea typeface="+mn-ea"/>
              <a:cs typeface="+mn-cs"/>
            </a:rPr>
            <a:t>Screen Scheme</a:t>
          </a:r>
        </a:p>
      </dsp:txBody>
      <dsp:txXfrm>
        <a:off x="385167" y="1518978"/>
        <a:ext cx="1605783" cy="1268836"/>
      </dsp:txXfrm>
    </dsp:sp>
    <dsp:sp modelId="{AD713CD3-BC53-4EEE-8CA8-E0AC8E4FED03}">
      <dsp:nvSpPr>
        <dsp:cNvPr id="0" name=""/>
        <dsp:cNvSpPr/>
      </dsp:nvSpPr>
      <dsp:spPr>
        <a:xfrm rot="14700000">
          <a:off x="2047550" y="1020368"/>
          <a:ext cx="1319670" cy="505420"/>
        </a:xfrm>
        <a:prstGeom prst="leftArrow">
          <a:avLst>
            <a:gd name="adj1" fmla="val 60000"/>
            <a:gd name="adj2" fmla="val 50000"/>
          </a:avLst>
        </a:prstGeom>
        <a:solidFill>
          <a:srgbClr val="FFC000">
            <a:hueOff val="3266964"/>
            <a:satOff val="-13592"/>
            <a:lumOff val="3203"/>
            <a:alphaOff val="0"/>
          </a:srgbClr>
        </a:solidFill>
        <a:ln>
          <a:noFill/>
        </a:ln>
        <a:effectLst/>
      </dsp:spPr>
      <dsp:style>
        <a:lnRef idx="0">
          <a:scrgbClr r="0" g="0" b="0"/>
        </a:lnRef>
        <a:fillRef idx="1">
          <a:scrgbClr r="0" g="0" b="0"/>
        </a:fillRef>
        <a:effectRef idx="0">
          <a:scrgbClr r="0" g="0" b="0"/>
        </a:effectRef>
        <a:fontRef idx="minor">
          <a:schemeClr val="lt1"/>
        </a:fontRef>
      </dsp:style>
    </dsp:sp>
    <dsp:sp modelId="{3B362ECC-A07A-42B8-A77D-28116B805C51}">
      <dsp:nvSpPr>
        <dsp:cNvPr id="0" name=""/>
        <dsp:cNvSpPr/>
      </dsp:nvSpPr>
      <dsp:spPr>
        <a:xfrm>
          <a:off x="1586160" y="1171"/>
          <a:ext cx="1684733" cy="1347786"/>
        </a:xfrm>
        <a:prstGeom prst="roundRect">
          <a:avLst>
            <a:gd name="adj" fmla="val 10000"/>
          </a:avLst>
        </a:prstGeom>
        <a:solidFill>
          <a:srgbClr val="FFC000">
            <a:hueOff val="3266964"/>
            <a:satOff val="-13592"/>
            <a:lumOff val="3203"/>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ysClr val="window" lastClr="FFFFFF"/>
              </a:solidFill>
              <a:latin typeface="Calibri" panose="020F0502020204030204"/>
              <a:ea typeface="+mn-ea"/>
              <a:cs typeface="+mn-cs"/>
            </a:rPr>
            <a:t>Workflow Scheme </a:t>
          </a:r>
        </a:p>
      </dsp:txBody>
      <dsp:txXfrm>
        <a:off x="1625635" y="40646"/>
        <a:ext cx="1605783" cy="1268836"/>
      </dsp:txXfrm>
    </dsp:sp>
    <dsp:sp modelId="{1135F66E-3740-455D-A8E1-478EF7F6D1F5}">
      <dsp:nvSpPr>
        <dsp:cNvPr id="0" name=""/>
        <dsp:cNvSpPr/>
      </dsp:nvSpPr>
      <dsp:spPr>
        <a:xfrm rot="17700000">
          <a:off x="3419659" y="1020368"/>
          <a:ext cx="1319670" cy="505420"/>
        </a:xfrm>
        <a:prstGeom prst="leftArrow">
          <a:avLst>
            <a:gd name="adj1" fmla="val 60000"/>
            <a:gd name="adj2" fmla="val 50000"/>
          </a:avLst>
        </a:prstGeom>
        <a:solidFill>
          <a:srgbClr val="FFC000">
            <a:hueOff val="6533927"/>
            <a:satOff val="-27185"/>
            <a:lumOff val="6405"/>
            <a:alphaOff val="0"/>
          </a:srgbClr>
        </a:solidFill>
        <a:ln>
          <a:noFill/>
        </a:ln>
        <a:effectLst/>
      </dsp:spPr>
      <dsp:style>
        <a:lnRef idx="0">
          <a:scrgbClr r="0" g="0" b="0"/>
        </a:lnRef>
        <a:fillRef idx="1">
          <a:scrgbClr r="0" g="0" b="0"/>
        </a:fillRef>
        <a:effectRef idx="0">
          <a:scrgbClr r="0" g="0" b="0"/>
        </a:effectRef>
        <a:fontRef idx="minor">
          <a:schemeClr val="lt1"/>
        </a:fontRef>
      </dsp:style>
    </dsp:sp>
    <dsp:sp modelId="{3AC11AB2-6111-4154-B785-5FDF92D95596}">
      <dsp:nvSpPr>
        <dsp:cNvPr id="0" name=""/>
        <dsp:cNvSpPr/>
      </dsp:nvSpPr>
      <dsp:spPr>
        <a:xfrm>
          <a:off x="3515986" y="1171"/>
          <a:ext cx="1684733" cy="1347786"/>
        </a:xfrm>
        <a:prstGeom prst="roundRect">
          <a:avLst>
            <a:gd name="adj" fmla="val 10000"/>
          </a:avLst>
        </a:prstGeom>
        <a:solidFill>
          <a:srgbClr val="FFC000">
            <a:hueOff val="6533927"/>
            <a:satOff val="-27185"/>
            <a:lumOff val="6405"/>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ysClr val="window" lastClr="FFFFFF"/>
              </a:solidFill>
              <a:latin typeface="Calibri" panose="020F0502020204030204"/>
              <a:ea typeface="+mn-ea"/>
              <a:cs typeface="+mn-cs"/>
            </a:rPr>
            <a:t>Issue type Scheme</a:t>
          </a:r>
        </a:p>
      </dsp:txBody>
      <dsp:txXfrm>
        <a:off x="3555461" y="40646"/>
        <a:ext cx="1605783" cy="1268836"/>
      </dsp:txXfrm>
    </dsp:sp>
    <dsp:sp modelId="{74B2A6FF-F88D-44FF-868C-D473894F6707}">
      <dsp:nvSpPr>
        <dsp:cNvPr id="0" name=""/>
        <dsp:cNvSpPr/>
      </dsp:nvSpPr>
      <dsp:spPr>
        <a:xfrm rot="20700000">
          <a:off x="4301634" y="2071464"/>
          <a:ext cx="1319670" cy="505420"/>
        </a:xfrm>
        <a:prstGeom prst="leftArrow">
          <a:avLst>
            <a:gd name="adj1" fmla="val 60000"/>
            <a:gd name="adj2" fmla="val 50000"/>
          </a:avLst>
        </a:prstGeom>
        <a:solidFill>
          <a:srgbClr val="FFC000">
            <a:hueOff val="9800891"/>
            <a:satOff val="-40777"/>
            <a:lumOff val="9608"/>
            <a:alphaOff val="0"/>
          </a:srgbClr>
        </a:solidFill>
        <a:ln>
          <a:noFill/>
        </a:ln>
        <a:effectLst/>
      </dsp:spPr>
      <dsp:style>
        <a:lnRef idx="0">
          <a:scrgbClr r="0" g="0" b="0"/>
        </a:lnRef>
        <a:fillRef idx="1">
          <a:scrgbClr r="0" g="0" b="0"/>
        </a:fillRef>
        <a:effectRef idx="0">
          <a:scrgbClr r="0" g="0" b="0"/>
        </a:effectRef>
        <a:fontRef idx="minor">
          <a:schemeClr val="lt1"/>
        </a:fontRef>
      </dsp:style>
    </dsp:sp>
    <dsp:sp modelId="{07CA60F8-E113-4AB8-A545-4AD60179123F}">
      <dsp:nvSpPr>
        <dsp:cNvPr id="0" name=""/>
        <dsp:cNvSpPr/>
      </dsp:nvSpPr>
      <dsp:spPr>
        <a:xfrm>
          <a:off x="4756454" y="1479503"/>
          <a:ext cx="1684733" cy="1347786"/>
        </a:xfrm>
        <a:prstGeom prst="roundRect">
          <a:avLst>
            <a:gd name="adj" fmla="val 10000"/>
          </a:avLst>
        </a:prstGeom>
        <a:solidFill>
          <a:srgbClr val="FFC000">
            <a:hueOff val="9800891"/>
            <a:satOff val="-40777"/>
            <a:lumOff val="9608"/>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ysClr val="window" lastClr="FFFFFF"/>
              </a:solidFill>
              <a:latin typeface="Calibri" panose="020F0502020204030204"/>
              <a:ea typeface="+mn-ea"/>
              <a:cs typeface="+mn-cs"/>
            </a:rPr>
            <a:t>Permission Scheme</a:t>
          </a:r>
        </a:p>
      </dsp:txBody>
      <dsp:txXfrm>
        <a:off x="4795929" y="1518978"/>
        <a:ext cx="1605783" cy="12688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04F90C-2CC5-45BD-930B-8EFCD632E48D}">
      <dsp:nvSpPr>
        <dsp:cNvPr id="0" name=""/>
        <dsp:cNvSpPr/>
      </dsp:nvSpPr>
      <dsp:spPr>
        <a:xfrm>
          <a:off x="2572421" y="1081229"/>
          <a:ext cx="1614841" cy="487851"/>
        </a:xfrm>
        <a:custGeom>
          <a:avLst/>
          <a:gdLst/>
          <a:ahLst/>
          <a:cxnLst/>
          <a:rect l="0" t="0" r="0" b="0"/>
          <a:pathLst>
            <a:path>
              <a:moveTo>
                <a:pt x="0" y="0"/>
              </a:moveTo>
              <a:lnTo>
                <a:pt x="0" y="322213"/>
              </a:lnTo>
              <a:lnTo>
                <a:pt x="1614841" y="322213"/>
              </a:lnTo>
              <a:lnTo>
                <a:pt x="1614841" y="48785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675CD3F-4C3A-4355-9E0C-0835F044AD4A}">
      <dsp:nvSpPr>
        <dsp:cNvPr id="0" name=""/>
        <dsp:cNvSpPr/>
      </dsp:nvSpPr>
      <dsp:spPr>
        <a:xfrm>
          <a:off x="2526701" y="1081229"/>
          <a:ext cx="91440" cy="513307"/>
        </a:xfrm>
        <a:custGeom>
          <a:avLst/>
          <a:gdLst/>
          <a:ahLst/>
          <a:cxnLst/>
          <a:rect l="0" t="0" r="0" b="0"/>
          <a:pathLst>
            <a:path>
              <a:moveTo>
                <a:pt x="45720" y="0"/>
              </a:moveTo>
              <a:lnTo>
                <a:pt x="45720" y="347669"/>
              </a:lnTo>
              <a:lnTo>
                <a:pt x="50175" y="347669"/>
              </a:lnTo>
              <a:lnTo>
                <a:pt x="50175" y="51330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9E9BD54-8683-4802-9B4F-1632587F1E84}">
      <dsp:nvSpPr>
        <dsp:cNvPr id="0" name=""/>
        <dsp:cNvSpPr/>
      </dsp:nvSpPr>
      <dsp:spPr>
        <a:xfrm>
          <a:off x="737427" y="1081229"/>
          <a:ext cx="1834994" cy="487851"/>
        </a:xfrm>
        <a:custGeom>
          <a:avLst/>
          <a:gdLst/>
          <a:ahLst/>
          <a:cxnLst/>
          <a:rect l="0" t="0" r="0" b="0"/>
          <a:pathLst>
            <a:path>
              <a:moveTo>
                <a:pt x="1834994" y="0"/>
              </a:moveTo>
              <a:lnTo>
                <a:pt x="1834994" y="322213"/>
              </a:lnTo>
              <a:lnTo>
                <a:pt x="0" y="322213"/>
              </a:lnTo>
              <a:lnTo>
                <a:pt x="0" y="48785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26452A4-014F-41D7-AEED-A01732072531}">
      <dsp:nvSpPr>
        <dsp:cNvPr id="0" name=""/>
        <dsp:cNvSpPr/>
      </dsp:nvSpPr>
      <dsp:spPr>
        <a:xfrm>
          <a:off x="1643633" y="549083"/>
          <a:ext cx="1857576" cy="532145"/>
        </a:xfrm>
        <a:prstGeom prst="rect">
          <a:avLst/>
        </a:prstGeom>
        <a:solidFill>
          <a:schemeClr val="accent6">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00172" numCol="1" spcCol="1270" anchor="ctr" anchorCtr="0">
          <a:noAutofit/>
        </a:bodyPr>
        <a:lstStyle/>
        <a:p>
          <a:pPr marL="0" lvl="0" indent="0" algn="ctr" defTabSz="800100">
            <a:lnSpc>
              <a:spcPct val="90000"/>
            </a:lnSpc>
            <a:spcBef>
              <a:spcPct val="0"/>
            </a:spcBef>
            <a:spcAft>
              <a:spcPts val="0"/>
            </a:spcAft>
            <a:buNone/>
          </a:pPr>
          <a:r>
            <a:rPr lang="en-US" sz="1800" b="1" kern="1200" dirty="0">
              <a:latin typeface="Calibri" panose="020F0502020204030204" pitchFamily="34" charset="0"/>
              <a:cs typeface="Calibri" panose="020F0502020204030204" pitchFamily="34" charset="0"/>
            </a:rPr>
            <a:t>Project</a:t>
          </a:r>
        </a:p>
        <a:p>
          <a:pPr marL="0" lvl="0" indent="0" algn="ctr" defTabSz="800100">
            <a:lnSpc>
              <a:spcPct val="90000"/>
            </a:lnSpc>
            <a:spcBef>
              <a:spcPct val="0"/>
            </a:spcBef>
            <a:spcAft>
              <a:spcPts val="0"/>
            </a:spcAft>
            <a:buNone/>
          </a:pPr>
          <a:r>
            <a:rPr lang="en-US" sz="1600" b="1" kern="1200" dirty="0">
              <a:latin typeface="Calibri" panose="020F0502020204030204" pitchFamily="34" charset="0"/>
              <a:cs typeface="Calibri" panose="020F0502020204030204" pitchFamily="34" charset="0"/>
            </a:rPr>
            <a:t>(</a:t>
          </a:r>
          <a:r>
            <a:rPr lang="en-US" sz="1200" b="1" kern="1200" dirty="0">
              <a:latin typeface="Calibri" panose="020F0502020204030204" pitchFamily="34" charset="0"/>
              <a:cs typeface="Calibri" panose="020F0502020204030204" pitchFamily="34" charset="0"/>
            </a:rPr>
            <a:t>Workstream</a:t>
          </a:r>
          <a:r>
            <a:rPr lang="en-US" sz="1600" b="1" kern="1200" dirty="0">
              <a:latin typeface="Calibri" panose="020F0502020204030204" pitchFamily="34" charset="0"/>
              <a:cs typeface="Calibri" panose="020F0502020204030204" pitchFamily="34" charset="0"/>
            </a:rPr>
            <a:t>)</a:t>
          </a:r>
          <a:endParaRPr lang="en-US" sz="2400" b="1" kern="1200" dirty="0">
            <a:latin typeface="Calibri" panose="020F0502020204030204" pitchFamily="34" charset="0"/>
            <a:cs typeface="Calibri" panose="020F0502020204030204" pitchFamily="34" charset="0"/>
          </a:endParaRPr>
        </a:p>
      </dsp:txBody>
      <dsp:txXfrm>
        <a:off x="1643633" y="549083"/>
        <a:ext cx="1857576" cy="532145"/>
      </dsp:txXfrm>
    </dsp:sp>
    <dsp:sp modelId="{3D5C5E5B-3357-4F26-86E0-F1E99B64A6A9}">
      <dsp:nvSpPr>
        <dsp:cNvPr id="0" name=""/>
        <dsp:cNvSpPr/>
      </dsp:nvSpPr>
      <dsp:spPr>
        <a:xfrm>
          <a:off x="2234110" y="1026634"/>
          <a:ext cx="1233960" cy="236625"/>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7620" rIns="30480" bIns="7620" numCol="1" spcCol="1270" anchor="ctr" anchorCtr="0">
          <a:noAutofit/>
        </a:bodyPr>
        <a:lstStyle/>
        <a:p>
          <a:pPr marL="0" lvl="0" indent="0" algn="r" defTabSz="533400">
            <a:lnSpc>
              <a:spcPct val="90000"/>
            </a:lnSpc>
            <a:spcBef>
              <a:spcPct val="0"/>
            </a:spcBef>
            <a:spcAft>
              <a:spcPct val="35000"/>
            </a:spcAft>
            <a:buNone/>
          </a:pPr>
          <a:r>
            <a:rPr lang="en-US" sz="1200" b="1" kern="1200" dirty="0"/>
            <a:t>BZ </a:t>
          </a:r>
          <a:r>
            <a:rPr lang="en-US" sz="1200" b="1" kern="1200" dirty="0" err="1"/>
            <a:t>PolicyCenter</a:t>
          </a:r>
          <a:endParaRPr lang="en-US" sz="1200" b="1" kern="1200" dirty="0"/>
        </a:p>
      </dsp:txBody>
      <dsp:txXfrm>
        <a:off x="2234110" y="1026634"/>
        <a:ext cx="1233960" cy="236625"/>
      </dsp:txXfrm>
    </dsp:sp>
    <dsp:sp modelId="{37652F4A-13D1-4DCB-952C-C4F8E68A9BB8}">
      <dsp:nvSpPr>
        <dsp:cNvPr id="0" name=""/>
        <dsp:cNvSpPr/>
      </dsp:nvSpPr>
      <dsp:spPr>
        <a:xfrm>
          <a:off x="51894" y="1569080"/>
          <a:ext cx="1371067" cy="709877"/>
        </a:xfrm>
        <a:prstGeom prst="rect">
          <a:avLst/>
        </a:prstGeom>
        <a:solidFill>
          <a:srgbClr val="92D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00172"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Calibri" panose="020F0502020204030204" pitchFamily="34" charset="0"/>
              <a:cs typeface="Calibri" panose="020F0502020204030204" pitchFamily="34" charset="0"/>
            </a:rPr>
            <a:t>Scrum board 1</a:t>
          </a:r>
        </a:p>
      </dsp:txBody>
      <dsp:txXfrm>
        <a:off x="51894" y="1569080"/>
        <a:ext cx="1371067" cy="709877"/>
      </dsp:txXfrm>
    </dsp:sp>
    <dsp:sp modelId="{02B1AAB0-57AD-4BA8-B4D8-9D50D9650327}">
      <dsp:nvSpPr>
        <dsp:cNvPr id="0" name=""/>
        <dsp:cNvSpPr/>
      </dsp:nvSpPr>
      <dsp:spPr>
        <a:xfrm>
          <a:off x="326107" y="2146664"/>
          <a:ext cx="1233960" cy="236625"/>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6985" rIns="27940" bIns="6985" numCol="1" spcCol="1270" anchor="ctr" anchorCtr="0">
          <a:noAutofit/>
        </a:bodyPr>
        <a:lstStyle/>
        <a:p>
          <a:pPr marL="0" lvl="0" indent="0" algn="r" defTabSz="488950">
            <a:lnSpc>
              <a:spcPct val="90000"/>
            </a:lnSpc>
            <a:spcBef>
              <a:spcPct val="0"/>
            </a:spcBef>
            <a:spcAft>
              <a:spcPct val="35000"/>
            </a:spcAft>
            <a:buNone/>
          </a:pPr>
          <a:r>
            <a:rPr lang="en-US" sz="1100" b="0" kern="1200"/>
            <a:t>BZFoundation R1</a:t>
          </a:r>
          <a:endParaRPr lang="en-US" sz="1100" b="0" kern="1200" dirty="0"/>
        </a:p>
      </dsp:txBody>
      <dsp:txXfrm>
        <a:off x="326107" y="2146664"/>
        <a:ext cx="1233960" cy="236625"/>
      </dsp:txXfrm>
    </dsp:sp>
    <dsp:sp modelId="{8C1F529A-8431-453C-B0F6-081189FA7EB0}">
      <dsp:nvSpPr>
        <dsp:cNvPr id="0" name=""/>
        <dsp:cNvSpPr/>
      </dsp:nvSpPr>
      <dsp:spPr>
        <a:xfrm>
          <a:off x="1891344" y="1594537"/>
          <a:ext cx="1371067" cy="709877"/>
        </a:xfrm>
        <a:prstGeom prst="rect">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00172"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Calibri" panose="020F0502020204030204" pitchFamily="34" charset="0"/>
              <a:cs typeface="Calibri" panose="020F0502020204030204" pitchFamily="34" charset="0"/>
            </a:rPr>
            <a:t>Scrum board 2</a:t>
          </a:r>
        </a:p>
      </dsp:txBody>
      <dsp:txXfrm>
        <a:off x="1891344" y="1594537"/>
        <a:ext cx="1371067" cy="709877"/>
      </dsp:txXfrm>
    </dsp:sp>
    <dsp:sp modelId="{3DEE7FE4-8C95-4646-9237-E12D14920CE3}">
      <dsp:nvSpPr>
        <dsp:cNvPr id="0" name=""/>
        <dsp:cNvSpPr/>
      </dsp:nvSpPr>
      <dsp:spPr>
        <a:xfrm>
          <a:off x="2165557" y="2146664"/>
          <a:ext cx="1233960" cy="236625"/>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5400" tIns="6350" rIns="25400" bIns="6350" numCol="1" spcCol="1270" anchor="ctr" anchorCtr="0">
          <a:noAutofit/>
        </a:bodyPr>
        <a:lstStyle/>
        <a:p>
          <a:pPr marL="0" lvl="0" indent="0" algn="r" defTabSz="444500">
            <a:lnSpc>
              <a:spcPct val="90000"/>
            </a:lnSpc>
            <a:spcBef>
              <a:spcPct val="0"/>
            </a:spcBef>
            <a:spcAft>
              <a:spcPct val="35000"/>
            </a:spcAft>
            <a:buNone/>
          </a:pPr>
          <a:r>
            <a:rPr lang="en-US" sz="1000" b="0" kern="1200" dirty="0" err="1"/>
            <a:t>BZPolicyCenter</a:t>
          </a:r>
          <a:r>
            <a:rPr lang="en-US" sz="1000" b="0" kern="1200" dirty="0"/>
            <a:t> R2</a:t>
          </a:r>
        </a:p>
      </dsp:txBody>
      <dsp:txXfrm>
        <a:off x="2165557" y="2146664"/>
        <a:ext cx="1233960" cy="236625"/>
      </dsp:txXfrm>
    </dsp:sp>
    <dsp:sp modelId="{BC682B05-B988-44AD-8848-02E509679DC2}">
      <dsp:nvSpPr>
        <dsp:cNvPr id="0" name=""/>
        <dsp:cNvSpPr/>
      </dsp:nvSpPr>
      <dsp:spPr>
        <a:xfrm>
          <a:off x="3501730" y="1569080"/>
          <a:ext cx="1371067" cy="709877"/>
        </a:xfrm>
        <a:prstGeom prst="rect">
          <a:avLst/>
        </a:prstGeom>
        <a:solidFill>
          <a:srgbClr val="00B0F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00172"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Calibri" panose="020F0502020204030204" pitchFamily="34" charset="0"/>
              <a:cs typeface="Calibri" panose="020F0502020204030204" pitchFamily="34" charset="0"/>
            </a:rPr>
            <a:t>Scrum board 3</a:t>
          </a:r>
        </a:p>
      </dsp:txBody>
      <dsp:txXfrm>
        <a:off x="3501730" y="1569080"/>
        <a:ext cx="1371067" cy="709877"/>
      </dsp:txXfrm>
    </dsp:sp>
    <dsp:sp modelId="{0BD4B24B-88A9-40D6-A5BD-BC1D4228F57A}">
      <dsp:nvSpPr>
        <dsp:cNvPr id="0" name=""/>
        <dsp:cNvSpPr/>
      </dsp:nvSpPr>
      <dsp:spPr>
        <a:xfrm>
          <a:off x="4005007" y="2146664"/>
          <a:ext cx="1233960" cy="236625"/>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5400" tIns="6350" rIns="25400" bIns="6350" numCol="1" spcCol="1270" anchor="ctr" anchorCtr="0">
          <a:noAutofit/>
        </a:bodyPr>
        <a:lstStyle/>
        <a:p>
          <a:pPr marL="0" lvl="0" indent="0" algn="r" defTabSz="444500">
            <a:lnSpc>
              <a:spcPct val="90000"/>
            </a:lnSpc>
            <a:spcBef>
              <a:spcPct val="0"/>
            </a:spcBef>
            <a:spcAft>
              <a:spcPct val="35000"/>
            </a:spcAft>
            <a:buNone/>
          </a:pPr>
          <a:r>
            <a:rPr lang="en-US" sz="1000" b="0" kern="1200" dirty="0" err="1"/>
            <a:t>BZPolicyCenter</a:t>
          </a:r>
          <a:r>
            <a:rPr lang="en-US" sz="1000" b="0" kern="1200" dirty="0"/>
            <a:t> R3</a:t>
          </a:r>
        </a:p>
      </dsp:txBody>
      <dsp:txXfrm>
        <a:off x="4005007" y="2146664"/>
        <a:ext cx="1233960" cy="23662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6E346E-9134-4A6D-996D-B3DF93B8EA8D}">
      <dsp:nvSpPr>
        <dsp:cNvPr id="0" name=""/>
        <dsp:cNvSpPr/>
      </dsp:nvSpPr>
      <dsp:spPr>
        <a:xfrm>
          <a:off x="1071238" y="582"/>
          <a:ext cx="5555407" cy="44386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7625" tIns="31750" rIns="47625" bIns="31750" numCol="1" spcCol="1270" anchor="ctr" anchorCtr="0">
          <a:noAutofit/>
        </a:bodyPr>
        <a:lstStyle/>
        <a:p>
          <a:pPr marL="0" lvl="0" indent="0" algn="ctr" defTabSz="1111250">
            <a:lnSpc>
              <a:spcPct val="90000"/>
            </a:lnSpc>
            <a:spcBef>
              <a:spcPct val="0"/>
            </a:spcBef>
            <a:spcAft>
              <a:spcPct val="35000"/>
            </a:spcAft>
            <a:buNone/>
          </a:pPr>
          <a:r>
            <a:rPr lang="en-US" sz="2500" kern="1200" dirty="0">
              <a:latin typeface="Calibri" panose="020F0502020204030204" pitchFamily="34" charset="0"/>
              <a:cs typeface="Calibri" panose="020F0502020204030204" pitchFamily="34" charset="0"/>
            </a:rPr>
            <a:t>Scrum Board</a:t>
          </a:r>
        </a:p>
      </dsp:txBody>
      <dsp:txXfrm>
        <a:off x="1084238" y="13582"/>
        <a:ext cx="5529407" cy="417866"/>
      </dsp:txXfrm>
    </dsp:sp>
    <dsp:sp modelId="{2A629BF8-0292-418D-9FEA-785A0C347E0F}">
      <dsp:nvSpPr>
        <dsp:cNvPr id="0" name=""/>
        <dsp:cNvSpPr/>
      </dsp:nvSpPr>
      <dsp:spPr>
        <a:xfrm>
          <a:off x="1071238" y="524344"/>
          <a:ext cx="443866" cy="443866"/>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ED61B94-DEDF-4242-9A06-F22CBB0FA80D}">
      <dsp:nvSpPr>
        <dsp:cNvPr id="0" name=""/>
        <dsp:cNvSpPr/>
      </dsp:nvSpPr>
      <dsp:spPr>
        <a:xfrm>
          <a:off x="1541737" y="524344"/>
          <a:ext cx="5084908" cy="443866"/>
        </a:xfrm>
        <a:prstGeom prst="roundRect">
          <a:avLst>
            <a:gd name="adj" fmla="val 16670"/>
          </a:avLst>
        </a:prstGeom>
        <a:solidFill>
          <a:schemeClr val="accent1">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tx1"/>
              </a:solidFill>
            </a:rPr>
            <a:t>Release Backlog</a:t>
          </a:r>
        </a:p>
      </dsp:txBody>
      <dsp:txXfrm>
        <a:off x="1563409" y="546016"/>
        <a:ext cx="5041564" cy="400522"/>
      </dsp:txXfrm>
    </dsp:sp>
    <dsp:sp modelId="{C955275F-94DE-4491-A99B-9650CD669C7B}">
      <dsp:nvSpPr>
        <dsp:cNvPr id="0" name=""/>
        <dsp:cNvSpPr/>
      </dsp:nvSpPr>
      <dsp:spPr>
        <a:xfrm>
          <a:off x="1071238" y="1021475"/>
          <a:ext cx="443866" cy="443866"/>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8EF159A-FD85-4760-AB19-2B3CCA1353A9}">
      <dsp:nvSpPr>
        <dsp:cNvPr id="0" name=""/>
        <dsp:cNvSpPr/>
      </dsp:nvSpPr>
      <dsp:spPr>
        <a:xfrm>
          <a:off x="1541737" y="1021475"/>
          <a:ext cx="5084908" cy="443866"/>
        </a:xfrm>
        <a:prstGeom prst="roundRect">
          <a:avLst>
            <a:gd name="adj" fmla="val 16670"/>
          </a:avLst>
        </a:prstGeom>
        <a:solidFill>
          <a:schemeClr val="accent1">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tx1"/>
              </a:solidFill>
            </a:rPr>
            <a:t>Sprint Backlog</a:t>
          </a:r>
        </a:p>
      </dsp:txBody>
      <dsp:txXfrm>
        <a:off x="1563409" y="1043147"/>
        <a:ext cx="5041564" cy="400522"/>
      </dsp:txXfrm>
    </dsp:sp>
    <dsp:sp modelId="{2B4D4486-CC39-4DA7-B6D8-96D1C93F9263}">
      <dsp:nvSpPr>
        <dsp:cNvPr id="0" name=""/>
        <dsp:cNvSpPr/>
      </dsp:nvSpPr>
      <dsp:spPr>
        <a:xfrm>
          <a:off x="1071238" y="1518605"/>
          <a:ext cx="443866" cy="443866"/>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CA2F759-53CA-4EDF-9004-5B569BB430E5}">
      <dsp:nvSpPr>
        <dsp:cNvPr id="0" name=""/>
        <dsp:cNvSpPr/>
      </dsp:nvSpPr>
      <dsp:spPr>
        <a:xfrm>
          <a:off x="1541737" y="1518605"/>
          <a:ext cx="5084908" cy="443866"/>
        </a:xfrm>
        <a:prstGeom prst="roundRect">
          <a:avLst>
            <a:gd name="adj" fmla="val 16670"/>
          </a:avLst>
        </a:prstGeom>
        <a:solidFill>
          <a:schemeClr val="accent1">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tx1"/>
              </a:solidFill>
            </a:rPr>
            <a:t>Sprint board (Active Sprint)</a:t>
          </a:r>
        </a:p>
      </dsp:txBody>
      <dsp:txXfrm>
        <a:off x="1563409" y="1540277"/>
        <a:ext cx="5041564" cy="400522"/>
      </dsp:txXfrm>
    </dsp:sp>
    <dsp:sp modelId="{7E9CD6A9-0350-43E5-B912-645AF4704DC6}">
      <dsp:nvSpPr>
        <dsp:cNvPr id="0" name=""/>
        <dsp:cNvSpPr/>
      </dsp:nvSpPr>
      <dsp:spPr>
        <a:xfrm>
          <a:off x="1071238" y="2015736"/>
          <a:ext cx="443866" cy="443866"/>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7F4B772-B1D1-4047-B999-7B85074A1084}">
      <dsp:nvSpPr>
        <dsp:cNvPr id="0" name=""/>
        <dsp:cNvSpPr/>
      </dsp:nvSpPr>
      <dsp:spPr>
        <a:xfrm>
          <a:off x="1541737" y="2015736"/>
          <a:ext cx="5084908" cy="443866"/>
        </a:xfrm>
        <a:prstGeom prst="roundRect">
          <a:avLst>
            <a:gd name="adj" fmla="val 16670"/>
          </a:avLst>
        </a:prstGeom>
        <a:solidFill>
          <a:schemeClr val="accent1">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tx1"/>
              </a:solidFill>
            </a:rPr>
            <a:t>Reports</a:t>
          </a:r>
        </a:p>
      </dsp:txBody>
      <dsp:txXfrm>
        <a:off x="1563409" y="2037408"/>
        <a:ext cx="5041564" cy="40052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04F90C-2CC5-45BD-930B-8EFCD632E48D}">
      <dsp:nvSpPr>
        <dsp:cNvPr id="0" name=""/>
        <dsp:cNvSpPr/>
      </dsp:nvSpPr>
      <dsp:spPr>
        <a:xfrm>
          <a:off x="2568610" y="1072978"/>
          <a:ext cx="1705984" cy="488882"/>
        </a:xfrm>
        <a:custGeom>
          <a:avLst/>
          <a:gdLst/>
          <a:ahLst/>
          <a:cxnLst/>
          <a:rect l="0" t="0" r="0" b="0"/>
          <a:pathLst>
            <a:path>
              <a:moveTo>
                <a:pt x="0" y="0"/>
              </a:moveTo>
              <a:lnTo>
                <a:pt x="0" y="314598"/>
              </a:lnTo>
              <a:lnTo>
                <a:pt x="1705984" y="314598"/>
              </a:lnTo>
              <a:lnTo>
                <a:pt x="1705984" y="48888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675CD3F-4C3A-4355-9E0C-0835F044AD4A}">
      <dsp:nvSpPr>
        <dsp:cNvPr id="0" name=""/>
        <dsp:cNvSpPr/>
      </dsp:nvSpPr>
      <dsp:spPr>
        <a:xfrm>
          <a:off x="2522890" y="1072978"/>
          <a:ext cx="91440" cy="568222"/>
        </a:xfrm>
        <a:custGeom>
          <a:avLst/>
          <a:gdLst/>
          <a:ahLst/>
          <a:cxnLst/>
          <a:rect l="0" t="0" r="0" b="0"/>
          <a:pathLst>
            <a:path>
              <a:moveTo>
                <a:pt x="45720" y="0"/>
              </a:moveTo>
              <a:lnTo>
                <a:pt x="45720" y="393937"/>
              </a:lnTo>
              <a:lnTo>
                <a:pt x="51193" y="393937"/>
              </a:lnTo>
              <a:lnTo>
                <a:pt x="51193" y="56822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9E9BD54-8683-4802-9B4F-1632587F1E84}">
      <dsp:nvSpPr>
        <dsp:cNvPr id="0" name=""/>
        <dsp:cNvSpPr/>
      </dsp:nvSpPr>
      <dsp:spPr>
        <a:xfrm>
          <a:off x="775245" y="1072978"/>
          <a:ext cx="1793364" cy="488882"/>
        </a:xfrm>
        <a:custGeom>
          <a:avLst/>
          <a:gdLst/>
          <a:ahLst/>
          <a:cxnLst/>
          <a:rect l="0" t="0" r="0" b="0"/>
          <a:pathLst>
            <a:path>
              <a:moveTo>
                <a:pt x="1793364" y="0"/>
              </a:moveTo>
              <a:lnTo>
                <a:pt x="1793364" y="314598"/>
              </a:lnTo>
              <a:lnTo>
                <a:pt x="0" y="314598"/>
              </a:lnTo>
              <a:lnTo>
                <a:pt x="0" y="48888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26452A4-014F-41D7-AEED-A01732072531}">
      <dsp:nvSpPr>
        <dsp:cNvPr id="0" name=""/>
        <dsp:cNvSpPr/>
      </dsp:nvSpPr>
      <dsp:spPr>
        <a:xfrm>
          <a:off x="1591338" y="513054"/>
          <a:ext cx="1954543" cy="559924"/>
        </a:xfrm>
        <a:prstGeom prst="rect">
          <a:avLst/>
        </a:prstGeom>
        <a:solidFill>
          <a:schemeClr val="accent6">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05401" numCol="1" spcCol="1270" anchor="ctr" anchorCtr="0">
          <a:noAutofit/>
        </a:bodyPr>
        <a:lstStyle/>
        <a:p>
          <a:pPr marL="0" lvl="0" indent="0" algn="ctr" defTabSz="800100">
            <a:lnSpc>
              <a:spcPct val="90000"/>
            </a:lnSpc>
            <a:spcBef>
              <a:spcPct val="0"/>
            </a:spcBef>
            <a:spcAft>
              <a:spcPts val="0"/>
            </a:spcAft>
            <a:buNone/>
          </a:pPr>
          <a:r>
            <a:rPr lang="en-US" sz="1800" b="1" kern="1200" dirty="0">
              <a:latin typeface="Calibri" panose="020F0502020204030204" pitchFamily="34" charset="0"/>
              <a:cs typeface="Calibri" panose="020F0502020204030204" pitchFamily="34" charset="0"/>
            </a:rPr>
            <a:t>Project</a:t>
          </a:r>
        </a:p>
        <a:p>
          <a:pPr marL="0" lvl="0" indent="0" algn="ctr" defTabSz="800100">
            <a:lnSpc>
              <a:spcPct val="90000"/>
            </a:lnSpc>
            <a:spcBef>
              <a:spcPct val="0"/>
            </a:spcBef>
            <a:spcAft>
              <a:spcPts val="0"/>
            </a:spcAft>
            <a:buNone/>
          </a:pPr>
          <a:r>
            <a:rPr lang="en-US" sz="1600" b="1" kern="1200" dirty="0">
              <a:latin typeface="Calibri" panose="020F0502020204030204" pitchFamily="34" charset="0"/>
              <a:cs typeface="Calibri" panose="020F0502020204030204" pitchFamily="34" charset="0"/>
            </a:rPr>
            <a:t>(</a:t>
          </a:r>
          <a:r>
            <a:rPr lang="en-US" sz="1200" b="1" kern="1200" dirty="0">
              <a:latin typeface="Calibri" panose="020F0502020204030204" pitchFamily="34" charset="0"/>
              <a:cs typeface="Calibri" panose="020F0502020204030204" pitchFamily="34" charset="0"/>
            </a:rPr>
            <a:t>Workstream</a:t>
          </a:r>
          <a:r>
            <a:rPr lang="en-US" sz="1600" b="1" kern="1200" dirty="0">
              <a:latin typeface="Calibri" panose="020F0502020204030204" pitchFamily="34" charset="0"/>
              <a:cs typeface="Calibri" panose="020F0502020204030204" pitchFamily="34" charset="0"/>
            </a:rPr>
            <a:t>)</a:t>
          </a:r>
          <a:endParaRPr lang="en-US" sz="2400" b="1" kern="1200" dirty="0">
            <a:latin typeface="Calibri" panose="020F0502020204030204" pitchFamily="34" charset="0"/>
            <a:cs typeface="Calibri" panose="020F0502020204030204" pitchFamily="34" charset="0"/>
          </a:endParaRPr>
        </a:p>
      </dsp:txBody>
      <dsp:txXfrm>
        <a:off x="1591338" y="513054"/>
        <a:ext cx="1954543" cy="559924"/>
      </dsp:txXfrm>
    </dsp:sp>
    <dsp:sp modelId="{3D5C5E5B-3357-4F26-86E0-F1E99B64A6A9}">
      <dsp:nvSpPr>
        <dsp:cNvPr id="0" name=""/>
        <dsp:cNvSpPr/>
      </dsp:nvSpPr>
      <dsp:spPr>
        <a:xfrm>
          <a:off x="2285575" y="1039969"/>
          <a:ext cx="1152501" cy="200108"/>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8255" rIns="33020" bIns="8255" numCol="1" spcCol="1270" anchor="ctr" anchorCtr="0">
          <a:noAutofit/>
        </a:bodyPr>
        <a:lstStyle/>
        <a:p>
          <a:pPr marL="0" lvl="0" indent="0" algn="r" defTabSz="577850">
            <a:lnSpc>
              <a:spcPct val="90000"/>
            </a:lnSpc>
            <a:spcBef>
              <a:spcPct val="0"/>
            </a:spcBef>
            <a:spcAft>
              <a:spcPct val="35000"/>
            </a:spcAft>
            <a:buNone/>
          </a:pPr>
          <a:r>
            <a:rPr lang="en-US" sz="1300" b="1" kern="1200" dirty="0"/>
            <a:t>BZ Billing</a:t>
          </a:r>
        </a:p>
      </dsp:txBody>
      <dsp:txXfrm>
        <a:off x="2285575" y="1039969"/>
        <a:ext cx="1152501" cy="200108"/>
      </dsp:txXfrm>
    </dsp:sp>
    <dsp:sp modelId="{37652F4A-13D1-4DCB-952C-C4F8E68A9BB8}">
      <dsp:nvSpPr>
        <dsp:cNvPr id="0" name=""/>
        <dsp:cNvSpPr/>
      </dsp:nvSpPr>
      <dsp:spPr>
        <a:xfrm>
          <a:off x="53927" y="1561861"/>
          <a:ext cx="1442637" cy="746933"/>
        </a:xfrm>
        <a:prstGeom prst="rect">
          <a:avLst/>
        </a:prstGeom>
        <a:solidFill>
          <a:srgbClr val="92D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05401"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Calibri" panose="020F0502020204030204" pitchFamily="34" charset="0"/>
              <a:cs typeface="Calibri" panose="020F0502020204030204" pitchFamily="34" charset="0"/>
            </a:rPr>
            <a:t>Scrum board 1</a:t>
          </a:r>
        </a:p>
      </dsp:txBody>
      <dsp:txXfrm>
        <a:off x="53927" y="1561861"/>
        <a:ext cx="1442637" cy="746933"/>
      </dsp:txXfrm>
    </dsp:sp>
    <dsp:sp modelId="{02B1AAB0-57AD-4BA8-B4D8-9D50D9650327}">
      <dsp:nvSpPr>
        <dsp:cNvPr id="0" name=""/>
        <dsp:cNvSpPr/>
      </dsp:nvSpPr>
      <dsp:spPr>
        <a:xfrm>
          <a:off x="342454" y="2169595"/>
          <a:ext cx="1298373" cy="24897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7620" rIns="30480" bIns="7620" numCol="1" spcCol="1270" anchor="ctr" anchorCtr="0">
          <a:noAutofit/>
        </a:bodyPr>
        <a:lstStyle/>
        <a:p>
          <a:pPr marL="0" lvl="0" indent="0" algn="r" defTabSz="533400">
            <a:lnSpc>
              <a:spcPct val="90000"/>
            </a:lnSpc>
            <a:spcBef>
              <a:spcPct val="0"/>
            </a:spcBef>
            <a:spcAft>
              <a:spcPct val="35000"/>
            </a:spcAft>
            <a:buNone/>
          </a:pPr>
          <a:r>
            <a:rPr lang="en-US" sz="1200" b="0" kern="1200" dirty="0" err="1"/>
            <a:t>BZFoundation</a:t>
          </a:r>
          <a:r>
            <a:rPr lang="en-US" sz="1200" b="0" kern="1200" dirty="0"/>
            <a:t> R1</a:t>
          </a:r>
        </a:p>
      </dsp:txBody>
      <dsp:txXfrm>
        <a:off x="342454" y="2169595"/>
        <a:ext cx="1298373" cy="248977"/>
      </dsp:txXfrm>
    </dsp:sp>
    <dsp:sp modelId="{8C1F529A-8431-453C-B0F6-081189FA7EB0}">
      <dsp:nvSpPr>
        <dsp:cNvPr id="0" name=""/>
        <dsp:cNvSpPr/>
      </dsp:nvSpPr>
      <dsp:spPr>
        <a:xfrm>
          <a:off x="1852765" y="1641201"/>
          <a:ext cx="1442637" cy="746933"/>
        </a:xfrm>
        <a:prstGeom prst="rect">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05401"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Calibri" panose="020F0502020204030204" pitchFamily="34" charset="0"/>
              <a:cs typeface="Calibri" panose="020F0502020204030204" pitchFamily="34" charset="0"/>
            </a:rPr>
            <a:t>Scrum board 2</a:t>
          </a:r>
        </a:p>
      </dsp:txBody>
      <dsp:txXfrm>
        <a:off x="1852765" y="1641201"/>
        <a:ext cx="1442637" cy="746933"/>
      </dsp:txXfrm>
    </dsp:sp>
    <dsp:sp modelId="{3DEE7FE4-8C95-4646-9237-E12D14920CE3}">
      <dsp:nvSpPr>
        <dsp:cNvPr id="0" name=""/>
        <dsp:cNvSpPr/>
      </dsp:nvSpPr>
      <dsp:spPr>
        <a:xfrm>
          <a:off x="2408496" y="2187057"/>
          <a:ext cx="1037231" cy="214053"/>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7620" rIns="30480" bIns="7620" numCol="1" spcCol="1270" anchor="ctr" anchorCtr="0">
          <a:noAutofit/>
        </a:bodyPr>
        <a:lstStyle/>
        <a:p>
          <a:pPr marL="0" lvl="0" indent="0" algn="r" defTabSz="533400">
            <a:lnSpc>
              <a:spcPct val="90000"/>
            </a:lnSpc>
            <a:spcBef>
              <a:spcPct val="0"/>
            </a:spcBef>
            <a:spcAft>
              <a:spcPct val="35000"/>
            </a:spcAft>
            <a:buNone/>
          </a:pPr>
          <a:r>
            <a:rPr lang="en-US" sz="1200" b="0" kern="1200" dirty="0" err="1"/>
            <a:t>BZBilling</a:t>
          </a:r>
          <a:r>
            <a:rPr lang="en-US" sz="1200" b="0" kern="1200" dirty="0"/>
            <a:t> R2</a:t>
          </a:r>
        </a:p>
      </dsp:txBody>
      <dsp:txXfrm>
        <a:off x="2408496" y="2187057"/>
        <a:ext cx="1037231" cy="214053"/>
      </dsp:txXfrm>
    </dsp:sp>
    <dsp:sp modelId="{BC682B05-B988-44AD-8848-02E509679DC2}">
      <dsp:nvSpPr>
        <dsp:cNvPr id="0" name=""/>
        <dsp:cNvSpPr/>
      </dsp:nvSpPr>
      <dsp:spPr>
        <a:xfrm>
          <a:off x="3553275" y="1561861"/>
          <a:ext cx="1442637" cy="746933"/>
        </a:xfrm>
        <a:prstGeom prst="rect">
          <a:avLst/>
        </a:prstGeom>
        <a:solidFill>
          <a:srgbClr val="00B0F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05401"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Calibri" panose="020F0502020204030204" pitchFamily="34" charset="0"/>
              <a:cs typeface="Calibri" panose="020F0502020204030204" pitchFamily="34" charset="0"/>
            </a:rPr>
            <a:t>Scrum board 3</a:t>
          </a:r>
        </a:p>
      </dsp:txBody>
      <dsp:txXfrm>
        <a:off x="3553275" y="1561861"/>
        <a:ext cx="1442637" cy="746933"/>
      </dsp:txXfrm>
    </dsp:sp>
    <dsp:sp modelId="{0BD4B24B-88A9-40D6-A5BD-BC1D4228F57A}">
      <dsp:nvSpPr>
        <dsp:cNvPr id="0" name=""/>
        <dsp:cNvSpPr/>
      </dsp:nvSpPr>
      <dsp:spPr>
        <a:xfrm>
          <a:off x="4241460" y="2186083"/>
          <a:ext cx="981103" cy="216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7620" rIns="30480" bIns="7620" numCol="1" spcCol="1270" anchor="ctr" anchorCtr="0">
          <a:noAutofit/>
        </a:bodyPr>
        <a:lstStyle/>
        <a:p>
          <a:pPr marL="0" lvl="0" indent="0" algn="r" defTabSz="533400">
            <a:lnSpc>
              <a:spcPct val="90000"/>
            </a:lnSpc>
            <a:spcBef>
              <a:spcPct val="0"/>
            </a:spcBef>
            <a:spcAft>
              <a:spcPct val="35000"/>
            </a:spcAft>
            <a:buNone/>
          </a:pPr>
          <a:r>
            <a:rPr lang="en-US" sz="1200" b="0" kern="1200" dirty="0"/>
            <a:t>BZ Billing R3</a:t>
          </a:r>
        </a:p>
      </dsp:txBody>
      <dsp:txXfrm>
        <a:off x="4241460" y="2186083"/>
        <a:ext cx="981103" cy="216000"/>
      </dsp:txXfrm>
    </dsp:sp>
  </dsp:spTree>
</dsp:drawing>
</file>

<file path=ppt/diagrams/layout1.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NameandTitleOrganizationalChart">
  <dgm:title val=""/>
  <dgm:desc val=""/>
  <dgm:catLst>
    <dgm:cat type="hierarchy" pri="125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1" styleLbl="fgAcc0">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alg type="conn">
                            <dgm:param type="connRout" val="bend"/>
                            <dgm:param type="dim" val="1D"/>
                            <dgm:param type="endSty" val="noArr"/>
                            <dgm:param type="begPts" val="bCtr"/>
                            <dgm:param type="endPts" val="tCtr"/>
                            <dgm:param type="bendPt" val="end"/>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41" func="var" arg="hierBranch" op="equ" val="hang">
                    <dgm:layoutNode name="Name42">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3">
                    <dgm:layoutNode name="Name44">
                      <dgm:choose name="Name45">
                        <dgm:if name="Name46" axis="self" func="depth" op="lte" val="2">
                          <dgm:choose name="Name47">
                            <dgm:if name="Name48" axis="par ch" ptType="node asst" func="cnt" op="gte" val="1">
                              <dgm:alg type="conn">
                                <dgm:param type="connRout" val="bend"/>
                                <dgm:param type="dim" val="1D"/>
                                <dgm:param type="endSty" val="noArr"/>
                                <dgm:param type="begPts" val="bCtr"/>
                                <dgm:param type="endPts" val="midL midR"/>
                              </dgm:alg>
                            </dgm:if>
                            <dgm:else name="Name49">
                              <dgm:alg type="conn">
                                <dgm:param type="connRout" val="bend"/>
                                <dgm:param type="dim" val="1D"/>
                                <dgm:param type="endSty" val="noArr"/>
                                <dgm:param type="begPts" val="bCtr"/>
                                <dgm:param type="endPts" val="midL midR"/>
                                <dgm:param type="srcNode" val="rootConnector1"/>
                              </dgm:alg>
                            </dgm:else>
                          </dgm:choose>
                        </dgm:if>
                        <dgm:else name="Name50">
                          <dgm:choose name="Name51">
                            <dgm:if name="Name52" axis="par ch" ptType="node asst" func="cnt" op="gte" val="1">
                              <dgm:alg type="conn">
                                <dgm:param type="connRout" val="bend"/>
                                <dgm:param type="dim" val="1D"/>
                                <dgm:param type="endSty" val="noArr"/>
                                <dgm:param type="begPts" val="bCtr"/>
                                <dgm:param type="endPts" val="midL midR"/>
                              </dgm:alg>
                            </dgm:if>
                            <dgm:else name="Name53">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54">
                  <dgm:if name="Name55" func="var" arg="hierBranch" op="equ" val="l">
                    <dgm:choose name="Name56">
                      <dgm:if name="Name57"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58">
                        <dgm:alg type="hierRoot">
                          <dgm:param type="hierAlign" val="tR"/>
                        </dgm:alg>
                        <dgm:shape xmlns:r="http://schemas.openxmlformats.org/officeDocument/2006/relationships" r:blip="">
                          <dgm:adjLst/>
                        </dgm:shape>
                        <dgm:presOf/>
                        <dgm:constrLst>
                          <dgm:constr type="alignOff" val="0.25"/>
                        </dgm:constrLst>
                      </dgm:else>
                    </dgm:choose>
                  </dgm:if>
                  <dgm:if name="Name59" func="var" arg="hierBranch" op="equ" val="r">
                    <dgm:choose name="Name60">
                      <dgm:if name="Name61"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2">
                        <dgm:alg type="hierRoot">
                          <dgm:param type="hierAlign" val="tL"/>
                        </dgm:alg>
                        <dgm:shape xmlns:r="http://schemas.openxmlformats.org/officeDocument/2006/relationships" r:blip="">
                          <dgm:adjLst/>
                        </dgm:shape>
                        <dgm:presOf/>
                        <dgm:constrLst>
                          <dgm:constr type="alignOff" val="0.25"/>
                        </dgm:constrLst>
                      </dgm:else>
                    </dgm:choose>
                  </dgm:if>
                  <dgm:if name="Name63"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4"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65">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66">
                    <dgm:if name="Name67" func="var" arg="hierBranch" op="equ" val="init">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68" func="var" arg="hierBranch" op="equ" val="l">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69" func="var" arg="hierBranch" op="equ" val="r">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70">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2" styleLbl="fgAcc1">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71">
                    <dgm:if name="Name72" func="var" arg="hierBranch" op="equ" val="l">
                      <dgm:alg type="hierChild">
                        <dgm:param type="chAlign" val="r"/>
                        <dgm:param type="linDir" val="fromT"/>
                      </dgm:alg>
                    </dgm:if>
                    <dgm:if name="Name73" func="var" arg="hierBranch" op="equ" val="r">
                      <dgm:alg type="hierChild">
                        <dgm:param type="chAlign" val="l"/>
                        <dgm:param type="linDir" val="fromT"/>
                      </dgm:alg>
                    </dgm:if>
                    <dgm:if name="Name74" func="var" arg="hierBranch" op="equ" val="hang">
                      <dgm:choose name="Name75">
                        <dgm:if name="Name76" func="var" arg="dir" op="equ" val="norm">
                          <dgm:alg type="hierChild">
                            <dgm:param type="chAlign" val="l"/>
                            <dgm:param type="linDir" val="fromL"/>
                            <dgm:param type="secChAlign" val="t"/>
                            <dgm:param type="secLinDir" val="fromT"/>
                          </dgm:alg>
                        </dgm:if>
                        <dgm:else name="Name77">
                          <dgm:alg type="hierChild">
                            <dgm:param type="chAlign" val="l"/>
                            <dgm:param type="linDir" val="fromR"/>
                            <dgm:param type="secChAlign" val="t"/>
                            <dgm:param type="secLinDir" val="fromT"/>
                          </dgm:alg>
                        </dgm:else>
                      </dgm:choose>
                    </dgm:if>
                    <dgm:if name="Name78" func="var" arg="hierBranch" op="equ" val="std">
                      <dgm:choose name="Name79">
                        <dgm:if name="Name80" func="var" arg="dir" op="equ" val="norm">
                          <dgm:alg type="hierChild"/>
                        </dgm:if>
                        <dgm:else name="Name81">
                          <dgm:alg type="hierChild">
                            <dgm:param type="linDir" val="fromR"/>
                          </dgm:alg>
                        </dgm:else>
                      </dgm:choose>
                    </dgm:if>
                    <dgm:if name="Name82" func="var" arg="hierBranch" op="equ" val="init">
                      <dgm:choose name="Name83">
                        <dgm:if name="Name84" func="var" arg="dir" op="equ" val="norm">
                          <dgm:alg type="hierChild"/>
                        </dgm:if>
                        <dgm:else name="Name85">
                          <dgm:alg type="hierChild">
                            <dgm:param type="linDir" val="fromR"/>
                          </dgm:alg>
                        </dgm:else>
                      </dgm:choose>
                    </dgm:if>
                    <dgm:else name="Name86"/>
                  </dgm:choose>
                  <dgm:shape xmlns:r="http://schemas.openxmlformats.org/officeDocument/2006/relationships" r:blip="">
                    <dgm:adjLst/>
                  </dgm:shape>
                  <dgm:presOf/>
                  <dgm:constrLst/>
                  <dgm:ruleLst/>
                  <dgm:forEach name="Name87" ref="rep2a"/>
                </dgm:layoutNode>
                <dgm:layoutNode name="hierChild5">
                  <dgm:choose name="Name88">
                    <dgm:if name="Name89" func="var" arg="dir" op="equ" val="norm">
                      <dgm:alg type="hierChild">
                        <dgm:param type="chAlign" val="l"/>
                        <dgm:param type="linDir" val="fromL"/>
                        <dgm:param type="secChAlign" val="t"/>
                        <dgm:param type="secLinDir" val="fromT"/>
                      </dgm:alg>
                    </dgm:if>
                    <dgm:else name="Name90">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91" ref="rep2b"/>
                </dgm:layoutNode>
              </dgm:layoutNode>
            </dgm:forEach>
          </dgm:layoutNode>
          <dgm:layoutNode name="hierChild3">
            <dgm:choose name="Name92">
              <dgm:if name="Name93" func="var" arg="dir" op="equ" val="norm">
                <dgm:alg type="hierChild">
                  <dgm:param type="chAlign" val="l"/>
                  <dgm:param type="linDir" val="fromL"/>
                  <dgm:param type="secChAlign" val="t"/>
                  <dgm:param type="secLinDir" val="fromT"/>
                </dgm:alg>
              </dgm:if>
              <dgm:else name="Name94">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95" axis="precedSib" ptType="parTrans" st="-1" cnt="1">
                <dgm:layoutNode name="Name96">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97">
                  <dgm:if name="Name98" func="var" arg="hierBranch" op="equ" val="l">
                    <dgm:alg type="hierRoot">
                      <dgm:param type="hierAlign" val="tR"/>
                    </dgm:alg>
                    <dgm:shape xmlns:r="http://schemas.openxmlformats.org/officeDocument/2006/relationships" r:blip="">
                      <dgm:adjLst/>
                    </dgm:shape>
                    <dgm:presOf/>
                    <dgm:constrLst>
                      <dgm:constr type="alignOff" val="0.65"/>
                    </dgm:constrLst>
                  </dgm:if>
                  <dgm:if name="Name99" func="var" arg="hierBranch" op="equ" val="r">
                    <dgm:alg type="hierRoot">
                      <dgm:param type="hierAlign" val="tL"/>
                    </dgm:alg>
                    <dgm:shape xmlns:r="http://schemas.openxmlformats.org/officeDocument/2006/relationships" r:blip="">
                      <dgm:adjLst/>
                    </dgm:shape>
                    <dgm:presOf/>
                    <dgm:constrLst>
                      <dgm:constr type="alignOff" val="0.65"/>
                    </dgm:constrLst>
                  </dgm:if>
                  <dgm:if name="Name100" func="var" arg="hierBranch" op="equ" val="hang">
                    <dgm:alg type="hierRoot"/>
                    <dgm:shape xmlns:r="http://schemas.openxmlformats.org/officeDocument/2006/relationships" r:blip="">
                      <dgm:adjLst/>
                    </dgm:shape>
                    <dgm:presOf/>
                    <dgm:constrLst>
                      <dgm:constr type="alignOff" val="0.65"/>
                    </dgm:constrLst>
                  </dgm:if>
                  <dgm:if name="Name101"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02"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103"/>
                </dgm:choose>
                <dgm:ruleLst/>
                <dgm:layoutNode name="rootComposite3">
                  <dgm:alg type="composite"/>
                  <dgm:shape xmlns:r="http://schemas.openxmlformats.org/officeDocument/2006/relationships" r:blip="">
                    <dgm:adjLst/>
                  </dgm:shape>
                  <dgm:presOf axis="self" ptType="node" cnt="1"/>
                  <dgm:choose name="Name104">
                    <dgm:if name="Name105" func="var" arg="hierBranch" op="equ" val="init">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06" func="var" arg="hierBranch" op="equ" val="l">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07" func="var" arg="hierBranch" op="equ" val="r">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08">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styleLbl="asst1">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3" styleLbl="fgAcc2">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09">
                    <dgm:if name="Name110" func="var" arg="hierBranch" op="equ" val="l">
                      <dgm:alg type="hierChild">
                        <dgm:param type="chAlign" val="r"/>
                        <dgm:param type="linDir" val="fromT"/>
                      </dgm:alg>
                    </dgm:if>
                    <dgm:if name="Name111" func="var" arg="hierBranch" op="equ" val="r">
                      <dgm:alg type="hierChild">
                        <dgm:param type="chAlign" val="l"/>
                        <dgm:param type="linDir" val="fromT"/>
                      </dgm:alg>
                    </dgm:if>
                    <dgm:if name="Name112" func="var" arg="hierBranch" op="equ" val="hang">
                      <dgm:choose name="Name113">
                        <dgm:if name="Name114" func="var" arg="dir" op="equ" val="norm">
                          <dgm:alg type="hierChild">
                            <dgm:param type="chAlign" val="l"/>
                            <dgm:param type="linDir" val="fromL"/>
                            <dgm:param type="secChAlign" val="t"/>
                            <dgm:param type="secLinDir" val="fromT"/>
                          </dgm:alg>
                        </dgm:if>
                        <dgm:else name="Name115">
                          <dgm:alg type="hierChild">
                            <dgm:param type="chAlign" val="l"/>
                            <dgm:param type="linDir" val="fromR"/>
                            <dgm:param type="secChAlign" val="t"/>
                            <dgm:param type="secLinDir" val="fromT"/>
                          </dgm:alg>
                        </dgm:else>
                      </dgm:choose>
                    </dgm:if>
                    <dgm:if name="Name116" func="var" arg="hierBranch" op="equ" val="std">
                      <dgm:choose name="Name117">
                        <dgm:if name="Name118" func="var" arg="dir" op="equ" val="norm">
                          <dgm:alg type="hierChild"/>
                        </dgm:if>
                        <dgm:else name="Name119">
                          <dgm:alg type="hierChild">
                            <dgm:param type="linDir" val="fromR"/>
                          </dgm:alg>
                        </dgm:else>
                      </dgm:choose>
                    </dgm:if>
                    <dgm:if name="Name120" func="var" arg="hierBranch" op="equ" val="init">
                      <dgm:alg type="hierChild"/>
                    </dgm:if>
                    <dgm:else name="Name121"/>
                  </dgm:choose>
                  <dgm:shape xmlns:r="http://schemas.openxmlformats.org/officeDocument/2006/relationships" r:blip="">
                    <dgm:adjLst/>
                  </dgm:shape>
                  <dgm:presOf/>
                  <dgm:constrLst/>
                  <dgm:ruleLst/>
                  <dgm:forEach name="Name122" ref="rep2a"/>
                </dgm:layoutNode>
                <dgm:layoutNode name="hierChild7">
                  <dgm:choose name="Name123">
                    <dgm:if name="Name124" func="var" arg="dir" op="equ" val="norm">
                      <dgm:alg type="hierChild">
                        <dgm:param type="chAlign" val="l"/>
                        <dgm:param type="linDir" val="fromL"/>
                        <dgm:param type="secChAlign" val="t"/>
                        <dgm:param type="secLinDir" val="fromT"/>
                      </dgm:alg>
                    </dgm:if>
                    <dgm:else name="Name12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26"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PictureAccentList">
  <dgm:title val=""/>
  <dgm:desc val=""/>
  <dgm:catLst>
    <dgm:cat type="picture" pri="14000"/>
    <dgm:cat type="list" pri="14500"/>
  </dgm:catLst>
  <dgm:sampData>
    <dgm:dataModel>
      <dgm:ptLst>
        <dgm:pt modelId="0" type="doc"/>
        <dgm:pt modelId="1">
          <dgm:prSet phldr="1"/>
        </dgm:pt>
        <dgm:pt modelId="11">
          <dgm:prSet phldr="1"/>
        </dgm:pt>
        <dgm:pt modelId="12">
          <dgm:prSet phldr="1"/>
        </dgm:pt>
      </dgm:ptLst>
      <dgm:cxnLst>
        <dgm:cxn modelId="4" srcId="0" destId="1" srcOrd="0" destOrd="0"/>
        <dgm:cxn modelId="5" srcId="1" destId="11" srcOrd="0" destOrd="0"/>
        <dgm:cxn modelId="6" srcId="1" destId="12" srcOrd="1" destOrd="0"/>
      </dgm:cxnLst>
      <dgm:bg/>
      <dgm:whole/>
    </dgm:dataModel>
  </dgm:sampData>
  <dgm:style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styleData>
  <dgm:clr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clrData>
  <dgm:layoutNode name="layout">
    <dgm:varLst>
      <dgm:chMax/>
      <dgm:chPref/>
      <dgm:dir/>
      <dgm:animOne val="branch"/>
      <dgm:animLvl val="lvl"/>
      <dgm:resizeHandles/>
    </dgm:varLst>
    <dgm:choose name="Name0">
      <dgm:if name="Name1" func="var" arg="dir" op="equ" val="norm">
        <dgm:alg type="hierChild">
          <dgm:param type="linDir" val="fromL"/>
        </dgm:alg>
      </dgm:if>
      <dgm:else name="Name2">
        <dgm:alg type="hierChild">
          <dgm:param type="linDir" val="fromL"/>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primFontSz" for="des" forName="childText" refType="primFontSz" refFor="des" refForName="rootText" op="lte"/>
      <dgm:constr type="w" for="des" forName="rootComposite" refType="w" fact="4"/>
      <dgm:constr type="h" for="des" forName="rootComposite" refType="h"/>
      <dgm:constr type="w" for="des" forName="childComposite" refType="w" refFor="des" refForName="rootComposite"/>
      <dgm:constr type="h" for="des" forName="childComposite" refType="h" refFor="des" refForName="rootComposite"/>
      <dgm:constr type="sibSp" refType="w" refFor="des" refForName="rootComposite" fact="0.1"/>
      <dgm:constr type="sibSp" for="des" forName="childShape" refType="h" refFor="des" refForName="rootComposite" fact="0.12"/>
      <dgm:constr type="sp" for="des" forName="root" refType="h" refFor="des" refForName="rootComposite" fact="0.18"/>
    </dgm:constrLst>
    <dgm:ruleLst/>
    <dgm:forEach name="Name3" axis="ch">
      <dgm:forEach name="Name4" axis="self" ptType="node" cnt="1">
        <dgm:layoutNode name="root">
          <dgm:varLst>
            <dgm:chMax/>
            <dgm:chPref val="4"/>
          </dgm:varLst>
          <dgm:alg type="hierRoot"/>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onstrLst>
              <dgm:constr type="l" for="ch" forName="rootText"/>
              <dgm:constr type="t" for="ch" forName="rootText"/>
              <dgm:constr type="w" for="ch" forName="rootText" refType="w"/>
              <dgm:constr type="h" for="ch" forName="rootText" refType="h"/>
            </dgm:constrLst>
            <dgm:ruleLst/>
            <dgm:layoutNode name="rootText" styleLbl="node0">
              <dgm:varLst>
                <dgm:chMax/>
                <dgm:chPref val="4"/>
              </dgm:varLst>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5" axis="ch">
              <dgm:forEach name="Name6" axis="self" ptType="node">
                <dgm:layoutNode name="childComposite">
                  <dgm:varLst>
                    <dgm:chMax val="0"/>
                    <dgm:chPref val="0"/>
                  </dgm:varLst>
                  <dgm:alg type="composite"/>
                  <dgm:shape xmlns:r="http://schemas.openxmlformats.org/officeDocument/2006/relationships" r:blip="">
                    <dgm:adjLst/>
                  </dgm:shape>
                  <dgm:presOf/>
                  <dgm:choose name="Name7">
                    <dgm:if name="Name8" func="var" arg="dir" op="equ" val="norm">
                      <dgm:constrLst>
                        <dgm:constr type="w" for="ch" forName="Image" refType="h"/>
                        <dgm:constr type="h" for="ch" forName="Image" refType="h"/>
                        <dgm:constr type="l" for="ch" forName="Image"/>
                        <dgm:constr type="t" for="ch" forName="Image"/>
                        <dgm:constr type="h" for="ch" forName="childText" refType="h"/>
                        <dgm:constr type="l" for="ch" forName="childText" refType="w" refFor="ch" refForName="Image" fact="1.06"/>
                        <dgm:constr type="t" for="ch" forName="childText"/>
                      </dgm:constrLst>
                    </dgm:if>
                    <dgm:else name="Name9">
                      <dgm:constrLst>
                        <dgm:constr type="w" for="ch" forName="Image" refType="h"/>
                        <dgm:constr type="h" for="ch" forName="Image" refType="h"/>
                        <dgm:constr type="r" for="ch" forName="Image" refType="w"/>
                        <dgm:constr type="t" for="ch" forName="Image"/>
                        <dgm:constr type="h" for="ch" forName="childText" refType="h"/>
                        <dgm:constr type="t" for="ch" forName="childText"/>
                        <dgm:constr type="wOff" for="ch" forName="childText" refType="w" refFor="ch" refForName="Image" fact="-1.06"/>
                      </dgm:constrLst>
                    </dgm:else>
                  </dgm:choose>
                  <dgm:ruleLst/>
                  <dgm:layoutNode name="Image" styleLbl="node1">
                    <dgm:alg type="sp"/>
                    <dgm:shape xmlns:r="http://schemas.openxmlformats.org/officeDocument/2006/relationships" type="roundRect" r:blip="" blipPhldr="1">
                      <dgm:adjLst>
                        <dgm:adj idx="1" val="0.1667"/>
                      </dgm:adjLst>
                    </dgm:shape>
                    <dgm:presOf/>
                  </dgm:layoutNode>
                  <dgm:layoutNode name="childText" styleLbl="lnNode1">
                    <dgm:varLst>
                      <dgm:chMax val="0"/>
                      <dgm:chPref val="0"/>
                      <dgm:bulletEnabled val="1"/>
                    </dgm:varLst>
                    <dgm:alg type="tx"/>
                    <dgm:shape xmlns:r="http://schemas.openxmlformats.org/officeDocument/2006/relationships" type="roundRect" r:blip="">
                      <dgm:adjLst>
                        <dgm:adj idx="1" val="0.1667"/>
                      </dgm:adjLst>
                    </dgm:shape>
                    <dgm:presOf axis="self desOrSelf" ptType="node node" st="1 1" cnt="1 0"/>
                    <dgm:ruleLst>
                      <dgm:rule type="primFontSz" val="5" fact="NaN" max="NaN"/>
                    </dgm:ruleLst>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NameandTitleOrganizationalChart">
  <dgm:title val=""/>
  <dgm:desc val=""/>
  <dgm:catLst>
    <dgm:cat type="hierarchy" pri="125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1" styleLbl="fgAcc0">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alg type="conn">
                            <dgm:param type="connRout" val="bend"/>
                            <dgm:param type="dim" val="1D"/>
                            <dgm:param type="endSty" val="noArr"/>
                            <dgm:param type="begPts" val="bCtr"/>
                            <dgm:param type="endPts" val="tCtr"/>
                            <dgm:param type="bendPt" val="end"/>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41" func="var" arg="hierBranch" op="equ" val="hang">
                    <dgm:layoutNode name="Name42">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3">
                    <dgm:layoutNode name="Name44">
                      <dgm:choose name="Name45">
                        <dgm:if name="Name46" axis="self" func="depth" op="lte" val="2">
                          <dgm:choose name="Name47">
                            <dgm:if name="Name48" axis="par ch" ptType="node asst" func="cnt" op="gte" val="1">
                              <dgm:alg type="conn">
                                <dgm:param type="connRout" val="bend"/>
                                <dgm:param type="dim" val="1D"/>
                                <dgm:param type="endSty" val="noArr"/>
                                <dgm:param type="begPts" val="bCtr"/>
                                <dgm:param type="endPts" val="midL midR"/>
                              </dgm:alg>
                            </dgm:if>
                            <dgm:else name="Name49">
                              <dgm:alg type="conn">
                                <dgm:param type="connRout" val="bend"/>
                                <dgm:param type="dim" val="1D"/>
                                <dgm:param type="endSty" val="noArr"/>
                                <dgm:param type="begPts" val="bCtr"/>
                                <dgm:param type="endPts" val="midL midR"/>
                                <dgm:param type="srcNode" val="rootConnector1"/>
                              </dgm:alg>
                            </dgm:else>
                          </dgm:choose>
                        </dgm:if>
                        <dgm:else name="Name50">
                          <dgm:choose name="Name51">
                            <dgm:if name="Name52" axis="par ch" ptType="node asst" func="cnt" op="gte" val="1">
                              <dgm:alg type="conn">
                                <dgm:param type="connRout" val="bend"/>
                                <dgm:param type="dim" val="1D"/>
                                <dgm:param type="endSty" val="noArr"/>
                                <dgm:param type="begPts" val="bCtr"/>
                                <dgm:param type="endPts" val="midL midR"/>
                              </dgm:alg>
                            </dgm:if>
                            <dgm:else name="Name53">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54">
                  <dgm:if name="Name55" func="var" arg="hierBranch" op="equ" val="l">
                    <dgm:choose name="Name56">
                      <dgm:if name="Name57"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58">
                        <dgm:alg type="hierRoot">
                          <dgm:param type="hierAlign" val="tR"/>
                        </dgm:alg>
                        <dgm:shape xmlns:r="http://schemas.openxmlformats.org/officeDocument/2006/relationships" r:blip="">
                          <dgm:adjLst/>
                        </dgm:shape>
                        <dgm:presOf/>
                        <dgm:constrLst>
                          <dgm:constr type="alignOff" val="0.25"/>
                        </dgm:constrLst>
                      </dgm:else>
                    </dgm:choose>
                  </dgm:if>
                  <dgm:if name="Name59" func="var" arg="hierBranch" op="equ" val="r">
                    <dgm:choose name="Name60">
                      <dgm:if name="Name61"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2">
                        <dgm:alg type="hierRoot">
                          <dgm:param type="hierAlign" val="tL"/>
                        </dgm:alg>
                        <dgm:shape xmlns:r="http://schemas.openxmlformats.org/officeDocument/2006/relationships" r:blip="">
                          <dgm:adjLst/>
                        </dgm:shape>
                        <dgm:presOf/>
                        <dgm:constrLst>
                          <dgm:constr type="alignOff" val="0.25"/>
                        </dgm:constrLst>
                      </dgm:else>
                    </dgm:choose>
                  </dgm:if>
                  <dgm:if name="Name63"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4"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65">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66">
                    <dgm:if name="Name67" func="var" arg="hierBranch" op="equ" val="init">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68" func="var" arg="hierBranch" op="equ" val="l">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69" func="var" arg="hierBranch" op="equ" val="r">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70">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2" styleLbl="fgAcc1">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71">
                    <dgm:if name="Name72" func="var" arg="hierBranch" op="equ" val="l">
                      <dgm:alg type="hierChild">
                        <dgm:param type="chAlign" val="r"/>
                        <dgm:param type="linDir" val="fromT"/>
                      </dgm:alg>
                    </dgm:if>
                    <dgm:if name="Name73" func="var" arg="hierBranch" op="equ" val="r">
                      <dgm:alg type="hierChild">
                        <dgm:param type="chAlign" val="l"/>
                        <dgm:param type="linDir" val="fromT"/>
                      </dgm:alg>
                    </dgm:if>
                    <dgm:if name="Name74" func="var" arg="hierBranch" op="equ" val="hang">
                      <dgm:choose name="Name75">
                        <dgm:if name="Name76" func="var" arg="dir" op="equ" val="norm">
                          <dgm:alg type="hierChild">
                            <dgm:param type="chAlign" val="l"/>
                            <dgm:param type="linDir" val="fromL"/>
                            <dgm:param type="secChAlign" val="t"/>
                            <dgm:param type="secLinDir" val="fromT"/>
                          </dgm:alg>
                        </dgm:if>
                        <dgm:else name="Name77">
                          <dgm:alg type="hierChild">
                            <dgm:param type="chAlign" val="l"/>
                            <dgm:param type="linDir" val="fromR"/>
                            <dgm:param type="secChAlign" val="t"/>
                            <dgm:param type="secLinDir" val="fromT"/>
                          </dgm:alg>
                        </dgm:else>
                      </dgm:choose>
                    </dgm:if>
                    <dgm:if name="Name78" func="var" arg="hierBranch" op="equ" val="std">
                      <dgm:choose name="Name79">
                        <dgm:if name="Name80" func="var" arg="dir" op="equ" val="norm">
                          <dgm:alg type="hierChild"/>
                        </dgm:if>
                        <dgm:else name="Name81">
                          <dgm:alg type="hierChild">
                            <dgm:param type="linDir" val="fromR"/>
                          </dgm:alg>
                        </dgm:else>
                      </dgm:choose>
                    </dgm:if>
                    <dgm:if name="Name82" func="var" arg="hierBranch" op="equ" val="init">
                      <dgm:choose name="Name83">
                        <dgm:if name="Name84" func="var" arg="dir" op="equ" val="norm">
                          <dgm:alg type="hierChild"/>
                        </dgm:if>
                        <dgm:else name="Name85">
                          <dgm:alg type="hierChild">
                            <dgm:param type="linDir" val="fromR"/>
                          </dgm:alg>
                        </dgm:else>
                      </dgm:choose>
                    </dgm:if>
                    <dgm:else name="Name86"/>
                  </dgm:choose>
                  <dgm:shape xmlns:r="http://schemas.openxmlformats.org/officeDocument/2006/relationships" r:blip="">
                    <dgm:adjLst/>
                  </dgm:shape>
                  <dgm:presOf/>
                  <dgm:constrLst/>
                  <dgm:ruleLst/>
                  <dgm:forEach name="Name87" ref="rep2a"/>
                </dgm:layoutNode>
                <dgm:layoutNode name="hierChild5">
                  <dgm:choose name="Name88">
                    <dgm:if name="Name89" func="var" arg="dir" op="equ" val="norm">
                      <dgm:alg type="hierChild">
                        <dgm:param type="chAlign" val="l"/>
                        <dgm:param type="linDir" val="fromL"/>
                        <dgm:param type="secChAlign" val="t"/>
                        <dgm:param type="secLinDir" val="fromT"/>
                      </dgm:alg>
                    </dgm:if>
                    <dgm:else name="Name90">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91" ref="rep2b"/>
                </dgm:layoutNode>
              </dgm:layoutNode>
            </dgm:forEach>
          </dgm:layoutNode>
          <dgm:layoutNode name="hierChild3">
            <dgm:choose name="Name92">
              <dgm:if name="Name93" func="var" arg="dir" op="equ" val="norm">
                <dgm:alg type="hierChild">
                  <dgm:param type="chAlign" val="l"/>
                  <dgm:param type="linDir" val="fromL"/>
                  <dgm:param type="secChAlign" val="t"/>
                  <dgm:param type="secLinDir" val="fromT"/>
                </dgm:alg>
              </dgm:if>
              <dgm:else name="Name94">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95" axis="precedSib" ptType="parTrans" st="-1" cnt="1">
                <dgm:layoutNode name="Name96">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97">
                  <dgm:if name="Name98" func="var" arg="hierBranch" op="equ" val="l">
                    <dgm:alg type="hierRoot">
                      <dgm:param type="hierAlign" val="tR"/>
                    </dgm:alg>
                    <dgm:shape xmlns:r="http://schemas.openxmlformats.org/officeDocument/2006/relationships" r:blip="">
                      <dgm:adjLst/>
                    </dgm:shape>
                    <dgm:presOf/>
                    <dgm:constrLst>
                      <dgm:constr type="alignOff" val="0.65"/>
                    </dgm:constrLst>
                  </dgm:if>
                  <dgm:if name="Name99" func="var" arg="hierBranch" op="equ" val="r">
                    <dgm:alg type="hierRoot">
                      <dgm:param type="hierAlign" val="tL"/>
                    </dgm:alg>
                    <dgm:shape xmlns:r="http://schemas.openxmlformats.org/officeDocument/2006/relationships" r:blip="">
                      <dgm:adjLst/>
                    </dgm:shape>
                    <dgm:presOf/>
                    <dgm:constrLst>
                      <dgm:constr type="alignOff" val="0.65"/>
                    </dgm:constrLst>
                  </dgm:if>
                  <dgm:if name="Name100" func="var" arg="hierBranch" op="equ" val="hang">
                    <dgm:alg type="hierRoot"/>
                    <dgm:shape xmlns:r="http://schemas.openxmlformats.org/officeDocument/2006/relationships" r:blip="">
                      <dgm:adjLst/>
                    </dgm:shape>
                    <dgm:presOf/>
                    <dgm:constrLst>
                      <dgm:constr type="alignOff" val="0.65"/>
                    </dgm:constrLst>
                  </dgm:if>
                  <dgm:if name="Name101"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02"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103"/>
                </dgm:choose>
                <dgm:ruleLst/>
                <dgm:layoutNode name="rootComposite3">
                  <dgm:alg type="composite"/>
                  <dgm:shape xmlns:r="http://schemas.openxmlformats.org/officeDocument/2006/relationships" r:blip="">
                    <dgm:adjLst/>
                  </dgm:shape>
                  <dgm:presOf axis="self" ptType="node" cnt="1"/>
                  <dgm:choose name="Name104">
                    <dgm:if name="Name105" func="var" arg="hierBranch" op="equ" val="init">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06" func="var" arg="hierBranch" op="equ" val="l">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07" func="var" arg="hierBranch" op="equ" val="r">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08">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styleLbl="asst1">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3" styleLbl="fgAcc2">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09">
                    <dgm:if name="Name110" func="var" arg="hierBranch" op="equ" val="l">
                      <dgm:alg type="hierChild">
                        <dgm:param type="chAlign" val="r"/>
                        <dgm:param type="linDir" val="fromT"/>
                      </dgm:alg>
                    </dgm:if>
                    <dgm:if name="Name111" func="var" arg="hierBranch" op="equ" val="r">
                      <dgm:alg type="hierChild">
                        <dgm:param type="chAlign" val="l"/>
                        <dgm:param type="linDir" val="fromT"/>
                      </dgm:alg>
                    </dgm:if>
                    <dgm:if name="Name112" func="var" arg="hierBranch" op="equ" val="hang">
                      <dgm:choose name="Name113">
                        <dgm:if name="Name114" func="var" arg="dir" op="equ" val="norm">
                          <dgm:alg type="hierChild">
                            <dgm:param type="chAlign" val="l"/>
                            <dgm:param type="linDir" val="fromL"/>
                            <dgm:param type="secChAlign" val="t"/>
                            <dgm:param type="secLinDir" val="fromT"/>
                          </dgm:alg>
                        </dgm:if>
                        <dgm:else name="Name115">
                          <dgm:alg type="hierChild">
                            <dgm:param type="chAlign" val="l"/>
                            <dgm:param type="linDir" val="fromR"/>
                            <dgm:param type="secChAlign" val="t"/>
                            <dgm:param type="secLinDir" val="fromT"/>
                          </dgm:alg>
                        </dgm:else>
                      </dgm:choose>
                    </dgm:if>
                    <dgm:if name="Name116" func="var" arg="hierBranch" op="equ" val="std">
                      <dgm:choose name="Name117">
                        <dgm:if name="Name118" func="var" arg="dir" op="equ" val="norm">
                          <dgm:alg type="hierChild"/>
                        </dgm:if>
                        <dgm:else name="Name119">
                          <dgm:alg type="hierChild">
                            <dgm:param type="linDir" val="fromR"/>
                          </dgm:alg>
                        </dgm:else>
                      </dgm:choose>
                    </dgm:if>
                    <dgm:if name="Name120" func="var" arg="hierBranch" op="equ" val="init">
                      <dgm:alg type="hierChild"/>
                    </dgm:if>
                    <dgm:else name="Name121"/>
                  </dgm:choose>
                  <dgm:shape xmlns:r="http://schemas.openxmlformats.org/officeDocument/2006/relationships" r:blip="">
                    <dgm:adjLst/>
                  </dgm:shape>
                  <dgm:presOf/>
                  <dgm:constrLst/>
                  <dgm:ruleLst/>
                  <dgm:forEach name="Name122" ref="rep2a"/>
                </dgm:layoutNode>
                <dgm:layoutNode name="hierChild7">
                  <dgm:choose name="Name123">
                    <dgm:if name="Name124" func="var" arg="dir" op="equ" val="norm">
                      <dgm:alg type="hierChild">
                        <dgm:param type="chAlign" val="l"/>
                        <dgm:param type="linDir" val="fromL"/>
                        <dgm:param type="secChAlign" val="t"/>
                        <dgm:param type="secLinDir" val="fromT"/>
                      </dgm:alg>
                    </dgm:if>
                    <dgm:else name="Name12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26"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80FB61-1BF9-4FA6-AE14-A889C1D2A1F7}" type="datetimeFigureOut">
              <a:rPr lang="en-US" smtClean="0"/>
              <a:t>4/25/2024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7E62EF-6E52-459D-A232-8BF57261A79F}" type="slidenum">
              <a:rPr lang="en-US" smtClean="0"/>
              <a:t>‹#›</a:t>
            </a:fld>
            <a:endParaRPr lang="en-US" dirty="0"/>
          </a:p>
        </p:txBody>
      </p:sp>
    </p:spTree>
    <p:extLst>
      <p:ext uri="{BB962C8B-B14F-4D97-AF65-F5344CB8AC3E}">
        <p14:creationId xmlns:p14="http://schemas.microsoft.com/office/powerpoint/2010/main" val="2728022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27E62EF-6E52-459D-A232-8BF57261A79F}" type="slidenum">
              <a:rPr lang="en-US" smtClean="0"/>
              <a:t>3</a:t>
            </a:fld>
            <a:endParaRPr lang="en-US" dirty="0"/>
          </a:p>
        </p:txBody>
      </p:sp>
    </p:spTree>
    <p:extLst>
      <p:ext uri="{BB962C8B-B14F-4D97-AF65-F5344CB8AC3E}">
        <p14:creationId xmlns:p14="http://schemas.microsoft.com/office/powerpoint/2010/main" val="8135650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7E62EF-6E52-459D-A232-8BF57261A79F}" type="slidenum">
              <a:rPr lang="en-US" smtClean="0"/>
              <a:t>9</a:t>
            </a:fld>
            <a:endParaRPr lang="en-US" dirty="0"/>
          </a:p>
        </p:txBody>
      </p:sp>
    </p:spTree>
    <p:extLst>
      <p:ext uri="{BB962C8B-B14F-4D97-AF65-F5344CB8AC3E}">
        <p14:creationId xmlns:p14="http://schemas.microsoft.com/office/powerpoint/2010/main" val="8779858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hyperlink" Target="http://www.capgemini.com/about/how-we-work/rightshorer" TargetMode="External"/><Relationship Id="rId3" Type="http://schemas.openxmlformats.org/officeDocument/2006/relationships/image" Target="../media/image3.png"/><Relationship Id="rId7" Type="http://schemas.openxmlformats.org/officeDocument/2006/relationships/image" Target="../media/image5.png"/><Relationship Id="rId12" Type="http://schemas.openxmlformats.org/officeDocument/2006/relationships/hyperlink" Target="http://www.capgemini.com/about/how-we-work/the-collaborative-business-experiencetm" TargetMode="External"/><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7.png"/><Relationship Id="rId5" Type="http://schemas.openxmlformats.org/officeDocument/2006/relationships/image" Target="../media/image4.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10.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381BAC9A-61F1-40FA-BF03-90D3CEE9D414}"/>
              </a:ext>
            </a:extLst>
          </p:cNvPr>
          <p:cNvSpPr>
            <a:spLocks noGrp="1" noChangeArrowheads="1"/>
          </p:cNvSpPr>
          <p:nvPr>
            <p:ph type="dt" sz="half" idx="10"/>
          </p:nvPr>
        </p:nvSpPr>
        <p:spPr>
          <a:ln/>
        </p:spPr>
        <p:txBody>
          <a:bodyPr/>
          <a:lstStyle>
            <a:lvl1pPr>
              <a:defRPr/>
            </a:lvl1pPr>
          </a:lstStyle>
          <a:p>
            <a:r>
              <a:rPr lang="en-US" altLang="en-US"/>
              <a:t>Date</a:t>
            </a:r>
            <a:endParaRPr lang="en-GB" altLang="en-US"/>
          </a:p>
        </p:txBody>
      </p:sp>
      <p:sp>
        <p:nvSpPr>
          <p:cNvPr id="5" name="Rectangle 5">
            <a:extLst>
              <a:ext uri="{FF2B5EF4-FFF2-40B4-BE49-F238E27FC236}">
                <a16:creationId xmlns:a16="http://schemas.microsoft.com/office/drawing/2014/main" id="{4E3D5C8C-E3CC-47AF-BCDE-EC354CDA3F66}"/>
              </a:ext>
            </a:extLst>
          </p:cNvPr>
          <p:cNvSpPr>
            <a:spLocks noGrp="1" noChangeArrowheads="1"/>
          </p:cNvSpPr>
          <p:nvPr>
            <p:ph type="ftr" sz="quarter" idx="11"/>
          </p:nvPr>
        </p:nvSpPr>
        <p:spPr>
          <a:ln/>
        </p:spPr>
        <p:txBody>
          <a:bodyPr/>
          <a:lstStyle>
            <a:lvl1pPr>
              <a:defRPr/>
            </a:lvl1pPr>
          </a:lstStyle>
          <a:p>
            <a:r>
              <a:rPr lang="en-GB" altLang="en-US"/>
              <a:t>New presentation – Author</a:t>
            </a:r>
          </a:p>
        </p:txBody>
      </p:sp>
      <p:sp>
        <p:nvSpPr>
          <p:cNvPr id="6" name="Rectangle 6">
            <a:extLst>
              <a:ext uri="{FF2B5EF4-FFF2-40B4-BE49-F238E27FC236}">
                <a16:creationId xmlns:a16="http://schemas.microsoft.com/office/drawing/2014/main" id="{753A8210-6B20-49D6-86BF-ACCF83A9D1DB}"/>
              </a:ext>
            </a:extLst>
          </p:cNvPr>
          <p:cNvSpPr>
            <a:spLocks noGrp="1" noChangeArrowheads="1"/>
          </p:cNvSpPr>
          <p:nvPr>
            <p:ph type="sldNum" sz="quarter" idx="12"/>
          </p:nvPr>
        </p:nvSpPr>
        <p:spPr>
          <a:ln/>
        </p:spPr>
        <p:txBody>
          <a:bodyPr/>
          <a:lstStyle>
            <a:lvl1pPr>
              <a:defRPr/>
            </a:lvl1pPr>
          </a:lstStyle>
          <a:p>
            <a:fld id="{CEBBDC6F-F53E-4ADC-993C-180329C48DAB}" type="slidenum">
              <a:rPr lang="en-GB" altLang="en-US"/>
              <a:pPr/>
              <a:t>‹#›</a:t>
            </a:fld>
            <a:endParaRPr lang="en-GB" altLang="en-US"/>
          </a:p>
        </p:txBody>
      </p:sp>
    </p:spTree>
    <p:extLst>
      <p:ext uri="{BB962C8B-B14F-4D97-AF65-F5344CB8AC3E}">
        <p14:creationId xmlns:p14="http://schemas.microsoft.com/office/powerpoint/2010/main" val="17102553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D88196A4-F67C-4FA9-BC80-1229B1578153}"/>
              </a:ext>
            </a:extLst>
          </p:cNvPr>
          <p:cNvSpPr>
            <a:spLocks noGrp="1" noChangeArrowheads="1"/>
          </p:cNvSpPr>
          <p:nvPr>
            <p:ph type="dt" sz="half" idx="10"/>
          </p:nvPr>
        </p:nvSpPr>
        <p:spPr>
          <a:ln/>
        </p:spPr>
        <p:txBody>
          <a:bodyPr/>
          <a:lstStyle>
            <a:lvl1pPr>
              <a:defRPr/>
            </a:lvl1pPr>
          </a:lstStyle>
          <a:p>
            <a:r>
              <a:rPr lang="en-US" altLang="en-US"/>
              <a:t>Date</a:t>
            </a:r>
            <a:endParaRPr lang="en-GB" altLang="en-US"/>
          </a:p>
        </p:txBody>
      </p:sp>
      <p:sp>
        <p:nvSpPr>
          <p:cNvPr id="4" name="Rectangle 5">
            <a:extLst>
              <a:ext uri="{FF2B5EF4-FFF2-40B4-BE49-F238E27FC236}">
                <a16:creationId xmlns:a16="http://schemas.microsoft.com/office/drawing/2014/main" id="{64969AD8-CD0C-499B-9BE1-FA6AB8E880B7}"/>
              </a:ext>
            </a:extLst>
          </p:cNvPr>
          <p:cNvSpPr>
            <a:spLocks noGrp="1" noChangeArrowheads="1"/>
          </p:cNvSpPr>
          <p:nvPr>
            <p:ph type="ftr" sz="quarter" idx="11"/>
          </p:nvPr>
        </p:nvSpPr>
        <p:spPr>
          <a:ln/>
        </p:spPr>
        <p:txBody>
          <a:bodyPr/>
          <a:lstStyle>
            <a:lvl1pPr>
              <a:defRPr/>
            </a:lvl1pPr>
          </a:lstStyle>
          <a:p>
            <a:r>
              <a:rPr lang="en-GB" altLang="en-US"/>
              <a:t>New presentation – Author</a:t>
            </a:r>
          </a:p>
        </p:txBody>
      </p:sp>
      <p:sp>
        <p:nvSpPr>
          <p:cNvPr id="5" name="Rectangle 6">
            <a:extLst>
              <a:ext uri="{FF2B5EF4-FFF2-40B4-BE49-F238E27FC236}">
                <a16:creationId xmlns:a16="http://schemas.microsoft.com/office/drawing/2014/main" id="{B5332CFB-F65C-46A0-95AF-1C401646AB90}"/>
              </a:ext>
            </a:extLst>
          </p:cNvPr>
          <p:cNvSpPr>
            <a:spLocks noGrp="1" noChangeArrowheads="1"/>
          </p:cNvSpPr>
          <p:nvPr>
            <p:ph type="sldNum" sz="quarter" idx="12"/>
          </p:nvPr>
        </p:nvSpPr>
        <p:spPr>
          <a:ln/>
        </p:spPr>
        <p:txBody>
          <a:bodyPr/>
          <a:lstStyle>
            <a:lvl1pPr>
              <a:defRPr/>
            </a:lvl1pPr>
          </a:lstStyle>
          <a:p>
            <a:fld id="{532E4B0F-E077-49F8-921C-80D80331C8AC}" type="slidenum">
              <a:rPr lang="en-GB" altLang="en-US"/>
              <a:pPr/>
              <a:t>‹#›</a:t>
            </a:fld>
            <a:endParaRPr lang="en-GB" altLang="en-US"/>
          </a:p>
        </p:txBody>
      </p:sp>
    </p:spTree>
    <p:extLst>
      <p:ext uri="{BB962C8B-B14F-4D97-AF65-F5344CB8AC3E}">
        <p14:creationId xmlns:p14="http://schemas.microsoft.com/office/powerpoint/2010/main" val="37183672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2_Section break 1">
    <p:spTree>
      <p:nvGrpSpPr>
        <p:cNvPr id="1" name=""/>
        <p:cNvGrpSpPr/>
        <p:nvPr/>
      </p:nvGrpSpPr>
      <p:grpSpPr>
        <a:xfrm>
          <a:off x="0" y="0"/>
          <a:ext cx="0" cy="0"/>
          <a:chOff x="0" y="0"/>
          <a:chExt cx="0" cy="0"/>
        </a:xfrm>
      </p:grpSpPr>
      <p:sp>
        <p:nvSpPr>
          <p:cNvPr id="5" name="Rectangle 4"/>
          <p:cNvSpPr/>
          <p:nvPr userDrawn="1"/>
        </p:nvSpPr>
        <p:spPr>
          <a:xfrm>
            <a:off x="9255760" y="6329680"/>
            <a:ext cx="2936240" cy="5283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aphicFrame>
        <p:nvGraphicFramePr>
          <p:cNvPr id="12" name="Object 11"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Placeholder 13">
            <a:extLst>
              <a:ext uri="{FF2B5EF4-FFF2-40B4-BE49-F238E27FC236}">
                <a16:creationId xmlns:a16="http://schemas.microsoft.com/office/drawing/2014/main" id="{5C674D03-4995-4743-8CE4-61CF32CFBDDE}"/>
              </a:ext>
            </a:extLst>
          </p:cNvPr>
          <p:cNvSpPr>
            <a:spLocks noGrp="1"/>
          </p:cNvSpPr>
          <p:nvPr>
            <p:ph type="body" sz="quarter" idx="11" hasCustomPrompt="1"/>
          </p:nvPr>
        </p:nvSpPr>
        <p:spPr>
          <a:xfrm>
            <a:off x="234615" y="1490607"/>
            <a:ext cx="4021613" cy="3160282"/>
          </a:xfrm>
          <a:prstGeom prst="rect">
            <a:avLst/>
          </a:prstGeom>
        </p:spPr>
        <p:txBody>
          <a:bodyPr anchor="ctr">
            <a:normAutofit/>
          </a:bodyPr>
          <a:lstStyle>
            <a:lvl1pPr marL="0" indent="0">
              <a:lnSpc>
                <a:spcPct val="100000"/>
              </a:lnSpc>
              <a:spcBef>
                <a:spcPts val="0"/>
              </a:spcBef>
              <a:buNone/>
              <a:defRPr sz="3600">
                <a:solidFill>
                  <a:schemeClr val="bg1"/>
                </a:solidFill>
              </a:defRPr>
            </a:lvl1pPr>
            <a:lvl2pPr marL="457200" indent="0">
              <a:buNone/>
              <a:defRPr sz="6000">
                <a:solidFill>
                  <a:schemeClr val="bg1"/>
                </a:solidFill>
              </a:defRPr>
            </a:lvl2pPr>
          </a:lstStyle>
          <a:p>
            <a:pPr lvl="0"/>
            <a:r>
              <a:rPr lang="en-US"/>
              <a:t>Click to insert section title</a:t>
            </a:r>
          </a:p>
        </p:txBody>
      </p:sp>
      <p:sp>
        <p:nvSpPr>
          <p:cNvPr id="18" name="Retângulo 43">
            <a:extLst>
              <a:ext uri="{FF2B5EF4-FFF2-40B4-BE49-F238E27FC236}">
                <a16:creationId xmlns:a16="http://schemas.microsoft.com/office/drawing/2014/main" id="{25FC8637-25BD-4C09-AF25-56B4243DAB3D}"/>
              </a:ext>
            </a:extLst>
          </p:cNvPr>
          <p:cNvSpPr/>
          <p:nvPr userDrawn="1"/>
        </p:nvSpPr>
        <p:spPr>
          <a:xfrm>
            <a:off x="11739445"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dirty="0">
              <a:solidFill>
                <a:schemeClr val="bg1">
                  <a:lumMod val="65000"/>
                </a:schemeClr>
              </a:solidFill>
              <a:cs typeface="Arial" panose="020B0604020202020204" pitchFamily="34" charset="0"/>
            </a:endParaRPr>
          </a:p>
        </p:txBody>
      </p:sp>
    </p:spTree>
    <p:extLst>
      <p:ext uri="{BB962C8B-B14F-4D97-AF65-F5344CB8AC3E}">
        <p14:creationId xmlns:p14="http://schemas.microsoft.com/office/powerpoint/2010/main" val="5193511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Final Slide 1">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22" name="Freeform: Shape 4">
            <a:extLst>
              <a:ext uri="{FF2B5EF4-FFF2-40B4-BE49-F238E27FC236}">
                <a16:creationId xmlns:a16="http://schemas.microsoft.com/office/drawing/2014/main" id="{AEFD73FD-4310-4FE6-83F6-4ADDF1642E27}"/>
              </a:ext>
            </a:extLst>
          </p:cNvPr>
          <p:cNvSpPr>
            <a:spLocks/>
          </p:cNvSpPr>
          <p:nvPr userDrawn="1"/>
        </p:nvSpPr>
        <p:spPr bwMode="auto">
          <a:xfrm>
            <a:off x="1" y="0"/>
            <a:ext cx="5942703" cy="6858000"/>
          </a:xfrm>
          <a:custGeom>
            <a:avLst/>
            <a:gdLst>
              <a:gd name="connsiteX0" fmla="*/ 0 w 5942703"/>
              <a:gd name="connsiteY0" fmla="*/ 0 h 6858000"/>
              <a:gd name="connsiteX1" fmla="*/ 1934854 w 5942703"/>
              <a:gd name="connsiteY1" fmla="*/ 0 h 6858000"/>
              <a:gd name="connsiteX2" fmla="*/ 2016936 w 5942703"/>
              <a:gd name="connsiteY2" fmla="*/ 210681 h 6858000"/>
              <a:gd name="connsiteX3" fmla="*/ 5381513 w 5942703"/>
              <a:gd name="connsiteY3" fmla="*/ 2418544 h 6858000"/>
              <a:gd name="connsiteX4" fmla="*/ 3933862 w 5942703"/>
              <a:gd name="connsiteY4" fmla="*/ 6759409 h 6858000"/>
              <a:gd name="connsiteX5" fmla="*/ 3795861 w 5942703"/>
              <a:gd name="connsiteY5" fmla="*/ 6858000 h 6858000"/>
              <a:gd name="connsiteX6" fmla="*/ 0 w 594270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2703" h="6858000">
                <a:moveTo>
                  <a:pt x="0" y="0"/>
                </a:moveTo>
                <a:lnTo>
                  <a:pt x="1934854" y="0"/>
                </a:lnTo>
                <a:lnTo>
                  <a:pt x="2016936" y="210681"/>
                </a:lnTo>
                <a:cubicBezTo>
                  <a:pt x="3206701" y="3025068"/>
                  <a:pt x="5838311" y="3712297"/>
                  <a:pt x="5381513" y="2418544"/>
                </a:cubicBezTo>
                <a:cubicBezTo>
                  <a:pt x="6119798" y="2697936"/>
                  <a:pt x="6539698" y="4845048"/>
                  <a:pt x="3933862" y="6759409"/>
                </a:cubicBezTo>
                <a:lnTo>
                  <a:pt x="3795861" y="6858000"/>
                </a:lnTo>
                <a:lnTo>
                  <a:pt x="0" y="685800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solidFill>
                <a:prstClr val="black"/>
              </a:solidFill>
            </a:endParaRPr>
          </a:p>
        </p:txBody>
      </p:sp>
      <p:grpSp>
        <p:nvGrpSpPr>
          <p:cNvPr id="2" name="Group 5">
            <a:extLst>
              <a:ext uri="{FF2B5EF4-FFF2-40B4-BE49-F238E27FC236}">
                <a16:creationId xmlns:a16="http://schemas.microsoft.com/office/drawing/2014/main" id="{D1D61DEE-13C9-4E34-97DE-432882EEB993}"/>
              </a:ext>
            </a:extLst>
          </p:cNvPr>
          <p:cNvGrpSpPr/>
          <p:nvPr userDrawn="1"/>
        </p:nvGrpSpPr>
        <p:grpSpPr>
          <a:xfrm>
            <a:off x="4979035" y="2404110"/>
            <a:ext cx="735013" cy="682321"/>
            <a:chOff x="5662614" y="3032124"/>
            <a:chExt cx="863600" cy="801689"/>
          </a:xfrm>
        </p:grpSpPr>
        <p:sp>
          <p:nvSpPr>
            <p:cNvPr id="30" name="Freeform 9">
              <a:extLst>
                <a:ext uri="{FF2B5EF4-FFF2-40B4-BE49-F238E27FC236}">
                  <a16:creationId xmlns:a16="http://schemas.microsoft.com/office/drawing/2014/main" id="{CA8EB9FD-9EF8-467D-92C6-8B7B687106BA}"/>
                </a:ext>
              </a:extLst>
            </p:cNvPr>
            <p:cNvSpPr>
              <a:spLocks/>
            </p:cNvSpPr>
            <p:nvPr/>
          </p:nvSpPr>
          <p:spPr bwMode="auto">
            <a:xfrm>
              <a:off x="5959476" y="3368675"/>
              <a:ext cx="566738" cy="465138"/>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sp>
          <p:nvSpPr>
            <p:cNvPr id="31" name="Freeform 12">
              <a:extLst>
                <a:ext uri="{FF2B5EF4-FFF2-40B4-BE49-F238E27FC236}">
                  <a16:creationId xmlns:a16="http://schemas.microsoft.com/office/drawing/2014/main" id="{ED2560F6-388B-43F0-89C8-492914F4382E}"/>
                </a:ext>
              </a:extLst>
            </p:cNvPr>
            <p:cNvSpPr>
              <a:spLocks/>
            </p:cNvSpPr>
            <p:nvPr/>
          </p:nvSpPr>
          <p:spPr bwMode="auto">
            <a:xfrm>
              <a:off x="5662614" y="3032124"/>
              <a:ext cx="863600" cy="736599"/>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black"/>
                </a:solidFill>
              </a:endParaRPr>
            </a:p>
          </p:txBody>
        </p:sp>
      </p:grpSp>
      <p:sp>
        <p:nvSpPr>
          <p:cNvPr id="14" name="Rectangle 13"/>
          <p:cNvSpPr/>
          <p:nvPr userDrawn="1"/>
        </p:nvSpPr>
        <p:spPr>
          <a:xfrm>
            <a:off x="6536184" y="2886346"/>
            <a:ext cx="4899531" cy="770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US" sz="900" dirty="0">
                <a:solidFill>
                  <a:prstClr val="black"/>
                </a:solidFill>
              </a:rPr>
              <a:t>A global leader in consulting, technology services and digital transformation, Capgemini is at the forefront of innovation to address the entire breadth of clients’ opportunities in the evolving world of cloud, digital and platforms. Building on its strong 50-year heritage and deep industry-specific expertise, Capgemini enables organizations to realize their business ambitions through an array of services from strategy to operations. Capgemini is driven by the conviction that the business value of technology comes from and through people. It is a multicultural company of over 200,000 team members in more than 40 countries. The Group reported 2018 global revenues of EUR 13.2 billion.</a:t>
            </a:r>
          </a:p>
        </p:txBody>
      </p:sp>
      <p:sp>
        <p:nvSpPr>
          <p:cNvPr id="15" name="Rectangle 14"/>
          <p:cNvSpPr/>
          <p:nvPr userDrawn="1"/>
        </p:nvSpPr>
        <p:spPr>
          <a:xfrm>
            <a:off x="6536184" y="2507082"/>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rgbClr val="0070AD"/>
                </a:solidFill>
              </a:rPr>
              <a:t>About Capgemini</a:t>
            </a:r>
          </a:p>
        </p:txBody>
      </p:sp>
      <p:sp>
        <p:nvSpPr>
          <p:cNvPr id="16" name="Rectangle 15"/>
          <p:cNvSpPr/>
          <p:nvPr userDrawn="1"/>
        </p:nvSpPr>
        <p:spPr>
          <a:xfrm>
            <a:off x="6536184" y="4235826"/>
            <a:ext cx="2057400"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lnSpc>
                <a:spcPts val="1200"/>
              </a:lnSpc>
              <a:spcAft>
                <a:spcPts val="600"/>
              </a:spcAft>
            </a:pPr>
            <a:r>
              <a:rPr lang="en-US" sz="900" dirty="0">
                <a:solidFill>
                  <a:prstClr val="black"/>
                </a:solidFill>
              </a:rPr>
              <a:t>Learn more about us at</a:t>
            </a:r>
          </a:p>
          <a:p>
            <a:pPr algn="just">
              <a:lnSpc>
                <a:spcPts val="1200"/>
              </a:lnSpc>
            </a:pPr>
            <a:r>
              <a:rPr lang="en-US" sz="1400" dirty="0">
                <a:solidFill>
                  <a:srgbClr val="12ABDB"/>
                </a:solidFill>
              </a:rPr>
              <a:t>www.capgemini.com</a:t>
            </a:r>
          </a:p>
        </p:txBody>
      </p:sp>
      <p:pic>
        <p:nvPicPr>
          <p:cNvPr id="17" name="Picture 2" descr="D:\My Work\Template\Icons\Social Media\LinkedIN.png">
            <a:hlinkClick r:id="rId2"/>
          </p:cNvPr>
          <p:cNvPicPr>
            <a:picLocks noChangeAspect="1" noChangeArrowheads="1"/>
          </p:cNvPicPr>
          <p:nvPr userDrawn="1"/>
        </p:nvPicPr>
        <p:blipFill>
          <a:blip r:embed="rId3" cstate="print"/>
          <a:srcRect/>
          <a:stretch>
            <a:fillRect/>
          </a:stretch>
        </p:blipFill>
        <p:spPr bwMode="auto">
          <a:xfrm>
            <a:off x="810097" y="3979258"/>
            <a:ext cx="333195" cy="333195"/>
          </a:xfrm>
          <a:prstGeom prst="rect">
            <a:avLst/>
          </a:prstGeom>
          <a:noFill/>
        </p:spPr>
      </p:pic>
      <p:pic>
        <p:nvPicPr>
          <p:cNvPr id="18" name="Picture 4" descr="D:\My Work\Template\Icons\Social Media\SlideShare.png">
            <a:hlinkClick r:id="rId4"/>
          </p:cNvPr>
          <p:cNvPicPr>
            <a:picLocks noChangeAspect="1" noChangeArrowheads="1"/>
          </p:cNvPicPr>
          <p:nvPr userDrawn="1"/>
        </p:nvPicPr>
        <p:blipFill>
          <a:blip r:embed="rId5" cstate="print"/>
          <a:srcRect/>
          <a:stretch>
            <a:fillRect/>
          </a:stretch>
        </p:blipFill>
        <p:spPr bwMode="auto">
          <a:xfrm>
            <a:off x="1193474" y="3979258"/>
            <a:ext cx="333195" cy="333195"/>
          </a:xfrm>
          <a:prstGeom prst="rect">
            <a:avLst/>
          </a:prstGeom>
          <a:noFill/>
        </p:spPr>
      </p:pic>
      <p:pic>
        <p:nvPicPr>
          <p:cNvPr id="19" name="Picture 5" descr="D:\My Work\Template\Icons\Social Media\Twitter.png">
            <a:hlinkClick r:id="rId6"/>
          </p:cNvPr>
          <p:cNvPicPr>
            <a:picLocks noChangeAspect="1" noChangeArrowheads="1"/>
          </p:cNvPicPr>
          <p:nvPr userDrawn="1"/>
        </p:nvPicPr>
        <p:blipFill>
          <a:blip r:embed="rId7" cstate="print"/>
          <a:srcRect/>
          <a:stretch>
            <a:fillRect/>
          </a:stretch>
        </p:blipFill>
        <p:spPr bwMode="auto">
          <a:xfrm>
            <a:off x="1576851" y="3979258"/>
            <a:ext cx="333195" cy="333195"/>
          </a:xfrm>
          <a:prstGeom prst="rect">
            <a:avLst/>
          </a:prstGeom>
          <a:noFill/>
        </p:spPr>
      </p:pic>
      <p:pic>
        <p:nvPicPr>
          <p:cNvPr id="20" name="Picture 6" descr="D:\My Work\Template\Icons\Social Media\YouTube.png">
            <a:hlinkClick r:id="rId8"/>
          </p:cNvPr>
          <p:cNvPicPr>
            <a:picLocks noChangeAspect="1" noChangeArrowheads="1"/>
          </p:cNvPicPr>
          <p:nvPr userDrawn="1"/>
        </p:nvPicPr>
        <p:blipFill>
          <a:blip r:embed="rId9" cstate="print"/>
          <a:srcRect/>
          <a:stretch>
            <a:fillRect/>
          </a:stretch>
        </p:blipFill>
        <p:spPr bwMode="auto">
          <a:xfrm>
            <a:off x="1960227" y="3979258"/>
            <a:ext cx="333195" cy="333195"/>
          </a:xfrm>
          <a:prstGeom prst="rect">
            <a:avLst/>
          </a:prstGeom>
          <a:noFill/>
        </p:spPr>
      </p:pic>
      <p:pic>
        <p:nvPicPr>
          <p:cNvPr id="21" name="Picture 7" descr="D:\My Work\Template\Icons\Social Media\Facebook.png">
            <a:hlinkClick r:id="rId10"/>
          </p:cNvPr>
          <p:cNvPicPr>
            <a:picLocks noChangeAspect="1" noChangeArrowheads="1"/>
          </p:cNvPicPr>
          <p:nvPr userDrawn="1"/>
        </p:nvPicPr>
        <p:blipFill>
          <a:blip r:embed="rId11" cstate="print"/>
          <a:srcRect/>
          <a:stretch>
            <a:fillRect/>
          </a:stretch>
        </p:blipFill>
        <p:spPr bwMode="auto">
          <a:xfrm>
            <a:off x="426720" y="3979258"/>
            <a:ext cx="333195" cy="333195"/>
          </a:xfrm>
          <a:prstGeom prst="rect">
            <a:avLst/>
          </a:prstGeom>
          <a:noFill/>
        </p:spPr>
      </p:pic>
      <p:sp>
        <p:nvSpPr>
          <p:cNvPr id="23" name="Rectangle 22"/>
          <p:cNvSpPr/>
          <p:nvPr userDrawn="1"/>
        </p:nvSpPr>
        <p:spPr>
          <a:xfrm>
            <a:off x="426720" y="5764024"/>
            <a:ext cx="4198620" cy="446276"/>
          </a:xfrm>
          <a:prstGeom prst="rect">
            <a:avLst/>
          </a:prstGeom>
        </p:spPr>
        <p:txBody>
          <a:bodyPr wrap="square" lIns="0" tIns="0" rIns="0" bIns="0" anchor="b" anchorCtr="0">
            <a:spAutoFit/>
          </a:bodyPr>
          <a:lstStyle/>
          <a:p>
            <a:pPr>
              <a:spcAft>
                <a:spcPts val="600"/>
              </a:spcAft>
            </a:pPr>
            <a:r>
              <a:rPr lang="en-US" sz="800" dirty="0">
                <a:solidFill>
                  <a:srgbClr val="FFFFFF"/>
                </a:solidFill>
                <a:cs typeface="Arial"/>
              </a:rPr>
              <a:t>This message contains information that may be privileged or confidential and is the property of the Capgemini Group.</a:t>
            </a:r>
          </a:p>
          <a:p>
            <a:pPr>
              <a:spcAft>
                <a:spcPts val="600"/>
              </a:spcAft>
            </a:pPr>
            <a:r>
              <a:rPr lang="en-US" sz="800" dirty="0">
                <a:solidFill>
                  <a:srgbClr val="FFFFFF"/>
                </a:solidFill>
                <a:cs typeface="Arial"/>
              </a:rPr>
              <a:t>Copyright</a:t>
            </a:r>
            <a:r>
              <a:rPr lang="en-US" sz="800" baseline="30000" dirty="0">
                <a:solidFill>
                  <a:srgbClr val="FFFFFF"/>
                </a:solidFill>
                <a:cs typeface="Arial"/>
              </a:rPr>
              <a:t>©</a:t>
            </a:r>
            <a:r>
              <a:rPr lang="en-US" sz="800" dirty="0">
                <a:solidFill>
                  <a:srgbClr val="FFFFFF"/>
                </a:solidFill>
                <a:cs typeface="Arial"/>
              </a:rPr>
              <a:t> 2019 Capgemini. All rights reserved.</a:t>
            </a:r>
          </a:p>
        </p:txBody>
      </p:sp>
      <p:sp>
        <p:nvSpPr>
          <p:cNvPr id="25" name="Rectangle 24">
            <a:hlinkClick r:id="rId12"/>
          </p:cNvPr>
          <p:cNvSpPr/>
          <p:nvPr userDrawn="1"/>
        </p:nvSpPr>
        <p:spPr>
          <a:xfrm>
            <a:off x="7489902" y="3812094"/>
            <a:ext cx="2336088"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rgbClr val="FFFFFF"/>
              </a:solidFill>
            </a:endParaRPr>
          </a:p>
        </p:txBody>
      </p:sp>
      <p:sp>
        <p:nvSpPr>
          <p:cNvPr id="26" name="Rectangle 25">
            <a:hlinkClick r:id="rId13"/>
          </p:cNvPr>
          <p:cNvSpPr/>
          <p:nvPr userDrawn="1"/>
        </p:nvSpPr>
        <p:spPr>
          <a:xfrm>
            <a:off x="10730865" y="3812094"/>
            <a:ext cx="704850"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rgbClr val="FFFFFF"/>
              </a:solidFill>
            </a:endParaRPr>
          </a:p>
        </p:txBody>
      </p:sp>
      <p:sp>
        <p:nvSpPr>
          <p:cNvPr id="24" name="ZoneTexte 23"/>
          <p:cNvSpPr txBox="1"/>
          <p:nvPr userDrawn="1"/>
        </p:nvSpPr>
        <p:spPr>
          <a:xfrm>
            <a:off x="419254" y="4381708"/>
            <a:ext cx="2519921" cy="276999"/>
          </a:xfrm>
          <a:prstGeom prst="rect">
            <a:avLst/>
          </a:prstGeom>
          <a:noFill/>
        </p:spPr>
        <p:txBody>
          <a:bodyPr wrap="none" lIns="0" rIns="0" rtlCol="0">
            <a:spAutoFit/>
          </a:bodyPr>
          <a:lstStyle/>
          <a:p>
            <a:r>
              <a:rPr lang="en-US" sz="1200" b="1" dirty="0">
                <a:solidFill>
                  <a:srgbClr val="FFFFFF"/>
                </a:solidFill>
              </a:rPr>
              <a:t>People matter, results count.</a:t>
            </a:r>
          </a:p>
        </p:txBody>
      </p:sp>
    </p:spTree>
    <p:extLst>
      <p:ext uri="{BB962C8B-B14F-4D97-AF65-F5344CB8AC3E}">
        <p14:creationId xmlns:p14="http://schemas.microsoft.com/office/powerpoint/2010/main" val="210453550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775444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3" name="Rectangle 2">
            <a:extLst>
              <a:ext uri="{FF2B5EF4-FFF2-40B4-BE49-F238E27FC236}">
                <a16:creationId xmlns:a16="http://schemas.microsoft.com/office/drawing/2014/main" id="{A1ADB0C4-7CB5-4304-B40A-9CC3673EDF25}"/>
              </a:ext>
            </a:extLst>
          </p:cNvPr>
          <p:cNvSpPr>
            <a:spLocks noGrp="1" noChangeArrowheads="1"/>
          </p:cNvSpPr>
          <p:nvPr>
            <p:ph type="title"/>
          </p:nvPr>
        </p:nvSpPr>
        <p:spPr bwMode="auto">
          <a:xfrm>
            <a:off x="332155" y="117476"/>
            <a:ext cx="9225731"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endParaRPr lang="en-GB" altLang="en-US"/>
          </a:p>
        </p:txBody>
      </p:sp>
      <p:sp>
        <p:nvSpPr>
          <p:cNvPr id="5124" name="Rectangle 3">
            <a:extLst>
              <a:ext uri="{FF2B5EF4-FFF2-40B4-BE49-F238E27FC236}">
                <a16:creationId xmlns:a16="http://schemas.microsoft.com/office/drawing/2014/main" id="{5101B6B2-2D40-4DB1-B2C8-8550F464CED9}"/>
              </a:ext>
            </a:extLst>
          </p:cNvPr>
          <p:cNvSpPr>
            <a:spLocks noGrp="1" noChangeArrowheads="1"/>
          </p:cNvSpPr>
          <p:nvPr>
            <p:ph type="body" idx="1"/>
          </p:nvPr>
        </p:nvSpPr>
        <p:spPr bwMode="auto">
          <a:xfrm>
            <a:off x="332155" y="765176"/>
            <a:ext cx="11515969"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GB" altLang="en-US"/>
          </a:p>
        </p:txBody>
      </p:sp>
      <p:sp>
        <p:nvSpPr>
          <p:cNvPr id="1028" name="Rectangle 4">
            <a:extLst>
              <a:ext uri="{FF2B5EF4-FFF2-40B4-BE49-F238E27FC236}">
                <a16:creationId xmlns:a16="http://schemas.microsoft.com/office/drawing/2014/main" id="{A488B8CC-6050-4421-83B0-538C45332A6A}"/>
              </a:ext>
            </a:extLst>
          </p:cNvPr>
          <p:cNvSpPr>
            <a:spLocks noGrp="1" noChangeArrowheads="1"/>
          </p:cNvSpPr>
          <p:nvPr>
            <p:ph type="dt" sz="half" idx="2"/>
          </p:nvPr>
        </p:nvSpPr>
        <p:spPr bwMode="auto">
          <a:xfrm>
            <a:off x="6863862" y="6308725"/>
            <a:ext cx="2305538" cy="47625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a:defRPr sz="1000">
                <a:solidFill>
                  <a:schemeClr val="hlink"/>
                </a:solidFill>
              </a:defRPr>
            </a:lvl1pPr>
          </a:lstStyle>
          <a:p>
            <a:r>
              <a:rPr lang="en-US" altLang="en-US"/>
              <a:t>Date</a:t>
            </a:r>
            <a:endParaRPr lang="en-GB" altLang="en-US"/>
          </a:p>
        </p:txBody>
      </p:sp>
      <p:sp>
        <p:nvSpPr>
          <p:cNvPr id="1029" name="Rectangle 5">
            <a:extLst>
              <a:ext uri="{FF2B5EF4-FFF2-40B4-BE49-F238E27FC236}">
                <a16:creationId xmlns:a16="http://schemas.microsoft.com/office/drawing/2014/main" id="{B2494235-2283-4542-9D08-56D67A12DF76}"/>
              </a:ext>
            </a:extLst>
          </p:cNvPr>
          <p:cNvSpPr>
            <a:spLocks noGrp="1" noChangeArrowheads="1"/>
          </p:cNvSpPr>
          <p:nvPr>
            <p:ph type="ftr" sz="quarter" idx="3"/>
          </p:nvPr>
        </p:nvSpPr>
        <p:spPr bwMode="auto">
          <a:xfrm>
            <a:off x="1166447" y="6308725"/>
            <a:ext cx="5205046" cy="47625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a:defRPr sz="1000">
                <a:solidFill>
                  <a:schemeClr val="hlink"/>
                </a:solidFill>
              </a:defRPr>
            </a:lvl1pPr>
          </a:lstStyle>
          <a:p>
            <a:r>
              <a:rPr lang="en-GB" altLang="en-US"/>
              <a:t>New presentation – Author</a:t>
            </a:r>
          </a:p>
        </p:txBody>
      </p:sp>
      <p:sp>
        <p:nvSpPr>
          <p:cNvPr id="1030" name="Rectangle 6">
            <a:extLst>
              <a:ext uri="{FF2B5EF4-FFF2-40B4-BE49-F238E27FC236}">
                <a16:creationId xmlns:a16="http://schemas.microsoft.com/office/drawing/2014/main" id="{DDD582DC-E846-463D-9DA2-C1C5A640D809}"/>
              </a:ext>
            </a:extLst>
          </p:cNvPr>
          <p:cNvSpPr>
            <a:spLocks noGrp="1" noChangeArrowheads="1"/>
          </p:cNvSpPr>
          <p:nvPr>
            <p:ph type="sldNum" sz="quarter" idx="4"/>
          </p:nvPr>
        </p:nvSpPr>
        <p:spPr bwMode="auto">
          <a:xfrm>
            <a:off x="328246" y="6308725"/>
            <a:ext cx="719015" cy="47625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a:defRPr sz="1000">
                <a:solidFill>
                  <a:schemeClr val="hlink"/>
                </a:solidFill>
              </a:defRPr>
            </a:lvl1pPr>
          </a:lstStyle>
          <a:p>
            <a:fld id="{21937BA7-CD86-47A8-A7C5-A77E98F4D623}" type="slidenum">
              <a:rPr lang="en-GB" altLang="en-US"/>
              <a:pPr/>
              <a:t>‹#›</a:t>
            </a:fld>
            <a:endParaRPr lang="en-GB" altLang="en-US"/>
          </a:p>
        </p:txBody>
      </p:sp>
      <p:sp>
        <p:nvSpPr>
          <p:cNvPr id="1034" name="Line 10">
            <a:extLst>
              <a:ext uri="{FF2B5EF4-FFF2-40B4-BE49-F238E27FC236}">
                <a16:creationId xmlns:a16="http://schemas.microsoft.com/office/drawing/2014/main" id="{E01E01F5-849F-4BBD-8DF4-971183E47F87}"/>
              </a:ext>
            </a:extLst>
          </p:cNvPr>
          <p:cNvSpPr>
            <a:spLocks noChangeShapeType="1"/>
          </p:cNvSpPr>
          <p:nvPr/>
        </p:nvSpPr>
        <p:spPr bwMode="auto">
          <a:xfrm>
            <a:off x="336062" y="620713"/>
            <a:ext cx="11515969" cy="0"/>
          </a:xfrm>
          <a:prstGeom prst="line">
            <a:avLst/>
          </a:prstGeom>
          <a:noFill/>
          <a:ln w="12700">
            <a:solidFill>
              <a:schemeClr val="hlink"/>
            </a:solidFill>
            <a:round/>
            <a:headEnd/>
            <a:tailEnd/>
          </a:ln>
          <a:extLst>
            <a:ext uri="{909E8E84-426E-40DD-AFC4-6F175D3DCCD1}">
              <a14:hiddenFill xmlns:a14="http://schemas.microsoft.com/office/drawing/2010/main">
                <a:noFill/>
              </a14:hiddenFill>
            </a:ext>
          </a:extLst>
        </p:spPr>
        <p:txBody>
          <a:bodyPr/>
          <a:lstStyle/>
          <a:p>
            <a:endParaRPr lang="en-GB" sz="1800"/>
          </a:p>
        </p:txBody>
      </p:sp>
      <p:sp>
        <p:nvSpPr>
          <p:cNvPr id="2" name="Line 10">
            <a:extLst>
              <a:ext uri="{FF2B5EF4-FFF2-40B4-BE49-F238E27FC236}">
                <a16:creationId xmlns:a16="http://schemas.microsoft.com/office/drawing/2014/main" id="{B6D1995C-921E-413C-B570-6C9404F39E71}"/>
              </a:ext>
            </a:extLst>
          </p:cNvPr>
          <p:cNvSpPr>
            <a:spLocks noChangeShapeType="1"/>
          </p:cNvSpPr>
          <p:nvPr/>
        </p:nvSpPr>
        <p:spPr bwMode="auto">
          <a:xfrm>
            <a:off x="332155" y="6237288"/>
            <a:ext cx="11515969"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a:lstStyle/>
          <a:p>
            <a:endParaRPr lang="en-GB" sz="1800" dirty="0"/>
          </a:p>
        </p:txBody>
      </p:sp>
      <p:grpSp>
        <p:nvGrpSpPr>
          <p:cNvPr id="3" name="Groupe 1">
            <a:extLst>
              <a:ext uri="{FF2B5EF4-FFF2-40B4-BE49-F238E27FC236}">
                <a16:creationId xmlns:a16="http://schemas.microsoft.com/office/drawing/2014/main" id="{46BE1427-7E12-04CA-667D-B33FA28CD7B4}"/>
              </a:ext>
            </a:extLst>
          </p:cNvPr>
          <p:cNvGrpSpPr>
            <a:grpSpLocks noChangeAspect="1"/>
          </p:cNvGrpSpPr>
          <p:nvPr userDrawn="1"/>
        </p:nvGrpSpPr>
        <p:grpSpPr>
          <a:xfrm>
            <a:off x="11562163" y="98729"/>
            <a:ext cx="419436" cy="388988"/>
            <a:chOff x="11501102" y="171573"/>
            <a:chExt cx="419436" cy="388988"/>
          </a:xfrm>
        </p:grpSpPr>
        <p:sp>
          <p:nvSpPr>
            <p:cNvPr id="4" name="Freeform 13">
              <a:extLst>
                <a:ext uri="{FF2B5EF4-FFF2-40B4-BE49-F238E27FC236}">
                  <a16:creationId xmlns:a16="http://schemas.microsoft.com/office/drawing/2014/main" id="{E50C21D4-38CB-5A02-095A-2E0B7FBCD46B}"/>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5" name="Freeform 14">
              <a:extLst>
                <a:ext uri="{FF2B5EF4-FFF2-40B4-BE49-F238E27FC236}">
                  <a16:creationId xmlns:a16="http://schemas.microsoft.com/office/drawing/2014/main" id="{F368EC1F-1CFE-C277-FE82-C305A2E1A263}"/>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cxnSp>
        <p:nvCxnSpPr>
          <p:cNvPr id="6" name="Straight Connector 5">
            <a:extLst>
              <a:ext uri="{FF2B5EF4-FFF2-40B4-BE49-F238E27FC236}">
                <a16:creationId xmlns:a16="http://schemas.microsoft.com/office/drawing/2014/main" id="{B614F5B8-0DD2-A611-EF67-32C2E924AF26}"/>
              </a:ext>
            </a:extLst>
          </p:cNvPr>
          <p:cNvCxnSpPr>
            <a:cxnSpLocks/>
          </p:cNvCxnSpPr>
          <p:nvPr userDrawn="1"/>
        </p:nvCxnSpPr>
        <p:spPr>
          <a:xfrm>
            <a:off x="11436785" y="9872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7" name="Picture 2" descr="Beazley launches new private equity liability insurance product -  Reinsurance News">
            <a:extLst>
              <a:ext uri="{FF2B5EF4-FFF2-40B4-BE49-F238E27FC236}">
                <a16:creationId xmlns:a16="http://schemas.microsoft.com/office/drawing/2014/main" id="{3D32DD33-5181-CFD1-EF14-2D3FB27B2A43}"/>
              </a:ext>
            </a:extLst>
          </p:cNvPr>
          <p:cNvPicPr>
            <a:picLocks noChangeAspect="1" noChangeArrowheads="1"/>
          </p:cNvPicPr>
          <p:nvPr userDrawn="1"/>
        </p:nvPicPr>
        <p:blipFill rotWithShape="1">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135550"/>
            <a:ext cx="1004626" cy="315346"/>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27">
            <a:extLst>
              <a:ext uri="{FF2B5EF4-FFF2-40B4-BE49-F238E27FC236}">
                <a16:creationId xmlns:a16="http://schemas.microsoft.com/office/drawing/2014/main" id="{105E530C-F0E9-B1B7-AE08-785728772745}"/>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dirty="0">
                <a:solidFill>
                  <a:srgbClr val="A6A6A6"/>
                </a:solidFill>
                <a:latin typeface="Ubuntu" panose="020B0504030602030204" pitchFamily="34" charset="0"/>
                <a:cs typeface="Arial" panose="020B0604020202020204" pitchFamily="34" charset="0"/>
              </a:rPr>
              <a:t>BEAZLEY GPAS Jira Ways of Working | March 2024</a:t>
            </a:r>
          </a:p>
        </p:txBody>
      </p:sp>
      <p:sp>
        <p:nvSpPr>
          <p:cNvPr id="9" name="Rectangle 27">
            <a:extLst>
              <a:ext uri="{FF2B5EF4-FFF2-40B4-BE49-F238E27FC236}">
                <a16:creationId xmlns:a16="http://schemas.microsoft.com/office/drawing/2014/main" id="{7858DB6B-33C6-8E8E-2683-F0C9531BE5D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dirty="0">
                <a:solidFill>
                  <a:srgbClr val="A6A6A6"/>
                </a:solidFill>
                <a:latin typeface="Ubuntu" panose="020B0504030602030204" pitchFamily="34" charset="0"/>
                <a:cs typeface="Arial" panose="020B0604020202020204" pitchFamily="34" charset="0"/>
              </a:rPr>
              <a:t>Company Confidential © Capgemini 2024. All rights reserved |</a:t>
            </a:r>
          </a:p>
        </p:txBody>
      </p:sp>
    </p:spTree>
    <p:extLst>
      <p:ext uri="{BB962C8B-B14F-4D97-AF65-F5344CB8AC3E}">
        <p14:creationId xmlns:p14="http://schemas.microsoft.com/office/powerpoint/2010/main" val="3446777029"/>
      </p:ext>
    </p:extLst>
  </p:cSld>
  <p:clrMap bg1="lt1" tx1="dk1" bg2="lt2" tx2="dk2" accent1="accent1" accent2="accent2" accent3="accent3" accent4="accent4" accent5="accent5" accent6="accent6" hlink="hlink" folHlink="folHlink"/>
  <p:sldLayoutIdLst>
    <p:sldLayoutId id="2147483683" r:id="rId1"/>
    <p:sldLayoutId id="2147483687" r:id="rId2"/>
    <p:sldLayoutId id="2147483697" r:id="rId3"/>
    <p:sldLayoutId id="2147483669" r:id="rId4"/>
    <p:sldLayoutId id="2147483699" r:id="rId5"/>
  </p:sldLayoutIdLst>
  <p:hf hdr="0"/>
  <p:txStyles>
    <p:titleStyle>
      <a:lvl1pPr algn="l" rtl="0" eaLnBrk="1" fontAlgn="base" hangingPunct="1">
        <a:spcBef>
          <a:spcPct val="0"/>
        </a:spcBef>
        <a:spcAft>
          <a:spcPct val="0"/>
        </a:spcAft>
        <a:defRPr sz="2400" b="1">
          <a:solidFill>
            <a:schemeClr val="hlink"/>
          </a:solidFill>
          <a:latin typeface="+mj-lt"/>
          <a:ea typeface="+mj-ea"/>
          <a:cs typeface="+mj-cs"/>
        </a:defRPr>
      </a:lvl1pPr>
      <a:lvl2pPr algn="l" rtl="0" eaLnBrk="1" fontAlgn="base" hangingPunct="1">
        <a:spcBef>
          <a:spcPct val="0"/>
        </a:spcBef>
        <a:spcAft>
          <a:spcPct val="0"/>
        </a:spcAft>
        <a:defRPr sz="2400" b="1">
          <a:solidFill>
            <a:schemeClr val="hlink"/>
          </a:solidFill>
          <a:latin typeface="Century Gothic" pitchFamily="34" charset="0"/>
        </a:defRPr>
      </a:lvl2pPr>
      <a:lvl3pPr algn="l" rtl="0" eaLnBrk="1" fontAlgn="base" hangingPunct="1">
        <a:spcBef>
          <a:spcPct val="0"/>
        </a:spcBef>
        <a:spcAft>
          <a:spcPct val="0"/>
        </a:spcAft>
        <a:defRPr sz="2400" b="1">
          <a:solidFill>
            <a:schemeClr val="hlink"/>
          </a:solidFill>
          <a:latin typeface="Century Gothic" pitchFamily="34" charset="0"/>
        </a:defRPr>
      </a:lvl3pPr>
      <a:lvl4pPr algn="l" rtl="0" eaLnBrk="1" fontAlgn="base" hangingPunct="1">
        <a:spcBef>
          <a:spcPct val="0"/>
        </a:spcBef>
        <a:spcAft>
          <a:spcPct val="0"/>
        </a:spcAft>
        <a:defRPr sz="2400" b="1">
          <a:solidFill>
            <a:schemeClr val="hlink"/>
          </a:solidFill>
          <a:latin typeface="Century Gothic" pitchFamily="34" charset="0"/>
        </a:defRPr>
      </a:lvl4pPr>
      <a:lvl5pPr algn="l" rtl="0" eaLnBrk="1" fontAlgn="base" hangingPunct="1">
        <a:spcBef>
          <a:spcPct val="0"/>
        </a:spcBef>
        <a:spcAft>
          <a:spcPct val="0"/>
        </a:spcAft>
        <a:defRPr sz="2400" b="1">
          <a:solidFill>
            <a:schemeClr val="hlink"/>
          </a:solidFill>
          <a:latin typeface="Century Gothic" pitchFamily="34" charset="0"/>
        </a:defRPr>
      </a:lvl5pPr>
      <a:lvl6pPr marL="457200" algn="l" rtl="0" eaLnBrk="1" fontAlgn="base" hangingPunct="1">
        <a:spcBef>
          <a:spcPct val="0"/>
        </a:spcBef>
        <a:spcAft>
          <a:spcPct val="0"/>
        </a:spcAft>
        <a:defRPr sz="3600" b="1">
          <a:solidFill>
            <a:schemeClr val="tx2"/>
          </a:solidFill>
          <a:latin typeface="Century Gothic" pitchFamily="34" charset="0"/>
        </a:defRPr>
      </a:lvl6pPr>
      <a:lvl7pPr marL="914400" algn="l" rtl="0" eaLnBrk="1" fontAlgn="base" hangingPunct="1">
        <a:spcBef>
          <a:spcPct val="0"/>
        </a:spcBef>
        <a:spcAft>
          <a:spcPct val="0"/>
        </a:spcAft>
        <a:defRPr sz="3600" b="1">
          <a:solidFill>
            <a:schemeClr val="tx2"/>
          </a:solidFill>
          <a:latin typeface="Century Gothic" pitchFamily="34" charset="0"/>
        </a:defRPr>
      </a:lvl7pPr>
      <a:lvl8pPr marL="1371600" algn="l" rtl="0" eaLnBrk="1" fontAlgn="base" hangingPunct="1">
        <a:spcBef>
          <a:spcPct val="0"/>
        </a:spcBef>
        <a:spcAft>
          <a:spcPct val="0"/>
        </a:spcAft>
        <a:defRPr sz="3600" b="1">
          <a:solidFill>
            <a:schemeClr val="tx2"/>
          </a:solidFill>
          <a:latin typeface="Century Gothic" pitchFamily="34" charset="0"/>
        </a:defRPr>
      </a:lvl8pPr>
      <a:lvl9pPr marL="1828800" algn="l" rtl="0" eaLnBrk="1" fontAlgn="base" hangingPunct="1">
        <a:spcBef>
          <a:spcPct val="0"/>
        </a:spcBef>
        <a:spcAft>
          <a:spcPct val="0"/>
        </a:spcAft>
        <a:defRPr sz="3600" b="1">
          <a:solidFill>
            <a:schemeClr val="tx2"/>
          </a:solidFill>
          <a:latin typeface="Century Gothic" pitchFamily="34" charset="0"/>
        </a:defRPr>
      </a:lvl9pPr>
    </p:titleStyle>
    <p:bodyStyle>
      <a:lvl1pPr algn="l" rtl="0" eaLnBrk="1" fontAlgn="base" hangingPunct="1">
        <a:spcBef>
          <a:spcPct val="20000"/>
        </a:spcBef>
        <a:spcAft>
          <a:spcPct val="0"/>
        </a:spcAft>
        <a:defRPr b="1">
          <a:solidFill>
            <a:schemeClr val="hlink"/>
          </a:solidFill>
          <a:latin typeface="+mn-lt"/>
          <a:ea typeface="+mn-ea"/>
          <a:cs typeface="+mn-cs"/>
        </a:defRPr>
      </a:lvl1pPr>
      <a:lvl2pPr marL="3175" indent="-1588" algn="l" rtl="0" eaLnBrk="1" fontAlgn="base" hangingPunct="1">
        <a:spcBef>
          <a:spcPct val="20000"/>
        </a:spcBef>
        <a:spcAft>
          <a:spcPct val="0"/>
        </a:spcAft>
        <a:defRPr>
          <a:solidFill>
            <a:schemeClr val="hlink"/>
          </a:solidFill>
          <a:latin typeface="+mn-lt"/>
        </a:defRPr>
      </a:lvl2pPr>
      <a:lvl3pPr marL="209550" indent="-200025" algn="l" rtl="0" eaLnBrk="1" fontAlgn="base" hangingPunct="1">
        <a:spcBef>
          <a:spcPct val="20000"/>
        </a:spcBef>
        <a:spcAft>
          <a:spcPct val="0"/>
        </a:spcAft>
        <a:buChar char="•"/>
        <a:defRPr>
          <a:solidFill>
            <a:schemeClr val="hlink"/>
          </a:solidFill>
          <a:latin typeface="+mn-lt"/>
        </a:defRPr>
      </a:lvl3pPr>
      <a:lvl4pPr marL="396875" indent="-184150" algn="l" rtl="0" eaLnBrk="1" fontAlgn="base" hangingPunct="1">
        <a:spcBef>
          <a:spcPct val="20000"/>
        </a:spcBef>
        <a:spcAft>
          <a:spcPct val="0"/>
        </a:spcAft>
        <a:buFont typeface="Century Gothic" panose="020B0502020202020204" pitchFamily="34" charset="0"/>
        <a:buChar char="–"/>
        <a:defRPr sz="1500">
          <a:solidFill>
            <a:schemeClr val="hlink"/>
          </a:solidFill>
          <a:latin typeface="+mn-lt"/>
        </a:defRPr>
      </a:lvl4pPr>
      <a:lvl5pPr marL="603250" indent="-204788" algn="l" rtl="0" eaLnBrk="1" fontAlgn="base" hangingPunct="1">
        <a:spcBef>
          <a:spcPct val="20000"/>
        </a:spcBef>
        <a:spcAft>
          <a:spcPct val="0"/>
        </a:spcAft>
        <a:buSzPct val="65000"/>
        <a:buFont typeface="Century Gothic" panose="020B0502020202020204" pitchFamily="34" charset="0"/>
        <a:buChar char="►"/>
        <a:defRPr sz="1500">
          <a:solidFill>
            <a:schemeClr val="hlink"/>
          </a:solidFill>
          <a:latin typeface="+mn-lt"/>
        </a:defRPr>
      </a:lvl5pPr>
      <a:lvl6pPr marL="1060450" indent="-204788" algn="l" rtl="0" eaLnBrk="1" fontAlgn="base" hangingPunct="1">
        <a:spcBef>
          <a:spcPct val="20000"/>
        </a:spcBef>
        <a:spcAft>
          <a:spcPct val="0"/>
        </a:spcAft>
        <a:buChar char="•"/>
        <a:defRPr sz="1500">
          <a:solidFill>
            <a:schemeClr val="tx1"/>
          </a:solidFill>
          <a:latin typeface="+mn-lt"/>
        </a:defRPr>
      </a:lvl6pPr>
      <a:lvl7pPr marL="1517650" indent="-204788" algn="l" rtl="0" eaLnBrk="1" fontAlgn="base" hangingPunct="1">
        <a:spcBef>
          <a:spcPct val="20000"/>
        </a:spcBef>
        <a:spcAft>
          <a:spcPct val="0"/>
        </a:spcAft>
        <a:buChar char="•"/>
        <a:defRPr sz="1500">
          <a:solidFill>
            <a:schemeClr val="tx1"/>
          </a:solidFill>
          <a:latin typeface="+mn-lt"/>
        </a:defRPr>
      </a:lvl7pPr>
      <a:lvl8pPr marL="1974850" indent="-204788" algn="l" rtl="0" eaLnBrk="1" fontAlgn="base" hangingPunct="1">
        <a:spcBef>
          <a:spcPct val="20000"/>
        </a:spcBef>
        <a:spcAft>
          <a:spcPct val="0"/>
        </a:spcAft>
        <a:buChar char="•"/>
        <a:defRPr sz="1500">
          <a:solidFill>
            <a:schemeClr val="tx1"/>
          </a:solidFill>
          <a:latin typeface="+mn-lt"/>
        </a:defRPr>
      </a:lvl8pPr>
      <a:lvl9pPr marL="2432050" indent="-204788" algn="l" rtl="0" eaLnBrk="1" fontAlgn="base" hangingPunct="1">
        <a:spcBef>
          <a:spcPct val="20000"/>
        </a:spcBef>
        <a:spcAft>
          <a:spcPct val="0"/>
        </a:spcAft>
        <a:buChar char="•"/>
        <a:defRPr sz="15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8" Type="http://schemas.openxmlformats.org/officeDocument/2006/relationships/diagramLayout" Target="../diagrams/layout3.xml"/><Relationship Id="rId13" Type="http://schemas.openxmlformats.org/officeDocument/2006/relationships/image" Target="../media/image12.png"/><Relationship Id="rId18" Type="http://schemas.openxmlformats.org/officeDocument/2006/relationships/diagramColors" Target="../diagrams/colors4.xml"/><Relationship Id="rId3" Type="http://schemas.openxmlformats.org/officeDocument/2006/relationships/diagramLayout" Target="../diagrams/layout2.xml"/><Relationship Id="rId7" Type="http://schemas.openxmlformats.org/officeDocument/2006/relationships/diagramData" Target="../diagrams/data3.xml"/><Relationship Id="rId12" Type="http://schemas.openxmlformats.org/officeDocument/2006/relationships/image" Target="../media/image11.png"/><Relationship Id="rId17" Type="http://schemas.openxmlformats.org/officeDocument/2006/relationships/diagramQuickStyle" Target="../diagrams/quickStyle4.xml"/><Relationship Id="rId2" Type="http://schemas.openxmlformats.org/officeDocument/2006/relationships/diagramData" Target="../diagrams/data2.xml"/><Relationship Id="rId16" Type="http://schemas.openxmlformats.org/officeDocument/2006/relationships/diagramLayout" Target="../diagrams/layout4.xml"/><Relationship Id="rId20" Type="http://schemas.openxmlformats.org/officeDocument/2006/relationships/image" Target="../media/image14.png"/><Relationship Id="rId1" Type="http://schemas.openxmlformats.org/officeDocument/2006/relationships/slideLayout" Target="../slideLayouts/slideLayout1.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5" Type="http://schemas.openxmlformats.org/officeDocument/2006/relationships/diagramData" Target="../diagrams/data4.xml"/><Relationship Id="rId10" Type="http://schemas.openxmlformats.org/officeDocument/2006/relationships/diagramColors" Target="../diagrams/colors3.xml"/><Relationship Id="rId19" Type="http://schemas.microsoft.com/office/2007/relationships/diagramDrawing" Target="../diagrams/drawing4.xml"/><Relationship Id="rId4" Type="http://schemas.openxmlformats.org/officeDocument/2006/relationships/diagramQuickStyle" Target="../diagrams/quickStyle2.xml"/><Relationship Id="rId9" Type="http://schemas.openxmlformats.org/officeDocument/2006/relationships/diagramQuickStyle" Target="../diagrams/quickStyle3.xml"/><Relationship Id="rId1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xml"/><Relationship Id="rId5" Type="http://schemas.openxmlformats.org/officeDocument/2006/relationships/image" Target="../media/image42.png"/><Relationship Id="rId4" Type="http://schemas.openxmlformats.org/officeDocument/2006/relationships/image" Target="../media/image41.png"/></Relationships>
</file>

<file path=ppt/slides/_rels/slide4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xml"/><Relationship Id="rId5" Type="http://schemas.openxmlformats.org/officeDocument/2006/relationships/image" Target="../media/image46.png"/><Relationship Id="rId4" Type="http://schemas.openxmlformats.org/officeDocument/2006/relationships/image" Target="../media/image45.png"/></Relationships>
</file>

<file path=ppt/slides/_rels/slide4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hyperlink" Target="https://jira.int.support.awsplatform.co.uk/jira/browse/B4CT1-320" TargetMode="External"/><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ubtitle 1">
            <a:extLst>
              <a:ext uri="{FF2B5EF4-FFF2-40B4-BE49-F238E27FC236}">
                <a16:creationId xmlns:a16="http://schemas.microsoft.com/office/drawing/2014/main" id="{F4F87E10-2948-EA05-5915-992ECED553C3}"/>
              </a:ext>
            </a:extLst>
          </p:cNvPr>
          <p:cNvSpPr txBox="1">
            <a:spLocks/>
          </p:cNvSpPr>
          <p:nvPr/>
        </p:nvSpPr>
        <p:spPr>
          <a:xfrm>
            <a:off x="404813" y="4962612"/>
            <a:ext cx="11386134" cy="184666"/>
          </a:xfrm>
          <a:prstGeom prst="rect">
            <a:avLst/>
          </a:prstGeom>
        </p:spPr>
        <p:txBody>
          <a:bodyPr vert="horz" wrap="square" lIns="36000" tIns="0" rIns="36000" bIns="0" rtlCol="0">
            <a:sp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bg1"/>
                </a:solidFill>
                <a:latin typeface="Ubuntu" panose="020B0504030602030204" pitchFamily="34" charset="0"/>
                <a:ea typeface="+mn-ea"/>
                <a:cs typeface="+mn-cs"/>
              </a:defRPr>
            </a:lvl1pPr>
            <a:lvl2pPr marL="457200" indent="0" algn="ctr" defTabSz="914400" rtl="0" eaLnBrk="1" latinLnBrk="0" hangingPunct="1">
              <a:lnSpc>
                <a:spcPct val="100000"/>
              </a:lnSpc>
              <a:spcBef>
                <a:spcPts val="0"/>
              </a:spcBef>
              <a:spcAft>
                <a:spcPts val="600"/>
              </a:spcAft>
              <a:buClr>
                <a:schemeClr val="accent1"/>
              </a:buClr>
              <a:buFont typeface="Wingdings" panose="05000000000000000000" pitchFamily="2" charset="2"/>
              <a:buNone/>
              <a:defRPr sz="2000" kern="1200" baseline="0">
                <a:solidFill>
                  <a:schemeClr val="tx1"/>
                </a:solidFill>
                <a:latin typeface="Ubuntu" panose="020B0504030602030204" pitchFamily="34" charset="0"/>
                <a:ea typeface="+mn-ea"/>
                <a:cs typeface="+mn-cs"/>
              </a:defRPr>
            </a:lvl2pPr>
            <a:lvl3pPr marL="914400" indent="0" algn="ctr" defTabSz="914400" rtl="0" eaLnBrk="1" latinLnBrk="0" hangingPunct="1">
              <a:lnSpc>
                <a:spcPct val="100000"/>
              </a:lnSpc>
              <a:spcBef>
                <a:spcPts val="0"/>
              </a:spcBef>
              <a:spcAft>
                <a:spcPts val="600"/>
              </a:spcAft>
              <a:buClr>
                <a:schemeClr val="accent2"/>
              </a:buClr>
              <a:buFont typeface="Arial" panose="020B0604020202020204" pitchFamily="34" charset="0"/>
              <a:buNone/>
              <a:defRPr sz="1800" kern="1200" baseline="0">
                <a:solidFill>
                  <a:schemeClr val="tx1"/>
                </a:solidFill>
                <a:latin typeface="Ubuntu" panose="020B0504030602030204" pitchFamily="34" charset="0"/>
                <a:ea typeface="+mn-ea"/>
                <a:cs typeface="+mn-cs"/>
              </a:defRPr>
            </a:lvl3pPr>
            <a:lvl4pPr marL="1371600" indent="0" algn="ctr" defTabSz="914400" rtl="0" eaLnBrk="1" latinLnBrk="0" hangingPunct="1">
              <a:lnSpc>
                <a:spcPct val="100000"/>
              </a:lnSpc>
              <a:spcBef>
                <a:spcPts val="0"/>
              </a:spcBef>
              <a:spcAft>
                <a:spcPts val="600"/>
              </a:spcAft>
              <a:buClr>
                <a:schemeClr val="tx1"/>
              </a:buClr>
              <a:buFont typeface="Ubuntu" panose="020B0504030602030204" pitchFamily="34" charset="0"/>
              <a:buNone/>
              <a:defRPr sz="1600" kern="1200" baseline="0">
                <a:solidFill>
                  <a:schemeClr val="tx1"/>
                </a:solidFill>
                <a:latin typeface="Ubuntu" panose="020B0504030602030204" pitchFamily="34" charset="0"/>
                <a:ea typeface="+mn-ea"/>
                <a:cs typeface="+mn-cs"/>
              </a:defRPr>
            </a:lvl4pPr>
            <a:lvl5pPr marL="1828800" indent="0" algn="ctr"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baseline="0">
                <a:solidFill>
                  <a:schemeClr val="tx1"/>
                </a:solidFill>
                <a:latin typeface="Ubuntu" panose="020B050403060203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Aft>
                <a:spcPts val="0"/>
              </a:spcAft>
            </a:pPr>
            <a:r>
              <a:rPr lang="en-IN" sz="1200" dirty="0"/>
              <a:t>Drafted: Apr-2024</a:t>
            </a:r>
          </a:p>
        </p:txBody>
      </p:sp>
      <p:sp>
        <p:nvSpPr>
          <p:cNvPr id="16" name="Freeform: Shape 15">
            <a:extLst>
              <a:ext uri="{FF2B5EF4-FFF2-40B4-BE49-F238E27FC236}">
                <a16:creationId xmlns:a16="http://schemas.microsoft.com/office/drawing/2014/main" id="{94BC40A8-6EF0-89EA-9B54-7AF72BF22B10}"/>
              </a:ext>
            </a:extLst>
          </p:cNvPr>
          <p:cNvSpPr>
            <a:spLocks noChangeAspect="1"/>
          </p:cNvSpPr>
          <p:nvPr/>
        </p:nvSpPr>
        <p:spPr>
          <a:xfrm rot="13950190">
            <a:off x="1423243" y="172591"/>
            <a:ext cx="12000656" cy="7484434"/>
          </a:xfrm>
          <a:custGeom>
            <a:avLst/>
            <a:gdLst>
              <a:gd name="connsiteX0" fmla="*/ 5616388 w 12000656"/>
              <a:gd name="connsiteY0" fmla="*/ 4076496 h 7484434"/>
              <a:gd name="connsiteX1" fmla="*/ 5441159 w 12000656"/>
              <a:gd name="connsiteY1" fmla="*/ 4078236 h 7484434"/>
              <a:gd name="connsiteX2" fmla="*/ 5352655 w 12000656"/>
              <a:gd name="connsiteY2" fmla="*/ 4046118 h 7484434"/>
              <a:gd name="connsiteX3" fmla="*/ 4177141 w 12000656"/>
              <a:gd name="connsiteY3" fmla="*/ 3513781 h 7484434"/>
              <a:gd name="connsiteX4" fmla="*/ 906491 w 12000656"/>
              <a:gd name="connsiteY4" fmla="*/ 5968172 h 7484434"/>
              <a:gd name="connsiteX5" fmla="*/ 57699 w 12000656"/>
              <a:gd name="connsiteY5" fmla="*/ 7484434 h 7484434"/>
              <a:gd name="connsiteX6" fmla="*/ 0 w 12000656"/>
              <a:gd name="connsiteY6" fmla="*/ 7464605 h 7484434"/>
              <a:gd name="connsiteX7" fmla="*/ 857901 w 12000656"/>
              <a:gd name="connsiteY7" fmla="*/ 5930038 h 7484434"/>
              <a:gd name="connsiteX8" fmla="*/ 2136401 w 12000656"/>
              <a:gd name="connsiteY8" fmla="*/ 4610553 h 7484434"/>
              <a:gd name="connsiteX9" fmla="*/ 4166512 w 12000656"/>
              <a:gd name="connsiteY9" fmla="*/ 3449714 h 7484434"/>
              <a:gd name="connsiteX10" fmla="*/ 4178658 w 12000656"/>
              <a:gd name="connsiteY10" fmla="*/ 3445137 h 7484434"/>
              <a:gd name="connsiteX11" fmla="*/ 4190806 w 12000656"/>
              <a:gd name="connsiteY11" fmla="*/ 3451239 h 7484434"/>
              <a:gd name="connsiteX12" fmla="*/ 5364052 w 12000656"/>
              <a:gd name="connsiteY12" fmla="*/ 3984648 h 7484434"/>
              <a:gd name="connsiteX13" fmla="*/ 9608800 w 12000656"/>
              <a:gd name="connsiteY13" fmla="*/ 3884388 h 7484434"/>
              <a:gd name="connsiteX14" fmla="*/ 9351875 w 12000656"/>
              <a:gd name="connsiteY14" fmla="*/ 4152929 h 7484434"/>
              <a:gd name="connsiteX15" fmla="*/ 8090797 w 12000656"/>
              <a:gd name="connsiteY15" fmla="*/ 4575498 h 7484434"/>
              <a:gd name="connsiteX16" fmla="*/ 7882268 w 12000656"/>
              <a:gd name="connsiteY16" fmla="*/ 4582298 h 7484434"/>
              <a:gd name="connsiteX17" fmla="*/ 7901712 w 12000656"/>
              <a:gd name="connsiteY17" fmla="*/ 4518763 h 7484434"/>
              <a:gd name="connsiteX18" fmla="*/ 8079831 w 12000656"/>
              <a:gd name="connsiteY18" fmla="*/ 4513191 h 7484434"/>
              <a:gd name="connsiteX19" fmla="*/ 9312396 w 12000656"/>
              <a:gd name="connsiteY19" fmla="*/ 4104115 h 7484434"/>
              <a:gd name="connsiteX20" fmla="*/ 9728440 w 12000656"/>
              <a:gd name="connsiteY20" fmla="*/ 2005146 h 7484434"/>
              <a:gd name="connsiteX21" fmla="*/ 9972903 w 12000656"/>
              <a:gd name="connsiteY21" fmla="*/ 269224 h 7484434"/>
              <a:gd name="connsiteX22" fmla="*/ 11782845 w 12000656"/>
              <a:gd name="connsiteY22" fmla="*/ 11428 h 7484434"/>
              <a:gd name="connsiteX23" fmla="*/ 11772217 w 12000656"/>
              <a:gd name="connsiteY23" fmla="*/ 72445 h 7484434"/>
              <a:gd name="connsiteX24" fmla="*/ 10013901 w 12000656"/>
              <a:gd name="connsiteY24" fmla="*/ 314987 h 7484434"/>
              <a:gd name="connsiteX25" fmla="*/ 9787657 w 12000656"/>
              <a:gd name="connsiteY25" fmla="*/ 1989892 h 7484434"/>
              <a:gd name="connsiteX26" fmla="*/ 9863577 w 12000656"/>
              <a:gd name="connsiteY26" fmla="*/ 3306325 h 7484434"/>
              <a:gd name="connsiteX27" fmla="*/ 9608800 w 12000656"/>
              <a:gd name="connsiteY27" fmla="*/ 3884388 h 7484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000656" h="7484434">
                <a:moveTo>
                  <a:pt x="5616388" y="4076496"/>
                </a:moveTo>
                <a:lnTo>
                  <a:pt x="5441159" y="4078236"/>
                </a:lnTo>
                <a:lnTo>
                  <a:pt x="5352655" y="4046118"/>
                </a:lnTo>
                <a:cubicBezTo>
                  <a:pt x="4966689" y="3897256"/>
                  <a:pt x="4572876" y="3719140"/>
                  <a:pt x="4177141" y="3513781"/>
                </a:cubicBezTo>
                <a:cubicBezTo>
                  <a:pt x="2509929" y="4162081"/>
                  <a:pt x="1478929" y="5206992"/>
                  <a:pt x="906491" y="5968172"/>
                </a:cubicBezTo>
                <a:cubicBezTo>
                  <a:pt x="286980" y="6794946"/>
                  <a:pt x="59219" y="7476807"/>
                  <a:pt x="57699" y="7484434"/>
                </a:cubicBezTo>
                <a:lnTo>
                  <a:pt x="0" y="7464605"/>
                </a:lnTo>
                <a:cubicBezTo>
                  <a:pt x="1519" y="7456976"/>
                  <a:pt x="232317" y="6765964"/>
                  <a:pt x="857901" y="5930038"/>
                </a:cubicBezTo>
                <a:cubicBezTo>
                  <a:pt x="1225356" y="5438854"/>
                  <a:pt x="1655065" y="4994957"/>
                  <a:pt x="2136401" y="4610553"/>
                </a:cubicBezTo>
                <a:cubicBezTo>
                  <a:pt x="2737690" y="4128523"/>
                  <a:pt x="3420974" y="3738016"/>
                  <a:pt x="4166512" y="3449714"/>
                </a:cubicBezTo>
                <a:lnTo>
                  <a:pt x="4178658" y="3445137"/>
                </a:lnTo>
                <a:lnTo>
                  <a:pt x="4190806" y="3451239"/>
                </a:lnTo>
                <a:cubicBezTo>
                  <a:pt x="4585972" y="3657169"/>
                  <a:pt x="4979002" y="3835643"/>
                  <a:pt x="5364052" y="3984648"/>
                </a:cubicBezTo>
                <a:close/>
                <a:moveTo>
                  <a:pt x="9608800" y="3884388"/>
                </a:moveTo>
                <a:cubicBezTo>
                  <a:pt x="9536076" y="3983823"/>
                  <a:pt x="9450381" y="4073417"/>
                  <a:pt x="9351875" y="4152929"/>
                </a:cubicBezTo>
                <a:cubicBezTo>
                  <a:pt x="9043970" y="4400188"/>
                  <a:pt x="8615743" y="4542339"/>
                  <a:pt x="8090797" y="4575498"/>
                </a:cubicBezTo>
                <a:lnTo>
                  <a:pt x="7882268" y="4582298"/>
                </a:lnTo>
                <a:lnTo>
                  <a:pt x="7901712" y="4518763"/>
                </a:lnTo>
                <a:lnTo>
                  <a:pt x="8079831" y="4513191"/>
                </a:lnTo>
                <a:cubicBezTo>
                  <a:pt x="8594169" y="4481450"/>
                  <a:pt x="9012463" y="4343367"/>
                  <a:pt x="9312396" y="4104115"/>
                </a:cubicBezTo>
                <a:cubicBezTo>
                  <a:pt x="9833210" y="3687678"/>
                  <a:pt x="9975940" y="2961579"/>
                  <a:pt x="9728440" y="2005146"/>
                </a:cubicBezTo>
                <a:cubicBezTo>
                  <a:pt x="9515863" y="1187524"/>
                  <a:pt x="9597857" y="603289"/>
                  <a:pt x="9972903" y="269224"/>
                </a:cubicBezTo>
                <a:cubicBezTo>
                  <a:pt x="10331247" y="-51113"/>
                  <a:pt x="11482959" y="44225"/>
                  <a:pt x="11782845" y="11428"/>
                </a:cubicBezTo>
                <a:cubicBezTo>
                  <a:pt x="12082731" y="-21369"/>
                  <a:pt x="12067042" y="21852"/>
                  <a:pt x="11772217" y="72445"/>
                </a:cubicBezTo>
                <a:cubicBezTo>
                  <a:pt x="11477393" y="123037"/>
                  <a:pt x="10442092" y="-66367"/>
                  <a:pt x="10013901" y="314987"/>
                </a:cubicBezTo>
                <a:cubicBezTo>
                  <a:pt x="9658594" y="632273"/>
                  <a:pt x="9582673" y="1196676"/>
                  <a:pt x="9787657" y="1989892"/>
                </a:cubicBezTo>
                <a:cubicBezTo>
                  <a:pt x="9918240" y="2494803"/>
                  <a:pt x="9944054" y="2937173"/>
                  <a:pt x="9863577" y="3306325"/>
                </a:cubicBezTo>
                <a:cubicBezTo>
                  <a:pt x="9815179" y="3525603"/>
                  <a:pt x="9730006" y="3718663"/>
                  <a:pt x="9608800" y="3884388"/>
                </a:cubicBezTo>
                <a:close/>
              </a:path>
            </a:pathLst>
          </a:custGeom>
          <a:gradFill>
            <a:gsLst>
              <a:gs pos="100000">
                <a:schemeClr val="accent2">
                  <a:alpha val="100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wrap="square" rtlCol="0" anchor="ctr">
            <a:noAutofit/>
          </a:bodyPr>
          <a:lstStyle/>
          <a:p>
            <a:endParaRPr lang="en-GB"/>
          </a:p>
        </p:txBody>
      </p:sp>
      <p:sp>
        <p:nvSpPr>
          <p:cNvPr id="11" name="Title 10">
            <a:extLst>
              <a:ext uri="{FF2B5EF4-FFF2-40B4-BE49-F238E27FC236}">
                <a16:creationId xmlns:a16="http://schemas.microsoft.com/office/drawing/2014/main" id="{CE5626D2-4B84-6929-D4F9-1F67489262B8}"/>
              </a:ext>
            </a:extLst>
          </p:cNvPr>
          <p:cNvSpPr>
            <a:spLocks noGrp="1"/>
          </p:cNvSpPr>
          <p:nvPr>
            <p:ph type="ctrTitle"/>
          </p:nvPr>
        </p:nvSpPr>
        <p:spPr>
          <a:xfrm>
            <a:off x="404813" y="2989014"/>
            <a:ext cx="8849356" cy="1061829"/>
          </a:xfrm>
        </p:spPr>
        <p:txBody>
          <a:bodyPr/>
          <a:lstStyle/>
          <a:p>
            <a:r>
              <a:rPr lang="en-GB" dirty="0"/>
              <a:t>Beazley </a:t>
            </a:r>
          </a:p>
        </p:txBody>
      </p:sp>
      <p:sp>
        <p:nvSpPr>
          <p:cNvPr id="3" name="Subtitle 2">
            <a:extLst>
              <a:ext uri="{FF2B5EF4-FFF2-40B4-BE49-F238E27FC236}">
                <a16:creationId xmlns:a16="http://schemas.microsoft.com/office/drawing/2014/main" id="{776E779B-9047-50C9-5827-CAAC8867C88D}"/>
              </a:ext>
            </a:extLst>
          </p:cNvPr>
          <p:cNvSpPr>
            <a:spLocks noGrp="1"/>
          </p:cNvSpPr>
          <p:nvPr>
            <p:ph type="subTitle" idx="1"/>
          </p:nvPr>
        </p:nvSpPr>
        <p:spPr>
          <a:xfrm>
            <a:off x="404812" y="4189631"/>
            <a:ext cx="8843967" cy="353943"/>
          </a:xfrm>
        </p:spPr>
        <p:txBody>
          <a:bodyPr/>
          <a:lstStyle/>
          <a:p>
            <a:r>
              <a:rPr lang="en-GB" dirty="0"/>
              <a:t>Jira Ways of Working for GPAS &amp; Billing Programme Delivery</a:t>
            </a:r>
          </a:p>
        </p:txBody>
      </p:sp>
    </p:spTree>
    <p:extLst>
      <p:ext uri="{BB962C8B-B14F-4D97-AF65-F5344CB8AC3E}">
        <p14:creationId xmlns:p14="http://schemas.microsoft.com/office/powerpoint/2010/main" val="19237455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4E1E228-4B1E-4ED9-BABD-D70EC259C577}"/>
              </a:ext>
            </a:extLst>
          </p:cNvPr>
          <p:cNvSpPr/>
          <p:nvPr/>
        </p:nvSpPr>
        <p:spPr bwMode="auto">
          <a:xfrm>
            <a:off x="979469" y="2969231"/>
            <a:ext cx="10233061" cy="2989780"/>
          </a:xfrm>
          <a:prstGeom prst="rect">
            <a:avLst/>
          </a:prstGeom>
          <a:solidFill>
            <a:schemeClr val="bg2">
              <a:lumMod val="75000"/>
            </a:schemeClr>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bg1"/>
              </a:solidFill>
              <a:effectLst/>
              <a:latin typeface="Century Gothic" pitchFamily="34" charset="0"/>
            </a:endParaRPr>
          </a:p>
          <a:p>
            <a:pPr marL="0" marR="0" indent="0" algn="l" defTabSz="914400" rtl="0" eaLnBrk="1" fontAlgn="base" latinLnBrk="0" hangingPunct="1">
              <a:lnSpc>
                <a:spcPct val="100000"/>
              </a:lnSpc>
              <a:spcBef>
                <a:spcPct val="0"/>
              </a:spcBef>
              <a:spcAft>
                <a:spcPct val="0"/>
              </a:spcAft>
              <a:buClrTx/>
              <a:buSzTx/>
              <a:buFontTx/>
              <a:buNone/>
              <a:tabLst/>
            </a:pPr>
            <a:endParaRPr lang="en-US" dirty="0">
              <a:solidFill>
                <a:schemeClr val="bg1"/>
              </a:solidFill>
              <a:latin typeface="Century Gothic" pitchFamily="34" charset="0"/>
            </a:endParaRPr>
          </a:p>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bg1"/>
              </a:solidFill>
              <a:effectLst/>
              <a:latin typeface="Century Gothic" pitchFamily="34" charset="0"/>
            </a:endParaRPr>
          </a:p>
          <a:p>
            <a:pPr marL="0" marR="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bg1"/>
                </a:solidFill>
                <a:effectLst/>
                <a:latin typeface="Century Gothic" pitchFamily="34" charset="0"/>
              </a:rPr>
              <a:t>Please note that Jira’s Way of Workin</a:t>
            </a:r>
            <a:r>
              <a:rPr lang="en-US" b="1" dirty="0">
                <a:solidFill>
                  <a:schemeClr val="bg1"/>
                </a:solidFill>
                <a:latin typeface="Century Gothic" pitchFamily="34" charset="0"/>
              </a:rPr>
              <a:t>g document is –</a:t>
            </a:r>
          </a:p>
          <a:p>
            <a:pPr marL="742950" lvl="1" indent="-285750">
              <a:buFont typeface="Arial" panose="020B0604020202020204" pitchFamily="34" charset="0"/>
              <a:buChar char="•"/>
            </a:pPr>
            <a:r>
              <a:rPr lang="en-IN" sz="1600" dirty="0">
                <a:solidFill>
                  <a:schemeClr val="bg1"/>
                </a:solidFill>
                <a:latin typeface="Century Gothic" pitchFamily="34" charset="0"/>
              </a:rPr>
              <a:t>Guidance on how the Jira process  is expected to run</a:t>
            </a:r>
          </a:p>
          <a:p>
            <a:pPr marL="742950" lvl="1" indent="-285750">
              <a:buFont typeface="Arial" panose="020B0604020202020204" pitchFamily="34" charset="0"/>
              <a:buChar char="•"/>
            </a:pPr>
            <a:r>
              <a:rPr lang="en-IN" sz="1600">
                <a:solidFill>
                  <a:schemeClr val="bg1"/>
                </a:solidFill>
                <a:latin typeface="Century Gothic" pitchFamily="34" charset="0"/>
              </a:rPr>
              <a:t>Teams </a:t>
            </a:r>
            <a:r>
              <a:rPr lang="en-IN" sz="1600" dirty="0">
                <a:solidFill>
                  <a:schemeClr val="bg1"/>
                </a:solidFill>
                <a:latin typeface="Century Gothic" pitchFamily="34" charset="0"/>
              </a:rPr>
              <a:t>are encouraged to suggest improvements</a:t>
            </a:r>
          </a:p>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bg1"/>
              </a:solidFill>
              <a:effectLst/>
              <a:latin typeface="Century Gothic" pitchFamily="34" charset="0"/>
            </a:endParaRPr>
          </a:p>
        </p:txBody>
      </p:sp>
      <p:sp>
        <p:nvSpPr>
          <p:cNvPr id="18" name="Content Placeholder 2">
            <a:extLst>
              <a:ext uri="{FF2B5EF4-FFF2-40B4-BE49-F238E27FC236}">
                <a16:creationId xmlns:a16="http://schemas.microsoft.com/office/drawing/2014/main" id="{6AB76912-94F7-40D1-B87F-4F4EDF3CF86B}"/>
              </a:ext>
            </a:extLst>
          </p:cNvPr>
          <p:cNvSpPr>
            <a:spLocks noGrp="1"/>
          </p:cNvSpPr>
          <p:nvPr>
            <p:ph idx="1"/>
          </p:nvPr>
        </p:nvSpPr>
        <p:spPr>
          <a:xfrm>
            <a:off x="628008" y="734602"/>
            <a:ext cx="10935984" cy="2025587"/>
          </a:xfrm>
          <a:solidFill>
            <a:schemeClr val="accent2">
              <a:lumMod val="20000"/>
              <a:lumOff val="80000"/>
            </a:schemeClr>
          </a:solidFill>
          <a:ln>
            <a:noFill/>
          </a:ln>
        </p:spPr>
        <p:txBody>
          <a:bodyPr anchor="ctr" anchorCtr="0">
            <a:normAutofit/>
          </a:bodyPr>
          <a:lstStyle/>
          <a:p>
            <a:pPr marL="0" indent="0" algn="ctr">
              <a:buNone/>
            </a:pPr>
            <a:r>
              <a:rPr lang="en-IN" sz="1800" dirty="0">
                <a:latin typeface="Ubuntu" panose="020B0504030602030204" pitchFamily="34" charset="0"/>
              </a:rPr>
              <a:t>The Jira Ways of Working depicted here is the </a:t>
            </a:r>
            <a:r>
              <a:rPr lang="en-IN" dirty="0">
                <a:latin typeface="Ubuntu" panose="020B0504030602030204" pitchFamily="34" charset="0"/>
              </a:rPr>
              <a:t>proposed setup of all Capgemini owned work within GPAS &amp; Billing components. This proposal will be fed into overall programme Jira ways of working.</a:t>
            </a:r>
          </a:p>
          <a:p>
            <a:pPr marL="0" indent="0" algn="ctr">
              <a:buNone/>
            </a:pPr>
            <a:endParaRPr lang="en-IN" sz="1800" dirty="0">
              <a:latin typeface="Ubuntu" panose="020B0504030602030204" pitchFamily="34" charset="0"/>
            </a:endParaRPr>
          </a:p>
          <a:p>
            <a:pPr marL="0" indent="0" algn="ctr">
              <a:buNone/>
            </a:pPr>
            <a:r>
              <a:rPr lang="en-IN" dirty="0">
                <a:latin typeface="Ubuntu" panose="020B0504030602030204" pitchFamily="34" charset="0"/>
              </a:rPr>
              <a:t>Please read this document in conjunction with the Ways of Working document.</a:t>
            </a:r>
            <a:endParaRPr lang="en-IN" sz="1800" dirty="0">
              <a:latin typeface="Ubuntu" panose="020B0504030602030204" pitchFamily="34" charset="0"/>
            </a:endParaRPr>
          </a:p>
        </p:txBody>
      </p:sp>
    </p:spTree>
    <p:extLst>
      <p:ext uri="{BB962C8B-B14F-4D97-AF65-F5344CB8AC3E}">
        <p14:creationId xmlns:p14="http://schemas.microsoft.com/office/powerpoint/2010/main" val="3727028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AB898ED-11D0-4C15-B6EA-55C51C08FC51}"/>
              </a:ext>
            </a:extLst>
          </p:cNvPr>
          <p:cNvSpPr>
            <a:spLocks noGrp="1"/>
          </p:cNvSpPr>
          <p:nvPr>
            <p:ph type="body" sz="quarter" idx="11"/>
          </p:nvPr>
        </p:nvSpPr>
        <p:spPr>
          <a:xfrm>
            <a:off x="332280" y="154831"/>
            <a:ext cx="8167513" cy="546139"/>
          </a:xfrm>
        </p:spPr>
        <p:txBody>
          <a:bodyPr>
            <a:normAutofit/>
          </a:bodyPr>
          <a:lstStyle/>
          <a:p>
            <a:r>
              <a:rPr lang="en-GB" sz="2400" b="0" dirty="0">
                <a:solidFill>
                  <a:schemeClr val="hlink"/>
                </a:solidFill>
                <a:latin typeface="+mj-lt"/>
                <a:ea typeface="+mj-ea"/>
                <a:cs typeface="+mj-cs"/>
              </a:rPr>
              <a:t>Table</a:t>
            </a:r>
            <a:r>
              <a:rPr lang="en-GB" sz="2400" dirty="0">
                <a:solidFill>
                  <a:schemeClr val="accent1">
                    <a:lumMod val="50000"/>
                  </a:schemeClr>
                </a:solidFill>
              </a:rPr>
              <a:t> </a:t>
            </a:r>
            <a:r>
              <a:rPr lang="en-GB" sz="2400" b="0" dirty="0">
                <a:solidFill>
                  <a:schemeClr val="hlink"/>
                </a:solidFill>
                <a:latin typeface="+mj-lt"/>
                <a:ea typeface="+mj-ea"/>
                <a:cs typeface="+mj-cs"/>
              </a:rPr>
              <a:t>of Content</a:t>
            </a:r>
          </a:p>
        </p:txBody>
      </p:sp>
      <p:sp>
        <p:nvSpPr>
          <p:cNvPr id="7" name="Text Placeholder 1">
            <a:extLst>
              <a:ext uri="{FF2B5EF4-FFF2-40B4-BE49-F238E27FC236}">
                <a16:creationId xmlns:a16="http://schemas.microsoft.com/office/drawing/2014/main" id="{E724F7E5-D315-4EFA-8D05-6D6B2D10A66F}"/>
              </a:ext>
            </a:extLst>
          </p:cNvPr>
          <p:cNvSpPr txBox="1">
            <a:spLocks/>
          </p:cNvSpPr>
          <p:nvPr/>
        </p:nvSpPr>
        <p:spPr bwMode="auto">
          <a:xfrm>
            <a:off x="489935" y="859254"/>
            <a:ext cx="9062626" cy="5366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marL="0" indent="0" algn="l" rtl="0" eaLnBrk="1" fontAlgn="base" hangingPunct="1">
              <a:lnSpc>
                <a:spcPct val="100000"/>
              </a:lnSpc>
              <a:spcBef>
                <a:spcPts val="0"/>
              </a:spcBef>
              <a:spcAft>
                <a:spcPct val="0"/>
              </a:spcAft>
              <a:buNone/>
              <a:defRPr sz="3600" b="1">
                <a:solidFill>
                  <a:schemeClr val="bg1"/>
                </a:solidFill>
                <a:latin typeface="+mn-lt"/>
                <a:ea typeface="+mn-ea"/>
                <a:cs typeface="+mn-cs"/>
              </a:defRPr>
            </a:lvl1pPr>
            <a:lvl2pPr marL="457200" indent="0" algn="l" rtl="0" eaLnBrk="1" fontAlgn="base" hangingPunct="1">
              <a:spcBef>
                <a:spcPct val="20000"/>
              </a:spcBef>
              <a:spcAft>
                <a:spcPct val="0"/>
              </a:spcAft>
              <a:buNone/>
              <a:defRPr sz="6000">
                <a:solidFill>
                  <a:schemeClr val="bg1"/>
                </a:solidFill>
                <a:latin typeface="+mn-lt"/>
              </a:defRPr>
            </a:lvl2pPr>
            <a:lvl3pPr marL="209550" indent="-200025" algn="l" rtl="0" eaLnBrk="1" fontAlgn="base" hangingPunct="1">
              <a:spcBef>
                <a:spcPct val="20000"/>
              </a:spcBef>
              <a:spcAft>
                <a:spcPct val="0"/>
              </a:spcAft>
              <a:buChar char="•"/>
              <a:defRPr>
                <a:solidFill>
                  <a:schemeClr val="hlink"/>
                </a:solidFill>
                <a:latin typeface="+mn-lt"/>
              </a:defRPr>
            </a:lvl3pPr>
            <a:lvl4pPr marL="396875" indent="-184150" algn="l" rtl="0" eaLnBrk="1" fontAlgn="base" hangingPunct="1">
              <a:spcBef>
                <a:spcPct val="20000"/>
              </a:spcBef>
              <a:spcAft>
                <a:spcPct val="0"/>
              </a:spcAft>
              <a:buFont typeface="Century Gothic" panose="020B0502020202020204" pitchFamily="34" charset="0"/>
              <a:buChar char="–"/>
              <a:defRPr sz="1500">
                <a:solidFill>
                  <a:schemeClr val="hlink"/>
                </a:solidFill>
                <a:latin typeface="+mn-lt"/>
              </a:defRPr>
            </a:lvl4pPr>
            <a:lvl5pPr marL="603250" indent="-204788" algn="l" rtl="0" eaLnBrk="1" fontAlgn="base" hangingPunct="1">
              <a:spcBef>
                <a:spcPct val="20000"/>
              </a:spcBef>
              <a:spcAft>
                <a:spcPct val="0"/>
              </a:spcAft>
              <a:buSzPct val="65000"/>
              <a:buFont typeface="Century Gothic" panose="020B0502020202020204" pitchFamily="34" charset="0"/>
              <a:buChar char="►"/>
              <a:defRPr sz="1500">
                <a:solidFill>
                  <a:schemeClr val="hlink"/>
                </a:solidFill>
                <a:latin typeface="+mn-lt"/>
              </a:defRPr>
            </a:lvl5pPr>
            <a:lvl6pPr marL="1060450" indent="-204788" algn="l" rtl="0" eaLnBrk="1" fontAlgn="base" hangingPunct="1">
              <a:spcBef>
                <a:spcPct val="20000"/>
              </a:spcBef>
              <a:spcAft>
                <a:spcPct val="0"/>
              </a:spcAft>
              <a:buChar char="•"/>
              <a:defRPr sz="1500">
                <a:solidFill>
                  <a:schemeClr val="tx1"/>
                </a:solidFill>
                <a:latin typeface="+mn-lt"/>
              </a:defRPr>
            </a:lvl6pPr>
            <a:lvl7pPr marL="1517650" indent="-204788" algn="l" rtl="0" eaLnBrk="1" fontAlgn="base" hangingPunct="1">
              <a:spcBef>
                <a:spcPct val="20000"/>
              </a:spcBef>
              <a:spcAft>
                <a:spcPct val="0"/>
              </a:spcAft>
              <a:buChar char="•"/>
              <a:defRPr sz="1500">
                <a:solidFill>
                  <a:schemeClr val="tx1"/>
                </a:solidFill>
                <a:latin typeface="+mn-lt"/>
              </a:defRPr>
            </a:lvl7pPr>
            <a:lvl8pPr marL="1974850" indent="-204788" algn="l" rtl="0" eaLnBrk="1" fontAlgn="base" hangingPunct="1">
              <a:spcBef>
                <a:spcPct val="20000"/>
              </a:spcBef>
              <a:spcAft>
                <a:spcPct val="0"/>
              </a:spcAft>
              <a:buChar char="•"/>
              <a:defRPr sz="1500">
                <a:solidFill>
                  <a:schemeClr val="tx1"/>
                </a:solidFill>
                <a:latin typeface="+mn-lt"/>
              </a:defRPr>
            </a:lvl8pPr>
            <a:lvl9pPr marL="2432050" indent="-204788" algn="l" rtl="0" eaLnBrk="1" fontAlgn="base" hangingPunct="1">
              <a:spcBef>
                <a:spcPct val="20000"/>
              </a:spcBef>
              <a:spcAft>
                <a:spcPct val="0"/>
              </a:spcAft>
              <a:buChar char="•"/>
              <a:defRPr sz="1500">
                <a:solidFill>
                  <a:schemeClr val="tx1"/>
                </a:solidFill>
                <a:latin typeface="+mn-lt"/>
              </a:defRPr>
            </a:lvl9pPr>
          </a:lstStyle>
          <a:p>
            <a:pPr marL="514350" indent="-514350">
              <a:lnSpc>
                <a:spcPct val="120000"/>
              </a:lnSpc>
              <a:buFont typeface="+mj-lt"/>
              <a:buAutoNum type="arabicPeriod"/>
            </a:pPr>
            <a:r>
              <a:rPr lang="en-GB" sz="2000" b="0" kern="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Jira Setup Overview</a:t>
            </a:r>
          </a:p>
          <a:p>
            <a:pPr marL="514350" indent="-514350">
              <a:lnSpc>
                <a:spcPct val="120000"/>
              </a:lnSpc>
              <a:buFont typeface="+mj-lt"/>
              <a:buAutoNum type="arabicPeriod"/>
            </a:pPr>
            <a:r>
              <a:rPr lang="en-GB" sz="2000" b="0" kern="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Jira Setup – Naming Convention</a:t>
            </a:r>
          </a:p>
          <a:p>
            <a:pPr marL="514350" indent="-514350">
              <a:lnSpc>
                <a:spcPct val="120000"/>
              </a:lnSpc>
              <a:buFont typeface="+mj-lt"/>
              <a:buAutoNum type="arabicPeriod"/>
            </a:pPr>
            <a:r>
              <a:rPr lang="en-GB" sz="2000" b="0" kern="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Jira Setup – One Scheme configuration </a:t>
            </a:r>
          </a:p>
          <a:p>
            <a:pPr marL="514350" indent="-514350">
              <a:lnSpc>
                <a:spcPct val="120000"/>
              </a:lnSpc>
              <a:buFont typeface="+mj-lt"/>
              <a:buAutoNum type="arabicPeriod"/>
            </a:pPr>
            <a:r>
              <a:rPr lang="en-GB" sz="2000" b="0" kern="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Jira Structure of a project</a:t>
            </a:r>
          </a:p>
          <a:p>
            <a:pPr marL="514350" indent="-514350">
              <a:lnSpc>
                <a:spcPct val="120000"/>
              </a:lnSpc>
              <a:buFont typeface="+mj-lt"/>
              <a:buAutoNum type="arabicPeriod"/>
            </a:pPr>
            <a:r>
              <a:rPr lang="en-GB" sz="2000" b="0" kern="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Jira Xray traceability view</a:t>
            </a:r>
          </a:p>
          <a:p>
            <a:pPr marL="514350" indent="-514350">
              <a:lnSpc>
                <a:spcPct val="120000"/>
              </a:lnSpc>
              <a:buFont typeface="+mj-lt"/>
              <a:buAutoNum type="arabicPeriod"/>
            </a:pPr>
            <a:r>
              <a:rPr lang="en-GB" sz="2000" b="0" kern="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Jira Workflow (Story, In sprint Defect, Stabilisation)</a:t>
            </a:r>
          </a:p>
          <a:p>
            <a:pPr marL="514350" indent="-514350">
              <a:lnSpc>
                <a:spcPct val="120000"/>
              </a:lnSpc>
              <a:buFont typeface="+mj-lt"/>
              <a:buAutoNum type="arabicPeriod"/>
            </a:pPr>
            <a:r>
              <a:rPr lang="en-GB" sz="2000" b="0" kern="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Linked issues</a:t>
            </a:r>
          </a:p>
          <a:p>
            <a:pPr marL="514350" indent="-514350">
              <a:lnSpc>
                <a:spcPct val="120000"/>
              </a:lnSpc>
              <a:buAutoNum type="arabicPeriod"/>
            </a:pPr>
            <a:r>
              <a:rPr lang="en-GB" sz="2000" b="0" kern="0" dirty="0">
                <a:solidFill>
                  <a:schemeClr val="accent6">
                    <a:lumMod val="50000"/>
                  </a:schemeClr>
                </a:solidFill>
                <a:latin typeface="Calibri"/>
                <a:ea typeface="Calibri" panose="020F0502020204030204" pitchFamily="34" charset="0"/>
                <a:cs typeface="Calibri"/>
              </a:rPr>
              <a:t>Jira Dashboards &amp; Reports</a:t>
            </a:r>
          </a:p>
          <a:p>
            <a:pPr marL="514350" indent="-514350">
              <a:lnSpc>
                <a:spcPct val="120000"/>
              </a:lnSpc>
              <a:buAutoNum type="arabicPeriod"/>
            </a:pPr>
            <a:r>
              <a:rPr lang="en-GB" sz="2000" b="0" kern="0" dirty="0">
                <a:solidFill>
                  <a:schemeClr val="accent6">
                    <a:lumMod val="50000"/>
                  </a:schemeClr>
                </a:solidFill>
                <a:latin typeface="Calibri"/>
                <a:ea typeface="Calibri" panose="020F0502020204030204" pitchFamily="34" charset="0"/>
                <a:cs typeface="Calibri"/>
              </a:rPr>
              <a:t>Tracking of Sprint Start &amp; Closure</a:t>
            </a:r>
            <a:endParaRPr lang="en-GB" dirty="0">
              <a:solidFill>
                <a:schemeClr val="accent6">
                  <a:lumMod val="50000"/>
                </a:schemeClr>
              </a:solidFill>
              <a:latin typeface="Calibri"/>
              <a:cs typeface="Calibri"/>
            </a:endParaRPr>
          </a:p>
          <a:p>
            <a:pPr marL="514350" indent="-514350">
              <a:lnSpc>
                <a:spcPct val="120000"/>
              </a:lnSpc>
              <a:buFont typeface="+mj-lt"/>
              <a:buAutoNum type="arabicPeriod"/>
            </a:pPr>
            <a:r>
              <a:rPr lang="en-GB" sz="2000" b="0" kern="0" dirty="0">
                <a:solidFill>
                  <a:schemeClr val="accent6">
                    <a:lumMod val="50000"/>
                  </a:schemeClr>
                </a:solidFill>
                <a:latin typeface="Calibri"/>
                <a:ea typeface="Calibri"/>
                <a:cs typeface="Calibri"/>
              </a:rPr>
              <a:t>Appendix</a:t>
            </a:r>
          </a:p>
          <a:p>
            <a:pPr marL="742950" lvl="1" indent="-285750">
              <a:buFont typeface="Arial" panose="020B0604020202020204" pitchFamily="34" charset="0"/>
              <a:buChar char="•"/>
            </a:pPr>
            <a:r>
              <a:rPr lang="en-GB" sz="2000" kern="0" dirty="0">
                <a:solidFill>
                  <a:schemeClr val="accent6">
                    <a:lumMod val="50000"/>
                  </a:schemeClr>
                </a:solidFill>
                <a:latin typeface="Calibri"/>
                <a:ea typeface="Calibri"/>
                <a:cs typeface="Calibri"/>
              </a:rPr>
              <a:t>Sprint Preparation</a:t>
            </a:r>
            <a:endParaRPr lang="en-GB"/>
          </a:p>
          <a:p>
            <a:pPr marL="742950" lvl="1" indent="-285750">
              <a:buFont typeface="Arial" panose="020B0604020202020204" pitchFamily="34" charset="0"/>
              <a:buChar char="•"/>
            </a:pPr>
            <a:r>
              <a:rPr lang="en-GB" sz="2000" kern="0" dirty="0">
                <a:solidFill>
                  <a:schemeClr val="accent6">
                    <a:lumMod val="50000"/>
                  </a:schemeClr>
                </a:solidFill>
                <a:latin typeface="Calibri"/>
                <a:ea typeface="Calibri"/>
                <a:cs typeface="Calibri"/>
              </a:rPr>
              <a:t>Project Configuration</a:t>
            </a:r>
            <a:endParaRPr lang="en-GB"/>
          </a:p>
          <a:p>
            <a:pPr marL="742950" lvl="1" indent="-285750">
              <a:buFont typeface="Arial" panose="020B0604020202020204" pitchFamily="34" charset="0"/>
              <a:buChar char="•"/>
            </a:pPr>
            <a:r>
              <a:rPr lang="en-GB" sz="2000" kern="0" dirty="0">
                <a:solidFill>
                  <a:schemeClr val="accent6">
                    <a:lumMod val="50000"/>
                  </a:schemeClr>
                </a:solidFill>
                <a:latin typeface="Calibri"/>
                <a:ea typeface="Calibri"/>
                <a:cs typeface="Calibri"/>
              </a:rPr>
              <a:t>Jira Issue Creation</a:t>
            </a:r>
            <a:endParaRPr lang="en-GB"/>
          </a:p>
          <a:p>
            <a:pPr lvl="0">
              <a:lnSpc>
                <a:spcPct val="220000"/>
              </a:lnSpc>
            </a:pPr>
            <a:endParaRPr lang="en-GB" sz="2000" b="0" kern="0"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8" name="Text Placeholder 2">
            <a:extLst>
              <a:ext uri="{FF2B5EF4-FFF2-40B4-BE49-F238E27FC236}">
                <a16:creationId xmlns:a16="http://schemas.microsoft.com/office/drawing/2014/main" id="{43635D33-DA5A-45B9-903B-EC6063D7B473}"/>
              </a:ext>
            </a:extLst>
          </p:cNvPr>
          <p:cNvSpPr txBox="1">
            <a:spLocks/>
          </p:cNvSpPr>
          <p:nvPr/>
        </p:nvSpPr>
        <p:spPr>
          <a:xfrm>
            <a:off x="791464" y="2987265"/>
            <a:ext cx="6103736" cy="555448"/>
          </a:xfrm>
          <a:prstGeom prst="rect">
            <a:avLst/>
          </a:prstGeom>
        </p:spPr>
        <p:txBody>
          <a:bodyPr/>
          <a:lstStyle>
            <a:lvl1pPr algn="l" rtl="0" eaLnBrk="1" fontAlgn="base" hangingPunct="1">
              <a:spcBef>
                <a:spcPct val="20000"/>
              </a:spcBef>
              <a:spcAft>
                <a:spcPct val="0"/>
              </a:spcAft>
              <a:defRPr b="1">
                <a:solidFill>
                  <a:schemeClr val="hlink"/>
                </a:solidFill>
                <a:latin typeface="+mn-lt"/>
                <a:ea typeface="+mn-ea"/>
                <a:cs typeface="+mn-cs"/>
              </a:defRPr>
            </a:lvl1pPr>
            <a:lvl2pPr marL="3175" indent="-1588" algn="l" rtl="0" eaLnBrk="1" fontAlgn="base" hangingPunct="1">
              <a:spcBef>
                <a:spcPct val="20000"/>
              </a:spcBef>
              <a:spcAft>
                <a:spcPct val="0"/>
              </a:spcAft>
              <a:defRPr>
                <a:solidFill>
                  <a:schemeClr val="hlink"/>
                </a:solidFill>
                <a:latin typeface="+mn-lt"/>
              </a:defRPr>
            </a:lvl2pPr>
            <a:lvl3pPr marL="209550" indent="-200025" algn="l" rtl="0" eaLnBrk="1" fontAlgn="base" hangingPunct="1">
              <a:spcBef>
                <a:spcPct val="20000"/>
              </a:spcBef>
              <a:spcAft>
                <a:spcPct val="0"/>
              </a:spcAft>
              <a:buChar char="•"/>
              <a:defRPr>
                <a:solidFill>
                  <a:schemeClr val="hlink"/>
                </a:solidFill>
                <a:latin typeface="+mn-lt"/>
              </a:defRPr>
            </a:lvl3pPr>
            <a:lvl4pPr marL="396875" indent="-184150" algn="l" rtl="0" eaLnBrk="1" fontAlgn="base" hangingPunct="1">
              <a:spcBef>
                <a:spcPct val="20000"/>
              </a:spcBef>
              <a:spcAft>
                <a:spcPct val="0"/>
              </a:spcAft>
              <a:buFont typeface="Century Gothic" panose="020B0502020202020204" pitchFamily="34" charset="0"/>
              <a:buChar char="–"/>
              <a:defRPr sz="1500">
                <a:solidFill>
                  <a:schemeClr val="hlink"/>
                </a:solidFill>
                <a:latin typeface="+mn-lt"/>
              </a:defRPr>
            </a:lvl4pPr>
            <a:lvl5pPr marL="603250" indent="-204788" algn="l" rtl="0" eaLnBrk="1" fontAlgn="base" hangingPunct="1">
              <a:spcBef>
                <a:spcPct val="20000"/>
              </a:spcBef>
              <a:spcAft>
                <a:spcPct val="0"/>
              </a:spcAft>
              <a:buSzPct val="65000"/>
              <a:buFont typeface="Century Gothic" panose="020B0502020202020204" pitchFamily="34" charset="0"/>
              <a:buChar char="►"/>
              <a:defRPr sz="1500">
                <a:solidFill>
                  <a:schemeClr val="hlink"/>
                </a:solidFill>
                <a:latin typeface="+mn-lt"/>
              </a:defRPr>
            </a:lvl5pPr>
            <a:lvl6pPr marL="1060450" indent="-204788" algn="l" rtl="0" eaLnBrk="1" fontAlgn="base" hangingPunct="1">
              <a:spcBef>
                <a:spcPct val="20000"/>
              </a:spcBef>
              <a:spcAft>
                <a:spcPct val="0"/>
              </a:spcAft>
              <a:buChar char="•"/>
              <a:defRPr sz="1500">
                <a:solidFill>
                  <a:schemeClr val="tx1"/>
                </a:solidFill>
                <a:latin typeface="+mn-lt"/>
              </a:defRPr>
            </a:lvl6pPr>
            <a:lvl7pPr marL="1517650" indent="-204788" algn="l" rtl="0" eaLnBrk="1" fontAlgn="base" hangingPunct="1">
              <a:spcBef>
                <a:spcPct val="20000"/>
              </a:spcBef>
              <a:spcAft>
                <a:spcPct val="0"/>
              </a:spcAft>
              <a:buChar char="•"/>
              <a:defRPr sz="1500">
                <a:solidFill>
                  <a:schemeClr val="tx1"/>
                </a:solidFill>
                <a:latin typeface="+mn-lt"/>
              </a:defRPr>
            </a:lvl7pPr>
            <a:lvl8pPr marL="1974850" indent="-204788" algn="l" rtl="0" eaLnBrk="1" fontAlgn="base" hangingPunct="1">
              <a:spcBef>
                <a:spcPct val="20000"/>
              </a:spcBef>
              <a:spcAft>
                <a:spcPct val="0"/>
              </a:spcAft>
              <a:buChar char="•"/>
              <a:defRPr sz="1500">
                <a:solidFill>
                  <a:schemeClr val="tx1"/>
                </a:solidFill>
                <a:latin typeface="+mn-lt"/>
              </a:defRPr>
            </a:lvl8pPr>
            <a:lvl9pPr marL="2432050" indent="-204788" algn="l" rtl="0" eaLnBrk="1" fontAlgn="base" hangingPunct="1">
              <a:spcBef>
                <a:spcPct val="20000"/>
              </a:spcBef>
              <a:spcAft>
                <a:spcPct val="0"/>
              </a:spcAft>
              <a:buChar char="•"/>
              <a:defRPr sz="1500">
                <a:solidFill>
                  <a:schemeClr val="tx1"/>
                </a:solidFill>
                <a:latin typeface="+mn-lt"/>
              </a:defRPr>
            </a:lvl9pPr>
          </a:lstStyle>
          <a:p>
            <a:endParaRPr lang="en-GB" kern="0" dirty="0">
              <a:solidFill>
                <a:schemeClr val="accent1">
                  <a:lumMod val="50000"/>
                </a:schemeClr>
              </a:solidFill>
            </a:endParaRPr>
          </a:p>
        </p:txBody>
      </p:sp>
      <p:sp>
        <p:nvSpPr>
          <p:cNvPr id="9" name="Text Placeholder 3">
            <a:extLst>
              <a:ext uri="{FF2B5EF4-FFF2-40B4-BE49-F238E27FC236}">
                <a16:creationId xmlns:a16="http://schemas.microsoft.com/office/drawing/2014/main" id="{01FEC44E-A1CC-43F3-A704-1FB08A6B4366}"/>
              </a:ext>
            </a:extLst>
          </p:cNvPr>
          <p:cNvSpPr txBox="1">
            <a:spLocks/>
          </p:cNvSpPr>
          <p:nvPr/>
        </p:nvSpPr>
        <p:spPr>
          <a:xfrm>
            <a:off x="791464" y="2328140"/>
            <a:ext cx="6103736" cy="555448"/>
          </a:xfrm>
          <a:prstGeom prst="rect">
            <a:avLst/>
          </a:prstGeom>
        </p:spPr>
        <p:txBody>
          <a:bodyPr/>
          <a:lstStyle>
            <a:lvl1pPr algn="l" rtl="0" eaLnBrk="1" fontAlgn="base" hangingPunct="1">
              <a:spcBef>
                <a:spcPct val="20000"/>
              </a:spcBef>
              <a:spcAft>
                <a:spcPct val="0"/>
              </a:spcAft>
              <a:defRPr b="1">
                <a:solidFill>
                  <a:schemeClr val="hlink"/>
                </a:solidFill>
                <a:latin typeface="+mn-lt"/>
                <a:ea typeface="+mn-ea"/>
                <a:cs typeface="+mn-cs"/>
              </a:defRPr>
            </a:lvl1pPr>
            <a:lvl2pPr marL="3175" indent="-1588" algn="l" rtl="0" eaLnBrk="1" fontAlgn="base" hangingPunct="1">
              <a:spcBef>
                <a:spcPct val="20000"/>
              </a:spcBef>
              <a:spcAft>
                <a:spcPct val="0"/>
              </a:spcAft>
              <a:defRPr>
                <a:solidFill>
                  <a:schemeClr val="hlink"/>
                </a:solidFill>
                <a:latin typeface="+mn-lt"/>
              </a:defRPr>
            </a:lvl2pPr>
            <a:lvl3pPr marL="209550" indent="-200025" algn="l" rtl="0" eaLnBrk="1" fontAlgn="base" hangingPunct="1">
              <a:spcBef>
                <a:spcPct val="20000"/>
              </a:spcBef>
              <a:spcAft>
                <a:spcPct val="0"/>
              </a:spcAft>
              <a:buChar char="•"/>
              <a:defRPr>
                <a:solidFill>
                  <a:schemeClr val="hlink"/>
                </a:solidFill>
                <a:latin typeface="+mn-lt"/>
              </a:defRPr>
            </a:lvl3pPr>
            <a:lvl4pPr marL="396875" indent="-184150" algn="l" rtl="0" eaLnBrk="1" fontAlgn="base" hangingPunct="1">
              <a:spcBef>
                <a:spcPct val="20000"/>
              </a:spcBef>
              <a:spcAft>
                <a:spcPct val="0"/>
              </a:spcAft>
              <a:buFont typeface="Century Gothic" panose="020B0502020202020204" pitchFamily="34" charset="0"/>
              <a:buChar char="–"/>
              <a:defRPr sz="1500">
                <a:solidFill>
                  <a:schemeClr val="hlink"/>
                </a:solidFill>
                <a:latin typeface="+mn-lt"/>
              </a:defRPr>
            </a:lvl4pPr>
            <a:lvl5pPr marL="603250" indent="-204788" algn="l" rtl="0" eaLnBrk="1" fontAlgn="base" hangingPunct="1">
              <a:spcBef>
                <a:spcPct val="20000"/>
              </a:spcBef>
              <a:spcAft>
                <a:spcPct val="0"/>
              </a:spcAft>
              <a:buSzPct val="65000"/>
              <a:buFont typeface="Century Gothic" panose="020B0502020202020204" pitchFamily="34" charset="0"/>
              <a:buChar char="►"/>
              <a:defRPr sz="1500">
                <a:solidFill>
                  <a:schemeClr val="hlink"/>
                </a:solidFill>
                <a:latin typeface="+mn-lt"/>
              </a:defRPr>
            </a:lvl5pPr>
            <a:lvl6pPr marL="1060450" indent="-204788" algn="l" rtl="0" eaLnBrk="1" fontAlgn="base" hangingPunct="1">
              <a:spcBef>
                <a:spcPct val="20000"/>
              </a:spcBef>
              <a:spcAft>
                <a:spcPct val="0"/>
              </a:spcAft>
              <a:buChar char="•"/>
              <a:defRPr sz="1500">
                <a:solidFill>
                  <a:schemeClr val="tx1"/>
                </a:solidFill>
                <a:latin typeface="+mn-lt"/>
              </a:defRPr>
            </a:lvl6pPr>
            <a:lvl7pPr marL="1517650" indent="-204788" algn="l" rtl="0" eaLnBrk="1" fontAlgn="base" hangingPunct="1">
              <a:spcBef>
                <a:spcPct val="20000"/>
              </a:spcBef>
              <a:spcAft>
                <a:spcPct val="0"/>
              </a:spcAft>
              <a:buChar char="•"/>
              <a:defRPr sz="1500">
                <a:solidFill>
                  <a:schemeClr val="tx1"/>
                </a:solidFill>
                <a:latin typeface="+mn-lt"/>
              </a:defRPr>
            </a:lvl7pPr>
            <a:lvl8pPr marL="1974850" indent="-204788" algn="l" rtl="0" eaLnBrk="1" fontAlgn="base" hangingPunct="1">
              <a:spcBef>
                <a:spcPct val="20000"/>
              </a:spcBef>
              <a:spcAft>
                <a:spcPct val="0"/>
              </a:spcAft>
              <a:buChar char="•"/>
              <a:defRPr sz="1500">
                <a:solidFill>
                  <a:schemeClr val="tx1"/>
                </a:solidFill>
                <a:latin typeface="+mn-lt"/>
              </a:defRPr>
            </a:lvl8pPr>
            <a:lvl9pPr marL="2432050" indent="-204788" algn="l" rtl="0" eaLnBrk="1" fontAlgn="base" hangingPunct="1">
              <a:spcBef>
                <a:spcPct val="20000"/>
              </a:spcBef>
              <a:spcAft>
                <a:spcPct val="0"/>
              </a:spcAft>
              <a:buChar char="•"/>
              <a:defRPr sz="1500">
                <a:solidFill>
                  <a:schemeClr val="tx1"/>
                </a:solidFill>
                <a:latin typeface="+mn-lt"/>
              </a:defRPr>
            </a:lvl9pPr>
          </a:lstStyle>
          <a:p>
            <a:endParaRPr lang="en-GB" kern="0" dirty="0">
              <a:solidFill>
                <a:schemeClr val="accent1">
                  <a:lumMod val="50000"/>
                </a:schemeClr>
              </a:solidFill>
            </a:endParaRPr>
          </a:p>
        </p:txBody>
      </p:sp>
    </p:spTree>
    <p:extLst>
      <p:ext uri="{BB962C8B-B14F-4D97-AF65-F5344CB8AC3E}">
        <p14:creationId xmlns:p14="http://schemas.microsoft.com/office/powerpoint/2010/main" val="3504447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F0D0A-C8BD-480C-A6F2-F71C03DE8BA9}"/>
              </a:ext>
            </a:extLst>
          </p:cNvPr>
          <p:cNvSpPr>
            <a:spLocks noGrp="1"/>
          </p:cNvSpPr>
          <p:nvPr>
            <p:ph type="title"/>
          </p:nvPr>
        </p:nvSpPr>
        <p:spPr>
          <a:xfrm>
            <a:off x="332155" y="117476"/>
            <a:ext cx="11515969" cy="468313"/>
          </a:xfrm>
        </p:spPr>
        <p:txBody>
          <a:bodyPr wrap="square" anchor="t">
            <a:normAutofit/>
          </a:bodyPr>
          <a:lstStyle/>
          <a:p>
            <a:r>
              <a:rPr lang="en-GB" b="0" dirty="0"/>
              <a:t>Jira Setup - Overview</a:t>
            </a:r>
          </a:p>
        </p:txBody>
      </p:sp>
      <p:sp>
        <p:nvSpPr>
          <p:cNvPr id="217" name="TextBox 216">
            <a:extLst>
              <a:ext uri="{FF2B5EF4-FFF2-40B4-BE49-F238E27FC236}">
                <a16:creationId xmlns:a16="http://schemas.microsoft.com/office/drawing/2014/main" id="{CE4EB3FE-198A-40A5-B395-55E5B6F0C16E}"/>
              </a:ext>
            </a:extLst>
          </p:cNvPr>
          <p:cNvSpPr txBox="1"/>
          <p:nvPr/>
        </p:nvSpPr>
        <p:spPr>
          <a:xfrm>
            <a:off x="332155" y="844290"/>
            <a:ext cx="4054910" cy="307777"/>
          </a:xfrm>
          <a:prstGeom prst="rect">
            <a:avLst/>
          </a:prstGeom>
          <a:noFill/>
        </p:spPr>
        <p:txBody>
          <a:bodyPr wrap="square" rtlCol="0">
            <a:spAutoFit/>
          </a:bodyPr>
          <a:lstStyle/>
          <a:p>
            <a:r>
              <a:rPr lang="en-US" sz="1400" b="1" dirty="0">
                <a:solidFill>
                  <a:srgbClr val="4472C4">
                    <a:lumMod val="50000"/>
                  </a:srgbClr>
                </a:solidFill>
                <a:latin typeface="Calibri" panose="020F0502020204030204"/>
              </a:rPr>
              <a:t>Project Name: Beazley GPAS &amp; Billing Program  </a:t>
            </a:r>
          </a:p>
        </p:txBody>
      </p:sp>
      <p:sp>
        <p:nvSpPr>
          <p:cNvPr id="219" name="Arrow: Notched Right 218">
            <a:extLst>
              <a:ext uri="{FF2B5EF4-FFF2-40B4-BE49-F238E27FC236}">
                <a16:creationId xmlns:a16="http://schemas.microsoft.com/office/drawing/2014/main" id="{264C200F-E91D-4D4B-9A35-788F51F376BF}"/>
              </a:ext>
            </a:extLst>
          </p:cNvPr>
          <p:cNvSpPr/>
          <p:nvPr/>
        </p:nvSpPr>
        <p:spPr>
          <a:xfrm rot="10800000">
            <a:off x="6226603" y="3019043"/>
            <a:ext cx="675400" cy="376628"/>
          </a:xfrm>
          <a:prstGeom prst="notchedRightArrow">
            <a:avLst/>
          </a:prstGeom>
          <a:solidFill>
            <a:srgbClr val="70AD47">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20" name="Rectangle: Rounded Corners 219">
            <a:extLst>
              <a:ext uri="{FF2B5EF4-FFF2-40B4-BE49-F238E27FC236}">
                <a16:creationId xmlns:a16="http://schemas.microsoft.com/office/drawing/2014/main" id="{341B7ABB-5F09-4B82-BF57-DEF43696F8C2}"/>
              </a:ext>
            </a:extLst>
          </p:cNvPr>
          <p:cNvSpPr/>
          <p:nvPr/>
        </p:nvSpPr>
        <p:spPr>
          <a:xfrm>
            <a:off x="1787346" y="2228358"/>
            <a:ext cx="1371411" cy="246220"/>
          </a:xfrm>
          <a:prstGeom prst="roundRect">
            <a:avLst/>
          </a:prstGeom>
          <a:solidFill>
            <a:schemeClr val="accent1"/>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rPr>
              <a:t>Epic -1</a:t>
            </a:r>
          </a:p>
        </p:txBody>
      </p:sp>
      <p:sp>
        <p:nvSpPr>
          <p:cNvPr id="223" name="Rectangle: Rounded Corners 222">
            <a:extLst>
              <a:ext uri="{FF2B5EF4-FFF2-40B4-BE49-F238E27FC236}">
                <a16:creationId xmlns:a16="http://schemas.microsoft.com/office/drawing/2014/main" id="{55469863-414E-4517-94D1-68C9B8BBE263}"/>
              </a:ext>
            </a:extLst>
          </p:cNvPr>
          <p:cNvSpPr/>
          <p:nvPr/>
        </p:nvSpPr>
        <p:spPr>
          <a:xfrm>
            <a:off x="2514153" y="2574958"/>
            <a:ext cx="941281" cy="167848"/>
          </a:xfrm>
          <a:prstGeom prst="roundRect">
            <a:avLst/>
          </a:prstGeom>
          <a:solidFill>
            <a:srgbClr val="00B0F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panose="020F0502020204030204"/>
                <a:ea typeface="+mn-ea"/>
                <a:cs typeface="+mn-cs"/>
              </a:rPr>
              <a:t>Story 5</a:t>
            </a:r>
          </a:p>
        </p:txBody>
      </p:sp>
      <p:sp>
        <p:nvSpPr>
          <p:cNvPr id="224" name="Rectangle: Rounded Corners 223">
            <a:extLst>
              <a:ext uri="{FF2B5EF4-FFF2-40B4-BE49-F238E27FC236}">
                <a16:creationId xmlns:a16="http://schemas.microsoft.com/office/drawing/2014/main" id="{24679EC6-7287-439D-87B4-6EB328AF82D9}"/>
              </a:ext>
            </a:extLst>
          </p:cNvPr>
          <p:cNvSpPr/>
          <p:nvPr/>
        </p:nvSpPr>
        <p:spPr>
          <a:xfrm>
            <a:off x="2517983" y="2806511"/>
            <a:ext cx="941281" cy="167848"/>
          </a:xfrm>
          <a:prstGeom prst="roundRect">
            <a:avLst/>
          </a:prstGeom>
          <a:solidFill>
            <a:srgbClr val="44546A">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panose="020F0502020204030204"/>
                <a:ea typeface="+mn-ea"/>
                <a:cs typeface="+mn-cs"/>
              </a:rPr>
              <a:t>Story 10</a:t>
            </a:r>
          </a:p>
        </p:txBody>
      </p:sp>
      <p:sp>
        <p:nvSpPr>
          <p:cNvPr id="226" name="Rectangle: Rounded Corners 225">
            <a:extLst>
              <a:ext uri="{FF2B5EF4-FFF2-40B4-BE49-F238E27FC236}">
                <a16:creationId xmlns:a16="http://schemas.microsoft.com/office/drawing/2014/main" id="{7D0DC84B-FD88-49A6-94DA-320A7F2C7538}"/>
              </a:ext>
            </a:extLst>
          </p:cNvPr>
          <p:cNvSpPr/>
          <p:nvPr/>
        </p:nvSpPr>
        <p:spPr>
          <a:xfrm>
            <a:off x="1793314" y="3040856"/>
            <a:ext cx="1371411" cy="246220"/>
          </a:xfrm>
          <a:prstGeom prst="roundRect">
            <a:avLst/>
          </a:prstGeom>
          <a:solidFill>
            <a:schemeClr val="accent1"/>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rPr>
              <a:t>Epic -2</a:t>
            </a:r>
          </a:p>
        </p:txBody>
      </p:sp>
      <p:sp>
        <p:nvSpPr>
          <p:cNvPr id="229" name="Rectangle: Rounded Corners 228">
            <a:extLst>
              <a:ext uri="{FF2B5EF4-FFF2-40B4-BE49-F238E27FC236}">
                <a16:creationId xmlns:a16="http://schemas.microsoft.com/office/drawing/2014/main" id="{67BA1388-0ABB-44E7-9206-4D4248B572CA}"/>
              </a:ext>
            </a:extLst>
          </p:cNvPr>
          <p:cNvSpPr/>
          <p:nvPr/>
        </p:nvSpPr>
        <p:spPr>
          <a:xfrm>
            <a:off x="2540296" y="3350315"/>
            <a:ext cx="915138" cy="167848"/>
          </a:xfrm>
          <a:prstGeom prst="roundRect">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Story 3</a:t>
            </a:r>
          </a:p>
        </p:txBody>
      </p:sp>
      <p:sp>
        <p:nvSpPr>
          <p:cNvPr id="230" name="Rectangle: Rounded Corners 229">
            <a:extLst>
              <a:ext uri="{FF2B5EF4-FFF2-40B4-BE49-F238E27FC236}">
                <a16:creationId xmlns:a16="http://schemas.microsoft.com/office/drawing/2014/main" id="{DC0D13B0-5661-4FE6-864F-C4699592632B}"/>
              </a:ext>
            </a:extLst>
          </p:cNvPr>
          <p:cNvSpPr/>
          <p:nvPr/>
        </p:nvSpPr>
        <p:spPr>
          <a:xfrm>
            <a:off x="2540296" y="3576519"/>
            <a:ext cx="915138" cy="167848"/>
          </a:xfrm>
          <a:prstGeom prst="roundRect">
            <a:avLst/>
          </a:prstGeom>
          <a:solidFill>
            <a:srgbClr val="44546A">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panose="020F0502020204030204"/>
                <a:ea typeface="+mn-ea"/>
                <a:cs typeface="+mn-cs"/>
              </a:rPr>
              <a:t>Story 12</a:t>
            </a:r>
          </a:p>
        </p:txBody>
      </p:sp>
      <p:sp>
        <p:nvSpPr>
          <p:cNvPr id="232" name="Rectangle: Rounded Corners 231">
            <a:extLst>
              <a:ext uri="{FF2B5EF4-FFF2-40B4-BE49-F238E27FC236}">
                <a16:creationId xmlns:a16="http://schemas.microsoft.com/office/drawing/2014/main" id="{519CA352-A675-4E44-886F-D3AC8DD5FDDF}"/>
              </a:ext>
            </a:extLst>
          </p:cNvPr>
          <p:cNvSpPr/>
          <p:nvPr/>
        </p:nvSpPr>
        <p:spPr>
          <a:xfrm>
            <a:off x="1809912" y="3824540"/>
            <a:ext cx="1371411" cy="246220"/>
          </a:xfrm>
          <a:prstGeom prst="roundRect">
            <a:avLst/>
          </a:prstGeom>
          <a:solidFill>
            <a:schemeClr val="accent1"/>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rPr>
              <a:t>Epic -3</a:t>
            </a:r>
          </a:p>
        </p:txBody>
      </p:sp>
      <p:sp>
        <p:nvSpPr>
          <p:cNvPr id="237" name="Rectangle: Rounded Corners 236">
            <a:extLst>
              <a:ext uri="{FF2B5EF4-FFF2-40B4-BE49-F238E27FC236}">
                <a16:creationId xmlns:a16="http://schemas.microsoft.com/office/drawing/2014/main" id="{C417B5C9-935A-463C-A199-4A2CE7E3BF0D}"/>
              </a:ext>
            </a:extLst>
          </p:cNvPr>
          <p:cNvSpPr/>
          <p:nvPr/>
        </p:nvSpPr>
        <p:spPr>
          <a:xfrm>
            <a:off x="2558203" y="4139531"/>
            <a:ext cx="893509" cy="167848"/>
          </a:xfrm>
          <a:prstGeom prst="roundRect">
            <a:avLst/>
          </a:prstGeom>
          <a:solidFill>
            <a:srgbClr val="00B0F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panose="020F0502020204030204"/>
                <a:ea typeface="+mn-ea"/>
                <a:cs typeface="+mn-cs"/>
              </a:rPr>
              <a:t>Story 7</a:t>
            </a:r>
          </a:p>
        </p:txBody>
      </p:sp>
      <p:sp>
        <p:nvSpPr>
          <p:cNvPr id="238" name="Rectangle: Rounded Corners 237">
            <a:extLst>
              <a:ext uri="{FF2B5EF4-FFF2-40B4-BE49-F238E27FC236}">
                <a16:creationId xmlns:a16="http://schemas.microsoft.com/office/drawing/2014/main" id="{10708849-ADA0-4873-933E-106BDC4B327B}"/>
              </a:ext>
            </a:extLst>
          </p:cNvPr>
          <p:cNvSpPr/>
          <p:nvPr/>
        </p:nvSpPr>
        <p:spPr>
          <a:xfrm>
            <a:off x="2558203" y="4354586"/>
            <a:ext cx="893509" cy="167848"/>
          </a:xfrm>
          <a:prstGeom prst="roundRect">
            <a:avLst/>
          </a:prstGeom>
          <a:solidFill>
            <a:srgbClr val="44546A">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panose="020F0502020204030204"/>
                <a:ea typeface="+mn-ea"/>
                <a:cs typeface="+mn-cs"/>
              </a:rPr>
              <a:t>Story 9</a:t>
            </a:r>
          </a:p>
        </p:txBody>
      </p:sp>
      <p:sp>
        <p:nvSpPr>
          <p:cNvPr id="239" name="Right Brace 238">
            <a:extLst>
              <a:ext uri="{FF2B5EF4-FFF2-40B4-BE49-F238E27FC236}">
                <a16:creationId xmlns:a16="http://schemas.microsoft.com/office/drawing/2014/main" id="{6A779F83-828E-41CA-9BE0-FBCF279D904E}"/>
              </a:ext>
            </a:extLst>
          </p:cNvPr>
          <p:cNvSpPr/>
          <p:nvPr/>
        </p:nvSpPr>
        <p:spPr>
          <a:xfrm>
            <a:off x="3135944" y="1682392"/>
            <a:ext cx="851287" cy="3100211"/>
          </a:xfrm>
          <a:prstGeom prst="rightBrace">
            <a:avLst>
              <a:gd name="adj1" fmla="val 8333"/>
              <a:gd name="adj2" fmla="val 48099"/>
            </a:avLst>
          </a:prstGeom>
          <a:noFill/>
          <a:ln w="6350" cap="flat" cmpd="sng" algn="ctr">
            <a:solidFill>
              <a:srgbClr val="4472C4"/>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grpSp>
        <p:nvGrpSpPr>
          <p:cNvPr id="240" name="Group 239">
            <a:extLst>
              <a:ext uri="{FF2B5EF4-FFF2-40B4-BE49-F238E27FC236}">
                <a16:creationId xmlns:a16="http://schemas.microsoft.com/office/drawing/2014/main" id="{0AD6B8E0-7A48-43B0-A78D-E2BA87395289}"/>
              </a:ext>
            </a:extLst>
          </p:cNvPr>
          <p:cNvGrpSpPr/>
          <p:nvPr/>
        </p:nvGrpSpPr>
        <p:grpSpPr>
          <a:xfrm>
            <a:off x="3971338" y="2014155"/>
            <a:ext cx="2039611" cy="2532768"/>
            <a:chOff x="1967642" y="2051076"/>
            <a:chExt cx="2039611" cy="2532768"/>
          </a:xfrm>
        </p:grpSpPr>
        <p:sp>
          <p:nvSpPr>
            <p:cNvPr id="241" name="Rectangle: Rounded Corners 240">
              <a:extLst>
                <a:ext uri="{FF2B5EF4-FFF2-40B4-BE49-F238E27FC236}">
                  <a16:creationId xmlns:a16="http://schemas.microsoft.com/office/drawing/2014/main" id="{138E8F1A-0139-426E-A7F2-A0FDD7E185A0}"/>
                </a:ext>
              </a:extLst>
            </p:cNvPr>
            <p:cNvSpPr/>
            <p:nvPr/>
          </p:nvSpPr>
          <p:spPr>
            <a:xfrm>
              <a:off x="1978427" y="2051076"/>
              <a:ext cx="2028826" cy="167848"/>
            </a:xfrm>
            <a:prstGeom prst="roundRect">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Story 1</a:t>
              </a:r>
            </a:p>
          </p:txBody>
        </p:sp>
        <p:sp>
          <p:nvSpPr>
            <p:cNvPr id="242" name="Rectangle: Rounded Corners 241">
              <a:extLst>
                <a:ext uri="{FF2B5EF4-FFF2-40B4-BE49-F238E27FC236}">
                  <a16:creationId xmlns:a16="http://schemas.microsoft.com/office/drawing/2014/main" id="{E39A69E4-FCBE-4FC5-B2B3-A67FC08DD9C9}"/>
                </a:ext>
              </a:extLst>
            </p:cNvPr>
            <p:cNvSpPr/>
            <p:nvPr/>
          </p:nvSpPr>
          <p:spPr>
            <a:xfrm>
              <a:off x="1978427" y="2266131"/>
              <a:ext cx="2028826" cy="167848"/>
            </a:xfrm>
            <a:prstGeom prst="roundRect">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Story 2</a:t>
              </a:r>
            </a:p>
          </p:txBody>
        </p:sp>
        <p:sp>
          <p:nvSpPr>
            <p:cNvPr id="243" name="Rectangle: Rounded Corners 242">
              <a:extLst>
                <a:ext uri="{FF2B5EF4-FFF2-40B4-BE49-F238E27FC236}">
                  <a16:creationId xmlns:a16="http://schemas.microsoft.com/office/drawing/2014/main" id="{5312251F-359C-4471-A9B9-1E32BD9C830C}"/>
                </a:ext>
              </a:extLst>
            </p:cNvPr>
            <p:cNvSpPr/>
            <p:nvPr/>
          </p:nvSpPr>
          <p:spPr>
            <a:xfrm>
              <a:off x="1978427" y="2481185"/>
              <a:ext cx="2028826" cy="167848"/>
            </a:xfrm>
            <a:prstGeom prst="roundRect">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Story 3</a:t>
              </a:r>
            </a:p>
          </p:txBody>
        </p:sp>
        <p:sp>
          <p:nvSpPr>
            <p:cNvPr id="244" name="Rectangle: Rounded Corners 243">
              <a:extLst>
                <a:ext uri="{FF2B5EF4-FFF2-40B4-BE49-F238E27FC236}">
                  <a16:creationId xmlns:a16="http://schemas.microsoft.com/office/drawing/2014/main" id="{871A043A-9274-4590-AA8B-FE64F0CE1862}"/>
                </a:ext>
              </a:extLst>
            </p:cNvPr>
            <p:cNvSpPr/>
            <p:nvPr/>
          </p:nvSpPr>
          <p:spPr>
            <a:xfrm>
              <a:off x="1978427" y="2696240"/>
              <a:ext cx="2028826" cy="167848"/>
            </a:xfrm>
            <a:prstGeom prst="roundRect">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Story 4</a:t>
              </a:r>
            </a:p>
          </p:txBody>
        </p:sp>
        <p:sp>
          <p:nvSpPr>
            <p:cNvPr id="245" name="Rectangle: Rounded Corners 244">
              <a:extLst>
                <a:ext uri="{FF2B5EF4-FFF2-40B4-BE49-F238E27FC236}">
                  <a16:creationId xmlns:a16="http://schemas.microsoft.com/office/drawing/2014/main" id="{586EB172-F3DA-4CD5-8806-4B544FE2D007}"/>
                </a:ext>
              </a:extLst>
            </p:cNvPr>
            <p:cNvSpPr/>
            <p:nvPr/>
          </p:nvSpPr>
          <p:spPr>
            <a:xfrm>
              <a:off x="1978427" y="2911295"/>
              <a:ext cx="2028826" cy="167848"/>
            </a:xfrm>
            <a:prstGeom prst="roundRect">
              <a:avLst/>
            </a:prstGeom>
            <a:solidFill>
              <a:srgbClr val="00B0F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panose="020F0502020204030204"/>
                  <a:ea typeface="+mn-ea"/>
                  <a:cs typeface="+mn-cs"/>
                </a:rPr>
                <a:t>Story 5</a:t>
              </a:r>
            </a:p>
          </p:txBody>
        </p:sp>
        <p:sp>
          <p:nvSpPr>
            <p:cNvPr id="248" name="Rectangle: Rounded Corners 247">
              <a:extLst>
                <a:ext uri="{FF2B5EF4-FFF2-40B4-BE49-F238E27FC236}">
                  <a16:creationId xmlns:a16="http://schemas.microsoft.com/office/drawing/2014/main" id="{76C6BFE3-AE65-4B86-B01E-7BBCACAD528C}"/>
                </a:ext>
              </a:extLst>
            </p:cNvPr>
            <p:cNvSpPr/>
            <p:nvPr/>
          </p:nvSpPr>
          <p:spPr>
            <a:xfrm>
              <a:off x="1967642" y="3770832"/>
              <a:ext cx="2028826" cy="167848"/>
            </a:xfrm>
            <a:prstGeom prst="roundRect">
              <a:avLst/>
            </a:prstGeom>
            <a:solidFill>
              <a:srgbClr val="44546A">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panose="020F0502020204030204"/>
                  <a:ea typeface="+mn-ea"/>
                  <a:cs typeface="+mn-cs"/>
                </a:rPr>
                <a:t>Story 9</a:t>
              </a:r>
            </a:p>
          </p:txBody>
        </p:sp>
        <p:sp>
          <p:nvSpPr>
            <p:cNvPr id="249" name="Rectangle: Rounded Corners 248">
              <a:extLst>
                <a:ext uri="{FF2B5EF4-FFF2-40B4-BE49-F238E27FC236}">
                  <a16:creationId xmlns:a16="http://schemas.microsoft.com/office/drawing/2014/main" id="{04883E63-66B7-4FD4-A695-B28076A76DD5}"/>
                </a:ext>
              </a:extLst>
            </p:cNvPr>
            <p:cNvSpPr/>
            <p:nvPr/>
          </p:nvSpPr>
          <p:spPr>
            <a:xfrm>
              <a:off x="1978427" y="3126350"/>
              <a:ext cx="2028826" cy="167848"/>
            </a:xfrm>
            <a:prstGeom prst="roundRect">
              <a:avLst/>
            </a:prstGeom>
            <a:solidFill>
              <a:srgbClr val="00B0F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panose="020F0502020204030204"/>
                  <a:ea typeface="+mn-ea"/>
                  <a:cs typeface="+mn-cs"/>
                </a:rPr>
                <a:t>Story 6</a:t>
              </a:r>
            </a:p>
          </p:txBody>
        </p:sp>
        <p:sp>
          <p:nvSpPr>
            <p:cNvPr id="250" name="Rectangle: Rounded Corners 249">
              <a:extLst>
                <a:ext uri="{FF2B5EF4-FFF2-40B4-BE49-F238E27FC236}">
                  <a16:creationId xmlns:a16="http://schemas.microsoft.com/office/drawing/2014/main" id="{C6B17C27-70E4-47B4-8E63-369A14BA91B7}"/>
                </a:ext>
              </a:extLst>
            </p:cNvPr>
            <p:cNvSpPr/>
            <p:nvPr/>
          </p:nvSpPr>
          <p:spPr>
            <a:xfrm>
              <a:off x="1978427" y="3341405"/>
              <a:ext cx="2028826" cy="167848"/>
            </a:xfrm>
            <a:prstGeom prst="roundRect">
              <a:avLst/>
            </a:prstGeom>
            <a:solidFill>
              <a:srgbClr val="00B0F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panose="020F0502020204030204"/>
                  <a:ea typeface="+mn-ea"/>
                  <a:cs typeface="+mn-cs"/>
                </a:rPr>
                <a:t>Story 7</a:t>
              </a:r>
            </a:p>
          </p:txBody>
        </p:sp>
        <p:sp>
          <p:nvSpPr>
            <p:cNvPr id="251" name="Rectangle: Rounded Corners 250">
              <a:extLst>
                <a:ext uri="{FF2B5EF4-FFF2-40B4-BE49-F238E27FC236}">
                  <a16:creationId xmlns:a16="http://schemas.microsoft.com/office/drawing/2014/main" id="{2EAD6ACC-4913-45F0-BD0C-CA7D01935515}"/>
                </a:ext>
              </a:extLst>
            </p:cNvPr>
            <p:cNvSpPr/>
            <p:nvPr/>
          </p:nvSpPr>
          <p:spPr>
            <a:xfrm>
              <a:off x="1978427" y="3556460"/>
              <a:ext cx="2028826" cy="167848"/>
            </a:xfrm>
            <a:prstGeom prst="roundRect">
              <a:avLst/>
            </a:prstGeom>
            <a:solidFill>
              <a:srgbClr val="00B0F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panose="020F0502020204030204"/>
                  <a:ea typeface="+mn-ea"/>
                  <a:cs typeface="+mn-cs"/>
                </a:rPr>
                <a:t>Story 8</a:t>
              </a:r>
            </a:p>
          </p:txBody>
        </p:sp>
        <p:sp>
          <p:nvSpPr>
            <p:cNvPr id="254" name="Rectangle: Rounded Corners 253">
              <a:extLst>
                <a:ext uri="{FF2B5EF4-FFF2-40B4-BE49-F238E27FC236}">
                  <a16:creationId xmlns:a16="http://schemas.microsoft.com/office/drawing/2014/main" id="{54782BFA-9389-4B06-B613-773D7BE4F9D4}"/>
                </a:ext>
              </a:extLst>
            </p:cNvPr>
            <p:cNvSpPr/>
            <p:nvPr/>
          </p:nvSpPr>
          <p:spPr>
            <a:xfrm>
              <a:off x="1967642" y="3985887"/>
              <a:ext cx="2028826" cy="167848"/>
            </a:xfrm>
            <a:prstGeom prst="roundRect">
              <a:avLst/>
            </a:prstGeom>
            <a:solidFill>
              <a:srgbClr val="44546A">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panose="020F0502020204030204"/>
                  <a:ea typeface="+mn-ea"/>
                  <a:cs typeface="+mn-cs"/>
                </a:rPr>
                <a:t>Story 10</a:t>
              </a:r>
            </a:p>
          </p:txBody>
        </p:sp>
        <p:sp>
          <p:nvSpPr>
            <p:cNvPr id="255" name="Rectangle: Rounded Corners 254">
              <a:extLst>
                <a:ext uri="{FF2B5EF4-FFF2-40B4-BE49-F238E27FC236}">
                  <a16:creationId xmlns:a16="http://schemas.microsoft.com/office/drawing/2014/main" id="{69ED4D2F-1DC6-434B-A001-EA76D5A2229E}"/>
                </a:ext>
              </a:extLst>
            </p:cNvPr>
            <p:cNvSpPr/>
            <p:nvPr/>
          </p:nvSpPr>
          <p:spPr>
            <a:xfrm>
              <a:off x="1967642" y="4200942"/>
              <a:ext cx="2028826" cy="167848"/>
            </a:xfrm>
            <a:prstGeom prst="roundRect">
              <a:avLst/>
            </a:prstGeom>
            <a:solidFill>
              <a:srgbClr val="44546A">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panose="020F0502020204030204"/>
                  <a:ea typeface="+mn-ea"/>
                  <a:cs typeface="+mn-cs"/>
                </a:rPr>
                <a:t>Story 11</a:t>
              </a:r>
            </a:p>
          </p:txBody>
        </p:sp>
        <p:sp>
          <p:nvSpPr>
            <p:cNvPr id="256" name="Rectangle: Rounded Corners 255">
              <a:extLst>
                <a:ext uri="{FF2B5EF4-FFF2-40B4-BE49-F238E27FC236}">
                  <a16:creationId xmlns:a16="http://schemas.microsoft.com/office/drawing/2014/main" id="{EE4BB7A1-FAD5-4868-98BA-189B7AE123E9}"/>
                </a:ext>
              </a:extLst>
            </p:cNvPr>
            <p:cNvSpPr/>
            <p:nvPr/>
          </p:nvSpPr>
          <p:spPr>
            <a:xfrm>
              <a:off x="1967642" y="4415996"/>
              <a:ext cx="2028826" cy="167848"/>
            </a:xfrm>
            <a:prstGeom prst="roundRect">
              <a:avLst/>
            </a:prstGeom>
            <a:solidFill>
              <a:srgbClr val="44546A">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panose="020F0502020204030204"/>
                  <a:ea typeface="+mn-ea"/>
                  <a:cs typeface="+mn-cs"/>
                </a:rPr>
                <a:t>Story 12</a:t>
              </a:r>
            </a:p>
          </p:txBody>
        </p:sp>
      </p:grpSp>
      <p:sp>
        <p:nvSpPr>
          <p:cNvPr id="263" name="TextBox 262">
            <a:extLst>
              <a:ext uri="{FF2B5EF4-FFF2-40B4-BE49-F238E27FC236}">
                <a16:creationId xmlns:a16="http://schemas.microsoft.com/office/drawing/2014/main" id="{B44949CF-7E3A-4071-A2BB-7F985039B5A8}"/>
              </a:ext>
            </a:extLst>
          </p:cNvPr>
          <p:cNvSpPr txBox="1"/>
          <p:nvPr/>
        </p:nvSpPr>
        <p:spPr>
          <a:xfrm>
            <a:off x="6869746" y="1273632"/>
            <a:ext cx="2658908" cy="3077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4472C4">
                    <a:lumMod val="50000"/>
                  </a:srgbClr>
                </a:solidFill>
                <a:effectLst/>
                <a:uLnTx/>
                <a:uFillTx/>
                <a:latin typeface="Calibri" panose="020F0502020204030204"/>
              </a:rPr>
              <a:t>Policy Project</a:t>
            </a:r>
          </a:p>
        </p:txBody>
      </p:sp>
      <p:sp>
        <p:nvSpPr>
          <p:cNvPr id="264" name="TextBox 263">
            <a:extLst>
              <a:ext uri="{FF2B5EF4-FFF2-40B4-BE49-F238E27FC236}">
                <a16:creationId xmlns:a16="http://schemas.microsoft.com/office/drawing/2014/main" id="{F21D69F0-AB89-480F-BC08-EF71560BFB83}"/>
              </a:ext>
            </a:extLst>
          </p:cNvPr>
          <p:cNvSpPr txBox="1"/>
          <p:nvPr/>
        </p:nvSpPr>
        <p:spPr>
          <a:xfrm>
            <a:off x="6720467" y="2551421"/>
            <a:ext cx="2957467" cy="3077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4472C4">
                    <a:lumMod val="50000"/>
                  </a:srgbClr>
                </a:solidFill>
                <a:effectLst/>
                <a:uLnTx/>
                <a:uFillTx/>
                <a:latin typeface="Calibri" panose="020F0502020204030204"/>
              </a:rPr>
              <a:t>Billing Project</a:t>
            </a:r>
          </a:p>
        </p:txBody>
      </p:sp>
      <p:sp>
        <p:nvSpPr>
          <p:cNvPr id="266" name="TextBox 265">
            <a:extLst>
              <a:ext uri="{FF2B5EF4-FFF2-40B4-BE49-F238E27FC236}">
                <a16:creationId xmlns:a16="http://schemas.microsoft.com/office/drawing/2014/main" id="{939BC84F-4B82-460E-B4EE-58F17B18532C}"/>
              </a:ext>
            </a:extLst>
          </p:cNvPr>
          <p:cNvSpPr txBox="1"/>
          <p:nvPr/>
        </p:nvSpPr>
        <p:spPr>
          <a:xfrm>
            <a:off x="7176086" y="3712395"/>
            <a:ext cx="2046230" cy="3077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4472C4">
                    <a:lumMod val="50000"/>
                  </a:srgbClr>
                </a:solidFill>
                <a:effectLst/>
                <a:uLnTx/>
                <a:uFillTx/>
                <a:latin typeface="Calibri" panose="020F0502020204030204"/>
              </a:rPr>
              <a:t>Integration Project</a:t>
            </a:r>
          </a:p>
        </p:txBody>
      </p:sp>
      <p:grpSp>
        <p:nvGrpSpPr>
          <p:cNvPr id="267" name="Group 266">
            <a:extLst>
              <a:ext uri="{FF2B5EF4-FFF2-40B4-BE49-F238E27FC236}">
                <a16:creationId xmlns:a16="http://schemas.microsoft.com/office/drawing/2014/main" id="{97F9C9C9-C0DF-4534-B3E3-F481AEF20307}"/>
              </a:ext>
            </a:extLst>
          </p:cNvPr>
          <p:cNvGrpSpPr/>
          <p:nvPr/>
        </p:nvGrpSpPr>
        <p:grpSpPr>
          <a:xfrm>
            <a:off x="7075126" y="1668103"/>
            <a:ext cx="2164331" cy="799777"/>
            <a:chOff x="7100887" y="1292859"/>
            <a:chExt cx="2028826" cy="813012"/>
          </a:xfrm>
        </p:grpSpPr>
        <p:sp>
          <p:nvSpPr>
            <p:cNvPr id="314" name="Rectangle: Rounded Corners 313">
              <a:extLst>
                <a:ext uri="{FF2B5EF4-FFF2-40B4-BE49-F238E27FC236}">
                  <a16:creationId xmlns:a16="http://schemas.microsoft.com/office/drawing/2014/main" id="{521AAD54-27DA-4C15-9910-855F1E30CEDD}"/>
                </a:ext>
              </a:extLst>
            </p:cNvPr>
            <p:cNvSpPr/>
            <p:nvPr/>
          </p:nvSpPr>
          <p:spPr>
            <a:xfrm>
              <a:off x="7100887" y="1292859"/>
              <a:ext cx="2028826" cy="167848"/>
            </a:xfrm>
            <a:prstGeom prst="roundRect">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Story 1</a:t>
              </a:r>
            </a:p>
          </p:txBody>
        </p:sp>
        <p:sp>
          <p:nvSpPr>
            <p:cNvPr id="315" name="Rectangle: Rounded Corners 314">
              <a:extLst>
                <a:ext uri="{FF2B5EF4-FFF2-40B4-BE49-F238E27FC236}">
                  <a16:creationId xmlns:a16="http://schemas.microsoft.com/office/drawing/2014/main" id="{5F99CAE8-65DA-4E5C-8268-AFF44C71A603}"/>
                </a:ext>
              </a:extLst>
            </p:cNvPr>
            <p:cNvSpPr/>
            <p:nvPr/>
          </p:nvSpPr>
          <p:spPr>
            <a:xfrm>
              <a:off x="7100887" y="1507914"/>
              <a:ext cx="2028826" cy="167848"/>
            </a:xfrm>
            <a:prstGeom prst="roundRect">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Story 2</a:t>
              </a:r>
            </a:p>
          </p:txBody>
        </p:sp>
        <p:sp>
          <p:nvSpPr>
            <p:cNvPr id="316" name="Rectangle: Rounded Corners 315">
              <a:extLst>
                <a:ext uri="{FF2B5EF4-FFF2-40B4-BE49-F238E27FC236}">
                  <a16:creationId xmlns:a16="http://schemas.microsoft.com/office/drawing/2014/main" id="{24929EAE-ED47-4320-B1FD-0010313CA78C}"/>
                </a:ext>
              </a:extLst>
            </p:cNvPr>
            <p:cNvSpPr/>
            <p:nvPr/>
          </p:nvSpPr>
          <p:spPr>
            <a:xfrm>
              <a:off x="7100887" y="1722968"/>
              <a:ext cx="2028826" cy="167848"/>
            </a:xfrm>
            <a:prstGeom prst="roundRect">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Story 3</a:t>
              </a:r>
            </a:p>
          </p:txBody>
        </p:sp>
        <p:sp>
          <p:nvSpPr>
            <p:cNvPr id="317" name="Rectangle: Rounded Corners 316">
              <a:extLst>
                <a:ext uri="{FF2B5EF4-FFF2-40B4-BE49-F238E27FC236}">
                  <a16:creationId xmlns:a16="http://schemas.microsoft.com/office/drawing/2014/main" id="{E0F49AF5-8080-4F33-856E-46607E8770B4}"/>
                </a:ext>
              </a:extLst>
            </p:cNvPr>
            <p:cNvSpPr/>
            <p:nvPr/>
          </p:nvSpPr>
          <p:spPr>
            <a:xfrm>
              <a:off x="7100887" y="1938023"/>
              <a:ext cx="2028826" cy="167848"/>
            </a:xfrm>
            <a:prstGeom prst="roundRect">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Story 4</a:t>
              </a:r>
            </a:p>
          </p:txBody>
        </p:sp>
      </p:grpSp>
      <p:grpSp>
        <p:nvGrpSpPr>
          <p:cNvPr id="268" name="Group 267">
            <a:extLst>
              <a:ext uri="{FF2B5EF4-FFF2-40B4-BE49-F238E27FC236}">
                <a16:creationId xmlns:a16="http://schemas.microsoft.com/office/drawing/2014/main" id="{4B8EDD88-008B-47EE-9EAD-C6E2A9CB192E}"/>
              </a:ext>
            </a:extLst>
          </p:cNvPr>
          <p:cNvGrpSpPr/>
          <p:nvPr/>
        </p:nvGrpSpPr>
        <p:grpSpPr>
          <a:xfrm>
            <a:off x="7075126" y="2885522"/>
            <a:ext cx="2164330" cy="792586"/>
            <a:chOff x="5081587" y="2661763"/>
            <a:chExt cx="2028826" cy="813013"/>
          </a:xfrm>
        </p:grpSpPr>
        <p:sp>
          <p:nvSpPr>
            <p:cNvPr id="310" name="Rectangle: Rounded Corners 309">
              <a:extLst>
                <a:ext uri="{FF2B5EF4-FFF2-40B4-BE49-F238E27FC236}">
                  <a16:creationId xmlns:a16="http://schemas.microsoft.com/office/drawing/2014/main" id="{2FD3BB6C-A66D-4860-859B-53E965DBB2E9}"/>
                </a:ext>
              </a:extLst>
            </p:cNvPr>
            <p:cNvSpPr/>
            <p:nvPr/>
          </p:nvSpPr>
          <p:spPr>
            <a:xfrm>
              <a:off x="5081587" y="2661763"/>
              <a:ext cx="2028826" cy="167848"/>
            </a:xfrm>
            <a:prstGeom prst="roundRect">
              <a:avLst/>
            </a:prstGeom>
            <a:solidFill>
              <a:srgbClr val="00B0F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panose="020F0502020204030204"/>
                  <a:ea typeface="+mn-ea"/>
                  <a:cs typeface="+mn-cs"/>
                </a:rPr>
                <a:t>Story 5</a:t>
              </a:r>
            </a:p>
          </p:txBody>
        </p:sp>
        <p:sp>
          <p:nvSpPr>
            <p:cNvPr id="311" name="Rectangle: Rounded Corners 310">
              <a:extLst>
                <a:ext uri="{FF2B5EF4-FFF2-40B4-BE49-F238E27FC236}">
                  <a16:creationId xmlns:a16="http://schemas.microsoft.com/office/drawing/2014/main" id="{5E694002-3944-40B7-85C4-1AD35BBF59DF}"/>
                </a:ext>
              </a:extLst>
            </p:cNvPr>
            <p:cNvSpPr/>
            <p:nvPr/>
          </p:nvSpPr>
          <p:spPr>
            <a:xfrm>
              <a:off x="5081587" y="2876818"/>
              <a:ext cx="2028826" cy="167848"/>
            </a:xfrm>
            <a:prstGeom prst="roundRect">
              <a:avLst/>
            </a:prstGeom>
            <a:solidFill>
              <a:srgbClr val="00B0F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panose="020F0502020204030204"/>
                  <a:ea typeface="+mn-ea"/>
                  <a:cs typeface="+mn-cs"/>
                </a:rPr>
                <a:t>Story 6</a:t>
              </a:r>
            </a:p>
          </p:txBody>
        </p:sp>
        <p:sp>
          <p:nvSpPr>
            <p:cNvPr id="312" name="Rectangle: Rounded Corners 311">
              <a:extLst>
                <a:ext uri="{FF2B5EF4-FFF2-40B4-BE49-F238E27FC236}">
                  <a16:creationId xmlns:a16="http://schemas.microsoft.com/office/drawing/2014/main" id="{1D4144D9-1586-4B22-A68E-D03B66C72D3B}"/>
                </a:ext>
              </a:extLst>
            </p:cNvPr>
            <p:cNvSpPr/>
            <p:nvPr/>
          </p:nvSpPr>
          <p:spPr>
            <a:xfrm>
              <a:off x="5081587" y="3091873"/>
              <a:ext cx="2028826" cy="167848"/>
            </a:xfrm>
            <a:prstGeom prst="roundRect">
              <a:avLst/>
            </a:prstGeom>
            <a:solidFill>
              <a:srgbClr val="00B0F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panose="020F0502020204030204"/>
                  <a:ea typeface="+mn-ea"/>
                  <a:cs typeface="+mn-cs"/>
                </a:rPr>
                <a:t>Story 7</a:t>
              </a:r>
            </a:p>
          </p:txBody>
        </p:sp>
        <p:sp>
          <p:nvSpPr>
            <p:cNvPr id="313" name="Rectangle: Rounded Corners 312">
              <a:extLst>
                <a:ext uri="{FF2B5EF4-FFF2-40B4-BE49-F238E27FC236}">
                  <a16:creationId xmlns:a16="http://schemas.microsoft.com/office/drawing/2014/main" id="{EFF52E1C-3305-46BE-8724-3FF8D73806A9}"/>
                </a:ext>
              </a:extLst>
            </p:cNvPr>
            <p:cNvSpPr/>
            <p:nvPr/>
          </p:nvSpPr>
          <p:spPr>
            <a:xfrm>
              <a:off x="5081587" y="3306928"/>
              <a:ext cx="2028826" cy="167848"/>
            </a:xfrm>
            <a:prstGeom prst="roundRect">
              <a:avLst/>
            </a:prstGeom>
            <a:solidFill>
              <a:srgbClr val="00B0F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panose="020F0502020204030204"/>
                  <a:ea typeface="+mn-ea"/>
                  <a:cs typeface="+mn-cs"/>
                </a:rPr>
                <a:t>Story 8</a:t>
              </a:r>
            </a:p>
          </p:txBody>
        </p:sp>
      </p:grpSp>
      <p:grpSp>
        <p:nvGrpSpPr>
          <p:cNvPr id="270" name="Group 269">
            <a:extLst>
              <a:ext uri="{FF2B5EF4-FFF2-40B4-BE49-F238E27FC236}">
                <a16:creationId xmlns:a16="http://schemas.microsoft.com/office/drawing/2014/main" id="{CCE85377-FE3C-4168-9101-18D00085ED1D}"/>
              </a:ext>
            </a:extLst>
          </p:cNvPr>
          <p:cNvGrpSpPr/>
          <p:nvPr/>
        </p:nvGrpSpPr>
        <p:grpSpPr>
          <a:xfrm>
            <a:off x="7120382" y="3969909"/>
            <a:ext cx="2157638" cy="727132"/>
            <a:chOff x="7386636" y="5688226"/>
            <a:chExt cx="2028826" cy="813012"/>
          </a:xfrm>
        </p:grpSpPr>
        <p:sp>
          <p:nvSpPr>
            <p:cNvPr id="302" name="Rectangle: Rounded Corners 301">
              <a:extLst>
                <a:ext uri="{FF2B5EF4-FFF2-40B4-BE49-F238E27FC236}">
                  <a16:creationId xmlns:a16="http://schemas.microsoft.com/office/drawing/2014/main" id="{85C8ACCE-F154-453E-B0E3-F6B3580C2B59}"/>
                </a:ext>
              </a:extLst>
            </p:cNvPr>
            <p:cNvSpPr/>
            <p:nvPr/>
          </p:nvSpPr>
          <p:spPr>
            <a:xfrm>
              <a:off x="7386636" y="5688226"/>
              <a:ext cx="2028826" cy="167848"/>
            </a:xfrm>
            <a:prstGeom prst="roundRect">
              <a:avLst/>
            </a:prstGeom>
            <a:solidFill>
              <a:srgbClr val="44546A">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panose="020F0502020204030204"/>
                  <a:ea typeface="+mn-ea"/>
                  <a:cs typeface="+mn-cs"/>
                </a:rPr>
                <a:t>Story 9</a:t>
              </a:r>
            </a:p>
          </p:txBody>
        </p:sp>
        <p:sp>
          <p:nvSpPr>
            <p:cNvPr id="303" name="Rectangle: Rounded Corners 302">
              <a:extLst>
                <a:ext uri="{FF2B5EF4-FFF2-40B4-BE49-F238E27FC236}">
                  <a16:creationId xmlns:a16="http://schemas.microsoft.com/office/drawing/2014/main" id="{CD4E0E41-E5F7-4F57-B9FB-5C0F3E1070C8}"/>
                </a:ext>
              </a:extLst>
            </p:cNvPr>
            <p:cNvSpPr/>
            <p:nvPr/>
          </p:nvSpPr>
          <p:spPr>
            <a:xfrm>
              <a:off x="7386636" y="5903281"/>
              <a:ext cx="2028826" cy="167848"/>
            </a:xfrm>
            <a:prstGeom prst="roundRect">
              <a:avLst/>
            </a:prstGeom>
            <a:solidFill>
              <a:srgbClr val="44546A">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panose="020F0502020204030204"/>
                  <a:ea typeface="+mn-ea"/>
                  <a:cs typeface="+mn-cs"/>
                </a:rPr>
                <a:t>Story 10</a:t>
              </a:r>
            </a:p>
          </p:txBody>
        </p:sp>
        <p:sp>
          <p:nvSpPr>
            <p:cNvPr id="304" name="Rectangle: Rounded Corners 303">
              <a:extLst>
                <a:ext uri="{FF2B5EF4-FFF2-40B4-BE49-F238E27FC236}">
                  <a16:creationId xmlns:a16="http://schemas.microsoft.com/office/drawing/2014/main" id="{2F8673D8-2CA9-4BCB-969D-D7A464F3E7D8}"/>
                </a:ext>
              </a:extLst>
            </p:cNvPr>
            <p:cNvSpPr/>
            <p:nvPr/>
          </p:nvSpPr>
          <p:spPr>
            <a:xfrm>
              <a:off x="7386636" y="6118336"/>
              <a:ext cx="2028826" cy="167848"/>
            </a:xfrm>
            <a:prstGeom prst="roundRect">
              <a:avLst/>
            </a:prstGeom>
            <a:solidFill>
              <a:srgbClr val="44546A">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panose="020F0502020204030204"/>
                  <a:ea typeface="+mn-ea"/>
                  <a:cs typeface="+mn-cs"/>
                </a:rPr>
                <a:t>Story 11</a:t>
              </a:r>
            </a:p>
          </p:txBody>
        </p:sp>
        <p:sp>
          <p:nvSpPr>
            <p:cNvPr id="305" name="Rectangle: Rounded Corners 304">
              <a:extLst>
                <a:ext uri="{FF2B5EF4-FFF2-40B4-BE49-F238E27FC236}">
                  <a16:creationId xmlns:a16="http://schemas.microsoft.com/office/drawing/2014/main" id="{DB0E9E65-87AE-4412-B8AD-8A543F7AE2EF}"/>
                </a:ext>
              </a:extLst>
            </p:cNvPr>
            <p:cNvSpPr/>
            <p:nvPr/>
          </p:nvSpPr>
          <p:spPr>
            <a:xfrm>
              <a:off x="7386636" y="6333390"/>
              <a:ext cx="2028826" cy="167848"/>
            </a:xfrm>
            <a:prstGeom prst="roundRect">
              <a:avLst/>
            </a:prstGeom>
            <a:solidFill>
              <a:srgbClr val="44546A">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panose="020F0502020204030204"/>
                  <a:ea typeface="+mn-ea"/>
                  <a:cs typeface="+mn-cs"/>
                </a:rPr>
                <a:t>Story 12</a:t>
              </a:r>
            </a:p>
          </p:txBody>
        </p:sp>
      </p:grpSp>
      <p:grpSp>
        <p:nvGrpSpPr>
          <p:cNvPr id="271" name="Group 270">
            <a:extLst>
              <a:ext uri="{FF2B5EF4-FFF2-40B4-BE49-F238E27FC236}">
                <a16:creationId xmlns:a16="http://schemas.microsoft.com/office/drawing/2014/main" id="{125DF1AA-A355-4A88-9957-03FC029B5321}"/>
              </a:ext>
            </a:extLst>
          </p:cNvPr>
          <p:cNvGrpSpPr/>
          <p:nvPr/>
        </p:nvGrpSpPr>
        <p:grpSpPr>
          <a:xfrm>
            <a:off x="9815277" y="1682392"/>
            <a:ext cx="988413" cy="764072"/>
            <a:chOff x="10538040" y="767249"/>
            <a:chExt cx="988413" cy="764072"/>
          </a:xfrm>
        </p:grpSpPr>
        <p:sp>
          <p:nvSpPr>
            <p:cNvPr id="299" name="Rectangle: Rounded Corners 298">
              <a:extLst>
                <a:ext uri="{FF2B5EF4-FFF2-40B4-BE49-F238E27FC236}">
                  <a16:creationId xmlns:a16="http://schemas.microsoft.com/office/drawing/2014/main" id="{241A389C-C37B-433C-ACE8-C138C0D45D9D}"/>
                </a:ext>
              </a:extLst>
            </p:cNvPr>
            <p:cNvSpPr/>
            <p:nvPr/>
          </p:nvSpPr>
          <p:spPr>
            <a:xfrm>
              <a:off x="10538040" y="767249"/>
              <a:ext cx="988413" cy="213474"/>
            </a:xfrm>
            <a:prstGeom prst="roundRect">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Sprint 1</a:t>
              </a:r>
            </a:p>
          </p:txBody>
        </p:sp>
        <p:sp>
          <p:nvSpPr>
            <p:cNvPr id="300" name="Rectangle: Rounded Corners 299">
              <a:extLst>
                <a:ext uri="{FF2B5EF4-FFF2-40B4-BE49-F238E27FC236}">
                  <a16:creationId xmlns:a16="http://schemas.microsoft.com/office/drawing/2014/main" id="{B0F795C6-666D-4042-BA2C-65F8F4FD4407}"/>
                </a:ext>
              </a:extLst>
            </p:cNvPr>
            <p:cNvSpPr/>
            <p:nvPr/>
          </p:nvSpPr>
          <p:spPr>
            <a:xfrm>
              <a:off x="10538040" y="1043691"/>
              <a:ext cx="988413" cy="213474"/>
            </a:xfrm>
            <a:prstGeom prst="roundRect">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Sprint 2</a:t>
              </a:r>
            </a:p>
          </p:txBody>
        </p:sp>
        <p:sp>
          <p:nvSpPr>
            <p:cNvPr id="301" name="Rectangle: Rounded Corners 300">
              <a:extLst>
                <a:ext uri="{FF2B5EF4-FFF2-40B4-BE49-F238E27FC236}">
                  <a16:creationId xmlns:a16="http://schemas.microsoft.com/office/drawing/2014/main" id="{349274CA-4538-43A8-A3FE-2750660E2F20}"/>
                </a:ext>
              </a:extLst>
            </p:cNvPr>
            <p:cNvSpPr/>
            <p:nvPr/>
          </p:nvSpPr>
          <p:spPr>
            <a:xfrm>
              <a:off x="10538040" y="1317847"/>
              <a:ext cx="988413" cy="213474"/>
            </a:xfrm>
            <a:prstGeom prst="roundRect">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Sprint N</a:t>
              </a:r>
            </a:p>
          </p:txBody>
        </p:sp>
      </p:grpSp>
      <p:sp>
        <p:nvSpPr>
          <p:cNvPr id="272" name="Right Brace 271">
            <a:extLst>
              <a:ext uri="{FF2B5EF4-FFF2-40B4-BE49-F238E27FC236}">
                <a16:creationId xmlns:a16="http://schemas.microsoft.com/office/drawing/2014/main" id="{47B2F331-2D96-4330-86F7-827B3F01C7ED}"/>
              </a:ext>
            </a:extLst>
          </p:cNvPr>
          <p:cNvSpPr/>
          <p:nvPr/>
        </p:nvSpPr>
        <p:spPr>
          <a:xfrm>
            <a:off x="9239457" y="1594571"/>
            <a:ext cx="392914" cy="928854"/>
          </a:xfrm>
          <a:prstGeom prst="rightBrace">
            <a:avLst/>
          </a:prstGeom>
          <a:noFill/>
          <a:ln w="6350" cap="flat" cmpd="sng" algn="ctr">
            <a:solidFill>
              <a:srgbClr val="4472C4"/>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grpSp>
        <p:nvGrpSpPr>
          <p:cNvPr id="273" name="Group 272">
            <a:extLst>
              <a:ext uri="{FF2B5EF4-FFF2-40B4-BE49-F238E27FC236}">
                <a16:creationId xmlns:a16="http://schemas.microsoft.com/office/drawing/2014/main" id="{A05D0334-FD2F-4A32-98BC-D99A3616BB6D}"/>
              </a:ext>
            </a:extLst>
          </p:cNvPr>
          <p:cNvGrpSpPr/>
          <p:nvPr/>
        </p:nvGrpSpPr>
        <p:grpSpPr>
          <a:xfrm>
            <a:off x="9804598" y="2877586"/>
            <a:ext cx="988413" cy="764072"/>
            <a:chOff x="10538040" y="2345983"/>
            <a:chExt cx="988413" cy="764072"/>
          </a:xfrm>
        </p:grpSpPr>
        <p:sp>
          <p:nvSpPr>
            <p:cNvPr id="296" name="Rectangle: Rounded Corners 295">
              <a:extLst>
                <a:ext uri="{FF2B5EF4-FFF2-40B4-BE49-F238E27FC236}">
                  <a16:creationId xmlns:a16="http://schemas.microsoft.com/office/drawing/2014/main" id="{1A99CFE2-497D-46DF-B285-36E3C1CC443D}"/>
                </a:ext>
              </a:extLst>
            </p:cNvPr>
            <p:cNvSpPr/>
            <p:nvPr/>
          </p:nvSpPr>
          <p:spPr>
            <a:xfrm>
              <a:off x="10538040" y="2345983"/>
              <a:ext cx="988413" cy="213474"/>
            </a:xfrm>
            <a:prstGeom prst="roundRect">
              <a:avLst/>
            </a:prstGeom>
            <a:solidFill>
              <a:srgbClr val="00B0F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panose="020F0502020204030204"/>
                  <a:ea typeface="+mn-ea"/>
                  <a:cs typeface="+mn-cs"/>
                </a:rPr>
                <a:t>Sprint 1</a:t>
              </a:r>
            </a:p>
          </p:txBody>
        </p:sp>
        <p:sp>
          <p:nvSpPr>
            <p:cNvPr id="297" name="Rectangle: Rounded Corners 296">
              <a:extLst>
                <a:ext uri="{FF2B5EF4-FFF2-40B4-BE49-F238E27FC236}">
                  <a16:creationId xmlns:a16="http://schemas.microsoft.com/office/drawing/2014/main" id="{5E2A87E1-CB9E-4D6D-B8D6-FB919D3D3190}"/>
                </a:ext>
              </a:extLst>
            </p:cNvPr>
            <p:cNvSpPr/>
            <p:nvPr/>
          </p:nvSpPr>
          <p:spPr>
            <a:xfrm>
              <a:off x="10538040" y="2622425"/>
              <a:ext cx="988413" cy="213474"/>
            </a:xfrm>
            <a:prstGeom prst="roundRect">
              <a:avLst/>
            </a:prstGeom>
            <a:solidFill>
              <a:srgbClr val="00B0F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panose="020F0502020204030204"/>
                  <a:ea typeface="+mn-ea"/>
                  <a:cs typeface="+mn-cs"/>
                </a:rPr>
                <a:t>Sprint 2</a:t>
              </a:r>
            </a:p>
          </p:txBody>
        </p:sp>
        <p:sp>
          <p:nvSpPr>
            <p:cNvPr id="298" name="Rectangle: Rounded Corners 297">
              <a:extLst>
                <a:ext uri="{FF2B5EF4-FFF2-40B4-BE49-F238E27FC236}">
                  <a16:creationId xmlns:a16="http://schemas.microsoft.com/office/drawing/2014/main" id="{2986133A-AFD4-4913-8AC8-D055A0E340EC}"/>
                </a:ext>
              </a:extLst>
            </p:cNvPr>
            <p:cNvSpPr/>
            <p:nvPr/>
          </p:nvSpPr>
          <p:spPr>
            <a:xfrm>
              <a:off x="10538040" y="2896581"/>
              <a:ext cx="988413" cy="213474"/>
            </a:xfrm>
            <a:prstGeom prst="roundRect">
              <a:avLst/>
            </a:prstGeom>
            <a:solidFill>
              <a:srgbClr val="00B0F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panose="020F0502020204030204"/>
                  <a:ea typeface="+mn-ea"/>
                  <a:cs typeface="+mn-cs"/>
                </a:rPr>
                <a:t>Sprint N</a:t>
              </a:r>
            </a:p>
          </p:txBody>
        </p:sp>
      </p:grpSp>
      <p:sp>
        <p:nvSpPr>
          <p:cNvPr id="274" name="Right Brace 273">
            <a:extLst>
              <a:ext uri="{FF2B5EF4-FFF2-40B4-BE49-F238E27FC236}">
                <a16:creationId xmlns:a16="http://schemas.microsoft.com/office/drawing/2014/main" id="{580EBCAD-EDB5-4C0A-9610-912894AAFF38}"/>
              </a:ext>
            </a:extLst>
          </p:cNvPr>
          <p:cNvSpPr/>
          <p:nvPr/>
        </p:nvSpPr>
        <p:spPr>
          <a:xfrm>
            <a:off x="9277703" y="2801070"/>
            <a:ext cx="311241" cy="921522"/>
          </a:xfrm>
          <a:prstGeom prst="rightBrace">
            <a:avLst/>
          </a:prstGeom>
          <a:noFill/>
          <a:ln w="6350" cap="flat" cmpd="sng" algn="ctr">
            <a:solidFill>
              <a:srgbClr val="4472C4"/>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276" name="Group 275">
            <a:extLst>
              <a:ext uri="{FF2B5EF4-FFF2-40B4-BE49-F238E27FC236}">
                <a16:creationId xmlns:a16="http://schemas.microsoft.com/office/drawing/2014/main" id="{604E9A5A-6933-468D-835B-D72FFB98E725}"/>
              </a:ext>
            </a:extLst>
          </p:cNvPr>
          <p:cNvGrpSpPr/>
          <p:nvPr/>
        </p:nvGrpSpPr>
        <p:grpSpPr>
          <a:xfrm>
            <a:off x="9815277" y="3939289"/>
            <a:ext cx="988413" cy="764072"/>
            <a:chOff x="10554956" y="5402508"/>
            <a:chExt cx="988413" cy="764072"/>
          </a:xfrm>
        </p:grpSpPr>
        <p:sp>
          <p:nvSpPr>
            <p:cNvPr id="290" name="Rectangle: Rounded Corners 289">
              <a:extLst>
                <a:ext uri="{FF2B5EF4-FFF2-40B4-BE49-F238E27FC236}">
                  <a16:creationId xmlns:a16="http://schemas.microsoft.com/office/drawing/2014/main" id="{E2D82C3D-3103-4087-B43A-380DFCFEBB80}"/>
                </a:ext>
              </a:extLst>
            </p:cNvPr>
            <p:cNvSpPr/>
            <p:nvPr/>
          </p:nvSpPr>
          <p:spPr>
            <a:xfrm>
              <a:off x="10554956" y="5402508"/>
              <a:ext cx="988413" cy="213474"/>
            </a:xfrm>
            <a:prstGeom prst="roundRect">
              <a:avLst/>
            </a:prstGeom>
            <a:solidFill>
              <a:srgbClr val="44546A">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panose="020F0502020204030204"/>
                  <a:ea typeface="+mn-ea"/>
                  <a:cs typeface="+mn-cs"/>
                </a:rPr>
                <a:t>Sprint 1</a:t>
              </a:r>
            </a:p>
          </p:txBody>
        </p:sp>
        <p:sp>
          <p:nvSpPr>
            <p:cNvPr id="291" name="Rectangle: Rounded Corners 290">
              <a:extLst>
                <a:ext uri="{FF2B5EF4-FFF2-40B4-BE49-F238E27FC236}">
                  <a16:creationId xmlns:a16="http://schemas.microsoft.com/office/drawing/2014/main" id="{B24EC3D3-24A9-48FD-A170-1670603099C6}"/>
                </a:ext>
              </a:extLst>
            </p:cNvPr>
            <p:cNvSpPr/>
            <p:nvPr/>
          </p:nvSpPr>
          <p:spPr>
            <a:xfrm>
              <a:off x="10554956" y="5678950"/>
              <a:ext cx="988413" cy="213474"/>
            </a:xfrm>
            <a:prstGeom prst="roundRect">
              <a:avLst/>
            </a:prstGeom>
            <a:solidFill>
              <a:srgbClr val="44546A">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panose="020F0502020204030204"/>
                  <a:ea typeface="+mn-ea"/>
                  <a:cs typeface="+mn-cs"/>
                </a:rPr>
                <a:t>Sprint 2</a:t>
              </a:r>
            </a:p>
          </p:txBody>
        </p:sp>
        <p:sp>
          <p:nvSpPr>
            <p:cNvPr id="292" name="Rectangle: Rounded Corners 291">
              <a:extLst>
                <a:ext uri="{FF2B5EF4-FFF2-40B4-BE49-F238E27FC236}">
                  <a16:creationId xmlns:a16="http://schemas.microsoft.com/office/drawing/2014/main" id="{95679BDB-E720-4CAE-B965-C6F0BABB3E69}"/>
                </a:ext>
              </a:extLst>
            </p:cNvPr>
            <p:cNvSpPr/>
            <p:nvPr/>
          </p:nvSpPr>
          <p:spPr>
            <a:xfrm>
              <a:off x="10554956" y="5953106"/>
              <a:ext cx="988413" cy="213474"/>
            </a:xfrm>
            <a:prstGeom prst="roundRect">
              <a:avLst/>
            </a:prstGeom>
            <a:solidFill>
              <a:srgbClr val="44546A">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panose="020F0502020204030204"/>
                  <a:ea typeface="+mn-ea"/>
                  <a:cs typeface="+mn-cs"/>
                </a:rPr>
                <a:t>Sprint N</a:t>
              </a:r>
            </a:p>
          </p:txBody>
        </p:sp>
      </p:grpSp>
      <p:sp>
        <p:nvSpPr>
          <p:cNvPr id="277" name="Right Brace 276">
            <a:extLst>
              <a:ext uri="{FF2B5EF4-FFF2-40B4-BE49-F238E27FC236}">
                <a16:creationId xmlns:a16="http://schemas.microsoft.com/office/drawing/2014/main" id="{14290F40-AD13-436A-BABF-F1ED7277E295}"/>
              </a:ext>
            </a:extLst>
          </p:cNvPr>
          <p:cNvSpPr/>
          <p:nvPr/>
        </p:nvSpPr>
        <p:spPr>
          <a:xfrm>
            <a:off x="9288383" y="3879420"/>
            <a:ext cx="297633" cy="903183"/>
          </a:xfrm>
          <a:prstGeom prst="rightBrace">
            <a:avLst/>
          </a:prstGeom>
          <a:noFill/>
          <a:ln w="6350" cap="flat" cmpd="sng" algn="ctr">
            <a:solidFill>
              <a:srgbClr val="4472C4"/>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2" name="Rectangle: Rounded Corners 11">
            <a:extLst>
              <a:ext uri="{FF2B5EF4-FFF2-40B4-BE49-F238E27FC236}">
                <a16:creationId xmlns:a16="http://schemas.microsoft.com/office/drawing/2014/main" id="{31BB805D-9BE9-6377-DA5D-773CB5809C76}"/>
              </a:ext>
            </a:extLst>
          </p:cNvPr>
          <p:cNvSpPr/>
          <p:nvPr/>
        </p:nvSpPr>
        <p:spPr>
          <a:xfrm>
            <a:off x="682367" y="1812778"/>
            <a:ext cx="2498956" cy="278432"/>
          </a:xfrm>
          <a:prstGeom prst="roundRect">
            <a:avLst/>
          </a:prstGeom>
          <a:solidFill>
            <a:srgbClr val="FF33CC"/>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rPr>
              <a:t>Initiative</a:t>
            </a:r>
          </a:p>
        </p:txBody>
      </p:sp>
      <p:sp>
        <p:nvSpPr>
          <p:cNvPr id="3" name="TextBox 2">
            <a:extLst>
              <a:ext uri="{FF2B5EF4-FFF2-40B4-BE49-F238E27FC236}">
                <a16:creationId xmlns:a16="http://schemas.microsoft.com/office/drawing/2014/main" id="{C13AA63B-274D-AE34-B50D-3455D38DF010}"/>
              </a:ext>
            </a:extLst>
          </p:cNvPr>
          <p:cNvSpPr txBox="1"/>
          <p:nvPr/>
        </p:nvSpPr>
        <p:spPr>
          <a:xfrm>
            <a:off x="1187669" y="5360276"/>
            <a:ext cx="5402318" cy="307777"/>
          </a:xfrm>
          <a:prstGeom prst="rect">
            <a:avLst/>
          </a:prstGeom>
          <a:noFill/>
        </p:spPr>
        <p:txBody>
          <a:bodyPr wrap="square" rtlCol="0">
            <a:spAutoFit/>
          </a:bodyPr>
          <a:lstStyle/>
          <a:p>
            <a:r>
              <a:rPr lang="en-IN" sz="1400" i="1" dirty="0"/>
              <a:t>*Features will be tracked as part of components field</a:t>
            </a:r>
          </a:p>
        </p:txBody>
      </p:sp>
    </p:spTree>
    <p:extLst>
      <p:ext uri="{BB962C8B-B14F-4D97-AF65-F5344CB8AC3E}">
        <p14:creationId xmlns:p14="http://schemas.microsoft.com/office/powerpoint/2010/main" val="94012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F0D0A-C8BD-480C-A6F2-F71C03DE8BA9}"/>
              </a:ext>
            </a:extLst>
          </p:cNvPr>
          <p:cNvSpPr>
            <a:spLocks noGrp="1"/>
          </p:cNvSpPr>
          <p:nvPr>
            <p:ph type="title"/>
          </p:nvPr>
        </p:nvSpPr>
        <p:spPr/>
        <p:txBody>
          <a:bodyPr/>
          <a:lstStyle/>
          <a:p>
            <a:r>
              <a:rPr lang="en-GB" sz="2000" b="0" dirty="0"/>
              <a:t>Jira Setup – Naming Convention</a:t>
            </a:r>
          </a:p>
        </p:txBody>
      </p:sp>
      <p:graphicFrame>
        <p:nvGraphicFramePr>
          <p:cNvPr id="4" name="Table 2">
            <a:extLst>
              <a:ext uri="{FF2B5EF4-FFF2-40B4-BE49-F238E27FC236}">
                <a16:creationId xmlns:a16="http://schemas.microsoft.com/office/drawing/2014/main" id="{0CE698DE-6AE0-C7BD-9B2D-8532ED9500E5}"/>
              </a:ext>
            </a:extLst>
          </p:cNvPr>
          <p:cNvGraphicFramePr>
            <a:graphicFrameLocks noGrp="1"/>
          </p:cNvGraphicFramePr>
          <p:nvPr/>
        </p:nvGraphicFramePr>
        <p:xfrm>
          <a:off x="1237747" y="1028219"/>
          <a:ext cx="8128000" cy="4820920"/>
        </p:xfrm>
        <a:graphic>
          <a:graphicData uri="http://schemas.openxmlformats.org/drawingml/2006/table">
            <a:tbl>
              <a:tblPr firstRow="1" bandRow="1"/>
              <a:tblGrid>
                <a:gridCol w="3554800">
                  <a:extLst>
                    <a:ext uri="{9D8B030D-6E8A-4147-A177-3AD203B41FA5}">
                      <a16:colId xmlns:a16="http://schemas.microsoft.com/office/drawing/2014/main" val="1918372156"/>
                    </a:ext>
                  </a:extLst>
                </a:gridCol>
                <a:gridCol w="2286600">
                  <a:extLst>
                    <a:ext uri="{9D8B030D-6E8A-4147-A177-3AD203B41FA5}">
                      <a16:colId xmlns:a16="http://schemas.microsoft.com/office/drawing/2014/main" val="2257131554"/>
                    </a:ext>
                  </a:extLst>
                </a:gridCol>
                <a:gridCol w="2286600">
                  <a:extLst>
                    <a:ext uri="{9D8B030D-6E8A-4147-A177-3AD203B41FA5}">
                      <a16:colId xmlns:a16="http://schemas.microsoft.com/office/drawing/2014/main" val="747942966"/>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IN" dirty="0"/>
                        <a:t>Projects</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IN" dirty="0"/>
                        <a:t>Issue Key</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IN" dirty="0"/>
                        <a:t>Board</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extLst>
                  <a:ext uri="{0D108BD9-81ED-4DB2-BD59-A6C34878D82A}">
                    <a16:rowId xmlns:a16="http://schemas.microsoft.com/office/drawing/2014/main" val="3604524682"/>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IN" dirty="0"/>
                        <a:t>GPAS &amp; BC Scrum of Scrums</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IN" dirty="0"/>
                        <a:t>BZSOS</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IN" dirty="0"/>
                        <a:t>Kanban</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extLst>
                  <a:ext uri="{0D108BD9-81ED-4DB2-BD59-A6C34878D82A}">
                    <a16:rowId xmlns:a16="http://schemas.microsoft.com/office/drawing/2014/main" val="3413619269"/>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IN" dirty="0"/>
                        <a:t>BZ </a:t>
                      </a:r>
                      <a:r>
                        <a:rPr lang="en-IN" dirty="0" err="1"/>
                        <a:t>PolicyCenter</a:t>
                      </a:r>
                      <a:endParaRPr lang="en-IN"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IN" dirty="0"/>
                        <a:t>BZPC</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IN" dirty="0"/>
                        <a:t>Scrum</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extLst>
                  <a:ext uri="{0D108BD9-81ED-4DB2-BD59-A6C34878D82A}">
                    <a16:rowId xmlns:a16="http://schemas.microsoft.com/office/drawing/2014/main" val="1633362040"/>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IN" dirty="0"/>
                        <a:t>BZ </a:t>
                      </a:r>
                      <a:r>
                        <a:rPr lang="en-IN" dirty="0" err="1"/>
                        <a:t>BillingCenter</a:t>
                      </a:r>
                      <a:endParaRPr lang="en-IN"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IN" dirty="0"/>
                        <a:t>BZBC</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IN" dirty="0"/>
                        <a:t>Scrum</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extLst>
                  <a:ext uri="{0D108BD9-81ED-4DB2-BD59-A6C34878D82A}">
                    <a16:rowId xmlns:a16="http://schemas.microsoft.com/office/drawing/2014/main" val="2632704393"/>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IN" dirty="0"/>
                        <a:t>BZ Integration</a:t>
                      </a:r>
                    </a:p>
                  </a:txBody>
                  <a:tcP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IN" dirty="0"/>
                        <a:t>BZINT</a:t>
                      </a:r>
                    </a:p>
                  </a:txBody>
                  <a:tcP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472C4">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IN" dirty="0"/>
                        <a:t>Scrum</a:t>
                      </a:r>
                    </a:p>
                  </a:txBody>
                  <a:tcP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472C4">
                        <a:tint val="20000"/>
                      </a:srgbClr>
                    </a:solidFill>
                  </a:tcPr>
                </a:tc>
                <a:extLst>
                  <a:ext uri="{0D108BD9-81ED-4DB2-BD59-A6C34878D82A}">
                    <a16:rowId xmlns:a16="http://schemas.microsoft.com/office/drawing/2014/main" val="227318996"/>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IN" dirty="0"/>
                        <a:t>BZ Data</a:t>
                      </a: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DFE98"/>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IN" dirty="0"/>
                        <a:t>BZD</a:t>
                      </a: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DFE98"/>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IN" dirty="0"/>
                        <a:t>Scrum</a:t>
                      </a: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DFE98"/>
                    </a:solidFill>
                  </a:tcPr>
                </a:tc>
                <a:extLst>
                  <a:ext uri="{0D108BD9-81ED-4DB2-BD59-A6C34878D82A}">
                    <a16:rowId xmlns:a16="http://schemas.microsoft.com/office/drawing/2014/main" val="3291536137"/>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r>
                        <a:rPr lang="en-IN" sz="1800" kern="1200" dirty="0">
                          <a:solidFill>
                            <a:schemeClr val="dk1"/>
                          </a:solidFill>
                          <a:latin typeface="Calibri" panose="020F0502020204030204"/>
                          <a:ea typeface="+mn-ea"/>
                          <a:cs typeface="+mn-cs"/>
                        </a:rPr>
                        <a:t>BZ Migration</a:t>
                      </a: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DFE98"/>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r>
                        <a:rPr lang="en-IN" sz="1800" kern="1200" dirty="0">
                          <a:solidFill>
                            <a:schemeClr val="dk1"/>
                          </a:solidFill>
                          <a:latin typeface="Calibri" panose="020F0502020204030204"/>
                          <a:ea typeface="+mn-ea"/>
                          <a:cs typeface="+mn-cs"/>
                        </a:rPr>
                        <a:t>BZM</a:t>
                      </a: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DFE98"/>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r>
                        <a:rPr lang="en-IN" sz="1800" kern="1200" dirty="0">
                          <a:solidFill>
                            <a:schemeClr val="dk1"/>
                          </a:solidFill>
                          <a:latin typeface="Calibri" panose="020F0502020204030204"/>
                          <a:ea typeface="+mn-ea"/>
                          <a:cs typeface="+mn-cs"/>
                        </a:rPr>
                        <a:t>Scrum</a:t>
                      </a: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DFE98"/>
                    </a:solidFill>
                  </a:tcPr>
                </a:tc>
                <a:extLst>
                  <a:ext uri="{0D108BD9-81ED-4DB2-BD59-A6C34878D82A}">
                    <a16:rowId xmlns:a16="http://schemas.microsoft.com/office/drawing/2014/main" val="2244093867"/>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r>
                        <a:rPr lang="en-IN" sz="1800" kern="1200" dirty="0">
                          <a:solidFill>
                            <a:schemeClr val="dk1"/>
                          </a:solidFill>
                          <a:latin typeface="Calibri" panose="020F0502020204030204"/>
                          <a:ea typeface="+mn-ea"/>
                          <a:cs typeface="+mn-cs"/>
                        </a:rPr>
                        <a:t>BZ Documents</a:t>
                      </a: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DFE98"/>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r>
                        <a:rPr lang="en-IN" sz="1800" kern="1200" dirty="0">
                          <a:solidFill>
                            <a:schemeClr val="dk1"/>
                          </a:solidFill>
                          <a:latin typeface="Calibri" panose="020F0502020204030204"/>
                          <a:ea typeface="+mn-ea"/>
                          <a:cs typeface="+mn-cs"/>
                        </a:rPr>
                        <a:t>BZDOC</a:t>
                      </a: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DFE98"/>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r>
                        <a:rPr lang="en-IN" sz="1800" kern="1200" dirty="0">
                          <a:solidFill>
                            <a:schemeClr val="dk1"/>
                          </a:solidFill>
                          <a:latin typeface="Calibri" panose="020F0502020204030204"/>
                          <a:ea typeface="+mn-ea"/>
                          <a:cs typeface="+mn-cs"/>
                        </a:rPr>
                        <a:t>Scrum</a:t>
                      </a: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DFE98"/>
                    </a:solidFill>
                  </a:tcPr>
                </a:tc>
                <a:extLst>
                  <a:ext uri="{0D108BD9-81ED-4DB2-BD59-A6C34878D82A}">
                    <a16:rowId xmlns:a16="http://schemas.microsoft.com/office/drawing/2014/main" val="3104384969"/>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r>
                        <a:rPr lang="en-IN" sz="1800" kern="1200" dirty="0">
                          <a:solidFill>
                            <a:schemeClr val="dk1"/>
                          </a:solidFill>
                          <a:latin typeface="Calibri" panose="020F0502020204030204"/>
                          <a:ea typeface="+mn-ea"/>
                          <a:cs typeface="+mn-cs"/>
                        </a:rPr>
                        <a:t>BZ Architecture</a:t>
                      </a: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DFE98"/>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r>
                        <a:rPr lang="en-IN" sz="1800" kern="1200" dirty="0">
                          <a:solidFill>
                            <a:schemeClr val="dk1"/>
                          </a:solidFill>
                          <a:latin typeface="Calibri" panose="020F0502020204030204"/>
                          <a:ea typeface="+mn-ea"/>
                          <a:cs typeface="+mn-cs"/>
                        </a:rPr>
                        <a:t>BZA</a:t>
                      </a: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DFE98"/>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r>
                        <a:rPr lang="en-IN" sz="1800" kern="1200" dirty="0">
                          <a:solidFill>
                            <a:schemeClr val="dk1"/>
                          </a:solidFill>
                          <a:latin typeface="Calibri" panose="020F0502020204030204"/>
                          <a:ea typeface="+mn-ea"/>
                          <a:cs typeface="+mn-cs"/>
                        </a:rPr>
                        <a:t>Scrum</a:t>
                      </a: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DFE98"/>
                    </a:solidFill>
                  </a:tcPr>
                </a:tc>
                <a:extLst>
                  <a:ext uri="{0D108BD9-81ED-4DB2-BD59-A6C34878D82A}">
                    <a16:rowId xmlns:a16="http://schemas.microsoft.com/office/drawing/2014/main" val="3825140713"/>
                  </a:ext>
                </a:extLst>
              </a:tr>
              <a:tr h="370840">
                <a:tc>
                  <a:txBody>
                    <a:bodyPr/>
                    <a:lstStyle/>
                    <a:p>
                      <a:pPr marL="0" algn="l" defTabSz="914400" rtl="0" eaLnBrk="1" latinLnBrk="0" hangingPunct="1"/>
                      <a:r>
                        <a:rPr lang="en-IN" sz="1800" kern="1200" dirty="0">
                          <a:solidFill>
                            <a:schemeClr val="dk1"/>
                          </a:solidFill>
                          <a:latin typeface="Calibri" panose="020F0502020204030204"/>
                          <a:ea typeface="+mn-ea"/>
                          <a:cs typeface="+mn-cs"/>
                        </a:rPr>
                        <a:t>BZ Product Rationalization</a:t>
                      </a: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DFE98"/>
                    </a:solidFill>
                  </a:tcPr>
                </a:tc>
                <a:tc>
                  <a:txBody>
                    <a:bodyPr/>
                    <a:lstStyle/>
                    <a:p>
                      <a:pPr marL="0" algn="l" defTabSz="914400" rtl="0" eaLnBrk="1" latinLnBrk="0" hangingPunct="1"/>
                      <a:r>
                        <a:rPr lang="en-IN" sz="1800" kern="1200" dirty="0">
                          <a:solidFill>
                            <a:schemeClr val="dk1"/>
                          </a:solidFill>
                          <a:latin typeface="Calibri" panose="020F0502020204030204"/>
                          <a:ea typeface="+mn-ea"/>
                          <a:cs typeface="+mn-cs"/>
                        </a:rPr>
                        <a:t>BZPR</a:t>
                      </a: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DFE98"/>
                    </a:solidFill>
                  </a:tcPr>
                </a:tc>
                <a:tc>
                  <a:txBody>
                    <a:bodyPr/>
                    <a:lstStyle/>
                    <a:p>
                      <a:pPr marL="0" algn="l" defTabSz="914400" rtl="0" eaLnBrk="1" latinLnBrk="0" hangingPunct="1"/>
                      <a:r>
                        <a:rPr lang="en-IN" sz="1800" kern="1200" dirty="0">
                          <a:solidFill>
                            <a:schemeClr val="dk1"/>
                          </a:solidFill>
                          <a:latin typeface="Calibri" panose="020F0502020204030204"/>
                          <a:ea typeface="+mn-ea"/>
                          <a:cs typeface="+mn-cs"/>
                        </a:rPr>
                        <a:t>Scrum</a:t>
                      </a: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DFE98"/>
                    </a:solidFill>
                  </a:tcPr>
                </a:tc>
                <a:extLst>
                  <a:ext uri="{0D108BD9-81ED-4DB2-BD59-A6C34878D82A}">
                    <a16:rowId xmlns:a16="http://schemas.microsoft.com/office/drawing/2014/main" val="1207366126"/>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r>
                        <a:rPr lang="en-IN" sz="1800" kern="1200" dirty="0">
                          <a:solidFill>
                            <a:schemeClr val="dk1"/>
                          </a:solidFill>
                          <a:latin typeface="Calibri" panose="020F0502020204030204"/>
                          <a:ea typeface="+mn-ea"/>
                          <a:cs typeface="+mn-cs"/>
                        </a:rPr>
                        <a:t>BZ System Integration Testing</a:t>
                      </a: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DFE98"/>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r>
                        <a:rPr lang="en-IN" sz="1800" kern="1200" dirty="0">
                          <a:solidFill>
                            <a:schemeClr val="dk1"/>
                          </a:solidFill>
                          <a:latin typeface="Calibri" panose="020F0502020204030204"/>
                          <a:ea typeface="+mn-ea"/>
                          <a:cs typeface="+mn-cs"/>
                        </a:rPr>
                        <a:t>BZSIT</a:t>
                      </a: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DFE98"/>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r>
                        <a:rPr lang="en-IN" sz="1800" kern="1200" dirty="0">
                          <a:solidFill>
                            <a:schemeClr val="dk1"/>
                          </a:solidFill>
                          <a:latin typeface="Calibri" panose="020F0502020204030204"/>
                          <a:ea typeface="+mn-ea"/>
                          <a:cs typeface="+mn-cs"/>
                        </a:rPr>
                        <a:t>Scrum</a:t>
                      </a: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DFE98"/>
                    </a:solidFill>
                  </a:tcPr>
                </a:tc>
                <a:extLst>
                  <a:ext uri="{0D108BD9-81ED-4DB2-BD59-A6C34878D82A}">
                    <a16:rowId xmlns:a16="http://schemas.microsoft.com/office/drawing/2014/main" val="268803994"/>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r>
                        <a:rPr lang="en-IN" sz="1800" kern="1200" dirty="0">
                          <a:solidFill>
                            <a:schemeClr val="dk1"/>
                          </a:solidFill>
                          <a:latin typeface="Calibri" panose="020F0502020204030204"/>
                          <a:ea typeface="+mn-ea"/>
                          <a:cs typeface="+mn-cs"/>
                        </a:rPr>
                        <a:t>BZ User Acceptance Testing</a:t>
                      </a: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DFE98"/>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r>
                        <a:rPr lang="en-IN" sz="1800" kern="1200" dirty="0">
                          <a:solidFill>
                            <a:schemeClr val="dk1"/>
                          </a:solidFill>
                          <a:latin typeface="Calibri" panose="020F0502020204030204"/>
                          <a:ea typeface="+mn-ea"/>
                          <a:cs typeface="+mn-cs"/>
                        </a:rPr>
                        <a:t>BZUAT</a:t>
                      </a: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DFE98"/>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r>
                        <a:rPr lang="en-IN" sz="1800" kern="1200" dirty="0">
                          <a:solidFill>
                            <a:schemeClr val="dk1"/>
                          </a:solidFill>
                          <a:latin typeface="Calibri" panose="020F0502020204030204"/>
                          <a:ea typeface="+mn-ea"/>
                          <a:cs typeface="+mn-cs"/>
                        </a:rPr>
                        <a:t>Scrum</a:t>
                      </a: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DFE98"/>
                    </a:solidFill>
                  </a:tcPr>
                </a:tc>
                <a:extLst>
                  <a:ext uri="{0D108BD9-81ED-4DB2-BD59-A6C34878D82A}">
                    <a16:rowId xmlns:a16="http://schemas.microsoft.com/office/drawing/2014/main" val="1515523699"/>
                  </a:ext>
                </a:extLst>
              </a:tr>
              <a:tr h="3708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r>
                        <a:rPr lang="en-IN" sz="1800" kern="1200" dirty="0">
                          <a:solidFill>
                            <a:schemeClr val="dk1"/>
                          </a:solidFill>
                          <a:latin typeface="Calibri" panose="020F0502020204030204"/>
                          <a:ea typeface="+mn-ea"/>
                          <a:cs typeface="+mn-cs"/>
                        </a:rPr>
                        <a:t>BZ Production</a:t>
                      </a: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DFE98"/>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r>
                        <a:rPr lang="en-IN" sz="1800" kern="1200" dirty="0">
                          <a:solidFill>
                            <a:schemeClr val="dk1"/>
                          </a:solidFill>
                          <a:latin typeface="Calibri" panose="020F0502020204030204"/>
                          <a:ea typeface="+mn-ea"/>
                          <a:cs typeface="+mn-cs"/>
                        </a:rPr>
                        <a:t>BZP</a:t>
                      </a: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DFE98"/>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r>
                        <a:rPr lang="en-IN" sz="1800" kern="1200" dirty="0">
                          <a:solidFill>
                            <a:schemeClr val="dk1"/>
                          </a:solidFill>
                          <a:latin typeface="Calibri" panose="020F0502020204030204"/>
                          <a:ea typeface="+mn-ea"/>
                          <a:cs typeface="+mn-cs"/>
                        </a:rPr>
                        <a:t>Scrum</a:t>
                      </a: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DFE98"/>
                    </a:solidFill>
                  </a:tcPr>
                </a:tc>
                <a:extLst>
                  <a:ext uri="{0D108BD9-81ED-4DB2-BD59-A6C34878D82A}">
                    <a16:rowId xmlns:a16="http://schemas.microsoft.com/office/drawing/2014/main" val="580012212"/>
                  </a:ext>
                </a:extLst>
              </a:tr>
            </a:tbl>
          </a:graphicData>
        </a:graphic>
      </p:graphicFrame>
      <p:grpSp>
        <p:nvGrpSpPr>
          <p:cNvPr id="8" name="Group 7">
            <a:extLst>
              <a:ext uri="{FF2B5EF4-FFF2-40B4-BE49-F238E27FC236}">
                <a16:creationId xmlns:a16="http://schemas.microsoft.com/office/drawing/2014/main" id="{1D25978A-55D2-5600-121D-2E46FB60FEE5}"/>
              </a:ext>
            </a:extLst>
          </p:cNvPr>
          <p:cNvGrpSpPr/>
          <p:nvPr/>
        </p:nvGrpSpPr>
        <p:grpSpPr>
          <a:xfrm>
            <a:off x="1132643" y="5978659"/>
            <a:ext cx="7031071" cy="276999"/>
            <a:chOff x="1237748" y="4541306"/>
            <a:chExt cx="7031071" cy="276999"/>
          </a:xfrm>
        </p:grpSpPr>
        <p:sp>
          <p:nvSpPr>
            <p:cNvPr id="36" name="TextBox 35">
              <a:extLst>
                <a:ext uri="{FF2B5EF4-FFF2-40B4-BE49-F238E27FC236}">
                  <a16:creationId xmlns:a16="http://schemas.microsoft.com/office/drawing/2014/main" id="{5C17D6BC-D413-436D-E994-869BCD291569}"/>
                </a:ext>
              </a:extLst>
            </p:cNvPr>
            <p:cNvSpPr txBox="1"/>
            <p:nvPr/>
          </p:nvSpPr>
          <p:spPr>
            <a:xfrm>
              <a:off x="1545022" y="4541306"/>
              <a:ext cx="6723797" cy="276999"/>
            </a:xfrm>
            <a:prstGeom prst="rect">
              <a:avLst/>
            </a:prstGeom>
            <a:noFill/>
          </p:spPr>
          <p:txBody>
            <a:bodyPr wrap="square" rtlCol="0">
              <a:spAutoFit/>
            </a:bodyPr>
            <a:lstStyle/>
            <a:p>
              <a:r>
                <a:rPr lang="en-IN" sz="1200" i="1" dirty="0"/>
                <a:t>Projects are not yet created in Jira</a:t>
              </a:r>
            </a:p>
          </p:txBody>
        </p:sp>
        <p:sp>
          <p:nvSpPr>
            <p:cNvPr id="6" name="Rectangle: Rounded Corners 5">
              <a:extLst>
                <a:ext uri="{FF2B5EF4-FFF2-40B4-BE49-F238E27FC236}">
                  <a16:creationId xmlns:a16="http://schemas.microsoft.com/office/drawing/2014/main" id="{FE84654E-1A8F-AB91-6F8F-30FD4989B5EE}"/>
                </a:ext>
              </a:extLst>
            </p:cNvPr>
            <p:cNvSpPr/>
            <p:nvPr/>
          </p:nvSpPr>
          <p:spPr bwMode="auto">
            <a:xfrm>
              <a:off x="1237748" y="4608098"/>
              <a:ext cx="307274" cy="142578"/>
            </a:xfrm>
            <a:prstGeom prst="roundRect">
              <a:avLst/>
            </a:prstGeom>
            <a:solidFill>
              <a:srgbClr val="EDFE98"/>
            </a:solidFill>
            <a:ln w="9525" cap="flat" cmpd="sng" algn="ctr">
              <a:solidFill>
                <a:srgbClr val="EDFE9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Century Gothic" pitchFamily="34" charset="0"/>
              </a:endParaRPr>
            </a:p>
          </p:txBody>
        </p:sp>
      </p:grpSp>
    </p:spTree>
    <p:extLst>
      <p:ext uri="{BB962C8B-B14F-4D97-AF65-F5344CB8AC3E}">
        <p14:creationId xmlns:p14="http://schemas.microsoft.com/office/powerpoint/2010/main" val="330147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F0D0A-C8BD-480C-A6F2-F71C03DE8BA9}"/>
              </a:ext>
            </a:extLst>
          </p:cNvPr>
          <p:cNvSpPr>
            <a:spLocks noGrp="1"/>
          </p:cNvSpPr>
          <p:nvPr>
            <p:ph type="title"/>
          </p:nvPr>
        </p:nvSpPr>
        <p:spPr/>
        <p:txBody>
          <a:bodyPr/>
          <a:lstStyle/>
          <a:p>
            <a:r>
              <a:rPr lang="en-GB" sz="2000" b="0" dirty="0"/>
              <a:t>Jira Setup – One scheme configuration</a:t>
            </a:r>
          </a:p>
        </p:txBody>
      </p:sp>
      <p:graphicFrame>
        <p:nvGraphicFramePr>
          <p:cNvPr id="7" name="Diagram 6">
            <a:extLst>
              <a:ext uri="{FF2B5EF4-FFF2-40B4-BE49-F238E27FC236}">
                <a16:creationId xmlns:a16="http://schemas.microsoft.com/office/drawing/2014/main" id="{5547D373-D300-4D8E-9EEB-F79724362541}"/>
              </a:ext>
            </a:extLst>
          </p:cNvPr>
          <p:cNvGraphicFramePr/>
          <p:nvPr/>
        </p:nvGraphicFramePr>
        <p:xfrm>
          <a:off x="405089" y="1352950"/>
          <a:ext cx="6786880" cy="3632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a:extLst>
              <a:ext uri="{FF2B5EF4-FFF2-40B4-BE49-F238E27FC236}">
                <a16:creationId xmlns:a16="http://schemas.microsoft.com/office/drawing/2014/main" id="{B203B1EF-E9B5-4F36-9AB7-8C2929A90A3E}"/>
              </a:ext>
            </a:extLst>
          </p:cNvPr>
          <p:cNvSpPr txBox="1"/>
          <p:nvPr/>
        </p:nvSpPr>
        <p:spPr>
          <a:xfrm>
            <a:off x="2705182" y="5064054"/>
            <a:ext cx="5689600" cy="369332"/>
          </a:xfrm>
          <a:prstGeom prst="rect">
            <a:avLst/>
          </a:prstGeom>
          <a:noFill/>
        </p:spPr>
        <p:txBody>
          <a:bodyPr wrap="square" rtlCol="0">
            <a:spAutoFit/>
          </a:bodyPr>
          <a:lstStyle/>
          <a:p>
            <a:r>
              <a:rPr lang="en-US" dirty="0">
                <a:solidFill>
                  <a:prstClr val="black"/>
                </a:solidFill>
                <a:latin typeface="Calibri" panose="020F0502020204030204"/>
              </a:rPr>
              <a:t>*</a:t>
            </a:r>
            <a:r>
              <a:rPr lang="en-US" sz="1400" i="1" dirty="0">
                <a:solidFill>
                  <a:prstClr val="black"/>
                </a:solidFill>
                <a:latin typeface="Calibri" panose="020F0502020204030204"/>
              </a:rPr>
              <a:t>Policy, Billing, Integration Projects</a:t>
            </a:r>
            <a:endParaRPr lang="en-US" i="1" dirty="0">
              <a:solidFill>
                <a:prstClr val="black"/>
              </a:solidFill>
              <a:latin typeface="Calibri" panose="020F0502020204030204"/>
            </a:endParaRPr>
          </a:p>
        </p:txBody>
      </p:sp>
      <p:sp>
        <p:nvSpPr>
          <p:cNvPr id="4" name="TextBox 3">
            <a:extLst>
              <a:ext uri="{FF2B5EF4-FFF2-40B4-BE49-F238E27FC236}">
                <a16:creationId xmlns:a16="http://schemas.microsoft.com/office/drawing/2014/main" id="{51782CC3-4DFE-458E-B62E-CD56350B83B9}"/>
              </a:ext>
            </a:extLst>
          </p:cNvPr>
          <p:cNvSpPr txBox="1"/>
          <p:nvPr/>
        </p:nvSpPr>
        <p:spPr>
          <a:xfrm>
            <a:off x="7688826" y="1239757"/>
            <a:ext cx="4257368" cy="2677656"/>
          </a:xfrm>
          <a:prstGeom prst="rect">
            <a:avLst/>
          </a:prstGeom>
          <a:noFill/>
        </p:spPr>
        <p:txBody>
          <a:bodyPr wrap="square" rtlCol="0">
            <a:spAutoFit/>
          </a:bodyPr>
          <a:lstStyle/>
          <a:p>
            <a:r>
              <a:rPr lang="en-US" sz="1400" dirty="0">
                <a:latin typeface="Calibri" panose="020F0502020204030204" pitchFamily="34" charset="0"/>
                <a:cs typeface="Calibri" panose="020F0502020204030204" pitchFamily="34" charset="0"/>
              </a:rPr>
              <a:t>Screen scheme – Where fields will be added to the screens (create, edit &amp; view) and configured to the issue types</a:t>
            </a:r>
          </a:p>
          <a:p>
            <a:endParaRPr lang="en-US" sz="1400" dirty="0">
              <a:latin typeface="Calibri" panose="020F0502020204030204" pitchFamily="34" charset="0"/>
              <a:cs typeface="Calibri" panose="020F0502020204030204" pitchFamily="34" charset="0"/>
            </a:endParaRPr>
          </a:p>
          <a:p>
            <a:r>
              <a:rPr lang="en-US" sz="1400" dirty="0">
                <a:latin typeface="Calibri" panose="020F0502020204030204" pitchFamily="34" charset="0"/>
                <a:cs typeface="Calibri" panose="020F0502020204030204" pitchFamily="34" charset="0"/>
              </a:rPr>
              <a:t>Workflow Scheme – Workflow will be created and configured to the issue types</a:t>
            </a:r>
          </a:p>
          <a:p>
            <a:endParaRPr lang="en-US" sz="1400" dirty="0">
              <a:latin typeface="Calibri" panose="020F0502020204030204" pitchFamily="34" charset="0"/>
              <a:cs typeface="Calibri" panose="020F0502020204030204" pitchFamily="34" charset="0"/>
            </a:endParaRPr>
          </a:p>
          <a:p>
            <a:r>
              <a:rPr lang="en-US" sz="1400" dirty="0" err="1">
                <a:latin typeface="Calibri" panose="020F0502020204030204" pitchFamily="34" charset="0"/>
                <a:cs typeface="Calibri" panose="020F0502020204030204" pitchFamily="34" charset="0"/>
              </a:rPr>
              <a:t>Issuetype</a:t>
            </a:r>
            <a:r>
              <a:rPr lang="en-US" sz="1400" dirty="0">
                <a:latin typeface="Calibri" panose="020F0502020204030204" pitchFamily="34" charset="0"/>
                <a:cs typeface="Calibri" panose="020F0502020204030204" pitchFamily="34" charset="0"/>
              </a:rPr>
              <a:t> scheme – Defines which issue types are applicable for the project and configured to the project</a:t>
            </a:r>
          </a:p>
          <a:p>
            <a:endParaRPr lang="en-US" sz="1400" dirty="0">
              <a:latin typeface="Calibri" panose="020F0502020204030204" pitchFamily="34" charset="0"/>
              <a:cs typeface="Calibri" panose="020F0502020204030204" pitchFamily="34" charset="0"/>
            </a:endParaRPr>
          </a:p>
          <a:p>
            <a:r>
              <a:rPr lang="en-US" sz="1400" dirty="0">
                <a:latin typeface="Calibri" panose="020F0502020204030204" pitchFamily="34" charset="0"/>
                <a:cs typeface="Calibri" panose="020F0502020204030204" pitchFamily="34" charset="0"/>
              </a:rPr>
              <a:t>Permissions scheme – Define what permission can be granted to user, roles or group in a project </a:t>
            </a:r>
          </a:p>
        </p:txBody>
      </p:sp>
    </p:spTree>
    <p:extLst>
      <p:ext uri="{BB962C8B-B14F-4D97-AF65-F5344CB8AC3E}">
        <p14:creationId xmlns:p14="http://schemas.microsoft.com/office/powerpoint/2010/main" val="485010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F0D0A-C8BD-480C-A6F2-F71C03DE8BA9}"/>
              </a:ext>
            </a:extLst>
          </p:cNvPr>
          <p:cNvSpPr>
            <a:spLocks noGrp="1"/>
          </p:cNvSpPr>
          <p:nvPr>
            <p:ph type="title"/>
          </p:nvPr>
        </p:nvSpPr>
        <p:spPr>
          <a:xfrm>
            <a:off x="332155" y="117476"/>
            <a:ext cx="11515969" cy="468313"/>
          </a:xfrm>
        </p:spPr>
        <p:txBody>
          <a:bodyPr wrap="square" anchor="t">
            <a:normAutofit/>
          </a:bodyPr>
          <a:lstStyle/>
          <a:p>
            <a:r>
              <a:rPr lang="en-GB" b="0" dirty="0"/>
              <a:t>Jira Structure of a project</a:t>
            </a:r>
          </a:p>
        </p:txBody>
      </p:sp>
      <p:graphicFrame>
        <p:nvGraphicFramePr>
          <p:cNvPr id="3" name="Diagram 2">
            <a:extLst>
              <a:ext uri="{FF2B5EF4-FFF2-40B4-BE49-F238E27FC236}">
                <a16:creationId xmlns:a16="http://schemas.microsoft.com/office/drawing/2014/main" id="{FA2F24DE-3B0B-488B-93C0-A1B2F857A8ED}"/>
              </a:ext>
            </a:extLst>
          </p:cNvPr>
          <p:cNvGraphicFramePr/>
          <p:nvPr/>
        </p:nvGraphicFramePr>
        <p:xfrm>
          <a:off x="647483" y="637516"/>
          <a:ext cx="5290862" cy="29466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a:extLst>
              <a:ext uri="{FF2B5EF4-FFF2-40B4-BE49-F238E27FC236}">
                <a16:creationId xmlns:a16="http://schemas.microsoft.com/office/drawing/2014/main" id="{023E0362-9EDD-4451-A93C-46032A2C4FAC}"/>
              </a:ext>
            </a:extLst>
          </p:cNvPr>
          <p:cNvGraphicFramePr/>
          <p:nvPr/>
        </p:nvGraphicFramePr>
        <p:xfrm>
          <a:off x="-577894" y="3532453"/>
          <a:ext cx="7697885" cy="246018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13" name="Picture 12">
            <a:extLst>
              <a:ext uri="{FF2B5EF4-FFF2-40B4-BE49-F238E27FC236}">
                <a16:creationId xmlns:a16="http://schemas.microsoft.com/office/drawing/2014/main" id="{0EC94FDF-E3D9-46DE-8C12-D45561E55BD4}"/>
              </a:ext>
            </a:extLst>
          </p:cNvPr>
          <p:cNvPicPr>
            <a:picLocks noChangeAspect="1"/>
          </p:cNvPicPr>
          <p:nvPr/>
        </p:nvPicPr>
        <p:blipFill>
          <a:blip r:embed="rId12"/>
          <a:stretch>
            <a:fillRect/>
          </a:stretch>
        </p:blipFill>
        <p:spPr>
          <a:xfrm>
            <a:off x="557374" y="5601395"/>
            <a:ext cx="302230" cy="315452"/>
          </a:xfrm>
          <a:prstGeom prst="rect">
            <a:avLst/>
          </a:prstGeom>
        </p:spPr>
      </p:pic>
      <p:pic>
        <p:nvPicPr>
          <p:cNvPr id="7" name="Picture 6">
            <a:extLst>
              <a:ext uri="{FF2B5EF4-FFF2-40B4-BE49-F238E27FC236}">
                <a16:creationId xmlns:a16="http://schemas.microsoft.com/office/drawing/2014/main" id="{23908487-D439-4A8E-A159-54BA19937F0B}"/>
              </a:ext>
            </a:extLst>
          </p:cNvPr>
          <p:cNvPicPr>
            <a:picLocks noChangeAspect="1"/>
          </p:cNvPicPr>
          <p:nvPr/>
        </p:nvPicPr>
        <p:blipFill>
          <a:blip r:embed="rId13"/>
          <a:stretch>
            <a:fillRect/>
          </a:stretch>
        </p:blipFill>
        <p:spPr>
          <a:xfrm>
            <a:off x="557375" y="5114290"/>
            <a:ext cx="302229" cy="315780"/>
          </a:xfrm>
          <a:prstGeom prst="rect">
            <a:avLst/>
          </a:prstGeom>
        </p:spPr>
      </p:pic>
      <p:pic>
        <p:nvPicPr>
          <p:cNvPr id="17" name="Picture 16">
            <a:extLst>
              <a:ext uri="{FF2B5EF4-FFF2-40B4-BE49-F238E27FC236}">
                <a16:creationId xmlns:a16="http://schemas.microsoft.com/office/drawing/2014/main" id="{870F0233-6352-40D3-84F6-D7F9FE822978}"/>
              </a:ext>
            </a:extLst>
          </p:cNvPr>
          <p:cNvPicPr>
            <a:picLocks noChangeAspect="1"/>
          </p:cNvPicPr>
          <p:nvPr/>
        </p:nvPicPr>
        <p:blipFill>
          <a:blip r:embed="rId14"/>
          <a:stretch>
            <a:fillRect/>
          </a:stretch>
        </p:blipFill>
        <p:spPr>
          <a:xfrm>
            <a:off x="542639" y="4119936"/>
            <a:ext cx="336138" cy="315453"/>
          </a:xfrm>
          <a:prstGeom prst="rect">
            <a:avLst/>
          </a:prstGeom>
        </p:spPr>
      </p:pic>
      <p:pic>
        <p:nvPicPr>
          <p:cNvPr id="18" name="Picture 17">
            <a:extLst>
              <a:ext uri="{FF2B5EF4-FFF2-40B4-BE49-F238E27FC236}">
                <a16:creationId xmlns:a16="http://schemas.microsoft.com/office/drawing/2014/main" id="{938B55B8-0111-49A7-86A8-4800B3AE1D67}"/>
              </a:ext>
            </a:extLst>
          </p:cNvPr>
          <p:cNvPicPr>
            <a:picLocks noChangeAspect="1"/>
          </p:cNvPicPr>
          <p:nvPr/>
        </p:nvPicPr>
        <p:blipFill>
          <a:blip r:embed="rId14"/>
          <a:stretch>
            <a:fillRect/>
          </a:stretch>
        </p:blipFill>
        <p:spPr>
          <a:xfrm>
            <a:off x="540590" y="4617113"/>
            <a:ext cx="336138" cy="315453"/>
          </a:xfrm>
          <a:prstGeom prst="rect">
            <a:avLst/>
          </a:prstGeom>
        </p:spPr>
      </p:pic>
      <p:graphicFrame>
        <p:nvGraphicFramePr>
          <p:cNvPr id="4" name="Diagram 3">
            <a:extLst>
              <a:ext uri="{FF2B5EF4-FFF2-40B4-BE49-F238E27FC236}">
                <a16:creationId xmlns:a16="http://schemas.microsoft.com/office/drawing/2014/main" id="{42196012-C479-ED48-598C-DB11C82A2BC7}"/>
              </a:ext>
            </a:extLst>
          </p:cNvPr>
          <p:cNvGraphicFramePr/>
          <p:nvPr/>
        </p:nvGraphicFramePr>
        <p:xfrm>
          <a:off x="6210420" y="585789"/>
          <a:ext cx="5290862" cy="2946664"/>
        </p:xfrm>
        <a:graphic>
          <a:graphicData uri="http://schemas.openxmlformats.org/drawingml/2006/diagram">
            <dgm:relIds xmlns:dgm="http://schemas.openxmlformats.org/drawingml/2006/diagram" xmlns:r="http://schemas.openxmlformats.org/officeDocument/2006/relationships" r:dm="rId15" r:lo="rId16" r:qs="rId17" r:cs="rId18"/>
          </a:graphicData>
        </a:graphic>
      </p:graphicFrame>
      <p:pic>
        <p:nvPicPr>
          <p:cNvPr id="11" name="Picture 10">
            <a:extLst>
              <a:ext uri="{FF2B5EF4-FFF2-40B4-BE49-F238E27FC236}">
                <a16:creationId xmlns:a16="http://schemas.microsoft.com/office/drawing/2014/main" id="{01F76104-79FE-C09E-8044-14D92587EAF6}"/>
              </a:ext>
            </a:extLst>
          </p:cNvPr>
          <p:cNvPicPr>
            <a:picLocks noChangeAspect="1"/>
          </p:cNvPicPr>
          <p:nvPr/>
        </p:nvPicPr>
        <p:blipFill>
          <a:blip r:embed="rId20"/>
          <a:stretch>
            <a:fillRect/>
          </a:stretch>
        </p:blipFill>
        <p:spPr>
          <a:xfrm>
            <a:off x="6210420" y="3594799"/>
            <a:ext cx="5781335" cy="2677412"/>
          </a:xfrm>
          <a:prstGeom prst="rect">
            <a:avLst/>
          </a:prstGeom>
        </p:spPr>
      </p:pic>
    </p:spTree>
    <p:extLst>
      <p:ext uri="{BB962C8B-B14F-4D97-AF65-F5344CB8AC3E}">
        <p14:creationId xmlns:p14="http://schemas.microsoft.com/office/powerpoint/2010/main" val="13599940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F0D0A-C8BD-480C-A6F2-F71C03DE8BA9}"/>
              </a:ext>
            </a:extLst>
          </p:cNvPr>
          <p:cNvSpPr>
            <a:spLocks noGrp="1"/>
          </p:cNvSpPr>
          <p:nvPr>
            <p:ph type="title"/>
          </p:nvPr>
        </p:nvSpPr>
        <p:spPr/>
        <p:txBody>
          <a:bodyPr/>
          <a:lstStyle/>
          <a:p>
            <a:r>
              <a:rPr lang="en-GB" sz="2000" b="0" dirty="0"/>
              <a:t>Jira Xray Traceability view</a:t>
            </a:r>
          </a:p>
        </p:txBody>
      </p:sp>
      <p:sp>
        <p:nvSpPr>
          <p:cNvPr id="88" name="Scroll: Vertical 87">
            <a:extLst>
              <a:ext uri="{FF2B5EF4-FFF2-40B4-BE49-F238E27FC236}">
                <a16:creationId xmlns:a16="http://schemas.microsoft.com/office/drawing/2014/main" id="{3FF64DCA-7FCD-4211-8E11-7B21F4667231}"/>
              </a:ext>
            </a:extLst>
          </p:cNvPr>
          <p:cNvSpPr/>
          <p:nvPr/>
        </p:nvSpPr>
        <p:spPr>
          <a:xfrm>
            <a:off x="701691" y="1341032"/>
            <a:ext cx="1352361" cy="1695450"/>
          </a:xfrm>
          <a:prstGeom prst="verticalScroll">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panose="020F0502020204030204"/>
                <a:ea typeface="+mn-ea"/>
                <a:cs typeface="+mn-cs"/>
              </a:rPr>
              <a:t>Business Capability Mapping Document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prstClr val="white"/>
                </a:solidFill>
                <a:effectLst/>
                <a:uLnTx/>
                <a:uFillTx/>
                <a:latin typeface="Calibri" panose="020F0502020204030204"/>
                <a:ea typeface="+mn-ea"/>
                <a:cs typeface="+mn-cs"/>
              </a:rPr>
              <a:t>(Reference &amp; Description)</a:t>
            </a:r>
          </a:p>
        </p:txBody>
      </p:sp>
      <p:sp>
        <p:nvSpPr>
          <p:cNvPr id="89" name="Arrow: Striped Right 88">
            <a:extLst>
              <a:ext uri="{FF2B5EF4-FFF2-40B4-BE49-F238E27FC236}">
                <a16:creationId xmlns:a16="http://schemas.microsoft.com/office/drawing/2014/main" id="{EED76B5F-43A4-4849-BF11-AF6030A457B8}"/>
              </a:ext>
            </a:extLst>
          </p:cNvPr>
          <p:cNvSpPr/>
          <p:nvPr/>
        </p:nvSpPr>
        <p:spPr>
          <a:xfrm>
            <a:off x="2007102" y="1847175"/>
            <a:ext cx="574701" cy="632633"/>
          </a:xfrm>
          <a:prstGeom prst="stripedRightArrow">
            <a:avLst/>
          </a:prstGeom>
          <a:solidFill>
            <a:srgbClr val="E7E6E6">
              <a:lumMod val="5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05" name="Rectangle: Rounded Corners 104">
            <a:extLst>
              <a:ext uri="{FF2B5EF4-FFF2-40B4-BE49-F238E27FC236}">
                <a16:creationId xmlns:a16="http://schemas.microsoft.com/office/drawing/2014/main" id="{EE1C6C17-B83C-40B1-B565-CC428E23EC0A}"/>
              </a:ext>
            </a:extLst>
          </p:cNvPr>
          <p:cNvSpPr/>
          <p:nvPr/>
        </p:nvSpPr>
        <p:spPr>
          <a:xfrm>
            <a:off x="4466575" y="1149756"/>
            <a:ext cx="1032830" cy="165116"/>
          </a:xfrm>
          <a:prstGeom prst="roundRect">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Story 1</a:t>
            </a:r>
          </a:p>
        </p:txBody>
      </p:sp>
      <p:sp>
        <p:nvSpPr>
          <p:cNvPr id="106" name="Rectangle: Rounded Corners 105">
            <a:extLst>
              <a:ext uri="{FF2B5EF4-FFF2-40B4-BE49-F238E27FC236}">
                <a16:creationId xmlns:a16="http://schemas.microsoft.com/office/drawing/2014/main" id="{EFFDF614-38AF-4B7C-BAEC-9C4125BE8750}"/>
              </a:ext>
            </a:extLst>
          </p:cNvPr>
          <p:cNvSpPr/>
          <p:nvPr/>
        </p:nvSpPr>
        <p:spPr>
          <a:xfrm>
            <a:off x="4466575" y="1361310"/>
            <a:ext cx="1032830" cy="165116"/>
          </a:xfrm>
          <a:prstGeom prst="roundRect">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Story 2</a:t>
            </a:r>
          </a:p>
        </p:txBody>
      </p:sp>
      <p:sp>
        <p:nvSpPr>
          <p:cNvPr id="107" name="Rectangle: Rounded Corners 106">
            <a:extLst>
              <a:ext uri="{FF2B5EF4-FFF2-40B4-BE49-F238E27FC236}">
                <a16:creationId xmlns:a16="http://schemas.microsoft.com/office/drawing/2014/main" id="{C024F8E8-F12D-4682-BE5D-06AC2203E65A}"/>
              </a:ext>
            </a:extLst>
          </p:cNvPr>
          <p:cNvSpPr/>
          <p:nvPr/>
        </p:nvSpPr>
        <p:spPr>
          <a:xfrm>
            <a:off x="4466575" y="1572863"/>
            <a:ext cx="1032830" cy="165116"/>
          </a:xfrm>
          <a:prstGeom prst="roundRect">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Story 3</a:t>
            </a:r>
          </a:p>
        </p:txBody>
      </p:sp>
      <p:sp>
        <p:nvSpPr>
          <p:cNvPr id="108" name="Rectangle: Rounded Corners 107">
            <a:extLst>
              <a:ext uri="{FF2B5EF4-FFF2-40B4-BE49-F238E27FC236}">
                <a16:creationId xmlns:a16="http://schemas.microsoft.com/office/drawing/2014/main" id="{8F8BDEA4-4118-41C8-ABAE-BFE6C480A381}"/>
              </a:ext>
            </a:extLst>
          </p:cNvPr>
          <p:cNvSpPr/>
          <p:nvPr/>
        </p:nvSpPr>
        <p:spPr>
          <a:xfrm>
            <a:off x="4466575" y="1881400"/>
            <a:ext cx="1032829" cy="163631"/>
          </a:xfrm>
          <a:prstGeom prst="roundRect">
            <a:avLst/>
          </a:prstGeom>
          <a:solidFill>
            <a:srgbClr val="00B0F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panose="020F0502020204030204"/>
                <a:ea typeface="+mn-ea"/>
                <a:cs typeface="+mn-cs"/>
              </a:rPr>
              <a:t>Story 4</a:t>
            </a:r>
          </a:p>
        </p:txBody>
      </p:sp>
      <p:sp>
        <p:nvSpPr>
          <p:cNvPr id="109" name="Rectangle: Rounded Corners 108">
            <a:extLst>
              <a:ext uri="{FF2B5EF4-FFF2-40B4-BE49-F238E27FC236}">
                <a16:creationId xmlns:a16="http://schemas.microsoft.com/office/drawing/2014/main" id="{14552482-E3E0-46DD-8E5F-157969322AAE}"/>
              </a:ext>
            </a:extLst>
          </p:cNvPr>
          <p:cNvSpPr/>
          <p:nvPr/>
        </p:nvSpPr>
        <p:spPr>
          <a:xfrm>
            <a:off x="4466575" y="2091052"/>
            <a:ext cx="1032829" cy="163631"/>
          </a:xfrm>
          <a:prstGeom prst="roundRect">
            <a:avLst/>
          </a:prstGeom>
          <a:solidFill>
            <a:srgbClr val="00B0F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panose="020F0502020204030204"/>
                <a:ea typeface="+mn-ea"/>
                <a:cs typeface="+mn-cs"/>
              </a:rPr>
              <a:t>Story 5</a:t>
            </a:r>
          </a:p>
        </p:txBody>
      </p:sp>
      <p:sp>
        <p:nvSpPr>
          <p:cNvPr id="110" name="Rectangle: Rounded Corners 109">
            <a:extLst>
              <a:ext uri="{FF2B5EF4-FFF2-40B4-BE49-F238E27FC236}">
                <a16:creationId xmlns:a16="http://schemas.microsoft.com/office/drawing/2014/main" id="{D3D64DD1-24BC-406E-B21F-BA929D47219A}"/>
              </a:ext>
            </a:extLst>
          </p:cNvPr>
          <p:cNvSpPr/>
          <p:nvPr/>
        </p:nvSpPr>
        <p:spPr>
          <a:xfrm>
            <a:off x="4466575" y="2300703"/>
            <a:ext cx="1032829" cy="163631"/>
          </a:xfrm>
          <a:prstGeom prst="roundRect">
            <a:avLst/>
          </a:prstGeom>
          <a:solidFill>
            <a:srgbClr val="00B0F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panose="020F0502020204030204"/>
                <a:ea typeface="+mn-ea"/>
                <a:cs typeface="+mn-cs"/>
              </a:rPr>
              <a:t>Story 6</a:t>
            </a:r>
          </a:p>
        </p:txBody>
      </p:sp>
      <p:sp>
        <p:nvSpPr>
          <p:cNvPr id="114" name="Rectangle: Rounded Corners 113">
            <a:extLst>
              <a:ext uri="{FF2B5EF4-FFF2-40B4-BE49-F238E27FC236}">
                <a16:creationId xmlns:a16="http://schemas.microsoft.com/office/drawing/2014/main" id="{0E212180-3546-4465-8240-F2774270F157}"/>
              </a:ext>
            </a:extLst>
          </p:cNvPr>
          <p:cNvSpPr/>
          <p:nvPr/>
        </p:nvSpPr>
        <p:spPr>
          <a:xfrm>
            <a:off x="4460004" y="2633805"/>
            <a:ext cx="1029636" cy="150118"/>
          </a:xfrm>
          <a:prstGeom prst="roundRect">
            <a:avLst/>
          </a:prstGeom>
          <a:solidFill>
            <a:srgbClr val="44546A">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panose="020F0502020204030204"/>
                <a:ea typeface="+mn-ea"/>
                <a:cs typeface="+mn-cs"/>
              </a:rPr>
              <a:t>Story 7</a:t>
            </a:r>
          </a:p>
        </p:txBody>
      </p:sp>
      <p:sp>
        <p:nvSpPr>
          <p:cNvPr id="115" name="Rectangle: Rounded Corners 114">
            <a:extLst>
              <a:ext uri="{FF2B5EF4-FFF2-40B4-BE49-F238E27FC236}">
                <a16:creationId xmlns:a16="http://schemas.microsoft.com/office/drawing/2014/main" id="{D966C080-9635-42D2-AA3C-4F3960F70E11}"/>
              </a:ext>
            </a:extLst>
          </p:cNvPr>
          <p:cNvSpPr/>
          <p:nvPr/>
        </p:nvSpPr>
        <p:spPr>
          <a:xfrm>
            <a:off x="4460004" y="2826143"/>
            <a:ext cx="1029636" cy="150118"/>
          </a:xfrm>
          <a:prstGeom prst="roundRect">
            <a:avLst/>
          </a:prstGeom>
          <a:solidFill>
            <a:srgbClr val="44546A">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panose="020F0502020204030204"/>
                <a:ea typeface="+mn-ea"/>
                <a:cs typeface="+mn-cs"/>
              </a:rPr>
              <a:t>Story 8</a:t>
            </a:r>
          </a:p>
        </p:txBody>
      </p:sp>
      <p:sp>
        <p:nvSpPr>
          <p:cNvPr id="116" name="Rectangle: Rounded Corners 115">
            <a:extLst>
              <a:ext uri="{FF2B5EF4-FFF2-40B4-BE49-F238E27FC236}">
                <a16:creationId xmlns:a16="http://schemas.microsoft.com/office/drawing/2014/main" id="{30D6D200-A3A7-415A-B996-FEE3406C35E6}"/>
              </a:ext>
            </a:extLst>
          </p:cNvPr>
          <p:cNvSpPr/>
          <p:nvPr/>
        </p:nvSpPr>
        <p:spPr>
          <a:xfrm>
            <a:off x="4460004" y="3018482"/>
            <a:ext cx="1029636" cy="150118"/>
          </a:xfrm>
          <a:prstGeom prst="roundRect">
            <a:avLst/>
          </a:prstGeom>
          <a:solidFill>
            <a:srgbClr val="44546A">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panose="020F0502020204030204"/>
                <a:ea typeface="+mn-ea"/>
                <a:cs typeface="+mn-cs"/>
              </a:rPr>
              <a:t>Story 9</a:t>
            </a:r>
          </a:p>
        </p:txBody>
      </p:sp>
      <p:sp>
        <p:nvSpPr>
          <p:cNvPr id="100" name="Rectangle 99">
            <a:extLst>
              <a:ext uri="{FF2B5EF4-FFF2-40B4-BE49-F238E27FC236}">
                <a16:creationId xmlns:a16="http://schemas.microsoft.com/office/drawing/2014/main" id="{809D2E42-AACC-4F43-BB15-DA4CE6A0C7EC}"/>
              </a:ext>
            </a:extLst>
          </p:cNvPr>
          <p:cNvSpPr/>
          <p:nvPr/>
        </p:nvSpPr>
        <p:spPr>
          <a:xfrm>
            <a:off x="4388884" y="1101566"/>
            <a:ext cx="1189182" cy="685918"/>
          </a:xfrm>
          <a:prstGeom prst="rect">
            <a:avLst/>
          </a:prstGeom>
          <a:noFill/>
          <a:ln w="12700" cap="flat" cmpd="sng" algn="ctr">
            <a:solidFill>
              <a:srgbClr val="4472C4">
                <a:shade val="50000"/>
              </a:srgbClr>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01" name="Rectangle 100">
            <a:extLst>
              <a:ext uri="{FF2B5EF4-FFF2-40B4-BE49-F238E27FC236}">
                <a16:creationId xmlns:a16="http://schemas.microsoft.com/office/drawing/2014/main" id="{392E0D70-9520-4AB6-A926-96A191C31FCB}"/>
              </a:ext>
            </a:extLst>
          </p:cNvPr>
          <p:cNvSpPr/>
          <p:nvPr/>
        </p:nvSpPr>
        <p:spPr>
          <a:xfrm>
            <a:off x="4380231" y="1832491"/>
            <a:ext cx="1189182" cy="685918"/>
          </a:xfrm>
          <a:prstGeom prst="rect">
            <a:avLst/>
          </a:prstGeom>
          <a:noFill/>
          <a:ln w="12700" cap="flat" cmpd="sng" algn="ctr">
            <a:solidFill>
              <a:srgbClr val="4472C4">
                <a:shade val="50000"/>
              </a:srgbClr>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03" name="Rectangle 102">
            <a:extLst>
              <a:ext uri="{FF2B5EF4-FFF2-40B4-BE49-F238E27FC236}">
                <a16:creationId xmlns:a16="http://schemas.microsoft.com/office/drawing/2014/main" id="{239CE422-74A1-45F8-B7F8-2E0A237B95BA}"/>
              </a:ext>
            </a:extLst>
          </p:cNvPr>
          <p:cNvSpPr/>
          <p:nvPr/>
        </p:nvSpPr>
        <p:spPr>
          <a:xfrm>
            <a:off x="4365860" y="2563416"/>
            <a:ext cx="1189182" cy="685918"/>
          </a:xfrm>
          <a:prstGeom prst="rect">
            <a:avLst/>
          </a:prstGeom>
          <a:noFill/>
          <a:ln w="12700" cap="flat" cmpd="sng" algn="ctr">
            <a:solidFill>
              <a:srgbClr val="4472C4">
                <a:shade val="50000"/>
              </a:srgbClr>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20" name="Rectangle: Rounded Corners 119">
            <a:extLst>
              <a:ext uri="{FF2B5EF4-FFF2-40B4-BE49-F238E27FC236}">
                <a16:creationId xmlns:a16="http://schemas.microsoft.com/office/drawing/2014/main" id="{E607A70F-17E4-4103-B7AC-82C89919DFE4}"/>
              </a:ext>
            </a:extLst>
          </p:cNvPr>
          <p:cNvSpPr/>
          <p:nvPr/>
        </p:nvSpPr>
        <p:spPr>
          <a:xfrm>
            <a:off x="5988080" y="585789"/>
            <a:ext cx="5513425" cy="2666312"/>
          </a:xfrm>
          <a:prstGeom prst="roundRect">
            <a:avLst/>
          </a:prstGeom>
          <a:no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121" name="Group 120">
            <a:extLst>
              <a:ext uri="{FF2B5EF4-FFF2-40B4-BE49-F238E27FC236}">
                <a16:creationId xmlns:a16="http://schemas.microsoft.com/office/drawing/2014/main" id="{7229118A-A46B-4529-9464-9CDF7788C1BD}"/>
              </a:ext>
            </a:extLst>
          </p:cNvPr>
          <p:cNvGrpSpPr/>
          <p:nvPr/>
        </p:nvGrpSpPr>
        <p:grpSpPr>
          <a:xfrm>
            <a:off x="8748366" y="954956"/>
            <a:ext cx="1103031" cy="2108255"/>
            <a:chOff x="7945120" y="1434302"/>
            <a:chExt cx="1146252" cy="2108255"/>
          </a:xfrm>
        </p:grpSpPr>
        <p:sp>
          <p:nvSpPr>
            <p:cNvPr id="122" name="Rectangle 121">
              <a:extLst>
                <a:ext uri="{FF2B5EF4-FFF2-40B4-BE49-F238E27FC236}">
                  <a16:creationId xmlns:a16="http://schemas.microsoft.com/office/drawing/2014/main" id="{8DBE7633-5E8B-4131-9F39-0573ABB3E650}"/>
                </a:ext>
              </a:extLst>
            </p:cNvPr>
            <p:cNvSpPr/>
            <p:nvPr/>
          </p:nvSpPr>
          <p:spPr>
            <a:xfrm>
              <a:off x="8101966" y="1686470"/>
              <a:ext cx="879802" cy="629617"/>
            </a:xfrm>
            <a:prstGeom prst="rect">
              <a:avLst/>
            </a:prstGeom>
            <a:no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23" name="TextBox 122">
              <a:extLst>
                <a:ext uri="{FF2B5EF4-FFF2-40B4-BE49-F238E27FC236}">
                  <a16:creationId xmlns:a16="http://schemas.microsoft.com/office/drawing/2014/main" id="{24F01FFD-3663-44E5-882F-7E5F77E32681}"/>
                </a:ext>
              </a:extLst>
            </p:cNvPr>
            <p:cNvSpPr txBox="1"/>
            <p:nvPr/>
          </p:nvSpPr>
          <p:spPr>
            <a:xfrm>
              <a:off x="8122773" y="1785308"/>
              <a:ext cx="788364" cy="43088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prstClr val="black"/>
                  </a:solidFill>
                  <a:effectLst/>
                  <a:uLnTx/>
                  <a:uFillTx/>
                  <a:latin typeface="Calibri" panose="020F0502020204030204"/>
                </a:rPr>
                <a:t>Test Set A</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prstClr val="black"/>
                  </a:solidFill>
                  <a:effectLst/>
                  <a:uLnTx/>
                  <a:uFillTx/>
                  <a:latin typeface="Calibri" panose="020F0502020204030204"/>
                </a:rPr>
                <a:t>Test 7</a:t>
              </a:r>
            </a:p>
          </p:txBody>
        </p:sp>
        <p:sp>
          <p:nvSpPr>
            <p:cNvPr id="124" name="TextBox 123">
              <a:extLst>
                <a:ext uri="{FF2B5EF4-FFF2-40B4-BE49-F238E27FC236}">
                  <a16:creationId xmlns:a16="http://schemas.microsoft.com/office/drawing/2014/main" id="{7AAA86D8-EEBA-438B-8188-AE53AADDF47A}"/>
                </a:ext>
              </a:extLst>
            </p:cNvPr>
            <p:cNvSpPr txBox="1"/>
            <p:nvPr/>
          </p:nvSpPr>
          <p:spPr>
            <a:xfrm>
              <a:off x="8132478" y="1489033"/>
              <a:ext cx="879802" cy="2616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prstClr val="black"/>
                  </a:solidFill>
                  <a:effectLst/>
                  <a:uLnTx/>
                  <a:uFillTx/>
                  <a:latin typeface="Calibri" panose="020F0502020204030204"/>
                </a:rPr>
                <a:t>Test Plan 1</a:t>
              </a:r>
            </a:p>
          </p:txBody>
        </p:sp>
        <p:grpSp>
          <p:nvGrpSpPr>
            <p:cNvPr id="125" name="Group 124">
              <a:extLst>
                <a:ext uri="{FF2B5EF4-FFF2-40B4-BE49-F238E27FC236}">
                  <a16:creationId xmlns:a16="http://schemas.microsoft.com/office/drawing/2014/main" id="{C39C0936-E08E-46AA-BF0D-CF71DFE30C82}"/>
                </a:ext>
              </a:extLst>
            </p:cNvPr>
            <p:cNvGrpSpPr/>
            <p:nvPr/>
          </p:nvGrpSpPr>
          <p:grpSpPr>
            <a:xfrm>
              <a:off x="8101966" y="2562580"/>
              <a:ext cx="930600" cy="847201"/>
              <a:chOff x="8113478" y="2179474"/>
              <a:chExt cx="930600" cy="847201"/>
            </a:xfrm>
          </p:grpSpPr>
          <p:sp>
            <p:nvSpPr>
              <p:cNvPr id="127" name="Rectangle 126">
                <a:extLst>
                  <a:ext uri="{FF2B5EF4-FFF2-40B4-BE49-F238E27FC236}">
                    <a16:creationId xmlns:a16="http://schemas.microsoft.com/office/drawing/2014/main" id="{858001F9-9D62-416A-AEEE-7F8FC6105EA3}"/>
                  </a:ext>
                </a:extLst>
              </p:cNvPr>
              <p:cNvSpPr/>
              <p:nvPr/>
            </p:nvSpPr>
            <p:spPr>
              <a:xfrm>
                <a:off x="8113478" y="2379500"/>
                <a:ext cx="858995" cy="629617"/>
              </a:xfrm>
              <a:prstGeom prst="rect">
                <a:avLst/>
              </a:prstGeom>
              <a:no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28" name="TextBox 127">
                <a:extLst>
                  <a:ext uri="{FF2B5EF4-FFF2-40B4-BE49-F238E27FC236}">
                    <a16:creationId xmlns:a16="http://schemas.microsoft.com/office/drawing/2014/main" id="{BA808342-2122-4FB2-A7B8-1762A1BD097F}"/>
                  </a:ext>
                </a:extLst>
              </p:cNvPr>
              <p:cNvSpPr txBox="1"/>
              <p:nvPr/>
            </p:nvSpPr>
            <p:spPr>
              <a:xfrm>
                <a:off x="8152044" y="2426511"/>
                <a:ext cx="788364" cy="60016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prstClr val="black"/>
                    </a:solidFill>
                    <a:effectLst/>
                    <a:uLnTx/>
                    <a:uFillTx/>
                    <a:latin typeface="Calibri" panose="020F0502020204030204"/>
                  </a:rPr>
                  <a:t>Test 3</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prstClr val="black"/>
                    </a:solidFill>
                    <a:effectLst/>
                    <a:uLnTx/>
                    <a:uFillTx/>
                    <a:latin typeface="Calibri" panose="020F0502020204030204"/>
                  </a:rPr>
                  <a:t>Test 6</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prstClr val="black"/>
                    </a:solidFill>
                    <a:effectLst/>
                    <a:uLnTx/>
                    <a:uFillTx/>
                    <a:latin typeface="Calibri" panose="020F0502020204030204"/>
                  </a:rPr>
                  <a:t>Test 8</a:t>
                </a:r>
              </a:p>
            </p:txBody>
          </p:sp>
          <p:sp>
            <p:nvSpPr>
              <p:cNvPr id="129" name="TextBox 128">
                <a:extLst>
                  <a:ext uri="{FF2B5EF4-FFF2-40B4-BE49-F238E27FC236}">
                    <a16:creationId xmlns:a16="http://schemas.microsoft.com/office/drawing/2014/main" id="{F4551EDB-3575-4C87-8CC0-C20F5940997A}"/>
                  </a:ext>
                </a:extLst>
              </p:cNvPr>
              <p:cNvSpPr txBox="1"/>
              <p:nvPr/>
            </p:nvSpPr>
            <p:spPr>
              <a:xfrm>
                <a:off x="8164276" y="2179474"/>
                <a:ext cx="879802" cy="2616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prstClr val="black"/>
                    </a:solidFill>
                    <a:effectLst/>
                    <a:uLnTx/>
                    <a:uFillTx/>
                    <a:latin typeface="Calibri" panose="020F0502020204030204"/>
                  </a:rPr>
                  <a:t>Test Plan 2</a:t>
                </a:r>
              </a:p>
            </p:txBody>
          </p:sp>
        </p:grpSp>
        <p:sp>
          <p:nvSpPr>
            <p:cNvPr id="126" name="Rectangle 125">
              <a:extLst>
                <a:ext uri="{FF2B5EF4-FFF2-40B4-BE49-F238E27FC236}">
                  <a16:creationId xmlns:a16="http://schemas.microsoft.com/office/drawing/2014/main" id="{D2A3A4AD-F903-49A9-9060-44A8A5E63BA9}"/>
                </a:ext>
              </a:extLst>
            </p:cNvPr>
            <p:cNvSpPr/>
            <p:nvPr/>
          </p:nvSpPr>
          <p:spPr>
            <a:xfrm>
              <a:off x="7945120" y="1434302"/>
              <a:ext cx="1146252" cy="2108255"/>
            </a:xfrm>
            <a:prstGeom prst="rect">
              <a:avLst/>
            </a:prstGeom>
            <a:noFill/>
            <a:ln w="12700" cap="flat" cmpd="sng" algn="ctr">
              <a:solidFill>
                <a:srgbClr val="4472C4">
                  <a:shade val="50000"/>
                </a:srgbClr>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nvGrpSpPr>
          <p:cNvPr id="130" name="Group 129">
            <a:extLst>
              <a:ext uri="{FF2B5EF4-FFF2-40B4-BE49-F238E27FC236}">
                <a16:creationId xmlns:a16="http://schemas.microsoft.com/office/drawing/2014/main" id="{8E685E2A-92E7-40FC-A504-9AA8093CF4A4}"/>
              </a:ext>
            </a:extLst>
          </p:cNvPr>
          <p:cNvGrpSpPr/>
          <p:nvPr/>
        </p:nvGrpSpPr>
        <p:grpSpPr>
          <a:xfrm>
            <a:off x="10137550" y="753090"/>
            <a:ext cx="1277089" cy="2401284"/>
            <a:chOff x="9320134" y="1290136"/>
            <a:chExt cx="1277089" cy="2401284"/>
          </a:xfrm>
        </p:grpSpPr>
        <p:grpSp>
          <p:nvGrpSpPr>
            <p:cNvPr id="131" name="Group 130">
              <a:extLst>
                <a:ext uri="{FF2B5EF4-FFF2-40B4-BE49-F238E27FC236}">
                  <a16:creationId xmlns:a16="http://schemas.microsoft.com/office/drawing/2014/main" id="{F0C6136E-473F-414A-B40E-5E31A8AE6DDB}"/>
                </a:ext>
              </a:extLst>
            </p:cNvPr>
            <p:cNvGrpSpPr/>
            <p:nvPr/>
          </p:nvGrpSpPr>
          <p:grpSpPr>
            <a:xfrm>
              <a:off x="9320134" y="1290136"/>
              <a:ext cx="1277089" cy="1321535"/>
              <a:chOff x="9308781" y="1185004"/>
              <a:chExt cx="1277089" cy="1321535"/>
            </a:xfrm>
          </p:grpSpPr>
          <p:sp>
            <p:nvSpPr>
              <p:cNvPr id="139" name="Rectangle: Rounded Corners 138">
                <a:extLst>
                  <a:ext uri="{FF2B5EF4-FFF2-40B4-BE49-F238E27FC236}">
                    <a16:creationId xmlns:a16="http://schemas.microsoft.com/office/drawing/2014/main" id="{7B48B7B6-6F7C-4B73-A764-105FF1B19DB3}"/>
                  </a:ext>
                </a:extLst>
              </p:cNvPr>
              <p:cNvSpPr/>
              <p:nvPr/>
            </p:nvSpPr>
            <p:spPr>
              <a:xfrm>
                <a:off x="9492981" y="1483027"/>
                <a:ext cx="788364" cy="157005"/>
              </a:xfrm>
              <a:prstGeom prst="roundRect">
                <a:avLst/>
              </a:prstGeom>
              <a:solidFill>
                <a:srgbClr val="92D05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Test 1</a:t>
                </a:r>
              </a:p>
            </p:txBody>
          </p:sp>
          <p:sp>
            <p:nvSpPr>
              <p:cNvPr id="140" name="Rectangle: Rounded Corners 139">
                <a:extLst>
                  <a:ext uri="{FF2B5EF4-FFF2-40B4-BE49-F238E27FC236}">
                    <a16:creationId xmlns:a16="http://schemas.microsoft.com/office/drawing/2014/main" id="{ACB60AC5-D51D-4E9A-B63B-37EB0E16BCDF}"/>
                  </a:ext>
                </a:extLst>
              </p:cNvPr>
              <p:cNvSpPr/>
              <p:nvPr/>
            </p:nvSpPr>
            <p:spPr>
              <a:xfrm>
                <a:off x="9492981" y="1686470"/>
                <a:ext cx="788364" cy="157005"/>
              </a:xfrm>
              <a:prstGeom prst="roundRect">
                <a:avLst/>
              </a:prstGeom>
              <a:solidFill>
                <a:srgbClr val="92D05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Test 2</a:t>
                </a:r>
              </a:p>
            </p:txBody>
          </p:sp>
          <p:sp>
            <p:nvSpPr>
              <p:cNvPr id="141" name="Rectangle: Rounded Corners 140">
                <a:extLst>
                  <a:ext uri="{FF2B5EF4-FFF2-40B4-BE49-F238E27FC236}">
                    <a16:creationId xmlns:a16="http://schemas.microsoft.com/office/drawing/2014/main" id="{451876DD-4AF4-4791-8E98-4D4EF6B8C19C}"/>
                  </a:ext>
                </a:extLst>
              </p:cNvPr>
              <p:cNvSpPr/>
              <p:nvPr/>
            </p:nvSpPr>
            <p:spPr>
              <a:xfrm>
                <a:off x="9492981" y="1887629"/>
                <a:ext cx="788364" cy="157005"/>
              </a:xfrm>
              <a:prstGeom prst="roundRect">
                <a:avLst/>
              </a:prstGeom>
              <a:solidFill>
                <a:srgbClr val="FF000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Test 3</a:t>
                </a:r>
              </a:p>
            </p:txBody>
          </p:sp>
          <p:sp>
            <p:nvSpPr>
              <p:cNvPr id="142" name="Rectangle: Rounded Corners 141">
                <a:extLst>
                  <a:ext uri="{FF2B5EF4-FFF2-40B4-BE49-F238E27FC236}">
                    <a16:creationId xmlns:a16="http://schemas.microsoft.com/office/drawing/2014/main" id="{4D57BA40-09C8-471A-9A0A-4FD812AC1F25}"/>
                  </a:ext>
                </a:extLst>
              </p:cNvPr>
              <p:cNvSpPr/>
              <p:nvPr/>
            </p:nvSpPr>
            <p:spPr>
              <a:xfrm>
                <a:off x="9492981" y="2091072"/>
                <a:ext cx="788364" cy="157005"/>
              </a:xfrm>
              <a:prstGeom prst="roundRect">
                <a:avLst/>
              </a:prstGeom>
              <a:solidFill>
                <a:srgbClr val="92D05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Test 4</a:t>
                </a:r>
              </a:p>
            </p:txBody>
          </p:sp>
          <p:sp>
            <p:nvSpPr>
              <p:cNvPr id="143" name="Rectangle: Rounded Corners 142">
                <a:extLst>
                  <a:ext uri="{FF2B5EF4-FFF2-40B4-BE49-F238E27FC236}">
                    <a16:creationId xmlns:a16="http://schemas.microsoft.com/office/drawing/2014/main" id="{80CB8A24-8CF7-4AB4-A526-0F3C81341EF4}"/>
                  </a:ext>
                </a:extLst>
              </p:cNvPr>
              <p:cNvSpPr/>
              <p:nvPr/>
            </p:nvSpPr>
            <p:spPr>
              <a:xfrm>
                <a:off x="9492981" y="2291688"/>
                <a:ext cx="788364" cy="157005"/>
              </a:xfrm>
              <a:prstGeom prst="roundRect">
                <a:avLst/>
              </a:prstGeom>
              <a:solidFill>
                <a:srgbClr val="92D05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Test 7</a:t>
                </a:r>
              </a:p>
            </p:txBody>
          </p:sp>
          <p:sp>
            <p:nvSpPr>
              <p:cNvPr id="144" name="Rectangle 143">
                <a:extLst>
                  <a:ext uri="{FF2B5EF4-FFF2-40B4-BE49-F238E27FC236}">
                    <a16:creationId xmlns:a16="http://schemas.microsoft.com/office/drawing/2014/main" id="{C3DB40D3-B513-4CD8-B54B-B78086E73391}"/>
                  </a:ext>
                </a:extLst>
              </p:cNvPr>
              <p:cNvSpPr/>
              <p:nvPr/>
            </p:nvSpPr>
            <p:spPr>
              <a:xfrm>
                <a:off x="9448868" y="1434302"/>
                <a:ext cx="879802" cy="1072237"/>
              </a:xfrm>
              <a:prstGeom prst="rect">
                <a:avLst/>
              </a:prstGeom>
              <a:no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45" name="TextBox 144">
                <a:extLst>
                  <a:ext uri="{FF2B5EF4-FFF2-40B4-BE49-F238E27FC236}">
                    <a16:creationId xmlns:a16="http://schemas.microsoft.com/office/drawing/2014/main" id="{B77F5A4F-5201-427B-8A51-A18985DC6E74}"/>
                  </a:ext>
                </a:extLst>
              </p:cNvPr>
              <p:cNvSpPr txBox="1"/>
              <p:nvPr/>
            </p:nvSpPr>
            <p:spPr>
              <a:xfrm>
                <a:off x="9308781" y="1185004"/>
                <a:ext cx="1277089" cy="2616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prstClr val="black"/>
                    </a:solidFill>
                    <a:effectLst/>
                    <a:uLnTx/>
                    <a:uFillTx/>
                    <a:latin typeface="Calibri" panose="020F0502020204030204"/>
                  </a:rPr>
                  <a:t>Test Execution 1</a:t>
                </a:r>
              </a:p>
            </p:txBody>
          </p:sp>
        </p:grpSp>
        <p:grpSp>
          <p:nvGrpSpPr>
            <p:cNvPr id="132" name="Group 131">
              <a:extLst>
                <a:ext uri="{FF2B5EF4-FFF2-40B4-BE49-F238E27FC236}">
                  <a16:creationId xmlns:a16="http://schemas.microsoft.com/office/drawing/2014/main" id="{2A9F9AA1-6247-4B72-912E-A55D9AAD69A5}"/>
                </a:ext>
              </a:extLst>
            </p:cNvPr>
            <p:cNvGrpSpPr/>
            <p:nvPr/>
          </p:nvGrpSpPr>
          <p:grpSpPr>
            <a:xfrm>
              <a:off x="9320134" y="2672916"/>
              <a:ext cx="1277089" cy="918771"/>
              <a:chOff x="9306182" y="2524753"/>
              <a:chExt cx="1277089" cy="918771"/>
            </a:xfrm>
          </p:grpSpPr>
          <p:sp>
            <p:nvSpPr>
              <p:cNvPr id="134" name="Rectangle: Rounded Corners 133">
                <a:extLst>
                  <a:ext uri="{FF2B5EF4-FFF2-40B4-BE49-F238E27FC236}">
                    <a16:creationId xmlns:a16="http://schemas.microsoft.com/office/drawing/2014/main" id="{F6FBECCF-4AC0-42BE-8918-B20DB955B242}"/>
                  </a:ext>
                </a:extLst>
              </p:cNvPr>
              <p:cNvSpPr/>
              <p:nvPr/>
            </p:nvSpPr>
            <p:spPr>
              <a:xfrm>
                <a:off x="9492981" y="2805185"/>
                <a:ext cx="788364" cy="157005"/>
              </a:xfrm>
              <a:prstGeom prst="roundRect">
                <a:avLst/>
              </a:prstGeom>
              <a:solidFill>
                <a:srgbClr val="92D05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Test 3</a:t>
                </a:r>
              </a:p>
            </p:txBody>
          </p:sp>
          <p:sp>
            <p:nvSpPr>
              <p:cNvPr id="135" name="Rectangle: Rounded Corners 134">
                <a:extLst>
                  <a:ext uri="{FF2B5EF4-FFF2-40B4-BE49-F238E27FC236}">
                    <a16:creationId xmlns:a16="http://schemas.microsoft.com/office/drawing/2014/main" id="{302A72C3-1F58-44AA-951E-3BEA91EE34F7}"/>
                  </a:ext>
                </a:extLst>
              </p:cNvPr>
              <p:cNvSpPr/>
              <p:nvPr/>
            </p:nvSpPr>
            <p:spPr>
              <a:xfrm>
                <a:off x="9492981" y="3008628"/>
                <a:ext cx="788364" cy="157005"/>
              </a:xfrm>
              <a:prstGeom prst="roundRect">
                <a:avLst/>
              </a:prstGeom>
              <a:solidFill>
                <a:srgbClr val="92D05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Test 6</a:t>
                </a:r>
              </a:p>
            </p:txBody>
          </p:sp>
          <p:sp>
            <p:nvSpPr>
              <p:cNvPr id="136" name="Rectangle: Rounded Corners 135">
                <a:extLst>
                  <a:ext uri="{FF2B5EF4-FFF2-40B4-BE49-F238E27FC236}">
                    <a16:creationId xmlns:a16="http://schemas.microsoft.com/office/drawing/2014/main" id="{B83B6846-4513-48A3-B3F5-E8285E6A5AF5}"/>
                  </a:ext>
                </a:extLst>
              </p:cNvPr>
              <p:cNvSpPr/>
              <p:nvPr/>
            </p:nvSpPr>
            <p:spPr>
              <a:xfrm>
                <a:off x="9492981" y="3209787"/>
                <a:ext cx="788364" cy="157005"/>
              </a:xfrm>
              <a:prstGeom prst="roundRect">
                <a:avLst/>
              </a:prstGeom>
              <a:solidFill>
                <a:srgbClr val="92D05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Test 8</a:t>
                </a:r>
              </a:p>
            </p:txBody>
          </p:sp>
          <p:sp>
            <p:nvSpPr>
              <p:cNvPr id="137" name="Rectangle 136">
                <a:extLst>
                  <a:ext uri="{FF2B5EF4-FFF2-40B4-BE49-F238E27FC236}">
                    <a16:creationId xmlns:a16="http://schemas.microsoft.com/office/drawing/2014/main" id="{25DB336C-920A-420B-806E-0356E93C68A7}"/>
                  </a:ext>
                </a:extLst>
              </p:cNvPr>
              <p:cNvSpPr/>
              <p:nvPr/>
            </p:nvSpPr>
            <p:spPr>
              <a:xfrm>
                <a:off x="9447262" y="2754478"/>
                <a:ext cx="879802" cy="689046"/>
              </a:xfrm>
              <a:prstGeom prst="rect">
                <a:avLst/>
              </a:prstGeom>
              <a:no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38" name="TextBox 137">
                <a:extLst>
                  <a:ext uri="{FF2B5EF4-FFF2-40B4-BE49-F238E27FC236}">
                    <a16:creationId xmlns:a16="http://schemas.microsoft.com/office/drawing/2014/main" id="{9F991B3F-A531-4454-AA07-CEFBD6AFCA8B}"/>
                  </a:ext>
                </a:extLst>
              </p:cNvPr>
              <p:cNvSpPr txBox="1"/>
              <p:nvPr/>
            </p:nvSpPr>
            <p:spPr>
              <a:xfrm>
                <a:off x="9306182" y="2524753"/>
                <a:ext cx="1277089" cy="2616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prstClr val="black"/>
                    </a:solidFill>
                    <a:effectLst/>
                    <a:uLnTx/>
                    <a:uFillTx/>
                    <a:latin typeface="Calibri" panose="020F0502020204030204"/>
                  </a:rPr>
                  <a:t>Test Execution 2</a:t>
                </a:r>
              </a:p>
            </p:txBody>
          </p:sp>
        </p:grpSp>
        <p:sp>
          <p:nvSpPr>
            <p:cNvPr id="133" name="Rectangle 132">
              <a:extLst>
                <a:ext uri="{FF2B5EF4-FFF2-40B4-BE49-F238E27FC236}">
                  <a16:creationId xmlns:a16="http://schemas.microsoft.com/office/drawing/2014/main" id="{5C44740D-D598-4FB9-A7F7-735115FC8770}"/>
                </a:ext>
              </a:extLst>
            </p:cNvPr>
            <p:cNvSpPr/>
            <p:nvPr/>
          </p:nvSpPr>
          <p:spPr>
            <a:xfrm>
              <a:off x="9382125" y="1290136"/>
              <a:ext cx="1055200" cy="2401284"/>
            </a:xfrm>
            <a:prstGeom prst="rect">
              <a:avLst/>
            </a:prstGeom>
            <a:noFill/>
            <a:ln w="12700" cap="flat" cmpd="sng" algn="ctr">
              <a:solidFill>
                <a:srgbClr val="4472C4">
                  <a:shade val="50000"/>
                </a:srgbClr>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
        <p:nvSpPr>
          <p:cNvPr id="146" name="Rectangle: Rounded Corners 145">
            <a:extLst>
              <a:ext uri="{FF2B5EF4-FFF2-40B4-BE49-F238E27FC236}">
                <a16:creationId xmlns:a16="http://schemas.microsoft.com/office/drawing/2014/main" id="{8A12EB64-E348-493C-9D89-A27D86DED4F3}"/>
              </a:ext>
            </a:extLst>
          </p:cNvPr>
          <p:cNvSpPr/>
          <p:nvPr/>
        </p:nvSpPr>
        <p:spPr>
          <a:xfrm>
            <a:off x="6109721" y="1756692"/>
            <a:ext cx="1091504" cy="165116"/>
          </a:xfrm>
          <a:prstGeom prst="roundRect">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prstClr val="black"/>
                </a:solidFill>
                <a:effectLst/>
                <a:uLnTx/>
                <a:uFillTx/>
                <a:latin typeface="Calibri" panose="020F0502020204030204"/>
                <a:ea typeface="+mn-ea"/>
                <a:cs typeface="+mn-cs"/>
              </a:rPr>
              <a:t>Development 1</a:t>
            </a:r>
          </a:p>
        </p:txBody>
      </p:sp>
      <p:sp>
        <p:nvSpPr>
          <p:cNvPr id="147" name="Rectangle: Rounded Corners 146">
            <a:extLst>
              <a:ext uri="{FF2B5EF4-FFF2-40B4-BE49-F238E27FC236}">
                <a16:creationId xmlns:a16="http://schemas.microsoft.com/office/drawing/2014/main" id="{A1F678B5-3B6C-4032-9E49-8A9B819CFC32}"/>
              </a:ext>
            </a:extLst>
          </p:cNvPr>
          <p:cNvSpPr/>
          <p:nvPr/>
        </p:nvSpPr>
        <p:spPr>
          <a:xfrm>
            <a:off x="6109721" y="1968246"/>
            <a:ext cx="1091504" cy="157005"/>
          </a:xfrm>
          <a:prstGeom prst="roundRect">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prstClr val="black"/>
                </a:solidFill>
                <a:effectLst/>
                <a:uLnTx/>
                <a:uFillTx/>
                <a:latin typeface="Calibri" panose="020F0502020204030204"/>
                <a:ea typeface="+mn-ea"/>
                <a:cs typeface="+mn-cs"/>
              </a:rPr>
              <a:t>Development 2</a:t>
            </a:r>
          </a:p>
        </p:txBody>
      </p:sp>
      <p:sp>
        <p:nvSpPr>
          <p:cNvPr id="148" name="Rectangle: Rounded Corners 147">
            <a:extLst>
              <a:ext uri="{FF2B5EF4-FFF2-40B4-BE49-F238E27FC236}">
                <a16:creationId xmlns:a16="http://schemas.microsoft.com/office/drawing/2014/main" id="{0DB03F32-B7D0-4910-BE91-1F5C6B7D8BB3}"/>
              </a:ext>
            </a:extLst>
          </p:cNvPr>
          <p:cNvSpPr/>
          <p:nvPr/>
        </p:nvSpPr>
        <p:spPr>
          <a:xfrm>
            <a:off x="6109721" y="2179798"/>
            <a:ext cx="1091504" cy="170481"/>
          </a:xfrm>
          <a:prstGeom prst="roundRect">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prstClr val="black"/>
                </a:solidFill>
                <a:effectLst/>
                <a:uLnTx/>
                <a:uFillTx/>
                <a:latin typeface="Calibri" panose="020F0502020204030204"/>
                <a:ea typeface="+mn-ea"/>
                <a:cs typeface="+mn-cs"/>
              </a:rPr>
              <a:t>Development 3</a:t>
            </a:r>
          </a:p>
        </p:txBody>
      </p:sp>
      <p:cxnSp>
        <p:nvCxnSpPr>
          <p:cNvPr id="149" name="Straight Arrow Connector 148">
            <a:extLst>
              <a:ext uri="{FF2B5EF4-FFF2-40B4-BE49-F238E27FC236}">
                <a16:creationId xmlns:a16="http://schemas.microsoft.com/office/drawing/2014/main" id="{BEC0839A-5316-4E14-AE46-D30CF0449CCA}"/>
              </a:ext>
            </a:extLst>
          </p:cNvPr>
          <p:cNvCxnSpPr>
            <a:stCxn id="100" idx="3"/>
          </p:cNvCxnSpPr>
          <p:nvPr/>
        </p:nvCxnSpPr>
        <p:spPr>
          <a:xfrm flipV="1">
            <a:off x="5584415" y="1141357"/>
            <a:ext cx="413825" cy="2217"/>
          </a:xfrm>
          <a:prstGeom prst="straightConnector1">
            <a:avLst/>
          </a:prstGeom>
          <a:noFill/>
          <a:ln w="6350" cap="flat" cmpd="sng" algn="ctr">
            <a:solidFill>
              <a:srgbClr val="4472C4"/>
            </a:solidFill>
            <a:prstDash val="solid"/>
            <a:miter lim="800000"/>
            <a:tailEnd type="triangle"/>
          </a:ln>
          <a:effectLst/>
        </p:spPr>
      </p:cxnSp>
      <p:sp>
        <p:nvSpPr>
          <p:cNvPr id="150" name="Rectangle 149">
            <a:extLst>
              <a:ext uri="{FF2B5EF4-FFF2-40B4-BE49-F238E27FC236}">
                <a16:creationId xmlns:a16="http://schemas.microsoft.com/office/drawing/2014/main" id="{71555630-A137-4CEE-AA35-78C1B7AB18F3}"/>
              </a:ext>
            </a:extLst>
          </p:cNvPr>
          <p:cNvSpPr/>
          <p:nvPr/>
        </p:nvSpPr>
        <p:spPr>
          <a:xfrm>
            <a:off x="6058921" y="1733920"/>
            <a:ext cx="1203798" cy="654959"/>
          </a:xfrm>
          <a:prstGeom prst="rect">
            <a:avLst/>
          </a:prstGeom>
          <a:no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51" name="Rectangle: Rounded Corners 150">
            <a:extLst>
              <a:ext uri="{FF2B5EF4-FFF2-40B4-BE49-F238E27FC236}">
                <a16:creationId xmlns:a16="http://schemas.microsoft.com/office/drawing/2014/main" id="{6B8FBA53-0D3D-43AA-843F-230051C0A652}"/>
              </a:ext>
            </a:extLst>
          </p:cNvPr>
          <p:cNvSpPr/>
          <p:nvPr/>
        </p:nvSpPr>
        <p:spPr>
          <a:xfrm>
            <a:off x="7374509" y="1315001"/>
            <a:ext cx="788364" cy="157005"/>
          </a:xfrm>
          <a:prstGeom prst="roundRect">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Test 1</a:t>
            </a:r>
          </a:p>
        </p:txBody>
      </p:sp>
      <p:sp>
        <p:nvSpPr>
          <p:cNvPr id="152" name="Rectangle: Rounded Corners 151">
            <a:extLst>
              <a:ext uri="{FF2B5EF4-FFF2-40B4-BE49-F238E27FC236}">
                <a16:creationId xmlns:a16="http://schemas.microsoft.com/office/drawing/2014/main" id="{5389BCB0-8A06-4548-8F29-B7584040239E}"/>
              </a:ext>
            </a:extLst>
          </p:cNvPr>
          <p:cNvSpPr/>
          <p:nvPr/>
        </p:nvSpPr>
        <p:spPr>
          <a:xfrm>
            <a:off x="7374509" y="1518444"/>
            <a:ext cx="788364" cy="157005"/>
          </a:xfrm>
          <a:prstGeom prst="roundRect">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Test 2</a:t>
            </a:r>
          </a:p>
        </p:txBody>
      </p:sp>
      <p:sp>
        <p:nvSpPr>
          <p:cNvPr id="153" name="Rectangle: Rounded Corners 152">
            <a:extLst>
              <a:ext uri="{FF2B5EF4-FFF2-40B4-BE49-F238E27FC236}">
                <a16:creationId xmlns:a16="http://schemas.microsoft.com/office/drawing/2014/main" id="{EABAD343-D0E1-40EA-838B-4C89911B7539}"/>
              </a:ext>
            </a:extLst>
          </p:cNvPr>
          <p:cNvSpPr/>
          <p:nvPr/>
        </p:nvSpPr>
        <p:spPr>
          <a:xfrm>
            <a:off x="7374509" y="1719603"/>
            <a:ext cx="788364" cy="157005"/>
          </a:xfrm>
          <a:prstGeom prst="roundRect">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Test 3</a:t>
            </a:r>
          </a:p>
        </p:txBody>
      </p:sp>
      <p:sp>
        <p:nvSpPr>
          <p:cNvPr id="154" name="Rectangle: Rounded Corners 153">
            <a:extLst>
              <a:ext uri="{FF2B5EF4-FFF2-40B4-BE49-F238E27FC236}">
                <a16:creationId xmlns:a16="http://schemas.microsoft.com/office/drawing/2014/main" id="{9EE8A479-9B7C-40DD-A1D5-A996992BAB42}"/>
              </a:ext>
            </a:extLst>
          </p:cNvPr>
          <p:cNvSpPr/>
          <p:nvPr/>
        </p:nvSpPr>
        <p:spPr>
          <a:xfrm>
            <a:off x="7374509" y="1923046"/>
            <a:ext cx="788364" cy="157005"/>
          </a:xfrm>
          <a:prstGeom prst="roundRect">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Test 4</a:t>
            </a:r>
          </a:p>
        </p:txBody>
      </p:sp>
      <p:sp>
        <p:nvSpPr>
          <p:cNvPr id="155" name="Rectangle: Rounded Corners 154">
            <a:extLst>
              <a:ext uri="{FF2B5EF4-FFF2-40B4-BE49-F238E27FC236}">
                <a16:creationId xmlns:a16="http://schemas.microsoft.com/office/drawing/2014/main" id="{6D56D975-1C59-42D1-91EB-23096295AEE6}"/>
              </a:ext>
            </a:extLst>
          </p:cNvPr>
          <p:cNvSpPr/>
          <p:nvPr/>
        </p:nvSpPr>
        <p:spPr>
          <a:xfrm>
            <a:off x="7374509" y="2127494"/>
            <a:ext cx="788364" cy="157005"/>
          </a:xfrm>
          <a:prstGeom prst="roundRect">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Test 5</a:t>
            </a:r>
          </a:p>
        </p:txBody>
      </p:sp>
      <p:sp>
        <p:nvSpPr>
          <p:cNvPr id="156" name="Rectangle: Rounded Corners 155">
            <a:extLst>
              <a:ext uri="{FF2B5EF4-FFF2-40B4-BE49-F238E27FC236}">
                <a16:creationId xmlns:a16="http://schemas.microsoft.com/office/drawing/2014/main" id="{6B9EB437-6B53-4F36-AEC9-BC3169B35DCB}"/>
              </a:ext>
            </a:extLst>
          </p:cNvPr>
          <p:cNvSpPr/>
          <p:nvPr/>
        </p:nvSpPr>
        <p:spPr>
          <a:xfrm>
            <a:off x="7374509" y="2330937"/>
            <a:ext cx="788364" cy="157005"/>
          </a:xfrm>
          <a:prstGeom prst="roundRect">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Test 6</a:t>
            </a:r>
          </a:p>
        </p:txBody>
      </p:sp>
      <p:sp>
        <p:nvSpPr>
          <p:cNvPr id="157" name="Rectangle: Rounded Corners 156">
            <a:extLst>
              <a:ext uri="{FF2B5EF4-FFF2-40B4-BE49-F238E27FC236}">
                <a16:creationId xmlns:a16="http://schemas.microsoft.com/office/drawing/2014/main" id="{633D0D43-7CFE-4446-AB0C-C5053BDC711F}"/>
              </a:ext>
            </a:extLst>
          </p:cNvPr>
          <p:cNvSpPr/>
          <p:nvPr/>
        </p:nvSpPr>
        <p:spPr>
          <a:xfrm>
            <a:off x="7374509" y="2532096"/>
            <a:ext cx="788364" cy="157005"/>
          </a:xfrm>
          <a:prstGeom prst="roundRect">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Test 7</a:t>
            </a:r>
          </a:p>
        </p:txBody>
      </p:sp>
      <p:sp>
        <p:nvSpPr>
          <p:cNvPr id="158" name="Rectangle: Rounded Corners 157">
            <a:extLst>
              <a:ext uri="{FF2B5EF4-FFF2-40B4-BE49-F238E27FC236}">
                <a16:creationId xmlns:a16="http://schemas.microsoft.com/office/drawing/2014/main" id="{D1E3E1CD-1C8E-4174-B6AB-379EC2360761}"/>
              </a:ext>
            </a:extLst>
          </p:cNvPr>
          <p:cNvSpPr/>
          <p:nvPr/>
        </p:nvSpPr>
        <p:spPr>
          <a:xfrm>
            <a:off x="7374509" y="2735539"/>
            <a:ext cx="788364" cy="157005"/>
          </a:xfrm>
          <a:prstGeom prst="roundRect">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Test 8</a:t>
            </a:r>
          </a:p>
        </p:txBody>
      </p:sp>
      <p:sp>
        <p:nvSpPr>
          <p:cNvPr id="161" name="Rectangle 160">
            <a:extLst>
              <a:ext uri="{FF2B5EF4-FFF2-40B4-BE49-F238E27FC236}">
                <a16:creationId xmlns:a16="http://schemas.microsoft.com/office/drawing/2014/main" id="{CAF034AC-2CA5-4667-963E-98B73C1AF688}"/>
              </a:ext>
            </a:extLst>
          </p:cNvPr>
          <p:cNvSpPr/>
          <p:nvPr/>
        </p:nvSpPr>
        <p:spPr>
          <a:xfrm>
            <a:off x="6031424" y="1248691"/>
            <a:ext cx="2331117" cy="1679153"/>
          </a:xfrm>
          <a:prstGeom prst="rect">
            <a:avLst/>
          </a:prstGeom>
          <a:noFill/>
          <a:ln w="12700" cap="flat" cmpd="sng" algn="ctr">
            <a:solidFill>
              <a:srgbClr val="4472C4">
                <a:shade val="50000"/>
              </a:srgbClr>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162" name="Straight Arrow Connector 161">
            <a:extLst>
              <a:ext uri="{FF2B5EF4-FFF2-40B4-BE49-F238E27FC236}">
                <a16:creationId xmlns:a16="http://schemas.microsoft.com/office/drawing/2014/main" id="{383A2BBA-E344-4F42-A1CB-18D34D0E1F56}"/>
              </a:ext>
            </a:extLst>
          </p:cNvPr>
          <p:cNvCxnSpPr>
            <a:cxnSpLocks/>
          </p:cNvCxnSpPr>
          <p:nvPr/>
        </p:nvCxnSpPr>
        <p:spPr>
          <a:xfrm>
            <a:off x="8403068" y="2076870"/>
            <a:ext cx="331666" cy="0"/>
          </a:xfrm>
          <a:prstGeom prst="straightConnector1">
            <a:avLst/>
          </a:prstGeom>
          <a:noFill/>
          <a:ln w="6350" cap="flat" cmpd="sng" algn="ctr">
            <a:solidFill>
              <a:srgbClr val="4472C4"/>
            </a:solidFill>
            <a:prstDash val="solid"/>
            <a:miter lim="800000"/>
            <a:tailEnd type="triangle"/>
          </a:ln>
          <a:effectLst/>
        </p:spPr>
      </p:cxnSp>
      <p:cxnSp>
        <p:nvCxnSpPr>
          <p:cNvPr id="163" name="Straight Arrow Connector 162">
            <a:extLst>
              <a:ext uri="{FF2B5EF4-FFF2-40B4-BE49-F238E27FC236}">
                <a16:creationId xmlns:a16="http://schemas.microsoft.com/office/drawing/2014/main" id="{C88FE687-5277-40B1-BEE7-600A68CDB1CE}"/>
              </a:ext>
            </a:extLst>
          </p:cNvPr>
          <p:cNvCxnSpPr>
            <a:cxnSpLocks/>
          </p:cNvCxnSpPr>
          <p:nvPr/>
        </p:nvCxnSpPr>
        <p:spPr>
          <a:xfrm>
            <a:off x="9851397" y="2063335"/>
            <a:ext cx="331666" cy="0"/>
          </a:xfrm>
          <a:prstGeom prst="straightConnector1">
            <a:avLst/>
          </a:prstGeom>
          <a:noFill/>
          <a:ln w="6350" cap="flat" cmpd="sng" algn="ctr">
            <a:solidFill>
              <a:srgbClr val="4472C4"/>
            </a:solidFill>
            <a:prstDash val="solid"/>
            <a:miter lim="800000"/>
            <a:tailEnd type="triangle"/>
          </a:ln>
          <a:effectLst/>
        </p:spPr>
      </p:cxnSp>
      <p:cxnSp>
        <p:nvCxnSpPr>
          <p:cNvPr id="164" name="Straight Connector 163">
            <a:extLst>
              <a:ext uri="{FF2B5EF4-FFF2-40B4-BE49-F238E27FC236}">
                <a16:creationId xmlns:a16="http://schemas.microsoft.com/office/drawing/2014/main" id="{3946339C-9D12-40F2-940C-191BEDEF81ED}"/>
              </a:ext>
            </a:extLst>
          </p:cNvPr>
          <p:cNvCxnSpPr>
            <a:cxnSpLocks/>
            <a:endCxn id="100" idx="1"/>
          </p:cNvCxnSpPr>
          <p:nvPr/>
        </p:nvCxnSpPr>
        <p:spPr>
          <a:xfrm flipV="1">
            <a:off x="4111860" y="1444525"/>
            <a:ext cx="277024" cy="712632"/>
          </a:xfrm>
          <a:prstGeom prst="line">
            <a:avLst/>
          </a:prstGeom>
          <a:noFill/>
          <a:ln w="6350" cap="flat" cmpd="sng" algn="ctr">
            <a:solidFill>
              <a:srgbClr val="4472C4"/>
            </a:solidFill>
            <a:prstDash val="solid"/>
            <a:miter lim="800000"/>
          </a:ln>
          <a:effectLst/>
        </p:spPr>
      </p:cxnSp>
      <p:cxnSp>
        <p:nvCxnSpPr>
          <p:cNvPr id="165" name="Straight Connector 164">
            <a:extLst>
              <a:ext uri="{FF2B5EF4-FFF2-40B4-BE49-F238E27FC236}">
                <a16:creationId xmlns:a16="http://schemas.microsoft.com/office/drawing/2014/main" id="{483304D0-EE74-42DF-8DA2-F761F8ED0B99}"/>
              </a:ext>
            </a:extLst>
          </p:cNvPr>
          <p:cNvCxnSpPr>
            <a:cxnSpLocks/>
            <a:endCxn id="101" idx="1"/>
          </p:cNvCxnSpPr>
          <p:nvPr/>
        </p:nvCxnSpPr>
        <p:spPr>
          <a:xfrm>
            <a:off x="4111860" y="2157157"/>
            <a:ext cx="268371" cy="18293"/>
          </a:xfrm>
          <a:prstGeom prst="line">
            <a:avLst/>
          </a:prstGeom>
          <a:noFill/>
          <a:ln w="6350" cap="flat" cmpd="sng" algn="ctr">
            <a:solidFill>
              <a:srgbClr val="4472C4"/>
            </a:solidFill>
            <a:prstDash val="solid"/>
            <a:miter lim="800000"/>
          </a:ln>
          <a:effectLst/>
        </p:spPr>
      </p:cxnSp>
      <p:cxnSp>
        <p:nvCxnSpPr>
          <p:cNvPr id="167" name="Straight Connector 166">
            <a:extLst>
              <a:ext uri="{FF2B5EF4-FFF2-40B4-BE49-F238E27FC236}">
                <a16:creationId xmlns:a16="http://schemas.microsoft.com/office/drawing/2014/main" id="{E6D31AAA-7DFE-40E4-A9F7-EFB4FC0413B8}"/>
              </a:ext>
            </a:extLst>
          </p:cNvPr>
          <p:cNvCxnSpPr>
            <a:cxnSpLocks/>
            <a:endCxn id="103" idx="1"/>
          </p:cNvCxnSpPr>
          <p:nvPr/>
        </p:nvCxnSpPr>
        <p:spPr>
          <a:xfrm>
            <a:off x="4111860" y="2157157"/>
            <a:ext cx="254000" cy="749218"/>
          </a:xfrm>
          <a:prstGeom prst="line">
            <a:avLst/>
          </a:prstGeom>
          <a:noFill/>
          <a:ln w="6350" cap="flat" cmpd="sng" algn="ctr">
            <a:solidFill>
              <a:srgbClr val="4472C4"/>
            </a:solidFill>
            <a:prstDash val="solid"/>
            <a:miter lim="800000"/>
          </a:ln>
          <a:effectLst/>
        </p:spPr>
      </p:cxnSp>
      <p:pic>
        <p:nvPicPr>
          <p:cNvPr id="169" name="Picture 168">
            <a:extLst>
              <a:ext uri="{FF2B5EF4-FFF2-40B4-BE49-F238E27FC236}">
                <a16:creationId xmlns:a16="http://schemas.microsoft.com/office/drawing/2014/main" id="{40B1A4AB-EA90-4CA3-92F0-AE44153FA819}"/>
              </a:ext>
            </a:extLst>
          </p:cNvPr>
          <p:cNvPicPr>
            <a:picLocks noChangeAspect="1"/>
          </p:cNvPicPr>
          <p:nvPr/>
        </p:nvPicPr>
        <p:blipFill>
          <a:blip r:embed="rId2"/>
          <a:stretch>
            <a:fillRect/>
          </a:stretch>
        </p:blipFill>
        <p:spPr>
          <a:xfrm>
            <a:off x="5653172" y="3336533"/>
            <a:ext cx="6276582" cy="2905450"/>
          </a:xfrm>
          <a:prstGeom prst="rect">
            <a:avLst/>
          </a:prstGeom>
        </p:spPr>
      </p:pic>
      <p:grpSp>
        <p:nvGrpSpPr>
          <p:cNvPr id="13" name="Group 12">
            <a:extLst>
              <a:ext uri="{FF2B5EF4-FFF2-40B4-BE49-F238E27FC236}">
                <a16:creationId xmlns:a16="http://schemas.microsoft.com/office/drawing/2014/main" id="{86E5E172-F17D-5AAC-BCF3-9D33FB31BC86}"/>
              </a:ext>
            </a:extLst>
          </p:cNvPr>
          <p:cNvGrpSpPr/>
          <p:nvPr/>
        </p:nvGrpSpPr>
        <p:grpSpPr>
          <a:xfrm>
            <a:off x="2693593" y="1296465"/>
            <a:ext cx="756470" cy="1951850"/>
            <a:chOff x="2617745" y="2208243"/>
            <a:chExt cx="1384578" cy="1951850"/>
          </a:xfrm>
        </p:grpSpPr>
        <p:sp>
          <p:nvSpPr>
            <p:cNvPr id="14" name="Rectangle: Rounded Corners 13">
              <a:extLst>
                <a:ext uri="{FF2B5EF4-FFF2-40B4-BE49-F238E27FC236}">
                  <a16:creationId xmlns:a16="http://schemas.microsoft.com/office/drawing/2014/main" id="{B5DA656F-C30C-8379-597B-917EC9EC2449}"/>
                </a:ext>
              </a:extLst>
            </p:cNvPr>
            <p:cNvSpPr/>
            <p:nvPr/>
          </p:nvSpPr>
          <p:spPr>
            <a:xfrm>
              <a:off x="2621576" y="2208243"/>
              <a:ext cx="1371411" cy="246220"/>
            </a:xfrm>
            <a:prstGeom prst="roundRect">
              <a:avLst/>
            </a:prstGeom>
            <a:solidFill>
              <a:srgbClr val="FF33CC"/>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panose="020F0502020204030204"/>
                  <a:ea typeface="+mn-ea"/>
                  <a:cs typeface="+mn-cs"/>
                </a:rPr>
                <a:t>Epic -1</a:t>
              </a:r>
            </a:p>
          </p:txBody>
        </p:sp>
        <p:sp>
          <p:nvSpPr>
            <p:cNvPr id="15" name="Rectangle: Rounded Corners 14">
              <a:extLst>
                <a:ext uri="{FF2B5EF4-FFF2-40B4-BE49-F238E27FC236}">
                  <a16:creationId xmlns:a16="http://schemas.microsoft.com/office/drawing/2014/main" id="{47FAF958-014C-D41B-BFAA-173FC66C6547}"/>
                </a:ext>
              </a:extLst>
            </p:cNvPr>
            <p:cNvSpPr/>
            <p:nvPr/>
          </p:nvSpPr>
          <p:spPr>
            <a:xfrm>
              <a:off x="2617745" y="2555904"/>
              <a:ext cx="1371411" cy="246220"/>
            </a:xfrm>
            <a:prstGeom prst="roundRect">
              <a:avLst/>
            </a:prstGeom>
            <a:solidFill>
              <a:srgbClr val="FF33CC"/>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panose="020F0502020204030204"/>
                  <a:ea typeface="+mn-ea"/>
                  <a:cs typeface="+mn-cs"/>
                </a:rPr>
                <a:t>Epic -2</a:t>
              </a:r>
            </a:p>
          </p:txBody>
        </p:sp>
        <p:sp>
          <p:nvSpPr>
            <p:cNvPr id="16" name="Rectangle: Rounded Corners 15">
              <a:extLst>
                <a:ext uri="{FF2B5EF4-FFF2-40B4-BE49-F238E27FC236}">
                  <a16:creationId xmlns:a16="http://schemas.microsoft.com/office/drawing/2014/main" id="{27B5A707-1930-649C-D0B2-B7C337D3BF03}"/>
                </a:ext>
              </a:extLst>
            </p:cNvPr>
            <p:cNvSpPr/>
            <p:nvPr/>
          </p:nvSpPr>
          <p:spPr>
            <a:xfrm>
              <a:off x="2617745" y="2903565"/>
              <a:ext cx="1371411" cy="246220"/>
            </a:xfrm>
            <a:prstGeom prst="roundRect">
              <a:avLst/>
            </a:prstGeom>
            <a:solidFill>
              <a:srgbClr val="FF33CC"/>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panose="020F0502020204030204"/>
                  <a:ea typeface="+mn-ea"/>
                  <a:cs typeface="+mn-cs"/>
                </a:rPr>
                <a:t>Epic -3</a:t>
              </a:r>
            </a:p>
          </p:txBody>
        </p:sp>
        <p:sp>
          <p:nvSpPr>
            <p:cNvPr id="17" name="Rectangle: Rounded Corners 16">
              <a:extLst>
                <a:ext uri="{FF2B5EF4-FFF2-40B4-BE49-F238E27FC236}">
                  <a16:creationId xmlns:a16="http://schemas.microsoft.com/office/drawing/2014/main" id="{3BD2CB6C-1348-24D4-FE18-DD8B37A88802}"/>
                </a:ext>
              </a:extLst>
            </p:cNvPr>
            <p:cNvSpPr/>
            <p:nvPr/>
          </p:nvSpPr>
          <p:spPr>
            <a:xfrm>
              <a:off x="2630912" y="3218551"/>
              <a:ext cx="1371411" cy="246220"/>
            </a:xfrm>
            <a:prstGeom prst="roundRect">
              <a:avLst/>
            </a:prstGeom>
            <a:solidFill>
              <a:srgbClr val="FF33CC"/>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panose="020F0502020204030204"/>
                  <a:ea typeface="+mn-ea"/>
                  <a:cs typeface="+mn-cs"/>
                </a:rPr>
                <a:t>Epic -4</a:t>
              </a:r>
            </a:p>
          </p:txBody>
        </p:sp>
        <p:sp>
          <p:nvSpPr>
            <p:cNvPr id="18" name="Rectangle: Rounded Corners 17">
              <a:extLst>
                <a:ext uri="{FF2B5EF4-FFF2-40B4-BE49-F238E27FC236}">
                  <a16:creationId xmlns:a16="http://schemas.microsoft.com/office/drawing/2014/main" id="{C398E12C-8BFB-52FB-77C3-9E76392B5887}"/>
                </a:ext>
              </a:extLst>
            </p:cNvPr>
            <p:cNvSpPr/>
            <p:nvPr/>
          </p:nvSpPr>
          <p:spPr>
            <a:xfrm>
              <a:off x="2627081" y="3566212"/>
              <a:ext cx="1371411" cy="246220"/>
            </a:xfrm>
            <a:prstGeom prst="roundRect">
              <a:avLst/>
            </a:prstGeom>
            <a:solidFill>
              <a:srgbClr val="FF33CC"/>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panose="020F0502020204030204"/>
                  <a:ea typeface="+mn-ea"/>
                  <a:cs typeface="+mn-cs"/>
                </a:rPr>
                <a:t>Epic -5</a:t>
              </a:r>
            </a:p>
          </p:txBody>
        </p:sp>
        <p:sp>
          <p:nvSpPr>
            <p:cNvPr id="19" name="Rectangle: Rounded Corners 18">
              <a:extLst>
                <a:ext uri="{FF2B5EF4-FFF2-40B4-BE49-F238E27FC236}">
                  <a16:creationId xmlns:a16="http://schemas.microsoft.com/office/drawing/2014/main" id="{D127638C-C80A-FE83-6118-DED73C0E53CE}"/>
                </a:ext>
              </a:extLst>
            </p:cNvPr>
            <p:cNvSpPr/>
            <p:nvPr/>
          </p:nvSpPr>
          <p:spPr>
            <a:xfrm>
              <a:off x="2627081" y="3913873"/>
              <a:ext cx="1371411" cy="246220"/>
            </a:xfrm>
            <a:prstGeom prst="roundRect">
              <a:avLst/>
            </a:prstGeom>
            <a:solidFill>
              <a:srgbClr val="FF33CC"/>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panose="020F0502020204030204"/>
                  <a:ea typeface="+mn-ea"/>
                  <a:cs typeface="+mn-cs"/>
                </a:rPr>
                <a:t>Epic -N</a:t>
              </a:r>
            </a:p>
          </p:txBody>
        </p:sp>
      </p:grpSp>
      <p:sp>
        <p:nvSpPr>
          <p:cNvPr id="20" name="Rectangle: Rounded Corners 19">
            <a:extLst>
              <a:ext uri="{FF2B5EF4-FFF2-40B4-BE49-F238E27FC236}">
                <a16:creationId xmlns:a16="http://schemas.microsoft.com/office/drawing/2014/main" id="{7EF947A1-7089-9A1E-5023-7315841C87C5}"/>
              </a:ext>
            </a:extLst>
          </p:cNvPr>
          <p:cNvSpPr/>
          <p:nvPr/>
        </p:nvSpPr>
        <p:spPr>
          <a:xfrm>
            <a:off x="2615734" y="1131589"/>
            <a:ext cx="857250" cy="2163076"/>
          </a:xfrm>
          <a:prstGeom prst="roundRect">
            <a:avLst/>
          </a:prstGeom>
          <a:noFill/>
          <a:ln w="12700" cap="flat" cmpd="sng" algn="ctr">
            <a:solidFill>
              <a:srgbClr val="4472C4">
                <a:shade val="50000"/>
              </a:srgbClr>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4" name="Arrow: Right 23">
            <a:extLst>
              <a:ext uri="{FF2B5EF4-FFF2-40B4-BE49-F238E27FC236}">
                <a16:creationId xmlns:a16="http://schemas.microsoft.com/office/drawing/2014/main" id="{3346296A-223E-9E87-F2DC-2989B3AB9BBF}"/>
              </a:ext>
            </a:extLst>
          </p:cNvPr>
          <p:cNvSpPr/>
          <p:nvPr/>
        </p:nvSpPr>
        <p:spPr bwMode="auto">
          <a:xfrm>
            <a:off x="3564581" y="1916128"/>
            <a:ext cx="507549" cy="480244"/>
          </a:xfrm>
          <a:prstGeom prst="rightArrow">
            <a:avLst/>
          </a:prstGeom>
          <a:solidFill>
            <a:schemeClr val="bg2">
              <a:lumMod val="50000"/>
            </a:schemeClr>
          </a:solidFill>
          <a:ln w="9525" cap="flat" cmpd="sng" algn="ctr">
            <a:solidFill>
              <a:schemeClr val="bg2">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IN" sz="1800" b="0" i="0" u="none" strike="noStrike" cap="none" normalizeH="0" baseline="0">
              <a:ln>
                <a:noFill/>
              </a:ln>
              <a:solidFill>
                <a:schemeClr val="bg1">
                  <a:lumMod val="50000"/>
                </a:schemeClr>
              </a:solidFill>
              <a:effectLst/>
              <a:latin typeface="Century Gothic" pitchFamily="34" charset="0"/>
            </a:endParaRPr>
          </a:p>
        </p:txBody>
      </p:sp>
      <p:sp>
        <p:nvSpPr>
          <p:cNvPr id="25" name="TextBox 24">
            <a:extLst>
              <a:ext uri="{FF2B5EF4-FFF2-40B4-BE49-F238E27FC236}">
                <a16:creationId xmlns:a16="http://schemas.microsoft.com/office/drawing/2014/main" id="{038C91AE-6245-34F1-2B52-2CFE565B7F0C}"/>
              </a:ext>
            </a:extLst>
          </p:cNvPr>
          <p:cNvSpPr txBox="1"/>
          <p:nvPr/>
        </p:nvSpPr>
        <p:spPr>
          <a:xfrm>
            <a:off x="483476" y="4413879"/>
            <a:ext cx="4272358" cy="738664"/>
          </a:xfrm>
          <a:prstGeom prst="rect">
            <a:avLst/>
          </a:prstGeom>
          <a:noFill/>
        </p:spPr>
        <p:txBody>
          <a:bodyPr wrap="square" lIns="91440" tIns="45720" rIns="91440" bIns="45720" rtlCol="0" anchor="t">
            <a:spAutoFit/>
          </a:bodyPr>
          <a:lstStyle/>
          <a:p>
            <a:r>
              <a:rPr lang="en-IN" sz="1400" dirty="0">
                <a:latin typeface="Ubuntu"/>
              </a:rPr>
              <a:t>Jira Xray traceability report provides complete view of requirement status from Epic to Defects hierarchy</a:t>
            </a:r>
          </a:p>
        </p:txBody>
      </p:sp>
      <p:sp>
        <p:nvSpPr>
          <p:cNvPr id="26" name="Arrow: Right 25">
            <a:extLst>
              <a:ext uri="{FF2B5EF4-FFF2-40B4-BE49-F238E27FC236}">
                <a16:creationId xmlns:a16="http://schemas.microsoft.com/office/drawing/2014/main" id="{AB5FCDCB-E97C-F10C-B49A-C48443C71D6A}"/>
              </a:ext>
            </a:extLst>
          </p:cNvPr>
          <p:cNvSpPr/>
          <p:nvPr/>
        </p:nvSpPr>
        <p:spPr bwMode="auto">
          <a:xfrm>
            <a:off x="4755834" y="4523907"/>
            <a:ext cx="702443" cy="250057"/>
          </a:xfrm>
          <a:prstGeom prst="rightArrow">
            <a:avLst/>
          </a:prstGeom>
          <a:noFill/>
          <a:ln w="9525" cap="flat" cmpd="sng" algn="ctr">
            <a:solidFill>
              <a:srgbClr val="92D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IN" sz="1800" b="0" i="0" u="none" strike="noStrike" cap="none" normalizeH="0" baseline="0">
              <a:ln>
                <a:noFill/>
              </a:ln>
              <a:solidFill>
                <a:schemeClr val="bg1">
                  <a:lumMod val="50000"/>
                </a:schemeClr>
              </a:solidFill>
              <a:effectLst/>
              <a:latin typeface="Century Gothic" pitchFamily="34" charset="0"/>
            </a:endParaRPr>
          </a:p>
        </p:txBody>
      </p:sp>
    </p:spTree>
    <p:extLst>
      <p:ext uri="{BB962C8B-B14F-4D97-AF65-F5344CB8AC3E}">
        <p14:creationId xmlns:p14="http://schemas.microsoft.com/office/powerpoint/2010/main" val="20514086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F0D0A-C8BD-480C-A6F2-F71C03DE8BA9}"/>
              </a:ext>
            </a:extLst>
          </p:cNvPr>
          <p:cNvSpPr>
            <a:spLocks noGrp="1"/>
          </p:cNvSpPr>
          <p:nvPr>
            <p:ph type="title"/>
          </p:nvPr>
        </p:nvSpPr>
        <p:spPr/>
        <p:txBody>
          <a:bodyPr/>
          <a:lstStyle/>
          <a:p>
            <a:r>
              <a:rPr lang="en-GB" sz="2000" b="0" dirty="0"/>
              <a:t>Jira Setup – User Story Key Fields</a:t>
            </a:r>
          </a:p>
        </p:txBody>
      </p:sp>
      <p:sp>
        <p:nvSpPr>
          <p:cNvPr id="7" name="TextBox 6">
            <a:extLst>
              <a:ext uri="{FF2B5EF4-FFF2-40B4-BE49-F238E27FC236}">
                <a16:creationId xmlns:a16="http://schemas.microsoft.com/office/drawing/2014/main" id="{E08BF539-0834-5660-CDF6-D0D6846061CF}"/>
              </a:ext>
            </a:extLst>
          </p:cNvPr>
          <p:cNvSpPr txBox="1"/>
          <p:nvPr/>
        </p:nvSpPr>
        <p:spPr>
          <a:xfrm>
            <a:off x="556741" y="5987980"/>
            <a:ext cx="7345680" cy="276999"/>
          </a:xfrm>
          <a:prstGeom prst="rect">
            <a:avLst/>
          </a:prstGeom>
          <a:noFill/>
        </p:spPr>
        <p:txBody>
          <a:bodyPr wrap="square" rtlCol="0">
            <a:spAutoFit/>
          </a:bodyPr>
          <a:lstStyle/>
          <a:p>
            <a:r>
              <a:rPr lang="en-IN" sz="1200" i="1" dirty="0"/>
              <a:t>Note: Highlighted fields are new custom fields to created (Service request ID – RITM1135026)  </a:t>
            </a:r>
          </a:p>
        </p:txBody>
      </p:sp>
      <p:graphicFrame>
        <p:nvGraphicFramePr>
          <p:cNvPr id="3" name="Table 3">
            <a:extLst>
              <a:ext uri="{FF2B5EF4-FFF2-40B4-BE49-F238E27FC236}">
                <a16:creationId xmlns:a16="http://schemas.microsoft.com/office/drawing/2014/main" id="{7BC5050C-B18B-021D-A3CB-4BAE06A3B8D1}"/>
              </a:ext>
            </a:extLst>
          </p:cNvPr>
          <p:cNvGraphicFramePr>
            <a:graphicFrameLocks noGrp="1"/>
          </p:cNvGraphicFramePr>
          <p:nvPr>
            <p:extLst>
              <p:ext uri="{D42A27DB-BD31-4B8C-83A1-F6EECF244321}">
                <p14:modId xmlns:p14="http://schemas.microsoft.com/office/powerpoint/2010/main" val="2485854709"/>
              </p:ext>
            </p:extLst>
          </p:nvPr>
        </p:nvGraphicFramePr>
        <p:xfrm>
          <a:off x="968210" y="731520"/>
          <a:ext cx="9670266" cy="5153676"/>
        </p:xfrm>
        <a:graphic>
          <a:graphicData uri="http://schemas.openxmlformats.org/drawingml/2006/table">
            <a:tbl>
              <a:tblPr firstRow="1" bandRow="1">
                <a:tableStyleId>{21E4AEA4-8DFA-4A89-87EB-49C32662AFE0}</a:tableStyleId>
              </a:tblPr>
              <a:tblGrid>
                <a:gridCol w="3144195">
                  <a:extLst>
                    <a:ext uri="{9D8B030D-6E8A-4147-A177-3AD203B41FA5}">
                      <a16:colId xmlns:a16="http://schemas.microsoft.com/office/drawing/2014/main" val="2049804586"/>
                    </a:ext>
                  </a:extLst>
                </a:gridCol>
                <a:gridCol w="6526071">
                  <a:extLst>
                    <a:ext uri="{9D8B030D-6E8A-4147-A177-3AD203B41FA5}">
                      <a16:colId xmlns:a16="http://schemas.microsoft.com/office/drawing/2014/main" val="4198136151"/>
                    </a:ext>
                  </a:extLst>
                </a:gridCol>
              </a:tblGrid>
              <a:tr h="328083">
                <a:tc>
                  <a:txBody>
                    <a:bodyPr/>
                    <a:lstStyle/>
                    <a:p>
                      <a:pPr algn="ctr"/>
                      <a:r>
                        <a:rPr lang="en-US" sz="1600" dirty="0">
                          <a:latin typeface="Calibri" panose="020F0502020204030204" pitchFamily="34" charset="0"/>
                          <a:cs typeface="Calibri" panose="020F0502020204030204" pitchFamily="34" charset="0"/>
                        </a:rPr>
                        <a:t>Field</a:t>
                      </a:r>
                    </a:p>
                  </a:txBody>
                  <a:tcPr/>
                </a:tc>
                <a:tc>
                  <a:txBody>
                    <a:bodyPr/>
                    <a:lstStyle/>
                    <a:p>
                      <a:pPr algn="ctr"/>
                      <a:r>
                        <a:rPr lang="en-US" sz="1600" dirty="0">
                          <a:latin typeface="Calibri" panose="020F0502020204030204" pitchFamily="34" charset="0"/>
                          <a:cs typeface="Calibri" panose="020F0502020204030204" pitchFamily="34" charset="0"/>
                        </a:rPr>
                        <a:t>Description</a:t>
                      </a:r>
                    </a:p>
                  </a:txBody>
                  <a:tcPr/>
                </a:tc>
                <a:extLst>
                  <a:ext uri="{0D108BD9-81ED-4DB2-BD59-A6C34878D82A}">
                    <a16:rowId xmlns:a16="http://schemas.microsoft.com/office/drawing/2014/main" val="3379616120"/>
                  </a:ext>
                </a:extLst>
              </a:tr>
              <a:tr h="310055">
                <a:tc>
                  <a:txBody>
                    <a:bodyPr/>
                    <a:lstStyle/>
                    <a:p>
                      <a:r>
                        <a:rPr lang="en-US" sz="1200" dirty="0">
                          <a:latin typeface="Calibri" panose="020F0502020204030204" pitchFamily="34" charset="0"/>
                          <a:cs typeface="Calibri" panose="020F0502020204030204" pitchFamily="34" charset="0"/>
                        </a:rPr>
                        <a:t>Summary</a:t>
                      </a:r>
                    </a:p>
                  </a:txBody>
                  <a:tcPr/>
                </a:tc>
                <a:tc>
                  <a:txBody>
                    <a:bodyPr/>
                    <a:lstStyle/>
                    <a:p>
                      <a:r>
                        <a:rPr lang="en-US" sz="1200" dirty="0">
                          <a:latin typeface="Calibri" panose="020F0502020204030204" pitchFamily="34" charset="0"/>
                          <a:cs typeface="Calibri" panose="020F0502020204030204" pitchFamily="34" charset="0"/>
                        </a:rPr>
                        <a:t>Provides a brief description of the story</a:t>
                      </a:r>
                    </a:p>
                  </a:txBody>
                  <a:tcPr/>
                </a:tc>
                <a:extLst>
                  <a:ext uri="{0D108BD9-81ED-4DB2-BD59-A6C34878D82A}">
                    <a16:rowId xmlns:a16="http://schemas.microsoft.com/office/drawing/2014/main" val="2950361009"/>
                  </a:ext>
                </a:extLst>
              </a:tr>
              <a:tr h="370840">
                <a:tc>
                  <a:txBody>
                    <a:bodyPr/>
                    <a:lstStyle/>
                    <a:p>
                      <a:r>
                        <a:rPr lang="en-US" sz="1200" dirty="0">
                          <a:latin typeface="Calibri" panose="020F0502020204030204" pitchFamily="34" charset="0"/>
                          <a:cs typeface="Calibri" panose="020F0502020204030204" pitchFamily="34" charset="0"/>
                        </a:rPr>
                        <a:t>Description</a:t>
                      </a:r>
                    </a:p>
                  </a:txBody>
                  <a:tcPr/>
                </a:tc>
                <a:tc>
                  <a:txBody>
                    <a:bodyPr/>
                    <a:lstStyle/>
                    <a:p>
                      <a:pPr marL="0" indent="0" algn="l" defTabSz="914400" rtl="0" eaLnBrk="1" latinLnBrk="0" hangingPunct="1">
                        <a:buFont typeface="Wingdings" panose="05000000000000000000" pitchFamily="2" charset="2"/>
                        <a:buNone/>
                      </a:pPr>
                      <a:r>
                        <a:rPr lang="en-US" sz="1200" kern="1200" dirty="0">
                          <a:solidFill>
                            <a:schemeClr val="dk1"/>
                          </a:solidFill>
                          <a:latin typeface="Calibri" panose="020F0502020204030204" pitchFamily="34" charset="0"/>
                          <a:ea typeface="+mn-ea"/>
                          <a:cs typeface="Calibri" panose="020F0502020204030204" pitchFamily="34" charset="0"/>
                        </a:rPr>
                        <a:t>Captures the functional requirement, Entry &amp; Exit criteria or any other considerations (Integration, Data migration or non-functional/performance information</a:t>
                      </a:r>
                    </a:p>
                  </a:txBody>
                  <a:tcPr/>
                </a:tc>
                <a:extLst>
                  <a:ext uri="{0D108BD9-81ED-4DB2-BD59-A6C34878D82A}">
                    <a16:rowId xmlns:a16="http://schemas.microsoft.com/office/drawing/2014/main" val="1460482473"/>
                  </a:ext>
                </a:extLst>
              </a:tr>
              <a:tr h="331838">
                <a:tc>
                  <a:txBody>
                    <a:bodyPr/>
                    <a:lstStyle/>
                    <a:p>
                      <a:r>
                        <a:rPr lang="en-US" sz="1200" dirty="0">
                          <a:latin typeface="Calibri" panose="020F0502020204030204" pitchFamily="34" charset="0"/>
                          <a:cs typeface="Calibri" panose="020F0502020204030204" pitchFamily="34" charset="0"/>
                        </a:rPr>
                        <a:t>BCM Reference</a:t>
                      </a:r>
                    </a:p>
                  </a:txBody>
                  <a:tcPr>
                    <a:solidFill>
                      <a:schemeClr val="accent1">
                        <a:lumMod val="20000"/>
                        <a:lumOff val="80000"/>
                      </a:schemeClr>
                    </a:solidFill>
                  </a:tcPr>
                </a:tc>
                <a:tc>
                  <a:txBody>
                    <a:bodyPr/>
                    <a:lstStyle/>
                    <a:p>
                      <a:r>
                        <a:rPr lang="en-US" sz="1200" dirty="0">
                          <a:latin typeface="Calibri" panose="020F0502020204030204" pitchFamily="34" charset="0"/>
                          <a:cs typeface="Calibri" panose="020F0502020204030204" pitchFamily="34" charset="0"/>
                        </a:rPr>
                        <a:t>Provides capability references from </a:t>
                      </a:r>
                      <a:r>
                        <a:rPr lang="en-US" sz="1200" dirty="0" err="1">
                          <a:latin typeface="Calibri" panose="020F0502020204030204" pitchFamily="34" charset="0"/>
                          <a:cs typeface="Calibri" panose="020F0502020204030204" pitchFamily="34" charset="0"/>
                        </a:rPr>
                        <a:t>Funmat</a:t>
                      </a:r>
                      <a:r>
                        <a:rPr lang="en-US" sz="1200" dirty="0">
                          <a:latin typeface="Calibri" panose="020F0502020204030204" pitchFamily="34" charset="0"/>
                          <a:cs typeface="Calibri" panose="020F0502020204030204" pitchFamily="34" charset="0"/>
                        </a:rPr>
                        <a:t> for which this story is implemented</a:t>
                      </a:r>
                    </a:p>
                  </a:txBody>
                  <a:tcPr/>
                </a:tc>
                <a:extLst>
                  <a:ext uri="{0D108BD9-81ED-4DB2-BD59-A6C34878D82A}">
                    <a16:rowId xmlns:a16="http://schemas.microsoft.com/office/drawing/2014/main" val="3626271356"/>
                  </a:ext>
                </a:extLst>
              </a:tr>
              <a:tr h="387145">
                <a:tc>
                  <a:txBody>
                    <a:bodyPr/>
                    <a:lstStyle/>
                    <a:p>
                      <a:r>
                        <a:rPr lang="en-US" sz="1200" dirty="0">
                          <a:latin typeface="Calibri" panose="020F0502020204030204" pitchFamily="34" charset="0"/>
                          <a:cs typeface="Calibri" panose="020F0502020204030204" pitchFamily="34" charset="0"/>
                        </a:rPr>
                        <a:t>BCM Description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Calibri" panose="020F0502020204030204" pitchFamily="34" charset="0"/>
                          <a:cs typeface="Calibri" panose="020F0502020204030204" pitchFamily="34" charset="0"/>
                        </a:rPr>
                        <a:t>Provides capability description from </a:t>
                      </a:r>
                      <a:r>
                        <a:rPr lang="en-US" sz="1200" dirty="0" err="1">
                          <a:latin typeface="Calibri" panose="020F0502020204030204" pitchFamily="34" charset="0"/>
                          <a:cs typeface="Calibri" panose="020F0502020204030204" pitchFamily="34" charset="0"/>
                        </a:rPr>
                        <a:t>Funmat</a:t>
                      </a:r>
                      <a:r>
                        <a:rPr lang="en-US" sz="1200" dirty="0">
                          <a:latin typeface="Calibri" panose="020F0502020204030204" pitchFamily="34" charset="0"/>
                          <a:cs typeface="Calibri" panose="020F0502020204030204" pitchFamily="34" charset="0"/>
                        </a:rPr>
                        <a:t> for which this story is implemented</a:t>
                      </a:r>
                    </a:p>
                  </a:txBody>
                  <a:tcPr/>
                </a:tc>
                <a:extLst>
                  <a:ext uri="{0D108BD9-81ED-4DB2-BD59-A6C34878D82A}">
                    <a16:rowId xmlns:a16="http://schemas.microsoft.com/office/drawing/2014/main" val="2482668063"/>
                  </a:ext>
                </a:extLst>
              </a:tr>
              <a:tr h="313403">
                <a:tc>
                  <a:txBody>
                    <a:bodyPr/>
                    <a:lstStyle/>
                    <a:p>
                      <a:r>
                        <a:rPr lang="en-US" sz="1200" dirty="0">
                          <a:latin typeface="Calibri" panose="020F0502020204030204" pitchFamily="34" charset="0"/>
                          <a:cs typeface="Calibri" panose="020F0502020204030204" pitchFamily="34" charset="0"/>
                        </a:rPr>
                        <a:t>Acceptance Criteria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Calibri" panose="020F0502020204030204" pitchFamily="34" charset="0"/>
                          <a:ea typeface="+mn-ea"/>
                          <a:cs typeface="Calibri" panose="020F0502020204030204" pitchFamily="34" charset="0"/>
                        </a:rPr>
                        <a:t>Captures the Acceptance criteria for the story</a:t>
                      </a:r>
                    </a:p>
                  </a:txBody>
                  <a:tcPr/>
                </a:tc>
                <a:extLst>
                  <a:ext uri="{0D108BD9-81ED-4DB2-BD59-A6C34878D82A}">
                    <a16:rowId xmlns:a16="http://schemas.microsoft.com/office/drawing/2014/main" val="1663407684"/>
                  </a:ext>
                </a:extLst>
              </a:tr>
              <a:tr h="346841">
                <a:tc>
                  <a:txBody>
                    <a:bodyPr/>
                    <a:lstStyle/>
                    <a:p>
                      <a:r>
                        <a:rPr lang="en-US" sz="1200" dirty="0">
                          <a:latin typeface="Calibri" panose="020F0502020204030204" pitchFamily="34" charset="0"/>
                          <a:cs typeface="Calibri" panose="020F0502020204030204" pitchFamily="34" charset="0"/>
                        </a:rPr>
                        <a:t>Fix Version(s)</a:t>
                      </a:r>
                    </a:p>
                  </a:txBody>
                  <a:tcPr/>
                </a:tc>
                <a:tc>
                  <a:txBody>
                    <a:bodyPr/>
                    <a:lstStyle/>
                    <a:p>
                      <a:r>
                        <a:rPr lang="en-US" sz="1200" dirty="0">
                          <a:latin typeface="Calibri" panose="020F0502020204030204" pitchFamily="34" charset="0"/>
                          <a:cs typeface="Calibri" panose="020F0502020204030204" pitchFamily="34" charset="0"/>
                        </a:rPr>
                        <a:t>Provides the release version in which story is deployed</a:t>
                      </a:r>
                    </a:p>
                  </a:txBody>
                  <a:tcPr/>
                </a:tc>
                <a:extLst>
                  <a:ext uri="{0D108BD9-81ED-4DB2-BD59-A6C34878D82A}">
                    <a16:rowId xmlns:a16="http://schemas.microsoft.com/office/drawing/2014/main" val="1535578591"/>
                  </a:ext>
                </a:extLst>
              </a:tr>
              <a:tr h="331838">
                <a:tc>
                  <a:txBody>
                    <a:bodyPr/>
                    <a:lstStyle/>
                    <a:p>
                      <a:r>
                        <a:rPr lang="en-US" sz="1200" dirty="0">
                          <a:latin typeface="Calibri" panose="020F0502020204030204" pitchFamily="34" charset="0"/>
                          <a:cs typeface="Calibri" panose="020F0502020204030204" pitchFamily="34" charset="0"/>
                        </a:rPr>
                        <a:t>Sprint</a:t>
                      </a:r>
                    </a:p>
                  </a:txBody>
                  <a:tcPr/>
                </a:tc>
                <a:tc>
                  <a:txBody>
                    <a:bodyPr/>
                    <a:lstStyle/>
                    <a:p>
                      <a:r>
                        <a:rPr lang="en-US" sz="1200" dirty="0">
                          <a:latin typeface="Calibri" panose="020F0502020204030204" pitchFamily="34" charset="0"/>
                          <a:cs typeface="Calibri" panose="020F0502020204030204" pitchFamily="34" charset="0"/>
                        </a:rPr>
                        <a:t>Provides in which story is build</a:t>
                      </a:r>
                    </a:p>
                  </a:txBody>
                  <a:tcPr/>
                </a:tc>
                <a:extLst>
                  <a:ext uri="{0D108BD9-81ED-4DB2-BD59-A6C34878D82A}">
                    <a16:rowId xmlns:a16="http://schemas.microsoft.com/office/drawing/2014/main" val="1438747059"/>
                  </a:ext>
                </a:extLst>
              </a:tr>
              <a:tr h="325820">
                <a:tc>
                  <a:txBody>
                    <a:bodyPr/>
                    <a:lstStyle/>
                    <a:p>
                      <a:r>
                        <a:rPr lang="en-US" sz="1200" dirty="0">
                          <a:latin typeface="Calibri" panose="020F0502020204030204" pitchFamily="34" charset="0"/>
                          <a:cs typeface="Calibri" panose="020F0502020204030204" pitchFamily="34" charset="0"/>
                        </a:rPr>
                        <a:t>Story Points</a:t>
                      </a:r>
                    </a:p>
                  </a:txBody>
                  <a:tcPr/>
                </a:tc>
                <a:tc>
                  <a:txBody>
                    <a:bodyPr/>
                    <a:lstStyle/>
                    <a:p>
                      <a:r>
                        <a:rPr lang="en-US" sz="1200" kern="1200" dirty="0">
                          <a:solidFill>
                            <a:schemeClr val="dk1"/>
                          </a:solidFill>
                          <a:latin typeface="Calibri" panose="020F0502020204030204" pitchFamily="34" charset="0"/>
                          <a:ea typeface="+mn-ea"/>
                          <a:cs typeface="Calibri" panose="020F0502020204030204" pitchFamily="34" charset="0"/>
                        </a:rPr>
                        <a:t>Units of measure for expressing an estimate of the overall effort required to fully implement a story</a:t>
                      </a:r>
                    </a:p>
                  </a:txBody>
                  <a:tcPr/>
                </a:tc>
                <a:extLst>
                  <a:ext uri="{0D108BD9-81ED-4DB2-BD59-A6C34878D82A}">
                    <a16:rowId xmlns:a16="http://schemas.microsoft.com/office/drawing/2014/main" val="2009048536"/>
                  </a:ext>
                </a:extLst>
              </a:tr>
              <a:tr h="313403">
                <a:tc>
                  <a:txBody>
                    <a:bodyPr/>
                    <a:lstStyle/>
                    <a:p>
                      <a:r>
                        <a:rPr lang="en-US" sz="1200" dirty="0">
                          <a:latin typeface="Calibri" panose="020F0502020204030204" pitchFamily="34" charset="0"/>
                          <a:cs typeface="Calibri" panose="020F0502020204030204" pitchFamily="34" charset="0"/>
                        </a:rPr>
                        <a:t>Components</a:t>
                      </a:r>
                    </a:p>
                  </a:txBody>
                  <a:tcPr/>
                </a:tc>
                <a:tc>
                  <a:txBody>
                    <a:bodyPr/>
                    <a:lstStyle/>
                    <a:p>
                      <a:r>
                        <a:rPr lang="en-US" sz="1200" dirty="0">
                          <a:latin typeface="Calibri" panose="020F0502020204030204" pitchFamily="34" charset="0"/>
                          <a:cs typeface="Calibri" panose="020F0502020204030204" pitchFamily="34" charset="0"/>
                        </a:rPr>
                        <a:t>Used to group issues  (Feature tagging)</a:t>
                      </a:r>
                    </a:p>
                  </a:txBody>
                  <a:tcPr/>
                </a:tc>
                <a:extLst>
                  <a:ext uri="{0D108BD9-81ED-4DB2-BD59-A6C34878D82A}">
                    <a16:rowId xmlns:a16="http://schemas.microsoft.com/office/drawing/2014/main" val="3358073478"/>
                  </a:ext>
                </a:extLst>
              </a:tr>
              <a:tr h="303749">
                <a:tc>
                  <a:txBody>
                    <a:bodyPr/>
                    <a:lstStyle/>
                    <a:p>
                      <a:r>
                        <a:rPr lang="en-US" sz="1200" dirty="0">
                          <a:latin typeface="Calibri" panose="020F0502020204030204" pitchFamily="34" charset="0"/>
                          <a:cs typeface="Calibri" panose="020F0502020204030204" pitchFamily="34" charset="0"/>
                        </a:rPr>
                        <a:t>Business Priority</a:t>
                      </a:r>
                    </a:p>
                  </a:txBody>
                  <a:tcPr/>
                </a:tc>
                <a:tc>
                  <a:txBody>
                    <a:bodyPr/>
                    <a:lstStyle/>
                    <a:p>
                      <a:r>
                        <a:rPr lang="en-US" sz="1200" dirty="0">
                          <a:latin typeface="Calibri" panose="020F0502020204030204" pitchFamily="34" charset="0"/>
                          <a:cs typeface="Calibri" panose="020F0502020204030204" pitchFamily="34" charset="0"/>
                        </a:rPr>
                        <a:t>Helps users determine which issues should be tackled first</a:t>
                      </a:r>
                    </a:p>
                  </a:txBody>
                  <a:tcPr/>
                </a:tc>
                <a:extLst>
                  <a:ext uri="{0D108BD9-81ED-4DB2-BD59-A6C34878D82A}">
                    <a16:rowId xmlns:a16="http://schemas.microsoft.com/office/drawing/2014/main" val="3394744731"/>
                  </a:ext>
                </a:extLst>
              </a:tr>
              <a:tr h="350274">
                <a:tc>
                  <a:txBody>
                    <a:bodyPr/>
                    <a:lstStyle/>
                    <a:p>
                      <a:r>
                        <a:rPr lang="en-US" sz="1200" dirty="0">
                          <a:latin typeface="Calibri" panose="020F0502020204030204" pitchFamily="34" charset="0"/>
                          <a:cs typeface="Calibri" panose="020F0502020204030204" pitchFamily="34" charset="0"/>
                        </a:rPr>
                        <a:t>Parent</a:t>
                      </a:r>
                    </a:p>
                  </a:txBody>
                  <a:tcPr/>
                </a:tc>
                <a:tc>
                  <a:txBody>
                    <a:bodyPr/>
                    <a:lstStyle/>
                    <a:p>
                      <a:r>
                        <a:rPr lang="en-US" sz="1200" dirty="0">
                          <a:latin typeface="Calibri" panose="020F0502020204030204" pitchFamily="34" charset="0"/>
                          <a:cs typeface="Calibri" panose="020F0502020204030204" pitchFamily="34" charset="0"/>
                        </a:rPr>
                        <a:t>A relational link to determine an issue’s parent epic</a:t>
                      </a:r>
                    </a:p>
                  </a:txBody>
                  <a:tcPr/>
                </a:tc>
                <a:extLst>
                  <a:ext uri="{0D108BD9-81ED-4DB2-BD59-A6C34878D82A}">
                    <a16:rowId xmlns:a16="http://schemas.microsoft.com/office/drawing/2014/main" val="547127801"/>
                  </a:ext>
                </a:extLst>
              </a:tr>
              <a:tr h="315310">
                <a:tc>
                  <a:txBody>
                    <a:bodyPr/>
                    <a:lstStyle/>
                    <a:p>
                      <a:r>
                        <a:rPr lang="en-US" sz="1200" dirty="0">
                          <a:latin typeface="Calibri" panose="020F0502020204030204" pitchFamily="34" charset="0"/>
                          <a:cs typeface="Calibri" panose="020F0502020204030204" pitchFamily="34" charset="0"/>
                        </a:rPr>
                        <a:t>Linked issues</a:t>
                      </a:r>
                    </a:p>
                  </a:txBody>
                  <a:tcPr/>
                </a:tc>
                <a:tc>
                  <a:txBody>
                    <a:bodyPr/>
                    <a:lstStyle/>
                    <a:p>
                      <a:r>
                        <a:rPr lang="en-US" sz="1200" dirty="0">
                          <a:latin typeface="Calibri" panose="020F0502020204030204" pitchFamily="34" charset="0"/>
                          <a:cs typeface="Calibri" panose="020F0502020204030204" pitchFamily="34" charset="0"/>
                        </a:rPr>
                        <a:t>Helps to identify the Dependent issues, Defects, Tests other related issues to this story</a:t>
                      </a:r>
                    </a:p>
                  </a:txBody>
                  <a:tcPr/>
                </a:tc>
                <a:extLst>
                  <a:ext uri="{0D108BD9-81ED-4DB2-BD59-A6C34878D82A}">
                    <a16:rowId xmlns:a16="http://schemas.microsoft.com/office/drawing/2014/main" val="2614891180"/>
                  </a:ext>
                </a:extLst>
              </a:tr>
              <a:tr h="213046">
                <a:tc>
                  <a:txBody>
                    <a:bodyPr/>
                    <a:lstStyle/>
                    <a:p>
                      <a:r>
                        <a:rPr lang="en-US" sz="1200" dirty="0">
                          <a:latin typeface="Calibri" panose="020F0502020204030204" pitchFamily="34" charset="0"/>
                          <a:cs typeface="Calibri" panose="020F0502020204030204" pitchFamily="34" charset="0"/>
                        </a:rPr>
                        <a:t>Dev Due Date</a:t>
                      </a:r>
                    </a:p>
                  </a:txBody>
                  <a:tcPr>
                    <a:solidFill>
                      <a:schemeClr val="accent1">
                        <a:lumMod val="20000"/>
                        <a:lumOff val="80000"/>
                      </a:schemeClr>
                    </a:solidFill>
                  </a:tcPr>
                </a:tc>
                <a:tc>
                  <a:txBody>
                    <a:bodyPr/>
                    <a:lstStyle/>
                    <a:p>
                      <a:r>
                        <a:rPr lang="en-US" sz="1200" dirty="0">
                          <a:latin typeface="Calibri" panose="020F0502020204030204" pitchFamily="34" charset="0"/>
                          <a:cs typeface="Calibri" panose="020F0502020204030204" pitchFamily="34" charset="0"/>
                        </a:rPr>
                        <a:t>Provides info when the dev &amp; Unit testing for the story will be completed &amp; testing activities can be planned</a:t>
                      </a:r>
                    </a:p>
                  </a:txBody>
                  <a:tcPr/>
                </a:tc>
                <a:extLst>
                  <a:ext uri="{0D108BD9-81ED-4DB2-BD59-A6C34878D82A}">
                    <a16:rowId xmlns:a16="http://schemas.microsoft.com/office/drawing/2014/main" val="1842553891"/>
                  </a:ext>
                </a:extLst>
              </a:tr>
              <a:tr h="213046">
                <a:tc>
                  <a:txBody>
                    <a:bodyPr/>
                    <a:lstStyle/>
                    <a:p>
                      <a:r>
                        <a:rPr lang="en-US" sz="1200" dirty="0">
                          <a:latin typeface="Calibri" panose="020F0502020204030204" pitchFamily="34" charset="0"/>
                          <a:cs typeface="Calibri" panose="020F0502020204030204" pitchFamily="34" charset="0"/>
                        </a:rPr>
                        <a:t>Due Date</a:t>
                      </a:r>
                    </a:p>
                  </a:txBody>
                  <a:tcPr/>
                </a:tc>
                <a:tc>
                  <a:txBody>
                    <a:bodyPr/>
                    <a:lstStyle/>
                    <a:p>
                      <a:r>
                        <a:rPr lang="en-US" sz="1200" dirty="0">
                          <a:latin typeface="Calibri" panose="020F0502020204030204" pitchFamily="34" charset="0"/>
                          <a:cs typeface="Calibri" panose="020F0502020204030204" pitchFamily="34" charset="0"/>
                        </a:rPr>
                        <a:t>Provides info when testing execution will be completed &amp; Demo can be planned with Business</a:t>
                      </a:r>
                    </a:p>
                  </a:txBody>
                  <a:tcPr/>
                </a:tc>
                <a:extLst>
                  <a:ext uri="{0D108BD9-81ED-4DB2-BD59-A6C34878D82A}">
                    <a16:rowId xmlns:a16="http://schemas.microsoft.com/office/drawing/2014/main" val="73654121"/>
                  </a:ext>
                </a:extLst>
              </a:tr>
            </a:tbl>
          </a:graphicData>
        </a:graphic>
      </p:graphicFrame>
    </p:spTree>
    <p:extLst>
      <p:ext uri="{BB962C8B-B14F-4D97-AF65-F5344CB8AC3E}">
        <p14:creationId xmlns:p14="http://schemas.microsoft.com/office/powerpoint/2010/main" val="13145793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F0D0A-C8BD-480C-A6F2-F71C03DE8BA9}"/>
              </a:ext>
            </a:extLst>
          </p:cNvPr>
          <p:cNvSpPr>
            <a:spLocks noGrp="1"/>
          </p:cNvSpPr>
          <p:nvPr>
            <p:ph type="title"/>
          </p:nvPr>
        </p:nvSpPr>
        <p:spPr/>
        <p:txBody>
          <a:bodyPr/>
          <a:lstStyle/>
          <a:p>
            <a:r>
              <a:rPr lang="en-GB" sz="2000" b="0" dirty="0"/>
              <a:t>Jira User Story workflow</a:t>
            </a:r>
          </a:p>
        </p:txBody>
      </p:sp>
      <p:sp>
        <p:nvSpPr>
          <p:cNvPr id="48" name="Oval 47">
            <a:extLst>
              <a:ext uri="{FF2B5EF4-FFF2-40B4-BE49-F238E27FC236}">
                <a16:creationId xmlns:a16="http://schemas.microsoft.com/office/drawing/2014/main" id="{5FBBD039-8F5D-1AEA-B29A-1BD1252E4921}"/>
              </a:ext>
            </a:extLst>
          </p:cNvPr>
          <p:cNvSpPr/>
          <p:nvPr/>
        </p:nvSpPr>
        <p:spPr>
          <a:xfrm>
            <a:off x="4048092" y="967914"/>
            <a:ext cx="385010" cy="375385"/>
          </a:xfrm>
          <a:prstGeom prst="ellipse">
            <a:avLst/>
          </a:prstGeom>
          <a:solidFill>
            <a:srgbClr val="44546A">
              <a:lumMod val="75000"/>
            </a:srgbClr>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9" name="Rectangle: Rounded Corners 48">
            <a:extLst>
              <a:ext uri="{FF2B5EF4-FFF2-40B4-BE49-F238E27FC236}">
                <a16:creationId xmlns:a16="http://schemas.microsoft.com/office/drawing/2014/main" id="{EC7B81FE-9C05-B1BF-C804-102DF3E99243}"/>
              </a:ext>
            </a:extLst>
          </p:cNvPr>
          <p:cNvSpPr/>
          <p:nvPr/>
        </p:nvSpPr>
        <p:spPr>
          <a:xfrm>
            <a:off x="5193498" y="1563480"/>
            <a:ext cx="885524" cy="283946"/>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latin typeface="Calibri" panose="020F0502020204030204"/>
                <a:ea typeface="+mn-ea"/>
                <a:cs typeface="+mn-cs"/>
              </a:rPr>
              <a:t>To Do</a:t>
            </a:r>
          </a:p>
        </p:txBody>
      </p:sp>
      <p:sp>
        <p:nvSpPr>
          <p:cNvPr id="50" name="Rectangle: Rounded Corners 49">
            <a:extLst>
              <a:ext uri="{FF2B5EF4-FFF2-40B4-BE49-F238E27FC236}">
                <a16:creationId xmlns:a16="http://schemas.microsoft.com/office/drawing/2014/main" id="{8BB73D0A-D21E-2936-6D53-248315FB8DAC}"/>
              </a:ext>
            </a:extLst>
          </p:cNvPr>
          <p:cNvSpPr/>
          <p:nvPr/>
        </p:nvSpPr>
        <p:spPr>
          <a:xfrm>
            <a:off x="4912760" y="1013634"/>
            <a:ext cx="1446999" cy="283946"/>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latin typeface="Calibri" panose="020F0502020204030204"/>
                <a:ea typeface="+mn-ea"/>
                <a:cs typeface="+mn-cs"/>
              </a:rPr>
              <a:t>Product Backlog</a:t>
            </a:r>
          </a:p>
        </p:txBody>
      </p:sp>
      <p:sp>
        <p:nvSpPr>
          <p:cNvPr id="51" name="Rectangle: Rounded Corners 50">
            <a:extLst>
              <a:ext uri="{FF2B5EF4-FFF2-40B4-BE49-F238E27FC236}">
                <a16:creationId xmlns:a16="http://schemas.microsoft.com/office/drawing/2014/main" id="{40810191-8E0C-7681-65C9-B0CB9F7F1B1F}"/>
              </a:ext>
            </a:extLst>
          </p:cNvPr>
          <p:cNvSpPr/>
          <p:nvPr/>
        </p:nvSpPr>
        <p:spPr>
          <a:xfrm>
            <a:off x="4912760" y="2094075"/>
            <a:ext cx="1446999" cy="283946"/>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latin typeface="Calibri" panose="020F0502020204030204"/>
                <a:ea typeface="+mn-ea"/>
                <a:cs typeface="+mn-cs"/>
              </a:rPr>
              <a:t>In Refinement</a:t>
            </a:r>
          </a:p>
        </p:txBody>
      </p:sp>
      <p:sp>
        <p:nvSpPr>
          <p:cNvPr id="52" name="Rectangle: Rounded Corners 51">
            <a:extLst>
              <a:ext uri="{FF2B5EF4-FFF2-40B4-BE49-F238E27FC236}">
                <a16:creationId xmlns:a16="http://schemas.microsoft.com/office/drawing/2014/main" id="{915CFC35-0AD2-0CEE-6AE9-F2D6B0433792}"/>
              </a:ext>
            </a:extLst>
          </p:cNvPr>
          <p:cNvSpPr/>
          <p:nvPr/>
        </p:nvSpPr>
        <p:spPr>
          <a:xfrm>
            <a:off x="4691377" y="2638358"/>
            <a:ext cx="1889763" cy="259175"/>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latin typeface="Calibri" panose="020F0502020204030204"/>
                <a:ea typeface="+mn-ea"/>
                <a:cs typeface="+mn-cs"/>
              </a:rPr>
              <a:t>Refinement Complete</a:t>
            </a:r>
          </a:p>
        </p:txBody>
      </p:sp>
      <p:sp>
        <p:nvSpPr>
          <p:cNvPr id="53" name="Rectangle: Rounded Corners 52">
            <a:extLst>
              <a:ext uri="{FF2B5EF4-FFF2-40B4-BE49-F238E27FC236}">
                <a16:creationId xmlns:a16="http://schemas.microsoft.com/office/drawing/2014/main" id="{8A20CD06-3615-37DE-E829-004D827689FC}"/>
              </a:ext>
            </a:extLst>
          </p:cNvPr>
          <p:cNvSpPr/>
          <p:nvPr/>
        </p:nvSpPr>
        <p:spPr>
          <a:xfrm>
            <a:off x="4656885" y="3641353"/>
            <a:ext cx="1958747" cy="283946"/>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latin typeface="Calibri" panose="020F0502020204030204"/>
                <a:ea typeface="+mn-ea"/>
                <a:cs typeface="+mn-cs"/>
              </a:rPr>
              <a:t>Ready for Development</a:t>
            </a:r>
          </a:p>
        </p:txBody>
      </p:sp>
      <p:sp>
        <p:nvSpPr>
          <p:cNvPr id="54" name="Rectangle: Rounded Corners 53">
            <a:extLst>
              <a:ext uri="{FF2B5EF4-FFF2-40B4-BE49-F238E27FC236}">
                <a16:creationId xmlns:a16="http://schemas.microsoft.com/office/drawing/2014/main" id="{E93CD1F9-FEF4-3925-6B52-7277A4B5BE0F}"/>
              </a:ext>
            </a:extLst>
          </p:cNvPr>
          <p:cNvSpPr/>
          <p:nvPr/>
        </p:nvSpPr>
        <p:spPr>
          <a:xfrm>
            <a:off x="4691376" y="4193407"/>
            <a:ext cx="1889763" cy="283946"/>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latin typeface="Calibri" panose="020F0502020204030204"/>
                <a:ea typeface="+mn-ea"/>
                <a:cs typeface="+mn-cs"/>
              </a:rPr>
              <a:t>In  Development</a:t>
            </a:r>
          </a:p>
        </p:txBody>
      </p:sp>
      <p:sp>
        <p:nvSpPr>
          <p:cNvPr id="55" name="Rectangle: Rounded Corners 54">
            <a:extLst>
              <a:ext uri="{FF2B5EF4-FFF2-40B4-BE49-F238E27FC236}">
                <a16:creationId xmlns:a16="http://schemas.microsoft.com/office/drawing/2014/main" id="{E6FEE69C-7099-026F-7EF2-A1EEA62160E7}"/>
              </a:ext>
            </a:extLst>
          </p:cNvPr>
          <p:cNvSpPr/>
          <p:nvPr/>
        </p:nvSpPr>
        <p:spPr>
          <a:xfrm>
            <a:off x="4826932" y="4712265"/>
            <a:ext cx="1618650" cy="254478"/>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latin typeface="Calibri" panose="020F0502020204030204"/>
                <a:ea typeface="+mn-ea"/>
                <a:cs typeface="+mn-cs"/>
              </a:rPr>
              <a:t>Ready for Test</a:t>
            </a:r>
          </a:p>
        </p:txBody>
      </p:sp>
      <p:sp>
        <p:nvSpPr>
          <p:cNvPr id="56" name="Rectangle: Rounded Corners 55">
            <a:extLst>
              <a:ext uri="{FF2B5EF4-FFF2-40B4-BE49-F238E27FC236}">
                <a16:creationId xmlns:a16="http://schemas.microsoft.com/office/drawing/2014/main" id="{6FD26222-8FBD-B61A-11D2-90A2FAF38EB8}"/>
              </a:ext>
            </a:extLst>
          </p:cNvPr>
          <p:cNvSpPr/>
          <p:nvPr/>
        </p:nvSpPr>
        <p:spPr>
          <a:xfrm>
            <a:off x="4951261" y="5229716"/>
            <a:ext cx="1369991" cy="283946"/>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latin typeface="Calibri" panose="020F0502020204030204"/>
                <a:ea typeface="+mn-ea"/>
                <a:cs typeface="+mn-cs"/>
              </a:rPr>
              <a:t>In Testing</a:t>
            </a:r>
          </a:p>
        </p:txBody>
      </p:sp>
      <p:sp>
        <p:nvSpPr>
          <p:cNvPr id="57" name="Rectangle: Rounded Corners 56">
            <a:extLst>
              <a:ext uri="{FF2B5EF4-FFF2-40B4-BE49-F238E27FC236}">
                <a16:creationId xmlns:a16="http://schemas.microsoft.com/office/drawing/2014/main" id="{30CB2F51-B81C-F501-629A-0473B63CCDB1}"/>
              </a:ext>
            </a:extLst>
          </p:cNvPr>
          <p:cNvSpPr/>
          <p:nvPr/>
        </p:nvSpPr>
        <p:spPr>
          <a:xfrm>
            <a:off x="4691376" y="5718990"/>
            <a:ext cx="1889763" cy="283946"/>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latin typeface="Calibri" panose="020F0502020204030204"/>
                <a:ea typeface="+mn-ea"/>
                <a:cs typeface="+mn-cs"/>
              </a:rPr>
              <a:t>Ready for Showcase</a:t>
            </a:r>
          </a:p>
        </p:txBody>
      </p:sp>
      <p:sp>
        <p:nvSpPr>
          <p:cNvPr id="58" name="Rectangle: Rounded Corners 57">
            <a:extLst>
              <a:ext uri="{FF2B5EF4-FFF2-40B4-BE49-F238E27FC236}">
                <a16:creationId xmlns:a16="http://schemas.microsoft.com/office/drawing/2014/main" id="{5B5A7481-925A-D8B9-A994-FDF4E2CBC159}"/>
              </a:ext>
            </a:extLst>
          </p:cNvPr>
          <p:cNvSpPr/>
          <p:nvPr/>
        </p:nvSpPr>
        <p:spPr>
          <a:xfrm>
            <a:off x="6942079" y="5718757"/>
            <a:ext cx="1132574" cy="283946"/>
          </a:xfrm>
          <a:prstGeom prst="roundRect">
            <a:avLst/>
          </a:prstGeom>
          <a:solidFill>
            <a:srgbClr val="70AD47"/>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black"/>
                </a:solidFill>
                <a:effectLst/>
                <a:uLnTx/>
                <a:uFillTx/>
                <a:latin typeface="Calibri" panose="020F0502020204030204"/>
                <a:ea typeface="+mn-ea"/>
                <a:cs typeface="+mn-cs"/>
              </a:rPr>
              <a:t>Done</a:t>
            </a:r>
          </a:p>
        </p:txBody>
      </p:sp>
      <p:sp>
        <p:nvSpPr>
          <p:cNvPr id="60" name="Rectangle: Rounded Corners 59">
            <a:extLst>
              <a:ext uri="{FF2B5EF4-FFF2-40B4-BE49-F238E27FC236}">
                <a16:creationId xmlns:a16="http://schemas.microsoft.com/office/drawing/2014/main" id="{862D560A-523B-3587-1B6B-750DF297C5C4}"/>
              </a:ext>
            </a:extLst>
          </p:cNvPr>
          <p:cNvSpPr/>
          <p:nvPr/>
        </p:nvSpPr>
        <p:spPr>
          <a:xfrm>
            <a:off x="7761839" y="1481256"/>
            <a:ext cx="885524" cy="283946"/>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latin typeface="Calibri" panose="020F0502020204030204"/>
                <a:ea typeface="+mn-ea"/>
                <a:cs typeface="+mn-cs"/>
              </a:rPr>
              <a:t>Deferred</a:t>
            </a:r>
          </a:p>
        </p:txBody>
      </p:sp>
      <p:sp>
        <p:nvSpPr>
          <p:cNvPr id="61" name="Rectangle: Rounded Corners 60">
            <a:extLst>
              <a:ext uri="{FF2B5EF4-FFF2-40B4-BE49-F238E27FC236}">
                <a16:creationId xmlns:a16="http://schemas.microsoft.com/office/drawing/2014/main" id="{6873DE18-AFF4-06C7-F19F-E44BAF14961C}"/>
              </a:ext>
            </a:extLst>
          </p:cNvPr>
          <p:cNvSpPr/>
          <p:nvPr/>
        </p:nvSpPr>
        <p:spPr>
          <a:xfrm>
            <a:off x="7761839" y="1976956"/>
            <a:ext cx="885524" cy="283946"/>
          </a:xfrm>
          <a:prstGeom prst="roundRect">
            <a:avLst/>
          </a:prstGeom>
          <a:solidFill>
            <a:srgbClr val="70AD47"/>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black"/>
                </a:solidFill>
                <a:effectLst/>
                <a:uLnTx/>
                <a:uFillTx/>
                <a:latin typeface="Calibri" panose="020F0502020204030204"/>
                <a:ea typeface="+mn-ea"/>
                <a:cs typeface="+mn-cs"/>
              </a:rPr>
              <a:t>Archived</a:t>
            </a:r>
          </a:p>
        </p:txBody>
      </p:sp>
      <p:sp>
        <p:nvSpPr>
          <p:cNvPr id="64" name="Rectangle: Rounded Corners 63">
            <a:extLst>
              <a:ext uri="{FF2B5EF4-FFF2-40B4-BE49-F238E27FC236}">
                <a16:creationId xmlns:a16="http://schemas.microsoft.com/office/drawing/2014/main" id="{7E339BC4-5FB1-47C6-D628-DDAAE85AA623}"/>
              </a:ext>
            </a:extLst>
          </p:cNvPr>
          <p:cNvSpPr/>
          <p:nvPr/>
        </p:nvSpPr>
        <p:spPr>
          <a:xfrm>
            <a:off x="9048413" y="1546223"/>
            <a:ext cx="336884" cy="168843"/>
          </a:xfrm>
          <a:prstGeom prst="roundRect">
            <a:avLst/>
          </a:prstGeom>
          <a:solidFill>
            <a:srgbClr val="E7E6E6">
              <a:lumMod val="50000"/>
            </a:srgb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dirty="0">
                <a:ln>
                  <a:noFill/>
                </a:ln>
                <a:solidFill>
                  <a:prstClr val="white"/>
                </a:solidFill>
                <a:effectLst/>
                <a:uLnTx/>
                <a:uFillTx/>
                <a:latin typeface="Calibri" panose="020F0502020204030204"/>
                <a:ea typeface="+mn-ea"/>
                <a:cs typeface="+mn-cs"/>
              </a:rPr>
              <a:t>All</a:t>
            </a:r>
          </a:p>
        </p:txBody>
      </p:sp>
      <p:cxnSp>
        <p:nvCxnSpPr>
          <p:cNvPr id="65" name="Straight Arrow Connector 64">
            <a:extLst>
              <a:ext uri="{FF2B5EF4-FFF2-40B4-BE49-F238E27FC236}">
                <a16:creationId xmlns:a16="http://schemas.microsoft.com/office/drawing/2014/main" id="{5C2D851C-8C7D-2963-C196-CB0B6C271429}"/>
              </a:ext>
            </a:extLst>
          </p:cNvPr>
          <p:cNvCxnSpPr>
            <a:stCxn id="64" idx="1"/>
          </p:cNvCxnSpPr>
          <p:nvPr/>
        </p:nvCxnSpPr>
        <p:spPr>
          <a:xfrm flipH="1">
            <a:off x="8647363" y="1630645"/>
            <a:ext cx="401050" cy="0"/>
          </a:xfrm>
          <a:prstGeom prst="straightConnector1">
            <a:avLst/>
          </a:prstGeom>
          <a:noFill/>
          <a:ln w="6350" cap="flat" cmpd="sng" algn="ctr">
            <a:solidFill>
              <a:srgbClr val="4472C4"/>
            </a:solidFill>
            <a:prstDash val="solid"/>
            <a:miter lim="800000"/>
            <a:tailEnd type="triangle"/>
          </a:ln>
          <a:effectLst/>
        </p:spPr>
      </p:cxnSp>
      <p:sp>
        <p:nvSpPr>
          <p:cNvPr id="66" name="Rectangle: Rounded Corners 65">
            <a:extLst>
              <a:ext uri="{FF2B5EF4-FFF2-40B4-BE49-F238E27FC236}">
                <a16:creationId xmlns:a16="http://schemas.microsoft.com/office/drawing/2014/main" id="{31805DC1-3DEF-0B0C-96EA-1BDBA625FC87}"/>
              </a:ext>
            </a:extLst>
          </p:cNvPr>
          <p:cNvSpPr/>
          <p:nvPr/>
        </p:nvSpPr>
        <p:spPr>
          <a:xfrm>
            <a:off x="9048413" y="2044332"/>
            <a:ext cx="336884" cy="168843"/>
          </a:xfrm>
          <a:prstGeom prst="roundRect">
            <a:avLst/>
          </a:prstGeom>
          <a:solidFill>
            <a:srgbClr val="E7E6E6">
              <a:lumMod val="50000"/>
            </a:srgb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dirty="0">
                <a:ln>
                  <a:noFill/>
                </a:ln>
                <a:solidFill>
                  <a:prstClr val="white"/>
                </a:solidFill>
                <a:effectLst/>
                <a:uLnTx/>
                <a:uFillTx/>
                <a:latin typeface="Calibri" panose="020F0502020204030204"/>
                <a:ea typeface="+mn-ea"/>
                <a:cs typeface="+mn-cs"/>
              </a:rPr>
              <a:t>All</a:t>
            </a:r>
          </a:p>
        </p:txBody>
      </p:sp>
      <p:cxnSp>
        <p:nvCxnSpPr>
          <p:cNvPr id="67" name="Straight Arrow Connector 66">
            <a:extLst>
              <a:ext uri="{FF2B5EF4-FFF2-40B4-BE49-F238E27FC236}">
                <a16:creationId xmlns:a16="http://schemas.microsoft.com/office/drawing/2014/main" id="{0F4E8107-D79F-FA80-59F6-F4E505B01AB2}"/>
              </a:ext>
            </a:extLst>
          </p:cNvPr>
          <p:cNvCxnSpPr>
            <a:stCxn id="66" idx="1"/>
          </p:cNvCxnSpPr>
          <p:nvPr/>
        </p:nvCxnSpPr>
        <p:spPr>
          <a:xfrm flipH="1">
            <a:off x="8647363" y="2128754"/>
            <a:ext cx="401050" cy="0"/>
          </a:xfrm>
          <a:prstGeom prst="straightConnector1">
            <a:avLst/>
          </a:prstGeom>
          <a:noFill/>
          <a:ln w="6350" cap="flat" cmpd="sng" algn="ctr">
            <a:solidFill>
              <a:srgbClr val="4472C4"/>
            </a:solidFill>
            <a:prstDash val="solid"/>
            <a:miter lim="800000"/>
            <a:tailEnd type="triangle"/>
          </a:ln>
          <a:effectLst/>
        </p:spPr>
      </p:cxnSp>
      <p:sp>
        <p:nvSpPr>
          <p:cNvPr id="68" name="Rectangle: Rounded Corners 67">
            <a:extLst>
              <a:ext uri="{FF2B5EF4-FFF2-40B4-BE49-F238E27FC236}">
                <a16:creationId xmlns:a16="http://schemas.microsoft.com/office/drawing/2014/main" id="{7A6BB7AB-A5F6-A0CB-12E1-A3307B0C699D}"/>
              </a:ext>
            </a:extLst>
          </p:cNvPr>
          <p:cNvSpPr/>
          <p:nvPr/>
        </p:nvSpPr>
        <p:spPr>
          <a:xfrm>
            <a:off x="6480072" y="1632862"/>
            <a:ext cx="336884" cy="168843"/>
          </a:xfrm>
          <a:prstGeom prst="roundRect">
            <a:avLst/>
          </a:prstGeom>
          <a:solidFill>
            <a:srgbClr val="E7E6E6">
              <a:lumMod val="50000"/>
            </a:srgb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dirty="0">
                <a:ln>
                  <a:noFill/>
                </a:ln>
                <a:solidFill>
                  <a:prstClr val="white"/>
                </a:solidFill>
                <a:effectLst/>
                <a:uLnTx/>
                <a:uFillTx/>
                <a:latin typeface="Calibri" panose="020F0502020204030204"/>
                <a:ea typeface="+mn-ea"/>
                <a:cs typeface="+mn-cs"/>
              </a:rPr>
              <a:t>All</a:t>
            </a:r>
          </a:p>
        </p:txBody>
      </p:sp>
      <p:cxnSp>
        <p:nvCxnSpPr>
          <p:cNvPr id="69" name="Straight Arrow Connector 68">
            <a:extLst>
              <a:ext uri="{FF2B5EF4-FFF2-40B4-BE49-F238E27FC236}">
                <a16:creationId xmlns:a16="http://schemas.microsoft.com/office/drawing/2014/main" id="{5772FD37-1C85-CAEE-448A-CA920D14759E}"/>
              </a:ext>
            </a:extLst>
          </p:cNvPr>
          <p:cNvCxnSpPr>
            <a:stCxn id="68" idx="1"/>
          </p:cNvCxnSpPr>
          <p:nvPr/>
        </p:nvCxnSpPr>
        <p:spPr>
          <a:xfrm flipH="1">
            <a:off x="6079022" y="1717284"/>
            <a:ext cx="401050" cy="0"/>
          </a:xfrm>
          <a:prstGeom prst="straightConnector1">
            <a:avLst/>
          </a:prstGeom>
          <a:noFill/>
          <a:ln w="6350" cap="flat" cmpd="sng" algn="ctr">
            <a:solidFill>
              <a:srgbClr val="4472C4"/>
            </a:solidFill>
            <a:prstDash val="solid"/>
            <a:miter lim="800000"/>
            <a:tailEnd type="triangle"/>
          </a:ln>
          <a:effectLst/>
        </p:spPr>
      </p:cxnSp>
      <p:cxnSp>
        <p:nvCxnSpPr>
          <p:cNvPr id="70" name="Straight Arrow Connector 69">
            <a:extLst>
              <a:ext uri="{FF2B5EF4-FFF2-40B4-BE49-F238E27FC236}">
                <a16:creationId xmlns:a16="http://schemas.microsoft.com/office/drawing/2014/main" id="{D1572463-BDEE-CDAD-E4BC-A2A280FDC60C}"/>
              </a:ext>
            </a:extLst>
          </p:cNvPr>
          <p:cNvCxnSpPr>
            <a:stCxn id="48" idx="6"/>
            <a:endCxn id="50" idx="1"/>
          </p:cNvCxnSpPr>
          <p:nvPr/>
        </p:nvCxnSpPr>
        <p:spPr>
          <a:xfrm>
            <a:off x="4433102" y="1155607"/>
            <a:ext cx="479658" cy="0"/>
          </a:xfrm>
          <a:prstGeom prst="straightConnector1">
            <a:avLst/>
          </a:prstGeom>
          <a:noFill/>
          <a:ln w="6350" cap="flat" cmpd="sng" algn="ctr">
            <a:solidFill>
              <a:srgbClr val="4472C4"/>
            </a:solidFill>
            <a:prstDash val="solid"/>
            <a:miter lim="800000"/>
            <a:tailEnd type="triangle"/>
          </a:ln>
          <a:effectLst/>
        </p:spPr>
      </p:cxnSp>
      <p:sp>
        <p:nvSpPr>
          <p:cNvPr id="71" name="Rectangle: Rounded Corners 70">
            <a:extLst>
              <a:ext uri="{FF2B5EF4-FFF2-40B4-BE49-F238E27FC236}">
                <a16:creationId xmlns:a16="http://schemas.microsoft.com/office/drawing/2014/main" id="{9E7AFFDF-3D7A-7E18-0BE4-2D3511FB7104}"/>
              </a:ext>
            </a:extLst>
          </p:cNvPr>
          <p:cNvSpPr/>
          <p:nvPr/>
        </p:nvSpPr>
        <p:spPr>
          <a:xfrm>
            <a:off x="6760809" y="1088623"/>
            <a:ext cx="336884" cy="168843"/>
          </a:xfrm>
          <a:prstGeom prst="roundRect">
            <a:avLst/>
          </a:prstGeom>
          <a:solidFill>
            <a:srgbClr val="E7E6E6">
              <a:lumMod val="50000"/>
            </a:srgb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dirty="0">
                <a:ln>
                  <a:noFill/>
                </a:ln>
                <a:solidFill>
                  <a:prstClr val="white"/>
                </a:solidFill>
                <a:effectLst/>
                <a:uLnTx/>
                <a:uFillTx/>
                <a:latin typeface="Calibri" panose="020F0502020204030204"/>
                <a:ea typeface="+mn-ea"/>
                <a:cs typeface="+mn-cs"/>
              </a:rPr>
              <a:t>All</a:t>
            </a:r>
          </a:p>
        </p:txBody>
      </p:sp>
      <p:cxnSp>
        <p:nvCxnSpPr>
          <p:cNvPr id="72" name="Straight Arrow Connector 71">
            <a:extLst>
              <a:ext uri="{FF2B5EF4-FFF2-40B4-BE49-F238E27FC236}">
                <a16:creationId xmlns:a16="http://schemas.microsoft.com/office/drawing/2014/main" id="{2B927EFA-CD77-9C6F-F28E-9EFB78B89C66}"/>
              </a:ext>
            </a:extLst>
          </p:cNvPr>
          <p:cNvCxnSpPr>
            <a:stCxn id="71" idx="1"/>
          </p:cNvCxnSpPr>
          <p:nvPr/>
        </p:nvCxnSpPr>
        <p:spPr>
          <a:xfrm flipH="1">
            <a:off x="6359759" y="1173045"/>
            <a:ext cx="401050" cy="0"/>
          </a:xfrm>
          <a:prstGeom prst="straightConnector1">
            <a:avLst/>
          </a:prstGeom>
          <a:noFill/>
          <a:ln w="6350" cap="flat" cmpd="sng" algn="ctr">
            <a:solidFill>
              <a:srgbClr val="4472C4"/>
            </a:solidFill>
            <a:prstDash val="solid"/>
            <a:miter lim="800000"/>
            <a:tailEnd type="triangle"/>
          </a:ln>
          <a:effectLst/>
        </p:spPr>
      </p:cxnSp>
      <p:cxnSp>
        <p:nvCxnSpPr>
          <p:cNvPr id="73" name="Straight Arrow Connector 72">
            <a:extLst>
              <a:ext uri="{FF2B5EF4-FFF2-40B4-BE49-F238E27FC236}">
                <a16:creationId xmlns:a16="http://schemas.microsoft.com/office/drawing/2014/main" id="{96EB78F8-1C4B-5339-F5EB-9806FA1C6854}"/>
              </a:ext>
            </a:extLst>
          </p:cNvPr>
          <p:cNvCxnSpPr>
            <a:stCxn id="49" idx="2"/>
            <a:endCxn id="51" idx="0"/>
          </p:cNvCxnSpPr>
          <p:nvPr/>
        </p:nvCxnSpPr>
        <p:spPr>
          <a:xfrm>
            <a:off x="5636260" y="1847426"/>
            <a:ext cx="0" cy="246649"/>
          </a:xfrm>
          <a:prstGeom prst="straightConnector1">
            <a:avLst/>
          </a:prstGeom>
          <a:noFill/>
          <a:ln w="6350" cap="flat" cmpd="sng" algn="ctr">
            <a:solidFill>
              <a:srgbClr val="4472C4"/>
            </a:solidFill>
            <a:prstDash val="solid"/>
            <a:miter lim="800000"/>
            <a:headEnd type="triangle"/>
            <a:tailEnd type="triangle"/>
          </a:ln>
          <a:effectLst/>
        </p:spPr>
      </p:cxnSp>
      <p:cxnSp>
        <p:nvCxnSpPr>
          <p:cNvPr id="74" name="Straight Arrow Connector 73">
            <a:extLst>
              <a:ext uri="{FF2B5EF4-FFF2-40B4-BE49-F238E27FC236}">
                <a16:creationId xmlns:a16="http://schemas.microsoft.com/office/drawing/2014/main" id="{065D38A3-ED86-101A-3CDB-CBE696439DE2}"/>
              </a:ext>
            </a:extLst>
          </p:cNvPr>
          <p:cNvCxnSpPr>
            <a:cxnSpLocks/>
            <a:stCxn id="51" idx="2"/>
            <a:endCxn id="52" idx="0"/>
          </p:cNvCxnSpPr>
          <p:nvPr/>
        </p:nvCxnSpPr>
        <p:spPr>
          <a:xfrm flipH="1">
            <a:off x="5636259" y="2378021"/>
            <a:ext cx="1" cy="260337"/>
          </a:xfrm>
          <a:prstGeom prst="straightConnector1">
            <a:avLst/>
          </a:prstGeom>
          <a:noFill/>
          <a:ln w="6350" cap="flat" cmpd="sng" algn="ctr">
            <a:solidFill>
              <a:srgbClr val="4472C4"/>
            </a:solidFill>
            <a:prstDash val="solid"/>
            <a:miter lim="800000"/>
            <a:headEnd type="triangle"/>
            <a:tailEnd type="triangle"/>
          </a:ln>
          <a:effectLst/>
        </p:spPr>
      </p:cxnSp>
      <p:cxnSp>
        <p:nvCxnSpPr>
          <p:cNvPr id="75" name="Straight Arrow Connector 74">
            <a:extLst>
              <a:ext uri="{FF2B5EF4-FFF2-40B4-BE49-F238E27FC236}">
                <a16:creationId xmlns:a16="http://schemas.microsoft.com/office/drawing/2014/main" id="{E6ADD537-7997-1F8E-7CB8-33CD00D33794}"/>
              </a:ext>
            </a:extLst>
          </p:cNvPr>
          <p:cNvCxnSpPr>
            <a:cxnSpLocks/>
            <a:stCxn id="52" idx="2"/>
            <a:endCxn id="89" idx="0"/>
          </p:cNvCxnSpPr>
          <p:nvPr/>
        </p:nvCxnSpPr>
        <p:spPr>
          <a:xfrm>
            <a:off x="5636259" y="2897533"/>
            <a:ext cx="0" cy="229937"/>
          </a:xfrm>
          <a:prstGeom prst="straightConnector1">
            <a:avLst/>
          </a:prstGeom>
          <a:noFill/>
          <a:ln w="6350" cap="flat" cmpd="sng" algn="ctr">
            <a:solidFill>
              <a:srgbClr val="4472C4"/>
            </a:solidFill>
            <a:prstDash val="solid"/>
            <a:miter lim="800000"/>
            <a:headEnd type="triangle"/>
            <a:tailEnd type="triangle"/>
          </a:ln>
          <a:effectLst/>
        </p:spPr>
      </p:cxnSp>
      <p:cxnSp>
        <p:nvCxnSpPr>
          <p:cNvPr id="76" name="Straight Arrow Connector 75">
            <a:extLst>
              <a:ext uri="{FF2B5EF4-FFF2-40B4-BE49-F238E27FC236}">
                <a16:creationId xmlns:a16="http://schemas.microsoft.com/office/drawing/2014/main" id="{55BAEBD7-4503-76F0-0503-2515E024FCB5}"/>
              </a:ext>
            </a:extLst>
          </p:cNvPr>
          <p:cNvCxnSpPr>
            <a:stCxn id="53" idx="2"/>
            <a:endCxn id="54" idx="0"/>
          </p:cNvCxnSpPr>
          <p:nvPr/>
        </p:nvCxnSpPr>
        <p:spPr>
          <a:xfrm flipH="1">
            <a:off x="5636258" y="3925299"/>
            <a:ext cx="1" cy="268108"/>
          </a:xfrm>
          <a:prstGeom prst="straightConnector1">
            <a:avLst/>
          </a:prstGeom>
          <a:noFill/>
          <a:ln w="6350" cap="flat" cmpd="sng" algn="ctr">
            <a:solidFill>
              <a:srgbClr val="4472C4"/>
            </a:solidFill>
            <a:prstDash val="solid"/>
            <a:miter lim="800000"/>
            <a:headEnd type="triangle"/>
            <a:tailEnd type="triangle"/>
          </a:ln>
          <a:effectLst/>
        </p:spPr>
      </p:cxnSp>
      <p:cxnSp>
        <p:nvCxnSpPr>
          <p:cNvPr id="77" name="Straight Arrow Connector 76">
            <a:extLst>
              <a:ext uri="{FF2B5EF4-FFF2-40B4-BE49-F238E27FC236}">
                <a16:creationId xmlns:a16="http://schemas.microsoft.com/office/drawing/2014/main" id="{24428DBE-F5E2-8DBD-F86C-23D05EFFEFC1}"/>
              </a:ext>
            </a:extLst>
          </p:cNvPr>
          <p:cNvCxnSpPr>
            <a:cxnSpLocks/>
            <a:stCxn id="54" idx="2"/>
            <a:endCxn id="55" idx="0"/>
          </p:cNvCxnSpPr>
          <p:nvPr/>
        </p:nvCxnSpPr>
        <p:spPr>
          <a:xfrm flipH="1">
            <a:off x="5636257" y="4477353"/>
            <a:ext cx="1" cy="234912"/>
          </a:xfrm>
          <a:prstGeom prst="straightConnector1">
            <a:avLst/>
          </a:prstGeom>
          <a:noFill/>
          <a:ln w="6350" cap="flat" cmpd="sng" algn="ctr">
            <a:solidFill>
              <a:srgbClr val="4472C4"/>
            </a:solidFill>
            <a:prstDash val="solid"/>
            <a:miter lim="800000"/>
            <a:headEnd type="triangle"/>
            <a:tailEnd type="triangle"/>
          </a:ln>
          <a:effectLst/>
        </p:spPr>
      </p:cxnSp>
      <p:cxnSp>
        <p:nvCxnSpPr>
          <p:cNvPr id="78" name="Straight Arrow Connector 77">
            <a:extLst>
              <a:ext uri="{FF2B5EF4-FFF2-40B4-BE49-F238E27FC236}">
                <a16:creationId xmlns:a16="http://schemas.microsoft.com/office/drawing/2014/main" id="{E4441051-E061-7800-2E29-857D68432A7E}"/>
              </a:ext>
            </a:extLst>
          </p:cNvPr>
          <p:cNvCxnSpPr>
            <a:cxnSpLocks/>
            <a:stCxn id="55" idx="2"/>
            <a:endCxn id="56" idx="0"/>
          </p:cNvCxnSpPr>
          <p:nvPr/>
        </p:nvCxnSpPr>
        <p:spPr>
          <a:xfrm>
            <a:off x="5636257" y="4966743"/>
            <a:ext cx="0" cy="262973"/>
          </a:xfrm>
          <a:prstGeom prst="straightConnector1">
            <a:avLst/>
          </a:prstGeom>
          <a:noFill/>
          <a:ln w="6350" cap="flat" cmpd="sng" algn="ctr">
            <a:solidFill>
              <a:srgbClr val="4472C4"/>
            </a:solidFill>
            <a:prstDash val="solid"/>
            <a:miter lim="800000"/>
            <a:headEnd type="triangle"/>
            <a:tailEnd type="triangle"/>
          </a:ln>
          <a:effectLst/>
        </p:spPr>
      </p:cxnSp>
      <p:cxnSp>
        <p:nvCxnSpPr>
          <p:cNvPr id="79" name="Straight Arrow Connector 78">
            <a:extLst>
              <a:ext uri="{FF2B5EF4-FFF2-40B4-BE49-F238E27FC236}">
                <a16:creationId xmlns:a16="http://schemas.microsoft.com/office/drawing/2014/main" id="{C3D03B50-47A2-A8C3-6712-D7B0341ABF42}"/>
              </a:ext>
            </a:extLst>
          </p:cNvPr>
          <p:cNvCxnSpPr>
            <a:stCxn id="56" idx="2"/>
            <a:endCxn id="57" idx="0"/>
          </p:cNvCxnSpPr>
          <p:nvPr/>
        </p:nvCxnSpPr>
        <p:spPr>
          <a:xfrm>
            <a:off x="5636257" y="5513662"/>
            <a:ext cx="1" cy="205328"/>
          </a:xfrm>
          <a:prstGeom prst="straightConnector1">
            <a:avLst/>
          </a:prstGeom>
          <a:noFill/>
          <a:ln w="6350" cap="flat" cmpd="sng" algn="ctr">
            <a:solidFill>
              <a:srgbClr val="4472C4"/>
            </a:solidFill>
            <a:prstDash val="solid"/>
            <a:miter lim="800000"/>
            <a:headEnd type="triangle"/>
            <a:tailEnd type="triangle"/>
          </a:ln>
          <a:effectLst/>
        </p:spPr>
      </p:cxnSp>
      <p:cxnSp>
        <p:nvCxnSpPr>
          <p:cNvPr id="80" name="Straight Arrow Connector 79">
            <a:extLst>
              <a:ext uri="{FF2B5EF4-FFF2-40B4-BE49-F238E27FC236}">
                <a16:creationId xmlns:a16="http://schemas.microsoft.com/office/drawing/2014/main" id="{1A338469-43FF-5B2E-F974-B63FAB3AADB6}"/>
              </a:ext>
            </a:extLst>
          </p:cNvPr>
          <p:cNvCxnSpPr>
            <a:cxnSpLocks/>
            <a:stCxn id="57" idx="3"/>
            <a:endCxn id="58" idx="1"/>
          </p:cNvCxnSpPr>
          <p:nvPr/>
        </p:nvCxnSpPr>
        <p:spPr>
          <a:xfrm flipV="1">
            <a:off x="6581139" y="5860730"/>
            <a:ext cx="360940" cy="233"/>
          </a:xfrm>
          <a:prstGeom prst="straightConnector1">
            <a:avLst/>
          </a:prstGeom>
          <a:noFill/>
          <a:ln w="6350" cap="flat" cmpd="sng" algn="ctr">
            <a:solidFill>
              <a:srgbClr val="4472C4"/>
            </a:solidFill>
            <a:prstDash val="solid"/>
            <a:miter lim="800000"/>
            <a:headEnd type="triangle"/>
            <a:tailEnd type="triangle"/>
          </a:ln>
          <a:effectLst/>
        </p:spPr>
      </p:cxnSp>
      <p:sp>
        <p:nvSpPr>
          <p:cNvPr id="81" name="Rectangle: Rounded Corners 80">
            <a:extLst>
              <a:ext uri="{FF2B5EF4-FFF2-40B4-BE49-F238E27FC236}">
                <a16:creationId xmlns:a16="http://schemas.microsoft.com/office/drawing/2014/main" id="{0CB92863-5353-56EB-9DC0-586D5C406ACE}"/>
              </a:ext>
            </a:extLst>
          </p:cNvPr>
          <p:cNvSpPr/>
          <p:nvPr/>
        </p:nvSpPr>
        <p:spPr>
          <a:xfrm>
            <a:off x="6942079" y="4196986"/>
            <a:ext cx="1889763" cy="283946"/>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latin typeface="Calibri" panose="020F0502020204030204"/>
                <a:ea typeface="+mn-ea"/>
                <a:cs typeface="+mn-cs"/>
              </a:rPr>
              <a:t>Development Blocked</a:t>
            </a:r>
          </a:p>
        </p:txBody>
      </p:sp>
      <p:cxnSp>
        <p:nvCxnSpPr>
          <p:cNvPr id="82" name="Straight Arrow Connector 81">
            <a:extLst>
              <a:ext uri="{FF2B5EF4-FFF2-40B4-BE49-F238E27FC236}">
                <a16:creationId xmlns:a16="http://schemas.microsoft.com/office/drawing/2014/main" id="{7A1704DE-6514-0793-3F42-A28FF45FCA61}"/>
              </a:ext>
            </a:extLst>
          </p:cNvPr>
          <p:cNvCxnSpPr>
            <a:stCxn id="54" idx="3"/>
            <a:endCxn id="81" idx="1"/>
          </p:cNvCxnSpPr>
          <p:nvPr/>
        </p:nvCxnSpPr>
        <p:spPr>
          <a:xfrm>
            <a:off x="6581139" y="4335380"/>
            <a:ext cx="360940" cy="3579"/>
          </a:xfrm>
          <a:prstGeom prst="straightConnector1">
            <a:avLst/>
          </a:prstGeom>
          <a:noFill/>
          <a:ln w="6350" cap="flat" cmpd="sng" algn="ctr">
            <a:solidFill>
              <a:srgbClr val="4472C4"/>
            </a:solidFill>
            <a:prstDash val="solid"/>
            <a:miter lim="800000"/>
            <a:headEnd type="triangle"/>
            <a:tailEnd type="triangle"/>
          </a:ln>
          <a:effectLst/>
        </p:spPr>
      </p:cxnSp>
      <p:sp>
        <p:nvSpPr>
          <p:cNvPr id="83" name="Rectangle: Rounded Corners 82">
            <a:extLst>
              <a:ext uri="{FF2B5EF4-FFF2-40B4-BE49-F238E27FC236}">
                <a16:creationId xmlns:a16="http://schemas.microsoft.com/office/drawing/2014/main" id="{92232EBB-EA00-E9CC-172A-1CEA77B39B3B}"/>
              </a:ext>
            </a:extLst>
          </p:cNvPr>
          <p:cNvSpPr/>
          <p:nvPr/>
        </p:nvSpPr>
        <p:spPr>
          <a:xfrm>
            <a:off x="2892649" y="4193407"/>
            <a:ext cx="1390054" cy="283946"/>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latin typeface="Calibri" panose="020F0502020204030204"/>
                <a:ea typeface="+mn-ea"/>
                <a:cs typeface="+mn-cs"/>
              </a:rPr>
              <a:t>In Code Review</a:t>
            </a:r>
          </a:p>
        </p:txBody>
      </p:sp>
      <p:cxnSp>
        <p:nvCxnSpPr>
          <p:cNvPr id="84" name="Straight Arrow Connector 83">
            <a:extLst>
              <a:ext uri="{FF2B5EF4-FFF2-40B4-BE49-F238E27FC236}">
                <a16:creationId xmlns:a16="http://schemas.microsoft.com/office/drawing/2014/main" id="{C91A28BA-F60F-88A2-4672-35596F721447}"/>
              </a:ext>
            </a:extLst>
          </p:cNvPr>
          <p:cNvCxnSpPr>
            <a:stCxn id="83" idx="3"/>
            <a:endCxn id="54" idx="1"/>
          </p:cNvCxnSpPr>
          <p:nvPr/>
        </p:nvCxnSpPr>
        <p:spPr>
          <a:xfrm>
            <a:off x="4282703" y="4335380"/>
            <a:ext cx="408673" cy="0"/>
          </a:xfrm>
          <a:prstGeom prst="straightConnector1">
            <a:avLst/>
          </a:prstGeom>
          <a:noFill/>
          <a:ln w="6350" cap="flat" cmpd="sng" algn="ctr">
            <a:solidFill>
              <a:srgbClr val="4472C4"/>
            </a:solidFill>
            <a:prstDash val="solid"/>
            <a:miter lim="800000"/>
            <a:headEnd type="triangle"/>
            <a:tailEnd type="triangle"/>
          </a:ln>
          <a:effectLst/>
        </p:spPr>
      </p:cxnSp>
      <p:sp>
        <p:nvSpPr>
          <p:cNvPr id="85" name="Rectangle: Rounded Corners 84">
            <a:extLst>
              <a:ext uri="{FF2B5EF4-FFF2-40B4-BE49-F238E27FC236}">
                <a16:creationId xmlns:a16="http://schemas.microsoft.com/office/drawing/2014/main" id="{84B516A7-FCBC-AC81-4B7B-793EC845A445}"/>
              </a:ext>
            </a:extLst>
          </p:cNvPr>
          <p:cNvSpPr/>
          <p:nvPr/>
        </p:nvSpPr>
        <p:spPr>
          <a:xfrm>
            <a:off x="6661344" y="5244450"/>
            <a:ext cx="1618650" cy="254478"/>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latin typeface="Calibri" panose="020F0502020204030204"/>
                <a:ea typeface="+mn-ea"/>
                <a:cs typeface="+mn-cs"/>
              </a:rPr>
              <a:t>Testing Blocked</a:t>
            </a:r>
          </a:p>
        </p:txBody>
      </p:sp>
      <p:cxnSp>
        <p:nvCxnSpPr>
          <p:cNvPr id="86" name="Straight Arrow Connector 85">
            <a:extLst>
              <a:ext uri="{FF2B5EF4-FFF2-40B4-BE49-F238E27FC236}">
                <a16:creationId xmlns:a16="http://schemas.microsoft.com/office/drawing/2014/main" id="{D78EC4E3-5D42-7104-6FC7-FEF3F18E69F1}"/>
              </a:ext>
            </a:extLst>
          </p:cNvPr>
          <p:cNvCxnSpPr>
            <a:stCxn id="56" idx="3"/>
            <a:endCxn id="85" idx="1"/>
          </p:cNvCxnSpPr>
          <p:nvPr/>
        </p:nvCxnSpPr>
        <p:spPr>
          <a:xfrm>
            <a:off x="6321252" y="5371689"/>
            <a:ext cx="340092" cy="0"/>
          </a:xfrm>
          <a:prstGeom prst="straightConnector1">
            <a:avLst/>
          </a:prstGeom>
          <a:noFill/>
          <a:ln w="6350" cap="flat" cmpd="sng" algn="ctr">
            <a:solidFill>
              <a:srgbClr val="4472C4"/>
            </a:solidFill>
            <a:prstDash val="solid"/>
            <a:miter lim="800000"/>
            <a:headEnd type="triangle"/>
            <a:tailEnd type="triangle"/>
          </a:ln>
          <a:effectLst/>
        </p:spPr>
      </p:cxnSp>
      <p:sp>
        <p:nvSpPr>
          <p:cNvPr id="87" name="Rectangle: Rounded Corners 86">
            <a:extLst>
              <a:ext uri="{FF2B5EF4-FFF2-40B4-BE49-F238E27FC236}">
                <a16:creationId xmlns:a16="http://schemas.microsoft.com/office/drawing/2014/main" id="{7433EB4A-4F9D-1341-3F6D-07BD7359C87A}"/>
              </a:ext>
            </a:extLst>
          </p:cNvPr>
          <p:cNvSpPr/>
          <p:nvPr/>
        </p:nvSpPr>
        <p:spPr>
          <a:xfrm>
            <a:off x="3128877" y="2094075"/>
            <a:ext cx="1446999" cy="283946"/>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latin typeface="Calibri" panose="020F0502020204030204"/>
                <a:ea typeface="+mn-ea"/>
                <a:cs typeface="+mn-cs"/>
              </a:rPr>
              <a:t>Blocked</a:t>
            </a:r>
          </a:p>
        </p:txBody>
      </p:sp>
      <p:cxnSp>
        <p:nvCxnSpPr>
          <p:cNvPr id="88" name="Straight Arrow Connector 87">
            <a:extLst>
              <a:ext uri="{FF2B5EF4-FFF2-40B4-BE49-F238E27FC236}">
                <a16:creationId xmlns:a16="http://schemas.microsoft.com/office/drawing/2014/main" id="{8B29E575-181A-8747-6DFA-E8A5D5C1F7FB}"/>
              </a:ext>
            </a:extLst>
          </p:cNvPr>
          <p:cNvCxnSpPr>
            <a:stCxn id="87" idx="3"/>
            <a:endCxn id="51" idx="1"/>
          </p:cNvCxnSpPr>
          <p:nvPr/>
        </p:nvCxnSpPr>
        <p:spPr>
          <a:xfrm>
            <a:off x="4575876" y="2236048"/>
            <a:ext cx="336884" cy="0"/>
          </a:xfrm>
          <a:prstGeom prst="straightConnector1">
            <a:avLst/>
          </a:prstGeom>
          <a:noFill/>
          <a:ln w="6350" cap="flat" cmpd="sng" algn="ctr">
            <a:solidFill>
              <a:srgbClr val="4472C4"/>
            </a:solidFill>
            <a:prstDash val="solid"/>
            <a:miter lim="800000"/>
            <a:headEnd type="triangle"/>
            <a:tailEnd type="triangle"/>
          </a:ln>
          <a:effectLst/>
        </p:spPr>
      </p:cxnSp>
      <p:sp>
        <p:nvSpPr>
          <p:cNvPr id="89" name="Rectangle: Rounded Corners 88">
            <a:extLst>
              <a:ext uri="{FF2B5EF4-FFF2-40B4-BE49-F238E27FC236}">
                <a16:creationId xmlns:a16="http://schemas.microsoft.com/office/drawing/2014/main" id="{964F581B-7134-B4A0-0EC9-496B96E71E0A}"/>
              </a:ext>
            </a:extLst>
          </p:cNvPr>
          <p:cNvSpPr/>
          <p:nvPr/>
        </p:nvSpPr>
        <p:spPr>
          <a:xfrm>
            <a:off x="4691377" y="3127470"/>
            <a:ext cx="1889763" cy="283946"/>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latin typeface="Calibri" panose="020F0502020204030204"/>
                <a:ea typeface="+mn-ea"/>
                <a:cs typeface="+mn-cs"/>
              </a:rPr>
              <a:t>Ready for Design</a:t>
            </a:r>
          </a:p>
        </p:txBody>
      </p:sp>
      <p:cxnSp>
        <p:nvCxnSpPr>
          <p:cNvPr id="91" name="Straight Arrow Connector 90">
            <a:extLst>
              <a:ext uri="{FF2B5EF4-FFF2-40B4-BE49-F238E27FC236}">
                <a16:creationId xmlns:a16="http://schemas.microsoft.com/office/drawing/2014/main" id="{C0664A47-69AD-27A2-CE6B-9588B3E6FF17}"/>
              </a:ext>
            </a:extLst>
          </p:cNvPr>
          <p:cNvCxnSpPr>
            <a:stCxn id="89" idx="2"/>
            <a:endCxn id="53" idx="0"/>
          </p:cNvCxnSpPr>
          <p:nvPr/>
        </p:nvCxnSpPr>
        <p:spPr>
          <a:xfrm>
            <a:off x="5636259" y="3411416"/>
            <a:ext cx="0" cy="229937"/>
          </a:xfrm>
          <a:prstGeom prst="straightConnector1">
            <a:avLst/>
          </a:prstGeom>
          <a:noFill/>
          <a:ln w="6350" cap="flat" cmpd="sng" algn="ctr">
            <a:solidFill>
              <a:srgbClr val="4472C4"/>
            </a:solidFill>
            <a:prstDash val="solid"/>
            <a:miter lim="800000"/>
            <a:headEnd type="triangle"/>
            <a:tailEnd type="triangle"/>
          </a:ln>
          <a:effectLst/>
        </p:spPr>
      </p:cxnSp>
      <p:sp>
        <p:nvSpPr>
          <p:cNvPr id="3" name="TextBox 2">
            <a:extLst>
              <a:ext uri="{FF2B5EF4-FFF2-40B4-BE49-F238E27FC236}">
                <a16:creationId xmlns:a16="http://schemas.microsoft.com/office/drawing/2014/main" id="{BFAD0609-1898-840A-1126-9761CC3EA1E7}"/>
              </a:ext>
            </a:extLst>
          </p:cNvPr>
          <p:cNvSpPr txBox="1"/>
          <p:nvPr/>
        </p:nvSpPr>
        <p:spPr>
          <a:xfrm>
            <a:off x="332155" y="5885793"/>
            <a:ext cx="3777390" cy="307777"/>
          </a:xfrm>
          <a:prstGeom prst="rect">
            <a:avLst/>
          </a:prstGeom>
          <a:noFill/>
        </p:spPr>
        <p:txBody>
          <a:bodyPr wrap="square" rtlCol="0">
            <a:spAutoFit/>
          </a:bodyPr>
          <a:lstStyle/>
          <a:p>
            <a:r>
              <a:rPr lang="en-IN" sz="1400" i="1" dirty="0">
                <a:latin typeface="Calibri" panose="020F0502020204030204" pitchFamily="34" charset="0"/>
                <a:ea typeface="Calibri" panose="020F0502020204030204" pitchFamily="34" charset="0"/>
                <a:cs typeface="Calibri" panose="020F0502020204030204" pitchFamily="34" charset="0"/>
              </a:rPr>
              <a:t>Service Ticket ID: RITM1137241</a:t>
            </a:r>
          </a:p>
        </p:txBody>
      </p:sp>
      <p:cxnSp>
        <p:nvCxnSpPr>
          <p:cNvPr id="9" name="Straight Arrow Connector 8">
            <a:extLst>
              <a:ext uri="{FF2B5EF4-FFF2-40B4-BE49-F238E27FC236}">
                <a16:creationId xmlns:a16="http://schemas.microsoft.com/office/drawing/2014/main" id="{B9E734BB-354B-5DE4-DF52-DE41F30DA967}"/>
              </a:ext>
            </a:extLst>
          </p:cNvPr>
          <p:cNvCxnSpPr>
            <a:cxnSpLocks/>
            <a:endCxn id="52" idx="1"/>
          </p:cNvCxnSpPr>
          <p:nvPr/>
        </p:nvCxnSpPr>
        <p:spPr>
          <a:xfrm>
            <a:off x="4148625" y="2767946"/>
            <a:ext cx="542752" cy="0"/>
          </a:xfrm>
          <a:prstGeom prst="straightConnector1">
            <a:avLst/>
          </a:prstGeom>
          <a:noFill/>
          <a:ln w="6350" cap="flat" cmpd="sng" algn="ctr">
            <a:solidFill>
              <a:srgbClr val="4472C4"/>
            </a:solidFill>
            <a:prstDash val="solid"/>
            <a:miter lim="800000"/>
            <a:tailEnd type="triangle"/>
          </a:ln>
          <a:effectLst/>
        </p:spPr>
      </p:cxnSp>
      <p:cxnSp>
        <p:nvCxnSpPr>
          <p:cNvPr id="12" name="Straight Arrow Connector 11">
            <a:extLst>
              <a:ext uri="{FF2B5EF4-FFF2-40B4-BE49-F238E27FC236}">
                <a16:creationId xmlns:a16="http://schemas.microsoft.com/office/drawing/2014/main" id="{D2428502-23C3-1937-FEEB-90CD6AFC07CD}"/>
              </a:ext>
            </a:extLst>
          </p:cNvPr>
          <p:cNvCxnSpPr>
            <a:cxnSpLocks/>
          </p:cNvCxnSpPr>
          <p:nvPr/>
        </p:nvCxnSpPr>
        <p:spPr>
          <a:xfrm>
            <a:off x="4148625" y="3782194"/>
            <a:ext cx="508260" cy="0"/>
          </a:xfrm>
          <a:prstGeom prst="straightConnector1">
            <a:avLst/>
          </a:prstGeom>
          <a:noFill/>
          <a:ln w="6350" cap="flat" cmpd="sng" algn="ctr">
            <a:solidFill>
              <a:srgbClr val="4472C4"/>
            </a:solidFill>
            <a:prstDash val="solid"/>
            <a:miter lim="800000"/>
            <a:tailEnd type="triangle"/>
          </a:ln>
          <a:effectLst/>
        </p:spPr>
      </p:cxnSp>
      <p:cxnSp>
        <p:nvCxnSpPr>
          <p:cNvPr id="14" name="Straight Connector 13">
            <a:extLst>
              <a:ext uri="{FF2B5EF4-FFF2-40B4-BE49-F238E27FC236}">
                <a16:creationId xmlns:a16="http://schemas.microsoft.com/office/drawing/2014/main" id="{51E3D6CB-A4CD-0652-BB28-8B7826E0DF1A}"/>
              </a:ext>
            </a:extLst>
          </p:cNvPr>
          <p:cNvCxnSpPr>
            <a:cxnSpLocks/>
          </p:cNvCxnSpPr>
          <p:nvPr/>
        </p:nvCxnSpPr>
        <p:spPr bwMode="auto">
          <a:xfrm>
            <a:off x="4148625" y="2767946"/>
            <a:ext cx="0" cy="1014248"/>
          </a:xfrm>
          <a:prstGeom prst="line">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369181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F0D0A-C8BD-480C-A6F2-F71C03DE8BA9}"/>
              </a:ext>
            </a:extLst>
          </p:cNvPr>
          <p:cNvSpPr>
            <a:spLocks noGrp="1"/>
          </p:cNvSpPr>
          <p:nvPr>
            <p:ph type="title"/>
          </p:nvPr>
        </p:nvSpPr>
        <p:spPr/>
        <p:txBody>
          <a:bodyPr/>
          <a:lstStyle/>
          <a:p>
            <a:r>
              <a:rPr lang="en-GB" sz="2000" b="0" dirty="0"/>
              <a:t>Jira Initiative &amp; Epic workflow</a:t>
            </a:r>
          </a:p>
        </p:txBody>
      </p:sp>
      <p:sp>
        <p:nvSpPr>
          <p:cNvPr id="18" name="Oval 17">
            <a:extLst>
              <a:ext uri="{FF2B5EF4-FFF2-40B4-BE49-F238E27FC236}">
                <a16:creationId xmlns:a16="http://schemas.microsoft.com/office/drawing/2014/main" id="{F916FCC0-E066-5431-9298-FB75B40DF436}"/>
              </a:ext>
            </a:extLst>
          </p:cNvPr>
          <p:cNvSpPr/>
          <p:nvPr/>
        </p:nvSpPr>
        <p:spPr>
          <a:xfrm>
            <a:off x="5704828" y="1424160"/>
            <a:ext cx="385010" cy="375385"/>
          </a:xfrm>
          <a:prstGeom prst="ellipse">
            <a:avLst/>
          </a:prstGeom>
          <a:solidFill>
            <a:srgbClr val="44546A">
              <a:lumMod val="75000"/>
            </a:srgbClr>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9" name="Rectangle: Rounded Corners 18">
            <a:extLst>
              <a:ext uri="{FF2B5EF4-FFF2-40B4-BE49-F238E27FC236}">
                <a16:creationId xmlns:a16="http://schemas.microsoft.com/office/drawing/2014/main" id="{7EDB86BC-5062-238F-0942-B0F606CE8329}"/>
              </a:ext>
            </a:extLst>
          </p:cNvPr>
          <p:cNvSpPr/>
          <p:nvPr/>
        </p:nvSpPr>
        <p:spPr>
          <a:xfrm>
            <a:off x="5454571" y="2107553"/>
            <a:ext cx="885524" cy="375385"/>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latin typeface="Calibri" panose="020F0502020204030204"/>
                <a:ea typeface="+mn-ea"/>
                <a:cs typeface="+mn-cs"/>
              </a:rPr>
              <a:t>To Do</a:t>
            </a:r>
          </a:p>
        </p:txBody>
      </p:sp>
      <p:sp>
        <p:nvSpPr>
          <p:cNvPr id="20" name="Rectangle: Rounded Corners 19">
            <a:extLst>
              <a:ext uri="{FF2B5EF4-FFF2-40B4-BE49-F238E27FC236}">
                <a16:creationId xmlns:a16="http://schemas.microsoft.com/office/drawing/2014/main" id="{802B6BD5-DAD5-2392-CA6B-27B3008D3A8D}"/>
              </a:ext>
            </a:extLst>
          </p:cNvPr>
          <p:cNvSpPr/>
          <p:nvPr/>
        </p:nvSpPr>
        <p:spPr>
          <a:xfrm>
            <a:off x="5010203" y="2742821"/>
            <a:ext cx="1772652" cy="259176"/>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latin typeface="Calibri" panose="020F0502020204030204"/>
                <a:ea typeface="+mn-ea"/>
                <a:cs typeface="+mn-cs"/>
              </a:rPr>
              <a:t>In Refinement</a:t>
            </a:r>
          </a:p>
        </p:txBody>
      </p:sp>
      <p:sp>
        <p:nvSpPr>
          <p:cNvPr id="21" name="Rectangle: Rounded Corners 20">
            <a:extLst>
              <a:ext uri="{FF2B5EF4-FFF2-40B4-BE49-F238E27FC236}">
                <a16:creationId xmlns:a16="http://schemas.microsoft.com/office/drawing/2014/main" id="{A77D8A74-5994-8161-017F-211529B1D4EE}"/>
              </a:ext>
            </a:extLst>
          </p:cNvPr>
          <p:cNvSpPr/>
          <p:nvPr/>
        </p:nvSpPr>
        <p:spPr>
          <a:xfrm>
            <a:off x="4769572" y="3272902"/>
            <a:ext cx="2253916" cy="283946"/>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latin typeface="Calibri" panose="020F0502020204030204"/>
                <a:ea typeface="+mn-ea"/>
                <a:cs typeface="+mn-cs"/>
              </a:rPr>
              <a:t>Refinement Complete</a:t>
            </a:r>
          </a:p>
        </p:txBody>
      </p:sp>
      <p:sp>
        <p:nvSpPr>
          <p:cNvPr id="22" name="Rectangle: Rounded Corners 21">
            <a:extLst>
              <a:ext uri="{FF2B5EF4-FFF2-40B4-BE49-F238E27FC236}">
                <a16:creationId xmlns:a16="http://schemas.microsoft.com/office/drawing/2014/main" id="{BC178890-DF6F-2723-4F9F-DDA56F5223CD}"/>
              </a:ext>
            </a:extLst>
          </p:cNvPr>
          <p:cNvSpPr/>
          <p:nvPr/>
        </p:nvSpPr>
        <p:spPr>
          <a:xfrm>
            <a:off x="4769571" y="3827754"/>
            <a:ext cx="2253914" cy="283946"/>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latin typeface="Calibri" panose="020F0502020204030204"/>
                <a:ea typeface="+mn-ea"/>
                <a:cs typeface="+mn-cs"/>
              </a:rPr>
              <a:t>In Progress</a:t>
            </a:r>
          </a:p>
        </p:txBody>
      </p:sp>
      <p:sp>
        <p:nvSpPr>
          <p:cNvPr id="23" name="Rectangle: Rounded Corners 22">
            <a:extLst>
              <a:ext uri="{FF2B5EF4-FFF2-40B4-BE49-F238E27FC236}">
                <a16:creationId xmlns:a16="http://schemas.microsoft.com/office/drawing/2014/main" id="{3EC22B8F-65B5-B160-F883-063E7812E381}"/>
              </a:ext>
            </a:extLst>
          </p:cNvPr>
          <p:cNvSpPr/>
          <p:nvPr/>
        </p:nvSpPr>
        <p:spPr>
          <a:xfrm>
            <a:off x="5231583" y="4619733"/>
            <a:ext cx="1329893" cy="283947"/>
          </a:xfrm>
          <a:prstGeom prst="roundRect">
            <a:avLst/>
          </a:prstGeom>
          <a:solidFill>
            <a:srgbClr val="70AD47"/>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black"/>
                </a:solidFill>
                <a:effectLst/>
                <a:uLnTx/>
                <a:uFillTx/>
                <a:latin typeface="Calibri" panose="020F0502020204030204"/>
                <a:ea typeface="+mn-ea"/>
                <a:cs typeface="+mn-cs"/>
              </a:rPr>
              <a:t>Done</a:t>
            </a:r>
          </a:p>
        </p:txBody>
      </p:sp>
      <p:cxnSp>
        <p:nvCxnSpPr>
          <p:cNvPr id="24" name="Straight Arrow Connector 23">
            <a:extLst>
              <a:ext uri="{FF2B5EF4-FFF2-40B4-BE49-F238E27FC236}">
                <a16:creationId xmlns:a16="http://schemas.microsoft.com/office/drawing/2014/main" id="{E0DE8F23-E33F-5F9D-0CF9-F9066632661F}"/>
              </a:ext>
            </a:extLst>
          </p:cNvPr>
          <p:cNvCxnSpPr>
            <a:cxnSpLocks/>
            <a:stCxn id="18" idx="4"/>
            <a:endCxn id="19" idx="0"/>
          </p:cNvCxnSpPr>
          <p:nvPr/>
        </p:nvCxnSpPr>
        <p:spPr>
          <a:xfrm>
            <a:off x="5897333" y="1799545"/>
            <a:ext cx="0" cy="308008"/>
          </a:xfrm>
          <a:prstGeom prst="straightConnector1">
            <a:avLst/>
          </a:prstGeom>
          <a:noFill/>
          <a:ln w="6350" cap="flat" cmpd="sng" algn="ctr">
            <a:solidFill>
              <a:srgbClr val="4472C4"/>
            </a:solidFill>
            <a:prstDash val="solid"/>
            <a:miter lim="800000"/>
            <a:tailEnd type="triangle"/>
          </a:ln>
          <a:effectLst/>
        </p:spPr>
      </p:cxnSp>
      <p:cxnSp>
        <p:nvCxnSpPr>
          <p:cNvPr id="25" name="Straight Arrow Connector 24">
            <a:extLst>
              <a:ext uri="{FF2B5EF4-FFF2-40B4-BE49-F238E27FC236}">
                <a16:creationId xmlns:a16="http://schemas.microsoft.com/office/drawing/2014/main" id="{B02D42F0-57B8-D54E-2BA5-12086CFDC888}"/>
              </a:ext>
            </a:extLst>
          </p:cNvPr>
          <p:cNvCxnSpPr>
            <a:cxnSpLocks/>
            <a:stCxn id="20" idx="2"/>
            <a:endCxn id="21" idx="0"/>
          </p:cNvCxnSpPr>
          <p:nvPr/>
        </p:nvCxnSpPr>
        <p:spPr>
          <a:xfrm>
            <a:off x="5896529" y="3001997"/>
            <a:ext cx="1" cy="270905"/>
          </a:xfrm>
          <a:prstGeom prst="straightConnector1">
            <a:avLst/>
          </a:prstGeom>
          <a:noFill/>
          <a:ln w="6350" cap="flat" cmpd="sng" algn="ctr">
            <a:solidFill>
              <a:srgbClr val="4472C4"/>
            </a:solidFill>
            <a:prstDash val="solid"/>
            <a:miter lim="800000"/>
            <a:headEnd type="triangle"/>
            <a:tailEnd type="triangle"/>
          </a:ln>
          <a:effectLst/>
        </p:spPr>
      </p:cxnSp>
      <p:cxnSp>
        <p:nvCxnSpPr>
          <p:cNvPr id="26" name="Straight Arrow Connector 25">
            <a:extLst>
              <a:ext uri="{FF2B5EF4-FFF2-40B4-BE49-F238E27FC236}">
                <a16:creationId xmlns:a16="http://schemas.microsoft.com/office/drawing/2014/main" id="{32C46EC8-3C6D-DCF3-919C-B3F51668AF0B}"/>
              </a:ext>
            </a:extLst>
          </p:cNvPr>
          <p:cNvCxnSpPr>
            <a:cxnSpLocks/>
            <a:stCxn id="19" idx="2"/>
            <a:endCxn id="20" idx="0"/>
          </p:cNvCxnSpPr>
          <p:nvPr/>
        </p:nvCxnSpPr>
        <p:spPr>
          <a:xfrm flipH="1">
            <a:off x="5896529" y="2482938"/>
            <a:ext cx="804" cy="259883"/>
          </a:xfrm>
          <a:prstGeom prst="straightConnector1">
            <a:avLst/>
          </a:prstGeom>
          <a:noFill/>
          <a:ln w="6350" cap="flat" cmpd="sng" algn="ctr">
            <a:solidFill>
              <a:srgbClr val="4472C4"/>
            </a:solidFill>
            <a:prstDash val="solid"/>
            <a:miter lim="800000"/>
            <a:headEnd type="triangle"/>
            <a:tailEnd type="triangle"/>
          </a:ln>
          <a:effectLst/>
        </p:spPr>
      </p:cxnSp>
      <p:cxnSp>
        <p:nvCxnSpPr>
          <p:cNvPr id="27" name="Straight Arrow Connector 26">
            <a:extLst>
              <a:ext uri="{FF2B5EF4-FFF2-40B4-BE49-F238E27FC236}">
                <a16:creationId xmlns:a16="http://schemas.microsoft.com/office/drawing/2014/main" id="{2089B7F4-497B-28BE-259E-966C7D7C401B}"/>
              </a:ext>
            </a:extLst>
          </p:cNvPr>
          <p:cNvCxnSpPr>
            <a:cxnSpLocks/>
            <a:stCxn id="21" idx="2"/>
            <a:endCxn id="22" idx="0"/>
          </p:cNvCxnSpPr>
          <p:nvPr/>
        </p:nvCxnSpPr>
        <p:spPr>
          <a:xfrm flipH="1">
            <a:off x="5896528" y="3556848"/>
            <a:ext cx="2" cy="270906"/>
          </a:xfrm>
          <a:prstGeom prst="straightConnector1">
            <a:avLst/>
          </a:prstGeom>
          <a:noFill/>
          <a:ln w="6350" cap="flat" cmpd="sng" algn="ctr">
            <a:solidFill>
              <a:srgbClr val="4472C4"/>
            </a:solidFill>
            <a:prstDash val="solid"/>
            <a:miter lim="800000"/>
            <a:headEnd type="triangle"/>
            <a:tailEnd type="triangle"/>
          </a:ln>
          <a:effectLst/>
        </p:spPr>
      </p:cxnSp>
      <p:cxnSp>
        <p:nvCxnSpPr>
          <p:cNvPr id="28" name="Straight Arrow Connector 27">
            <a:extLst>
              <a:ext uri="{FF2B5EF4-FFF2-40B4-BE49-F238E27FC236}">
                <a16:creationId xmlns:a16="http://schemas.microsoft.com/office/drawing/2014/main" id="{9342ED0D-AC1A-0030-62DA-03D46869D8DD}"/>
              </a:ext>
            </a:extLst>
          </p:cNvPr>
          <p:cNvCxnSpPr>
            <a:cxnSpLocks/>
            <a:stCxn id="22" idx="2"/>
            <a:endCxn id="23" idx="0"/>
          </p:cNvCxnSpPr>
          <p:nvPr/>
        </p:nvCxnSpPr>
        <p:spPr>
          <a:xfrm>
            <a:off x="5896528" y="4111700"/>
            <a:ext cx="2" cy="508033"/>
          </a:xfrm>
          <a:prstGeom prst="straightConnector1">
            <a:avLst/>
          </a:prstGeom>
          <a:noFill/>
          <a:ln w="6350" cap="flat" cmpd="sng" algn="ctr">
            <a:solidFill>
              <a:srgbClr val="4472C4"/>
            </a:solidFill>
            <a:prstDash val="solid"/>
            <a:miter lim="800000"/>
            <a:headEnd type="triangle"/>
            <a:tailEnd type="triangle"/>
          </a:ln>
          <a:effectLst/>
        </p:spPr>
      </p:cxnSp>
      <p:sp>
        <p:nvSpPr>
          <p:cNvPr id="29" name="TextBox 28">
            <a:extLst>
              <a:ext uri="{FF2B5EF4-FFF2-40B4-BE49-F238E27FC236}">
                <a16:creationId xmlns:a16="http://schemas.microsoft.com/office/drawing/2014/main" id="{EA968B31-C8E9-00C6-6753-20524CDD6F0B}"/>
              </a:ext>
            </a:extLst>
          </p:cNvPr>
          <p:cNvSpPr txBox="1"/>
          <p:nvPr/>
        </p:nvSpPr>
        <p:spPr>
          <a:xfrm>
            <a:off x="5896530" y="4134884"/>
            <a:ext cx="2253914" cy="461665"/>
          </a:xfrm>
          <a:prstGeom prst="rect">
            <a:avLst/>
          </a:prstGeom>
          <a:noFill/>
        </p:spPr>
        <p:txBody>
          <a:bodyPr wrap="square" rtlCol="0">
            <a:spAutoFit/>
          </a:bodyPr>
          <a:lstStyle/>
          <a:p>
            <a:r>
              <a:rPr lang="en-IN" sz="1200" i="1" dirty="0">
                <a:solidFill>
                  <a:prstClr val="black"/>
                </a:solidFill>
                <a:latin typeface="Calibri" panose="020F0502020204030204"/>
              </a:rPr>
              <a:t>Auto change to done when all linked issues are moved to done</a:t>
            </a:r>
          </a:p>
        </p:txBody>
      </p:sp>
      <p:sp>
        <p:nvSpPr>
          <p:cNvPr id="30" name="Rectangle: Rounded Corners 29">
            <a:extLst>
              <a:ext uri="{FF2B5EF4-FFF2-40B4-BE49-F238E27FC236}">
                <a16:creationId xmlns:a16="http://schemas.microsoft.com/office/drawing/2014/main" id="{2E129093-2D55-DBB1-44D7-AFEDD50DFCE0}"/>
              </a:ext>
            </a:extLst>
          </p:cNvPr>
          <p:cNvSpPr/>
          <p:nvPr/>
        </p:nvSpPr>
        <p:spPr>
          <a:xfrm>
            <a:off x="6741145" y="2200539"/>
            <a:ext cx="336884" cy="168843"/>
          </a:xfrm>
          <a:prstGeom prst="roundRect">
            <a:avLst/>
          </a:prstGeom>
          <a:solidFill>
            <a:srgbClr val="E7E6E6">
              <a:lumMod val="50000"/>
            </a:srgb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dirty="0">
                <a:ln>
                  <a:noFill/>
                </a:ln>
                <a:solidFill>
                  <a:prstClr val="white"/>
                </a:solidFill>
                <a:effectLst/>
                <a:uLnTx/>
                <a:uFillTx/>
                <a:latin typeface="Calibri" panose="020F0502020204030204"/>
                <a:ea typeface="+mn-ea"/>
                <a:cs typeface="+mn-cs"/>
              </a:rPr>
              <a:t>All</a:t>
            </a:r>
          </a:p>
        </p:txBody>
      </p:sp>
      <p:cxnSp>
        <p:nvCxnSpPr>
          <p:cNvPr id="31" name="Straight Arrow Connector 30">
            <a:extLst>
              <a:ext uri="{FF2B5EF4-FFF2-40B4-BE49-F238E27FC236}">
                <a16:creationId xmlns:a16="http://schemas.microsoft.com/office/drawing/2014/main" id="{FEEF8FB7-E00E-B951-0051-88D29AE5CD93}"/>
              </a:ext>
            </a:extLst>
          </p:cNvPr>
          <p:cNvCxnSpPr>
            <a:stCxn id="30" idx="1"/>
          </p:cNvCxnSpPr>
          <p:nvPr/>
        </p:nvCxnSpPr>
        <p:spPr>
          <a:xfrm flipH="1">
            <a:off x="6340095" y="2284961"/>
            <a:ext cx="401050" cy="0"/>
          </a:xfrm>
          <a:prstGeom prst="straightConnector1">
            <a:avLst/>
          </a:prstGeom>
          <a:noFill/>
          <a:ln w="6350" cap="flat" cmpd="sng" algn="ctr">
            <a:solidFill>
              <a:srgbClr val="4472C4"/>
            </a:solidFill>
            <a:prstDash val="solid"/>
            <a:miter lim="800000"/>
            <a:tailEnd type="triangle"/>
          </a:ln>
          <a:effectLst/>
        </p:spPr>
      </p:cxnSp>
    </p:spTree>
    <p:extLst>
      <p:ext uri="{BB962C8B-B14F-4D97-AF65-F5344CB8AC3E}">
        <p14:creationId xmlns:p14="http://schemas.microsoft.com/office/powerpoint/2010/main" val="29243645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F0D0A-C8BD-480C-A6F2-F71C03DE8BA9}"/>
              </a:ext>
            </a:extLst>
          </p:cNvPr>
          <p:cNvSpPr>
            <a:spLocks noGrp="1"/>
          </p:cNvSpPr>
          <p:nvPr>
            <p:ph type="title"/>
          </p:nvPr>
        </p:nvSpPr>
        <p:spPr/>
        <p:txBody>
          <a:bodyPr/>
          <a:lstStyle/>
          <a:p>
            <a:r>
              <a:rPr lang="en-GB" sz="2000" b="0" dirty="0"/>
              <a:t>Jira </a:t>
            </a:r>
            <a:r>
              <a:rPr lang="en-GB" sz="2000" b="0" dirty="0" err="1"/>
              <a:t>Insprint</a:t>
            </a:r>
            <a:r>
              <a:rPr lang="en-GB" sz="2000" b="0" dirty="0"/>
              <a:t> Defect Workflows</a:t>
            </a:r>
          </a:p>
        </p:txBody>
      </p:sp>
      <p:sp>
        <p:nvSpPr>
          <p:cNvPr id="3" name="Oval 2">
            <a:extLst>
              <a:ext uri="{FF2B5EF4-FFF2-40B4-BE49-F238E27FC236}">
                <a16:creationId xmlns:a16="http://schemas.microsoft.com/office/drawing/2014/main" id="{6528441A-A018-8C94-E057-1C386F457E8A}"/>
              </a:ext>
            </a:extLst>
          </p:cNvPr>
          <p:cNvSpPr/>
          <p:nvPr/>
        </p:nvSpPr>
        <p:spPr>
          <a:xfrm>
            <a:off x="3906086" y="1056298"/>
            <a:ext cx="385010" cy="375385"/>
          </a:xfrm>
          <a:prstGeom prst="ellipse">
            <a:avLst/>
          </a:prstGeom>
          <a:solidFill>
            <a:srgbClr val="44546A">
              <a:lumMod val="75000"/>
            </a:srgbClr>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 name="Rectangle: Rounded Corners 3">
            <a:extLst>
              <a:ext uri="{FF2B5EF4-FFF2-40B4-BE49-F238E27FC236}">
                <a16:creationId xmlns:a16="http://schemas.microsoft.com/office/drawing/2014/main" id="{F9C4C214-0CE6-5A23-9E6B-F42E9570CD0E}"/>
              </a:ext>
            </a:extLst>
          </p:cNvPr>
          <p:cNvSpPr/>
          <p:nvPr/>
        </p:nvSpPr>
        <p:spPr>
          <a:xfrm>
            <a:off x="3655829" y="1739691"/>
            <a:ext cx="885524" cy="375385"/>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latin typeface="Calibri" panose="020F0502020204030204"/>
                <a:ea typeface="+mn-ea"/>
                <a:cs typeface="+mn-cs"/>
              </a:rPr>
              <a:t>New</a:t>
            </a:r>
          </a:p>
        </p:txBody>
      </p:sp>
      <p:sp>
        <p:nvSpPr>
          <p:cNvPr id="5" name="Rectangle: Rounded Corners 4">
            <a:extLst>
              <a:ext uri="{FF2B5EF4-FFF2-40B4-BE49-F238E27FC236}">
                <a16:creationId xmlns:a16="http://schemas.microsoft.com/office/drawing/2014/main" id="{4E68944F-F93B-9762-2019-D53478639E8E}"/>
              </a:ext>
            </a:extLst>
          </p:cNvPr>
          <p:cNvSpPr/>
          <p:nvPr/>
        </p:nvSpPr>
        <p:spPr>
          <a:xfrm>
            <a:off x="3212264" y="3734067"/>
            <a:ext cx="1772652" cy="375384"/>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latin typeface="Calibri" panose="020F0502020204030204"/>
                <a:ea typeface="+mn-ea"/>
                <a:cs typeface="+mn-cs"/>
              </a:rPr>
              <a:t>Ready for Testing</a:t>
            </a:r>
          </a:p>
        </p:txBody>
      </p:sp>
      <p:sp>
        <p:nvSpPr>
          <p:cNvPr id="6" name="Rectangle: Rounded Corners 5">
            <a:extLst>
              <a:ext uri="{FF2B5EF4-FFF2-40B4-BE49-F238E27FC236}">
                <a16:creationId xmlns:a16="http://schemas.microsoft.com/office/drawing/2014/main" id="{09EBF464-F204-06CE-895E-6CB496057ADA}"/>
              </a:ext>
            </a:extLst>
          </p:cNvPr>
          <p:cNvSpPr/>
          <p:nvPr/>
        </p:nvSpPr>
        <p:spPr>
          <a:xfrm>
            <a:off x="3433643" y="5211084"/>
            <a:ext cx="1329893" cy="283947"/>
          </a:xfrm>
          <a:prstGeom prst="roundRect">
            <a:avLst/>
          </a:prstGeom>
          <a:solidFill>
            <a:srgbClr val="70AD47"/>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black"/>
                </a:solidFill>
                <a:effectLst/>
                <a:uLnTx/>
                <a:uFillTx/>
                <a:latin typeface="Calibri" panose="020F0502020204030204"/>
                <a:ea typeface="+mn-ea"/>
                <a:cs typeface="+mn-cs"/>
              </a:rPr>
              <a:t>Closed</a:t>
            </a:r>
          </a:p>
        </p:txBody>
      </p:sp>
      <p:cxnSp>
        <p:nvCxnSpPr>
          <p:cNvPr id="7" name="Straight Arrow Connector 6">
            <a:extLst>
              <a:ext uri="{FF2B5EF4-FFF2-40B4-BE49-F238E27FC236}">
                <a16:creationId xmlns:a16="http://schemas.microsoft.com/office/drawing/2014/main" id="{3D12B5D5-2EF1-C979-5E62-F8AF8058B7E4}"/>
              </a:ext>
            </a:extLst>
          </p:cNvPr>
          <p:cNvCxnSpPr>
            <a:cxnSpLocks/>
            <a:stCxn id="3" idx="4"/>
            <a:endCxn id="4" idx="0"/>
          </p:cNvCxnSpPr>
          <p:nvPr/>
        </p:nvCxnSpPr>
        <p:spPr>
          <a:xfrm>
            <a:off x="4098591" y="1431683"/>
            <a:ext cx="0" cy="308008"/>
          </a:xfrm>
          <a:prstGeom prst="straightConnector1">
            <a:avLst/>
          </a:prstGeom>
          <a:noFill/>
          <a:ln w="6350" cap="flat" cmpd="sng" algn="ctr">
            <a:solidFill>
              <a:srgbClr val="4472C4"/>
            </a:solidFill>
            <a:prstDash val="solid"/>
            <a:miter lim="800000"/>
            <a:tailEnd type="triangle"/>
          </a:ln>
          <a:effectLst/>
        </p:spPr>
      </p:cxnSp>
      <p:sp>
        <p:nvSpPr>
          <p:cNvPr id="8" name="Rectangle: Rounded Corners 7">
            <a:extLst>
              <a:ext uri="{FF2B5EF4-FFF2-40B4-BE49-F238E27FC236}">
                <a16:creationId xmlns:a16="http://schemas.microsoft.com/office/drawing/2014/main" id="{027A9497-24A2-B1B0-16BA-DB36055D9B6C}"/>
              </a:ext>
            </a:extLst>
          </p:cNvPr>
          <p:cNvSpPr/>
          <p:nvPr/>
        </p:nvSpPr>
        <p:spPr>
          <a:xfrm>
            <a:off x="4942403" y="1832677"/>
            <a:ext cx="336884" cy="168843"/>
          </a:xfrm>
          <a:prstGeom prst="roundRect">
            <a:avLst/>
          </a:prstGeom>
          <a:solidFill>
            <a:srgbClr val="E7E6E6">
              <a:lumMod val="50000"/>
            </a:srgb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dirty="0">
                <a:ln>
                  <a:noFill/>
                </a:ln>
                <a:solidFill>
                  <a:prstClr val="white"/>
                </a:solidFill>
                <a:effectLst/>
                <a:uLnTx/>
                <a:uFillTx/>
                <a:latin typeface="Calibri" panose="020F0502020204030204"/>
                <a:ea typeface="+mn-ea"/>
                <a:cs typeface="+mn-cs"/>
              </a:rPr>
              <a:t>All</a:t>
            </a:r>
          </a:p>
        </p:txBody>
      </p:sp>
      <p:cxnSp>
        <p:nvCxnSpPr>
          <p:cNvPr id="10" name="Straight Arrow Connector 9">
            <a:extLst>
              <a:ext uri="{FF2B5EF4-FFF2-40B4-BE49-F238E27FC236}">
                <a16:creationId xmlns:a16="http://schemas.microsoft.com/office/drawing/2014/main" id="{536934B4-601C-6DF9-104D-EB7786E329FF}"/>
              </a:ext>
            </a:extLst>
          </p:cNvPr>
          <p:cNvCxnSpPr>
            <a:stCxn id="8" idx="1"/>
          </p:cNvCxnSpPr>
          <p:nvPr/>
        </p:nvCxnSpPr>
        <p:spPr>
          <a:xfrm flipH="1">
            <a:off x="4541353" y="1917099"/>
            <a:ext cx="401050" cy="0"/>
          </a:xfrm>
          <a:prstGeom prst="straightConnector1">
            <a:avLst/>
          </a:prstGeom>
          <a:noFill/>
          <a:ln w="6350" cap="flat" cmpd="sng" algn="ctr">
            <a:solidFill>
              <a:srgbClr val="4472C4"/>
            </a:solidFill>
            <a:prstDash val="solid"/>
            <a:miter lim="800000"/>
            <a:tailEnd type="triangle"/>
          </a:ln>
          <a:effectLst/>
        </p:spPr>
      </p:cxnSp>
      <p:sp>
        <p:nvSpPr>
          <p:cNvPr id="11" name="Rectangle: Rounded Corners 10">
            <a:extLst>
              <a:ext uri="{FF2B5EF4-FFF2-40B4-BE49-F238E27FC236}">
                <a16:creationId xmlns:a16="http://schemas.microsoft.com/office/drawing/2014/main" id="{E745C0FA-5078-6F24-E48B-1142B6070D8D}"/>
              </a:ext>
            </a:extLst>
          </p:cNvPr>
          <p:cNvSpPr/>
          <p:nvPr/>
        </p:nvSpPr>
        <p:spPr>
          <a:xfrm>
            <a:off x="3655829" y="2423084"/>
            <a:ext cx="885524" cy="375385"/>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latin typeface="Calibri" panose="020F0502020204030204"/>
                <a:ea typeface="+mn-ea"/>
                <a:cs typeface="+mn-cs"/>
              </a:rPr>
              <a:t>Open</a:t>
            </a:r>
          </a:p>
        </p:txBody>
      </p:sp>
      <p:sp>
        <p:nvSpPr>
          <p:cNvPr id="12" name="Rectangle: Rounded Corners 11">
            <a:extLst>
              <a:ext uri="{FF2B5EF4-FFF2-40B4-BE49-F238E27FC236}">
                <a16:creationId xmlns:a16="http://schemas.microsoft.com/office/drawing/2014/main" id="{5C76F99D-C07F-3292-72EA-71C52650F3B2}"/>
              </a:ext>
            </a:extLst>
          </p:cNvPr>
          <p:cNvSpPr/>
          <p:nvPr/>
        </p:nvSpPr>
        <p:spPr>
          <a:xfrm>
            <a:off x="5790901" y="2428789"/>
            <a:ext cx="885524" cy="375385"/>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400" kern="0" dirty="0">
                <a:solidFill>
                  <a:prstClr val="white"/>
                </a:solidFill>
                <a:latin typeface="Calibri" panose="020F0502020204030204"/>
              </a:rPr>
              <a:t>Reopen</a:t>
            </a:r>
            <a:endParaRPr kumimoji="0" lang="en-IN" sz="14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13" name="Rectangle: Rounded Corners 12">
            <a:extLst>
              <a:ext uri="{FF2B5EF4-FFF2-40B4-BE49-F238E27FC236}">
                <a16:creationId xmlns:a16="http://schemas.microsoft.com/office/drawing/2014/main" id="{032079F3-EB82-D792-406E-E9CA21B88B6E}"/>
              </a:ext>
            </a:extLst>
          </p:cNvPr>
          <p:cNvSpPr/>
          <p:nvPr/>
        </p:nvSpPr>
        <p:spPr>
          <a:xfrm>
            <a:off x="3212264" y="4451772"/>
            <a:ext cx="1772652" cy="375384"/>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latin typeface="Calibri" panose="020F0502020204030204"/>
                <a:ea typeface="+mn-ea"/>
                <a:cs typeface="+mn-cs"/>
              </a:rPr>
              <a:t>In Testing</a:t>
            </a:r>
          </a:p>
        </p:txBody>
      </p:sp>
      <p:sp>
        <p:nvSpPr>
          <p:cNvPr id="14" name="Rectangle: Rounded Corners 13">
            <a:extLst>
              <a:ext uri="{FF2B5EF4-FFF2-40B4-BE49-F238E27FC236}">
                <a16:creationId xmlns:a16="http://schemas.microsoft.com/office/drawing/2014/main" id="{1899223E-1FF6-986B-6B03-F1C09715436F}"/>
              </a:ext>
            </a:extLst>
          </p:cNvPr>
          <p:cNvSpPr/>
          <p:nvPr/>
        </p:nvSpPr>
        <p:spPr>
          <a:xfrm>
            <a:off x="3655828" y="3044632"/>
            <a:ext cx="885524" cy="375385"/>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latin typeface="Calibri" panose="020F0502020204030204"/>
                <a:ea typeface="+mn-ea"/>
                <a:cs typeface="+mn-cs"/>
              </a:rPr>
              <a:t>Fixed</a:t>
            </a:r>
          </a:p>
        </p:txBody>
      </p:sp>
      <p:sp>
        <p:nvSpPr>
          <p:cNvPr id="15" name="Rectangle: Rounded Corners 14">
            <a:extLst>
              <a:ext uri="{FF2B5EF4-FFF2-40B4-BE49-F238E27FC236}">
                <a16:creationId xmlns:a16="http://schemas.microsoft.com/office/drawing/2014/main" id="{3E146738-36A3-0C2E-0AEA-1504FD4BCACC}"/>
              </a:ext>
            </a:extLst>
          </p:cNvPr>
          <p:cNvSpPr/>
          <p:nvPr/>
        </p:nvSpPr>
        <p:spPr>
          <a:xfrm>
            <a:off x="7473752" y="1692843"/>
            <a:ext cx="885524" cy="283946"/>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latin typeface="Calibri" panose="020F0502020204030204"/>
                <a:ea typeface="+mn-ea"/>
                <a:cs typeface="+mn-cs"/>
              </a:rPr>
              <a:t>On Hold</a:t>
            </a:r>
          </a:p>
        </p:txBody>
      </p:sp>
      <p:sp>
        <p:nvSpPr>
          <p:cNvPr id="16" name="Rectangle: Rounded Corners 15">
            <a:extLst>
              <a:ext uri="{FF2B5EF4-FFF2-40B4-BE49-F238E27FC236}">
                <a16:creationId xmlns:a16="http://schemas.microsoft.com/office/drawing/2014/main" id="{B46BD067-CA4E-838B-8E63-EB0C63205D72}"/>
              </a:ext>
            </a:extLst>
          </p:cNvPr>
          <p:cNvSpPr/>
          <p:nvPr/>
        </p:nvSpPr>
        <p:spPr>
          <a:xfrm>
            <a:off x="7336373" y="2966698"/>
            <a:ext cx="1032362" cy="323270"/>
          </a:xfrm>
          <a:prstGeom prst="roundRect">
            <a:avLst/>
          </a:prstGeom>
          <a:solidFill>
            <a:srgbClr val="70AD47"/>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black"/>
                </a:solidFill>
                <a:effectLst/>
                <a:uLnTx/>
                <a:uFillTx/>
                <a:latin typeface="Calibri" panose="020F0502020204030204"/>
                <a:ea typeface="+mn-ea"/>
                <a:cs typeface="+mn-cs"/>
              </a:rPr>
              <a:t>Duplicate</a:t>
            </a:r>
          </a:p>
        </p:txBody>
      </p:sp>
      <p:sp>
        <p:nvSpPr>
          <p:cNvPr id="17" name="Rectangle: Rounded Corners 16">
            <a:extLst>
              <a:ext uri="{FF2B5EF4-FFF2-40B4-BE49-F238E27FC236}">
                <a16:creationId xmlns:a16="http://schemas.microsoft.com/office/drawing/2014/main" id="{C6E4D2E2-B2F8-1CA6-FD1A-3B7D642508E1}"/>
              </a:ext>
            </a:extLst>
          </p:cNvPr>
          <p:cNvSpPr/>
          <p:nvPr/>
        </p:nvSpPr>
        <p:spPr>
          <a:xfrm>
            <a:off x="8760326" y="1750394"/>
            <a:ext cx="336884" cy="168843"/>
          </a:xfrm>
          <a:prstGeom prst="roundRect">
            <a:avLst/>
          </a:prstGeom>
          <a:solidFill>
            <a:srgbClr val="E7E6E6">
              <a:lumMod val="50000"/>
            </a:srgb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dirty="0">
                <a:ln>
                  <a:noFill/>
                </a:ln>
                <a:solidFill>
                  <a:prstClr val="white"/>
                </a:solidFill>
                <a:effectLst/>
                <a:uLnTx/>
                <a:uFillTx/>
                <a:latin typeface="Calibri" panose="020F0502020204030204"/>
                <a:ea typeface="+mn-ea"/>
                <a:cs typeface="+mn-cs"/>
              </a:rPr>
              <a:t>All</a:t>
            </a:r>
          </a:p>
        </p:txBody>
      </p:sp>
      <p:cxnSp>
        <p:nvCxnSpPr>
          <p:cNvPr id="18" name="Straight Arrow Connector 17">
            <a:extLst>
              <a:ext uri="{FF2B5EF4-FFF2-40B4-BE49-F238E27FC236}">
                <a16:creationId xmlns:a16="http://schemas.microsoft.com/office/drawing/2014/main" id="{693667CC-0EA2-4796-9FF5-F6389F4150AF}"/>
              </a:ext>
            </a:extLst>
          </p:cNvPr>
          <p:cNvCxnSpPr>
            <a:stCxn id="17" idx="1"/>
            <a:endCxn id="15" idx="3"/>
          </p:cNvCxnSpPr>
          <p:nvPr/>
        </p:nvCxnSpPr>
        <p:spPr>
          <a:xfrm flipH="1">
            <a:off x="8359276" y="1834816"/>
            <a:ext cx="401050" cy="0"/>
          </a:xfrm>
          <a:prstGeom prst="straightConnector1">
            <a:avLst/>
          </a:prstGeom>
          <a:noFill/>
          <a:ln w="6350" cap="flat" cmpd="sng" algn="ctr">
            <a:solidFill>
              <a:srgbClr val="4472C4"/>
            </a:solidFill>
            <a:prstDash val="solid"/>
            <a:miter lim="800000"/>
            <a:tailEnd type="triangle"/>
          </a:ln>
          <a:effectLst/>
        </p:spPr>
      </p:cxnSp>
      <p:sp>
        <p:nvSpPr>
          <p:cNvPr id="19" name="Rectangle: Rounded Corners 18">
            <a:extLst>
              <a:ext uri="{FF2B5EF4-FFF2-40B4-BE49-F238E27FC236}">
                <a16:creationId xmlns:a16="http://schemas.microsoft.com/office/drawing/2014/main" id="{803B5422-B348-CB71-E463-9555EDDD4EEC}"/>
              </a:ext>
            </a:extLst>
          </p:cNvPr>
          <p:cNvSpPr/>
          <p:nvPr/>
        </p:nvSpPr>
        <p:spPr>
          <a:xfrm>
            <a:off x="8769785" y="2535965"/>
            <a:ext cx="336884" cy="168843"/>
          </a:xfrm>
          <a:prstGeom prst="roundRect">
            <a:avLst/>
          </a:prstGeom>
          <a:solidFill>
            <a:srgbClr val="E7E6E6">
              <a:lumMod val="50000"/>
            </a:srgb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dirty="0">
                <a:ln>
                  <a:noFill/>
                </a:ln>
                <a:solidFill>
                  <a:prstClr val="white"/>
                </a:solidFill>
                <a:effectLst/>
                <a:uLnTx/>
                <a:uFillTx/>
                <a:latin typeface="Calibri" panose="020F0502020204030204"/>
                <a:ea typeface="+mn-ea"/>
                <a:cs typeface="+mn-cs"/>
              </a:rPr>
              <a:t>All</a:t>
            </a:r>
          </a:p>
        </p:txBody>
      </p:sp>
      <p:cxnSp>
        <p:nvCxnSpPr>
          <p:cNvPr id="20" name="Straight Arrow Connector 19">
            <a:extLst>
              <a:ext uri="{FF2B5EF4-FFF2-40B4-BE49-F238E27FC236}">
                <a16:creationId xmlns:a16="http://schemas.microsoft.com/office/drawing/2014/main" id="{26801883-F74F-431C-342B-83B5C68CD89E}"/>
              </a:ext>
            </a:extLst>
          </p:cNvPr>
          <p:cNvCxnSpPr>
            <a:stCxn id="19" idx="1"/>
          </p:cNvCxnSpPr>
          <p:nvPr/>
        </p:nvCxnSpPr>
        <p:spPr>
          <a:xfrm flipH="1">
            <a:off x="8368735" y="2620387"/>
            <a:ext cx="401050" cy="0"/>
          </a:xfrm>
          <a:prstGeom prst="straightConnector1">
            <a:avLst/>
          </a:prstGeom>
          <a:noFill/>
          <a:ln w="6350" cap="flat" cmpd="sng" algn="ctr">
            <a:solidFill>
              <a:srgbClr val="4472C4"/>
            </a:solidFill>
            <a:prstDash val="solid"/>
            <a:miter lim="800000"/>
            <a:tailEnd type="triangle"/>
          </a:ln>
          <a:effectLst/>
        </p:spPr>
      </p:cxnSp>
      <p:sp>
        <p:nvSpPr>
          <p:cNvPr id="21" name="Rectangle: Rounded Corners 20">
            <a:extLst>
              <a:ext uri="{FF2B5EF4-FFF2-40B4-BE49-F238E27FC236}">
                <a16:creationId xmlns:a16="http://schemas.microsoft.com/office/drawing/2014/main" id="{74974B9E-F928-3C87-66EC-C1F214C89C4B}"/>
              </a:ext>
            </a:extLst>
          </p:cNvPr>
          <p:cNvSpPr/>
          <p:nvPr/>
        </p:nvSpPr>
        <p:spPr>
          <a:xfrm>
            <a:off x="8769785" y="3034074"/>
            <a:ext cx="336884" cy="168843"/>
          </a:xfrm>
          <a:prstGeom prst="roundRect">
            <a:avLst/>
          </a:prstGeom>
          <a:solidFill>
            <a:srgbClr val="E7E6E6">
              <a:lumMod val="50000"/>
            </a:srgb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dirty="0">
                <a:ln>
                  <a:noFill/>
                </a:ln>
                <a:solidFill>
                  <a:prstClr val="white"/>
                </a:solidFill>
                <a:effectLst/>
                <a:uLnTx/>
                <a:uFillTx/>
                <a:latin typeface="Calibri" panose="020F0502020204030204"/>
                <a:ea typeface="+mn-ea"/>
                <a:cs typeface="+mn-cs"/>
              </a:rPr>
              <a:t>All</a:t>
            </a:r>
          </a:p>
        </p:txBody>
      </p:sp>
      <p:cxnSp>
        <p:nvCxnSpPr>
          <p:cNvPr id="22" name="Straight Arrow Connector 21">
            <a:extLst>
              <a:ext uri="{FF2B5EF4-FFF2-40B4-BE49-F238E27FC236}">
                <a16:creationId xmlns:a16="http://schemas.microsoft.com/office/drawing/2014/main" id="{8468FF73-D857-234C-8220-EED7B0B7BB00}"/>
              </a:ext>
            </a:extLst>
          </p:cNvPr>
          <p:cNvCxnSpPr>
            <a:stCxn id="21" idx="1"/>
          </p:cNvCxnSpPr>
          <p:nvPr/>
        </p:nvCxnSpPr>
        <p:spPr>
          <a:xfrm flipH="1">
            <a:off x="8368735" y="3118496"/>
            <a:ext cx="401050" cy="0"/>
          </a:xfrm>
          <a:prstGeom prst="straightConnector1">
            <a:avLst/>
          </a:prstGeom>
          <a:noFill/>
          <a:ln w="6350" cap="flat" cmpd="sng" algn="ctr">
            <a:solidFill>
              <a:srgbClr val="4472C4"/>
            </a:solidFill>
            <a:prstDash val="solid"/>
            <a:miter lim="800000"/>
            <a:tailEnd type="triangle"/>
          </a:ln>
          <a:effectLst/>
        </p:spPr>
      </p:cxnSp>
      <p:sp>
        <p:nvSpPr>
          <p:cNvPr id="23" name="Rectangle: Rounded Corners 22">
            <a:extLst>
              <a:ext uri="{FF2B5EF4-FFF2-40B4-BE49-F238E27FC236}">
                <a16:creationId xmlns:a16="http://schemas.microsoft.com/office/drawing/2014/main" id="{EC3B5AD0-0DBB-4218-6B65-62D7D9669D4C}"/>
              </a:ext>
            </a:extLst>
          </p:cNvPr>
          <p:cNvSpPr/>
          <p:nvPr/>
        </p:nvSpPr>
        <p:spPr>
          <a:xfrm>
            <a:off x="7473752" y="2478413"/>
            <a:ext cx="885524" cy="283946"/>
          </a:xfrm>
          <a:prstGeom prst="roundRect">
            <a:avLst/>
          </a:prstGeom>
          <a:solidFill>
            <a:srgbClr val="70AD47"/>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black"/>
                </a:solidFill>
                <a:effectLst/>
                <a:uLnTx/>
                <a:uFillTx/>
                <a:latin typeface="Calibri" panose="020F0502020204030204"/>
                <a:ea typeface="+mn-ea"/>
                <a:cs typeface="+mn-cs"/>
              </a:rPr>
              <a:t>Rejected</a:t>
            </a:r>
          </a:p>
        </p:txBody>
      </p:sp>
      <p:cxnSp>
        <p:nvCxnSpPr>
          <p:cNvPr id="24" name="Straight Arrow Connector 23">
            <a:extLst>
              <a:ext uri="{FF2B5EF4-FFF2-40B4-BE49-F238E27FC236}">
                <a16:creationId xmlns:a16="http://schemas.microsoft.com/office/drawing/2014/main" id="{2AB8AF02-7CCB-0588-826A-B359570BDADF}"/>
              </a:ext>
            </a:extLst>
          </p:cNvPr>
          <p:cNvCxnSpPr>
            <a:stCxn id="4" idx="2"/>
            <a:endCxn id="11" idx="0"/>
          </p:cNvCxnSpPr>
          <p:nvPr/>
        </p:nvCxnSpPr>
        <p:spPr bwMode="auto">
          <a:xfrm>
            <a:off x="4098591" y="2115076"/>
            <a:ext cx="0" cy="308008"/>
          </a:xfrm>
          <a:prstGeom prst="straightConnector1">
            <a:avLst/>
          </a:prstGeom>
          <a:solidFill>
            <a:schemeClr val="accent1"/>
          </a:solidFill>
          <a:ln w="9525" cap="flat" cmpd="sng" algn="ctr">
            <a:solidFill>
              <a:srgbClr val="0070C0"/>
            </a:solidFill>
            <a:prstDash val="solid"/>
            <a:round/>
            <a:headEnd type="triangle"/>
            <a:tailEnd type="triangle"/>
          </a:ln>
          <a:effectLst/>
        </p:spPr>
      </p:cxnSp>
      <p:cxnSp>
        <p:nvCxnSpPr>
          <p:cNvPr id="25" name="Straight Arrow Connector 24">
            <a:extLst>
              <a:ext uri="{FF2B5EF4-FFF2-40B4-BE49-F238E27FC236}">
                <a16:creationId xmlns:a16="http://schemas.microsoft.com/office/drawing/2014/main" id="{FCA3BDE8-88FC-17B7-33FA-1D86C5E730E3}"/>
              </a:ext>
            </a:extLst>
          </p:cNvPr>
          <p:cNvCxnSpPr>
            <a:stCxn id="11" idx="2"/>
            <a:endCxn id="14" idx="0"/>
          </p:cNvCxnSpPr>
          <p:nvPr/>
        </p:nvCxnSpPr>
        <p:spPr bwMode="auto">
          <a:xfrm flipH="1">
            <a:off x="4098590" y="2798469"/>
            <a:ext cx="1" cy="246163"/>
          </a:xfrm>
          <a:prstGeom prst="straightConnector1">
            <a:avLst/>
          </a:prstGeom>
          <a:solidFill>
            <a:schemeClr val="accent1"/>
          </a:solidFill>
          <a:ln w="9525" cap="flat" cmpd="sng" algn="ctr">
            <a:solidFill>
              <a:srgbClr val="0070C0"/>
            </a:solidFill>
            <a:prstDash val="solid"/>
            <a:round/>
            <a:headEnd type="triangle"/>
            <a:tailEnd type="triangle"/>
          </a:ln>
          <a:effectLst/>
        </p:spPr>
      </p:cxnSp>
      <p:cxnSp>
        <p:nvCxnSpPr>
          <p:cNvPr id="26" name="Straight Arrow Connector 25">
            <a:extLst>
              <a:ext uri="{FF2B5EF4-FFF2-40B4-BE49-F238E27FC236}">
                <a16:creationId xmlns:a16="http://schemas.microsoft.com/office/drawing/2014/main" id="{DA1A7095-36A5-991E-1069-1C5E8754CA80}"/>
              </a:ext>
            </a:extLst>
          </p:cNvPr>
          <p:cNvCxnSpPr>
            <a:stCxn id="14" idx="2"/>
            <a:endCxn id="5" idx="0"/>
          </p:cNvCxnSpPr>
          <p:nvPr/>
        </p:nvCxnSpPr>
        <p:spPr bwMode="auto">
          <a:xfrm>
            <a:off x="4098590" y="3420017"/>
            <a:ext cx="0" cy="314050"/>
          </a:xfrm>
          <a:prstGeom prst="straightConnector1">
            <a:avLst/>
          </a:prstGeom>
          <a:solidFill>
            <a:schemeClr val="accent1"/>
          </a:solidFill>
          <a:ln w="9525" cap="flat" cmpd="sng" algn="ctr">
            <a:solidFill>
              <a:srgbClr val="0070C0"/>
            </a:solidFill>
            <a:prstDash val="solid"/>
            <a:round/>
            <a:headEnd type="triangle"/>
            <a:tailEnd type="triangle"/>
          </a:ln>
          <a:effectLst/>
        </p:spPr>
      </p:cxnSp>
      <p:cxnSp>
        <p:nvCxnSpPr>
          <p:cNvPr id="27" name="Straight Arrow Connector 26">
            <a:extLst>
              <a:ext uri="{FF2B5EF4-FFF2-40B4-BE49-F238E27FC236}">
                <a16:creationId xmlns:a16="http://schemas.microsoft.com/office/drawing/2014/main" id="{E0CFA61A-EAC0-FCB8-11C2-F430BCE7761D}"/>
              </a:ext>
            </a:extLst>
          </p:cNvPr>
          <p:cNvCxnSpPr>
            <a:cxnSpLocks/>
            <a:stCxn id="5" idx="2"/>
            <a:endCxn id="13" idx="0"/>
          </p:cNvCxnSpPr>
          <p:nvPr/>
        </p:nvCxnSpPr>
        <p:spPr bwMode="auto">
          <a:xfrm>
            <a:off x="4098590" y="4109451"/>
            <a:ext cx="0" cy="342321"/>
          </a:xfrm>
          <a:prstGeom prst="straightConnector1">
            <a:avLst/>
          </a:prstGeom>
          <a:solidFill>
            <a:schemeClr val="accent1"/>
          </a:solidFill>
          <a:ln w="9525" cap="flat" cmpd="sng" algn="ctr">
            <a:solidFill>
              <a:srgbClr val="0070C0"/>
            </a:solidFill>
            <a:prstDash val="solid"/>
            <a:round/>
            <a:headEnd type="triangle"/>
            <a:tailEnd type="triangle"/>
          </a:ln>
          <a:effectLst/>
        </p:spPr>
      </p:cxnSp>
      <p:cxnSp>
        <p:nvCxnSpPr>
          <p:cNvPr id="28" name="Straight Arrow Connector 27">
            <a:extLst>
              <a:ext uri="{FF2B5EF4-FFF2-40B4-BE49-F238E27FC236}">
                <a16:creationId xmlns:a16="http://schemas.microsoft.com/office/drawing/2014/main" id="{2DC922F1-B17F-7CA9-1FB6-76EB5DCEBC85}"/>
              </a:ext>
            </a:extLst>
          </p:cNvPr>
          <p:cNvCxnSpPr>
            <a:stCxn id="13" idx="2"/>
            <a:endCxn id="6" idx="0"/>
          </p:cNvCxnSpPr>
          <p:nvPr/>
        </p:nvCxnSpPr>
        <p:spPr bwMode="auto">
          <a:xfrm>
            <a:off x="4098590" y="4827156"/>
            <a:ext cx="0" cy="383928"/>
          </a:xfrm>
          <a:prstGeom prst="straightConnector1">
            <a:avLst/>
          </a:prstGeom>
          <a:solidFill>
            <a:schemeClr val="accent1"/>
          </a:solidFill>
          <a:ln w="9525" cap="flat" cmpd="sng" algn="ctr">
            <a:solidFill>
              <a:srgbClr val="0070C0"/>
            </a:solidFill>
            <a:prstDash val="solid"/>
            <a:round/>
            <a:headEnd type="triangle"/>
            <a:tailEnd type="triangle"/>
          </a:ln>
          <a:effectLst/>
        </p:spPr>
      </p:cxnSp>
      <p:sp>
        <p:nvSpPr>
          <p:cNvPr id="29" name="Rectangle: Rounded Corners 28">
            <a:extLst>
              <a:ext uri="{FF2B5EF4-FFF2-40B4-BE49-F238E27FC236}">
                <a16:creationId xmlns:a16="http://schemas.microsoft.com/office/drawing/2014/main" id="{6449B6B0-AFF1-5B35-F975-2614441C35D2}"/>
              </a:ext>
            </a:extLst>
          </p:cNvPr>
          <p:cNvSpPr/>
          <p:nvPr/>
        </p:nvSpPr>
        <p:spPr>
          <a:xfrm>
            <a:off x="7488819" y="2097410"/>
            <a:ext cx="885524" cy="283946"/>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latin typeface="Calibri" panose="020F0502020204030204"/>
                <a:ea typeface="+mn-ea"/>
                <a:cs typeface="+mn-cs"/>
              </a:rPr>
              <a:t>Deferred</a:t>
            </a:r>
          </a:p>
        </p:txBody>
      </p:sp>
      <p:sp>
        <p:nvSpPr>
          <p:cNvPr id="30" name="Rectangle: Rounded Corners 29">
            <a:extLst>
              <a:ext uri="{FF2B5EF4-FFF2-40B4-BE49-F238E27FC236}">
                <a16:creationId xmlns:a16="http://schemas.microsoft.com/office/drawing/2014/main" id="{4D73EF6F-AE5E-AB66-E763-D29C4C5C2CAF}"/>
              </a:ext>
            </a:extLst>
          </p:cNvPr>
          <p:cNvSpPr/>
          <p:nvPr/>
        </p:nvSpPr>
        <p:spPr>
          <a:xfrm>
            <a:off x="8775393" y="2154961"/>
            <a:ext cx="336884" cy="168843"/>
          </a:xfrm>
          <a:prstGeom prst="roundRect">
            <a:avLst/>
          </a:prstGeom>
          <a:solidFill>
            <a:srgbClr val="E7E6E6">
              <a:lumMod val="50000"/>
            </a:srgb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dirty="0">
                <a:ln>
                  <a:noFill/>
                </a:ln>
                <a:solidFill>
                  <a:prstClr val="white"/>
                </a:solidFill>
                <a:effectLst/>
                <a:uLnTx/>
                <a:uFillTx/>
                <a:latin typeface="Calibri" panose="020F0502020204030204"/>
                <a:ea typeface="+mn-ea"/>
                <a:cs typeface="+mn-cs"/>
              </a:rPr>
              <a:t>All</a:t>
            </a:r>
          </a:p>
        </p:txBody>
      </p:sp>
      <p:cxnSp>
        <p:nvCxnSpPr>
          <p:cNvPr id="31" name="Straight Arrow Connector 30">
            <a:extLst>
              <a:ext uri="{FF2B5EF4-FFF2-40B4-BE49-F238E27FC236}">
                <a16:creationId xmlns:a16="http://schemas.microsoft.com/office/drawing/2014/main" id="{0A8E5531-72F1-938F-DEE6-1AE8E5A01F57}"/>
              </a:ext>
            </a:extLst>
          </p:cNvPr>
          <p:cNvCxnSpPr>
            <a:stCxn id="30" idx="1"/>
            <a:endCxn id="29" idx="3"/>
          </p:cNvCxnSpPr>
          <p:nvPr/>
        </p:nvCxnSpPr>
        <p:spPr>
          <a:xfrm flipH="1">
            <a:off x="8374343" y="2239383"/>
            <a:ext cx="401050" cy="0"/>
          </a:xfrm>
          <a:prstGeom prst="straightConnector1">
            <a:avLst/>
          </a:prstGeom>
          <a:noFill/>
          <a:ln w="6350" cap="flat" cmpd="sng" algn="ctr">
            <a:solidFill>
              <a:srgbClr val="4472C4"/>
            </a:solidFill>
            <a:prstDash val="solid"/>
            <a:miter lim="800000"/>
            <a:tailEnd type="triangle"/>
          </a:ln>
          <a:effectLst/>
        </p:spPr>
      </p:cxnSp>
      <p:cxnSp>
        <p:nvCxnSpPr>
          <p:cNvPr id="32" name="Straight Arrow Connector 31">
            <a:extLst>
              <a:ext uri="{FF2B5EF4-FFF2-40B4-BE49-F238E27FC236}">
                <a16:creationId xmlns:a16="http://schemas.microsoft.com/office/drawing/2014/main" id="{6390DAD8-B2EB-ECC2-6EFB-3E4CF73F9733}"/>
              </a:ext>
            </a:extLst>
          </p:cNvPr>
          <p:cNvCxnSpPr>
            <a:stCxn id="12" idx="1"/>
            <a:endCxn id="11" idx="3"/>
          </p:cNvCxnSpPr>
          <p:nvPr/>
        </p:nvCxnSpPr>
        <p:spPr bwMode="auto">
          <a:xfrm flipH="1" flipV="1">
            <a:off x="4541353" y="2610777"/>
            <a:ext cx="1249548" cy="5705"/>
          </a:xfrm>
          <a:prstGeom prst="straightConnector1">
            <a:avLst/>
          </a:prstGeom>
          <a:solidFill>
            <a:schemeClr val="accent1"/>
          </a:solidFill>
          <a:ln w="9525" cap="flat" cmpd="sng" algn="ctr">
            <a:solidFill>
              <a:srgbClr val="0070C0"/>
            </a:solidFill>
            <a:prstDash val="solid"/>
            <a:round/>
            <a:headEnd type="none" w="med" len="med"/>
            <a:tailEnd type="triangle"/>
          </a:ln>
          <a:effectLst/>
        </p:spPr>
      </p:cxnSp>
      <p:cxnSp>
        <p:nvCxnSpPr>
          <p:cNvPr id="33" name="Straight Arrow Connector 32">
            <a:extLst>
              <a:ext uri="{FF2B5EF4-FFF2-40B4-BE49-F238E27FC236}">
                <a16:creationId xmlns:a16="http://schemas.microsoft.com/office/drawing/2014/main" id="{3A97B3B9-321D-26B5-5D16-90843984EDB5}"/>
              </a:ext>
            </a:extLst>
          </p:cNvPr>
          <p:cNvCxnSpPr>
            <a:stCxn id="23" idx="1"/>
            <a:endCxn id="12" idx="3"/>
          </p:cNvCxnSpPr>
          <p:nvPr/>
        </p:nvCxnSpPr>
        <p:spPr bwMode="auto">
          <a:xfrm flipH="1" flipV="1">
            <a:off x="6676425" y="2616482"/>
            <a:ext cx="797327" cy="3904"/>
          </a:xfrm>
          <a:prstGeom prst="straightConnector1">
            <a:avLst/>
          </a:prstGeom>
          <a:solidFill>
            <a:schemeClr val="accent1"/>
          </a:solidFill>
          <a:ln w="9525" cap="flat" cmpd="sng" algn="ctr">
            <a:solidFill>
              <a:srgbClr val="0070C0"/>
            </a:solidFill>
            <a:prstDash val="solid"/>
            <a:round/>
            <a:headEnd type="none" w="med" len="med"/>
            <a:tailEnd type="triangle"/>
          </a:ln>
          <a:effectLst/>
        </p:spPr>
      </p:cxnSp>
      <p:cxnSp>
        <p:nvCxnSpPr>
          <p:cNvPr id="34" name="Straight Connector 33">
            <a:extLst>
              <a:ext uri="{FF2B5EF4-FFF2-40B4-BE49-F238E27FC236}">
                <a16:creationId xmlns:a16="http://schemas.microsoft.com/office/drawing/2014/main" id="{D763B88C-BB93-FF91-AA75-517C83DE35F0}"/>
              </a:ext>
            </a:extLst>
          </p:cNvPr>
          <p:cNvCxnSpPr>
            <a:cxnSpLocks/>
            <a:endCxn id="16" idx="1"/>
          </p:cNvCxnSpPr>
          <p:nvPr/>
        </p:nvCxnSpPr>
        <p:spPr bwMode="auto">
          <a:xfrm>
            <a:off x="6233663" y="3118496"/>
            <a:ext cx="1102710" cy="9837"/>
          </a:xfrm>
          <a:prstGeom prst="line">
            <a:avLst/>
          </a:prstGeom>
          <a:solidFill>
            <a:schemeClr val="accent1"/>
          </a:solidFill>
          <a:ln w="9525" cap="flat" cmpd="sng" algn="ctr">
            <a:solidFill>
              <a:srgbClr val="0070C0"/>
            </a:solidFill>
            <a:prstDash val="solid"/>
            <a:round/>
            <a:headEnd type="none" w="med" len="med"/>
            <a:tailEnd type="none" w="med" len="med"/>
          </a:ln>
          <a:effectLst/>
        </p:spPr>
      </p:cxnSp>
      <p:cxnSp>
        <p:nvCxnSpPr>
          <p:cNvPr id="35" name="Straight Arrow Connector 34">
            <a:extLst>
              <a:ext uri="{FF2B5EF4-FFF2-40B4-BE49-F238E27FC236}">
                <a16:creationId xmlns:a16="http://schemas.microsoft.com/office/drawing/2014/main" id="{7C671D1A-F80D-AC73-4AEC-61521FE41019}"/>
              </a:ext>
            </a:extLst>
          </p:cNvPr>
          <p:cNvCxnSpPr>
            <a:endCxn id="12" idx="2"/>
          </p:cNvCxnSpPr>
          <p:nvPr/>
        </p:nvCxnSpPr>
        <p:spPr bwMode="auto">
          <a:xfrm flipV="1">
            <a:off x="6233663" y="2804174"/>
            <a:ext cx="0" cy="314322"/>
          </a:xfrm>
          <a:prstGeom prst="straightConnector1">
            <a:avLst/>
          </a:prstGeom>
          <a:solidFill>
            <a:schemeClr val="accent1"/>
          </a:solidFill>
          <a:ln w="9525" cap="flat" cmpd="sng" algn="ctr">
            <a:solidFill>
              <a:schemeClr val="accent1"/>
            </a:solidFill>
            <a:prstDash val="solid"/>
            <a:round/>
            <a:headEnd type="none" w="med" len="med"/>
            <a:tailEnd type="triangle"/>
          </a:ln>
          <a:effectLst/>
        </p:spPr>
      </p:cxnSp>
      <p:cxnSp>
        <p:nvCxnSpPr>
          <p:cNvPr id="36" name="Straight Connector 35">
            <a:extLst>
              <a:ext uri="{FF2B5EF4-FFF2-40B4-BE49-F238E27FC236}">
                <a16:creationId xmlns:a16="http://schemas.microsoft.com/office/drawing/2014/main" id="{526A51F9-CD1A-5E94-78BC-84CCF7DC6800}"/>
              </a:ext>
            </a:extLst>
          </p:cNvPr>
          <p:cNvCxnSpPr>
            <a:stCxn id="13" idx="3"/>
          </p:cNvCxnSpPr>
          <p:nvPr/>
        </p:nvCxnSpPr>
        <p:spPr bwMode="auto">
          <a:xfrm flipV="1">
            <a:off x="4984916" y="4624552"/>
            <a:ext cx="1248747" cy="14912"/>
          </a:xfrm>
          <a:prstGeom prst="line">
            <a:avLst/>
          </a:prstGeom>
          <a:solidFill>
            <a:schemeClr val="accent1"/>
          </a:solidFill>
          <a:ln w="9525" cap="flat" cmpd="sng" algn="ctr">
            <a:solidFill>
              <a:srgbClr val="0070C0"/>
            </a:solidFill>
            <a:prstDash val="solid"/>
            <a:round/>
            <a:headEnd type="none" w="med" len="med"/>
            <a:tailEnd type="none" w="med" len="med"/>
          </a:ln>
          <a:effectLst/>
        </p:spPr>
      </p:cxnSp>
      <p:cxnSp>
        <p:nvCxnSpPr>
          <p:cNvPr id="37" name="Straight Connector 36">
            <a:extLst>
              <a:ext uri="{FF2B5EF4-FFF2-40B4-BE49-F238E27FC236}">
                <a16:creationId xmlns:a16="http://schemas.microsoft.com/office/drawing/2014/main" id="{CC00B0EF-993A-4FC9-CA3A-F7E334D75567}"/>
              </a:ext>
            </a:extLst>
          </p:cNvPr>
          <p:cNvCxnSpPr>
            <a:cxnSpLocks/>
            <a:stCxn id="6" idx="3"/>
          </p:cNvCxnSpPr>
          <p:nvPr/>
        </p:nvCxnSpPr>
        <p:spPr bwMode="auto">
          <a:xfrm>
            <a:off x="4763536" y="5353058"/>
            <a:ext cx="1470125" cy="0"/>
          </a:xfrm>
          <a:prstGeom prst="line">
            <a:avLst/>
          </a:prstGeom>
          <a:solidFill>
            <a:schemeClr val="accent1"/>
          </a:solidFill>
          <a:ln w="9525" cap="flat" cmpd="sng" algn="ctr">
            <a:solidFill>
              <a:srgbClr val="0070C0"/>
            </a:solidFill>
            <a:prstDash val="solid"/>
            <a:round/>
            <a:headEnd type="none" w="med" len="med"/>
            <a:tailEnd type="none" w="med" len="med"/>
          </a:ln>
          <a:effectLst/>
        </p:spPr>
      </p:cxnSp>
      <p:cxnSp>
        <p:nvCxnSpPr>
          <p:cNvPr id="38" name="Straight Arrow Connector 37">
            <a:extLst>
              <a:ext uri="{FF2B5EF4-FFF2-40B4-BE49-F238E27FC236}">
                <a16:creationId xmlns:a16="http://schemas.microsoft.com/office/drawing/2014/main" id="{2467ADD7-260C-7E75-3382-4FF1A0B4B5B9}"/>
              </a:ext>
            </a:extLst>
          </p:cNvPr>
          <p:cNvCxnSpPr>
            <a:cxnSpLocks/>
            <a:endCxn id="12" idx="2"/>
          </p:cNvCxnSpPr>
          <p:nvPr/>
        </p:nvCxnSpPr>
        <p:spPr bwMode="auto">
          <a:xfrm flipV="1">
            <a:off x="6233663" y="2804174"/>
            <a:ext cx="0" cy="2548884"/>
          </a:xfrm>
          <a:prstGeom prst="straightConnector1">
            <a:avLst/>
          </a:prstGeom>
          <a:solidFill>
            <a:schemeClr val="accent1"/>
          </a:solidFill>
          <a:ln w="9525" cap="flat" cmpd="sng" algn="ctr">
            <a:solidFill>
              <a:srgbClr val="0070C0"/>
            </a:solidFill>
            <a:prstDash val="solid"/>
            <a:round/>
            <a:headEnd type="none" w="med" len="med"/>
            <a:tailEnd type="triangle"/>
          </a:ln>
          <a:effectLst/>
        </p:spPr>
      </p:cxnSp>
    </p:spTree>
    <p:extLst>
      <p:ext uri="{BB962C8B-B14F-4D97-AF65-F5344CB8AC3E}">
        <p14:creationId xmlns:p14="http://schemas.microsoft.com/office/powerpoint/2010/main" val="31736187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F0D0A-C8BD-480C-A6F2-F71C03DE8BA9}"/>
              </a:ext>
            </a:extLst>
          </p:cNvPr>
          <p:cNvSpPr>
            <a:spLocks noGrp="1"/>
          </p:cNvSpPr>
          <p:nvPr>
            <p:ph type="title"/>
          </p:nvPr>
        </p:nvSpPr>
        <p:spPr/>
        <p:txBody>
          <a:bodyPr/>
          <a:lstStyle/>
          <a:p>
            <a:r>
              <a:rPr lang="en-GB" sz="2000" b="0" dirty="0"/>
              <a:t>Jira Stabilization workflow -- Draft</a:t>
            </a:r>
          </a:p>
        </p:txBody>
      </p:sp>
      <p:sp>
        <p:nvSpPr>
          <p:cNvPr id="3" name="Oval 2">
            <a:extLst>
              <a:ext uri="{FF2B5EF4-FFF2-40B4-BE49-F238E27FC236}">
                <a16:creationId xmlns:a16="http://schemas.microsoft.com/office/drawing/2014/main" id="{4FF82619-1156-7AE9-24FE-1E934F1886B0}"/>
              </a:ext>
            </a:extLst>
          </p:cNvPr>
          <p:cNvSpPr/>
          <p:nvPr/>
        </p:nvSpPr>
        <p:spPr>
          <a:xfrm>
            <a:off x="5412971" y="694186"/>
            <a:ext cx="385010" cy="375385"/>
          </a:xfrm>
          <a:prstGeom prst="ellipse">
            <a:avLst/>
          </a:prstGeom>
          <a:solidFill>
            <a:srgbClr val="44546A">
              <a:lumMod val="75000"/>
            </a:srgbClr>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 name="Rectangle: Rounded Corners 3">
            <a:extLst>
              <a:ext uri="{FF2B5EF4-FFF2-40B4-BE49-F238E27FC236}">
                <a16:creationId xmlns:a16="http://schemas.microsoft.com/office/drawing/2014/main" id="{70FCA96B-1E48-E46C-7A5A-2D068985E5BA}"/>
              </a:ext>
            </a:extLst>
          </p:cNvPr>
          <p:cNvSpPr/>
          <p:nvPr/>
        </p:nvSpPr>
        <p:spPr>
          <a:xfrm>
            <a:off x="5162714" y="1294375"/>
            <a:ext cx="885524" cy="349517"/>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latin typeface="Calibri" panose="020F0502020204030204"/>
                <a:ea typeface="+mn-ea"/>
                <a:cs typeface="+mn-cs"/>
              </a:rPr>
              <a:t>Open</a:t>
            </a:r>
          </a:p>
        </p:txBody>
      </p:sp>
      <p:cxnSp>
        <p:nvCxnSpPr>
          <p:cNvPr id="5" name="Straight Arrow Connector 4">
            <a:extLst>
              <a:ext uri="{FF2B5EF4-FFF2-40B4-BE49-F238E27FC236}">
                <a16:creationId xmlns:a16="http://schemas.microsoft.com/office/drawing/2014/main" id="{B984DE44-EBF0-65BC-DFD5-D4C163D0F7B9}"/>
              </a:ext>
            </a:extLst>
          </p:cNvPr>
          <p:cNvCxnSpPr>
            <a:cxnSpLocks/>
            <a:stCxn id="3" idx="4"/>
            <a:endCxn id="4" idx="0"/>
          </p:cNvCxnSpPr>
          <p:nvPr/>
        </p:nvCxnSpPr>
        <p:spPr>
          <a:xfrm>
            <a:off x="5605476" y="1069571"/>
            <a:ext cx="0" cy="224804"/>
          </a:xfrm>
          <a:prstGeom prst="straightConnector1">
            <a:avLst/>
          </a:prstGeom>
          <a:noFill/>
          <a:ln w="6350" cap="flat" cmpd="sng" algn="ctr">
            <a:solidFill>
              <a:srgbClr val="4472C4"/>
            </a:solidFill>
            <a:prstDash val="solid"/>
            <a:miter lim="800000"/>
            <a:tailEnd type="triangle"/>
          </a:ln>
          <a:effectLst/>
        </p:spPr>
      </p:cxnSp>
      <p:sp>
        <p:nvSpPr>
          <p:cNvPr id="9" name="Rectangle: Rounded Corners 8">
            <a:extLst>
              <a:ext uri="{FF2B5EF4-FFF2-40B4-BE49-F238E27FC236}">
                <a16:creationId xmlns:a16="http://schemas.microsoft.com/office/drawing/2014/main" id="{5A1AAC5E-4174-961B-04BF-E74E0122A34B}"/>
              </a:ext>
            </a:extLst>
          </p:cNvPr>
          <p:cNvSpPr/>
          <p:nvPr/>
        </p:nvSpPr>
        <p:spPr>
          <a:xfrm>
            <a:off x="4866290" y="1811101"/>
            <a:ext cx="1478372" cy="349516"/>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latin typeface="Calibri" panose="020F0502020204030204"/>
                <a:ea typeface="+mn-ea"/>
                <a:cs typeface="+mn-cs"/>
              </a:rPr>
              <a:t>Assigned</a:t>
            </a:r>
          </a:p>
        </p:txBody>
      </p:sp>
      <p:sp>
        <p:nvSpPr>
          <p:cNvPr id="29" name="Rectangle: Rounded Corners 28">
            <a:extLst>
              <a:ext uri="{FF2B5EF4-FFF2-40B4-BE49-F238E27FC236}">
                <a16:creationId xmlns:a16="http://schemas.microsoft.com/office/drawing/2014/main" id="{3541252B-7A68-6DCA-9C17-F5D110770EF5}"/>
              </a:ext>
            </a:extLst>
          </p:cNvPr>
          <p:cNvSpPr/>
          <p:nvPr/>
        </p:nvSpPr>
        <p:spPr>
          <a:xfrm>
            <a:off x="4866290" y="2335376"/>
            <a:ext cx="1478372" cy="349516"/>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latin typeface="Calibri" panose="020F0502020204030204"/>
                <a:ea typeface="+mn-ea"/>
                <a:cs typeface="+mn-cs"/>
              </a:rPr>
              <a:t>Development</a:t>
            </a:r>
          </a:p>
        </p:txBody>
      </p:sp>
      <p:sp>
        <p:nvSpPr>
          <p:cNvPr id="30" name="Rectangle: Rounded Corners 29">
            <a:extLst>
              <a:ext uri="{FF2B5EF4-FFF2-40B4-BE49-F238E27FC236}">
                <a16:creationId xmlns:a16="http://schemas.microsoft.com/office/drawing/2014/main" id="{96673B1F-5EB5-F34A-92CD-A288DDEB51BD}"/>
              </a:ext>
            </a:extLst>
          </p:cNvPr>
          <p:cNvSpPr/>
          <p:nvPr/>
        </p:nvSpPr>
        <p:spPr>
          <a:xfrm>
            <a:off x="4866290" y="2852102"/>
            <a:ext cx="1478372" cy="349516"/>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latin typeface="Calibri" panose="020F0502020204030204"/>
                <a:ea typeface="+mn-ea"/>
                <a:cs typeface="+mn-cs"/>
              </a:rPr>
              <a:t>Fixed Locally</a:t>
            </a:r>
          </a:p>
        </p:txBody>
      </p:sp>
      <p:sp>
        <p:nvSpPr>
          <p:cNvPr id="31" name="Rectangle: Rounded Corners 30">
            <a:extLst>
              <a:ext uri="{FF2B5EF4-FFF2-40B4-BE49-F238E27FC236}">
                <a16:creationId xmlns:a16="http://schemas.microsoft.com/office/drawing/2014/main" id="{2DAA2831-7C25-7AA9-C7E3-761C72615ED7}"/>
              </a:ext>
            </a:extLst>
          </p:cNvPr>
          <p:cNvSpPr/>
          <p:nvPr/>
        </p:nvSpPr>
        <p:spPr>
          <a:xfrm>
            <a:off x="6869686" y="1300944"/>
            <a:ext cx="1478372" cy="349516"/>
          </a:xfrm>
          <a:prstGeom prst="roundRect">
            <a:avLst/>
          </a:prstGeom>
          <a:solidFill>
            <a:srgbClr val="00B050"/>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srgbClr val="000000"/>
                </a:solidFill>
                <a:effectLst/>
                <a:uLnTx/>
                <a:uFillTx/>
                <a:latin typeface="Calibri" panose="020F0502020204030204"/>
                <a:ea typeface="+mn-ea"/>
                <a:cs typeface="+mn-cs"/>
              </a:rPr>
              <a:t>Duplicate</a:t>
            </a:r>
          </a:p>
        </p:txBody>
      </p:sp>
      <p:sp>
        <p:nvSpPr>
          <p:cNvPr id="32" name="Rectangle: Rounded Corners 31">
            <a:extLst>
              <a:ext uri="{FF2B5EF4-FFF2-40B4-BE49-F238E27FC236}">
                <a16:creationId xmlns:a16="http://schemas.microsoft.com/office/drawing/2014/main" id="{30343F2D-B703-3533-5AF9-70510C2B17ED}"/>
              </a:ext>
            </a:extLst>
          </p:cNvPr>
          <p:cNvSpPr/>
          <p:nvPr/>
        </p:nvSpPr>
        <p:spPr>
          <a:xfrm>
            <a:off x="4538676" y="3374346"/>
            <a:ext cx="2133600" cy="349516"/>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latin typeface="Calibri" panose="020F0502020204030204"/>
                <a:ea typeface="+mn-ea"/>
                <a:cs typeface="+mn-cs"/>
              </a:rPr>
              <a:t>Ready for E2E Promotion</a:t>
            </a:r>
          </a:p>
        </p:txBody>
      </p:sp>
      <p:sp>
        <p:nvSpPr>
          <p:cNvPr id="33" name="Rectangle: Rounded Corners 32">
            <a:extLst>
              <a:ext uri="{FF2B5EF4-FFF2-40B4-BE49-F238E27FC236}">
                <a16:creationId xmlns:a16="http://schemas.microsoft.com/office/drawing/2014/main" id="{11E4B40B-9AB6-EF6A-341E-BFF97B0BFD2C}"/>
              </a:ext>
            </a:extLst>
          </p:cNvPr>
          <p:cNvSpPr/>
          <p:nvPr/>
        </p:nvSpPr>
        <p:spPr>
          <a:xfrm>
            <a:off x="4566477" y="4013514"/>
            <a:ext cx="2133600" cy="349516"/>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latin typeface="Calibri" panose="020F0502020204030204"/>
                <a:ea typeface="+mn-ea"/>
                <a:cs typeface="+mn-cs"/>
              </a:rPr>
              <a:t>In E2E Testing</a:t>
            </a:r>
          </a:p>
        </p:txBody>
      </p:sp>
      <p:sp>
        <p:nvSpPr>
          <p:cNvPr id="34" name="Rectangle: Rounded Corners 33">
            <a:extLst>
              <a:ext uri="{FF2B5EF4-FFF2-40B4-BE49-F238E27FC236}">
                <a16:creationId xmlns:a16="http://schemas.microsoft.com/office/drawing/2014/main" id="{3AD81B25-4796-78E5-318C-D30A0D6A226E}"/>
              </a:ext>
            </a:extLst>
          </p:cNvPr>
          <p:cNvSpPr/>
          <p:nvPr/>
        </p:nvSpPr>
        <p:spPr>
          <a:xfrm>
            <a:off x="4538675" y="4015784"/>
            <a:ext cx="2161399" cy="334053"/>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latin typeface="Calibri" panose="020F0502020204030204"/>
                <a:ea typeface="+mn-ea"/>
                <a:cs typeface="+mn-cs"/>
              </a:rPr>
              <a:t>In E2E Testing</a:t>
            </a:r>
          </a:p>
        </p:txBody>
      </p:sp>
      <p:sp>
        <p:nvSpPr>
          <p:cNvPr id="35" name="Rectangle: Rounded Corners 34">
            <a:extLst>
              <a:ext uri="{FF2B5EF4-FFF2-40B4-BE49-F238E27FC236}">
                <a16:creationId xmlns:a16="http://schemas.microsoft.com/office/drawing/2014/main" id="{B7010C4B-73D5-735F-0742-05A6B3C1C05B}"/>
              </a:ext>
            </a:extLst>
          </p:cNvPr>
          <p:cNvSpPr/>
          <p:nvPr/>
        </p:nvSpPr>
        <p:spPr>
          <a:xfrm>
            <a:off x="6968090" y="4018870"/>
            <a:ext cx="2133600" cy="349516"/>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latin typeface="Calibri" panose="020F0502020204030204"/>
                <a:ea typeface="+mn-ea"/>
                <a:cs typeface="+mn-cs"/>
              </a:rPr>
              <a:t>Testing Blocked</a:t>
            </a:r>
          </a:p>
        </p:txBody>
      </p:sp>
      <p:sp>
        <p:nvSpPr>
          <p:cNvPr id="36" name="Rectangle: Rounded Corners 35">
            <a:extLst>
              <a:ext uri="{FF2B5EF4-FFF2-40B4-BE49-F238E27FC236}">
                <a16:creationId xmlns:a16="http://schemas.microsoft.com/office/drawing/2014/main" id="{36799EC9-7A8C-8DAE-5640-90987A911222}"/>
              </a:ext>
            </a:extLst>
          </p:cNvPr>
          <p:cNvSpPr/>
          <p:nvPr/>
        </p:nvSpPr>
        <p:spPr>
          <a:xfrm>
            <a:off x="4566477" y="4588075"/>
            <a:ext cx="2133600" cy="349516"/>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latin typeface="Calibri" panose="020F0502020204030204"/>
                <a:ea typeface="+mn-ea"/>
                <a:cs typeface="+mn-cs"/>
              </a:rPr>
              <a:t>Ready for UAT Promotion</a:t>
            </a:r>
          </a:p>
        </p:txBody>
      </p:sp>
      <p:sp>
        <p:nvSpPr>
          <p:cNvPr id="37" name="Rectangle: Rounded Corners 36">
            <a:extLst>
              <a:ext uri="{FF2B5EF4-FFF2-40B4-BE49-F238E27FC236}">
                <a16:creationId xmlns:a16="http://schemas.microsoft.com/office/drawing/2014/main" id="{552F5E7C-3196-110E-A1F1-5B2A8DF6E12C}"/>
              </a:ext>
            </a:extLst>
          </p:cNvPr>
          <p:cNvSpPr/>
          <p:nvPr/>
        </p:nvSpPr>
        <p:spPr>
          <a:xfrm>
            <a:off x="4566477" y="5175819"/>
            <a:ext cx="2133600" cy="349516"/>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latin typeface="Calibri" panose="020F0502020204030204"/>
                <a:ea typeface="+mn-ea"/>
                <a:cs typeface="+mn-cs"/>
              </a:rPr>
              <a:t>In UAT Testing</a:t>
            </a:r>
          </a:p>
        </p:txBody>
      </p:sp>
      <p:sp>
        <p:nvSpPr>
          <p:cNvPr id="38" name="Rectangle: Rounded Corners 37">
            <a:extLst>
              <a:ext uri="{FF2B5EF4-FFF2-40B4-BE49-F238E27FC236}">
                <a16:creationId xmlns:a16="http://schemas.microsoft.com/office/drawing/2014/main" id="{217AD9B5-D233-A906-2C12-B264F7724DCA}"/>
              </a:ext>
            </a:extLst>
          </p:cNvPr>
          <p:cNvSpPr/>
          <p:nvPr/>
        </p:nvSpPr>
        <p:spPr>
          <a:xfrm>
            <a:off x="4090750" y="5755553"/>
            <a:ext cx="3085054" cy="349516"/>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latin typeface="Calibri" panose="020F0502020204030204"/>
                <a:ea typeface="+mn-ea"/>
                <a:cs typeface="+mn-cs"/>
              </a:rPr>
              <a:t>Closed UAT – Ready for Deployment</a:t>
            </a:r>
          </a:p>
        </p:txBody>
      </p:sp>
      <p:sp>
        <p:nvSpPr>
          <p:cNvPr id="39" name="Rectangle: Rounded Corners 38">
            <a:extLst>
              <a:ext uri="{FF2B5EF4-FFF2-40B4-BE49-F238E27FC236}">
                <a16:creationId xmlns:a16="http://schemas.microsoft.com/office/drawing/2014/main" id="{402014C4-8E9C-4BDE-154D-A4B99881585F}"/>
              </a:ext>
            </a:extLst>
          </p:cNvPr>
          <p:cNvSpPr/>
          <p:nvPr/>
        </p:nvSpPr>
        <p:spPr>
          <a:xfrm>
            <a:off x="7889398" y="5755553"/>
            <a:ext cx="885524" cy="349517"/>
          </a:xfrm>
          <a:prstGeom prst="roundRect">
            <a:avLst/>
          </a:prstGeom>
          <a:solidFill>
            <a:srgbClr val="00B050"/>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srgbClr val="000000"/>
                </a:solidFill>
                <a:effectLst/>
                <a:uLnTx/>
                <a:uFillTx/>
                <a:latin typeface="Calibri" panose="020F0502020204030204"/>
                <a:ea typeface="+mn-ea"/>
                <a:cs typeface="+mn-cs"/>
              </a:rPr>
              <a:t>Closed</a:t>
            </a:r>
          </a:p>
        </p:txBody>
      </p:sp>
      <p:sp>
        <p:nvSpPr>
          <p:cNvPr id="40" name="Rectangle: Rounded Corners 39">
            <a:extLst>
              <a:ext uri="{FF2B5EF4-FFF2-40B4-BE49-F238E27FC236}">
                <a16:creationId xmlns:a16="http://schemas.microsoft.com/office/drawing/2014/main" id="{3D50F272-45A0-7B31-272B-876473785830}"/>
              </a:ext>
            </a:extLst>
          </p:cNvPr>
          <p:cNvSpPr/>
          <p:nvPr/>
        </p:nvSpPr>
        <p:spPr>
          <a:xfrm>
            <a:off x="2478354" y="2333738"/>
            <a:ext cx="1478372" cy="349516"/>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latin typeface="Calibri" panose="020F0502020204030204"/>
                <a:ea typeface="+mn-ea"/>
                <a:cs typeface="+mn-cs"/>
              </a:rPr>
              <a:t>Reopened</a:t>
            </a:r>
          </a:p>
        </p:txBody>
      </p:sp>
      <p:sp>
        <p:nvSpPr>
          <p:cNvPr id="41" name="Rectangle: Rounded Corners 40">
            <a:extLst>
              <a:ext uri="{FF2B5EF4-FFF2-40B4-BE49-F238E27FC236}">
                <a16:creationId xmlns:a16="http://schemas.microsoft.com/office/drawing/2014/main" id="{EB86E9CC-5A6C-05A9-7490-D28092AC4192}"/>
              </a:ext>
            </a:extLst>
          </p:cNvPr>
          <p:cNvSpPr/>
          <p:nvPr/>
        </p:nvSpPr>
        <p:spPr>
          <a:xfrm>
            <a:off x="2706687" y="1809599"/>
            <a:ext cx="1338155" cy="349517"/>
          </a:xfrm>
          <a:prstGeom prst="roundRect">
            <a:avLst/>
          </a:prstGeom>
          <a:solidFill>
            <a:srgbClr val="00B050"/>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400" kern="0" dirty="0">
                <a:solidFill>
                  <a:srgbClr val="000000"/>
                </a:solidFill>
                <a:latin typeface="Calibri" panose="020F0502020204030204"/>
              </a:rPr>
              <a:t>Rejected</a:t>
            </a:r>
            <a:endParaRPr kumimoji="0" lang="en-IN" sz="1400" b="0" i="0" u="none" strike="noStrike" kern="0" cap="none" spc="0" normalizeH="0" baseline="0" noProof="0" dirty="0">
              <a:ln>
                <a:noFill/>
              </a:ln>
              <a:solidFill>
                <a:srgbClr val="000000"/>
              </a:solidFill>
              <a:effectLst/>
              <a:uLnTx/>
              <a:uFillTx/>
              <a:latin typeface="Calibri" panose="020F0502020204030204"/>
              <a:ea typeface="+mn-ea"/>
              <a:cs typeface="+mn-cs"/>
            </a:endParaRPr>
          </a:p>
        </p:txBody>
      </p:sp>
      <p:sp>
        <p:nvSpPr>
          <p:cNvPr id="43" name="Rectangle: Rounded Corners 42">
            <a:extLst>
              <a:ext uri="{FF2B5EF4-FFF2-40B4-BE49-F238E27FC236}">
                <a16:creationId xmlns:a16="http://schemas.microsoft.com/office/drawing/2014/main" id="{5191CE9D-F134-5E85-3C01-C0E4EF5C5816}"/>
              </a:ext>
            </a:extLst>
          </p:cNvPr>
          <p:cNvSpPr/>
          <p:nvPr/>
        </p:nvSpPr>
        <p:spPr>
          <a:xfrm>
            <a:off x="2718841" y="1295978"/>
            <a:ext cx="1338155" cy="349517"/>
          </a:xfrm>
          <a:prstGeom prst="roundRect">
            <a:avLst/>
          </a:prstGeom>
          <a:solidFill>
            <a:srgbClr val="00B050"/>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400" kern="0" dirty="0">
                <a:solidFill>
                  <a:srgbClr val="000000"/>
                </a:solidFill>
                <a:latin typeface="Calibri" panose="020F0502020204030204"/>
              </a:rPr>
              <a:t>Deferred</a:t>
            </a:r>
            <a:endParaRPr kumimoji="0" lang="en-IN" sz="1400" b="0" i="0" u="none" strike="noStrike" kern="0" cap="none" spc="0" normalizeH="0" baseline="0" noProof="0" dirty="0">
              <a:ln>
                <a:noFill/>
              </a:ln>
              <a:solidFill>
                <a:srgbClr val="000000"/>
              </a:solidFill>
              <a:effectLst/>
              <a:uLnTx/>
              <a:uFillTx/>
              <a:latin typeface="Calibri" panose="020F0502020204030204"/>
              <a:ea typeface="+mn-ea"/>
              <a:cs typeface="+mn-cs"/>
            </a:endParaRPr>
          </a:p>
        </p:txBody>
      </p:sp>
      <p:sp>
        <p:nvSpPr>
          <p:cNvPr id="44" name="Rectangle: Rounded Corners 43">
            <a:extLst>
              <a:ext uri="{FF2B5EF4-FFF2-40B4-BE49-F238E27FC236}">
                <a16:creationId xmlns:a16="http://schemas.microsoft.com/office/drawing/2014/main" id="{FA00B9B6-6C54-AB2C-C230-F82C2E3FECF6}"/>
              </a:ext>
            </a:extLst>
          </p:cNvPr>
          <p:cNvSpPr/>
          <p:nvPr/>
        </p:nvSpPr>
        <p:spPr>
          <a:xfrm>
            <a:off x="1960944" y="1386853"/>
            <a:ext cx="336884" cy="168843"/>
          </a:xfrm>
          <a:prstGeom prst="roundRect">
            <a:avLst/>
          </a:prstGeom>
          <a:solidFill>
            <a:srgbClr val="E7E6E6">
              <a:lumMod val="50000"/>
            </a:srgb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dirty="0">
                <a:ln>
                  <a:noFill/>
                </a:ln>
                <a:solidFill>
                  <a:prstClr val="white"/>
                </a:solidFill>
                <a:effectLst/>
                <a:uLnTx/>
                <a:uFillTx/>
                <a:latin typeface="Calibri" panose="020F0502020204030204"/>
                <a:ea typeface="+mn-ea"/>
                <a:cs typeface="+mn-cs"/>
              </a:rPr>
              <a:t>All</a:t>
            </a:r>
          </a:p>
        </p:txBody>
      </p:sp>
      <p:cxnSp>
        <p:nvCxnSpPr>
          <p:cNvPr id="49" name="Straight Arrow Connector 48">
            <a:extLst>
              <a:ext uri="{FF2B5EF4-FFF2-40B4-BE49-F238E27FC236}">
                <a16:creationId xmlns:a16="http://schemas.microsoft.com/office/drawing/2014/main" id="{1DFEC674-1B33-57E0-20FE-FB8EB022C13A}"/>
              </a:ext>
            </a:extLst>
          </p:cNvPr>
          <p:cNvCxnSpPr>
            <a:stCxn id="44" idx="3"/>
            <a:endCxn id="43" idx="1"/>
          </p:cNvCxnSpPr>
          <p:nvPr/>
        </p:nvCxnSpPr>
        <p:spPr bwMode="auto">
          <a:xfrm flipV="1">
            <a:off x="2297828" y="1470737"/>
            <a:ext cx="421013" cy="538"/>
          </a:xfrm>
          <a:prstGeom prst="straightConnector1">
            <a:avLst/>
          </a:prstGeom>
          <a:solidFill>
            <a:schemeClr val="accent1"/>
          </a:solidFill>
          <a:ln w="9525" cap="flat" cmpd="sng" algn="ctr">
            <a:solidFill>
              <a:srgbClr val="0070C0"/>
            </a:solidFill>
            <a:prstDash val="solid"/>
            <a:round/>
            <a:headEnd type="none" w="med" len="med"/>
            <a:tailEnd type="triangle"/>
          </a:ln>
          <a:effectLst/>
        </p:spPr>
      </p:cxnSp>
      <p:sp>
        <p:nvSpPr>
          <p:cNvPr id="51" name="Rectangle: Rounded Corners 50">
            <a:extLst>
              <a:ext uri="{FF2B5EF4-FFF2-40B4-BE49-F238E27FC236}">
                <a16:creationId xmlns:a16="http://schemas.microsoft.com/office/drawing/2014/main" id="{488A4BC7-3183-053E-CF28-CC661D1EEA75}"/>
              </a:ext>
            </a:extLst>
          </p:cNvPr>
          <p:cNvSpPr/>
          <p:nvPr/>
        </p:nvSpPr>
        <p:spPr>
          <a:xfrm>
            <a:off x="1960213" y="1899799"/>
            <a:ext cx="336884" cy="168843"/>
          </a:xfrm>
          <a:prstGeom prst="roundRect">
            <a:avLst/>
          </a:prstGeom>
          <a:solidFill>
            <a:srgbClr val="E7E6E6">
              <a:lumMod val="50000"/>
            </a:srgb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dirty="0">
                <a:ln>
                  <a:noFill/>
                </a:ln>
                <a:solidFill>
                  <a:prstClr val="white"/>
                </a:solidFill>
                <a:effectLst/>
                <a:uLnTx/>
                <a:uFillTx/>
                <a:latin typeface="Calibri" panose="020F0502020204030204"/>
                <a:ea typeface="+mn-ea"/>
                <a:cs typeface="+mn-cs"/>
              </a:rPr>
              <a:t>All</a:t>
            </a:r>
          </a:p>
        </p:txBody>
      </p:sp>
      <p:cxnSp>
        <p:nvCxnSpPr>
          <p:cNvPr id="52" name="Straight Arrow Connector 51">
            <a:extLst>
              <a:ext uri="{FF2B5EF4-FFF2-40B4-BE49-F238E27FC236}">
                <a16:creationId xmlns:a16="http://schemas.microsoft.com/office/drawing/2014/main" id="{944B453B-FCEA-9125-BDBA-EF54657243BD}"/>
              </a:ext>
            </a:extLst>
          </p:cNvPr>
          <p:cNvCxnSpPr>
            <a:stCxn id="51" idx="3"/>
          </p:cNvCxnSpPr>
          <p:nvPr/>
        </p:nvCxnSpPr>
        <p:spPr bwMode="auto">
          <a:xfrm>
            <a:off x="2297097" y="1984221"/>
            <a:ext cx="421013" cy="5186"/>
          </a:xfrm>
          <a:prstGeom prst="straightConnector1">
            <a:avLst/>
          </a:prstGeom>
          <a:solidFill>
            <a:schemeClr val="accent1"/>
          </a:solidFill>
          <a:ln w="9525" cap="flat" cmpd="sng" algn="ctr">
            <a:solidFill>
              <a:srgbClr val="0070C0"/>
            </a:solidFill>
            <a:prstDash val="solid"/>
            <a:round/>
            <a:headEnd type="none" w="med" len="med"/>
            <a:tailEnd type="triangle"/>
          </a:ln>
          <a:effectLst/>
        </p:spPr>
      </p:cxnSp>
      <p:cxnSp>
        <p:nvCxnSpPr>
          <p:cNvPr id="54" name="Straight Arrow Connector 53">
            <a:extLst>
              <a:ext uri="{FF2B5EF4-FFF2-40B4-BE49-F238E27FC236}">
                <a16:creationId xmlns:a16="http://schemas.microsoft.com/office/drawing/2014/main" id="{1C087011-D5FC-E9B2-2911-543C197D54E2}"/>
              </a:ext>
            </a:extLst>
          </p:cNvPr>
          <p:cNvCxnSpPr>
            <a:stCxn id="43" idx="3"/>
            <a:endCxn id="4" idx="1"/>
          </p:cNvCxnSpPr>
          <p:nvPr/>
        </p:nvCxnSpPr>
        <p:spPr bwMode="auto">
          <a:xfrm flipV="1">
            <a:off x="4056996" y="1469134"/>
            <a:ext cx="1105718" cy="1603"/>
          </a:xfrm>
          <a:prstGeom prst="straightConnector1">
            <a:avLst/>
          </a:prstGeom>
          <a:solidFill>
            <a:schemeClr val="accent1"/>
          </a:solidFill>
          <a:ln w="9525" cap="flat" cmpd="sng" algn="ctr">
            <a:solidFill>
              <a:srgbClr val="0070C0"/>
            </a:solidFill>
            <a:prstDash val="solid"/>
            <a:round/>
            <a:headEnd type="none" w="med" len="med"/>
            <a:tailEnd type="triangle"/>
          </a:ln>
          <a:effectLst/>
        </p:spPr>
      </p:cxnSp>
      <p:cxnSp>
        <p:nvCxnSpPr>
          <p:cNvPr id="61" name="Straight Arrow Connector 60">
            <a:extLst>
              <a:ext uri="{FF2B5EF4-FFF2-40B4-BE49-F238E27FC236}">
                <a16:creationId xmlns:a16="http://schemas.microsoft.com/office/drawing/2014/main" id="{53C4060C-2C98-B27D-9FD0-B2DB622DA1AD}"/>
              </a:ext>
            </a:extLst>
          </p:cNvPr>
          <p:cNvCxnSpPr>
            <a:stCxn id="41" idx="3"/>
            <a:endCxn id="9" idx="1"/>
          </p:cNvCxnSpPr>
          <p:nvPr/>
        </p:nvCxnSpPr>
        <p:spPr bwMode="auto">
          <a:xfrm>
            <a:off x="4044842" y="1984358"/>
            <a:ext cx="821448" cy="1501"/>
          </a:xfrm>
          <a:prstGeom prst="straightConnector1">
            <a:avLst/>
          </a:prstGeom>
          <a:solidFill>
            <a:schemeClr val="accent1"/>
          </a:solidFill>
          <a:ln w="9525" cap="flat" cmpd="sng" algn="ctr">
            <a:solidFill>
              <a:srgbClr val="0070C0"/>
            </a:solidFill>
            <a:prstDash val="solid"/>
            <a:round/>
            <a:headEnd type="none" w="med" len="med"/>
            <a:tailEnd type="triangle"/>
          </a:ln>
          <a:effectLst/>
        </p:spPr>
      </p:cxnSp>
      <p:cxnSp>
        <p:nvCxnSpPr>
          <p:cNvPr id="90" name="Straight Arrow Connector 89">
            <a:extLst>
              <a:ext uri="{FF2B5EF4-FFF2-40B4-BE49-F238E27FC236}">
                <a16:creationId xmlns:a16="http://schemas.microsoft.com/office/drawing/2014/main" id="{7EA7DCE4-9A9E-0D77-56A9-9A2EA377292B}"/>
              </a:ext>
            </a:extLst>
          </p:cNvPr>
          <p:cNvCxnSpPr>
            <a:cxnSpLocks/>
            <a:stCxn id="40" idx="3"/>
            <a:endCxn id="29" idx="1"/>
          </p:cNvCxnSpPr>
          <p:nvPr/>
        </p:nvCxnSpPr>
        <p:spPr bwMode="auto">
          <a:xfrm>
            <a:off x="3956726" y="2508496"/>
            <a:ext cx="909564" cy="1638"/>
          </a:xfrm>
          <a:prstGeom prst="straightConnector1">
            <a:avLst/>
          </a:prstGeom>
          <a:solidFill>
            <a:schemeClr val="accent1"/>
          </a:solidFill>
          <a:ln w="9525" cap="flat" cmpd="sng" algn="ctr">
            <a:solidFill>
              <a:srgbClr val="0070C0"/>
            </a:solidFill>
            <a:prstDash val="solid"/>
            <a:round/>
            <a:headEnd type="none" w="med" len="med"/>
            <a:tailEnd type="triangle"/>
          </a:ln>
          <a:effectLst/>
        </p:spPr>
      </p:cxnSp>
      <p:cxnSp>
        <p:nvCxnSpPr>
          <p:cNvPr id="97" name="Straight Arrow Connector 96">
            <a:extLst>
              <a:ext uri="{FF2B5EF4-FFF2-40B4-BE49-F238E27FC236}">
                <a16:creationId xmlns:a16="http://schemas.microsoft.com/office/drawing/2014/main" id="{0DB05C36-5263-BF30-8C35-904815AED435}"/>
              </a:ext>
            </a:extLst>
          </p:cNvPr>
          <p:cNvCxnSpPr>
            <a:stCxn id="4" idx="2"/>
            <a:endCxn id="9" idx="0"/>
          </p:cNvCxnSpPr>
          <p:nvPr/>
        </p:nvCxnSpPr>
        <p:spPr bwMode="auto">
          <a:xfrm>
            <a:off x="5605476" y="1643892"/>
            <a:ext cx="0" cy="167209"/>
          </a:xfrm>
          <a:prstGeom prst="straightConnector1">
            <a:avLst/>
          </a:prstGeom>
          <a:solidFill>
            <a:schemeClr val="accent1"/>
          </a:solidFill>
          <a:ln w="9525" cap="flat" cmpd="sng" algn="ctr">
            <a:solidFill>
              <a:srgbClr val="0070C0"/>
            </a:solidFill>
            <a:prstDash val="solid"/>
            <a:round/>
            <a:headEnd type="triangle"/>
            <a:tailEnd type="triangle"/>
          </a:ln>
          <a:effectLst/>
        </p:spPr>
      </p:cxnSp>
      <p:cxnSp>
        <p:nvCxnSpPr>
          <p:cNvPr id="99" name="Straight Arrow Connector 98">
            <a:extLst>
              <a:ext uri="{FF2B5EF4-FFF2-40B4-BE49-F238E27FC236}">
                <a16:creationId xmlns:a16="http://schemas.microsoft.com/office/drawing/2014/main" id="{4BAB05F5-88EB-DF00-C7E2-BCE7E25818E6}"/>
              </a:ext>
            </a:extLst>
          </p:cNvPr>
          <p:cNvCxnSpPr>
            <a:stCxn id="9" idx="2"/>
            <a:endCxn id="29" idx="0"/>
          </p:cNvCxnSpPr>
          <p:nvPr/>
        </p:nvCxnSpPr>
        <p:spPr bwMode="auto">
          <a:xfrm>
            <a:off x="5605476" y="2160617"/>
            <a:ext cx="0" cy="174759"/>
          </a:xfrm>
          <a:prstGeom prst="straightConnector1">
            <a:avLst/>
          </a:prstGeom>
          <a:solidFill>
            <a:schemeClr val="accent1"/>
          </a:solidFill>
          <a:ln w="9525" cap="flat" cmpd="sng" algn="ctr">
            <a:solidFill>
              <a:srgbClr val="0070C0"/>
            </a:solidFill>
            <a:prstDash val="solid"/>
            <a:round/>
            <a:headEnd type="triangle"/>
            <a:tailEnd type="triangle"/>
          </a:ln>
          <a:effectLst/>
        </p:spPr>
      </p:cxnSp>
      <p:cxnSp>
        <p:nvCxnSpPr>
          <p:cNvPr id="101" name="Straight Arrow Connector 100">
            <a:extLst>
              <a:ext uri="{FF2B5EF4-FFF2-40B4-BE49-F238E27FC236}">
                <a16:creationId xmlns:a16="http://schemas.microsoft.com/office/drawing/2014/main" id="{BA08AD56-EE69-02B7-16DA-DF4390CD22CE}"/>
              </a:ext>
            </a:extLst>
          </p:cNvPr>
          <p:cNvCxnSpPr>
            <a:stCxn id="29" idx="2"/>
            <a:endCxn id="30" idx="0"/>
          </p:cNvCxnSpPr>
          <p:nvPr/>
        </p:nvCxnSpPr>
        <p:spPr bwMode="auto">
          <a:xfrm>
            <a:off x="5605476" y="2684892"/>
            <a:ext cx="0" cy="167210"/>
          </a:xfrm>
          <a:prstGeom prst="straightConnector1">
            <a:avLst/>
          </a:prstGeom>
          <a:solidFill>
            <a:schemeClr val="accent1"/>
          </a:solidFill>
          <a:ln w="9525" cap="flat" cmpd="sng" algn="ctr">
            <a:solidFill>
              <a:srgbClr val="0070C0"/>
            </a:solidFill>
            <a:prstDash val="solid"/>
            <a:round/>
            <a:headEnd type="triangle"/>
            <a:tailEnd type="triangle"/>
          </a:ln>
          <a:effectLst/>
        </p:spPr>
      </p:cxnSp>
      <p:cxnSp>
        <p:nvCxnSpPr>
          <p:cNvPr id="103" name="Straight Arrow Connector 102">
            <a:extLst>
              <a:ext uri="{FF2B5EF4-FFF2-40B4-BE49-F238E27FC236}">
                <a16:creationId xmlns:a16="http://schemas.microsoft.com/office/drawing/2014/main" id="{9E827B98-2E71-1C8C-15D2-FCFED2410BC6}"/>
              </a:ext>
            </a:extLst>
          </p:cNvPr>
          <p:cNvCxnSpPr>
            <a:stCxn id="30" idx="2"/>
            <a:endCxn id="32" idx="0"/>
          </p:cNvCxnSpPr>
          <p:nvPr/>
        </p:nvCxnSpPr>
        <p:spPr bwMode="auto">
          <a:xfrm>
            <a:off x="5605476" y="3201618"/>
            <a:ext cx="0" cy="172728"/>
          </a:xfrm>
          <a:prstGeom prst="straightConnector1">
            <a:avLst/>
          </a:prstGeom>
          <a:solidFill>
            <a:schemeClr val="accent1"/>
          </a:solidFill>
          <a:ln w="9525" cap="flat" cmpd="sng" algn="ctr">
            <a:solidFill>
              <a:srgbClr val="0070C0"/>
            </a:solidFill>
            <a:prstDash val="solid"/>
            <a:round/>
            <a:headEnd type="triangle"/>
            <a:tailEnd type="triangle"/>
          </a:ln>
          <a:effectLst/>
        </p:spPr>
      </p:cxnSp>
      <p:cxnSp>
        <p:nvCxnSpPr>
          <p:cNvPr id="105" name="Straight Arrow Connector 104">
            <a:extLst>
              <a:ext uri="{FF2B5EF4-FFF2-40B4-BE49-F238E27FC236}">
                <a16:creationId xmlns:a16="http://schemas.microsoft.com/office/drawing/2014/main" id="{24658ADE-FCE8-9E59-A9A2-A33DFB50C710}"/>
              </a:ext>
            </a:extLst>
          </p:cNvPr>
          <p:cNvCxnSpPr>
            <a:cxnSpLocks/>
            <a:stCxn id="32" idx="2"/>
            <a:endCxn id="34" idx="0"/>
          </p:cNvCxnSpPr>
          <p:nvPr/>
        </p:nvCxnSpPr>
        <p:spPr bwMode="auto">
          <a:xfrm>
            <a:off x="5605476" y="3723862"/>
            <a:ext cx="13899" cy="291922"/>
          </a:xfrm>
          <a:prstGeom prst="straightConnector1">
            <a:avLst/>
          </a:prstGeom>
          <a:solidFill>
            <a:schemeClr val="accent1"/>
          </a:solidFill>
          <a:ln w="9525" cap="flat" cmpd="sng" algn="ctr">
            <a:solidFill>
              <a:srgbClr val="0070C0"/>
            </a:solidFill>
            <a:prstDash val="solid"/>
            <a:round/>
            <a:headEnd type="triangle"/>
            <a:tailEnd type="triangle"/>
          </a:ln>
          <a:effectLst/>
        </p:spPr>
      </p:cxnSp>
      <p:cxnSp>
        <p:nvCxnSpPr>
          <p:cNvPr id="107" name="Straight Arrow Connector 106">
            <a:extLst>
              <a:ext uri="{FF2B5EF4-FFF2-40B4-BE49-F238E27FC236}">
                <a16:creationId xmlns:a16="http://schemas.microsoft.com/office/drawing/2014/main" id="{8E8733B6-9215-E811-25A1-09D8916D6633}"/>
              </a:ext>
            </a:extLst>
          </p:cNvPr>
          <p:cNvCxnSpPr>
            <a:cxnSpLocks/>
            <a:stCxn id="34" idx="2"/>
            <a:endCxn id="36" idx="0"/>
          </p:cNvCxnSpPr>
          <p:nvPr/>
        </p:nvCxnSpPr>
        <p:spPr bwMode="auto">
          <a:xfrm>
            <a:off x="5619375" y="4349837"/>
            <a:ext cx="13902" cy="238238"/>
          </a:xfrm>
          <a:prstGeom prst="straightConnector1">
            <a:avLst/>
          </a:prstGeom>
          <a:solidFill>
            <a:schemeClr val="accent1"/>
          </a:solidFill>
          <a:ln w="9525" cap="flat" cmpd="sng" algn="ctr">
            <a:solidFill>
              <a:srgbClr val="0070C0"/>
            </a:solidFill>
            <a:prstDash val="solid"/>
            <a:round/>
            <a:headEnd type="triangle"/>
            <a:tailEnd type="triangle"/>
          </a:ln>
          <a:effectLst/>
        </p:spPr>
      </p:cxnSp>
      <p:cxnSp>
        <p:nvCxnSpPr>
          <p:cNvPr id="109" name="Straight Arrow Connector 108">
            <a:extLst>
              <a:ext uri="{FF2B5EF4-FFF2-40B4-BE49-F238E27FC236}">
                <a16:creationId xmlns:a16="http://schemas.microsoft.com/office/drawing/2014/main" id="{535379D2-E452-C52F-AA01-33586D264A5D}"/>
              </a:ext>
            </a:extLst>
          </p:cNvPr>
          <p:cNvCxnSpPr>
            <a:stCxn id="36" idx="2"/>
            <a:endCxn id="37" idx="0"/>
          </p:cNvCxnSpPr>
          <p:nvPr/>
        </p:nvCxnSpPr>
        <p:spPr bwMode="auto">
          <a:xfrm>
            <a:off x="5633277" y="4937591"/>
            <a:ext cx="0" cy="238228"/>
          </a:xfrm>
          <a:prstGeom prst="straightConnector1">
            <a:avLst/>
          </a:prstGeom>
          <a:solidFill>
            <a:schemeClr val="accent1"/>
          </a:solidFill>
          <a:ln w="9525" cap="flat" cmpd="sng" algn="ctr">
            <a:solidFill>
              <a:srgbClr val="0070C0"/>
            </a:solidFill>
            <a:prstDash val="solid"/>
            <a:round/>
            <a:headEnd type="triangle"/>
            <a:tailEnd type="triangle"/>
          </a:ln>
          <a:effectLst/>
        </p:spPr>
      </p:cxnSp>
      <p:cxnSp>
        <p:nvCxnSpPr>
          <p:cNvPr id="111" name="Straight Arrow Connector 110">
            <a:extLst>
              <a:ext uri="{FF2B5EF4-FFF2-40B4-BE49-F238E27FC236}">
                <a16:creationId xmlns:a16="http://schemas.microsoft.com/office/drawing/2014/main" id="{20DF339E-EC99-3149-C2D3-8704A76DA22A}"/>
              </a:ext>
            </a:extLst>
          </p:cNvPr>
          <p:cNvCxnSpPr>
            <a:stCxn id="37" idx="2"/>
            <a:endCxn id="38" idx="0"/>
          </p:cNvCxnSpPr>
          <p:nvPr/>
        </p:nvCxnSpPr>
        <p:spPr bwMode="auto">
          <a:xfrm>
            <a:off x="5633277" y="5525335"/>
            <a:ext cx="0" cy="230218"/>
          </a:xfrm>
          <a:prstGeom prst="straightConnector1">
            <a:avLst/>
          </a:prstGeom>
          <a:solidFill>
            <a:schemeClr val="accent1"/>
          </a:solidFill>
          <a:ln w="9525" cap="flat" cmpd="sng" algn="ctr">
            <a:solidFill>
              <a:srgbClr val="0070C0"/>
            </a:solidFill>
            <a:prstDash val="solid"/>
            <a:round/>
            <a:headEnd type="triangle"/>
            <a:tailEnd type="triangle"/>
          </a:ln>
          <a:effectLst/>
        </p:spPr>
      </p:cxnSp>
      <p:cxnSp>
        <p:nvCxnSpPr>
          <p:cNvPr id="113" name="Straight Arrow Connector 112">
            <a:extLst>
              <a:ext uri="{FF2B5EF4-FFF2-40B4-BE49-F238E27FC236}">
                <a16:creationId xmlns:a16="http://schemas.microsoft.com/office/drawing/2014/main" id="{1B5C0B82-6CA0-4E06-7E5A-AE389BC56FF3}"/>
              </a:ext>
            </a:extLst>
          </p:cNvPr>
          <p:cNvCxnSpPr>
            <a:stCxn id="38" idx="3"/>
            <a:endCxn id="39" idx="1"/>
          </p:cNvCxnSpPr>
          <p:nvPr/>
        </p:nvCxnSpPr>
        <p:spPr bwMode="auto">
          <a:xfrm>
            <a:off x="7175804" y="5930311"/>
            <a:ext cx="713594" cy="1"/>
          </a:xfrm>
          <a:prstGeom prst="straightConnector1">
            <a:avLst/>
          </a:prstGeom>
          <a:solidFill>
            <a:schemeClr val="accent1"/>
          </a:solidFill>
          <a:ln w="9525" cap="flat" cmpd="sng" algn="ctr">
            <a:solidFill>
              <a:srgbClr val="0070C0"/>
            </a:solidFill>
            <a:prstDash val="solid"/>
            <a:round/>
            <a:headEnd type="triangle"/>
            <a:tailEnd type="triangle"/>
          </a:ln>
          <a:effectLst/>
        </p:spPr>
      </p:cxnSp>
      <p:cxnSp>
        <p:nvCxnSpPr>
          <p:cNvPr id="128" name="Straight Arrow Connector 127">
            <a:extLst>
              <a:ext uri="{FF2B5EF4-FFF2-40B4-BE49-F238E27FC236}">
                <a16:creationId xmlns:a16="http://schemas.microsoft.com/office/drawing/2014/main" id="{E3BC8F1E-40C0-E24C-97E2-6652E34EE955}"/>
              </a:ext>
            </a:extLst>
          </p:cNvPr>
          <p:cNvCxnSpPr>
            <a:stCxn id="34" idx="3"/>
            <a:endCxn id="35" idx="1"/>
          </p:cNvCxnSpPr>
          <p:nvPr/>
        </p:nvCxnSpPr>
        <p:spPr bwMode="auto">
          <a:xfrm>
            <a:off x="6700074" y="4182811"/>
            <a:ext cx="268016" cy="10817"/>
          </a:xfrm>
          <a:prstGeom prst="straightConnector1">
            <a:avLst/>
          </a:prstGeom>
          <a:solidFill>
            <a:schemeClr val="accent1"/>
          </a:solidFill>
          <a:ln w="9525" cap="flat" cmpd="sng" algn="ctr">
            <a:solidFill>
              <a:srgbClr val="0070C0"/>
            </a:solidFill>
            <a:prstDash val="solid"/>
            <a:round/>
            <a:headEnd type="triangle"/>
            <a:tailEnd type="triangle"/>
          </a:ln>
          <a:effectLst/>
        </p:spPr>
      </p:cxnSp>
      <p:sp>
        <p:nvSpPr>
          <p:cNvPr id="131" name="Rectangle: Rounded Corners 130">
            <a:extLst>
              <a:ext uri="{FF2B5EF4-FFF2-40B4-BE49-F238E27FC236}">
                <a16:creationId xmlns:a16="http://schemas.microsoft.com/office/drawing/2014/main" id="{C0383492-7D33-623B-7E7C-C6D064B27D53}"/>
              </a:ext>
            </a:extLst>
          </p:cNvPr>
          <p:cNvSpPr/>
          <p:nvPr/>
        </p:nvSpPr>
        <p:spPr>
          <a:xfrm>
            <a:off x="6822598" y="2335376"/>
            <a:ext cx="2133600" cy="349516"/>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latin typeface="Calibri" panose="020F0502020204030204"/>
                <a:ea typeface="+mn-ea"/>
                <a:cs typeface="+mn-cs"/>
              </a:rPr>
              <a:t>Development Blocked</a:t>
            </a:r>
          </a:p>
        </p:txBody>
      </p:sp>
      <p:cxnSp>
        <p:nvCxnSpPr>
          <p:cNvPr id="136" name="Straight Arrow Connector 135">
            <a:extLst>
              <a:ext uri="{FF2B5EF4-FFF2-40B4-BE49-F238E27FC236}">
                <a16:creationId xmlns:a16="http://schemas.microsoft.com/office/drawing/2014/main" id="{EA09C125-D585-04C6-275C-0CEFD9C3F551}"/>
              </a:ext>
            </a:extLst>
          </p:cNvPr>
          <p:cNvCxnSpPr>
            <a:stCxn id="29" idx="3"/>
            <a:endCxn id="131" idx="1"/>
          </p:cNvCxnSpPr>
          <p:nvPr/>
        </p:nvCxnSpPr>
        <p:spPr bwMode="auto">
          <a:xfrm>
            <a:off x="6344662" y="2510134"/>
            <a:ext cx="477936" cy="0"/>
          </a:xfrm>
          <a:prstGeom prst="straightConnector1">
            <a:avLst/>
          </a:prstGeom>
          <a:solidFill>
            <a:schemeClr val="accent1"/>
          </a:solidFill>
          <a:ln w="9525" cap="flat" cmpd="sng" algn="ctr">
            <a:solidFill>
              <a:srgbClr val="0070C0"/>
            </a:solidFill>
            <a:prstDash val="solid"/>
            <a:round/>
            <a:headEnd type="triangle"/>
            <a:tailEnd type="triangle"/>
          </a:ln>
          <a:effectLst/>
        </p:spPr>
      </p:cxnSp>
      <p:sp>
        <p:nvSpPr>
          <p:cNvPr id="138" name="Rectangle: Rounded Corners 137">
            <a:extLst>
              <a:ext uri="{FF2B5EF4-FFF2-40B4-BE49-F238E27FC236}">
                <a16:creationId xmlns:a16="http://schemas.microsoft.com/office/drawing/2014/main" id="{6CC68CFD-2AFE-4558-ABDF-F00063ADBB97}"/>
              </a:ext>
            </a:extLst>
          </p:cNvPr>
          <p:cNvSpPr/>
          <p:nvPr/>
        </p:nvSpPr>
        <p:spPr>
          <a:xfrm>
            <a:off x="8764806" y="1396669"/>
            <a:ext cx="336884" cy="168843"/>
          </a:xfrm>
          <a:prstGeom prst="roundRect">
            <a:avLst/>
          </a:prstGeom>
          <a:solidFill>
            <a:srgbClr val="E7E6E6">
              <a:lumMod val="50000"/>
            </a:srgb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dirty="0">
                <a:ln>
                  <a:noFill/>
                </a:ln>
                <a:solidFill>
                  <a:prstClr val="white"/>
                </a:solidFill>
                <a:effectLst/>
                <a:uLnTx/>
                <a:uFillTx/>
                <a:latin typeface="Calibri" panose="020F0502020204030204"/>
                <a:ea typeface="+mn-ea"/>
                <a:cs typeface="+mn-cs"/>
              </a:rPr>
              <a:t>All</a:t>
            </a:r>
          </a:p>
        </p:txBody>
      </p:sp>
      <p:cxnSp>
        <p:nvCxnSpPr>
          <p:cNvPr id="140" name="Straight Arrow Connector 139">
            <a:extLst>
              <a:ext uri="{FF2B5EF4-FFF2-40B4-BE49-F238E27FC236}">
                <a16:creationId xmlns:a16="http://schemas.microsoft.com/office/drawing/2014/main" id="{3B55F722-29D8-CC4F-9363-393499428166}"/>
              </a:ext>
            </a:extLst>
          </p:cNvPr>
          <p:cNvCxnSpPr>
            <a:cxnSpLocks/>
            <a:stCxn id="138" idx="1"/>
            <a:endCxn id="31" idx="3"/>
          </p:cNvCxnSpPr>
          <p:nvPr/>
        </p:nvCxnSpPr>
        <p:spPr bwMode="auto">
          <a:xfrm flipH="1" flipV="1">
            <a:off x="8348058" y="1475702"/>
            <a:ext cx="416748" cy="5389"/>
          </a:xfrm>
          <a:prstGeom prst="straightConnector1">
            <a:avLst/>
          </a:prstGeom>
          <a:solidFill>
            <a:schemeClr val="accent1"/>
          </a:solidFill>
          <a:ln w="9525" cap="flat" cmpd="sng" algn="ctr">
            <a:solidFill>
              <a:srgbClr val="0070C0"/>
            </a:solidFill>
            <a:prstDash val="solid"/>
            <a:round/>
            <a:headEnd type="none" w="med" len="med"/>
            <a:tailEnd type="triangle"/>
          </a:ln>
          <a:effectLst/>
        </p:spPr>
      </p:cxnSp>
      <p:cxnSp>
        <p:nvCxnSpPr>
          <p:cNvPr id="144" name="Straight Arrow Connector 143">
            <a:extLst>
              <a:ext uri="{FF2B5EF4-FFF2-40B4-BE49-F238E27FC236}">
                <a16:creationId xmlns:a16="http://schemas.microsoft.com/office/drawing/2014/main" id="{857B73F0-FFB8-AE73-65AA-ADA9DBE98A56}"/>
              </a:ext>
            </a:extLst>
          </p:cNvPr>
          <p:cNvCxnSpPr>
            <a:stCxn id="31" idx="1"/>
            <a:endCxn id="4" idx="3"/>
          </p:cNvCxnSpPr>
          <p:nvPr/>
        </p:nvCxnSpPr>
        <p:spPr bwMode="auto">
          <a:xfrm flipH="1" flipV="1">
            <a:off x="6048238" y="1469134"/>
            <a:ext cx="821448" cy="6568"/>
          </a:xfrm>
          <a:prstGeom prst="straightConnector1">
            <a:avLst/>
          </a:prstGeom>
          <a:solidFill>
            <a:schemeClr val="accent1"/>
          </a:solidFill>
          <a:ln w="9525" cap="flat" cmpd="sng" algn="ctr">
            <a:solidFill>
              <a:srgbClr val="0070C0"/>
            </a:solidFill>
            <a:prstDash val="solid"/>
            <a:round/>
            <a:headEnd type="none" w="med" len="med"/>
            <a:tailEnd type="triangle"/>
          </a:ln>
          <a:effectLst/>
        </p:spPr>
      </p:cxnSp>
      <p:sp>
        <p:nvSpPr>
          <p:cNvPr id="148" name="Rectangle: Rounded Corners 147">
            <a:extLst>
              <a:ext uri="{FF2B5EF4-FFF2-40B4-BE49-F238E27FC236}">
                <a16:creationId xmlns:a16="http://schemas.microsoft.com/office/drawing/2014/main" id="{E7F42657-B3F1-465F-BABC-9A1CFD6C32E6}"/>
              </a:ext>
            </a:extLst>
          </p:cNvPr>
          <p:cNvSpPr/>
          <p:nvPr/>
        </p:nvSpPr>
        <p:spPr>
          <a:xfrm>
            <a:off x="1786550" y="2424074"/>
            <a:ext cx="336884" cy="168843"/>
          </a:xfrm>
          <a:prstGeom prst="roundRect">
            <a:avLst/>
          </a:prstGeom>
          <a:solidFill>
            <a:srgbClr val="E7E6E6">
              <a:lumMod val="50000"/>
            </a:srgb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dirty="0">
                <a:ln>
                  <a:noFill/>
                </a:ln>
                <a:solidFill>
                  <a:prstClr val="white"/>
                </a:solidFill>
                <a:effectLst/>
                <a:uLnTx/>
                <a:uFillTx/>
                <a:latin typeface="Calibri" panose="020F0502020204030204"/>
                <a:ea typeface="+mn-ea"/>
                <a:cs typeface="+mn-cs"/>
              </a:rPr>
              <a:t>All</a:t>
            </a:r>
          </a:p>
        </p:txBody>
      </p:sp>
      <p:cxnSp>
        <p:nvCxnSpPr>
          <p:cNvPr id="149" name="Straight Arrow Connector 148">
            <a:extLst>
              <a:ext uri="{FF2B5EF4-FFF2-40B4-BE49-F238E27FC236}">
                <a16:creationId xmlns:a16="http://schemas.microsoft.com/office/drawing/2014/main" id="{C9C33DEC-4A6D-4378-5C5C-E0608B132795}"/>
              </a:ext>
            </a:extLst>
          </p:cNvPr>
          <p:cNvCxnSpPr>
            <a:cxnSpLocks/>
            <a:stCxn id="148" idx="3"/>
            <a:endCxn id="40" idx="1"/>
          </p:cNvCxnSpPr>
          <p:nvPr/>
        </p:nvCxnSpPr>
        <p:spPr bwMode="auto">
          <a:xfrm>
            <a:off x="2123434" y="2508496"/>
            <a:ext cx="354920" cy="0"/>
          </a:xfrm>
          <a:prstGeom prst="straightConnector1">
            <a:avLst/>
          </a:prstGeom>
          <a:solidFill>
            <a:schemeClr val="accent1"/>
          </a:solidFill>
          <a:ln w="9525" cap="flat" cmpd="sng" algn="ctr">
            <a:solidFill>
              <a:srgbClr val="0070C0"/>
            </a:solidFill>
            <a:prstDash val="solid"/>
            <a:round/>
            <a:headEnd type="none" w="med" len="med"/>
            <a:tailEnd type="triangle"/>
          </a:ln>
          <a:effectLst/>
        </p:spPr>
      </p:cxnSp>
    </p:spTree>
    <p:extLst>
      <p:ext uri="{BB962C8B-B14F-4D97-AF65-F5344CB8AC3E}">
        <p14:creationId xmlns:p14="http://schemas.microsoft.com/office/powerpoint/2010/main" val="16220083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F0D0A-C8BD-480C-A6F2-F71C03DE8BA9}"/>
              </a:ext>
            </a:extLst>
          </p:cNvPr>
          <p:cNvSpPr>
            <a:spLocks noGrp="1"/>
          </p:cNvSpPr>
          <p:nvPr>
            <p:ph type="title"/>
          </p:nvPr>
        </p:nvSpPr>
        <p:spPr/>
        <p:txBody>
          <a:bodyPr/>
          <a:lstStyle/>
          <a:p>
            <a:r>
              <a:rPr lang="en-GB" sz="2000" b="0" dirty="0"/>
              <a:t>Jira SOS Project – Task workflow</a:t>
            </a:r>
          </a:p>
        </p:txBody>
      </p:sp>
      <p:sp>
        <p:nvSpPr>
          <p:cNvPr id="18" name="Oval 17">
            <a:extLst>
              <a:ext uri="{FF2B5EF4-FFF2-40B4-BE49-F238E27FC236}">
                <a16:creationId xmlns:a16="http://schemas.microsoft.com/office/drawing/2014/main" id="{F916FCC0-E066-5431-9298-FB75B40DF436}"/>
              </a:ext>
            </a:extLst>
          </p:cNvPr>
          <p:cNvSpPr/>
          <p:nvPr/>
        </p:nvSpPr>
        <p:spPr>
          <a:xfrm>
            <a:off x="5463090" y="1177660"/>
            <a:ext cx="385010" cy="375385"/>
          </a:xfrm>
          <a:prstGeom prst="ellipse">
            <a:avLst/>
          </a:prstGeom>
          <a:solidFill>
            <a:srgbClr val="44546A">
              <a:lumMod val="75000"/>
            </a:srgbClr>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9" name="Rectangle: Rounded Corners 18">
            <a:extLst>
              <a:ext uri="{FF2B5EF4-FFF2-40B4-BE49-F238E27FC236}">
                <a16:creationId xmlns:a16="http://schemas.microsoft.com/office/drawing/2014/main" id="{7EDB86BC-5062-238F-0942-B0F606CE8329}"/>
              </a:ext>
            </a:extLst>
          </p:cNvPr>
          <p:cNvSpPr/>
          <p:nvPr/>
        </p:nvSpPr>
        <p:spPr>
          <a:xfrm>
            <a:off x="5212833" y="1861053"/>
            <a:ext cx="885524" cy="375385"/>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latin typeface="Calibri" panose="020F0502020204030204"/>
                <a:ea typeface="+mn-ea"/>
                <a:cs typeface="+mn-cs"/>
              </a:rPr>
              <a:t>Backlog</a:t>
            </a:r>
          </a:p>
        </p:txBody>
      </p:sp>
      <p:cxnSp>
        <p:nvCxnSpPr>
          <p:cNvPr id="24" name="Straight Arrow Connector 23">
            <a:extLst>
              <a:ext uri="{FF2B5EF4-FFF2-40B4-BE49-F238E27FC236}">
                <a16:creationId xmlns:a16="http://schemas.microsoft.com/office/drawing/2014/main" id="{E0DE8F23-E33F-5F9D-0CF9-F9066632661F}"/>
              </a:ext>
            </a:extLst>
          </p:cNvPr>
          <p:cNvCxnSpPr>
            <a:cxnSpLocks/>
            <a:stCxn id="18" idx="4"/>
            <a:endCxn id="19" idx="0"/>
          </p:cNvCxnSpPr>
          <p:nvPr/>
        </p:nvCxnSpPr>
        <p:spPr>
          <a:xfrm>
            <a:off x="5655595" y="1553045"/>
            <a:ext cx="0" cy="308008"/>
          </a:xfrm>
          <a:prstGeom prst="straightConnector1">
            <a:avLst/>
          </a:prstGeom>
          <a:noFill/>
          <a:ln w="6350" cap="flat" cmpd="sng" algn="ctr">
            <a:solidFill>
              <a:srgbClr val="4472C4"/>
            </a:solidFill>
            <a:prstDash val="solid"/>
            <a:miter lim="800000"/>
            <a:tailEnd type="triangle"/>
          </a:ln>
          <a:effectLst/>
        </p:spPr>
      </p:cxnSp>
      <p:sp>
        <p:nvSpPr>
          <p:cNvPr id="30" name="Rectangle: Rounded Corners 29">
            <a:extLst>
              <a:ext uri="{FF2B5EF4-FFF2-40B4-BE49-F238E27FC236}">
                <a16:creationId xmlns:a16="http://schemas.microsoft.com/office/drawing/2014/main" id="{2E129093-2D55-DBB1-44D7-AFEDD50DFCE0}"/>
              </a:ext>
            </a:extLst>
          </p:cNvPr>
          <p:cNvSpPr/>
          <p:nvPr/>
        </p:nvSpPr>
        <p:spPr>
          <a:xfrm>
            <a:off x="6499407" y="1954039"/>
            <a:ext cx="336884" cy="168843"/>
          </a:xfrm>
          <a:prstGeom prst="roundRect">
            <a:avLst/>
          </a:prstGeom>
          <a:solidFill>
            <a:srgbClr val="E7E6E6">
              <a:lumMod val="50000"/>
            </a:srgb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dirty="0">
                <a:ln>
                  <a:noFill/>
                </a:ln>
                <a:solidFill>
                  <a:prstClr val="white"/>
                </a:solidFill>
                <a:effectLst/>
                <a:uLnTx/>
                <a:uFillTx/>
                <a:latin typeface="Calibri" panose="020F0502020204030204"/>
                <a:ea typeface="+mn-ea"/>
                <a:cs typeface="+mn-cs"/>
              </a:rPr>
              <a:t>All</a:t>
            </a:r>
          </a:p>
        </p:txBody>
      </p:sp>
      <p:cxnSp>
        <p:nvCxnSpPr>
          <p:cNvPr id="31" name="Straight Arrow Connector 30">
            <a:extLst>
              <a:ext uri="{FF2B5EF4-FFF2-40B4-BE49-F238E27FC236}">
                <a16:creationId xmlns:a16="http://schemas.microsoft.com/office/drawing/2014/main" id="{FEEF8FB7-E00E-B951-0051-88D29AE5CD93}"/>
              </a:ext>
            </a:extLst>
          </p:cNvPr>
          <p:cNvCxnSpPr>
            <a:stCxn id="30" idx="1"/>
          </p:cNvCxnSpPr>
          <p:nvPr/>
        </p:nvCxnSpPr>
        <p:spPr>
          <a:xfrm flipH="1">
            <a:off x="6098357" y="2038461"/>
            <a:ext cx="401050" cy="0"/>
          </a:xfrm>
          <a:prstGeom prst="straightConnector1">
            <a:avLst/>
          </a:prstGeom>
          <a:noFill/>
          <a:ln w="6350" cap="flat" cmpd="sng" algn="ctr">
            <a:solidFill>
              <a:srgbClr val="4472C4"/>
            </a:solidFill>
            <a:prstDash val="solid"/>
            <a:miter lim="800000"/>
            <a:tailEnd type="triangle"/>
          </a:ln>
          <a:effectLst/>
        </p:spPr>
      </p:cxnSp>
      <p:sp>
        <p:nvSpPr>
          <p:cNvPr id="3" name="Rectangle: Rounded Corners 2">
            <a:extLst>
              <a:ext uri="{FF2B5EF4-FFF2-40B4-BE49-F238E27FC236}">
                <a16:creationId xmlns:a16="http://schemas.microsoft.com/office/drawing/2014/main" id="{6C343D9A-4B78-3A8A-78A5-5C02573679F4}"/>
              </a:ext>
            </a:extLst>
          </p:cNvPr>
          <p:cNvSpPr/>
          <p:nvPr/>
        </p:nvSpPr>
        <p:spPr>
          <a:xfrm>
            <a:off x="4916409" y="2428340"/>
            <a:ext cx="1478372" cy="375384"/>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latin typeface="Calibri" panose="020F0502020204030204"/>
                <a:ea typeface="+mn-ea"/>
                <a:cs typeface="+mn-cs"/>
              </a:rPr>
              <a:t>Potential Blocker</a:t>
            </a:r>
          </a:p>
        </p:txBody>
      </p:sp>
      <p:sp>
        <p:nvSpPr>
          <p:cNvPr id="4" name="Rectangle: Rounded Corners 3">
            <a:extLst>
              <a:ext uri="{FF2B5EF4-FFF2-40B4-BE49-F238E27FC236}">
                <a16:creationId xmlns:a16="http://schemas.microsoft.com/office/drawing/2014/main" id="{01C1C751-98B1-346B-44C8-D8C501033E74}"/>
              </a:ext>
            </a:extLst>
          </p:cNvPr>
          <p:cNvSpPr/>
          <p:nvPr/>
        </p:nvSpPr>
        <p:spPr>
          <a:xfrm>
            <a:off x="6795831" y="2521325"/>
            <a:ext cx="336884" cy="168843"/>
          </a:xfrm>
          <a:prstGeom prst="roundRect">
            <a:avLst/>
          </a:prstGeom>
          <a:solidFill>
            <a:srgbClr val="E7E6E6">
              <a:lumMod val="50000"/>
            </a:srgb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dirty="0">
                <a:ln>
                  <a:noFill/>
                </a:ln>
                <a:solidFill>
                  <a:prstClr val="white"/>
                </a:solidFill>
                <a:effectLst/>
                <a:uLnTx/>
                <a:uFillTx/>
                <a:latin typeface="Calibri" panose="020F0502020204030204"/>
                <a:ea typeface="+mn-ea"/>
                <a:cs typeface="+mn-cs"/>
              </a:rPr>
              <a:t>All</a:t>
            </a:r>
          </a:p>
        </p:txBody>
      </p:sp>
      <p:cxnSp>
        <p:nvCxnSpPr>
          <p:cNvPr id="5" name="Straight Arrow Connector 4">
            <a:extLst>
              <a:ext uri="{FF2B5EF4-FFF2-40B4-BE49-F238E27FC236}">
                <a16:creationId xmlns:a16="http://schemas.microsoft.com/office/drawing/2014/main" id="{D0E8A6E0-EC5F-4C9D-EF03-64F1C52A418A}"/>
              </a:ext>
            </a:extLst>
          </p:cNvPr>
          <p:cNvCxnSpPr>
            <a:stCxn id="4" idx="1"/>
          </p:cNvCxnSpPr>
          <p:nvPr/>
        </p:nvCxnSpPr>
        <p:spPr>
          <a:xfrm flipH="1">
            <a:off x="6394781" y="2605747"/>
            <a:ext cx="401050" cy="0"/>
          </a:xfrm>
          <a:prstGeom prst="straightConnector1">
            <a:avLst/>
          </a:prstGeom>
          <a:noFill/>
          <a:ln w="6350" cap="flat" cmpd="sng" algn="ctr">
            <a:solidFill>
              <a:srgbClr val="4472C4"/>
            </a:solidFill>
            <a:prstDash val="solid"/>
            <a:miter lim="800000"/>
            <a:tailEnd type="triangle"/>
          </a:ln>
          <a:effectLst/>
        </p:spPr>
      </p:cxnSp>
      <p:sp>
        <p:nvSpPr>
          <p:cNvPr id="6" name="Rectangle: Rounded Corners 5">
            <a:extLst>
              <a:ext uri="{FF2B5EF4-FFF2-40B4-BE49-F238E27FC236}">
                <a16:creationId xmlns:a16="http://schemas.microsoft.com/office/drawing/2014/main" id="{1F7F00B6-E910-65B9-B0CE-78C9CE2561F2}"/>
              </a:ext>
            </a:extLst>
          </p:cNvPr>
          <p:cNvSpPr/>
          <p:nvPr/>
        </p:nvSpPr>
        <p:spPr>
          <a:xfrm>
            <a:off x="5185869" y="3004191"/>
            <a:ext cx="885524" cy="375385"/>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latin typeface="Calibri" panose="020F0502020204030204"/>
                <a:ea typeface="+mn-ea"/>
                <a:cs typeface="+mn-cs"/>
              </a:rPr>
              <a:t>Blocker</a:t>
            </a:r>
          </a:p>
        </p:txBody>
      </p:sp>
      <p:sp>
        <p:nvSpPr>
          <p:cNvPr id="7" name="Rectangle: Rounded Corners 6">
            <a:extLst>
              <a:ext uri="{FF2B5EF4-FFF2-40B4-BE49-F238E27FC236}">
                <a16:creationId xmlns:a16="http://schemas.microsoft.com/office/drawing/2014/main" id="{9C8E5CB9-7155-F59B-29BC-75EDA13F35AA}"/>
              </a:ext>
            </a:extLst>
          </p:cNvPr>
          <p:cNvSpPr/>
          <p:nvPr/>
        </p:nvSpPr>
        <p:spPr>
          <a:xfrm>
            <a:off x="6458947" y="3115000"/>
            <a:ext cx="336884" cy="168843"/>
          </a:xfrm>
          <a:prstGeom prst="roundRect">
            <a:avLst/>
          </a:prstGeom>
          <a:solidFill>
            <a:srgbClr val="E7E6E6">
              <a:lumMod val="50000"/>
            </a:srgb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dirty="0">
                <a:ln>
                  <a:noFill/>
                </a:ln>
                <a:solidFill>
                  <a:prstClr val="white"/>
                </a:solidFill>
                <a:effectLst/>
                <a:uLnTx/>
                <a:uFillTx/>
                <a:latin typeface="Calibri" panose="020F0502020204030204"/>
                <a:ea typeface="+mn-ea"/>
                <a:cs typeface="+mn-cs"/>
              </a:rPr>
              <a:t>All</a:t>
            </a:r>
          </a:p>
        </p:txBody>
      </p:sp>
      <p:cxnSp>
        <p:nvCxnSpPr>
          <p:cNvPr id="8" name="Straight Arrow Connector 7">
            <a:extLst>
              <a:ext uri="{FF2B5EF4-FFF2-40B4-BE49-F238E27FC236}">
                <a16:creationId xmlns:a16="http://schemas.microsoft.com/office/drawing/2014/main" id="{6E6C073B-E3C0-8037-7939-E1A2FE958B09}"/>
              </a:ext>
            </a:extLst>
          </p:cNvPr>
          <p:cNvCxnSpPr>
            <a:cxnSpLocks/>
            <a:stCxn id="7" idx="1"/>
          </p:cNvCxnSpPr>
          <p:nvPr/>
        </p:nvCxnSpPr>
        <p:spPr>
          <a:xfrm flipH="1">
            <a:off x="6057897" y="3199422"/>
            <a:ext cx="401050" cy="0"/>
          </a:xfrm>
          <a:prstGeom prst="straightConnector1">
            <a:avLst/>
          </a:prstGeom>
          <a:noFill/>
          <a:ln w="6350" cap="flat" cmpd="sng" algn="ctr">
            <a:solidFill>
              <a:srgbClr val="4472C4"/>
            </a:solidFill>
            <a:prstDash val="solid"/>
            <a:miter lim="800000"/>
            <a:tailEnd type="triangle"/>
          </a:ln>
          <a:effectLst/>
        </p:spPr>
      </p:cxnSp>
      <p:sp>
        <p:nvSpPr>
          <p:cNvPr id="9" name="Rectangle: Rounded Corners 8">
            <a:extLst>
              <a:ext uri="{FF2B5EF4-FFF2-40B4-BE49-F238E27FC236}">
                <a16:creationId xmlns:a16="http://schemas.microsoft.com/office/drawing/2014/main" id="{BF8E359A-4F2E-838B-594F-4BE58A880626}"/>
              </a:ext>
            </a:extLst>
          </p:cNvPr>
          <p:cNvSpPr/>
          <p:nvPr/>
        </p:nvSpPr>
        <p:spPr>
          <a:xfrm>
            <a:off x="5042810" y="3588083"/>
            <a:ext cx="1197025" cy="375384"/>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latin typeface="Calibri" panose="020F0502020204030204"/>
                <a:ea typeface="+mn-ea"/>
                <a:cs typeface="+mn-cs"/>
              </a:rPr>
              <a:t>Open Actions</a:t>
            </a:r>
          </a:p>
        </p:txBody>
      </p:sp>
      <p:sp>
        <p:nvSpPr>
          <p:cNvPr id="10" name="Rectangle: Rounded Corners 9">
            <a:extLst>
              <a:ext uri="{FF2B5EF4-FFF2-40B4-BE49-F238E27FC236}">
                <a16:creationId xmlns:a16="http://schemas.microsoft.com/office/drawing/2014/main" id="{86A6A29C-4445-B7A7-B829-3D20D1A55823}"/>
              </a:ext>
            </a:extLst>
          </p:cNvPr>
          <p:cNvSpPr/>
          <p:nvPr/>
        </p:nvSpPr>
        <p:spPr>
          <a:xfrm>
            <a:off x="6640885" y="3681068"/>
            <a:ext cx="336884" cy="168843"/>
          </a:xfrm>
          <a:prstGeom prst="roundRect">
            <a:avLst/>
          </a:prstGeom>
          <a:solidFill>
            <a:srgbClr val="E7E6E6">
              <a:lumMod val="50000"/>
            </a:srgb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dirty="0">
                <a:ln>
                  <a:noFill/>
                </a:ln>
                <a:solidFill>
                  <a:prstClr val="white"/>
                </a:solidFill>
                <a:effectLst/>
                <a:uLnTx/>
                <a:uFillTx/>
                <a:latin typeface="Calibri" panose="020F0502020204030204"/>
                <a:ea typeface="+mn-ea"/>
                <a:cs typeface="+mn-cs"/>
              </a:rPr>
              <a:t>All</a:t>
            </a:r>
          </a:p>
        </p:txBody>
      </p:sp>
      <p:cxnSp>
        <p:nvCxnSpPr>
          <p:cNvPr id="11" name="Straight Arrow Connector 10">
            <a:extLst>
              <a:ext uri="{FF2B5EF4-FFF2-40B4-BE49-F238E27FC236}">
                <a16:creationId xmlns:a16="http://schemas.microsoft.com/office/drawing/2014/main" id="{707FEB97-B573-DFC7-220F-B1E2F75AFD3F}"/>
              </a:ext>
            </a:extLst>
          </p:cNvPr>
          <p:cNvCxnSpPr>
            <a:stCxn id="10" idx="1"/>
          </p:cNvCxnSpPr>
          <p:nvPr/>
        </p:nvCxnSpPr>
        <p:spPr>
          <a:xfrm flipH="1">
            <a:off x="6239835" y="3765490"/>
            <a:ext cx="401050" cy="0"/>
          </a:xfrm>
          <a:prstGeom prst="straightConnector1">
            <a:avLst/>
          </a:prstGeom>
          <a:noFill/>
          <a:ln w="6350" cap="flat" cmpd="sng" algn="ctr">
            <a:solidFill>
              <a:srgbClr val="4472C4"/>
            </a:solidFill>
            <a:prstDash val="solid"/>
            <a:miter lim="800000"/>
            <a:tailEnd type="triangle"/>
          </a:ln>
          <a:effectLst/>
        </p:spPr>
      </p:cxnSp>
      <p:sp>
        <p:nvSpPr>
          <p:cNvPr id="12" name="Rectangle: Rounded Corners 11">
            <a:extLst>
              <a:ext uri="{FF2B5EF4-FFF2-40B4-BE49-F238E27FC236}">
                <a16:creationId xmlns:a16="http://schemas.microsoft.com/office/drawing/2014/main" id="{C7F5CD8D-D45A-9E30-F2C8-EFAD78134BFD}"/>
              </a:ext>
            </a:extLst>
          </p:cNvPr>
          <p:cNvSpPr/>
          <p:nvPr/>
        </p:nvSpPr>
        <p:spPr>
          <a:xfrm>
            <a:off x="5042810" y="4747826"/>
            <a:ext cx="1197025" cy="375384"/>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latin typeface="Calibri" panose="020F0502020204030204"/>
                <a:ea typeface="+mn-ea"/>
                <a:cs typeface="+mn-cs"/>
              </a:rPr>
              <a:t>Complete</a:t>
            </a:r>
          </a:p>
        </p:txBody>
      </p:sp>
      <p:sp>
        <p:nvSpPr>
          <p:cNvPr id="13" name="Rectangle: Rounded Corners 12">
            <a:extLst>
              <a:ext uri="{FF2B5EF4-FFF2-40B4-BE49-F238E27FC236}">
                <a16:creationId xmlns:a16="http://schemas.microsoft.com/office/drawing/2014/main" id="{3E52694D-B168-D424-CA9D-4A78F4D301F7}"/>
              </a:ext>
            </a:extLst>
          </p:cNvPr>
          <p:cNvSpPr/>
          <p:nvPr/>
        </p:nvSpPr>
        <p:spPr>
          <a:xfrm>
            <a:off x="6640885" y="4840811"/>
            <a:ext cx="336884" cy="168843"/>
          </a:xfrm>
          <a:prstGeom prst="roundRect">
            <a:avLst/>
          </a:prstGeom>
          <a:solidFill>
            <a:srgbClr val="E7E6E6">
              <a:lumMod val="50000"/>
            </a:srgb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dirty="0">
                <a:ln>
                  <a:noFill/>
                </a:ln>
                <a:solidFill>
                  <a:prstClr val="white"/>
                </a:solidFill>
                <a:effectLst/>
                <a:uLnTx/>
                <a:uFillTx/>
                <a:latin typeface="Calibri" panose="020F0502020204030204"/>
                <a:ea typeface="+mn-ea"/>
                <a:cs typeface="+mn-cs"/>
              </a:rPr>
              <a:t>All</a:t>
            </a:r>
          </a:p>
        </p:txBody>
      </p:sp>
      <p:cxnSp>
        <p:nvCxnSpPr>
          <p:cNvPr id="14" name="Straight Arrow Connector 13">
            <a:extLst>
              <a:ext uri="{FF2B5EF4-FFF2-40B4-BE49-F238E27FC236}">
                <a16:creationId xmlns:a16="http://schemas.microsoft.com/office/drawing/2014/main" id="{AE123940-CE70-5484-7E5B-416A03033994}"/>
              </a:ext>
            </a:extLst>
          </p:cNvPr>
          <p:cNvCxnSpPr>
            <a:stCxn id="13" idx="1"/>
          </p:cNvCxnSpPr>
          <p:nvPr/>
        </p:nvCxnSpPr>
        <p:spPr>
          <a:xfrm flipH="1">
            <a:off x="6239835" y="4925233"/>
            <a:ext cx="401050" cy="0"/>
          </a:xfrm>
          <a:prstGeom prst="straightConnector1">
            <a:avLst/>
          </a:prstGeom>
          <a:noFill/>
          <a:ln w="6350" cap="flat" cmpd="sng" algn="ctr">
            <a:solidFill>
              <a:srgbClr val="4472C4"/>
            </a:solidFill>
            <a:prstDash val="solid"/>
            <a:miter lim="800000"/>
            <a:tailEnd type="triangle"/>
          </a:ln>
          <a:effectLst/>
        </p:spPr>
      </p:cxnSp>
      <p:sp>
        <p:nvSpPr>
          <p:cNvPr id="15" name="Rectangle: Rounded Corners 14">
            <a:extLst>
              <a:ext uri="{FF2B5EF4-FFF2-40B4-BE49-F238E27FC236}">
                <a16:creationId xmlns:a16="http://schemas.microsoft.com/office/drawing/2014/main" id="{1BAB8D40-8BCC-8FC0-565F-F586B73AB694}"/>
              </a:ext>
            </a:extLst>
          </p:cNvPr>
          <p:cNvSpPr/>
          <p:nvPr/>
        </p:nvSpPr>
        <p:spPr>
          <a:xfrm>
            <a:off x="5102063" y="5402514"/>
            <a:ext cx="1197025" cy="375384"/>
          </a:xfrm>
          <a:prstGeom prst="roundRect">
            <a:avLst/>
          </a:prstGeom>
          <a:solidFill>
            <a:srgbClr val="00B050"/>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dirty="0">
                <a:ln>
                  <a:noFill/>
                </a:ln>
                <a:effectLst/>
                <a:uLnTx/>
                <a:uFillTx/>
                <a:latin typeface="Calibri" panose="020F0502020204030204"/>
                <a:ea typeface="+mn-ea"/>
                <a:cs typeface="+mn-cs"/>
              </a:rPr>
              <a:t>Done</a:t>
            </a:r>
          </a:p>
        </p:txBody>
      </p:sp>
      <p:sp>
        <p:nvSpPr>
          <p:cNvPr id="16" name="Rectangle: Rounded Corners 15">
            <a:extLst>
              <a:ext uri="{FF2B5EF4-FFF2-40B4-BE49-F238E27FC236}">
                <a16:creationId xmlns:a16="http://schemas.microsoft.com/office/drawing/2014/main" id="{5E83A0CD-421D-0717-E230-92F0AA46E357}"/>
              </a:ext>
            </a:extLst>
          </p:cNvPr>
          <p:cNvSpPr/>
          <p:nvPr/>
        </p:nvSpPr>
        <p:spPr>
          <a:xfrm>
            <a:off x="6700138" y="5495499"/>
            <a:ext cx="336884" cy="168843"/>
          </a:xfrm>
          <a:prstGeom prst="roundRect">
            <a:avLst/>
          </a:prstGeom>
          <a:solidFill>
            <a:srgbClr val="E7E6E6">
              <a:lumMod val="50000"/>
            </a:srgb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dirty="0">
                <a:ln>
                  <a:noFill/>
                </a:ln>
                <a:solidFill>
                  <a:prstClr val="white"/>
                </a:solidFill>
                <a:effectLst/>
                <a:uLnTx/>
                <a:uFillTx/>
                <a:latin typeface="Calibri" panose="020F0502020204030204"/>
                <a:ea typeface="+mn-ea"/>
                <a:cs typeface="+mn-cs"/>
              </a:rPr>
              <a:t>All</a:t>
            </a:r>
          </a:p>
        </p:txBody>
      </p:sp>
      <p:cxnSp>
        <p:nvCxnSpPr>
          <p:cNvPr id="17" name="Straight Arrow Connector 16">
            <a:extLst>
              <a:ext uri="{FF2B5EF4-FFF2-40B4-BE49-F238E27FC236}">
                <a16:creationId xmlns:a16="http://schemas.microsoft.com/office/drawing/2014/main" id="{9AE47117-623C-5A01-5C9B-3197FAB8E4C9}"/>
              </a:ext>
            </a:extLst>
          </p:cNvPr>
          <p:cNvCxnSpPr>
            <a:stCxn id="16" idx="1"/>
          </p:cNvCxnSpPr>
          <p:nvPr/>
        </p:nvCxnSpPr>
        <p:spPr>
          <a:xfrm flipH="1">
            <a:off x="6299088" y="5579921"/>
            <a:ext cx="401050" cy="0"/>
          </a:xfrm>
          <a:prstGeom prst="straightConnector1">
            <a:avLst/>
          </a:prstGeom>
          <a:noFill/>
          <a:ln w="6350" cap="flat" cmpd="sng" algn="ctr">
            <a:solidFill>
              <a:srgbClr val="4472C4"/>
            </a:solidFill>
            <a:prstDash val="solid"/>
            <a:miter lim="800000"/>
            <a:tailEnd type="triangle"/>
          </a:ln>
          <a:effectLst/>
        </p:spPr>
      </p:cxnSp>
      <p:sp>
        <p:nvSpPr>
          <p:cNvPr id="20" name="Rectangle: Rounded Corners 19">
            <a:extLst>
              <a:ext uri="{FF2B5EF4-FFF2-40B4-BE49-F238E27FC236}">
                <a16:creationId xmlns:a16="http://schemas.microsoft.com/office/drawing/2014/main" id="{A79490AE-5C0D-59B9-2A6D-371692825067}"/>
              </a:ext>
            </a:extLst>
          </p:cNvPr>
          <p:cNvSpPr/>
          <p:nvPr/>
        </p:nvSpPr>
        <p:spPr>
          <a:xfrm>
            <a:off x="5042810" y="4162320"/>
            <a:ext cx="1197025" cy="375384"/>
          </a:xfrm>
          <a:prstGeom prst="roundRect">
            <a:avLst/>
          </a:prstGeom>
          <a:solidFill>
            <a:srgbClr val="4472C4"/>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prstClr val="white"/>
                </a:solidFill>
                <a:effectLst/>
                <a:uLnTx/>
                <a:uFillTx/>
                <a:latin typeface="Calibri" panose="020F0502020204030204"/>
                <a:ea typeface="+mn-ea"/>
                <a:cs typeface="+mn-cs"/>
              </a:rPr>
              <a:t>In Progress</a:t>
            </a:r>
          </a:p>
        </p:txBody>
      </p:sp>
      <p:sp>
        <p:nvSpPr>
          <p:cNvPr id="21" name="Rectangle: Rounded Corners 20">
            <a:extLst>
              <a:ext uri="{FF2B5EF4-FFF2-40B4-BE49-F238E27FC236}">
                <a16:creationId xmlns:a16="http://schemas.microsoft.com/office/drawing/2014/main" id="{9723300B-A841-AA67-A93D-3BCAB398A93D}"/>
              </a:ext>
            </a:extLst>
          </p:cNvPr>
          <p:cNvSpPr/>
          <p:nvPr/>
        </p:nvSpPr>
        <p:spPr>
          <a:xfrm>
            <a:off x="6640885" y="4255305"/>
            <a:ext cx="336884" cy="168843"/>
          </a:xfrm>
          <a:prstGeom prst="roundRect">
            <a:avLst/>
          </a:prstGeom>
          <a:solidFill>
            <a:srgbClr val="E7E6E6">
              <a:lumMod val="50000"/>
            </a:srgbClr>
          </a:solidFill>
          <a:ln w="12700"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dirty="0">
                <a:ln>
                  <a:noFill/>
                </a:ln>
                <a:solidFill>
                  <a:prstClr val="white"/>
                </a:solidFill>
                <a:effectLst/>
                <a:uLnTx/>
                <a:uFillTx/>
                <a:latin typeface="Calibri" panose="020F0502020204030204"/>
                <a:ea typeface="+mn-ea"/>
                <a:cs typeface="+mn-cs"/>
              </a:rPr>
              <a:t>All</a:t>
            </a:r>
          </a:p>
        </p:txBody>
      </p:sp>
      <p:cxnSp>
        <p:nvCxnSpPr>
          <p:cNvPr id="22" name="Straight Arrow Connector 21">
            <a:extLst>
              <a:ext uri="{FF2B5EF4-FFF2-40B4-BE49-F238E27FC236}">
                <a16:creationId xmlns:a16="http://schemas.microsoft.com/office/drawing/2014/main" id="{E3749A78-A668-8B41-3AE4-580B86B2DD8E}"/>
              </a:ext>
            </a:extLst>
          </p:cNvPr>
          <p:cNvCxnSpPr>
            <a:stCxn id="21" idx="1"/>
          </p:cNvCxnSpPr>
          <p:nvPr/>
        </p:nvCxnSpPr>
        <p:spPr>
          <a:xfrm flipH="1">
            <a:off x="6239835" y="4339727"/>
            <a:ext cx="401050" cy="0"/>
          </a:xfrm>
          <a:prstGeom prst="straightConnector1">
            <a:avLst/>
          </a:prstGeom>
          <a:noFill/>
          <a:ln w="6350" cap="flat" cmpd="sng" algn="ctr">
            <a:solidFill>
              <a:srgbClr val="4472C4"/>
            </a:solidFill>
            <a:prstDash val="solid"/>
            <a:miter lim="800000"/>
            <a:tailEnd type="triangle"/>
          </a:ln>
          <a:effectLst/>
        </p:spPr>
      </p:cxnSp>
      <p:sp>
        <p:nvSpPr>
          <p:cNvPr id="23" name="TextBox 22">
            <a:extLst>
              <a:ext uri="{FF2B5EF4-FFF2-40B4-BE49-F238E27FC236}">
                <a16:creationId xmlns:a16="http://schemas.microsoft.com/office/drawing/2014/main" id="{D0B431F7-DADA-BA36-6B74-1A63104FAA71}"/>
              </a:ext>
            </a:extLst>
          </p:cNvPr>
          <p:cNvSpPr txBox="1"/>
          <p:nvPr/>
        </p:nvSpPr>
        <p:spPr>
          <a:xfrm>
            <a:off x="332155" y="5885793"/>
            <a:ext cx="3777390" cy="307777"/>
          </a:xfrm>
          <a:prstGeom prst="rect">
            <a:avLst/>
          </a:prstGeom>
          <a:noFill/>
        </p:spPr>
        <p:txBody>
          <a:bodyPr wrap="square" rtlCol="0">
            <a:spAutoFit/>
          </a:bodyPr>
          <a:lstStyle/>
          <a:p>
            <a:r>
              <a:rPr lang="en-IN" sz="1400" i="1" dirty="0">
                <a:latin typeface="Calibri" panose="020F0502020204030204" pitchFamily="34" charset="0"/>
                <a:ea typeface="Calibri" panose="020F0502020204030204" pitchFamily="34" charset="0"/>
                <a:cs typeface="Calibri" panose="020F0502020204030204" pitchFamily="34" charset="0"/>
              </a:rPr>
              <a:t>Service Ticket ID: RITM1137214</a:t>
            </a:r>
          </a:p>
        </p:txBody>
      </p:sp>
    </p:spTree>
    <p:extLst>
      <p:ext uri="{BB962C8B-B14F-4D97-AF65-F5344CB8AC3E}">
        <p14:creationId xmlns:p14="http://schemas.microsoft.com/office/powerpoint/2010/main" val="39315739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F0D0A-C8BD-480C-A6F2-F71C03DE8BA9}"/>
              </a:ext>
            </a:extLst>
          </p:cNvPr>
          <p:cNvSpPr>
            <a:spLocks noGrp="1"/>
          </p:cNvSpPr>
          <p:nvPr>
            <p:ph type="title"/>
          </p:nvPr>
        </p:nvSpPr>
        <p:spPr/>
        <p:txBody>
          <a:bodyPr/>
          <a:lstStyle/>
          <a:p>
            <a:r>
              <a:rPr lang="en-GB" sz="2000" b="0" dirty="0"/>
              <a:t>How Dependencies are handled</a:t>
            </a:r>
          </a:p>
        </p:txBody>
      </p:sp>
      <p:pic>
        <p:nvPicPr>
          <p:cNvPr id="7" name="Picture 6">
            <a:extLst>
              <a:ext uri="{FF2B5EF4-FFF2-40B4-BE49-F238E27FC236}">
                <a16:creationId xmlns:a16="http://schemas.microsoft.com/office/drawing/2014/main" id="{8EF1DC73-CABC-41BA-ADA8-D4B73B73FF9B}"/>
              </a:ext>
            </a:extLst>
          </p:cNvPr>
          <p:cNvPicPr>
            <a:picLocks noChangeAspect="1"/>
          </p:cNvPicPr>
          <p:nvPr/>
        </p:nvPicPr>
        <p:blipFill>
          <a:blip r:embed="rId2"/>
          <a:stretch>
            <a:fillRect/>
          </a:stretch>
        </p:blipFill>
        <p:spPr>
          <a:xfrm>
            <a:off x="5830198" y="1036443"/>
            <a:ext cx="6017926" cy="1897668"/>
          </a:xfrm>
          <a:prstGeom prst="rect">
            <a:avLst/>
          </a:prstGeom>
        </p:spPr>
      </p:pic>
      <p:sp>
        <p:nvSpPr>
          <p:cNvPr id="8" name="TextBox 7">
            <a:extLst>
              <a:ext uri="{FF2B5EF4-FFF2-40B4-BE49-F238E27FC236}">
                <a16:creationId xmlns:a16="http://schemas.microsoft.com/office/drawing/2014/main" id="{9AD7BD31-9E32-4097-85E5-F0094B75A407}"/>
              </a:ext>
            </a:extLst>
          </p:cNvPr>
          <p:cNvSpPr txBox="1"/>
          <p:nvPr/>
        </p:nvSpPr>
        <p:spPr>
          <a:xfrm>
            <a:off x="343876" y="948952"/>
            <a:ext cx="6580906" cy="4801314"/>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Linked Issues field signifies the relation of stories with </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Tests (tested by)</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Blockers (blocks/is blocked by)</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Dependent (Depends on)</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Few other options good have in Beazley Jira instance are -</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has to be done before</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has to be done after</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Must be delivered in parallel</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Is delivered in parallel</a:t>
            </a:r>
          </a:p>
          <a:p>
            <a:endParaRPr lang="en-US" dirty="0">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Dependent issue will be created for the stories that doesn’t exist in Jira and then link it to the story.</a:t>
            </a:r>
          </a:p>
          <a:p>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pic>
        <p:nvPicPr>
          <p:cNvPr id="10" name="Picture 9">
            <a:extLst>
              <a:ext uri="{FF2B5EF4-FFF2-40B4-BE49-F238E27FC236}">
                <a16:creationId xmlns:a16="http://schemas.microsoft.com/office/drawing/2014/main" id="{A3C327F7-B009-6C93-3A0F-BF3B0B0AC737}"/>
              </a:ext>
            </a:extLst>
          </p:cNvPr>
          <p:cNvPicPr>
            <a:picLocks noChangeAspect="1"/>
          </p:cNvPicPr>
          <p:nvPr/>
        </p:nvPicPr>
        <p:blipFill>
          <a:blip r:embed="rId3"/>
          <a:stretch>
            <a:fillRect/>
          </a:stretch>
        </p:blipFill>
        <p:spPr>
          <a:xfrm>
            <a:off x="7099001" y="3429000"/>
            <a:ext cx="3956647" cy="2286198"/>
          </a:xfrm>
          <a:prstGeom prst="rect">
            <a:avLst/>
          </a:prstGeom>
        </p:spPr>
      </p:pic>
    </p:spTree>
    <p:extLst>
      <p:ext uri="{BB962C8B-B14F-4D97-AF65-F5344CB8AC3E}">
        <p14:creationId xmlns:p14="http://schemas.microsoft.com/office/powerpoint/2010/main" val="23222553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F0D0A-C8BD-480C-A6F2-F71C03DE8BA9}"/>
              </a:ext>
            </a:extLst>
          </p:cNvPr>
          <p:cNvSpPr>
            <a:spLocks noGrp="1"/>
          </p:cNvSpPr>
          <p:nvPr>
            <p:ph type="title"/>
          </p:nvPr>
        </p:nvSpPr>
        <p:spPr>
          <a:xfrm>
            <a:off x="3330994" y="2762353"/>
            <a:ext cx="5321393" cy="482292"/>
          </a:xfrm>
        </p:spPr>
        <p:txBody>
          <a:bodyPr/>
          <a:lstStyle/>
          <a:p>
            <a:r>
              <a:rPr lang="en-GB" sz="2000" dirty="0"/>
              <a:t>Dashboard &amp; Reports</a:t>
            </a:r>
          </a:p>
        </p:txBody>
      </p:sp>
    </p:spTree>
    <p:extLst>
      <p:ext uri="{BB962C8B-B14F-4D97-AF65-F5344CB8AC3E}">
        <p14:creationId xmlns:p14="http://schemas.microsoft.com/office/powerpoint/2010/main" val="6186068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68CE4-618E-4D36-B110-7AB178071C6B}"/>
              </a:ext>
            </a:extLst>
          </p:cNvPr>
          <p:cNvSpPr>
            <a:spLocks noGrp="1"/>
          </p:cNvSpPr>
          <p:nvPr>
            <p:ph type="title"/>
          </p:nvPr>
        </p:nvSpPr>
        <p:spPr/>
        <p:txBody>
          <a:bodyPr/>
          <a:lstStyle/>
          <a:p>
            <a:r>
              <a:rPr lang="en-GB" sz="2000" b="0" dirty="0"/>
              <a:t>Jira Dashboards for reporting</a:t>
            </a:r>
          </a:p>
        </p:txBody>
      </p:sp>
      <p:graphicFrame>
        <p:nvGraphicFramePr>
          <p:cNvPr id="4" name="Table 4">
            <a:extLst>
              <a:ext uri="{FF2B5EF4-FFF2-40B4-BE49-F238E27FC236}">
                <a16:creationId xmlns:a16="http://schemas.microsoft.com/office/drawing/2014/main" id="{F23D2347-5C8F-491B-B1A9-569BCF43B5FD}"/>
              </a:ext>
            </a:extLst>
          </p:cNvPr>
          <p:cNvGraphicFramePr>
            <a:graphicFrameLocks noGrp="1"/>
          </p:cNvGraphicFramePr>
          <p:nvPr/>
        </p:nvGraphicFramePr>
        <p:xfrm>
          <a:off x="644988" y="833120"/>
          <a:ext cx="10985357" cy="3205480"/>
        </p:xfrm>
        <a:graphic>
          <a:graphicData uri="http://schemas.openxmlformats.org/drawingml/2006/table">
            <a:tbl>
              <a:tblPr firstRow="1" bandRow="1">
                <a:tableStyleId>{21E4AEA4-8DFA-4A89-87EB-49C32662AFE0}</a:tableStyleId>
              </a:tblPr>
              <a:tblGrid>
                <a:gridCol w="2879048">
                  <a:extLst>
                    <a:ext uri="{9D8B030D-6E8A-4147-A177-3AD203B41FA5}">
                      <a16:colId xmlns:a16="http://schemas.microsoft.com/office/drawing/2014/main" val="2905904608"/>
                    </a:ext>
                  </a:extLst>
                </a:gridCol>
                <a:gridCol w="8106309">
                  <a:extLst>
                    <a:ext uri="{9D8B030D-6E8A-4147-A177-3AD203B41FA5}">
                      <a16:colId xmlns:a16="http://schemas.microsoft.com/office/drawing/2014/main" val="1647523828"/>
                    </a:ext>
                  </a:extLst>
                </a:gridCol>
              </a:tblGrid>
              <a:tr h="370840">
                <a:tc>
                  <a:txBody>
                    <a:bodyPr/>
                    <a:lstStyle/>
                    <a:p>
                      <a:r>
                        <a:rPr lang="en-US" dirty="0">
                          <a:latin typeface="Calibri" panose="020F0502020204030204" pitchFamily="34" charset="0"/>
                          <a:cs typeface="Calibri" panose="020F0502020204030204" pitchFamily="34" charset="0"/>
                        </a:rPr>
                        <a:t>Dashboard Category</a:t>
                      </a:r>
                    </a:p>
                  </a:txBody>
                  <a:tcPr/>
                </a:tc>
                <a:tc>
                  <a:txBody>
                    <a:bodyPr/>
                    <a:lstStyle/>
                    <a:p>
                      <a:r>
                        <a:rPr lang="en-US" dirty="0">
                          <a:latin typeface="Calibri" panose="020F0502020204030204" pitchFamily="34" charset="0"/>
                          <a:cs typeface="Calibri" panose="020F0502020204030204" pitchFamily="34" charset="0"/>
                        </a:rPr>
                        <a:t>Dashboard Views</a:t>
                      </a:r>
                    </a:p>
                  </a:txBody>
                  <a:tcPr/>
                </a:tc>
                <a:extLst>
                  <a:ext uri="{0D108BD9-81ED-4DB2-BD59-A6C34878D82A}">
                    <a16:rowId xmlns:a16="http://schemas.microsoft.com/office/drawing/2014/main" val="3834572407"/>
                  </a:ext>
                </a:extLst>
              </a:tr>
              <a:tr h="370840">
                <a:tc>
                  <a:txBody>
                    <a:bodyPr/>
                    <a:lstStyle/>
                    <a:p>
                      <a:r>
                        <a:rPr lang="en-US" dirty="0">
                          <a:latin typeface="Calibri" panose="020F0502020204030204" pitchFamily="34" charset="0"/>
                          <a:cs typeface="Calibri" panose="020F0502020204030204" pitchFamily="34" charset="0"/>
                        </a:rPr>
                        <a:t>Workstream Backlog</a:t>
                      </a:r>
                    </a:p>
                  </a:txBody>
                  <a:tcPr/>
                </a:tc>
                <a:tc>
                  <a:txBody>
                    <a:bodyPr/>
                    <a:lstStyle/>
                    <a:p>
                      <a:r>
                        <a:rPr lang="en-US" dirty="0">
                          <a:latin typeface="Calibri" panose="020F0502020204030204" pitchFamily="34" charset="0"/>
                          <a:cs typeface="Calibri" panose="020F0502020204030204" pitchFamily="34" charset="0"/>
                        </a:rPr>
                        <a:t>Workstream backlog, Release backlog, Sprint(s) Backlog, Issues not tagged to Release or Sprint Backlog</a:t>
                      </a:r>
                    </a:p>
                  </a:txBody>
                  <a:tcPr/>
                </a:tc>
                <a:extLst>
                  <a:ext uri="{0D108BD9-81ED-4DB2-BD59-A6C34878D82A}">
                    <a16:rowId xmlns:a16="http://schemas.microsoft.com/office/drawing/2014/main" val="1881031335"/>
                  </a:ext>
                </a:extLst>
              </a:tr>
              <a:tr h="370840">
                <a:tc>
                  <a:txBody>
                    <a:bodyPr/>
                    <a:lstStyle/>
                    <a:p>
                      <a:r>
                        <a:rPr lang="en-US" dirty="0">
                          <a:latin typeface="Calibri" panose="020F0502020204030204" pitchFamily="34" charset="0"/>
                          <a:cs typeface="Calibri" panose="020F0502020204030204" pitchFamily="34" charset="0"/>
                        </a:rPr>
                        <a:t>Individual Sprint </a:t>
                      </a:r>
                    </a:p>
                  </a:txBody>
                  <a:tcPr/>
                </a:tc>
                <a:tc>
                  <a:txBody>
                    <a:bodyPr/>
                    <a:lstStyle/>
                    <a:p>
                      <a:r>
                        <a:rPr lang="en-US" dirty="0">
                          <a:latin typeface="Calibri" panose="020F0502020204030204" pitchFamily="34" charset="0"/>
                          <a:cs typeface="Calibri" panose="020F0502020204030204" pitchFamily="34" charset="0"/>
                        </a:rPr>
                        <a:t>Days Remaining, Sprint Progress, Story points planned, Stories vs status stats, Blocked stories view, Defect stats (different views) &amp; burndown chart</a:t>
                      </a:r>
                    </a:p>
                  </a:txBody>
                  <a:tcPr/>
                </a:tc>
                <a:extLst>
                  <a:ext uri="{0D108BD9-81ED-4DB2-BD59-A6C34878D82A}">
                    <a16:rowId xmlns:a16="http://schemas.microsoft.com/office/drawing/2014/main" val="2720692758"/>
                  </a:ext>
                </a:extLst>
              </a:tr>
              <a:tr h="370840">
                <a:tc>
                  <a:txBody>
                    <a:bodyPr/>
                    <a:lstStyle/>
                    <a:p>
                      <a:r>
                        <a:rPr lang="en-US" dirty="0">
                          <a:latin typeface="Calibri" panose="020F0502020204030204" pitchFamily="34" charset="0"/>
                          <a:cs typeface="Calibri" panose="020F0502020204030204" pitchFamily="34" charset="0"/>
                        </a:rPr>
                        <a:t>Cross Release Workstream </a:t>
                      </a:r>
                    </a:p>
                  </a:txBody>
                  <a:tcPr/>
                </a:tc>
                <a:tc>
                  <a:txBody>
                    <a:bodyPr/>
                    <a:lstStyle/>
                    <a:p>
                      <a:r>
                        <a:rPr lang="en-US" dirty="0">
                          <a:latin typeface="Calibri" panose="020F0502020204030204" pitchFamily="34" charset="0"/>
                          <a:cs typeface="Calibri" panose="020F0502020204030204" pitchFamily="34" charset="0"/>
                        </a:rPr>
                        <a:t>Days Remaining, Story Points planned, Story points completed, Overall stories (workstreams) vs Status view, Blocked stories view, Defects (Work steams vs status) view, Outstanding issues (confluence page view)</a:t>
                      </a:r>
                    </a:p>
                  </a:txBody>
                  <a:tcPr/>
                </a:tc>
                <a:extLst>
                  <a:ext uri="{0D108BD9-81ED-4DB2-BD59-A6C34878D82A}">
                    <a16:rowId xmlns:a16="http://schemas.microsoft.com/office/drawing/2014/main" val="3214442292"/>
                  </a:ext>
                </a:extLst>
              </a:tr>
              <a:tr h="370840">
                <a:tc>
                  <a:txBody>
                    <a:bodyPr/>
                    <a:lstStyle/>
                    <a:p>
                      <a:r>
                        <a:rPr lang="en-US" dirty="0">
                          <a:latin typeface="Calibri" panose="020F0502020204030204" pitchFamily="34" charset="0"/>
                          <a:cs typeface="Calibri" panose="020F0502020204030204" pitchFamily="34" charset="0"/>
                        </a:rPr>
                        <a:t>Testing </a:t>
                      </a:r>
                    </a:p>
                  </a:txBody>
                  <a:tcPr/>
                </a:tc>
                <a:tc>
                  <a:txBody>
                    <a:bodyPr/>
                    <a:lstStyle/>
                    <a:p>
                      <a:r>
                        <a:rPr lang="en-US" dirty="0">
                          <a:latin typeface="Calibri" panose="020F0502020204030204" pitchFamily="34" charset="0"/>
                          <a:cs typeface="Calibri" panose="020F0502020204030204" pitchFamily="34" charset="0"/>
                        </a:rPr>
                        <a:t>Overall test (workstream vs test run) view, Defects vs status view, Defect priority vs status, Defect severity vs status.</a:t>
                      </a:r>
                    </a:p>
                  </a:txBody>
                  <a:tcPr/>
                </a:tc>
                <a:extLst>
                  <a:ext uri="{0D108BD9-81ED-4DB2-BD59-A6C34878D82A}">
                    <a16:rowId xmlns:a16="http://schemas.microsoft.com/office/drawing/2014/main" val="199347506"/>
                  </a:ext>
                </a:extLst>
              </a:tr>
            </a:tbl>
          </a:graphicData>
        </a:graphic>
      </p:graphicFrame>
    </p:spTree>
    <p:extLst>
      <p:ext uri="{BB962C8B-B14F-4D97-AF65-F5344CB8AC3E}">
        <p14:creationId xmlns:p14="http://schemas.microsoft.com/office/powerpoint/2010/main" val="32130330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FDBDF-9693-4E73-955E-A14C198C3AE9}"/>
              </a:ext>
            </a:extLst>
          </p:cNvPr>
          <p:cNvSpPr>
            <a:spLocks noGrp="1"/>
          </p:cNvSpPr>
          <p:nvPr>
            <p:ph type="title"/>
          </p:nvPr>
        </p:nvSpPr>
        <p:spPr/>
        <p:txBody>
          <a:bodyPr/>
          <a:lstStyle/>
          <a:p>
            <a:r>
              <a:rPr lang="en-GB" sz="2000" b="0" dirty="0"/>
              <a:t>Jira Scrum of Scrums Dashboard (Sample)</a:t>
            </a:r>
          </a:p>
        </p:txBody>
      </p:sp>
      <p:pic>
        <p:nvPicPr>
          <p:cNvPr id="6" name="Picture 5">
            <a:extLst>
              <a:ext uri="{FF2B5EF4-FFF2-40B4-BE49-F238E27FC236}">
                <a16:creationId xmlns:a16="http://schemas.microsoft.com/office/drawing/2014/main" id="{FF2B9698-F60D-CDCF-0D44-F4A37FC3D09D}"/>
              </a:ext>
            </a:extLst>
          </p:cNvPr>
          <p:cNvPicPr>
            <a:picLocks noChangeAspect="1"/>
          </p:cNvPicPr>
          <p:nvPr/>
        </p:nvPicPr>
        <p:blipFill>
          <a:blip r:embed="rId2"/>
          <a:stretch>
            <a:fillRect/>
          </a:stretch>
        </p:blipFill>
        <p:spPr>
          <a:xfrm>
            <a:off x="6002996" y="986888"/>
            <a:ext cx="5493032" cy="3791145"/>
          </a:xfrm>
          <a:prstGeom prst="rect">
            <a:avLst/>
          </a:prstGeom>
        </p:spPr>
      </p:pic>
      <p:pic>
        <p:nvPicPr>
          <p:cNvPr id="7" name="Picture 6">
            <a:extLst>
              <a:ext uri="{FF2B5EF4-FFF2-40B4-BE49-F238E27FC236}">
                <a16:creationId xmlns:a16="http://schemas.microsoft.com/office/drawing/2014/main" id="{076BB0F6-E572-4A06-FA4B-1D420E7DB391}"/>
              </a:ext>
            </a:extLst>
          </p:cNvPr>
          <p:cNvPicPr>
            <a:picLocks noChangeAspect="1"/>
          </p:cNvPicPr>
          <p:nvPr/>
        </p:nvPicPr>
        <p:blipFill>
          <a:blip r:embed="rId3"/>
          <a:stretch>
            <a:fillRect/>
          </a:stretch>
        </p:blipFill>
        <p:spPr>
          <a:xfrm>
            <a:off x="525665" y="955137"/>
            <a:ext cx="5302523" cy="3854648"/>
          </a:xfrm>
          <a:prstGeom prst="rect">
            <a:avLst/>
          </a:prstGeom>
        </p:spPr>
      </p:pic>
    </p:spTree>
    <p:extLst>
      <p:ext uri="{BB962C8B-B14F-4D97-AF65-F5344CB8AC3E}">
        <p14:creationId xmlns:p14="http://schemas.microsoft.com/office/powerpoint/2010/main" val="33131447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FDBDF-9693-4E73-955E-A14C198C3AE9}"/>
              </a:ext>
            </a:extLst>
          </p:cNvPr>
          <p:cNvSpPr>
            <a:spLocks noGrp="1"/>
          </p:cNvSpPr>
          <p:nvPr>
            <p:ph type="title"/>
          </p:nvPr>
        </p:nvSpPr>
        <p:spPr/>
        <p:txBody>
          <a:bodyPr/>
          <a:lstStyle/>
          <a:p>
            <a:r>
              <a:rPr lang="en-GB" sz="2000" b="0" dirty="0"/>
              <a:t>Jira Dashboard (Sample)</a:t>
            </a:r>
          </a:p>
        </p:txBody>
      </p:sp>
      <p:sp>
        <p:nvSpPr>
          <p:cNvPr id="4" name="TextBox 3">
            <a:extLst>
              <a:ext uri="{FF2B5EF4-FFF2-40B4-BE49-F238E27FC236}">
                <a16:creationId xmlns:a16="http://schemas.microsoft.com/office/drawing/2014/main" id="{C0011748-1A3D-4C9B-B915-9164AF32ADA7}"/>
              </a:ext>
            </a:extLst>
          </p:cNvPr>
          <p:cNvSpPr txBox="1"/>
          <p:nvPr/>
        </p:nvSpPr>
        <p:spPr>
          <a:xfrm>
            <a:off x="305234" y="614262"/>
            <a:ext cx="11268075" cy="584775"/>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Dashboard are a way to present a customized view of projects. They can be created for individual use or to share with others on the team. Dashboard are made up of one or more gadgets. A gadget displays some aspect of the work of the projects.</a:t>
            </a:r>
          </a:p>
        </p:txBody>
      </p:sp>
      <p:pic>
        <p:nvPicPr>
          <p:cNvPr id="5" name="Picture 4">
            <a:extLst>
              <a:ext uri="{FF2B5EF4-FFF2-40B4-BE49-F238E27FC236}">
                <a16:creationId xmlns:a16="http://schemas.microsoft.com/office/drawing/2014/main" id="{748DDFEA-C148-4CBD-A8D7-3C7D77806C68}"/>
              </a:ext>
            </a:extLst>
          </p:cNvPr>
          <p:cNvPicPr>
            <a:picLocks noChangeAspect="1"/>
          </p:cNvPicPr>
          <p:nvPr/>
        </p:nvPicPr>
        <p:blipFill>
          <a:blip r:embed="rId2"/>
          <a:stretch>
            <a:fillRect/>
          </a:stretch>
        </p:blipFill>
        <p:spPr>
          <a:xfrm>
            <a:off x="6267451" y="1666874"/>
            <a:ext cx="5800723" cy="4238626"/>
          </a:xfrm>
          <a:prstGeom prst="rect">
            <a:avLst/>
          </a:prstGeom>
        </p:spPr>
      </p:pic>
      <p:pic>
        <p:nvPicPr>
          <p:cNvPr id="21" name="Picture 20">
            <a:extLst>
              <a:ext uri="{FF2B5EF4-FFF2-40B4-BE49-F238E27FC236}">
                <a16:creationId xmlns:a16="http://schemas.microsoft.com/office/drawing/2014/main" id="{6BC3FE3A-204F-EDDE-D201-87D96839B312}"/>
              </a:ext>
            </a:extLst>
          </p:cNvPr>
          <p:cNvPicPr>
            <a:picLocks noChangeAspect="1"/>
          </p:cNvPicPr>
          <p:nvPr/>
        </p:nvPicPr>
        <p:blipFill>
          <a:blip r:embed="rId3"/>
          <a:stretch>
            <a:fillRect/>
          </a:stretch>
        </p:blipFill>
        <p:spPr>
          <a:xfrm>
            <a:off x="213942" y="1504509"/>
            <a:ext cx="5962405" cy="4651651"/>
          </a:xfrm>
          <a:prstGeom prst="rect">
            <a:avLst/>
          </a:prstGeom>
        </p:spPr>
      </p:pic>
      <p:sp>
        <p:nvSpPr>
          <p:cNvPr id="3" name="TextBox 2">
            <a:extLst>
              <a:ext uri="{FF2B5EF4-FFF2-40B4-BE49-F238E27FC236}">
                <a16:creationId xmlns:a16="http://schemas.microsoft.com/office/drawing/2014/main" id="{88E1A5D2-A12E-379B-1981-D3788BB40111}"/>
              </a:ext>
            </a:extLst>
          </p:cNvPr>
          <p:cNvSpPr txBox="1"/>
          <p:nvPr/>
        </p:nvSpPr>
        <p:spPr>
          <a:xfrm>
            <a:off x="2179377" y="4630216"/>
            <a:ext cx="3916623" cy="1446550"/>
          </a:xfrm>
          <a:prstGeom prst="rect">
            <a:avLst/>
          </a:prstGeom>
          <a:noFill/>
        </p:spPr>
        <p:txBody>
          <a:bodyPr wrap="square" rtlCol="0">
            <a:spAutoFit/>
          </a:bodyPr>
          <a:lstStyle/>
          <a:p>
            <a:r>
              <a:rPr lang="en-IN" sz="1100" b="1" u="sng" dirty="0">
                <a:latin typeface="Ubuntu" panose="020B0504030602030204" pitchFamily="34" charset="0"/>
              </a:rPr>
              <a:t>Sprint </a:t>
            </a:r>
            <a:r>
              <a:rPr lang="en-IN" sz="1100" b="1" u="sng" dirty="0" err="1">
                <a:latin typeface="Ubuntu" panose="020B0504030602030204" pitchFamily="34" charset="0"/>
              </a:rPr>
              <a:t>Dashoard</a:t>
            </a:r>
            <a:r>
              <a:rPr lang="en-IN" sz="1100" b="1" u="sng" dirty="0">
                <a:latin typeface="Ubuntu" panose="020B0504030602030204" pitchFamily="34" charset="0"/>
              </a:rPr>
              <a:t> Views</a:t>
            </a:r>
            <a:r>
              <a:rPr lang="en-IN" sz="1100" dirty="0">
                <a:latin typeface="Ubuntu" panose="020B0504030602030204" pitchFamily="34" charset="0"/>
              </a:rPr>
              <a:t>:</a:t>
            </a:r>
          </a:p>
          <a:p>
            <a:pPr marL="171450" indent="-171450">
              <a:buFont typeface="Arial" panose="020B0604020202020204" pitchFamily="34" charset="0"/>
              <a:buChar char="•"/>
            </a:pPr>
            <a:r>
              <a:rPr lang="en-IN" sz="1100" dirty="0">
                <a:latin typeface="Ubuntu" panose="020B0504030602030204" pitchFamily="34" charset="0"/>
              </a:rPr>
              <a:t>Total number of days remaining in the sprint</a:t>
            </a:r>
          </a:p>
          <a:p>
            <a:pPr marL="171450" indent="-171450">
              <a:buFont typeface="Arial" panose="020B0604020202020204" pitchFamily="34" charset="0"/>
              <a:buChar char="•"/>
            </a:pPr>
            <a:r>
              <a:rPr lang="en-IN" sz="1100" dirty="0">
                <a:latin typeface="Ubuntu" panose="020B0504030602030204" pitchFamily="34" charset="0"/>
              </a:rPr>
              <a:t>Overall Sprint progress (% of work completed &amp; Scope change</a:t>
            </a:r>
          </a:p>
          <a:p>
            <a:pPr marL="171450" indent="-171450">
              <a:buFont typeface="Arial" panose="020B0604020202020204" pitchFamily="34" charset="0"/>
              <a:buChar char="•"/>
            </a:pPr>
            <a:r>
              <a:rPr lang="en-IN" sz="1100" dirty="0">
                <a:latin typeface="Ubuntu" panose="020B0504030602030204" pitchFamily="34" charset="0"/>
              </a:rPr>
              <a:t>Stories vs status stats </a:t>
            </a:r>
          </a:p>
          <a:p>
            <a:pPr marL="171450" indent="-171450">
              <a:buFont typeface="Arial" panose="020B0604020202020204" pitchFamily="34" charset="0"/>
              <a:buChar char="•"/>
            </a:pPr>
            <a:r>
              <a:rPr lang="en-IN" sz="1100" dirty="0">
                <a:latin typeface="Ubuntu" panose="020B0504030602030204" pitchFamily="34" charset="0"/>
              </a:rPr>
              <a:t>Test Execution status </a:t>
            </a:r>
          </a:p>
          <a:p>
            <a:pPr marL="171450" indent="-171450">
              <a:buFont typeface="Arial" panose="020B0604020202020204" pitchFamily="34" charset="0"/>
              <a:buChar char="•"/>
            </a:pPr>
            <a:r>
              <a:rPr lang="en-IN" sz="1100" dirty="0">
                <a:latin typeface="Ubuntu" panose="020B0504030602030204" pitchFamily="34" charset="0"/>
              </a:rPr>
              <a:t>Overall Defects vs Priority/Severity stats</a:t>
            </a:r>
          </a:p>
          <a:p>
            <a:pPr marL="171450" indent="-171450">
              <a:buFont typeface="Arial" panose="020B0604020202020204" pitchFamily="34" charset="0"/>
              <a:buChar char="•"/>
            </a:pPr>
            <a:r>
              <a:rPr lang="en-IN" sz="1100" dirty="0">
                <a:latin typeface="Ubuntu" panose="020B0504030602030204" pitchFamily="34" charset="0"/>
              </a:rPr>
              <a:t>Sprint burndown chart</a:t>
            </a:r>
          </a:p>
        </p:txBody>
      </p:sp>
    </p:spTree>
    <p:extLst>
      <p:ext uri="{BB962C8B-B14F-4D97-AF65-F5344CB8AC3E}">
        <p14:creationId xmlns:p14="http://schemas.microsoft.com/office/powerpoint/2010/main" val="17703221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F0D0A-C8BD-480C-A6F2-F71C03DE8BA9}"/>
              </a:ext>
            </a:extLst>
          </p:cNvPr>
          <p:cNvSpPr>
            <a:spLocks noGrp="1"/>
          </p:cNvSpPr>
          <p:nvPr>
            <p:ph type="title"/>
          </p:nvPr>
        </p:nvSpPr>
        <p:spPr/>
        <p:txBody>
          <a:bodyPr/>
          <a:lstStyle/>
          <a:p>
            <a:r>
              <a:rPr lang="en-GB" sz="2000" b="0" dirty="0"/>
              <a:t>Jira Reporting</a:t>
            </a:r>
          </a:p>
        </p:txBody>
      </p:sp>
      <p:graphicFrame>
        <p:nvGraphicFramePr>
          <p:cNvPr id="3" name="Table 3">
            <a:extLst>
              <a:ext uri="{FF2B5EF4-FFF2-40B4-BE49-F238E27FC236}">
                <a16:creationId xmlns:a16="http://schemas.microsoft.com/office/drawing/2014/main" id="{D76ACF1A-55B6-4FA6-BA2B-59C5E4AC3EC6}"/>
              </a:ext>
            </a:extLst>
          </p:cNvPr>
          <p:cNvGraphicFramePr>
            <a:graphicFrameLocks noGrp="1"/>
          </p:cNvGraphicFramePr>
          <p:nvPr/>
        </p:nvGraphicFramePr>
        <p:xfrm>
          <a:off x="386554" y="1411622"/>
          <a:ext cx="11418892" cy="3930312"/>
        </p:xfrm>
        <a:graphic>
          <a:graphicData uri="http://schemas.openxmlformats.org/drawingml/2006/table">
            <a:tbl>
              <a:tblPr firstRow="1" bandRow="1">
                <a:tableStyleId>{21E4AEA4-8DFA-4A89-87EB-49C32662AFE0}</a:tableStyleId>
              </a:tblPr>
              <a:tblGrid>
                <a:gridCol w="2558025">
                  <a:extLst>
                    <a:ext uri="{9D8B030D-6E8A-4147-A177-3AD203B41FA5}">
                      <a16:colId xmlns:a16="http://schemas.microsoft.com/office/drawing/2014/main" val="2123237719"/>
                    </a:ext>
                  </a:extLst>
                </a:gridCol>
                <a:gridCol w="5961534">
                  <a:extLst>
                    <a:ext uri="{9D8B030D-6E8A-4147-A177-3AD203B41FA5}">
                      <a16:colId xmlns:a16="http://schemas.microsoft.com/office/drawing/2014/main" val="317439047"/>
                    </a:ext>
                  </a:extLst>
                </a:gridCol>
                <a:gridCol w="2899333">
                  <a:extLst>
                    <a:ext uri="{9D8B030D-6E8A-4147-A177-3AD203B41FA5}">
                      <a16:colId xmlns:a16="http://schemas.microsoft.com/office/drawing/2014/main" val="2680118351"/>
                    </a:ext>
                  </a:extLst>
                </a:gridCol>
              </a:tblGrid>
              <a:tr h="395436">
                <a:tc>
                  <a:txBody>
                    <a:bodyPr/>
                    <a:lstStyle/>
                    <a:p>
                      <a:pPr algn="ctr"/>
                      <a:r>
                        <a:rPr lang="en-US" dirty="0">
                          <a:latin typeface="Calibri" panose="020F0502020204030204" pitchFamily="34" charset="0"/>
                          <a:cs typeface="Calibri" panose="020F0502020204030204" pitchFamily="34" charset="0"/>
                        </a:rPr>
                        <a:t>Category</a:t>
                      </a:r>
                    </a:p>
                  </a:txBody>
                  <a:tcPr/>
                </a:tc>
                <a:tc>
                  <a:txBody>
                    <a:bodyPr/>
                    <a:lstStyle/>
                    <a:p>
                      <a:pPr algn="ctr"/>
                      <a:r>
                        <a:rPr lang="en-US" dirty="0">
                          <a:latin typeface="Calibri" panose="020F0502020204030204" pitchFamily="34" charset="0"/>
                          <a:cs typeface="Calibri" panose="020F0502020204030204" pitchFamily="34" charset="0"/>
                        </a:rPr>
                        <a:t>Description</a:t>
                      </a:r>
                    </a:p>
                  </a:txBody>
                  <a:tcPr/>
                </a:tc>
                <a:tc>
                  <a:txBody>
                    <a:bodyPr/>
                    <a:lstStyle/>
                    <a:p>
                      <a:pPr algn="ctr"/>
                      <a:r>
                        <a:rPr lang="en-US" dirty="0">
                          <a:latin typeface="Calibri" panose="020F0502020204030204" pitchFamily="34" charset="0"/>
                          <a:cs typeface="Calibri" panose="020F0502020204030204" pitchFamily="34" charset="0"/>
                        </a:rPr>
                        <a:t>Frequency</a:t>
                      </a:r>
                    </a:p>
                  </a:txBody>
                  <a:tcPr/>
                </a:tc>
                <a:extLst>
                  <a:ext uri="{0D108BD9-81ED-4DB2-BD59-A6C34878D82A}">
                    <a16:rowId xmlns:a16="http://schemas.microsoft.com/office/drawing/2014/main" val="116132538"/>
                  </a:ext>
                </a:extLst>
              </a:tr>
              <a:tr h="395436">
                <a:tc>
                  <a:txBody>
                    <a:bodyPr/>
                    <a:lstStyle/>
                    <a:p>
                      <a:r>
                        <a:rPr lang="en-US" sz="1600" dirty="0">
                          <a:latin typeface="Calibri" panose="020F0502020204030204" pitchFamily="34" charset="0"/>
                          <a:cs typeface="Calibri" panose="020F0502020204030204" pitchFamily="34" charset="0"/>
                        </a:rPr>
                        <a:t>Sprint Report</a:t>
                      </a:r>
                    </a:p>
                  </a:txBody>
                  <a:tcPr/>
                </a:tc>
                <a:tc>
                  <a:txBody>
                    <a:bodyPr/>
                    <a:lstStyle/>
                    <a:p>
                      <a:r>
                        <a:rPr lang="en-US" sz="1600" kern="1200" dirty="0">
                          <a:solidFill>
                            <a:schemeClr val="dk1"/>
                          </a:solidFill>
                          <a:latin typeface="Calibri" panose="020F0502020204030204" pitchFamily="34" charset="0"/>
                          <a:ea typeface="+mn-ea"/>
                          <a:cs typeface="Calibri" panose="020F0502020204030204" pitchFamily="34" charset="0"/>
                        </a:rPr>
                        <a:t>Shows the work completed or pushed back to the backlog in each sprint</a:t>
                      </a:r>
                    </a:p>
                  </a:txBody>
                  <a:tcPr/>
                </a:tc>
                <a:tc>
                  <a:txBody>
                    <a:bodyPr/>
                    <a:lstStyle/>
                    <a:p>
                      <a:r>
                        <a:rPr lang="en-US" sz="1600" dirty="0">
                          <a:latin typeface="Calibri" panose="020F0502020204030204" pitchFamily="34" charset="0"/>
                          <a:cs typeface="Calibri" panose="020F0502020204030204" pitchFamily="34" charset="0"/>
                        </a:rPr>
                        <a:t>End of each Sprint</a:t>
                      </a:r>
                    </a:p>
                  </a:txBody>
                  <a:tcPr/>
                </a:tc>
                <a:extLst>
                  <a:ext uri="{0D108BD9-81ED-4DB2-BD59-A6C34878D82A}">
                    <a16:rowId xmlns:a16="http://schemas.microsoft.com/office/drawing/2014/main" val="1642388627"/>
                  </a:ext>
                </a:extLst>
              </a:tr>
              <a:tr h="395436">
                <a:tc>
                  <a:txBody>
                    <a:bodyPr/>
                    <a:lstStyle/>
                    <a:p>
                      <a:r>
                        <a:rPr lang="en-US" sz="1600" dirty="0">
                          <a:latin typeface="Calibri" panose="020F0502020204030204" pitchFamily="34" charset="0"/>
                          <a:cs typeface="Calibri" panose="020F0502020204030204" pitchFamily="34" charset="0"/>
                        </a:rPr>
                        <a:t>Velocity Chart</a:t>
                      </a:r>
                    </a:p>
                  </a:txBody>
                  <a:tcPr/>
                </a:tc>
                <a:tc>
                  <a:txBody>
                    <a:bodyPr/>
                    <a:lstStyle/>
                    <a:p>
                      <a:r>
                        <a:rPr lang="en-US" sz="1600" b="0" i="0" kern="1200" dirty="0">
                          <a:solidFill>
                            <a:schemeClr val="dk1"/>
                          </a:solidFill>
                          <a:effectLst/>
                          <a:latin typeface="Calibri" panose="020F0502020204030204" pitchFamily="34" charset="0"/>
                          <a:ea typeface="+mn-ea"/>
                          <a:cs typeface="Calibri" panose="020F0502020204030204" pitchFamily="34" charset="0"/>
                        </a:rPr>
                        <a:t>Tracks the amount of work completed from sprint to sprint</a:t>
                      </a:r>
                      <a:endParaRPr lang="en-US" sz="1600" dirty="0">
                        <a:latin typeface="Calibri" panose="020F0502020204030204" pitchFamily="34" charset="0"/>
                        <a:cs typeface="Calibri" panose="020F0502020204030204" pitchFamily="34" charset="0"/>
                      </a:endParaRPr>
                    </a:p>
                  </a:txBody>
                  <a:tcPr/>
                </a:tc>
                <a:tc>
                  <a:txBody>
                    <a:bodyPr/>
                    <a:lstStyle/>
                    <a:p>
                      <a:r>
                        <a:rPr lang="en-US" sz="1600" dirty="0">
                          <a:latin typeface="Calibri" panose="020F0502020204030204" pitchFamily="34" charset="0"/>
                          <a:cs typeface="Calibri" panose="020F0502020204030204" pitchFamily="34" charset="0"/>
                        </a:rPr>
                        <a:t>End of each Sprint</a:t>
                      </a:r>
                    </a:p>
                  </a:txBody>
                  <a:tcPr/>
                </a:tc>
                <a:extLst>
                  <a:ext uri="{0D108BD9-81ED-4DB2-BD59-A6C34878D82A}">
                    <a16:rowId xmlns:a16="http://schemas.microsoft.com/office/drawing/2014/main" val="1582892398"/>
                  </a:ext>
                </a:extLst>
              </a:tr>
              <a:tr h="395436">
                <a:tc>
                  <a:txBody>
                    <a:bodyPr/>
                    <a:lstStyle/>
                    <a:p>
                      <a:r>
                        <a:rPr lang="en-US" sz="1600" dirty="0">
                          <a:latin typeface="Calibri" panose="020F0502020204030204" pitchFamily="34" charset="0"/>
                          <a:cs typeface="Calibri" panose="020F0502020204030204" pitchFamily="34" charset="0"/>
                        </a:rPr>
                        <a:t>Burndown Chart</a:t>
                      </a:r>
                    </a:p>
                  </a:txBody>
                  <a:tcPr/>
                </a:tc>
                <a:tc>
                  <a:txBody>
                    <a:bodyPr/>
                    <a:lstStyle/>
                    <a:p>
                      <a:r>
                        <a:rPr lang="en-US" sz="1600" b="0" i="0" kern="1200" dirty="0">
                          <a:solidFill>
                            <a:schemeClr val="dk1"/>
                          </a:solidFill>
                          <a:effectLst/>
                          <a:latin typeface="Calibri" panose="020F0502020204030204" pitchFamily="34" charset="0"/>
                          <a:ea typeface="+mn-ea"/>
                          <a:cs typeface="Calibri" panose="020F0502020204030204" pitchFamily="34" charset="0"/>
                        </a:rPr>
                        <a:t>Tracks the total work remaining, and projects the likelihood of achieving the sprint goal</a:t>
                      </a:r>
                      <a:endParaRPr lang="en-US" sz="1600" dirty="0">
                        <a:latin typeface="Calibri" panose="020F0502020204030204" pitchFamily="34" charset="0"/>
                        <a:cs typeface="Calibri" panose="020F0502020204030204" pitchFamily="34" charset="0"/>
                      </a:endParaRPr>
                    </a:p>
                  </a:txBody>
                  <a:tcPr/>
                </a:tc>
                <a:tc>
                  <a:txBody>
                    <a:bodyPr/>
                    <a:lstStyle/>
                    <a:p>
                      <a:r>
                        <a:rPr lang="en-US" sz="1600" dirty="0">
                          <a:latin typeface="Calibri" panose="020F0502020204030204" pitchFamily="34" charset="0"/>
                          <a:cs typeface="Calibri" panose="020F0502020204030204" pitchFamily="34" charset="0"/>
                        </a:rPr>
                        <a:t>Daily (during active sprint)</a:t>
                      </a:r>
                    </a:p>
                  </a:txBody>
                  <a:tcPr/>
                </a:tc>
                <a:extLst>
                  <a:ext uri="{0D108BD9-81ED-4DB2-BD59-A6C34878D82A}">
                    <a16:rowId xmlns:a16="http://schemas.microsoft.com/office/drawing/2014/main" val="1379722794"/>
                  </a:ext>
                </a:extLst>
              </a:tr>
              <a:tr h="395436">
                <a:tc>
                  <a:txBody>
                    <a:bodyPr/>
                    <a:lstStyle/>
                    <a:p>
                      <a:r>
                        <a:rPr lang="en-US" sz="1600" dirty="0">
                          <a:latin typeface="Calibri" panose="020F0502020204030204" pitchFamily="34" charset="0"/>
                          <a:cs typeface="Calibri" panose="020F0502020204030204" pitchFamily="34" charset="0"/>
                        </a:rPr>
                        <a:t>Epic Burndown</a:t>
                      </a:r>
                    </a:p>
                  </a:txBody>
                  <a:tcPr/>
                </a:tc>
                <a:tc>
                  <a:txBody>
                    <a:bodyPr/>
                    <a:lstStyle/>
                    <a:p>
                      <a:r>
                        <a:rPr lang="en-US" sz="1600" b="0" i="0" kern="1200" dirty="0">
                          <a:solidFill>
                            <a:schemeClr val="dk1"/>
                          </a:solidFill>
                          <a:effectLst/>
                          <a:latin typeface="Calibri" panose="020F0502020204030204" pitchFamily="34" charset="0"/>
                          <a:ea typeface="+mn-ea"/>
                          <a:cs typeface="Calibri" panose="020F0502020204030204" pitchFamily="34" charset="0"/>
                        </a:rPr>
                        <a:t>Tracks the projected number of sprints required to complete the epic.</a:t>
                      </a:r>
                      <a:endParaRPr lang="en-US" sz="1600" dirty="0">
                        <a:latin typeface="Calibri" panose="020F0502020204030204" pitchFamily="34" charset="0"/>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Calibri" panose="020F0502020204030204" pitchFamily="34" charset="0"/>
                          <a:cs typeface="Calibri" panose="020F0502020204030204" pitchFamily="34" charset="0"/>
                        </a:rPr>
                        <a:t>End of each Sprint</a:t>
                      </a:r>
                    </a:p>
                    <a:p>
                      <a:endParaRPr lang="en-US" sz="16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418155931"/>
                  </a:ext>
                </a:extLst>
              </a:tr>
              <a:tr h="395436">
                <a:tc>
                  <a:txBody>
                    <a:bodyPr/>
                    <a:lstStyle/>
                    <a:p>
                      <a:r>
                        <a:rPr lang="en-US" sz="1600" dirty="0">
                          <a:latin typeface="Calibri" panose="020F0502020204030204" pitchFamily="34" charset="0"/>
                          <a:cs typeface="Calibri" panose="020F0502020204030204" pitchFamily="34" charset="0"/>
                        </a:rPr>
                        <a:t>Release Burndown</a:t>
                      </a:r>
                    </a:p>
                  </a:txBody>
                  <a:tcPr/>
                </a:tc>
                <a:tc>
                  <a:txBody>
                    <a:bodyPr/>
                    <a:lstStyle/>
                    <a:p>
                      <a:r>
                        <a:rPr lang="en-US" sz="1600" b="0" i="0" kern="1200">
                          <a:solidFill>
                            <a:schemeClr val="dk1"/>
                          </a:solidFill>
                          <a:effectLst/>
                          <a:latin typeface="Calibri" panose="020F0502020204030204" pitchFamily="34" charset="0"/>
                          <a:ea typeface="+mn-ea"/>
                          <a:cs typeface="Calibri" panose="020F0502020204030204" pitchFamily="34" charset="0"/>
                        </a:rPr>
                        <a:t>Tracks the projected release date for a version. This helps you monitor whether the version will release on time, so you can act if work is falling behind</a:t>
                      </a:r>
                      <a:endParaRPr lang="en-US" sz="1600" dirty="0">
                        <a:latin typeface="Calibri" panose="020F0502020204030204" pitchFamily="34" charset="0"/>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Calibri" panose="020F0502020204030204" pitchFamily="34" charset="0"/>
                          <a:cs typeface="Calibri" panose="020F0502020204030204" pitchFamily="34" charset="0"/>
                        </a:rPr>
                        <a:t>End of each Sprint</a:t>
                      </a:r>
                    </a:p>
                    <a:p>
                      <a:endParaRPr lang="en-US" sz="16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052625998"/>
                  </a:ext>
                </a:extLst>
              </a:tr>
              <a:tr h="395436">
                <a:tc>
                  <a:txBody>
                    <a:bodyPr/>
                    <a:lstStyle/>
                    <a:p>
                      <a:r>
                        <a:rPr lang="en-US" sz="1600" dirty="0">
                          <a:latin typeface="Calibri" panose="020F0502020204030204" pitchFamily="34" charset="0"/>
                          <a:cs typeface="Calibri" panose="020F0502020204030204" pitchFamily="34" charset="0"/>
                        </a:rPr>
                        <a:t>Epic Report</a:t>
                      </a:r>
                    </a:p>
                  </a:txBody>
                  <a:tcPr/>
                </a:tc>
                <a:tc>
                  <a:txBody>
                    <a:bodyPr/>
                    <a:lstStyle/>
                    <a:p>
                      <a:pPr marL="0" algn="l" defTabSz="914400" rtl="0" eaLnBrk="1" latinLnBrk="0" hangingPunct="1"/>
                      <a:r>
                        <a:rPr lang="en-US" sz="1600" kern="1200" dirty="0">
                          <a:solidFill>
                            <a:schemeClr val="dk1"/>
                          </a:solidFill>
                          <a:latin typeface="Calibri" panose="020F0502020204030204" pitchFamily="34" charset="0"/>
                          <a:ea typeface="+mn-ea"/>
                          <a:cs typeface="Calibri" panose="020F0502020204030204" pitchFamily="34" charset="0"/>
                        </a:rPr>
                        <a:t>Shows the progress towards completing an epic over time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Calibri" panose="020F0502020204030204" pitchFamily="34" charset="0"/>
                          <a:cs typeface="Calibri" panose="020F0502020204030204" pitchFamily="34" charset="0"/>
                        </a:rPr>
                        <a:t>End of each Sprint</a:t>
                      </a:r>
                    </a:p>
                    <a:p>
                      <a:r>
                        <a:rPr lang="en-US" sz="1600" dirty="0">
                          <a:latin typeface="Calibri" panose="020F0502020204030204" pitchFamily="34" charset="0"/>
                          <a:cs typeface="Calibri" panose="020F0502020204030204" pitchFamily="34" charset="0"/>
                        </a:rPr>
                        <a:t>(or as needed)</a:t>
                      </a:r>
                    </a:p>
                  </a:txBody>
                  <a:tcPr/>
                </a:tc>
                <a:extLst>
                  <a:ext uri="{0D108BD9-81ED-4DB2-BD59-A6C34878D82A}">
                    <a16:rowId xmlns:a16="http://schemas.microsoft.com/office/drawing/2014/main" val="3779234606"/>
                  </a:ext>
                </a:extLst>
              </a:tr>
            </a:tbl>
          </a:graphicData>
        </a:graphic>
      </p:graphicFrame>
      <p:sp>
        <p:nvSpPr>
          <p:cNvPr id="4" name="TextBox 3">
            <a:extLst>
              <a:ext uri="{FF2B5EF4-FFF2-40B4-BE49-F238E27FC236}">
                <a16:creationId xmlns:a16="http://schemas.microsoft.com/office/drawing/2014/main" id="{59B52BB9-3BA6-11E2-908F-2E9438981BEA}"/>
              </a:ext>
            </a:extLst>
          </p:cNvPr>
          <p:cNvSpPr txBox="1"/>
          <p:nvPr/>
        </p:nvSpPr>
        <p:spPr>
          <a:xfrm>
            <a:off x="386554" y="744411"/>
            <a:ext cx="10439101" cy="523220"/>
          </a:xfrm>
          <a:prstGeom prst="rect">
            <a:avLst/>
          </a:prstGeom>
          <a:noFill/>
        </p:spPr>
        <p:txBody>
          <a:bodyPr wrap="square" rtlCol="0">
            <a:spAutoFit/>
          </a:bodyPr>
          <a:lstStyle/>
          <a:p>
            <a:r>
              <a:rPr lang="en-IN" sz="1400" dirty="0">
                <a:latin typeface="Ubuntu" panose="020B0504030602030204" pitchFamily="34" charset="0"/>
              </a:rPr>
              <a:t>The following default charts/reports are available in Jira to track the progress. Sample view of chart and reports are shown in next slides</a:t>
            </a:r>
          </a:p>
        </p:txBody>
      </p:sp>
      <p:sp>
        <p:nvSpPr>
          <p:cNvPr id="5" name="TextBox 4">
            <a:extLst>
              <a:ext uri="{FF2B5EF4-FFF2-40B4-BE49-F238E27FC236}">
                <a16:creationId xmlns:a16="http://schemas.microsoft.com/office/drawing/2014/main" id="{8561303F-BEFF-46CF-016C-E29BDA1E5C14}"/>
              </a:ext>
            </a:extLst>
          </p:cNvPr>
          <p:cNvSpPr txBox="1"/>
          <p:nvPr/>
        </p:nvSpPr>
        <p:spPr>
          <a:xfrm>
            <a:off x="513554" y="5478047"/>
            <a:ext cx="10439101" cy="307777"/>
          </a:xfrm>
          <a:prstGeom prst="rect">
            <a:avLst/>
          </a:prstGeom>
          <a:noFill/>
        </p:spPr>
        <p:txBody>
          <a:bodyPr wrap="square" lIns="91440" tIns="45720" rIns="91440" bIns="45720" rtlCol="0" anchor="t">
            <a:spAutoFit/>
          </a:bodyPr>
          <a:lstStyle/>
          <a:p>
            <a:r>
              <a:rPr lang="en-IN" sz="1400" i="1" dirty="0">
                <a:latin typeface="Ubuntu"/>
              </a:rPr>
              <a:t>Sprint Report, Velocity chart &amp; burndown chart are most commonly used</a:t>
            </a:r>
            <a:endParaRPr lang="en-IN" sz="1400" i="1" dirty="0">
              <a:latin typeface="Ubuntu" panose="020B0504030602030204" pitchFamily="34" charset="0"/>
            </a:endParaRPr>
          </a:p>
        </p:txBody>
      </p:sp>
    </p:spTree>
    <p:extLst>
      <p:ext uri="{BB962C8B-B14F-4D97-AF65-F5344CB8AC3E}">
        <p14:creationId xmlns:p14="http://schemas.microsoft.com/office/powerpoint/2010/main" val="11609100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36C24-D7BB-464E-8237-CBA062797CEC}"/>
              </a:ext>
            </a:extLst>
          </p:cNvPr>
          <p:cNvSpPr>
            <a:spLocks noGrp="1"/>
          </p:cNvSpPr>
          <p:nvPr>
            <p:ph type="title"/>
          </p:nvPr>
        </p:nvSpPr>
        <p:spPr>
          <a:xfrm>
            <a:off x="331788" y="80963"/>
            <a:ext cx="11518900" cy="468312"/>
          </a:xfrm>
        </p:spPr>
        <p:txBody>
          <a:bodyPr/>
          <a:lstStyle/>
          <a:p>
            <a:r>
              <a:rPr lang="en-US" sz="2000" b="0" dirty="0"/>
              <a:t>Burndown &amp; Velocity Report (Sample)</a:t>
            </a:r>
            <a:endParaRPr lang="en-GB" sz="2000" b="0" dirty="0"/>
          </a:p>
        </p:txBody>
      </p:sp>
      <p:pic>
        <p:nvPicPr>
          <p:cNvPr id="6" name="Picture 5">
            <a:extLst>
              <a:ext uri="{FF2B5EF4-FFF2-40B4-BE49-F238E27FC236}">
                <a16:creationId xmlns:a16="http://schemas.microsoft.com/office/drawing/2014/main" id="{B4DEB37B-E52F-41CC-A9A8-81CE53BDE7A8}"/>
              </a:ext>
            </a:extLst>
          </p:cNvPr>
          <p:cNvPicPr>
            <a:picLocks noChangeAspect="1"/>
          </p:cNvPicPr>
          <p:nvPr/>
        </p:nvPicPr>
        <p:blipFill>
          <a:blip r:embed="rId2"/>
          <a:stretch>
            <a:fillRect/>
          </a:stretch>
        </p:blipFill>
        <p:spPr>
          <a:xfrm>
            <a:off x="435786" y="2245166"/>
            <a:ext cx="5660213" cy="3586867"/>
          </a:xfrm>
          <a:prstGeom prst="rect">
            <a:avLst/>
          </a:prstGeom>
        </p:spPr>
      </p:pic>
      <p:pic>
        <p:nvPicPr>
          <p:cNvPr id="7" name="Picture 6">
            <a:extLst>
              <a:ext uri="{FF2B5EF4-FFF2-40B4-BE49-F238E27FC236}">
                <a16:creationId xmlns:a16="http://schemas.microsoft.com/office/drawing/2014/main" id="{C3742A2A-7C0D-49E2-9CCC-ACB74EEDAC60}"/>
              </a:ext>
            </a:extLst>
          </p:cNvPr>
          <p:cNvPicPr>
            <a:picLocks noChangeAspect="1"/>
          </p:cNvPicPr>
          <p:nvPr/>
        </p:nvPicPr>
        <p:blipFill>
          <a:blip r:embed="rId3"/>
          <a:stretch>
            <a:fillRect/>
          </a:stretch>
        </p:blipFill>
        <p:spPr>
          <a:xfrm>
            <a:off x="6614099" y="1591941"/>
            <a:ext cx="4774051" cy="4607567"/>
          </a:xfrm>
          <a:prstGeom prst="rect">
            <a:avLst/>
          </a:prstGeom>
        </p:spPr>
      </p:pic>
      <p:sp>
        <p:nvSpPr>
          <p:cNvPr id="8" name="TextBox 7">
            <a:extLst>
              <a:ext uri="{FF2B5EF4-FFF2-40B4-BE49-F238E27FC236}">
                <a16:creationId xmlns:a16="http://schemas.microsoft.com/office/drawing/2014/main" id="{1C022D96-7B2B-4032-BCCB-C8F469616F6C}"/>
              </a:ext>
            </a:extLst>
          </p:cNvPr>
          <p:cNvSpPr txBox="1"/>
          <p:nvPr/>
        </p:nvSpPr>
        <p:spPr>
          <a:xfrm>
            <a:off x="435785" y="760544"/>
            <a:ext cx="5498289" cy="923330"/>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A burndown chart  show the progress that the makes during a sprint. Chart can be plotted either Story points or Remaining Time estimate (in </a:t>
            </a:r>
            <a:r>
              <a:rPr lang="en-US" dirty="0" err="1">
                <a:latin typeface="Calibri" panose="020F0502020204030204" pitchFamily="34" charset="0"/>
                <a:cs typeface="Calibri" panose="020F0502020204030204" pitchFamily="34" charset="0"/>
              </a:rPr>
              <a:t>hrs</a:t>
            </a:r>
            <a:r>
              <a:rPr lang="en-US" dirty="0">
                <a:latin typeface="Calibri" panose="020F0502020204030204" pitchFamily="34" charset="0"/>
                <a:cs typeface="Calibri" panose="020F0502020204030204" pitchFamily="34" charset="0"/>
              </a:rPr>
              <a:t>)</a:t>
            </a:r>
          </a:p>
        </p:txBody>
      </p:sp>
      <p:sp>
        <p:nvSpPr>
          <p:cNvPr id="9" name="TextBox 8">
            <a:extLst>
              <a:ext uri="{FF2B5EF4-FFF2-40B4-BE49-F238E27FC236}">
                <a16:creationId xmlns:a16="http://schemas.microsoft.com/office/drawing/2014/main" id="{2DBBF7AF-A099-4631-8468-5DAAC60A2A40}"/>
              </a:ext>
            </a:extLst>
          </p:cNvPr>
          <p:cNvSpPr txBox="1"/>
          <p:nvPr/>
        </p:nvSpPr>
        <p:spPr>
          <a:xfrm>
            <a:off x="6017435" y="701937"/>
            <a:ext cx="5498289" cy="646331"/>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Velocity chart shows the estimated and actual velocity of the team over time</a:t>
            </a:r>
          </a:p>
        </p:txBody>
      </p:sp>
    </p:spTree>
    <p:extLst>
      <p:ext uri="{BB962C8B-B14F-4D97-AF65-F5344CB8AC3E}">
        <p14:creationId xmlns:p14="http://schemas.microsoft.com/office/powerpoint/2010/main" val="39134063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FDBDF-9693-4E73-955E-A14C198C3AE9}"/>
              </a:ext>
            </a:extLst>
          </p:cNvPr>
          <p:cNvSpPr>
            <a:spLocks noGrp="1"/>
          </p:cNvSpPr>
          <p:nvPr>
            <p:ph type="title"/>
          </p:nvPr>
        </p:nvSpPr>
        <p:spPr/>
        <p:txBody>
          <a:bodyPr/>
          <a:lstStyle/>
          <a:p>
            <a:r>
              <a:rPr lang="en-GB" sz="2000" b="0" dirty="0"/>
              <a:t>Sprint Report </a:t>
            </a:r>
            <a:r>
              <a:rPr lang="en-US" sz="2000" b="0" dirty="0"/>
              <a:t>(Sample)</a:t>
            </a:r>
            <a:endParaRPr lang="en-GB" sz="2000" b="0" dirty="0"/>
          </a:p>
        </p:txBody>
      </p:sp>
      <p:pic>
        <p:nvPicPr>
          <p:cNvPr id="4" name="Picture 3">
            <a:extLst>
              <a:ext uri="{FF2B5EF4-FFF2-40B4-BE49-F238E27FC236}">
                <a16:creationId xmlns:a16="http://schemas.microsoft.com/office/drawing/2014/main" id="{738F4ABA-8EE0-4EFC-B3DB-539575DF3C64}"/>
              </a:ext>
            </a:extLst>
          </p:cNvPr>
          <p:cNvPicPr>
            <a:picLocks noChangeAspect="1"/>
          </p:cNvPicPr>
          <p:nvPr/>
        </p:nvPicPr>
        <p:blipFill>
          <a:blip r:embed="rId2"/>
          <a:stretch>
            <a:fillRect/>
          </a:stretch>
        </p:blipFill>
        <p:spPr>
          <a:xfrm>
            <a:off x="332155" y="1026319"/>
            <a:ext cx="6627601" cy="4805362"/>
          </a:xfrm>
          <a:prstGeom prst="rect">
            <a:avLst/>
          </a:prstGeom>
        </p:spPr>
      </p:pic>
      <p:sp>
        <p:nvSpPr>
          <p:cNvPr id="8" name="TextBox 7">
            <a:extLst>
              <a:ext uri="{FF2B5EF4-FFF2-40B4-BE49-F238E27FC236}">
                <a16:creationId xmlns:a16="http://schemas.microsoft.com/office/drawing/2014/main" id="{4E787EF6-1A7D-4DD3-A6E5-974D0D836D86}"/>
              </a:ext>
            </a:extLst>
          </p:cNvPr>
          <p:cNvSpPr txBox="1"/>
          <p:nvPr/>
        </p:nvSpPr>
        <p:spPr>
          <a:xfrm>
            <a:off x="7038975" y="674400"/>
            <a:ext cx="5153025" cy="5262979"/>
          </a:xfrm>
          <a:prstGeom prst="rect">
            <a:avLst/>
          </a:prstGeom>
          <a:noFill/>
        </p:spPr>
        <p:txBody>
          <a:bodyPr wrap="square">
            <a:spAutoFit/>
          </a:bodyPr>
          <a:lstStyle/>
          <a:p>
            <a:pPr algn="l">
              <a:buFont typeface="Arial" panose="020B0604020202020204" pitchFamily="34" charset="0"/>
              <a:buChar char="•"/>
            </a:pPr>
            <a:r>
              <a:rPr lang="en-US" sz="1600" dirty="0">
                <a:latin typeface="Calibri" panose="020F0502020204030204" pitchFamily="34" charset="0"/>
                <a:cs typeface="Calibri" panose="020F0502020204030204" pitchFamily="34" charset="0"/>
              </a:rPr>
              <a:t> The Sprint Report is board-specific – that is, it will only include issues that match your board's saved filter.</a:t>
            </a:r>
          </a:p>
          <a:p>
            <a:pPr algn="l">
              <a:buFont typeface="Arial" panose="020B0604020202020204" pitchFamily="34" charset="0"/>
              <a:buChar char="•"/>
            </a:pPr>
            <a:endParaRPr lang="en-US" sz="1600" dirty="0">
              <a:latin typeface="Calibri" panose="020F0502020204030204" pitchFamily="34" charset="0"/>
              <a:cs typeface="Calibri" panose="020F0502020204030204" pitchFamily="34" charset="0"/>
            </a:endParaRPr>
          </a:p>
          <a:p>
            <a:pPr algn="l">
              <a:buFont typeface="Arial" panose="020B0604020202020204" pitchFamily="34" charset="0"/>
              <a:buChar char="•"/>
            </a:pPr>
            <a:r>
              <a:rPr lang="en-US" sz="1600" dirty="0">
                <a:latin typeface="Calibri" panose="020F0502020204030204" pitchFamily="34" charset="0"/>
                <a:cs typeface="Calibri" panose="020F0502020204030204" pitchFamily="34" charset="0"/>
              </a:rPr>
              <a:t> Issues added after the sprint starts are indicated with an asterisk. </a:t>
            </a:r>
          </a:p>
          <a:p>
            <a:pPr algn="l">
              <a:buFont typeface="Arial" panose="020B0604020202020204" pitchFamily="34" charset="0"/>
              <a:buChar char="•"/>
            </a:pPr>
            <a:endParaRPr lang="en-US" sz="1600" dirty="0">
              <a:latin typeface="Calibri" panose="020F0502020204030204" pitchFamily="34" charset="0"/>
              <a:cs typeface="Calibri" panose="020F0502020204030204" pitchFamily="34" charset="0"/>
            </a:endParaRPr>
          </a:p>
          <a:p>
            <a:pPr algn="l">
              <a:buFont typeface="Arial" panose="020B0604020202020204" pitchFamily="34" charset="0"/>
              <a:buChar char="•"/>
            </a:pPr>
            <a:r>
              <a:rPr lang="en-US" sz="1600" dirty="0">
                <a:latin typeface="Calibri" panose="020F0502020204030204" pitchFamily="34" charset="0"/>
                <a:cs typeface="Calibri" panose="020F0502020204030204" pitchFamily="34" charset="0"/>
              </a:rPr>
              <a:t> An issue is considered to be 'To Do' when it is in a status that has been mapped to the left-most column of your board. Similarly, an issue is considered to be 'Done' when it is in a status that has been mapped to the right-most column of your board. </a:t>
            </a:r>
          </a:p>
          <a:p>
            <a:pPr algn="l">
              <a:buFont typeface="Arial" panose="020B0604020202020204" pitchFamily="34" charset="0"/>
              <a:buChar char="•"/>
            </a:pPr>
            <a:endParaRPr lang="en-US" sz="1600" dirty="0">
              <a:latin typeface="Calibri" panose="020F0502020204030204" pitchFamily="34" charset="0"/>
              <a:cs typeface="Calibri" panose="020F0502020204030204" pitchFamily="34" charset="0"/>
            </a:endParaRPr>
          </a:p>
          <a:p>
            <a:pPr algn="l">
              <a:buFont typeface="Arial" panose="020B0604020202020204" pitchFamily="34" charset="0"/>
              <a:buChar char="•"/>
            </a:pPr>
            <a:r>
              <a:rPr lang="en-US" sz="1600" dirty="0">
                <a:latin typeface="Calibri" panose="020F0502020204030204" pitchFamily="34" charset="0"/>
                <a:cs typeface="Calibri" panose="020F0502020204030204" pitchFamily="34" charset="0"/>
              </a:rPr>
              <a:t> The grey line is a guideline that's drawn from the total estimate of the issues at the start of the sprint, to 0 at the end of the sprint. The grey line stays flat during non-working days.</a:t>
            </a:r>
          </a:p>
          <a:p>
            <a:pPr algn="l">
              <a:buFont typeface="Arial" panose="020B0604020202020204" pitchFamily="34" charset="0"/>
              <a:buChar char="•"/>
            </a:pPr>
            <a:endParaRPr lang="en-US" sz="1600" dirty="0">
              <a:latin typeface="Calibri" panose="020F0502020204030204" pitchFamily="34" charset="0"/>
              <a:cs typeface="Calibri" panose="020F0502020204030204" pitchFamily="34" charset="0"/>
            </a:endParaRPr>
          </a:p>
          <a:p>
            <a:pPr algn="l">
              <a:buFont typeface="Arial" panose="020B0604020202020204" pitchFamily="34" charset="0"/>
              <a:buChar char="•"/>
            </a:pPr>
            <a:r>
              <a:rPr lang="en-US" sz="1600" dirty="0">
                <a:latin typeface="Calibri" panose="020F0502020204030204" pitchFamily="34" charset="0"/>
                <a:cs typeface="Calibri" panose="020F0502020204030204" pitchFamily="34" charset="0"/>
              </a:rPr>
              <a:t> The red line represents actual work done during the sprint — it's drawn from the total estimate of the issues at the start of the sprint, and it goes higher or lower as your team works on the issues in the sprint. </a:t>
            </a:r>
          </a:p>
        </p:txBody>
      </p:sp>
    </p:spTree>
    <p:extLst>
      <p:ext uri="{BB962C8B-B14F-4D97-AF65-F5344CB8AC3E}">
        <p14:creationId xmlns:p14="http://schemas.microsoft.com/office/powerpoint/2010/main" val="35668035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FDBDF-9693-4E73-955E-A14C198C3AE9}"/>
              </a:ext>
            </a:extLst>
          </p:cNvPr>
          <p:cNvSpPr>
            <a:spLocks noGrp="1"/>
          </p:cNvSpPr>
          <p:nvPr>
            <p:ph type="title"/>
          </p:nvPr>
        </p:nvSpPr>
        <p:spPr/>
        <p:txBody>
          <a:bodyPr/>
          <a:lstStyle/>
          <a:p>
            <a:r>
              <a:rPr lang="en-GB" sz="2000" b="0" dirty="0"/>
              <a:t>Epic Report </a:t>
            </a:r>
            <a:r>
              <a:rPr lang="en-US" sz="2000" b="0" dirty="0"/>
              <a:t>(Sample)</a:t>
            </a:r>
            <a:endParaRPr lang="en-GB" sz="2000" b="0" dirty="0"/>
          </a:p>
        </p:txBody>
      </p:sp>
      <p:pic>
        <p:nvPicPr>
          <p:cNvPr id="9" name="Picture 8">
            <a:extLst>
              <a:ext uri="{FF2B5EF4-FFF2-40B4-BE49-F238E27FC236}">
                <a16:creationId xmlns:a16="http://schemas.microsoft.com/office/drawing/2014/main" id="{EA52B2A9-72DF-4B29-A417-415A8D1F0D18}"/>
              </a:ext>
            </a:extLst>
          </p:cNvPr>
          <p:cNvPicPr>
            <a:picLocks noChangeAspect="1"/>
          </p:cNvPicPr>
          <p:nvPr/>
        </p:nvPicPr>
        <p:blipFill>
          <a:blip r:embed="rId2"/>
          <a:stretch>
            <a:fillRect/>
          </a:stretch>
        </p:blipFill>
        <p:spPr>
          <a:xfrm>
            <a:off x="461962" y="889558"/>
            <a:ext cx="7531876" cy="4907434"/>
          </a:xfrm>
          <a:prstGeom prst="rect">
            <a:avLst/>
          </a:prstGeom>
        </p:spPr>
      </p:pic>
      <p:sp>
        <p:nvSpPr>
          <p:cNvPr id="10" name="TextBox 9">
            <a:extLst>
              <a:ext uri="{FF2B5EF4-FFF2-40B4-BE49-F238E27FC236}">
                <a16:creationId xmlns:a16="http://schemas.microsoft.com/office/drawing/2014/main" id="{0860180D-8D44-40B7-B3E4-8B9012E4D894}"/>
              </a:ext>
            </a:extLst>
          </p:cNvPr>
          <p:cNvSpPr txBox="1"/>
          <p:nvPr/>
        </p:nvSpPr>
        <p:spPr>
          <a:xfrm>
            <a:off x="8127188" y="889558"/>
            <a:ext cx="3521886" cy="1477328"/>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This shows the current status of the epic, as well as a list of the issues in the epic. This helps to determine approximately when the epic will be complete.</a:t>
            </a:r>
          </a:p>
        </p:txBody>
      </p:sp>
    </p:spTree>
    <p:extLst>
      <p:ext uri="{BB962C8B-B14F-4D97-AF65-F5344CB8AC3E}">
        <p14:creationId xmlns:p14="http://schemas.microsoft.com/office/powerpoint/2010/main" val="35160737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FDBDF-9693-4E73-955E-A14C198C3AE9}"/>
              </a:ext>
            </a:extLst>
          </p:cNvPr>
          <p:cNvSpPr>
            <a:spLocks noGrp="1"/>
          </p:cNvSpPr>
          <p:nvPr>
            <p:ph type="title"/>
          </p:nvPr>
        </p:nvSpPr>
        <p:spPr/>
        <p:txBody>
          <a:bodyPr/>
          <a:lstStyle/>
          <a:p>
            <a:r>
              <a:rPr lang="en-GB" sz="2000" b="0" dirty="0"/>
              <a:t>Epic &amp; Release Burndown </a:t>
            </a:r>
            <a:r>
              <a:rPr lang="en-US" sz="2000" b="0" dirty="0"/>
              <a:t>(Sample)</a:t>
            </a:r>
            <a:endParaRPr lang="en-GB" sz="2000" b="0" dirty="0"/>
          </a:p>
        </p:txBody>
      </p:sp>
      <p:pic>
        <p:nvPicPr>
          <p:cNvPr id="3" name="Picture 2">
            <a:extLst>
              <a:ext uri="{FF2B5EF4-FFF2-40B4-BE49-F238E27FC236}">
                <a16:creationId xmlns:a16="http://schemas.microsoft.com/office/drawing/2014/main" id="{DDA4B90D-4E91-419B-A446-DDB06B81C53F}"/>
              </a:ext>
            </a:extLst>
          </p:cNvPr>
          <p:cNvPicPr>
            <a:picLocks noChangeAspect="1"/>
          </p:cNvPicPr>
          <p:nvPr/>
        </p:nvPicPr>
        <p:blipFill>
          <a:blip r:embed="rId2"/>
          <a:stretch>
            <a:fillRect/>
          </a:stretch>
        </p:blipFill>
        <p:spPr>
          <a:xfrm>
            <a:off x="345987" y="782052"/>
            <a:ext cx="6075133" cy="5212348"/>
          </a:xfrm>
          <a:prstGeom prst="rect">
            <a:avLst/>
          </a:prstGeom>
        </p:spPr>
      </p:pic>
      <p:pic>
        <p:nvPicPr>
          <p:cNvPr id="4" name="Picture 3">
            <a:extLst>
              <a:ext uri="{FF2B5EF4-FFF2-40B4-BE49-F238E27FC236}">
                <a16:creationId xmlns:a16="http://schemas.microsoft.com/office/drawing/2014/main" id="{67E4B16A-B6AC-4C11-993C-BBB1544569D3}"/>
              </a:ext>
            </a:extLst>
          </p:cNvPr>
          <p:cNvPicPr>
            <a:picLocks noChangeAspect="1"/>
          </p:cNvPicPr>
          <p:nvPr/>
        </p:nvPicPr>
        <p:blipFill>
          <a:blip r:embed="rId3"/>
          <a:stretch>
            <a:fillRect/>
          </a:stretch>
        </p:blipFill>
        <p:spPr>
          <a:xfrm>
            <a:off x="6506369" y="782053"/>
            <a:ext cx="5519101" cy="5212348"/>
          </a:xfrm>
          <a:prstGeom prst="rect">
            <a:avLst/>
          </a:prstGeom>
        </p:spPr>
      </p:pic>
    </p:spTree>
    <p:extLst>
      <p:ext uri="{BB962C8B-B14F-4D97-AF65-F5344CB8AC3E}">
        <p14:creationId xmlns:p14="http://schemas.microsoft.com/office/powerpoint/2010/main" val="2375809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F0D0A-C8BD-480C-A6F2-F71C03DE8BA9}"/>
              </a:ext>
            </a:extLst>
          </p:cNvPr>
          <p:cNvSpPr>
            <a:spLocks noGrp="1"/>
          </p:cNvSpPr>
          <p:nvPr>
            <p:ph type="title"/>
          </p:nvPr>
        </p:nvSpPr>
        <p:spPr>
          <a:xfrm>
            <a:off x="3330994" y="2762353"/>
            <a:ext cx="5321393" cy="482292"/>
          </a:xfrm>
        </p:spPr>
        <p:txBody>
          <a:bodyPr/>
          <a:lstStyle/>
          <a:p>
            <a:r>
              <a:rPr lang="en-GB" sz="2000" dirty="0"/>
              <a:t>Tracking of Sprint Start &amp; Closure</a:t>
            </a:r>
          </a:p>
        </p:txBody>
      </p:sp>
    </p:spTree>
    <p:extLst>
      <p:ext uri="{BB962C8B-B14F-4D97-AF65-F5344CB8AC3E}">
        <p14:creationId xmlns:p14="http://schemas.microsoft.com/office/powerpoint/2010/main" val="39674482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F0D0A-C8BD-480C-A6F2-F71C03DE8BA9}"/>
              </a:ext>
            </a:extLst>
          </p:cNvPr>
          <p:cNvSpPr>
            <a:spLocks noGrp="1"/>
          </p:cNvSpPr>
          <p:nvPr>
            <p:ph type="title"/>
          </p:nvPr>
        </p:nvSpPr>
        <p:spPr/>
        <p:txBody>
          <a:bodyPr/>
          <a:lstStyle/>
          <a:p>
            <a:r>
              <a:rPr lang="en-GB" sz="2000" b="0" dirty="0"/>
              <a:t>Sprint DOR &amp; DOD</a:t>
            </a:r>
          </a:p>
        </p:txBody>
      </p:sp>
      <p:sp>
        <p:nvSpPr>
          <p:cNvPr id="5" name="TextBox 4">
            <a:extLst>
              <a:ext uri="{FF2B5EF4-FFF2-40B4-BE49-F238E27FC236}">
                <a16:creationId xmlns:a16="http://schemas.microsoft.com/office/drawing/2014/main" id="{EDA9D980-3C27-45AB-A6A6-0B0FF66260F6}"/>
              </a:ext>
            </a:extLst>
          </p:cNvPr>
          <p:cNvSpPr txBox="1"/>
          <p:nvPr/>
        </p:nvSpPr>
        <p:spPr>
          <a:xfrm>
            <a:off x="368881" y="662364"/>
            <a:ext cx="11335820" cy="584775"/>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Sprint DOR &amp; DOD checklist will be added to the confluence for each sprint and WS Leads must update the checklist before start &amp; end of the Sprint. This will be reviewed by both the parties and then take a collective decision to start/close the sprint in Jira.</a:t>
            </a:r>
          </a:p>
        </p:txBody>
      </p:sp>
      <p:pic>
        <p:nvPicPr>
          <p:cNvPr id="8" name="Picture 7">
            <a:extLst>
              <a:ext uri="{FF2B5EF4-FFF2-40B4-BE49-F238E27FC236}">
                <a16:creationId xmlns:a16="http://schemas.microsoft.com/office/drawing/2014/main" id="{4BA9A1DD-819B-2D64-0525-E0704A7774CF}"/>
              </a:ext>
            </a:extLst>
          </p:cNvPr>
          <p:cNvPicPr>
            <a:picLocks noChangeAspect="1"/>
          </p:cNvPicPr>
          <p:nvPr/>
        </p:nvPicPr>
        <p:blipFill>
          <a:blip r:embed="rId2"/>
          <a:stretch>
            <a:fillRect/>
          </a:stretch>
        </p:blipFill>
        <p:spPr>
          <a:xfrm>
            <a:off x="551233" y="1323713"/>
            <a:ext cx="11153467" cy="4638591"/>
          </a:xfrm>
          <a:prstGeom prst="rect">
            <a:avLst/>
          </a:prstGeom>
        </p:spPr>
      </p:pic>
    </p:spTree>
    <p:extLst>
      <p:ext uri="{BB962C8B-B14F-4D97-AF65-F5344CB8AC3E}">
        <p14:creationId xmlns:p14="http://schemas.microsoft.com/office/powerpoint/2010/main" val="16869072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F0D0A-C8BD-480C-A6F2-F71C03DE8BA9}"/>
              </a:ext>
            </a:extLst>
          </p:cNvPr>
          <p:cNvSpPr>
            <a:spLocks noGrp="1"/>
          </p:cNvSpPr>
          <p:nvPr>
            <p:ph type="title"/>
          </p:nvPr>
        </p:nvSpPr>
        <p:spPr/>
        <p:txBody>
          <a:bodyPr/>
          <a:lstStyle/>
          <a:p>
            <a:r>
              <a:rPr lang="en-GB" sz="2000" b="0" dirty="0"/>
              <a:t>Sprint DOR &amp; DOD</a:t>
            </a:r>
          </a:p>
        </p:txBody>
      </p:sp>
      <p:pic>
        <p:nvPicPr>
          <p:cNvPr id="7" name="Picture 6">
            <a:extLst>
              <a:ext uri="{FF2B5EF4-FFF2-40B4-BE49-F238E27FC236}">
                <a16:creationId xmlns:a16="http://schemas.microsoft.com/office/drawing/2014/main" id="{2869AE7E-22D1-B91A-852E-96EDBDCDF96B}"/>
              </a:ext>
            </a:extLst>
          </p:cNvPr>
          <p:cNvPicPr>
            <a:picLocks noChangeAspect="1"/>
          </p:cNvPicPr>
          <p:nvPr/>
        </p:nvPicPr>
        <p:blipFill>
          <a:blip r:embed="rId2"/>
          <a:stretch>
            <a:fillRect/>
          </a:stretch>
        </p:blipFill>
        <p:spPr>
          <a:xfrm>
            <a:off x="332155" y="1076462"/>
            <a:ext cx="11267802" cy="4091885"/>
          </a:xfrm>
          <a:prstGeom prst="rect">
            <a:avLst/>
          </a:prstGeom>
        </p:spPr>
      </p:pic>
    </p:spTree>
    <p:extLst>
      <p:ext uri="{BB962C8B-B14F-4D97-AF65-F5344CB8AC3E}">
        <p14:creationId xmlns:p14="http://schemas.microsoft.com/office/powerpoint/2010/main" val="24814319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FDBDF-9693-4E73-955E-A14C198C3AE9}"/>
              </a:ext>
            </a:extLst>
          </p:cNvPr>
          <p:cNvSpPr>
            <a:spLocks noGrp="1"/>
          </p:cNvSpPr>
          <p:nvPr>
            <p:ph type="title"/>
          </p:nvPr>
        </p:nvSpPr>
        <p:spPr/>
        <p:txBody>
          <a:bodyPr/>
          <a:lstStyle/>
          <a:p>
            <a:r>
              <a:rPr lang="en-IN" sz="2000" b="0" dirty="0"/>
              <a:t>Sprint Closure pack </a:t>
            </a:r>
            <a:r>
              <a:rPr lang="en-IN" sz="2000" b="0" i="1" dirty="0"/>
              <a:t>(Proposed)</a:t>
            </a:r>
            <a:endParaRPr lang="en-GB" sz="2000" b="0" i="1" dirty="0"/>
          </a:p>
        </p:txBody>
      </p:sp>
      <p:sp>
        <p:nvSpPr>
          <p:cNvPr id="5" name="TextBox 4">
            <a:extLst>
              <a:ext uri="{FF2B5EF4-FFF2-40B4-BE49-F238E27FC236}">
                <a16:creationId xmlns:a16="http://schemas.microsoft.com/office/drawing/2014/main" id="{D7954A56-CC44-BEA4-7E6C-4C88AF85DE42}"/>
              </a:ext>
            </a:extLst>
          </p:cNvPr>
          <p:cNvSpPr txBox="1"/>
          <p:nvPr/>
        </p:nvSpPr>
        <p:spPr>
          <a:xfrm>
            <a:off x="332155" y="903890"/>
            <a:ext cx="11313307" cy="2862322"/>
          </a:xfrm>
          <a:prstGeom prst="rect">
            <a:avLst/>
          </a:prstGeom>
          <a:noFill/>
        </p:spPr>
        <p:txBody>
          <a:bodyPr wrap="square" lIns="91440" tIns="45720" rIns="91440" bIns="45720" rtlCol="0" anchor="t">
            <a:spAutoFit/>
          </a:bodyPr>
          <a:lstStyle/>
          <a:p>
            <a:r>
              <a:rPr lang="en-IN" dirty="0"/>
              <a:t>The Sprint Closure pack will be created &amp; presented to Beazley at end of each sprint. The following areas will be covered as part of the pack –</a:t>
            </a:r>
          </a:p>
          <a:p>
            <a:pPr marL="285750" indent="-285750">
              <a:buFont typeface="Arial" panose="020B0604020202020204" pitchFamily="34" charset="0"/>
              <a:buChar char="•"/>
            </a:pPr>
            <a:endParaRPr lang="en-IN" dirty="0"/>
          </a:p>
          <a:p>
            <a:pPr marL="742950" lvl="1" indent="-285750">
              <a:buFont typeface="Arial" panose="020B0604020202020204" pitchFamily="34" charset="0"/>
              <a:buChar char="•"/>
            </a:pPr>
            <a:r>
              <a:rPr lang="en-IN" i="1" dirty="0"/>
              <a:t>Baseline vs Planned vs Delivered Story Points</a:t>
            </a:r>
          </a:p>
          <a:p>
            <a:pPr marL="742950" lvl="1" indent="-285750">
              <a:buFont typeface="Arial" panose="020B0604020202020204" pitchFamily="34" charset="0"/>
              <a:buChar char="•"/>
            </a:pPr>
            <a:r>
              <a:rPr lang="en-IN" i="1" dirty="0"/>
              <a:t>Sprint closure stats &amp; Deferred stories data </a:t>
            </a:r>
          </a:p>
          <a:p>
            <a:pPr marL="742950" lvl="1" indent="-285750">
              <a:buFont typeface="Arial" panose="020B0604020202020204" pitchFamily="34" charset="0"/>
              <a:buChar char="•"/>
            </a:pPr>
            <a:r>
              <a:rPr lang="en-IN" i="1" dirty="0"/>
              <a:t>Overall active defects</a:t>
            </a:r>
          </a:p>
          <a:p>
            <a:pPr marL="742950" lvl="1" indent="-285750">
              <a:buFont typeface="Arial" panose="020B0604020202020204" pitchFamily="34" charset="0"/>
              <a:buChar char="•"/>
            </a:pPr>
            <a:r>
              <a:rPr lang="en-IN" i="1" dirty="0"/>
              <a:t>Release burndown</a:t>
            </a:r>
          </a:p>
          <a:p>
            <a:pPr marL="742950" lvl="1" indent="-285750">
              <a:buFont typeface="Arial" panose="020B0604020202020204" pitchFamily="34" charset="0"/>
              <a:buChar char="•"/>
            </a:pPr>
            <a:r>
              <a:rPr lang="en-IN" i="1" dirty="0"/>
              <a:t>DOD, DOR &amp; Retrospective links </a:t>
            </a:r>
          </a:p>
          <a:p>
            <a:pPr lvl="1"/>
            <a:endParaRPr lang="en-IN" b="1" i="1" dirty="0"/>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11900367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DCBF8FA-4ED8-4E1F-94D6-8CE01C0935D3}"/>
              </a:ext>
            </a:extLst>
          </p:cNvPr>
          <p:cNvSpPr>
            <a:spLocks noGrp="1"/>
          </p:cNvSpPr>
          <p:nvPr>
            <p:ph type="body" sz="quarter" idx="11"/>
          </p:nvPr>
        </p:nvSpPr>
        <p:spPr>
          <a:xfrm>
            <a:off x="234615" y="1490607"/>
            <a:ext cx="6001085" cy="3160282"/>
          </a:xfrm>
        </p:spPr>
        <p:txBody>
          <a:bodyPr/>
          <a:lstStyle/>
          <a:p>
            <a:r>
              <a:rPr lang="en-GB" dirty="0">
                <a:solidFill>
                  <a:schemeClr val="accent6">
                    <a:lumMod val="50000"/>
                  </a:schemeClr>
                </a:solidFill>
              </a:rPr>
              <a:t>Appendix</a:t>
            </a:r>
          </a:p>
        </p:txBody>
      </p:sp>
    </p:spTree>
    <p:extLst>
      <p:ext uri="{BB962C8B-B14F-4D97-AF65-F5344CB8AC3E}">
        <p14:creationId xmlns:p14="http://schemas.microsoft.com/office/powerpoint/2010/main" val="19050291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DCBF8FA-4ED8-4E1F-94D6-8CE01C0935D3}"/>
              </a:ext>
            </a:extLst>
          </p:cNvPr>
          <p:cNvSpPr>
            <a:spLocks noGrp="1"/>
          </p:cNvSpPr>
          <p:nvPr>
            <p:ph type="body" sz="quarter" idx="11"/>
          </p:nvPr>
        </p:nvSpPr>
        <p:spPr>
          <a:xfrm>
            <a:off x="234615" y="1490607"/>
            <a:ext cx="6001085" cy="3160282"/>
          </a:xfrm>
        </p:spPr>
        <p:txBody>
          <a:bodyPr/>
          <a:lstStyle/>
          <a:p>
            <a:r>
              <a:rPr lang="en-GB" dirty="0">
                <a:solidFill>
                  <a:schemeClr val="accent6">
                    <a:lumMod val="50000"/>
                  </a:schemeClr>
                </a:solidFill>
              </a:rPr>
              <a:t>Sprint Preparation</a:t>
            </a:r>
          </a:p>
        </p:txBody>
      </p:sp>
    </p:spTree>
    <p:extLst>
      <p:ext uri="{BB962C8B-B14F-4D97-AF65-F5344CB8AC3E}">
        <p14:creationId xmlns:p14="http://schemas.microsoft.com/office/powerpoint/2010/main" val="2238978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F0D0A-C8BD-480C-A6F2-F71C03DE8BA9}"/>
              </a:ext>
            </a:extLst>
          </p:cNvPr>
          <p:cNvSpPr>
            <a:spLocks noGrp="1"/>
          </p:cNvSpPr>
          <p:nvPr>
            <p:ph type="title"/>
          </p:nvPr>
        </p:nvSpPr>
        <p:spPr/>
        <p:txBody>
          <a:bodyPr/>
          <a:lstStyle/>
          <a:p>
            <a:r>
              <a:rPr lang="en-GB" sz="2000" b="0" dirty="0"/>
              <a:t>Jira – Backlog Overview</a:t>
            </a:r>
          </a:p>
        </p:txBody>
      </p:sp>
      <p:sp>
        <p:nvSpPr>
          <p:cNvPr id="15" name="Content Placeholder 2">
            <a:extLst>
              <a:ext uri="{FF2B5EF4-FFF2-40B4-BE49-F238E27FC236}">
                <a16:creationId xmlns:a16="http://schemas.microsoft.com/office/drawing/2014/main" id="{70E97F1A-37A1-4B19-A9CD-DD51FEC1C8E3}"/>
              </a:ext>
            </a:extLst>
          </p:cNvPr>
          <p:cNvSpPr>
            <a:spLocks noGrp="1"/>
          </p:cNvSpPr>
          <p:nvPr>
            <p:ph idx="1"/>
          </p:nvPr>
        </p:nvSpPr>
        <p:spPr>
          <a:xfrm>
            <a:off x="7705725" y="1120542"/>
            <a:ext cx="4173538" cy="4794483"/>
          </a:xfrm>
        </p:spPr>
        <p:txBody>
          <a:bodyPr>
            <a:normAutofit fontScale="85000" lnSpcReduction="10000"/>
          </a:bodyPr>
          <a:lstStyle/>
          <a:p>
            <a:pPr marL="171450" indent="-171450">
              <a:buFont typeface="Arial" panose="020B0604020202020204" pitchFamily="34" charset="0"/>
              <a:buChar char="•"/>
            </a:pPr>
            <a:r>
              <a:rPr lang="en-US" b="0" kern="1200" dirty="0">
                <a:solidFill>
                  <a:schemeClr val="tx1"/>
                </a:solidFill>
                <a:latin typeface="Calibri" panose="020F0502020204030204" pitchFamily="34" charset="0"/>
                <a:cs typeface="Calibri" panose="020F0502020204030204" pitchFamily="34" charset="0"/>
              </a:rPr>
              <a:t>Menu along the left-hand side of the screen allows navigation between the main views in Jira. The most used screens are the Backlog View, Active Sprint View and the Reports Screen.</a:t>
            </a:r>
          </a:p>
          <a:p>
            <a:pPr marL="171450" indent="-171450">
              <a:buFont typeface="Arial" panose="020B0604020202020204" pitchFamily="34" charset="0"/>
              <a:buChar char="•"/>
            </a:pPr>
            <a:r>
              <a:rPr lang="en-US" b="0" kern="1200" dirty="0">
                <a:solidFill>
                  <a:schemeClr val="tx1"/>
                </a:solidFill>
                <a:latin typeface="Calibri" panose="020F0502020204030204" pitchFamily="34" charset="0"/>
                <a:cs typeface="Calibri" panose="020F0502020204030204" pitchFamily="34" charset="0"/>
              </a:rPr>
              <a:t>Backlog view shows a summary view of user stories in the backlog and also those stories that have been assigned to sprints. Only the story summary text is shown in this view</a:t>
            </a:r>
          </a:p>
          <a:p>
            <a:pPr marL="171450" indent="-171450">
              <a:buFont typeface="Arial" panose="020B0604020202020204" pitchFamily="34" charset="0"/>
              <a:buChar char="•"/>
            </a:pPr>
            <a:r>
              <a:rPr lang="en-US" b="0" kern="1200" dirty="0">
                <a:solidFill>
                  <a:schemeClr val="tx1"/>
                </a:solidFill>
                <a:latin typeface="Calibri" panose="020F0502020204030204" pitchFamily="34" charset="0"/>
                <a:cs typeface="Calibri" panose="020F0502020204030204" pitchFamily="34" charset="0"/>
              </a:rPr>
              <a:t>User stories (and other issue types such as defects) are automatically assigned an issue number. This is unique to Jira. This can be seen in each story summary row towards the left. It’s a hyperlink and when clicked will display a panel to the right of the screen with the user story detail.</a:t>
            </a:r>
          </a:p>
          <a:p>
            <a:pPr marL="171450" indent="-171450">
              <a:buFont typeface="Arial" panose="020B0604020202020204" pitchFamily="34" charset="0"/>
              <a:buChar char="•"/>
            </a:pPr>
            <a:r>
              <a:rPr lang="en-US" b="0" kern="1200" dirty="0">
                <a:solidFill>
                  <a:schemeClr val="tx1"/>
                </a:solidFill>
                <a:latin typeface="Calibri" panose="020F0502020204030204" pitchFamily="34" charset="0"/>
                <a:cs typeface="Calibri" panose="020F0502020204030204" pitchFamily="34" charset="0"/>
              </a:rPr>
              <a:t>If the story has been assigned to a Release, it will show in the story summary row towards the right of the screen. </a:t>
            </a:r>
          </a:p>
          <a:p>
            <a:pPr marL="171450" indent="-171450">
              <a:buFont typeface="Arial" panose="020B0604020202020204" pitchFamily="34" charset="0"/>
              <a:buChar char="•"/>
            </a:pPr>
            <a:r>
              <a:rPr lang="en-US" b="0" kern="1200" dirty="0">
                <a:solidFill>
                  <a:schemeClr val="tx1"/>
                </a:solidFill>
                <a:latin typeface="Calibri" panose="020F0502020204030204" pitchFamily="34" charset="0"/>
                <a:cs typeface="Calibri" panose="020F0502020204030204" pitchFamily="34" charset="0"/>
              </a:rPr>
              <a:t>If the story has been assigned a story point estimate this is also shown towards the right of the screen.</a:t>
            </a:r>
            <a:endParaRPr lang="en-GB" b="0" kern="1200" dirty="0">
              <a:solidFill>
                <a:schemeClr val="tx1"/>
              </a:solidFill>
              <a:latin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7B9BFC44-B425-BE9E-86C3-4AB7C889D1B6}"/>
              </a:ext>
            </a:extLst>
          </p:cNvPr>
          <p:cNvPicPr>
            <a:picLocks noChangeAspect="1"/>
          </p:cNvPicPr>
          <p:nvPr/>
        </p:nvPicPr>
        <p:blipFill>
          <a:blip r:embed="rId2"/>
          <a:stretch>
            <a:fillRect/>
          </a:stretch>
        </p:blipFill>
        <p:spPr>
          <a:xfrm>
            <a:off x="484745" y="792251"/>
            <a:ext cx="7102456" cy="5273497"/>
          </a:xfrm>
          <a:prstGeom prst="rect">
            <a:avLst/>
          </a:prstGeom>
        </p:spPr>
      </p:pic>
    </p:spTree>
    <p:extLst>
      <p:ext uri="{BB962C8B-B14F-4D97-AF65-F5344CB8AC3E}">
        <p14:creationId xmlns:p14="http://schemas.microsoft.com/office/powerpoint/2010/main" val="11145142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F0D0A-C8BD-480C-A6F2-F71C03DE8BA9}"/>
              </a:ext>
            </a:extLst>
          </p:cNvPr>
          <p:cNvSpPr>
            <a:spLocks noGrp="1"/>
          </p:cNvSpPr>
          <p:nvPr>
            <p:ph type="title"/>
          </p:nvPr>
        </p:nvSpPr>
        <p:spPr/>
        <p:txBody>
          <a:bodyPr/>
          <a:lstStyle/>
          <a:p>
            <a:r>
              <a:rPr lang="en-GB" sz="2000" b="0" dirty="0"/>
              <a:t>Jira – Grooming your Backlog</a:t>
            </a:r>
          </a:p>
        </p:txBody>
      </p:sp>
      <p:sp>
        <p:nvSpPr>
          <p:cNvPr id="7" name="TextBox 6">
            <a:extLst>
              <a:ext uri="{FF2B5EF4-FFF2-40B4-BE49-F238E27FC236}">
                <a16:creationId xmlns:a16="http://schemas.microsoft.com/office/drawing/2014/main" id="{5ED160D1-AF4E-4C41-9D1A-A3DC0FEAA0DC}"/>
              </a:ext>
            </a:extLst>
          </p:cNvPr>
          <p:cNvSpPr txBox="1"/>
          <p:nvPr/>
        </p:nvSpPr>
        <p:spPr>
          <a:xfrm>
            <a:off x="332155" y="805160"/>
            <a:ext cx="11278820" cy="3416320"/>
          </a:xfrm>
          <a:prstGeom prst="rect">
            <a:avLst/>
          </a:prstGeom>
          <a:noFill/>
        </p:spPr>
        <p:txBody>
          <a:bodyPr wrap="square">
            <a:spAutoFit/>
          </a:bodyPr>
          <a:lstStyle/>
          <a:p>
            <a:r>
              <a:rPr lang="en-US" dirty="0">
                <a:solidFill>
                  <a:srgbClr val="091E42"/>
                </a:solidFill>
                <a:latin typeface="Calibri" panose="020F0502020204030204" pitchFamily="34" charset="0"/>
                <a:cs typeface="Calibri" panose="020F0502020204030204" pitchFamily="34" charset="0"/>
              </a:rPr>
              <a:t>An essential part of agile is regularly "grooming" or reviewing the contents of your backlog, particularly before starting any new work</a:t>
            </a:r>
          </a:p>
          <a:p>
            <a:endParaRPr lang="en-US" b="1" dirty="0">
              <a:solidFill>
                <a:srgbClr val="091E42"/>
              </a:solidFill>
              <a:latin typeface="Charlie Text"/>
            </a:endParaRPr>
          </a:p>
          <a:p>
            <a:r>
              <a:rPr lang="en-US" b="1" u="sng" dirty="0">
                <a:solidFill>
                  <a:srgbClr val="091E42"/>
                </a:solidFill>
              </a:rPr>
              <a:t>Adjust your backlog</a:t>
            </a:r>
            <a:endParaRPr lang="en-US" dirty="0">
              <a:solidFill>
                <a:srgbClr val="091E42"/>
              </a:solidFill>
              <a:cs typeface="Calibri" panose="020F0502020204030204" pitchFamily="34" charset="0"/>
            </a:endParaRPr>
          </a:p>
          <a:p>
            <a:pPr algn="l"/>
            <a:r>
              <a:rPr lang="en-US" dirty="0">
                <a:solidFill>
                  <a:srgbClr val="091E42"/>
                </a:solidFill>
                <a:latin typeface="Calibri" panose="020F0502020204030204" pitchFamily="34" charset="0"/>
                <a:cs typeface="Calibri" panose="020F0502020204030204" pitchFamily="34" charset="0"/>
              </a:rPr>
              <a:t>Before starting your sprint, you need to prepare your backlog. You can easily adjust your backlog by:</a:t>
            </a:r>
          </a:p>
          <a:p>
            <a:pPr algn="l"/>
            <a:endParaRPr lang="en-US" dirty="0">
              <a:solidFill>
                <a:srgbClr val="091E42"/>
              </a:solidFill>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dirty="0">
                <a:solidFill>
                  <a:srgbClr val="091E42"/>
                </a:solidFill>
                <a:latin typeface="Calibri" panose="020F0502020204030204" pitchFamily="34" charset="0"/>
                <a:cs typeface="Calibri" panose="020F0502020204030204" pitchFamily="34" charset="0"/>
              </a:rPr>
              <a:t>Right-clicking on issues to view, estimate, or add details</a:t>
            </a:r>
          </a:p>
          <a:p>
            <a:pPr marL="742950" lvl="1" indent="-285750">
              <a:buFont typeface="Arial" panose="020B0604020202020204" pitchFamily="34" charset="0"/>
              <a:buChar char="•"/>
            </a:pPr>
            <a:r>
              <a:rPr lang="en-US" dirty="0">
                <a:solidFill>
                  <a:srgbClr val="091E42"/>
                </a:solidFill>
                <a:latin typeface="Calibri" panose="020F0502020204030204" pitchFamily="34" charset="0"/>
                <a:cs typeface="Calibri" panose="020F0502020204030204" pitchFamily="34" charset="0"/>
              </a:rPr>
              <a:t>Ranking your issues by dragging and dropping</a:t>
            </a:r>
          </a:p>
          <a:p>
            <a:pPr marL="742950" lvl="1" indent="-285750">
              <a:buFont typeface="Arial" panose="020B0604020202020204" pitchFamily="34" charset="0"/>
              <a:buChar char="•"/>
            </a:pPr>
            <a:r>
              <a:rPr lang="en-US" dirty="0">
                <a:solidFill>
                  <a:srgbClr val="091E42"/>
                </a:solidFill>
                <a:latin typeface="Calibri" panose="020F0502020204030204" pitchFamily="34" charset="0"/>
                <a:cs typeface="Calibri" panose="020F0502020204030204" pitchFamily="34" charset="0"/>
              </a:rPr>
              <a:t>Creating new issues </a:t>
            </a:r>
          </a:p>
          <a:p>
            <a:pPr marL="742950" lvl="1" indent="-285750">
              <a:buFont typeface="Arial" panose="020B0604020202020204" pitchFamily="34" charset="0"/>
              <a:buChar char="•"/>
            </a:pPr>
            <a:r>
              <a:rPr lang="en-US" dirty="0">
                <a:solidFill>
                  <a:srgbClr val="091E42"/>
                </a:solidFill>
                <a:latin typeface="Calibri" panose="020F0502020204030204" pitchFamily="34" charset="0"/>
                <a:cs typeface="Calibri" panose="020F0502020204030204" pitchFamily="34" charset="0"/>
              </a:rPr>
              <a:t>Editing an issue using the issue detail view</a:t>
            </a:r>
          </a:p>
          <a:p>
            <a:endParaRPr lang="en-US" b="1" dirty="0">
              <a:solidFill>
                <a:srgbClr val="091E42"/>
              </a:solidFill>
              <a:latin typeface="Charlie Text"/>
            </a:endParaRPr>
          </a:p>
          <a:p>
            <a:endParaRPr lang="en-US" b="1" dirty="0">
              <a:solidFill>
                <a:srgbClr val="091E42"/>
              </a:solidFill>
              <a:latin typeface="Charlie Text"/>
            </a:endParaRPr>
          </a:p>
        </p:txBody>
      </p:sp>
      <p:pic>
        <p:nvPicPr>
          <p:cNvPr id="6" name="Picture 5">
            <a:extLst>
              <a:ext uri="{FF2B5EF4-FFF2-40B4-BE49-F238E27FC236}">
                <a16:creationId xmlns:a16="http://schemas.microsoft.com/office/drawing/2014/main" id="{331C9CD5-9A3A-4F8A-AFD0-96B9150B9BE7}"/>
              </a:ext>
            </a:extLst>
          </p:cNvPr>
          <p:cNvPicPr>
            <a:picLocks noChangeAspect="1"/>
          </p:cNvPicPr>
          <p:nvPr/>
        </p:nvPicPr>
        <p:blipFill>
          <a:blip r:embed="rId2"/>
          <a:stretch>
            <a:fillRect/>
          </a:stretch>
        </p:blipFill>
        <p:spPr>
          <a:xfrm>
            <a:off x="5253281" y="3219450"/>
            <a:ext cx="6052893" cy="2865316"/>
          </a:xfrm>
          <a:prstGeom prst="rect">
            <a:avLst/>
          </a:prstGeom>
        </p:spPr>
      </p:pic>
    </p:spTree>
    <p:extLst>
      <p:ext uri="{BB962C8B-B14F-4D97-AF65-F5344CB8AC3E}">
        <p14:creationId xmlns:p14="http://schemas.microsoft.com/office/powerpoint/2010/main" val="13884544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F0D0A-C8BD-480C-A6F2-F71C03DE8BA9}"/>
              </a:ext>
            </a:extLst>
          </p:cNvPr>
          <p:cNvSpPr>
            <a:spLocks noGrp="1"/>
          </p:cNvSpPr>
          <p:nvPr>
            <p:ph type="title"/>
          </p:nvPr>
        </p:nvSpPr>
        <p:spPr/>
        <p:txBody>
          <a:bodyPr/>
          <a:lstStyle/>
          <a:p>
            <a:r>
              <a:rPr lang="en-GB" sz="2000" b="0" dirty="0"/>
              <a:t>Jira – Planning your Sprint</a:t>
            </a:r>
          </a:p>
        </p:txBody>
      </p:sp>
      <p:sp>
        <p:nvSpPr>
          <p:cNvPr id="8" name="TextBox 7">
            <a:extLst>
              <a:ext uri="{FF2B5EF4-FFF2-40B4-BE49-F238E27FC236}">
                <a16:creationId xmlns:a16="http://schemas.microsoft.com/office/drawing/2014/main" id="{BAEB957E-8B24-4FFF-8EC0-83022402996B}"/>
              </a:ext>
            </a:extLst>
          </p:cNvPr>
          <p:cNvSpPr txBox="1"/>
          <p:nvPr/>
        </p:nvSpPr>
        <p:spPr>
          <a:xfrm>
            <a:off x="438150" y="786110"/>
            <a:ext cx="11409974" cy="1200329"/>
          </a:xfrm>
          <a:prstGeom prst="rect">
            <a:avLst/>
          </a:prstGeom>
          <a:noFill/>
        </p:spPr>
        <p:txBody>
          <a:bodyPr wrap="square">
            <a:spAutoFit/>
          </a:bodyPr>
          <a:lstStyle/>
          <a:p>
            <a:r>
              <a:rPr lang="en-US" dirty="0">
                <a:solidFill>
                  <a:srgbClr val="091E42"/>
                </a:solidFill>
                <a:latin typeface="Calibri" panose="020F0502020204030204" pitchFamily="34" charset="0"/>
                <a:cs typeface="Calibri" panose="020F0502020204030204" pitchFamily="34" charset="0"/>
              </a:rPr>
              <a:t>Every sprint starts with a planning meeting. When planning a sprint, your team would typically commit to deliver a set of stories that are pulled from the top of the backlog. Before creating and starting a sprint, your Scrum team would typically hold a sprint planning meeting. In this meeting, your team should:</a:t>
            </a:r>
          </a:p>
          <a:p>
            <a:endParaRPr lang="en-US" dirty="0">
              <a:solidFill>
                <a:srgbClr val="091E42"/>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1ED66AFC-17FC-4113-B5EF-FF8AF33E89EC}"/>
              </a:ext>
            </a:extLst>
          </p:cNvPr>
          <p:cNvSpPr txBox="1"/>
          <p:nvPr/>
        </p:nvSpPr>
        <p:spPr>
          <a:xfrm>
            <a:off x="942117" y="1775684"/>
            <a:ext cx="9023815" cy="1354217"/>
          </a:xfrm>
          <a:prstGeom prst="rect">
            <a:avLst/>
          </a:prstGeom>
          <a:noFill/>
        </p:spPr>
        <p:txBody>
          <a:bodyPr wrap="square">
            <a:spAutoFit/>
          </a:bodyPr>
          <a:lstStyle/>
          <a:p>
            <a:pPr marL="742950" lvl="1" indent="-285750">
              <a:buFont typeface="Arial" panose="020B0604020202020204" pitchFamily="34" charset="0"/>
              <a:buChar char="•"/>
            </a:pPr>
            <a:r>
              <a:rPr lang="en-US" sz="1600" dirty="0">
                <a:solidFill>
                  <a:srgbClr val="091E42"/>
                </a:solidFill>
                <a:latin typeface="Calibri" panose="020F0502020204030204" pitchFamily="34" charset="0"/>
                <a:cs typeface="Calibri" panose="020F0502020204030204" pitchFamily="34" charset="0"/>
              </a:rPr>
              <a:t>Review the estimates for selected issues</a:t>
            </a:r>
          </a:p>
          <a:p>
            <a:pPr marL="742950" lvl="1" indent="-285750">
              <a:buFont typeface="Arial" panose="020B0604020202020204" pitchFamily="34" charset="0"/>
              <a:buChar char="•"/>
            </a:pPr>
            <a:r>
              <a:rPr lang="en-US" sz="1600" dirty="0">
                <a:solidFill>
                  <a:srgbClr val="091E42"/>
                </a:solidFill>
                <a:latin typeface="Calibri" panose="020F0502020204030204" pitchFamily="34" charset="0"/>
                <a:cs typeface="Calibri" panose="020F0502020204030204" pitchFamily="34" charset="0"/>
              </a:rPr>
              <a:t>Break down the selected issues into an initial list of sprint tasks</a:t>
            </a:r>
          </a:p>
          <a:p>
            <a:pPr marL="742950" lvl="1" indent="-285750">
              <a:buFont typeface="Arial" panose="020B0604020202020204" pitchFamily="34" charset="0"/>
              <a:buChar char="•"/>
            </a:pPr>
            <a:r>
              <a:rPr lang="en-US" sz="1600" dirty="0">
                <a:solidFill>
                  <a:srgbClr val="091E42"/>
                </a:solidFill>
                <a:latin typeface="Calibri" panose="020F0502020204030204" pitchFamily="34" charset="0"/>
                <a:cs typeface="Calibri" panose="020F0502020204030204" pitchFamily="34" charset="0"/>
              </a:rPr>
              <a:t>Consider upcoming employee time-off, holidays, and other issues that may impact the completion of these sprint tasks</a:t>
            </a:r>
          </a:p>
          <a:p>
            <a:pPr marL="742950" lvl="1" indent="-285750">
              <a:buFont typeface="Arial" panose="020B0604020202020204" pitchFamily="34" charset="0"/>
              <a:buChar char="•"/>
            </a:pPr>
            <a:r>
              <a:rPr lang="en-US" sz="1600" dirty="0">
                <a:solidFill>
                  <a:srgbClr val="091E42"/>
                </a:solidFill>
                <a:latin typeface="Calibri" panose="020F0502020204030204" pitchFamily="34" charset="0"/>
                <a:cs typeface="Calibri" panose="020F0502020204030204" pitchFamily="34" charset="0"/>
              </a:rPr>
              <a:t>Gauge the team's capacity team to complete these sprint tasks</a:t>
            </a:r>
          </a:p>
        </p:txBody>
      </p:sp>
      <p:pic>
        <p:nvPicPr>
          <p:cNvPr id="12" name="Picture 11">
            <a:extLst>
              <a:ext uri="{FF2B5EF4-FFF2-40B4-BE49-F238E27FC236}">
                <a16:creationId xmlns:a16="http://schemas.microsoft.com/office/drawing/2014/main" id="{62C55DC7-83E1-4E37-A5F1-F541E662520B}"/>
              </a:ext>
            </a:extLst>
          </p:cNvPr>
          <p:cNvPicPr>
            <a:picLocks noChangeAspect="1"/>
          </p:cNvPicPr>
          <p:nvPr/>
        </p:nvPicPr>
        <p:blipFill>
          <a:blip r:embed="rId2"/>
          <a:stretch>
            <a:fillRect/>
          </a:stretch>
        </p:blipFill>
        <p:spPr>
          <a:xfrm>
            <a:off x="5783334" y="3429001"/>
            <a:ext cx="6064790" cy="2470818"/>
          </a:xfrm>
          <a:prstGeom prst="rect">
            <a:avLst/>
          </a:prstGeom>
        </p:spPr>
      </p:pic>
      <p:sp>
        <p:nvSpPr>
          <p:cNvPr id="3" name="TextBox 2">
            <a:extLst>
              <a:ext uri="{FF2B5EF4-FFF2-40B4-BE49-F238E27FC236}">
                <a16:creationId xmlns:a16="http://schemas.microsoft.com/office/drawing/2014/main" id="{8FD2C0F9-DFAA-4985-ABEE-FAE89836D878}"/>
              </a:ext>
            </a:extLst>
          </p:cNvPr>
          <p:cNvSpPr txBox="1"/>
          <p:nvPr/>
        </p:nvSpPr>
        <p:spPr>
          <a:xfrm>
            <a:off x="438150" y="3996648"/>
            <a:ext cx="5120169" cy="1754326"/>
          </a:xfrm>
          <a:prstGeom prst="rect">
            <a:avLst/>
          </a:prstGeom>
          <a:noFill/>
        </p:spPr>
        <p:txBody>
          <a:bodyPr wrap="square" rtlCol="0">
            <a:spAutoFit/>
          </a:bodyPr>
          <a:lstStyle/>
          <a:p>
            <a:r>
              <a:rPr lang="en-US" dirty="0">
                <a:solidFill>
                  <a:srgbClr val="091E42"/>
                </a:solidFill>
                <a:latin typeface="Calibri" panose="020F0502020204030204" pitchFamily="34" charset="0"/>
                <a:cs typeface="Calibri" panose="020F0502020204030204" pitchFamily="34" charset="0"/>
              </a:rPr>
              <a:t>Once the sprint backlog is ready and upon the confirmation from Delivery lead, the sprint will be started in Jira on first day of build phase.  A report will be generated that shows the number story planned for the sprint along with story points and shared with the relevant parties. </a:t>
            </a:r>
          </a:p>
        </p:txBody>
      </p:sp>
    </p:spTree>
    <p:extLst>
      <p:ext uri="{BB962C8B-B14F-4D97-AF65-F5344CB8AC3E}">
        <p14:creationId xmlns:p14="http://schemas.microsoft.com/office/powerpoint/2010/main" val="25083152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F0D0A-C8BD-480C-A6F2-F71C03DE8BA9}"/>
              </a:ext>
            </a:extLst>
          </p:cNvPr>
          <p:cNvSpPr>
            <a:spLocks noGrp="1"/>
          </p:cNvSpPr>
          <p:nvPr>
            <p:ph type="title"/>
          </p:nvPr>
        </p:nvSpPr>
        <p:spPr/>
        <p:txBody>
          <a:bodyPr/>
          <a:lstStyle/>
          <a:p>
            <a:r>
              <a:rPr lang="en-GB" sz="2000" b="0" dirty="0"/>
              <a:t>Jira – Active Sprint Overview</a:t>
            </a:r>
          </a:p>
        </p:txBody>
      </p:sp>
      <p:sp>
        <p:nvSpPr>
          <p:cNvPr id="6" name="Content Placeholder 2">
            <a:extLst>
              <a:ext uri="{FF2B5EF4-FFF2-40B4-BE49-F238E27FC236}">
                <a16:creationId xmlns:a16="http://schemas.microsoft.com/office/drawing/2014/main" id="{F3466533-9CB2-4FF1-83CF-B381840CC75F}"/>
              </a:ext>
            </a:extLst>
          </p:cNvPr>
          <p:cNvSpPr txBox="1">
            <a:spLocks/>
          </p:cNvSpPr>
          <p:nvPr/>
        </p:nvSpPr>
        <p:spPr>
          <a:xfrm>
            <a:off x="8199522" y="945356"/>
            <a:ext cx="3640053" cy="4967287"/>
          </a:xfrm>
          <a:prstGeom prst="rect">
            <a:avLst/>
          </a:prstGeom>
        </p:spPr>
        <p:txBody>
          <a:bodyPr>
            <a:normAutofit fontScale="92500" lnSpcReduction="20000"/>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fontAlgn="base">
              <a:lnSpc>
                <a:spcPct val="110000"/>
              </a:lnSpc>
              <a:spcAft>
                <a:spcPts val="600"/>
              </a:spcAft>
              <a:buFont typeface="Arial" panose="020B0604020202020204" pitchFamily="34" charset="0"/>
              <a:buChar char="•"/>
            </a:pPr>
            <a:r>
              <a:rPr lang="en-US" sz="1500" dirty="0">
                <a:latin typeface="Calibri" panose="020F0502020204030204" pitchFamily="34" charset="0"/>
                <a:cs typeface="Calibri" panose="020F0502020204030204" pitchFamily="34" charset="0"/>
              </a:rPr>
              <a:t>The Active sprint window is accessed via the main menu on the left (Either click the icon if the menu is collapsed, or click ‘Active Sprints’)</a:t>
            </a:r>
          </a:p>
          <a:p>
            <a:pPr marL="171450" indent="-171450" fontAlgn="base">
              <a:lnSpc>
                <a:spcPct val="110000"/>
              </a:lnSpc>
              <a:spcAft>
                <a:spcPts val="600"/>
              </a:spcAft>
              <a:buFont typeface="Arial" panose="020B0604020202020204" pitchFamily="34" charset="0"/>
              <a:buChar char="•"/>
            </a:pPr>
            <a:r>
              <a:rPr lang="en-US" sz="1500" dirty="0">
                <a:latin typeface="Calibri" panose="020F0502020204030204" pitchFamily="34" charset="0"/>
                <a:cs typeface="Calibri" panose="020F0502020204030204" pitchFamily="34" charset="0"/>
              </a:rPr>
              <a:t>This screen shows a summary of the current sprint, along with the status of each user story.</a:t>
            </a:r>
          </a:p>
          <a:p>
            <a:pPr marL="171450" indent="-171450" fontAlgn="base">
              <a:lnSpc>
                <a:spcPct val="110000"/>
              </a:lnSpc>
              <a:spcAft>
                <a:spcPts val="600"/>
              </a:spcAft>
              <a:buFont typeface="Arial" panose="020B0604020202020204" pitchFamily="34" charset="0"/>
              <a:buChar char="•"/>
            </a:pPr>
            <a:r>
              <a:rPr lang="en-US" sz="1500" dirty="0">
                <a:latin typeface="Calibri" panose="020F0502020204030204" pitchFamily="34" charset="0"/>
                <a:cs typeface="Calibri" panose="020F0502020204030204" pitchFamily="34" charset="0"/>
              </a:rPr>
              <a:t>This screen is organized into columns and swim lanes. Each o the columns represents a point in the workflow of a story. The workflow flows from left to right and it is possible to click and drag stories into the appropriate columns. Once the story reaches the ‘Done’ column it is regarded as complete.</a:t>
            </a:r>
          </a:p>
          <a:p>
            <a:pPr marL="171450" indent="-171450" fontAlgn="base">
              <a:lnSpc>
                <a:spcPct val="110000"/>
              </a:lnSpc>
              <a:spcAft>
                <a:spcPts val="600"/>
              </a:spcAft>
              <a:buFont typeface="Arial" panose="020B0604020202020204" pitchFamily="34" charset="0"/>
              <a:buChar char="•"/>
            </a:pPr>
            <a:r>
              <a:rPr lang="en-US" sz="1500" dirty="0">
                <a:latin typeface="Calibri" panose="020F0502020204030204" pitchFamily="34" charset="0"/>
                <a:cs typeface="Calibri" panose="020F0502020204030204" pitchFamily="34" charset="0"/>
              </a:rPr>
              <a:t>If a user story has sub-tasks then a swim lane for that story is displayed. Each of the sub-tasks are moved from left to right in the same way as the stories. Once all sub-tasks are moved into the ‘Done’ Column then the story status is marked as done.</a:t>
            </a:r>
            <a:endParaRPr lang="en-GB" sz="1500" dirty="0">
              <a:latin typeface="Calibri" panose="020F0502020204030204" pitchFamily="34" charset="0"/>
              <a:cs typeface="Calibri" panose="020F0502020204030204" pitchFamily="34" charset="0"/>
            </a:endParaRPr>
          </a:p>
        </p:txBody>
      </p:sp>
      <p:pic>
        <p:nvPicPr>
          <p:cNvPr id="13" name="Picture 12">
            <a:extLst>
              <a:ext uri="{FF2B5EF4-FFF2-40B4-BE49-F238E27FC236}">
                <a16:creationId xmlns:a16="http://schemas.microsoft.com/office/drawing/2014/main" id="{B732DA3A-3697-8D7E-3BDE-F33D751E2186}"/>
              </a:ext>
            </a:extLst>
          </p:cNvPr>
          <p:cNvPicPr>
            <a:picLocks noChangeAspect="1"/>
          </p:cNvPicPr>
          <p:nvPr/>
        </p:nvPicPr>
        <p:blipFill>
          <a:blip r:embed="rId2"/>
          <a:stretch>
            <a:fillRect/>
          </a:stretch>
        </p:blipFill>
        <p:spPr>
          <a:xfrm>
            <a:off x="352425" y="945356"/>
            <a:ext cx="7602371" cy="4334632"/>
          </a:xfrm>
          <a:prstGeom prst="rect">
            <a:avLst/>
          </a:prstGeom>
        </p:spPr>
      </p:pic>
    </p:spTree>
    <p:extLst>
      <p:ext uri="{BB962C8B-B14F-4D97-AF65-F5344CB8AC3E}">
        <p14:creationId xmlns:p14="http://schemas.microsoft.com/office/powerpoint/2010/main" val="15189116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F0D0A-C8BD-480C-A6F2-F71C03DE8BA9}"/>
              </a:ext>
            </a:extLst>
          </p:cNvPr>
          <p:cNvSpPr>
            <a:spLocks noGrp="1"/>
          </p:cNvSpPr>
          <p:nvPr>
            <p:ph type="title"/>
          </p:nvPr>
        </p:nvSpPr>
        <p:spPr/>
        <p:txBody>
          <a:bodyPr/>
          <a:lstStyle/>
          <a:p>
            <a:r>
              <a:rPr lang="en-GB" sz="2000" b="0" dirty="0"/>
              <a:t>Jira – Completing a Sprint</a:t>
            </a:r>
          </a:p>
        </p:txBody>
      </p:sp>
      <p:sp>
        <p:nvSpPr>
          <p:cNvPr id="8" name="TextBox 7">
            <a:extLst>
              <a:ext uri="{FF2B5EF4-FFF2-40B4-BE49-F238E27FC236}">
                <a16:creationId xmlns:a16="http://schemas.microsoft.com/office/drawing/2014/main" id="{8C9D9A7D-B368-490F-A992-B3841EB79440}"/>
              </a:ext>
            </a:extLst>
          </p:cNvPr>
          <p:cNvSpPr txBox="1"/>
          <p:nvPr/>
        </p:nvSpPr>
        <p:spPr>
          <a:xfrm>
            <a:off x="442302" y="828586"/>
            <a:ext cx="11301060" cy="3416320"/>
          </a:xfrm>
          <a:prstGeom prst="rect">
            <a:avLst/>
          </a:prstGeom>
          <a:noFill/>
        </p:spPr>
        <p:txBody>
          <a:bodyPr wrap="square">
            <a:spAutoFit/>
          </a:bodyPr>
          <a:lstStyle/>
          <a:p>
            <a:r>
              <a:rPr lang="en-US" dirty="0">
                <a:solidFill>
                  <a:srgbClr val="091E42"/>
                </a:solidFill>
                <a:latin typeface="Calibri" panose="020F0502020204030204" pitchFamily="34" charset="0"/>
                <a:cs typeface="Calibri" panose="020F0502020204030204" pitchFamily="34" charset="0"/>
              </a:rPr>
              <a:t>The end of a sprint is usually the time where your team takes stock of its progress. This usually includes demonstrations of the work completed during the sprint, followed by a sprint retrospective to analyze where improvements can be made.</a:t>
            </a:r>
          </a:p>
          <a:p>
            <a:endParaRPr lang="en-US" dirty="0">
              <a:solidFill>
                <a:srgbClr val="091E42"/>
              </a:solidFill>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dirty="0">
                <a:solidFill>
                  <a:srgbClr val="091E42"/>
                </a:solidFill>
                <a:latin typeface="Calibri" panose="020F0502020204030204" pitchFamily="34" charset="0"/>
                <a:cs typeface="Calibri" panose="020F0502020204030204" pitchFamily="34" charset="0"/>
              </a:rPr>
              <a:t>Subtasks are moved to appropriate status for the completed stories</a:t>
            </a:r>
          </a:p>
          <a:p>
            <a:pPr marL="742950" lvl="1" indent="-285750">
              <a:buFont typeface="Arial" panose="020B0604020202020204" pitchFamily="34" charset="0"/>
              <a:buChar char="•"/>
            </a:pPr>
            <a:r>
              <a:rPr lang="en-US" dirty="0">
                <a:solidFill>
                  <a:srgbClr val="091E42"/>
                </a:solidFill>
                <a:latin typeface="Calibri" panose="020F0502020204030204" pitchFamily="34" charset="0"/>
                <a:cs typeface="Calibri" panose="020F0502020204030204" pitchFamily="34" charset="0"/>
              </a:rPr>
              <a:t>User stories are moved to DONE statues for which Demo are completed &amp; accepted</a:t>
            </a:r>
          </a:p>
          <a:p>
            <a:pPr marL="742950" lvl="1" indent="-285750">
              <a:buFont typeface="Arial" panose="020B0604020202020204" pitchFamily="34" charset="0"/>
              <a:buChar char="•"/>
            </a:pPr>
            <a:r>
              <a:rPr lang="en-US" dirty="0">
                <a:solidFill>
                  <a:srgbClr val="091E42"/>
                </a:solidFill>
                <a:latin typeface="Calibri" panose="020F0502020204030204" pitchFamily="34" charset="0"/>
                <a:cs typeface="Calibri" panose="020F0502020204030204" pitchFamily="34" charset="0"/>
              </a:rPr>
              <a:t>Conduct Retrospective and link notes to the sprint</a:t>
            </a:r>
          </a:p>
          <a:p>
            <a:pPr marL="742950" lvl="1" indent="-285750">
              <a:buFont typeface="Arial" panose="020B0604020202020204" pitchFamily="34" charset="0"/>
              <a:buChar char="•"/>
            </a:pPr>
            <a:r>
              <a:rPr lang="en-US" dirty="0">
                <a:solidFill>
                  <a:srgbClr val="091E42"/>
                </a:solidFill>
                <a:latin typeface="Calibri" panose="020F0502020204030204" pitchFamily="34" charset="0"/>
                <a:cs typeface="Calibri" panose="020F0502020204030204" pitchFamily="34" charset="0"/>
              </a:rPr>
              <a:t>Decision is made for the issues which are not in DONE status either to be deferred and moved back to backlog or to be moved to subsequent sprint upon sprint closure</a:t>
            </a:r>
          </a:p>
          <a:p>
            <a:pPr marL="742950" lvl="1" indent="-285750">
              <a:buFont typeface="Arial" panose="020B0604020202020204" pitchFamily="34" charset="0"/>
              <a:buChar char="•"/>
            </a:pPr>
            <a:endParaRPr lang="en-US" dirty="0">
              <a:solidFill>
                <a:srgbClr val="091E42"/>
              </a:solidFill>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endParaRPr lang="en-US" dirty="0">
              <a:solidFill>
                <a:srgbClr val="091E42"/>
              </a:solidFill>
              <a:latin typeface="Calibri" panose="020F0502020204030204" pitchFamily="34" charset="0"/>
              <a:cs typeface="Calibri" panose="020F0502020204030204" pitchFamily="34" charset="0"/>
            </a:endParaRPr>
          </a:p>
          <a:p>
            <a:endParaRPr lang="en-US" dirty="0">
              <a:solidFill>
                <a:srgbClr val="091E42"/>
              </a:solidFill>
              <a:latin typeface="Calibri" panose="020F0502020204030204" pitchFamily="34" charset="0"/>
              <a:cs typeface="Calibri" panose="020F0502020204030204" pitchFamily="34" charset="0"/>
            </a:endParaRPr>
          </a:p>
        </p:txBody>
      </p:sp>
      <p:pic>
        <p:nvPicPr>
          <p:cNvPr id="9" name="Picture 8">
            <a:extLst>
              <a:ext uri="{FF2B5EF4-FFF2-40B4-BE49-F238E27FC236}">
                <a16:creationId xmlns:a16="http://schemas.microsoft.com/office/drawing/2014/main" id="{4536E799-79C4-43DE-B643-75CB465C2D1E}"/>
              </a:ext>
            </a:extLst>
          </p:cNvPr>
          <p:cNvPicPr>
            <a:picLocks noChangeAspect="1"/>
          </p:cNvPicPr>
          <p:nvPr/>
        </p:nvPicPr>
        <p:blipFill>
          <a:blip r:embed="rId2"/>
          <a:stretch>
            <a:fillRect/>
          </a:stretch>
        </p:blipFill>
        <p:spPr>
          <a:xfrm>
            <a:off x="6699875" y="3429000"/>
            <a:ext cx="5043487" cy="2395215"/>
          </a:xfrm>
          <a:prstGeom prst="rect">
            <a:avLst/>
          </a:prstGeom>
        </p:spPr>
      </p:pic>
      <p:sp>
        <p:nvSpPr>
          <p:cNvPr id="3" name="TextBox 2">
            <a:extLst>
              <a:ext uri="{FF2B5EF4-FFF2-40B4-BE49-F238E27FC236}">
                <a16:creationId xmlns:a16="http://schemas.microsoft.com/office/drawing/2014/main" id="{F964BB2E-ADA3-4652-BD3F-E84A8BB69C48}"/>
              </a:ext>
            </a:extLst>
          </p:cNvPr>
          <p:cNvSpPr txBox="1"/>
          <p:nvPr/>
        </p:nvSpPr>
        <p:spPr>
          <a:xfrm>
            <a:off x="442302" y="4182443"/>
            <a:ext cx="5500099" cy="1200329"/>
          </a:xfrm>
          <a:prstGeom prst="rect">
            <a:avLst/>
          </a:prstGeom>
          <a:noFill/>
        </p:spPr>
        <p:txBody>
          <a:bodyPr wrap="square" rtlCol="0">
            <a:spAutoFit/>
          </a:bodyPr>
          <a:lstStyle/>
          <a:p>
            <a:r>
              <a:rPr lang="en-US" dirty="0">
                <a:solidFill>
                  <a:srgbClr val="091E42"/>
                </a:solidFill>
                <a:latin typeface="Calibri" panose="020F0502020204030204" pitchFamily="34" charset="0"/>
                <a:cs typeface="Calibri" panose="020F0502020204030204" pitchFamily="34" charset="0"/>
              </a:rPr>
              <a:t>On the last day of the sprint, once the above activities are completed then upon the confirmation from delivery lead, the sprint will be closed in Jira. The sprint report will be generated &amp; shared with relevant parties.</a:t>
            </a:r>
          </a:p>
        </p:txBody>
      </p:sp>
    </p:spTree>
    <p:extLst>
      <p:ext uri="{BB962C8B-B14F-4D97-AF65-F5344CB8AC3E}">
        <p14:creationId xmlns:p14="http://schemas.microsoft.com/office/powerpoint/2010/main" val="40235343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F0D0A-C8BD-480C-A6F2-F71C03DE8BA9}"/>
              </a:ext>
            </a:extLst>
          </p:cNvPr>
          <p:cNvSpPr>
            <a:spLocks noGrp="1"/>
          </p:cNvSpPr>
          <p:nvPr>
            <p:ph type="title"/>
          </p:nvPr>
        </p:nvSpPr>
        <p:spPr/>
        <p:txBody>
          <a:bodyPr/>
          <a:lstStyle/>
          <a:p>
            <a:r>
              <a:rPr lang="en-GB" sz="2000" b="0" dirty="0"/>
              <a:t>Jira Setup – Project Configuration</a:t>
            </a:r>
          </a:p>
        </p:txBody>
      </p:sp>
      <p:pic>
        <p:nvPicPr>
          <p:cNvPr id="11" name="Picture 10">
            <a:extLst>
              <a:ext uri="{FF2B5EF4-FFF2-40B4-BE49-F238E27FC236}">
                <a16:creationId xmlns:a16="http://schemas.microsoft.com/office/drawing/2014/main" id="{406F1CD5-2CA8-491D-A447-6ACB2054782D}"/>
              </a:ext>
            </a:extLst>
          </p:cNvPr>
          <p:cNvPicPr>
            <a:picLocks noChangeAspect="1"/>
          </p:cNvPicPr>
          <p:nvPr/>
        </p:nvPicPr>
        <p:blipFill>
          <a:blip r:embed="rId2"/>
          <a:stretch>
            <a:fillRect/>
          </a:stretch>
        </p:blipFill>
        <p:spPr>
          <a:xfrm>
            <a:off x="285750" y="697155"/>
            <a:ext cx="5246540" cy="5467351"/>
          </a:xfrm>
          <a:prstGeom prst="rect">
            <a:avLst/>
          </a:prstGeom>
        </p:spPr>
      </p:pic>
      <p:sp>
        <p:nvSpPr>
          <p:cNvPr id="12" name="TextBox 11">
            <a:extLst>
              <a:ext uri="{FF2B5EF4-FFF2-40B4-BE49-F238E27FC236}">
                <a16:creationId xmlns:a16="http://schemas.microsoft.com/office/drawing/2014/main" id="{96E9A099-4DE4-45A7-8463-B33E2B4820AB}"/>
              </a:ext>
            </a:extLst>
          </p:cNvPr>
          <p:cNvSpPr txBox="1"/>
          <p:nvPr/>
        </p:nvSpPr>
        <p:spPr>
          <a:xfrm>
            <a:off x="527753" y="5558165"/>
            <a:ext cx="971550" cy="261610"/>
          </a:xfrm>
          <a:prstGeom prst="rect">
            <a:avLst/>
          </a:prstGeom>
          <a:solidFill>
            <a:schemeClr val="accent6">
              <a:lumMod val="20000"/>
              <a:lumOff val="80000"/>
            </a:schemeClr>
          </a:solidFill>
        </p:spPr>
        <p:txBody>
          <a:bodyPr wrap="square" rtlCol="0">
            <a:spAutoFit/>
          </a:bodyPr>
          <a:lstStyle/>
          <a:p>
            <a:r>
              <a:rPr lang="en-US" sz="1050" b="1" dirty="0"/>
              <a:t>Permissions</a:t>
            </a:r>
            <a:endParaRPr lang="en-US" b="1" dirty="0"/>
          </a:p>
        </p:txBody>
      </p:sp>
      <p:sp>
        <p:nvSpPr>
          <p:cNvPr id="13" name="TextBox 12">
            <a:extLst>
              <a:ext uri="{FF2B5EF4-FFF2-40B4-BE49-F238E27FC236}">
                <a16:creationId xmlns:a16="http://schemas.microsoft.com/office/drawing/2014/main" id="{95B1077E-AED4-4D7C-A2B5-FEEBEEA8175A}"/>
              </a:ext>
            </a:extLst>
          </p:cNvPr>
          <p:cNvSpPr txBox="1"/>
          <p:nvPr/>
        </p:nvSpPr>
        <p:spPr>
          <a:xfrm>
            <a:off x="527753" y="5910590"/>
            <a:ext cx="1062038" cy="253916"/>
          </a:xfrm>
          <a:prstGeom prst="rect">
            <a:avLst/>
          </a:prstGeom>
          <a:solidFill>
            <a:schemeClr val="accent6">
              <a:lumMod val="20000"/>
              <a:lumOff val="80000"/>
            </a:schemeClr>
          </a:solidFill>
        </p:spPr>
        <p:txBody>
          <a:bodyPr wrap="square" rtlCol="0">
            <a:spAutoFit/>
          </a:bodyPr>
          <a:lstStyle/>
          <a:p>
            <a:r>
              <a:rPr lang="en-US" sz="1050" b="1" dirty="0"/>
              <a:t>Notifications</a:t>
            </a:r>
            <a:endParaRPr lang="en-US" b="1" dirty="0"/>
          </a:p>
        </p:txBody>
      </p:sp>
      <p:sp>
        <p:nvSpPr>
          <p:cNvPr id="14" name="TextBox 13">
            <a:extLst>
              <a:ext uri="{FF2B5EF4-FFF2-40B4-BE49-F238E27FC236}">
                <a16:creationId xmlns:a16="http://schemas.microsoft.com/office/drawing/2014/main" id="{6C034C2F-25E1-4498-9F1E-A5AD1ABDAEF9}"/>
              </a:ext>
            </a:extLst>
          </p:cNvPr>
          <p:cNvSpPr txBox="1"/>
          <p:nvPr/>
        </p:nvSpPr>
        <p:spPr>
          <a:xfrm>
            <a:off x="4261553" y="5558165"/>
            <a:ext cx="971550" cy="261610"/>
          </a:xfrm>
          <a:prstGeom prst="rect">
            <a:avLst/>
          </a:prstGeom>
          <a:solidFill>
            <a:schemeClr val="accent6">
              <a:lumMod val="20000"/>
              <a:lumOff val="80000"/>
            </a:schemeClr>
          </a:solidFill>
        </p:spPr>
        <p:txBody>
          <a:bodyPr wrap="square" rtlCol="0">
            <a:spAutoFit/>
          </a:bodyPr>
          <a:lstStyle/>
          <a:p>
            <a:r>
              <a:rPr lang="en-US" sz="1050" b="1" dirty="0"/>
              <a:t>Roles</a:t>
            </a:r>
            <a:endParaRPr lang="en-US" b="1" dirty="0"/>
          </a:p>
        </p:txBody>
      </p:sp>
      <p:sp>
        <p:nvSpPr>
          <p:cNvPr id="15" name="TextBox 14">
            <a:extLst>
              <a:ext uri="{FF2B5EF4-FFF2-40B4-BE49-F238E27FC236}">
                <a16:creationId xmlns:a16="http://schemas.microsoft.com/office/drawing/2014/main" id="{92497D5B-1006-497D-9E5A-BD90D4696AE6}"/>
              </a:ext>
            </a:extLst>
          </p:cNvPr>
          <p:cNvSpPr txBox="1"/>
          <p:nvPr/>
        </p:nvSpPr>
        <p:spPr>
          <a:xfrm>
            <a:off x="4261552" y="5860420"/>
            <a:ext cx="1147763" cy="253916"/>
          </a:xfrm>
          <a:prstGeom prst="rect">
            <a:avLst/>
          </a:prstGeom>
          <a:solidFill>
            <a:schemeClr val="accent6">
              <a:lumMod val="20000"/>
              <a:lumOff val="80000"/>
            </a:schemeClr>
          </a:solidFill>
        </p:spPr>
        <p:txBody>
          <a:bodyPr wrap="square" rtlCol="0">
            <a:spAutoFit/>
          </a:bodyPr>
          <a:lstStyle/>
          <a:p>
            <a:r>
              <a:rPr lang="en-US" sz="1050" b="1" dirty="0"/>
              <a:t>Components</a:t>
            </a:r>
            <a:endParaRPr lang="en-US" b="1" dirty="0"/>
          </a:p>
        </p:txBody>
      </p:sp>
      <p:cxnSp>
        <p:nvCxnSpPr>
          <p:cNvPr id="16" name="Straight Arrow Connector 15">
            <a:extLst>
              <a:ext uri="{FF2B5EF4-FFF2-40B4-BE49-F238E27FC236}">
                <a16:creationId xmlns:a16="http://schemas.microsoft.com/office/drawing/2014/main" id="{A5891369-C25E-4FAA-BEB8-40824E771AF4}"/>
              </a:ext>
            </a:extLst>
          </p:cNvPr>
          <p:cNvCxnSpPr>
            <a:cxnSpLocks/>
            <a:stCxn id="12" idx="3"/>
          </p:cNvCxnSpPr>
          <p:nvPr/>
        </p:nvCxnSpPr>
        <p:spPr bwMode="auto">
          <a:xfrm>
            <a:off x="1499303" y="5688970"/>
            <a:ext cx="890588" cy="0"/>
          </a:xfrm>
          <a:prstGeom prst="straightConnector1">
            <a:avLst/>
          </a:prstGeom>
          <a:solidFill>
            <a:schemeClr val="accent1"/>
          </a:solidFill>
          <a:ln w="9525" cap="flat" cmpd="sng" algn="ctr">
            <a:solidFill>
              <a:schemeClr val="accent1"/>
            </a:solidFill>
            <a:prstDash val="solid"/>
            <a:round/>
            <a:headEnd type="none" w="med" len="med"/>
            <a:tailEnd type="triangle"/>
          </a:ln>
          <a:effectLst/>
        </p:spPr>
      </p:cxnSp>
      <p:cxnSp>
        <p:nvCxnSpPr>
          <p:cNvPr id="19" name="Straight Arrow Connector 18">
            <a:extLst>
              <a:ext uri="{FF2B5EF4-FFF2-40B4-BE49-F238E27FC236}">
                <a16:creationId xmlns:a16="http://schemas.microsoft.com/office/drawing/2014/main" id="{B74C0D94-45BC-47B1-B982-F929AEF910F2}"/>
              </a:ext>
            </a:extLst>
          </p:cNvPr>
          <p:cNvCxnSpPr>
            <a:cxnSpLocks/>
          </p:cNvCxnSpPr>
          <p:nvPr/>
        </p:nvCxnSpPr>
        <p:spPr bwMode="auto">
          <a:xfrm>
            <a:off x="1589791" y="6038850"/>
            <a:ext cx="800100" cy="0"/>
          </a:xfrm>
          <a:prstGeom prst="straightConnector1">
            <a:avLst/>
          </a:prstGeom>
          <a:solidFill>
            <a:schemeClr val="accent1"/>
          </a:solidFill>
          <a:ln w="9525" cap="flat" cmpd="sng" algn="ctr">
            <a:solidFill>
              <a:schemeClr val="accent1"/>
            </a:solidFill>
            <a:prstDash val="solid"/>
            <a:round/>
            <a:headEnd type="none" w="med" len="med"/>
            <a:tailEnd type="triangle"/>
          </a:ln>
          <a:effectLst/>
        </p:spPr>
      </p:cxnSp>
      <p:cxnSp>
        <p:nvCxnSpPr>
          <p:cNvPr id="20" name="Straight Arrow Connector 19">
            <a:extLst>
              <a:ext uri="{FF2B5EF4-FFF2-40B4-BE49-F238E27FC236}">
                <a16:creationId xmlns:a16="http://schemas.microsoft.com/office/drawing/2014/main" id="{156C2A21-BD22-4F7D-A9E5-BA68F29831FE}"/>
              </a:ext>
            </a:extLst>
          </p:cNvPr>
          <p:cNvCxnSpPr>
            <a:stCxn id="14" idx="1"/>
          </p:cNvCxnSpPr>
          <p:nvPr/>
        </p:nvCxnSpPr>
        <p:spPr bwMode="auto">
          <a:xfrm flipH="1">
            <a:off x="3599566" y="5688970"/>
            <a:ext cx="661987" cy="6980"/>
          </a:xfrm>
          <a:prstGeom prst="straightConnector1">
            <a:avLst/>
          </a:prstGeom>
          <a:solidFill>
            <a:schemeClr val="accent1"/>
          </a:solidFill>
          <a:ln w="9525" cap="flat" cmpd="sng" algn="ctr">
            <a:solidFill>
              <a:schemeClr val="accent1"/>
            </a:solidFill>
            <a:prstDash val="solid"/>
            <a:round/>
            <a:headEnd type="none" w="med" len="med"/>
            <a:tailEnd type="triangle"/>
          </a:ln>
          <a:effectLst/>
        </p:spPr>
      </p:cxnSp>
      <p:cxnSp>
        <p:nvCxnSpPr>
          <p:cNvPr id="21" name="Straight Arrow Connector 20">
            <a:extLst>
              <a:ext uri="{FF2B5EF4-FFF2-40B4-BE49-F238E27FC236}">
                <a16:creationId xmlns:a16="http://schemas.microsoft.com/office/drawing/2014/main" id="{747E1461-8DBB-4681-85C3-68966E3DC16A}"/>
              </a:ext>
            </a:extLst>
          </p:cNvPr>
          <p:cNvCxnSpPr/>
          <p:nvPr/>
        </p:nvCxnSpPr>
        <p:spPr bwMode="auto">
          <a:xfrm flipH="1">
            <a:off x="3618616" y="5950580"/>
            <a:ext cx="642936" cy="0"/>
          </a:xfrm>
          <a:prstGeom prst="straightConnector1">
            <a:avLst/>
          </a:prstGeom>
          <a:solidFill>
            <a:schemeClr val="accent1"/>
          </a:solidFill>
          <a:ln w="9525" cap="flat" cmpd="sng" algn="ctr">
            <a:solidFill>
              <a:schemeClr val="accent1"/>
            </a:solidFill>
            <a:prstDash val="solid"/>
            <a:round/>
            <a:headEnd type="none" w="med" len="med"/>
            <a:tailEnd type="triangle"/>
          </a:ln>
          <a:effectLst/>
        </p:spPr>
      </p:cxnSp>
      <p:sp>
        <p:nvSpPr>
          <p:cNvPr id="22" name="TextBox 21">
            <a:extLst>
              <a:ext uri="{FF2B5EF4-FFF2-40B4-BE49-F238E27FC236}">
                <a16:creationId xmlns:a16="http://schemas.microsoft.com/office/drawing/2014/main" id="{9DA71160-E0AB-4C7D-9D42-44E04B1404FA}"/>
              </a:ext>
            </a:extLst>
          </p:cNvPr>
          <p:cNvSpPr txBox="1"/>
          <p:nvPr/>
        </p:nvSpPr>
        <p:spPr>
          <a:xfrm>
            <a:off x="6181725" y="697155"/>
            <a:ext cx="5619750" cy="5909310"/>
          </a:xfrm>
          <a:prstGeom prst="rect">
            <a:avLst/>
          </a:prstGeom>
          <a:noFill/>
        </p:spPr>
        <p:txBody>
          <a:bodyPr wrap="square" rtlCol="0">
            <a:spAutoFit/>
          </a:bodyPr>
          <a:lstStyle/>
          <a:p>
            <a:r>
              <a:rPr lang="en-US" b="1" u="sng" dirty="0"/>
              <a:t>Below are few key configurations</a:t>
            </a:r>
          </a:p>
          <a:p>
            <a:endParaRPr lang="en-US" b="1" u="sng" dirty="0"/>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New custom fields can be created and can be set as mandatory fields as required</a:t>
            </a:r>
          </a:p>
          <a:p>
            <a:pPr marL="285750" indent="-285750">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User have an option to customize the fields to be displayed on a different screens (Create/View/Edit) for an issue type</a:t>
            </a:r>
          </a:p>
          <a:p>
            <a:pPr marL="285750" indent="-285750">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Workflows can be associated with particular projects and optionally, specific issue types by using a workflow schema</a:t>
            </a:r>
          </a:p>
          <a:p>
            <a:pPr marL="285750" indent="-285750">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Jira application allow a variety of permissions: from whether users can create new projects to delete an issue or specify a comment on an issue</a:t>
            </a:r>
          </a:p>
          <a:p>
            <a:pPr marL="285750" indent="-285750">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Project role is a flexible way to associate users and/or groups with a particular project</a:t>
            </a:r>
          </a:p>
          <a:p>
            <a:pPr marL="285750" indent="-285750">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696066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F0D0A-C8BD-480C-A6F2-F71C03DE8BA9}"/>
              </a:ext>
            </a:extLst>
          </p:cNvPr>
          <p:cNvSpPr>
            <a:spLocks noGrp="1"/>
          </p:cNvSpPr>
          <p:nvPr>
            <p:ph type="title"/>
          </p:nvPr>
        </p:nvSpPr>
        <p:spPr/>
        <p:txBody>
          <a:bodyPr/>
          <a:lstStyle/>
          <a:p>
            <a:r>
              <a:rPr lang="en-GB" sz="2000" b="0" dirty="0"/>
              <a:t>Jira Navigation – Project view</a:t>
            </a:r>
          </a:p>
        </p:txBody>
      </p:sp>
      <p:sp>
        <p:nvSpPr>
          <p:cNvPr id="19" name="Content Placeholder 2">
            <a:extLst>
              <a:ext uri="{FF2B5EF4-FFF2-40B4-BE49-F238E27FC236}">
                <a16:creationId xmlns:a16="http://schemas.microsoft.com/office/drawing/2014/main" id="{B373CEA1-7716-44BC-AC76-83D31AD5A5AF}"/>
              </a:ext>
            </a:extLst>
          </p:cNvPr>
          <p:cNvSpPr>
            <a:spLocks noGrp="1"/>
          </p:cNvSpPr>
          <p:nvPr>
            <p:ph idx="1"/>
          </p:nvPr>
        </p:nvSpPr>
        <p:spPr>
          <a:xfrm>
            <a:off x="338016" y="716985"/>
            <a:ext cx="6703432" cy="524442"/>
          </a:xfrm>
        </p:spPr>
        <p:txBody>
          <a:bodyPr/>
          <a:lstStyle/>
          <a:p>
            <a:r>
              <a:rPr lang="en-GB" sz="1400" b="0" kern="1200" dirty="0">
                <a:solidFill>
                  <a:schemeClr val="tx1"/>
                </a:solidFill>
                <a:latin typeface="Calibri" panose="020F0502020204030204" pitchFamily="34" charset="0"/>
                <a:cs typeface="Calibri" panose="020F0502020204030204" pitchFamily="34" charset="0"/>
              </a:rPr>
              <a:t>Go to Projects &gt; View All Projects to view all projects in Jira </a:t>
            </a:r>
            <a:r>
              <a:rPr lang="en-GB" sz="1600" b="0" kern="1200" dirty="0">
                <a:solidFill>
                  <a:schemeClr val="tx1"/>
                </a:solidFill>
                <a:latin typeface="Calibri" panose="020F0502020204030204" pitchFamily="34" charset="0"/>
                <a:cs typeface="Calibri" panose="020F0502020204030204" pitchFamily="34" charset="0"/>
              </a:rPr>
              <a:t>-</a:t>
            </a:r>
          </a:p>
          <a:p>
            <a:endParaRPr lang="en-GB" sz="1600" b="0" kern="1200" dirty="0">
              <a:solidFill>
                <a:schemeClr val="tx1"/>
              </a:solidFill>
              <a:latin typeface="Calibri" panose="020F0502020204030204" pitchFamily="34" charset="0"/>
              <a:cs typeface="Calibri" panose="020F0502020204030204" pitchFamily="34" charset="0"/>
            </a:endParaRPr>
          </a:p>
          <a:p>
            <a:r>
              <a:rPr lang="en-GB" sz="900" b="0" dirty="0">
                <a:latin typeface="Arial" panose="020B0604020202020204" pitchFamily="34" charset="0"/>
                <a:cs typeface="Arial" panose="020B0604020202020204" pitchFamily="34" charset="0"/>
              </a:rPr>
              <a:t> </a:t>
            </a:r>
          </a:p>
        </p:txBody>
      </p:sp>
      <p:sp>
        <p:nvSpPr>
          <p:cNvPr id="20" name="Rectangle 19">
            <a:extLst>
              <a:ext uri="{FF2B5EF4-FFF2-40B4-BE49-F238E27FC236}">
                <a16:creationId xmlns:a16="http://schemas.microsoft.com/office/drawing/2014/main" id="{94CB53BD-D51D-47D3-8663-3E488EFA15F2}"/>
              </a:ext>
            </a:extLst>
          </p:cNvPr>
          <p:cNvSpPr/>
          <p:nvPr/>
        </p:nvSpPr>
        <p:spPr>
          <a:xfrm>
            <a:off x="7186141" y="670454"/>
            <a:ext cx="5005859" cy="523220"/>
          </a:xfrm>
          <a:prstGeom prst="rect">
            <a:avLst/>
          </a:prstGeom>
        </p:spPr>
        <p:txBody>
          <a:bodyPr wrap="square">
            <a:spAutoFit/>
          </a:bodyPr>
          <a:lstStyle/>
          <a:p>
            <a:pPr lvl="0" defTabSz="914377" fontAlgn="base">
              <a:spcBef>
                <a:spcPct val="20000"/>
              </a:spcBef>
              <a:spcAft>
                <a:spcPct val="0"/>
              </a:spcAft>
              <a:buClr>
                <a:srgbClr val="0028A0"/>
              </a:buClr>
            </a:pPr>
            <a:r>
              <a:rPr lang="en-GB" sz="1400" dirty="0">
                <a:latin typeface="Calibri" panose="020F0502020204030204" pitchFamily="34" charset="0"/>
                <a:cs typeface="Calibri" panose="020F0502020204030204" pitchFamily="34" charset="0"/>
              </a:rPr>
              <a:t>When in a project, navigate between boards by going to the dropdown below the project name in the top left hand corner.</a:t>
            </a:r>
          </a:p>
        </p:txBody>
      </p:sp>
      <p:pic>
        <p:nvPicPr>
          <p:cNvPr id="12" name="Picture 11">
            <a:extLst>
              <a:ext uri="{FF2B5EF4-FFF2-40B4-BE49-F238E27FC236}">
                <a16:creationId xmlns:a16="http://schemas.microsoft.com/office/drawing/2014/main" id="{09A589BA-EE65-6030-6CC1-BB3DC9C81F82}"/>
              </a:ext>
            </a:extLst>
          </p:cNvPr>
          <p:cNvPicPr>
            <a:picLocks noChangeAspect="1"/>
          </p:cNvPicPr>
          <p:nvPr/>
        </p:nvPicPr>
        <p:blipFill>
          <a:blip r:embed="rId2"/>
          <a:stretch>
            <a:fillRect/>
          </a:stretch>
        </p:blipFill>
        <p:spPr>
          <a:xfrm>
            <a:off x="310394" y="1200719"/>
            <a:ext cx="11571211" cy="4456562"/>
          </a:xfrm>
          <a:prstGeom prst="rect">
            <a:avLst/>
          </a:prstGeom>
        </p:spPr>
      </p:pic>
    </p:spTree>
    <p:extLst>
      <p:ext uri="{BB962C8B-B14F-4D97-AF65-F5344CB8AC3E}">
        <p14:creationId xmlns:p14="http://schemas.microsoft.com/office/powerpoint/2010/main" val="34196195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F0D0A-C8BD-480C-A6F2-F71C03DE8BA9}"/>
              </a:ext>
            </a:extLst>
          </p:cNvPr>
          <p:cNvSpPr>
            <a:spLocks noGrp="1"/>
          </p:cNvSpPr>
          <p:nvPr>
            <p:ph type="title"/>
          </p:nvPr>
        </p:nvSpPr>
        <p:spPr/>
        <p:txBody>
          <a:bodyPr/>
          <a:lstStyle/>
          <a:p>
            <a:r>
              <a:rPr lang="en-GB" sz="2000" b="0" dirty="0"/>
              <a:t>Jira Navigation – Version view</a:t>
            </a:r>
          </a:p>
        </p:txBody>
      </p:sp>
      <p:sp>
        <p:nvSpPr>
          <p:cNvPr id="6" name="Content Placeholder 2">
            <a:extLst>
              <a:ext uri="{FF2B5EF4-FFF2-40B4-BE49-F238E27FC236}">
                <a16:creationId xmlns:a16="http://schemas.microsoft.com/office/drawing/2014/main" id="{7A89C5FB-18F5-4A26-A7E7-1F751A84BA88}"/>
              </a:ext>
            </a:extLst>
          </p:cNvPr>
          <p:cNvSpPr txBox="1">
            <a:spLocks/>
          </p:cNvSpPr>
          <p:nvPr/>
        </p:nvSpPr>
        <p:spPr>
          <a:xfrm>
            <a:off x="6842456" y="711084"/>
            <a:ext cx="4435144" cy="2527417"/>
          </a:xfrm>
          <a:prstGeom prst="rect">
            <a:avLst/>
          </a:prstGeom>
        </p:spPr>
        <p:txBody>
          <a:bodyPr/>
          <a:lstStyle>
            <a:lvl1pPr marL="179388" indent="-179388" algn="l" rtl="0" eaLnBrk="0" fontAlgn="base" hangingPunct="0">
              <a:spcBef>
                <a:spcPct val="0"/>
              </a:spcBef>
              <a:spcAft>
                <a:spcPts val="600"/>
              </a:spcAft>
              <a:buChar char="•"/>
              <a:defRPr sz="1100">
                <a:solidFill>
                  <a:schemeClr val="hlink"/>
                </a:solidFill>
                <a:latin typeface="+mn-lt"/>
                <a:ea typeface="+mn-ea"/>
                <a:cs typeface="+mn-cs"/>
              </a:defRPr>
            </a:lvl1pPr>
            <a:lvl2pPr marL="539750" indent="-179388" algn="l" rtl="0" eaLnBrk="0" fontAlgn="base" hangingPunct="0">
              <a:spcBef>
                <a:spcPct val="0"/>
              </a:spcBef>
              <a:spcAft>
                <a:spcPts val="600"/>
              </a:spcAft>
              <a:buChar char="–"/>
              <a:defRPr sz="900">
                <a:solidFill>
                  <a:schemeClr val="hlink"/>
                </a:solidFill>
                <a:latin typeface="+mn-lt"/>
                <a:cs typeface="+mn-cs"/>
              </a:defRPr>
            </a:lvl2pPr>
            <a:lvl3pPr marL="893763" indent="-173038" algn="l" rtl="0" eaLnBrk="0" fontAlgn="base" hangingPunct="0">
              <a:spcBef>
                <a:spcPct val="0"/>
              </a:spcBef>
              <a:spcAft>
                <a:spcPts val="600"/>
              </a:spcAft>
              <a:buChar char="o"/>
              <a:defRPr sz="900">
                <a:solidFill>
                  <a:schemeClr val="hlink"/>
                </a:solidFill>
                <a:latin typeface="+mn-lt"/>
                <a:cs typeface="+mn-cs"/>
              </a:defRPr>
            </a:lvl3pPr>
            <a:lvl4pPr marL="1763713" indent="-206375" algn="l" rtl="0" eaLnBrk="0" fontAlgn="base" hangingPunct="0">
              <a:lnSpc>
                <a:spcPts val="1800"/>
              </a:lnSpc>
              <a:spcBef>
                <a:spcPct val="0"/>
              </a:spcBef>
              <a:spcAft>
                <a:spcPts val="600"/>
              </a:spcAft>
              <a:buFont typeface="Century Gothic" pitchFamily="34" charset="0"/>
              <a:buChar char="–"/>
              <a:defRPr>
                <a:solidFill>
                  <a:schemeClr val="tx1"/>
                </a:solidFill>
                <a:latin typeface="+mn-lt"/>
                <a:cs typeface="+mn-cs"/>
              </a:defRPr>
            </a:lvl4pPr>
            <a:lvl5pPr marL="2151063" indent="-206375" algn="l" rtl="0" eaLnBrk="0" fontAlgn="base" hangingPunct="0">
              <a:lnSpc>
                <a:spcPts val="2000"/>
              </a:lnSpc>
              <a:spcBef>
                <a:spcPct val="0"/>
              </a:spcBef>
              <a:spcAft>
                <a:spcPts val="600"/>
              </a:spcAft>
              <a:buSzPct val="65000"/>
              <a:buFont typeface="Century Gothic" pitchFamily="34" charset="0"/>
              <a:buChar char="►"/>
              <a:defRPr>
                <a:solidFill>
                  <a:schemeClr val="tx1"/>
                </a:solidFill>
                <a:latin typeface="+mn-lt"/>
                <a:cs typeface="+mn-cs"/>
              </a:defRPr>
            </a:lvl5pPr>
            <a:lvl6pPr marL="2609953" indent="-207972" algn="l" rtl="0" fontAlgn="base">
              <a:lnSpc>
                <a:spcPts val="2000"/>
              </a:lnSpc>
              <a:spcBef>
                <a:spcPct val="0"/>
              </a:spcBef>
              <a:spcAft>
                <a:spcPts val="600"/>
              </a:spcAft>
              <a:buSzPct val="65000"/>
              <a:buFont typeface="Century Gothic" pitchFamily="34" charset="0"/>
              <a:buChar char="►"/>
              <a:defRPr>
                <a:solidFill>
                  <a:schemeClr val="tx1"/>
                </a:solidFill>
                <a:latin typeface="+mn-lt"/>
                <a:cs typeface="+mn-cs"/>
              </a:defRPr>
            </a:lvl6pPr>
            <a:lvl7pPr marL="3067171" indent="-207972" algn="l" rtl="0" fontAlgn="base">
              <a:lnSpc>
                <a:spcPts val="2000"/>
              </a:lnSpc>
              <a:spcBef>
                <a:spcPct val="0"/>
              </a:spcBef>
              <a:spcAft>
                <a:spcPts val="600"/>
              </a:spcAft>
              <a:buSzPct val="65000"/>
              <a:buFont typeface="Century Gothic" pitchFamily="34" charset="0"/>
              <a:buChar char="►"/>
              <a:defRPr>
                <a:solidFill>
                  <a:schemeClr val="tx1"/>
                </a:solidFill>
                <a:latin typeface="+mn-lt"/>
                <a:cs typeface="+mn-cs"/>
              </a:defRPr>
            </a:lvl7pPr>
            <a:lvl8pPr marL="3524389" indent="-207972" algn="l" rtl="0" fontAlgn="base">
              <a:lnSpc>
                <a:spcPts val="2000"/>
              </a:lnSpc>
              <a:spcBef>
                <a:spcPct val="0"/>
              </a:spcBef>
              <a:spcAft>
                <a:spcPts val="600"/>
              </a:spcAft>
              <a:buSzPct val="65000"/>
              <a:buFont typeface="Century Gothic" pitchFamily="34" charset="0"/>
              <a:buChar char="►"/>
              <a:defRPr>
                <a:solidFill>
                  <a:schemeClr val="tx1"/>
                </a:solidFill>
                <a:latin typeface="+mn-lt"/>
                <a:cs typeface="+mn-cs"/>
              </a:defRPr>
            </a:lvl8pPr>
            <a:lvl9pPr marL="3981607" indent="-207972" algn="l" rtl="0" fontAlgn="base">
              <a:lnSpc>
                <a:spcPts val="2000"/>
              </a:lnSpc>
              <a:spcBef>
                <a:spcPct val="0"/>
              </a:spcBef>
              <a:spcAft>
                <a:spcPts val="600"/>
              </a:spcAft>
              <a:buSzPct val="65000"/>
              <a:buFont typeface="Century Gothic" pitchFamily="34" charset="0"/>
              <a:buChar char="►"/>
              <a:defRPr>
                <a:solidFill>
                  <a:schemeClr val="tx1"/>
                </a:solidFill>
                <a:latin typeface="+mn-lt"/>
                <a:cs typeface="+mn-cs"/>
              </a:defRPr>
            </a:lvl9pPr>
          </a:lstStyle>
          <a:p>
            <a:pPr marL="0" indent="0" eaLnBrk="1" hangingPunct="1">
              <a:lnSpc>
                <a:spcPct val="90000"/>
              </a:lnSpc>
              <a:spcBef>
                <a:spcPts val="1000"/>
              </a:spcBef>
              <a:buNone/>
            </a:pPr>
            <a:endParaRPr lang="en-GB" sz="1500" dirty="0">
              <a:solidFill>
                <a:schemeClr val="tx1"/>
              </a:solidFill>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F9E536CA-CA9D-43E0-B3E0-8478A4887688}"/>
              </a:ext>
            </a:extLst>
          </p:cNvPr>
          <p:cNvSpPr txBox="1"/>
          <p:nvPr/>
        </p:nvSpPr>
        <p:spPr>
          <a:xfrm>
            <a:off x="3522427" y="2713434"/>
            <a:ext cx="238540" cy="1294023"/>
          </a:xfrm>
          <a:prstGeom prst="rect">
            <a:avLst/>
          </a:prstGeom>
          <a:solidFill>
            <a:schemeClr val="bg1"/>
          </a:solidFill>
        </p:spPr>
        <p:txBody>
          <a:bodyPr wrap="square" rtlCol="0">
            <a:spAutoFit/>
          </a:bodyPr>
          <a:lstStyle/>
          <a:p>
            <a:endParaRPr lang="en-US" dirty="0"/>
          </a:p>
        </p:txBody>
      </p:sp>
      <p:sp>
        <p:nvSpPr>
          <p:cNvPr id="8" name="TextBox 7">
            <a:extLst>
              <a:ext uri="{FF2B5EF4-FFF2-40B4-BE49-F238E27FC236}">
                <a16:creationId xmlns:a16="http://schemas.microsoft.com/office/drawing/2014/main" id="{DEDEF990-AAC3-41F7-9607-EFB68396A021}"/>
              </a:ext>
            </a:extLst>
          </p:cNvPr>
          <p:cNvSpPr txBox="1"/>
          <p:nvPr/>
        </p:nvSpPr>
        <p:spPr>
          <a:xfrm>
            <a:off x="3220277" y="2075040"/>
            <a:ext cx="182881" cy="183543"/>
          </a:xfrm>
          <a:prstGeom prst="rect">
            <a:avLst/>
          </a:prstGeom>
          <a:solidFill>
            <a:schemeClr val="bg1"/>
          </a:solidFill>
        </p:spPr>
        <p:txBody>
          <a:bodyPr wrap="square" rtlCol="0">
            <a:spAutoFit/>
          </a:bodyPr>
          <a:lstStyle/>
          <a:p>
            <a:endParaRPr lang="en-US" dirty="0"/>
          </a:p>
        </p:txBody>
      </p:sp>
      <p:sp>
        <p:nvSpPr>
          <p:cNvPr id="9" name="TextBox 8">
            <a:extLst>
              <a:ext uri="{FF2B5EF4-FFF2-40B4-BE49-F238E27FC236}">
                <a16:creationId xmlns:a16="http://schemas.microsoft.com/office/drawing/2014/main" id="{C115F84D-AF6F-4D22-8D33-DF1759AEAE2C}"/>
              </a:ext>
            </a:extLst>
          </p:cNvPr>
          <p:cNvSpPr txBox="1"/>
          <p:nvPr/>
        </p:nvSpPr>
        <p:spPr>
          <a:xfrm>
            <a:off x="820308" y="1696453"/>
            <a:ext cx="182881" cy="183543"/>
          </a:xfrm>
          <a:prstGeom prst="rect">
            <a:avLst/>
          </a:prstGeom>
          <a:solidFill>
            <a:schemeClr val="bg1"/>
          </a:solidFill>
        </p:spPr>
        <p:txBody>
          <a:bodyPr wrap="square" rtlCol="0">
            <a:spAutoFit/>
          </a:bodyPr>
          <a:lstStyle/>
          <a:p>
            <a:endParaRPr lang="en-US" dirty="0"/>
          </a:p>
        </p:txBody>
      </p:sp>
      <p:sp>
        <p:nvSpPr>
          <p:cNvPr id="10" name="TextBox 9">
            <a:extLst>
              <a:ext uri="{FF2B5EF4-FFF2-40B4-BE49-F238E27FC236}">
                <a16:creationId xmlns:a16="http://schemas.microsoft.com/office/drawing/2014/main" id="{D84F9D70-3AE8-49D4-AC7C-3AD2DB976A00}"/>
              </a:ext>
            </a:extLst>
          </p:cNvPr>
          <p:cNvSpPr txBox="1"/>
          <p:nvPr/>
        </p:nvSpPr>
        <p:spPr>
          <a:xfrm>
            <a:off x="522708" y="1662113"/>
            <a:ext cx="182881" cy="183543"/>
          </a:xfrm>
          <a:prstGeom prst="rect">
            <a:avLst/>
          </a:prstGeom>
          <a:solidFill>
            <a:schemeClr val="bg1"/>
          </a:solidFill>
        </p:spPr>
        <p:txBody>
          <a:bodyPr wrap="square" rtlCol="0">
            <a:spAutoFit/>
          </a:bodyPr>
          <a:lstStyle/>
          <a:p>
            <a:endParaRPr lang="en-US" dirty="0"/>
          </a:p>
        </p:txBody>
      </p:sp>
      <p:sp>
        <p:nvSpPr>
          <p:cNvPr id="11" name="TextBox 10">
            <a:extLst>
              <a:ext uri="{FF2B5EF4-FFF2-40B4-BE49-F238E27FC236}">
                <a16:creationId xmlns:a16="http://schemas.microsoft.com/office/drawing/2014/main" id="{BF5EEA90-7052-4817-A091-0FF0277A7558}"/>
              </a:ext>
            </a:extLst>
          </p:cNvPr>
          <p:cNvSpPr txBox="1"/>
          <p:nvPr/>
        </p:nvSpPr>
        <p:spPr>
          <a:xfrm>
            <a:off x="705589" y="1299843"/>
            <a:ext cx="182881" cy="183543"/>
          </a:xfrm>
          <a:prstGeom prst="rect">
            <a:avLst/>
          </a:prstGeom>
          <a:solidFill>
            <a:schemeClr val="bg1"/>
          </a:solidFill>
        </p:spPr>
        <p:txBody>
          <a:bodyPr wrap="square" rtlCol="0">
            <a:spAutoFit/>
          </a:bodyPr>
          <a:lstStyle/>
          <a:p>
            <a:endParaRPr lang="en-US" dirty="0"/>
          </a:p>
        </p:txBody>
      </p:sp>
      <p:sp>
        <p:nvSpPr>
          <p:cNvPr id="12" name="TextBox 11">
            <a:extLst>
              <a:ext uri="{FF2B5EF4-FFF2-40B4-BE49-F238E27FC236}">
                <a16:creationId xmlns:a16="http://schemas.microsoft.com/office/drawing/2014/main" id="{FA78A9D2-F6A0-4011-9C9D-A844CA350579}"/>
              </a:ext>
            </a:extLst>
          </p:cNvPr>
          <p:cNvSpPr txBox="1"/>
          <p:nvPr/>
        </p:nvSpPr>
        <p:spPr>
          <a:xfrm>
            <a:off x="6577974" y="864552"/>
            <a:ext cx="4964107" cy="2123658"/>
          </a:xfrm>
          <a:prstGeom prst="rect">
            <a:avLst/>
          </a:prstGeom>
          <a:solidFill>
            <a:schemeClr val="bg1"/>
          </a:solidFill>
        </p:spPr>
        <p:txBody>
          <a:bodyPr wrap="square" rtlCol="0">
            <a:spAutoFit/>
          </a:bodyPr>
          <a:lstStyle/>
          <a:p>
            <a:r>
              <a:rPr lang="en-US" sz="2000" dirty="0">
                <a:latin typeface="Calibri" panose="020F0502020204030204" pitchFamily="34" charset="0"/>
                <a:cs typeface="Calibri" panose="020F0502020204030204" pitchFamily="34" charset="0"/>
              </a:rPr>
              <a:t>If project has backlog</a:t>
            </a:r>
          </a:p>
          <a:p>
            <a:pPr marL="285750" indent="-285750">
              <a:buFont typeface="Arial" panose="020B0604020202020204" pitchFamily="34" charset="0"/>
              <a:buChar char="•"/>
            </a:pPr>
            <a:r>
              <a:rPr lang="en-US" sz="1600" dirty="0">
                <a:latin typeface="Calibri" panose="020F0502020204030204" pitchFamily="34" charset="0"/>
                <a:cs typeface="Calibri" panose="020F0502020204030204" pitchFamily="34" charset="0"/>
              </a:rPr>
              <a:t>Navigate to Project backlog </a:t>
            </a:r>
          </a:p>
          <a:p>
            <a:pPr marL="285750" indent="-285750">
              <a:buFont typeface="Arial" panose="020B0604020202020204" pitchFamily="34" charset="0"/>
              <a:buChar char="•"/>
            </a:pPr>
            <a:r>
              <a:rPr lang="en-US" sz="1600" dirty="0">
                <a:latin typeface="Calibri" panose="020F0502020204030204" pitchFamily="34" charset="0"/>
                <a:cs typeface="Calibri" panose="020F0502020204030204" pitchFamily="34" charset="0"/>
              </a:rPr>
              <a:t>Open the versions panel on the left</a:t>
            </a:r>
          </a:p>
          <a:p>
            <a:pPr marL="285750" indent="-285750">
              <a:buFont typeface="Arial" panose="020B0604020202020204" pitchFamily="34" charset="0"/>
              <a:buChar char="•"/>
            </a:pPr>
            <a:r>
              <a:rPr lang="en-US" sz="1600" dirty="0">
                <a:latin typeface="Calibri" panose="020F0502020204030204" pitchFamily="34" charset="0"/>
                <a:cs typeface="Calibri" panose="020F0502020204030204" pitchFamily="34" charset="0"/>
              </a:rPr>
              <a:t>Drag the issues to the version you want to add it to.</a:t>
            </a:r>
          </a:p>
          <a:p>
            <a:r>
              <a:rPr lang="en-US" sz="1600" b="1" dirty="0">
                <a:latin typeface="Calibri" panose="020F0502020204030204" pitchFamily="34" charset="0"/>
                <a:cs typeface="Calibri" panose="020F0502020204030204" pitchFamily="34" charset="0"/>
              </a:rPr>
              <a:t>Or</a:t>
            </a:r>
          </a:p>
          <a:p>
            <a:r>
              <a:rPr lang="en-US" sz="1600" dirty="0">
                <a:latin typeface="Calibri" panose="020F0502020204030204" pitchFamily="34" charset="0"/>
                <a:cs typeface="Calibri" panose="020F0502020204030204" pitchFamily="34" charset="0"/>
              </a:rPr>
              <a:t>Open the issue you want to add to a version</a:t>
            </a:r>
          </a:p>
          <a:p>
            <a:r>
              <a:rPr lang="en-US" sz="1600" dirty="0">
                <a:latin typeface="Calibri" panose="020F0502020204030204" pitchFamily="34" charset="0"/>
                <a:cs typeface="Calibri" panose="020F0502020204030204" pitchFamily="34" charset="0"/>
              </a:rPr>
              <a:t>Find the Fix version/s field, and enter the version you want to add the issue to </a:t>
            </a:r>
          </a:p>
        </p:txBody>
      </p:sp>
      <p:pic>
        <p:nvPicPr>
          <p:cNvPr id="13" name="Picture 12">
            <a:extLst>
              <a:ext uri="{FF2B5EF4-FFF2-40B4-BE49-F238E27FC236}">
                <a16:creationId xmlns:a16="http://schemas.microsoft.com/office/drawing/2014/main" id="{321F60BD-348C-4974-9179-F228BF055E3D}"/>
              </a:ext>
            </a:extLst>
          </p:cNvPr>
          <p:cNvPicPr>
            <a:picLocks noChangeAspect="1"/>
          </p:cNvPicPr>
          <p:nvPr/>
        </p:nvPicPr>
        <p:blipFill>
          <a:blip r:embed="rId2"/>
          <a:stretch>
            <a:fillRect/>
          </a:stretch>
        </p:blipFill>
        <p:spPr>
          <a:xfrm>
            <a:off x="420357" y="665116"/>
            <a:ext cx="6022148" cy="2579644"/>
          </a:xfrm>
          <a:prstGeom prst="rect">
            <a:avLst/>
          </a:prstGeom>
        </p:spPr>
      </p:pic>
      <p:pic>
        <p:nvPicPr>
          <p:cNvPr id="14" name="Picture 13">
            <a:extLst>
              <a:ext uri="{FF2B5EF4-FFF2-40B4-BE49-F238E27FC236}">
                <a16:creationId xmlns:a16="http://schemas.microsoft.com/office/drawing/2014/main" id="{D1A8E5A0-3790-42D9-AA14-20B09C0662DB}"/>
              </a:ext>
            </a:extLst>
          </p:cNvPr>
          <p:cNvPicPr>
            <a:picLocks noChangeAspect="1"/>
          </p:cNvPicPr>
          <p:nvPr/>
        </p:nvPicPr>
        <p:blipFill>
          <a:blip r:embed="rId3"/>
          <a:stretch>
            <a:fillRect/>
          </a:stretch>
        </p:blipFill>
        <p:spPr>
          <a:xfrm>
            <a:off x="66279" y="3238501"/>
            <a:ext cx="6490876" cy="2953841"/>
          </a:xfrm>
          <a:prstGeom prst="rect">
            <a:avLst/>
          </a:prstGeom>
        </p:spPr>
      </p:pic>
      <p:sp>
        <p:nvSpPr>
          <p:cNvPr id="16" name="TextBox 15">
            <a:extLst>
              <a:ext uri="{FF2B5EF4-FFF2-40B4-BE49-F238E27FC236}">
                <a16:creationId xmlns:a16="http://schemas.microsoft.com/office/drawing/2014/main" id="{EE9C813C-E4D3-4483-A514-A5855D33A867}"/>
              </a:ext>
            </a:extLst>
          </p:cNvPr>
          <p:cNvSpPr txBox="1"/>
          <p:nvPr/>
        </p:nvSpPr>
        <p:spPr>
          <a:xfrm>
            <a:off x="6557155" y="3553463"/>
            <a:ext cx="4964107" cy="2554545"/>
          </a:xfrm>
          <a:prstGeom prst="rect">
            <a:avLst/>
          </a:prstGeom>
          <a:solidFill>
            <a:schemeClr val="bg1"/>
          </a:solidFill>
        </p:spPr>
        <p:txBody>
          <a:bodyPr wrap="square" rtlCol="0">
            <a:spAutoFit/>
          </a:bodyPr>
          <a:lstStyle/>
          <a:p>
            <a:r>
              <a:rPr lang="en-US" sz="1600" dirty="0">
                <a:latin typeface="Calibri" panose="020F0502020204030204" pitchFamily="34" charset="0"/>
                <a:cs typeface="Calibri" panose="020F0502020204030204" pitchFamily="34" charset="0"/>
              </a:rPr>
              <a:t>Go the Project, the select Release from project menu</a:t>
            </a:r>
          </a:p>
          <a:p>
            <a:endParaRPr lang="en-US" sz="1600" dirty="0">
              <a:latin typeface="Calibri" panose="020F0502020204030204" pitchFamily="34" charset="0"/>
              <a:cs typeface="Calibri" panose="020F0502020204030204" pitchFamily="34" charset="0"/>
            </a:endParaRPr>
          </a:p>
          <a:p>
            <a:pPr marL="342900" indent="-342900">
              <a:buAutoNum type="arabicPeriod"/>
            </a:pPr>
            <a:r>
              <a:rPr lang="en-US" sz="1600" dirty="0">
                <a:latin typeface="Calibri" panose="020F0502020204030204" pitchFamily="34" charset="0"/>
                <a:cs typeface="Calibri" panose="020F0502020204030204" pitchFamily="34" charset="0"/>
              </a:rPr>
              <a:t>Quick Filter – Focus on specific versions by filtering out the ones you aren’t interested in.</a:t>
            </a:r>
          </a:p>
          <a:p>
            <a:pPr marL="342900" indent="-342900">
              <a:buAutoNum type="arabicPeriod"/>
            </a:pPr>
            <a:r>
              <a:rPr lang="en-US" sz="1600" dirty="0">
                <a:latin typeface="Calibri" panose="020F0502020204030204" pitchFamily="34" charset="0"/>
                <a:cs typeface="Calibri" panose="020F0502020204030204" pitchFamily="34" charset="0"/>
              </a:rPr>
              <a:t>Version List – Drag &amp; Drop version to reorder them </a:t>
            </a:r>
          </a:p>
          <a:p>
            <a:pPr marL="342900" indent="-342900">
              <a:buAutoNum type="arabicPeriod"/>
            </a:pPr>
            <a:r>
              <a:rPr lang="en-US" sz="1600" dirty="0">
                <a:latin typeface="Calibri" panose="020F0502020204030204" pitchFamily="34" charset="0"/>
                <a:cs typeface="Calibri" panose="020F0502020204030204" pitchFamily="34" charset="0"/>
              </a:rPr>
              <a:t>Status – Versions can have one of the three statuses. Unreleased, Released, or Archived </a:t>
            </a:r>
          </a:p>
          <a:p>
            <a:pPr marL="342900" indent="-342900">
              <a:buAutoNum type="arabicPeriod"/>
            </a:pPr>
            <a:r>
              <a:rPr lang="en-US" sz="1600" dirty="0">
                <a:latin typeface="Calibri" panose="020F0502020204030204" pitchFamily="34" charset="0"/>
                <a:cs typeface="Calibri" panose="020F0502020204030204" pitchFamily="34" charset="0"/>
              </a:rPr>
              <a:t>Progress – This shows how many issues have been assigned to the version, and how many are in each status.</a:t>
            </a:r>
          </a:p>
        </p:txBody>
      </p:sp>
    </p:spTree>
    <p:extLst>
      <p:ext uri="{BB962C8B-B14F-4D97-AF65-F5344CB8AC3E}">
        <p14:creationId xmlns:p14="http://schemas.microsoft.com/office/powerpoint/2010/main" val="41312862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6148F0B-65F0-4E61-BE97-3386C9FA5464}"/>
              </a:ext>
            </a:extLst>
          </p:cNvPr>
          <p:cNvPicPr>
            <a:picLocks noChangeAspect="1"/>
          </p:cNvPicPr>
          <p:nvPr/>
        </p:nvPicPr>
        <p:blipFill>
          <a:blip r:embed="rId2"/>
          <a:stretch>
            <a:fillRect/>
          </a:stretch>
        </p:blipFill>
        <p:spPr>
          <a:xfrm>
            <a:off x="503092" y="661444"/>
            <a:ext cx="5764358" cy="958208"/>
          </a:xfrm>
          <a:prstGeom prst="rect">
            <a:avLst/>
          </a:prstGeom>
        </p:spPr>
      </p:pic>
      <p:pic>
        <p:nvPicPr>
          <p:cNvPr id="19" name="Picture 18">
            <a:extLst>
              <a:ext uri="{FF2B5EF4-FFF2-40B4-BE49-F238E27FC236}">
                <a16:creationId xmlns:a16="http://schemas.microsoft.com/office/drawing/2014/main" id="{5D2BB8ED-C36A-462F-96FE-343D9FB55B4F}"/>
              </a:ext>
            </a:extLst>
          </p:cNvPr>
          <p:cNvPicPr>
            <a:picLocks noChangeAspect="1"/>
          </p:cNvPicPr>
          <p:nvPr/>
        </p:nvPicPr>
        <p:blipFill>
          <a:blip r:embed="rId3"/>
          <a:stretch>
            <a:fillRect/>
          </a:stretch>
        </p:blipFill>
        <p:spPr>
          <a:xfrm>
            <a:off x="503092" y="1128358"/>
            <a:ext cx="5335490" cy="2558610"/>
          </a:xfrm>
          <a:prstGeom prst="rect">
            <a:avLst/>
          </a:prstGeom>
        </p:spPr>
      </p:pic>
      <p:sp>
        <p:nvSpPr>
          <p:cNvPr id="2" name="Title 1">
            <a:extLst>
              <a:ext uri="{FF2B5EF4-FFF2-40B4-BE49-F238E27FC236}">
                <a16:creationId xmlns:a16="http://schemas.microsoft.com/office/drawing/2014/main" id="{DD4F0D0A-C8BD-480C-A6F2-F71C03DE8BA9}"/>
              </a:ext>
            </a:extLst>
          </p:cNvPr>
          <p:cNvSpPr>
            <a:spLocks noGrp="1"/>
          </p:cNvSpPr>
          <p:nvPr>
            <p:ph type="title"/>
          </p:nvPr>
        </p:nvSpPr>
        <p:spPr/>
        <p:txBody>
          <a:bodyPr/>
          <a:lstStyle/>
          <a:p>
            <a:r>
              <a:rPr lang="en-GB" sz="2000" b="0" dirty="0"/>
              <a:t>Issue Creation - Epic</a:t>
            </a:r>
          </a:p>
        </p:txBody>
      </p:sp>
      <p:sp>
        <p:nvSpPr>
          <p:cNvPr id="18" name="TextBox 17">
            <a:extLst>
              <a:ext uri="{FF2B5EF4-FFF2-40B4-BE49-F238E27FC236}">
                <a16:creationId xmlns:a16="http://schemas.microsoft.com/office/drawing/2014/main" id="{65350493-B451-4D22-9898-99D969D26084}"/>
              </a:ext>
            </a:extLst>
          </p:cNvPr>
          <p:cNvSpPr txBox="1"/>
          <p:nvPr/>
        </p:nvSpPr>
        <p:spPr>
          <a:xfrm>
            <a:off x="6716338" y="830702"/>
            <a:ext cx="4697264" cy="2585323"/>
          </a:xfrm>
          <a:prstGeom prst="rect">
            <a:avLst/>
          </a:prstGeom>
          <a:noFill/>
        </p:spPr>
        <p:txBody>
          <a:bodyPr wrap="square">
            <a:spAutoFit/>
          </a:bodyPr>
          <a:lstStyle/>
          <a:p>
            <a:pPr algn="l" fontAlgn="base">
              <a:buFont typeface="+mj-lt"/>
              <a:buAutoNum type="arabicPeriod"/>
            </a:pPr>
            <a:r>
              <a:rPr lang="en-US" b="0" i="0" dirty="0">
                <a:solidFill>
                  <a:srgbClr val="091E42"/>
                </a:solidFill>
                <a:effectLst/>
                <a:latin typeface="Charlie Text"/>
              </a:rPr>
              <a:t>Click the </a:t>
            </a:r>
            <a:r>
              <a:rPr lang="en-US" b="1" i="0" dirty="0">
                <a:solidFill>
                  <a:srgbClr val="091E42"/>
                </a:solidFill>
                <a:effectLst/>
                <a:latin typeface="Charlie Text"/>
              </a:rPr>
              <a:t>create</a:t>
            </a:r>
            <a:r>
              <a:rPr lang="en-US" b="0" i="0" dirty="0">
                <a:solidFill>
                  <a:srgbClr val="091E42"/>
                </a:solidFill>
                <a:effectLst/>
                <a:latin typeface="Charlie Text"/>
              </a:rPr>
              <a:t> button located in the global navigation bar at the top of the screen.</a:t>
            </a:r>
          </a:p>
          <a:p>
            <a:pPr algn="l" fontAlgn="base">
              <a:buFont typeface="+mj-lt"/>
              <a:buAutoNum type="arabicPeriod"/>
            </a:pPr>
            <a:endParaRPr lang="en-US" b="0" i="0" dirty="0">
              <a:solidFill>
                <a:srgbClr val="091E42"/>
              </a:solidFill>
              <a:effectLst/>
              <a:latin typeface="Charlie Text"/>
            </a:endParaRPr>
          </a:p>
          <a:p>
            <a:pPr algn="l" fontAlgn="base">
              <a:buFont typeface="+mj-lt"/>
              <a:buAutoNum type="arabicPeriod"/>
            </a:pPr>
            <a:r>
              <a:rPr lang="en-US" b="0" i="0" dirty="0">
                <a:solidFill>
                  <a:srgbClr val="091E42"/>
                </a:solidFill>
                <a:effectLst/>
                <a:latin typeface="Charlie Text"/>
              </a:rPr>
              <a:t> Select </a:t>
            </a:r>
            <a:r>
              <a:rPr lang="en-US" b="1" i="0" dirty="0">
                <a:solidFill>
                  <a:srgbClr val="091E42"/>
                </a:solidFill>
                <a:effectLst/>
                <a:latin typeface="Charlie Text"/>
              </a:rPr>
              <a:t>Epic</a:t>
            </a:r>
            <a:r>
              <a:rPr lang="en-US" b="0" i="0" dirty="0">
                <a:solidFill>
                  <a:srgbClr val="091E42"/>
                </a:solidFill>
                <a:effectLst/>
                <a:latin typeface="Charlie Text"/>
              </a:rPr>
              <a:t> for the issue type.</a:t>
            </a:r>
          </a:p>
          <a:p>
            <a:pPr algn="l" fontAlgn="base">
              <a:buFont typeface="+mj-lt"/>
              <a:buAutoNum type="arabicPeriod"/>
            </a:pPr>
            <a:endParaRPr lang="en-US" b="0" i="0" dirty="0">
              <a:solidFill>
                <a:srgbClr val="091E42"/>
              </a:solidFill>
              <a:effectLst/>
              <a:latin typeface="Charlie Text"/>
            </a:endParaRPr>
          </a:p>
          <a:p>
            <a:pPr algn="l" fontAlgn="base">
              <a:buFont typeface="+mj-lt"/>
              <a:buAutoNum type="arabicPeriod"/>
            </a:pPr>
            <a:r>
              <a:rPr lang="en-US" b="0" i="0" dirty="0">
                <a:solidFill>
                  <a:srgbClr val="091E42"/>
                </a:solidFill>
                <a:effectLst/>
                <a:latin typeface="Charlie Text"/>
              </a:rPr>
              <a:t> Navigate to the </a:t>
            </a:r>
            <a:r>
              <a:rPr lang="en-US" b="1" i="0" dirty="0">
                <a:solidFill>
                  <a:srgbClr val="091E42"/>
                </a:solidFill>
                <a:effectLst/>
                <a:latin typeface="Charlie Text"/>
              </a:rPr>
              <a:t>Backlog</a:t>
            </a:r>
            <a:r>
              <a:rPr lang="en-US" dirty="0">
                <a:solidFill>
                  <a:srgbClr val="091E42"/>
                </a:solidFill>
                <a:latin typeface="Charlie Text"/>
              </a:rPr>
              <a:t> &amp; </a:t>
            </a:r>
            <a:r>
              <a:rPr lang="en-US" b="0" i="0" dirty="0">
                <a:solidFill>
                  <a:srgbClr val="091E42"/>
                </a:solidFill>
                <a:effectLst/>
                <a:latin typeface="Charlie Text"/>
              </a:rPr>
              <a:t>Click on the </a:t>
            </a:r>
            <a:r>
              <a:rPr lang="en-US" b="1" i="0" dirty="0">
                <a:solidFill>
                  <a:srgbClr val="091E42"/>
                </a:solidFill>
                <a:effectLst/>
                <a:latin typeface="Charlie Text"/>
              </a:rPr>
              <a:t>Epics Panel</a:t>
            </a:r>
            <a:r>
              <a:rPr lang="en-US" b="0" i="0" dirty="0">
                <a:solidFill>
                  <a:srgbClr val="091E42"/>
                </a:solidFill>
                <a:effectLst/>
                <a:latin typeface="Charlie Text"/>
              </a:rPr>
              <a:t>.</a:t>
            </a:r>
          </a:p>
          <a:p>
            <a:pPr algn="l" fontAlgn="base">
              <a:buFont typeface="+mj-lt"/>
              <a:buAutoNum type="arabicPeriod"/>
            </a:pPr>
            <a:endParaRPr lang="en-US" b="0" i="0" dirty="0">
              <a:solidFill>
                <a:srgbClr val="091E42"/>
              </a:solidFill>
              <a:effectLst/>
              <a:latin typeface="Charlie Text"/>
            </a:endParaRPr>
          </a:p>
          <a:p>
            <a:pPr algn="l" fontAlgn="base">
              <a:buFont typeface="+mj-lt"/>
              <a:buAutoNum type="arabicPeriod"/>
            </a:pPr>
            <a:r>
              <a:rPr lang="en-US" b="0" i="0" dirty="0">
                <a:solidFill>
                  <a:srgbClr val="091E42"/>
                </a:solidFill>
                <a:effectLst/>
                <a:latin typeface="Charlie Text"/>
              </a:rPr>
              <a:t> Open a</a:t>
            </a:r>
            <a:r>
              <a:rPr lang="en-US" dirty="0">
                <a:solidFill>
                  <a:srgbClr val="091E42"/>
                </a:solidFill>
                <a:latin typeface="Charlie Text"/>
              </a:rPr>
              <a:t> </a:t>
            </a:r>
            <a:r>
              <a:rPr lang="en-US" b="1" dirty="0">
                <a:solidFill>
                  <a:srgbClr val="091E42"/>
                </a:solidFill>
                <a:latin typeface="Charlie Text"/>
              </a:rPr>
              <a:t>Story</a:t>
            </a:r>
            <a:r>
              <a:rPr lang="en-US" dirty="0">
                <a:solidFill>
                  <a:srgbClr val="091E42"/>
                </a:solidFill>
                <a:latin typeface="Charlie Text"/>
              </a:rPr>
              <a:t> card and update </a:t>
            </a:r>
            <a:r>
              <a:rPr lang="en-US" b="1" dirty="0">
                <a:solidFill>
                  <a:srgbClr val="091E42"/>
                </a:solidFill>
                <a:latin typeface="Charlie Text"/>
              </a:rPr>
              <a:t>Epic Link </a:t>
            </a:r>
            <a:r>
              <a:rPr lang="en-US" dirty="0">
                <a:solidFill>
                  <a:srgbClr val="091E42"/>
                </a:solidFill>
                <a:latin typeface="Charlie Text"/>
              </a:rPr>
              <a:t>field </a:t>
            </a:r>
            <a:endParaRPr lang="en-US" b="0" i="0" dirty="0">
              <a:solidFill>
                <a:srgbClr val="091E42"/>
              </a:solidFill>
              <a:effectLst/>
              <a:latin typeface="Charlie Text"/>
            </a:endParaRPr>
          </a:p>
        </p:txBody>
      </p:sp>
      <p:sp>
        <p:nvSpPr>
          <p:cNvPr id="10" name="Oval 9">
            <a:extLst>
              <a:ext uri="{FF2B5EF4-FFF2-40B4-BE49-F238E27FC236}">
                <a16:creationId xmlns:a16="http://schemas.microsoft.com/office/drawing/2014/main" id="{D9628097-A337-4E3B-8E3E-BB203C8DA843}"/>
              </a:ext>
            </a:extLst>
          </p:cNvPr>
          <p:cNvSpPr/>
          <p:nvPr/>
        </p:nvSpPr>
        <p:spPr bwMode="auto">
          <a:xfrm>
            <a:off x="4114800" y="686314"/>
            <a:ext cx="365760" cy="417175"/>
          </a:xfrm>
          <a:prstGeom prst="ellips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FF0000"/>
                </a:solidFill>
                <a:effectLst/>
                <a:latin typeface="Century Gothic" pitchFamily="34" charset="0"/>
              </a:rPr>
              <a:t>1</a:t>
            </a:r>
          </a:p>
        </p:txBody>
      </p:sp>
      <p:sp>
        <p:nvSpPr>
          <p:cNvPr id="30" name="Oval 29">
            <a:extLst>
              <a:ext uri="{FF2B5EF4-FFF2-40B4-BE49-F238E27FC236}">
                <a16:creationId xmlns:a16="http://schemas.microsoft.com/office/drawing/2014/main" id="{DAADFF06-459E-43AB-A498-1F9D6C6BE094}"/>
              </a:ext>
            </a:extLst>
          </p:cNvPr>
          <p:cNvSpPr/>
          <p:nvPr/>
        </p:nvSpPr>
        <p:spPr bwMode="auto">
          <a:xfrm>
            <a:off x="1158240" y="2516356"/>
            <a:ext cx="365760" cy="417175"/>
          </a:xfrm>
          <a:prstGeom prst="ellips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FF0000"/>
                </a:solidFill>
                <a:effectLst/>
                <a:latin typeface="Century Gothic" pitchFamily="34" charset="0"/>
              </a:rPr>
              <a:t>2</a:t>
            </a:r>
          </a:p>
        </p:txBody>
      </p:sp>
      <p:cxnSp>
        <p:nvCxnSpPr>
          <p:cNvPr id="14" name="Straight Arrow Connector 13">
            <a:extLst>
              <a:ext uri="{FF2B5EF4-FFF2-40B4-BE49-F238E27FC236}">
                <a16:creationId xmlns:a16="http://schemas.microsoft.com/office/drawing/2014/main" id="{9100A928-EC31-4CE8-B7F4-72377C8E8535}"/>
              </a:ext>
            </a:extLst>
          </p:cNvPr>
          <p:cNvCxnSpPr>
            <a:cxnSpLocks/>
          </p:cNvCxnSpPr>
          <p:nvPr/>
        </p:nvCxnSpPr>
        <p:spPr bwMode="auto">
          <a:xfrm>
            <a:off x="3867037" y="943187"/>
            <a:ext cx="247763" cy="0"/>
          </a:xfrm>
          <a:prstGeom prst="straightConnector1">
            <a:avLst/>
          </a:prstGeom>
          <a:solidFill>
            <a:schemeClr val="accent1"/>
          </a:solidFill>
          <a:ln w="9525" cap="flat" cmpd="sng" algn="ctr">
            <a:solidFill>
              <a:schemeClr val="accent1"/>
            </a:solidFill>
            <a:prstDash val="solid"/>
            <a:round/>
            <a:headEnd type="none" w="med" len="med"/>
            <a:tailEnd type="triangle"/>
          </a:ln>
          <a:effectLst/>
        </p:spPr>
      </p:cxnSp>
      <p:cxnSp>
        <p:nvCxnSpPr>
          <p:cNvPr id="16" name="Straight Arrow Connector 15">
            <a:extLst>
              <a:ext uri="{FF2B5EF4-FFF2-40B4-BE49-F238E27FC236}">
                <a16:creationId xmlns:a16="http://schemas.microsoft.com/office/drawing/2014/main" id="{560BAF73-8B8D-41C3-80FA-478B7F9B6554}"/>
              </a:ext>
            </a:extLst>
          </p:cNvPr>
          <p:cNvCxnSpPr>
            <a:endCxn id="30" idx="1"/>
          </p:cNvCxnSpPr>
          <p:nvPr/>
        </p:nvCxnSpPr>
        <p:spPr bwMode="auto">
          <a:xfrm>
            <a:off x="1066800" y="2516356"/>
            <a:ext cx="145004" cy="61094"/>
          </a:xfrm>
          <a:prstGeom prst="straightConnector1">
            <a:avLst/>
          </a:prstGeom>
          <a:solidFill>
            <a:schemeClr val="accent1"/>
          </a:solidFill>
          <a:ln w="9525" cap="flat" cmpd="sng" algn="ctr">
            <a:solidFill>
              <a:schemeClr val="accent1"/>
            </a:solidFill>
            <a:prstDash val="solid"/>
            <a:round/>
            <a:headEnd type="none" w="med" len="med"/>
            <a:tailEnd type="triangle"/>
          </a:ln>
          <a:effectLst/>
        </p:spPr>
      </p:cxnSp>
      <p:pic>
        <p:nvPicPr>
          <p:cNvPr id="21" name="Picture 20">
            <a:extLst>
              <a:ext uri="{FF2B5EF4-FFF2-40B4-BE49-F238E27FC236}">
                <a16:creationId xmlns:a16="http://schemas.microsoft.com/office/drawing/2014/main" id="{8EC76A16-6501-45C9-AABF-9EC545B011D6}"/>
              </a:ext>
            </a:extLst>
          </p:cNvPr>
          <p:cNvPicPr>
            <a:picLocks noChangeAspect="1"/>
          </p:cNvPicPr>
          <p:nvPr/>
        </p:nvPicPr>
        <p:blipFill>
          <a:blip r:embed="rId4"/>
          <a:stretch>
            <a:fillRect/>
          </a:stretch>
        </p:blipFill>
        <p:spPr>
          <a:xfrm>
            <a:off x="560242" y="3830235"/>
            <a:ext cx="4164158" cy="2286833"/>
          </a:xfrm>
          <a:prstGeom prst="rect">
            <a:avLst/>
          </a:prstGeom>
        </p:spPr>
      </p:pic>
      <p:sp>
        <p:nvSpPr>
          <p:cNvPr id="37" name="Oval 36">
            <a:extLst>
              <a:ext uri="{FF2B5EF4-FFF2-40B4-BE49-F238E27FC236}">
                <a16:creationId xmlns:a16="http://schemas.microsoft.com/office/drawing/2014/main" id="{8C6D32FA-3637-4577-BAE0-0DDB12B81B12}"/>
              </a:ext>
            </a:extLst>
          </p:cNvPr>
          <p:cNvSpPr/>
          <p:nvPr/>
        </p:nvSpPr>
        <p:spPr bwMode="auto">
          <a:xfrm>
            <a:off x="883920" y="5619556"/>
            <a:ext cx="365760" cy="417175"/>
          </a:xfrm>
          <a:prstGeom prst="ellips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FF0000"/>
                </a:solidFill>
                <a:effectLst/>
                <a:latin typeface="Century Gothic" pitchFamily="34" charset="0"/>
              </a:rPr>
              <a:t>3</a:t>
            </a:r>
          </a:p>
        </p:txBody>
      </p:sp>
      <p:cxnSp>
        <p:nvCxnSpPr>
          <p:cNvPr id="38" name="Straight Arrow Connector 37">
            <a:extLst>
              <a:ext uri="{FF2B5EF4-FFF2-40B4-BE49-F238E27FC236}">
                <a16:creationId xmlns:a16="http://schemas.microsoft.com/office/drawing/2014/main" id="{820CC6AC-09D6-4F8B-A98C-63E2DDA3137E}"/>
              </a:ext>
            </a:extLst>
          </p:cNvPr>
          <p:cNvCxnSpPr>
            <a:cxnSpLocks/>
          </p:cNvCxnSpPr>
          <p:nvPr/>
        </p:nvCxnSpPr>
        <p:spPr bwMode="auto">
          <a:xfrm>
            <a:off x="990600" y="5448300"/>
            <a:ext cx="76200" cy="171256"/>
          </a:xfrm>
          <a:prstGeom prst="straightConnector1">
            <a:avLst/>
          </a:prstGeom>
          <a:solidFill>
            <a:schemeClr val="accent1"/>
          </a:solidFill>
          <a:ln w="9525" cap="flat" cmpd="sng" algn="ctr">
            <a:solidFill>
              <a:schemeClr val="accent1"/>
            </a:solidFill>
            <a:prstDash val="solid"/>
            <a:round/>
            <a:headEnd type="none" w="med" len="med"/>
            <a:tailEnd type="triangle"/>
          </a:ln>
          <a:effectLst/>
        </p:spPr>
      </p:cxnSp>
      <p:pic>
        <p:nvPicPr>
          <p:cNvPr id="47" name="Picture 46">
            <a:extLst>
              <a:ext uri="{FF2B5EF4-FFF2-40B4-BE49-F238E27FC236}">
                <a16:creationId xmlns:a16="http://schemas.microsoft.com/office/drawing/2014/main" id="{E200F600-604B-4955-A6D9-B07B4B2F9A57}"/>
              </a:ext>
            </a:extLst>
          </p:cNvPr>
          <p:cNvPicPr>
            <a:picLocks noChangeAspect="1"/>
          </p:cNvPicPr>
          <p:nvPr/>
        </p:nvPicPr>
        <p:blipFill>
          <a:blip r:embed="rId5"/>
          <a:stretch>
            <a:fillRect/>
          </a:stretch>
        </p:blipFill>
        <p:spPr>
          <a:xfrm>
            <a:off x="6373683" y="3512001"/>
            <a:ext cx="4400793" cy="2605067"/>
          </a:xfrm>
          <a:prstGeom prst="rect">
            <a:avLst/>
          </a:prstGeom>
        </p:spPr>
      </p:pic>
      <p:sp>
        <p:nvSpPr>
          <p:cNvPr id="48" name="Oval 47">
            <a:extLst>
              <a:ext uri="{FF2B5EF4-FFF2-40B4-BE49-F238E27FC236}">
                <a16:creationId xmlns:a16="http://schemas.microsoft.com/office/drawing/2014/main" id="{42CECFA0-A5CE-4AB4-B9E9-D28258D94A3C}"/>
              </a:ext>
            </a:extLst>
          </p:cNvPr>
          <p:cNvSpPr/>
          <p:nvPr/>
        </p:nvSpPr>
        <p:spPr bwMode="auto">
          <a:xfrm>
            <a:off x="6939915" y="5448300"/>
            <a:ext cx="365760" cy="417175"/>
          </a:xfrm>
          <a:prstGeom prst="ellips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b="1" dirty="0">
                <a:solidFill>
                  <a:srgbClr val="FF0000"/>
                </a:solidFill>
                <a:latin typeface="Century Gothic" pitchFamily="34" charset="0"/>
              </a:rPr>
              <a:t>4</a:t>
            </a:r>
            <a:endParaRPr kumimoji="0" lang="en-US" sz="1800" b="1" i="0" u="none" strike="noStrike" cap="none" normalizeH="0" baseline="0" dirty="0">
              <a:ln>
                <a:noFill/>
              </a:ln>
              <a:solidFill>
                <a:srgbClr val="FF0000"/>
              </a:solidFill>
              <a:effectLst/>
              <a:latin typeface="Century Gothic" pitchFamily="34" charset="0"/>
            </a:endParaRPr>
          </a:p>
        </p:txBody>
      </p:sp>
      <p:cxnSp>
        <p:nvCxnSpPr>
          <p:cNvPr id="49" name="Straight Arrow Connector 48">
            <a:extLst>
              <a:ext uri="{FF2B5EF4-FFF2-40B4-BE49-F238E27FC236}">
                <a16:creationId xmlns:a16="http://schemas.microsoft.com/office/drawing/2014/main" id="{7D26D2D1-29E5-4DAE-B459-175FEC2EE911}"/>
              </a:ext>
            </a:extLst>
          </p:cNvPr>
          <p:cNvCxnSpPr>
            <a:endCxn id="48" idx="1"/>
          </p:cNvCxnSpPr>
          <p:nvPr/>
        </p:nvCxnSpPr>
        <p:spPr bwMode="auto">
          <a:xfrm>
            <a:off x="6848475" y="5448300"/>
            <a:ext cx="145004" cy="61094"/>
          </a:xfrm>
          <a:prstGeom prst="straightConnector1">
            <a:avLst/>
          </a:prstGeom>
          <a:solidFill>
            <a:schemeClr val="accent1"/>
          </a:solidFill>
          <a:ln w="9525" cap="flat" cmpd="sng" algn="ctr">
            <a:solidFill>
              <a:schemeClr val="accent1"/>
            </a:solidFill>
            <a:prstDash val="solid"/>
            <a:round/>
            <a:headEnd type="none" w="med" len="med"/>
            <a:tailEnd type="triangle"/>
          </a:ln>
          <a:effectLst/>
        </p:spPr>
      </p:cxnSp>
    </p:spTree>
    <p:extLst>
      <p:ext uri="{BB962C8B-B14F-4D97-AF65-F5344CB8AC3E}">
        <p14:creationId xmlns:p14="http://schemas.microsoft.com/office/powerpoint/2010/main" val="18084792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pattFill prst="pct5">
          <a:fgClr>
            <a:srgbClr val="FFFFFF"/>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F0D0A-C8BD-480C-A6F2-F71C03DE8BA9}"/>
              </a:ext>
            </a:extLst>
          </p:cNvPr>
          <p:cNvSpPr>
            <a:spLocks noGrp="1"/>
          </p:cNvSpPr>
          <p:nvPr>
            <p:ph type="title"/>
          </p:nvPr>
        </p:nvSpPr>
        <p:spPr/>
        <p:txBody>
          <a:bodyPr/>
          <a:lstStyle/>
          <a:p>
            <a:r>
              <a:rPr lang="en-GB" sz="2000" b="0" dirty="0"/>
              <a:t>Issue Creation – User Story</a:t>
            </a:r>
          </a:p>
        </p:txBody>
      </p:sp>
      <p:sp>
        <p:nvSpPr>
          <p:cNvPr id="17" name="TextBox 16">
            <a:extLst>
              <a:ext uri="{FF2B5EF4-FFF2-40B4-BE49-F238E27FC236}">
                <a16:creationId xmlns:a16="http://schemas.microsoft.com/office/drawing/2014/main" id="{0D237A27-6861-450F-918F-FE07E44003C8}"/>
              </a:ext>
            </a:extLst>
          </p:cNvPr>
          <p:cNvSpPr txBox="1"/>
          <p:nvPr/>
        </p:nvSpPr>
        <p:spPr>
          <a:xfrm>
            <a:off x="461962" y="710805"/>
            <a:ext cx="5532862" cy="4555093"/>
          </a:xfrm>
          <a:prstGeom prst="rect">
            <a:avLst/>
          </a:prstGeom>
          <a:noFill/>
        </p:spPr>
        <p:txBody>
          <a:bodyPr wrap="square" rtlCol="0">
            <a:spAutoFit/>
          </a:bodyPr>
          <a:lstStyle/>
          <a:p>
            <a:r>
              <a:rPr lang="en-US" sz="1400" b="1" dirty="0">
                <a:cs typeface="Arial" panose="020B0604020202020204" pitchFamily="34" charset="0"/>
              </a:rPr>
              <a:t>Mandatory fields in GENERAL tab</a:t>
            </a:r>
          </a:p>
          <a:p>
            <a:endParaRPr lang="en-US" sz="1200" b="1" dirty="0">
              <a:latin typeface="Arial" panose="020B0604020202020204" pitchFamily="34" charset="0"/>
              <a:cs typeface="Arial" panose="020B0604020202020204" pitchFamily="34" charset="0"/>
            </a:endParaRPr>
          </a:p>
          <a:p>
            <a:pPr marL="228600" indent="-228600">
              <a:buAutoNum type="arabicPeriod"/>
            </a:pPr>
            <a:r>
              <a:rPr lang="en-US" sz="1200" dirty="0">
                <a:latin typeface="Calibri" panose="020F0502020204030204" pitchFamily="34" charset="0"/>
                <a:cs typeface="Calibri" panose="020F0502020204030204" pitchFamily="34" charset="0"/>
              </a:rPr>
              <a:t>Summary</a:t>
            </a:r>
          </a:p>
          <a:p>
            <a:pPr marL="228600" indent="-228600">
              <a:buAutoNum type="arabicPeriod"/>
            </a:pPr>
            <a:r>
              <a:rPr lang="en-US" sz="1200" dirty="0">
                <a:latin typeface="Calibri" panose="020F0502020204030204" pitchFamily="34" charset="0"/>
                <a:cs typeface="Calibri" panose="020F0502020204030204" pitchFamily="34" charset="0"/>
              </a:rPr>
              <a:t>Description</a:t>
            </a:r>
          </a:p>
          <a:p>
            <a:pPr marL="457200" indent="-228600">
              <a:buFont typeface="Wingdings" panose="05000000000000000000" pitchFamily="2" charset="2"/>
              <a:buChar char="§"/>
            </a:pPr>
            <a:r>
              <a:rPr lang="en-US" sz="1200" dirty="0">
                <a:latin typeface="Calibri" panose="020F0502020204030204" pitchFamily="34" charset="0"/>
                <a:cs typeface="Calibri" panose="020F0502020204030204" pitchFamily="34" charset="0"/>
              </a:rPr>
              <a:t>Functional requirement captured in </a:t>
            </a:r>
            <a:r>
              <a:rPr lang="en-US" sz="1200" dirty="0" err="1">
                <a:latin typeface="Calibri" panose="020F0502020204030204" pitchFamily="34" charset="0"/>
                <a:cs typeface="Calibri" panose="020F0502020204030204" pitchFamily="34" charset="0"/>
              </a:rPr>
              <a:t>Gerkin</a:t>
            </a:r>
            <a:r>
              <a:rPr lang="en-US" sz="1200" dirty="0">
                <a:latin typeface="Calibri" panose="020F0502020204030204" pitchFamily="34" charset="0"/>
                <a:cs typeface="Calibri" panose="020F0502020204030204" pitchFamily="34" charset="0"/>
              </a:rPr>
              <a:t> format (As a…I want to…)</a:t>
            </a:r>
          </a:p>
          <a:p>
            <a:pPr marL="457200" indent="-228600">
              <a:buFont typeface="Wingdings" panose="05000000000000000000" pitchFamily="2" charset="2"/>
              <a:buChar char="§"/>
            </a:pPr>
            <a:r>
              <a:rPr lang="en-US" sz="1200" dirty="0">
                <a:latin typeface="Calibri" panose="020F0502020204030204" pitchFamily="34" charset="0"/>
                <a:cs typeface="Calibri" panose="020F0502020204030204" pitchFamily="34" charset="0"/>
              </a:rPr>
              <a:t>Entry criteria, Exit criteria</a:t>
            </a:r>
          </a:p>
          <a:p>
            <a:pPr marL="457200" indent="-228600">
              <a:buFont typeface="Wingdings" panose="05000000000000000000" pitchFamily="2" charset="2"/>
              <a:buChar char="§"/>
            </a:pPr>
            <a:r>
              <a:rPr lang="en-US" sz="1200" dirty="0">
                <a:latin typeface="Calibri" panose="020F0502020204030204" pitchFamily="34" charset="0"/>
                <a:cs typeface="Calibri" panose="020F0502020204030204" pitchFamily="34" charset="0"/>
              </a:rPr>
              <a:t>Non-functional / performance consideration (if any)</a:t>
            </a:r>
          </a:p>
          <a:p>
            <a:pPr marL="457200" indent="-228600">
              <a:buFont typeface="Wingdings" panose="05000000000000000000" pitchFamily="2" charset="2"/>
              <a:buChar char="§"/>
            </a:pPr>
            <a:r>
              <a:rPr lang="en-US" sz="1200" dirty="0">
                <a:latin typeface="Calibri" panose="020F0502020204030204" pitchFamily="34" charset="0"/>
                <a:cs typeface="Calibri" panose="020F0502020204030204" pitchFamily="34" charset="0"/>
              </a:rPr>
              <a:t>Integration consideration (if any)</a:t>
            </a:r>
          </a:p>
          <a:p>
            <a:pPr marL="457200" indent="-228600">
              <a:buFont typeface="Wingdings" panose="05000000000000000000" pitchFamily="2" charset="2"/>
              <a:buChar char="§"/>
            </a:pPr>
            <a:r>
              <a:rPr lang="en-US" sz="1200" dirty="0">
                <a:latin typeface="Calibri" panose="020F0502020204030204" pitchFamily="34" charset="0"/>
                <a:cs typeface="Calibri" panose="020F0502020204030204" pitchFamily="34" charset="0"/>
              </a:rPr>
              <a:t>Data migration requirements (if any)</a:t>
            </a:r>
          </a:p>
          <a:p>
            <a:pPr marL="228600" indent="-228600">
              <a:buFont typeface="+mj-lt"/>
              <a:buAutoNum type="arabicPeriod" startAt="3"/>
            </a:pPr>
            <a:r>
              <a:rPr lang="en-US" sz="1200" dirty="0">
                <a:latin typeface="Calibri" panose="020F0502020204030204" pitchFamily="34" charset="0"/>
                <a:cs typeface="Calibri" panose="020F0502020204030204" pitchFamily="34" charset="0"/>
              </a:rPr>
              <a:t>Linked Issue</a:t>
            </a:r>
          </a:p>
          <a:p>
            <a:pPr marL="457200" indent="-228600">
              <a:buFont typeface="Wingdings" panose="05000000000000000000" pitchFamily="2" charset="2"/>
              <a:buChar char="§"/>
            </a:pPr>
            <a:r>
              <a:rPr lang="en-US" sz="1200" dirty="0">
                <a:latin typeface="Calibri" panose="020F0502020204030204" pitchFamily="34" charset="0"/>
                <a:cs typeface="Calibri" panose="020F0502020204030204" pitchFamily="34" charset="0"/>
              </a:rPr>
              <a:t>Dependent or impacted user story (across streams)</a:t>
            </a:r>
          </a:p>
          <a:p>
            <a:pPr marL="457200" indent="-228600">
              <a:buFont typeface="Wingdings" panose="05000000000000000000" pitchFamily="2" charset="2"/>
              <a:buChar char="§"/>
            </a:pPr>
            <a:r>
              <a:rPr lang="en-US" sz="1200" dirty="0">
                <a:latin typeface="Calibri" panose="020F0502020204030204" pitchFamily="34" charset="0"/>
                <a:cs typeface="Calibri" panose="020F0502020204030204" pitchFamily="34" charset="0"/>
              </a:rPr>
              <a:t>Link ‘Dependency’ issue type for external or internal data, integration or other dependencies of the user story</a:t>
            </a:r>
          </a:p>
          <a:p>
            <a:pPr marL="457200" indent="-228600">
              <a:buFont typeface="Wingdings" panose="05000000000000000000" pitchFamily="2" charset="2"/>
              <a:buChar char="§"/>
            </a:pPr>
            <a:r>
              <a:rPr lang="en-US" sz="1200" dirty="0">
                <a:latin typeface="Calibri" panose="020F0502020204030204" pitchFamily="34" charset="0"/>
                <a:cs typeface="Calibri" panose="020F0502020204030204" pitchFamily="34" charset="0"/>
              </a:rPr>
              <a:t>Link ‘Pre-Condition’ issue type for any pre-requisites</a:t>
            </a:r>
          </a:p>
          <a:p>
            <a:pPr marL="457200" indent="-228600">
              <a:buFont typeface="Wingdings" panose="05000000000000000000" pitchFamily="2" charset="2"/>
              <a:buChar char="§"/>
            </a:pPr>
            <a:r>
              <a:rPr lang="en-US" sz="1200" dirty="0">
                <a:latin typeface="Calibri" panose="020F0502020204030204" pitchFamily="34" charset="0"/>
                <a:cs typeface="Calibri" panose="020F0502020204030204" pitchFamily="34" charset="0"/>
              </a:rPr>
              <a:t>Related open defect (if any)</a:t>
            </a:r>
          </a:p>
          <a:p>
            <a:pPr marL="228600" indent="-228600">
              <a:buFont typeface="+mj-lt"/>
              <a:buAutoNum type="arabicPeriod" startAt="4"/>
            </a:pPr>
            <a:r>
              <a:rPr lang="en-US" sz="1200" dirty="0">
                <a:latin typeface="Calibri" panose="020F0502020204030204" pitchFamily="34" charset="0"/>
                <a:cs typeface="Calibri" panose="020F0502020204030204" pitchFamily="34" charset="0"/>
              </a:rPr>
              <a:t>Acceptance Criteria </a:t>
            </a:r>
          </a:p>
          <a:p>
            <a:pPr marL="457200" indent="-228600">
              <a:buFont typeface="Wingdings" panose="05000000000000000000" pitchFamily="2" charset="2"/>
              <a:buChar char="§"/>
            </a:pPr>
            <a:r>
              <a:rPr lang="en-US" sz="1200" dirty="0">
                <a:latin typeface="Calibri" panose="020F0502020204030204" pitchFamily="34" charset="0"/>
                <a:cs typeface="Calibri" panose="020F0502020204030204" pitchFamily="34" charset="0"/>
              </a:rPr>
              <a:t>Given &lt;a scenario&gt;, When &lt;I do something&gt;, Then &lt;a result occurs&gt;</a:t>
            </a:r>
          </a:p>
          <a:p>
            <a:pPr marL="228600" indent="-228600">
              <a:buFont typeface="+mj-lt"/>
              <a:buAutoNum type="arabicPeriod" startAt="5"/>
            </a:pPr>
            <a:r>
              <a:rPr lang="en-US" sz="1200" dirty="0">
                <a:latin typeface="Calibri" panose="020F0502020204030204" pitchFamily="34" charset="0"/>
                <a:cs typeface="Calibri" panose="020F0502020204030204" pitchFamily="34" charset="0"/>
              </a:rPr>
              <a:t>Capability Reference</a:t>
            </a:r>
          </a:p>
          <a:p>
            <a:pPr marL="228600" indent="-228600">
              <a:buFont typeface="+mj-lt"/>
              <a:buAutoNum type="arabicPeriod" startAt="5"/>
            </a:pPr>
            <a:r>
              <a:rPr lang="en-US" sz="1200" dirty="0" err="1">
                <a:latin typeface="Calibri" panose="020F0502020204030204" pitchFamily="34" charset="0"/>
                <a:cs typeface="Calibri" panose="020F0502020204030204" pitchFamily="34" charset="0"/>
              </a:rPr>
              <a:t>Capabillity</a:t>
            </a:r>
            <a:r>
              <a:rPr lang="en-US" sz="1200" dirty="0">
                <a:latin typeface="Calibri" panose="020F0502020204030204" pitchFamily="34" charset="0"/>
                <a:cs typeface="Calibri" panose="020F0502020204030204" pitchFamily="34" charset="0"/>
              </a:rPr>
              <a:t> Description</a:t>
            </a:r>
          </a:p>
          <a:p>
            <a:pPr marL="228600" indent="-228600">
              <a:buFont typeface="+mj-lt"/>
              <a:buAutoNum type="arabicPeriod" startAt="5"/>
            </a:pPr>
            <a:r>
              <a:rPr lang="en-US" sz="1200" dirty="0">
                <a:latin typeface="Calibri" panose="020F0502020204030204" pitchFamily="34" charset="0"/>
                <a:cs typeface="Calibri" panose="020F0502020204030204" pitchFamily="34" charset="0"/>
              </a:rPr>
              <a:t>Fix version</a:t>
            </a:r>
          </a:p>
          <a:p>
            <a:pPr marL="228600" indent="-228600">
              <a:buFont typeface="+mj-lt"/>
              <a:buAutoNum type="arabicPeriod" startAt="5"/>
            </a:pPr>
            <a:r>
              <a:rPr lang="en-US" sz="1200" dirty="0">
                <a:latin typeface="Calibri" panose="020F0502020204030204" pitchFamily="34" charset="0"/>
                <a:cs typeface="Calibri" panose="020F0502020204030204" pitchFamily="34" charset="0"/>
              </a:rPr>
              <a:t>Sprint</a:t>
            </a:r>
          </a:p>
          <a:p>
            <a:pPr marL="228600" indent="-228600">
              <a:buFont typeface="+mj-lt"/>
              <a:buAutoNum type="arabicPeriod" startAt="5"/>
            </a:pPr>
            <a:r>
              <a:rPr lang="en-US" sz="1200" dirty="0">
                <a:latin typeface="Calibri" panose="020F0502020204030204" pitchFamily="34" charset="0"/>
                <a:cs typeface="Calibri" panose="020F0502020204030204" pitchFamily="34" charset="0"/>
              </a:rPr>
              <a:t>Story Points</a:t>
            </a:r>
          </a:p>
          <a:p>
            <a:pPr marL="228600" indent="-228600">
              <a:buFont typeface="+mj-lt"/>
              <a:buAutoNum type="arabicPeriod" startAt="5"/>
            </a:pPr>
            <a:r>
              <a:rPr lang="en-US" sz="1200" dirty="0">
                <a:latin typeface="Calibri" panose="020F0502020204030204" pitchFamily="34" charset="0"/>
                <a:cs typeface="Calibri" panose="020F0502020204030204" pitchFamily="34" charset="0"/>
              </a:rPr>
              <a:t>Work Stream (stream that develops the user story)</a:t>
            </a:r>
          </a:p>
          <a:p>
            <a:pPr marL="228600" indent="-228600">
              <a:buFont typeface="+mj-lt"/>
              <a:buAutoNum type="arabicPeriod" startAt="5"/>
            </a:pPr>
            <a:r>
              <a:rPr lang="en-US" sz="1200" dirty="0">
                <a:latin typeface="Calibri" panose="020F0502020204030204" pitchFamily="34" charset="0"/>
                <a:cs typeface="Calibri" panose="020F0502020204030204" pitchFamily="34" charset="0"/>
              </a:rPr>
              <a:t>Business Priority </a:t>
            </a:r>
          </a:p>
        </p:txBody>
      </p:sp>
      <p:sp>
        <p:nvSpPr>
          <p:cNvPr id="20" name="Right Brace 19">
            <a:extLst>
              <a:ext uri="{FF2B5EF4-FFF2-40B4-BE49-F238E27FC236}">
                <a16:creationId xmlns:a16="http://schemas.microsoft.com/office/drawing/2014/main" id="{391042D8-58F0-4A10-A5C4-956020B37CAF}"/>
              </a:ext>
            </a:extLst>
          </p:cNvPr>
          <p:cNvSpPr/>
          <p:nvPr/>
        </p:nvSpPr>
        <p:spPr>
          <a:xfrm>
            <a:off x="5767742" y="1268841"/>
            <a:ext cx="117632" cy="1075038"/>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dirty="0"/>
          </a:p>
        </p:txBody>
      </p:sp>
      <p:sp>
        <p:nvSpPr>
          <p:cNvPr id="22" name="Right Brace 21">
            <a:extLst>
              <a:ext uri="{FF2B5EF4-FFF2-40B4-BE49-F238E27FC236}">
                <a16:creationId xmlns:a16="http://schemas.microsoft.com/office/drawing/2014/main" id="{351466C4-C1D2-4129-9F45-8B4978292690}"/>
              </a:ext>
            </a:extLst>
          </p:cNvPr>
          <p:cNvSpPr/>
          <p:nvPr/>
        </p:nvSpPr>
        <p:spPr>
          <a:xfrm>
            <a:off x="5779503" y="2771521"/>
            <a:ext cx="105871" cy="913012"/>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dirty="0"/>
          </a:p>
        </p:txBody>
      </p:sp>
      <p:pic>
        <p:nvPicPr>
          <p:cNvPr id="23" name="Picture 22">
            <a:extLst>
              <a:ext uri="{FF2B5EF4-FFF2-40B4-BE49-F238E27FC236}">
                <a16:creationId xmlns:a16="http://schemas.microsoft.com/office/drawing/2014/main" id="{F81F26FE-1361-4B3F-9A79-69E623C0BE63}"/>
              </a:ext>
            </a:extLst>
          </p:cNvPr>
          <p:cNvPicPr>
            <a:picLocks noChangeAspect="1"/>
          </p:cNvPicPr>
          <p:nvPr/>
        </p:nvPicPr>
        <p:blipFill>
          <a:blip r:embed="rId2"/>
          <a:stretch>
            <a:fillRect/>
          </a:stretch>
        </p:blipFill>
        <p:spPr>
          <a:xfrm>
            <a:off x="5994824" y="1136882"/>
            <a:ext cx="5085873" cy="1338956"/>
          </a:xfrm>
          <a:prstGeom prst="rect">
            <a:avLst/>
          </a:prstGeom>
        </p:spPr>
      </p:pic>
      <p:sp>
        <p:nvSpPr>
          <p:cNvPr id="24" name="Right Brace 23">
            <a:extLst>
              <a:ext uri="{FF2B5EF4-FFF2-40B4-BE49-F238E27FC236}">
                <a16:creationId xmlns:a16="http://schemas.microsoft.com/office/drawing/2014/main" id="{90A3446E-9074-4184-BD7C-8048031CCEF2}"/>
              </a:ext>
            </a:extLst>
          </p:cNvPr>
          <p:cNvSpPr/>
          <p:nvPr/>
        </p:nvSpPr>
        <p:spPr>
          <a:xfrm>
            <a:off x="5787887" y="4112175"/>
            <a:ext cx="64697" cy="293817"/>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dirty="0"/>
          </a:p>
        </p:txBody>
      </p:sp>
      <p:pic>
        <p:nvPicPr>
          <p:cNvPr id="26" name="Picture 25">
            <a:extLst>
              <a:ext uri="{FF2B5EF4-FFF2-40B4-BE49-F238E27FC236}">
                <a16:creationId xmlns:a16="http://schemas.microsoft.com/office/drawing/2014/main" id="{9F235D60-13E9-4AF8-831B-B561C8E67B3E}"/>
              </a:ext>
            </a:extLst>
          </p:cNvPr>
          <p:cNvPicPr>
            <a:picLocks noChangeAspect="1"/>
          </p:cNvPicPr>
          <p:nvPr/>
        </p:nvPicPr>
        <p:blipFill>
          <a:blip r:embed="rId3"/>
          <a:stretch>
            <a:fillRect/>
          </a:stretch>
        </p:blipFill>
        <p:spPr>
          <a:xfrm>
            <a:off x="4762895" y="4744701"/>
            <a:ext cx="1122479" cy="1075039"/>
          </a:xfrm>
          <a:prstGeom prst="rect">
            <a:avLst/>
          </a:prstGeom>
        </p:spPr>
      </p:pic>
      <p:sp>
        <p:nvSpPr>
          <p:cNvPr id="27" name="Arrow: Right 26">
            <a:extLst>
              <a:ext uri="{FF2B5EF4-FFF2-40B4-BE49-F238E27FC236}">
                <a16:creationId xmlns:a16="http://schemas.microsoft.com/office/drawing/2014/main" id="{6BA4D874-B0C1-461A-8816-4A9AFC185CA3}"/>
              </a:ext>
            </a:extLst>
          </p:cNvPr>
          <p:cNvSpPr/>
          <p:nvPr/>
        </p:nvSpPr>
        <p:spPr>
          <a:xfrm>
            <a:off x="6013622" y="5124450"/>
            <a:ext cx="297259" cy="21771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AE54A154-E33E-4702-AA7E-C00EA5A613D9}"/>
              </a:ext>
            </a:extLst>
          </p:cNvPr>
          <p:cNvSpPr txBox="1"/>
          <p:nvPr/>
        </p:nvSpPr>
        <p:spPr>
          <a:xfrm>
            <a:off x="4629709" y="5597974"/>
            <a:ext cx="1222875" cy="253916"/>
          </a:xfrm>
          <a:prstGeom prst="rect">
            <a:avLst/>
          </a:prstGeom>
          <a:solidFill>
            <a:srgbClr val="FBFBFB"/>
          </a:solidFill>
        </p:spPr>
        <p:txBody>
          <a:bodyPr wrap="square" rtlCol="0">
            <a:spAutoFit/>
          </a:bodyPr>
          <a:lstStyle/>
          <a:p>
            <a:pPr algn="ctr"/>
            <a:r>
              <a:rPr lang="en-US" sz="1050" b="1" dirty="0"/>
              <a:t>Backlog</a:t>
            </a:r>
          </a:p>
        </p:txBody>
      </p:sp>
      <p:sp>
        <p:nvSpPr>
          <p:cNvPr id="3" name="Rectangle 2">
            <a:extLst>
              <a:ext uri="{FF2B5EF4-FFF2-40B4-BE49-F238E27FC236}">
                <a16:creationId xmlns:a16="http://schemas.microsoft.com/office/drawing/2014/main" id="{033FD631-31B4-4F42-8861-53BE29C9CD7B}"/>
              </a:ext>
            </a:extLst>
          </p:cNvPr>
          <p:cNvSpPr/>
          <p:nvPr/>
        </p:nvSpPr>
        <p:spPr bwMode="auto">
          <a:xfrm flipV="1">
            <a:off x="7346023" y="3821761"/>
            <a:ext cx="1397285" cy="45719"/>
          </a:xfrm>
          <a:prstGeom prst="rect">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Century Gothic" pitchFamily="34" charset="0"/>
            </a:endParaRPr>
          </a:p>
        </p:txBody>
      </p:sp>
      <p:pic>
        <p:nvPicPr>
          <p:cNvPr id="9" name="Picture 8">
            <a:extLst>
              <a:ext uri="{FF2B5EF4-FFF2-40B4-BE49-F238E27FC236}">
                <a16:creationId xmlns:a16="http://schemas.microsoft.com/office/drawing/2014/main" id="{ADA978E5-8538-49E4-ABFA-667EFEFCB7DE}"/>
              </a:ext>
            </a:extLst>
          </p:cNvPr>
          <p:cNvPicPr>
            <a:picLocks noChangeAspect="1"/>
          </p:cNvPicPr>
          <p:nvPr/>
        </p:nvPicPr>
        <p:blipFill>
          <a:blip r:embed="rId4"/>
          <a:stretch>
            <a:fillRect/>
          </a:stretch>
        </p:blipFill>
        <p:spPr>
          <a:xfrm>
            <a:off x="6351768" y="3821761"/>
            <a:ext cx="5334462" cy="2328874"/>
          </a:xfrm>
          <a:prstGeom prst="rect">
            <a:avLst/>
          </a:prstGeom>
        </p:spPr>
      </p:pic>
      <p:pic>
        <p:nvPicPr>
          <p:cNvPr id="7" name="Picture 6">
            <a:extLst>
              <a:ext uri="{FF2B5EF4-FFF2-40B4-BE49-F238E27FC236}">
                <a16:creationId xmlns:a16="http://schemas.microsoft.com/office/drawing/2014/main" id="{3F5E4394-C60A-F81A-3A33-C61FEE3DFE7E}"/>
              </a:ext>
            </a:extLst>
          </p:cNvPr>
          <p:cNvPicPr>
            <a:picLocks noChangeAspect="1"/>
          </p:cNvPicPr>
          <p:nvPr/>
        </p:nvPicPr>
        <p:blipFill>
          <a:blip r:embed="rId5"/>
          <a:stretch>
            <a:fillRect/>
          </a:stretch>
        </p:blipFill>
        <p:spPr>
          <a:xfrm>
            <a:off x="6197178" y="2718623"/>
            <a:ext cx="4834547" cy="768163"/>
          </a:xfrm>
          <a:prstGeom prst="rect">
            <a:avLst/>
          </a:prstGeom>
        </p:spPr>
      </p:pic>
    </p:spTree>
    <p:extLst>
      <p:ext uri="{BB962C8B-B14F-4D97-AF65-F5344CB8AC3E}">
        <p14:creationId xmlns:p14="http://schemas.microsoft.com/office/powerpoint/2010/main" val="33389881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F0D0A-C8BD-480C-A6F2-F71C03DE8BA9}"/>
              </a:ext>
            </a:extLst>
          </p:cNvPr>
          <p:cNvSpPr>
            <a:spLocks noGrp="1"/>
          </p:cNvSpPr>
          <p:nvPr>
            <p:ph type="title"/>
          </p:nvPr>
        </p:nvSpPr>
        <p:spPr/>
        <p:txBody>
          <a:bodyPr/>
          <a:lstStyle/>
          <a:p>
            <a:r>
              <a:rPr lang="en-GB" sz="2000" b="0" dirty="0"/>
              <a:t>Issue Creation – User Story</a:t>
            </a:r>
          </a:p>
        </p:txBody>
      </p:sp>
      <p:sp>
        <p:nvSpPr>
          <p:cNvPr id="13" name="Rectangle 12">
            <a:extLst>
              <a:ext uri="{FF2B5EF4-FFF2-40B4-BE49-F238E27FC236}">
                <a16:creationId xmlns:a16="http://schemas.microsoft.com/office/drawing/2014/main" id="{71AA46A1-1278-4AEA-B932-A53838C46953}"/>
              </a:ext>
            </a:extLst>
          </p:cNvPr>
          <p:cNvSpPr/>
          <p:nvPr/>
        </p:nvSpPr>
        <p:spPr>
          <a:xfrm>
            <a:off x="533033" y="738778"/>
            <a:ext cx="4698056" cy="3493264"/>
          </a:xfrm>
          <a:prstGeom prst="rect">
            <a:avLst/>
          </a:prstGeom>
        </p:spPr>
        <p:txBody>
          <a:bodyPr wrap="square">
            <a:spAutoFit/>
          </a:bodyPr>
          <a:lstStyle/>
          <a:p>
            <a:pPr indent="-228600">
              <a:spcAft>
                <a:spcPts val="600"/>
              </a:spcAft>
            </a:pPr>
            <a:r>
              <a:rPr lang="en-US" sz="1200" b="1" dirty="0">
                <a:latin typeface="Arial" panose="020B0604020202020204" pitchFamily="34" charset="0"/>
                <a:cs typeface="Arial" panose="020B0604020202020204" pitchFamily="34" charset="0"/>
              </a:rPr>
              <a:t>Mandatory inputs in Compliance tab</a:t>
            </a:r>
          </a:p>
          <a:p>
            <a:pPr indent="-228600"/>
            <a:r>
              <a:rPr lang="en-US" sz="1200" dirty="0">
                <a:latin typeface="Calibri" panose="020F0502020204030204" pitchFamily="34" charset="0"/>
                <a:cs typeface="Calibri" panose="020F0502020204030204" pitchFamily="34" charset="0"/>
              </a:rPr>
              <a:t>Update </a:t>
            </a:r>
            <a:r>
              <a:rPr lang="en-US" sz="1200" dirty="0" err="1">
                <a:latin typeface="Calibri" panose="020F0502020204030204" pitchFamily="34" charset="0"/>
                <a:cs typeface="Calibri" panose="020F0502020204030204" pitchFamily="34" charset="0"/>
              </a:rPr>
              <a:t>Busineess</a:t>
            </a:r>
            <a:r>
              <a:rPr lang="en-US" sz="1200" dirty="0">
                <a:latin typeface="Calibri" panose="020F0502020204030204" pitchFamily="34" charset="0"/>
                <a:cs typeface="Calibri" panose="020F0502020204030204" pitchFamily="34" charset="0"/>
              </a:rPr>
              <a:t> Process Ref with:</a:t>
            </a:r>
          </a:p>
          <a:p>
            <a:pPr indent="-228600"/>
            <a:endParaRPr lang="en-US" sz="1200" dirty="0">
              <a:latin typeface="Calibri" panose="020F0502020204030204" pitchFamily="34" charset="0"/>
              <a:cs typeface="Calibri" panose="020F0502020204030204" pitchFamily="34" charset="0"/>
            </a:endParaRPr>
          </a:p>
          <a:p>
            <a:pPr marL="228600" indent="-228600">
              <a:buFont typeface="+mj-lt"/>
              <a:buAutoNum type="arabicPeriod"/>
            </a:pPr>
            <a:r>
              <a:rPr lang="en-US" sz="1200" dirty="0">
                <a:latin typeface="Calibri" panose="020F0502020204030204" pitchFamily="34" charset="0"/>
                <a:cs typeface="Calibri" panose="020F0502020204030204" pitchFamily="34" charset="0"/>
              </a:rPr>
              <a:t>Design Phase Deck: &lt;</a:t>
            </a:r>
            <a:r>
              <a:rPr lang="en-US" sz="1200" dirty="0" err="1">
                <a:latin typeface="Calibri" panose="020F0502020204030204" pitchFamily="34" charset="0"/>
                <a:cs typeface="Calibri" panose="020F0502020204030204" pitchFamily="34" charset="0"/>
              </a:rPr>
              <a:t>Sharepoint</a:t>
            </a:r>
            <a:r>
              <a:rPr lang="en-US" sz="1200" dirty="0">
                <a:latin typeface="Calibri" panose="020F0502020204030204" pitchFamily="34" charset="0"/>
                <a:cs typeface="Calibri" panose="020F0502020204030204" pitchFamily="34" charset="0"/>
              </a:rPr>
              <a:t> link&gt;</a:t>
            </a:r>
          </a:p>
          <a:p>
            <a:pPr marL="228600" indent="-228600">
              <a:buFont typeface="+mj-lt"/>
              <a:buAutoNum type="arabicPeriod"/>
            </a:pPr>
            <a:endParaRPr lang="en-US" sz="1200" dirty="0">
              <a:latin typeface="Calibri" panose="020F0502020204030204" pitchFamily="34" charset="0"/>
              <a:cs typeface="Calibri" panose="020F0502020204030204" pitchFamily="34" charset="0"/>
            </a:endParaRPr>
          </a:p>
          <a:p>
            <a:pPr marL="228600" indent="-228600">
              <a:buFont typeface="+mj-lt"/>
              <a:buAutoNum type="arabicPeriod"/>
            </a:pPr>
            <a:r>
              <a:rPr lang="en-US" sz="1200" dirty="0">
                <a:latin typeface="Calibri" panose="020F0502020204030204" pitchFamily="34" charset="0"/>
                <a:cs typeface="Calibri" panose="020F0502020204030204" pitchFamily="34" charset="0"/>
              </a:rPr>
              <a:t>MOCK UP: &lt;</a:t>
            </a:r>
            <a:r>
              <a:rPr lang="en-US" sz="1200" dirty="0" err="1">
                <a:latin typeface="Calibri" panose="020F0502020204030204" pitchFamily="34" charset="0"/>
                <a:cs typeface="Calibri" panose="020F0502020204030204" pitchFamily="34" charset="0"/>
              </a:rPr>
              <a:t>Sharepoint</a:t>
            </a:r>
            <a:r>
              <a:rPr lang="en-US" sz="1200" dirty="0">
                <a:latin typeface="Calibri" panose="020F0502020204030204" pitchFamily="34" charset="0"/>
                <a:cs typeface="Calibri" panose="020F0502020204030204" pitchFamily="34" charset="0"/>
              </a:rPr>
              <a:t> link&gt;</a:t>
            </a:r>
          </a:p>
          <a:p>
            <a:pPr marL="228600" indent="-228600">
              <a:buFont typeface="+mj-lt"/>
              <a:buAutoNum type="arabicPeriod"/>
            </a:pPr>
            <a:endParaRPr lang="en-US" sz="1200" dirty="0">
              <a:latin typeface="Calibri" panose="020F0502020204030204" pitchFamily="34" charset="0"/>
              <a:cs typeface="Calibri" panose="020F0502020204030204" pitchFamily="34" charset="0"/>
            </a:endParaRPr>
          </a:p>
          <a:p>
            <a:pPr marL="228600" indent="-228600">
              <a:buFont typeface="+mj-lt"/>
              <a:buAutoNum type="arabicPeriod"/>
            </a:pPr>
            <a:r>
              <a:rPr lang="en-US" sz="1200" dirty="0">
                <a:latin typeface="Calibri" panose="020F0502020204030204" pitchFamily="34" charset="0"/>
                <a:cs typeface="Calibri" panose="020F0502020204030204" pitchFamily="34" charset="0"/>
              </a:rPr>
              <a:t>FLOW: &lt;</a:t>
            </a:r>
            <a:r>
              <a:rPr lang="en-US" sz="1200" dirty="0" err="1">
                <a:latin typeface="Calibri" panose="020F0502020204030204" pitchFamily="34" charset="0"/>
                <a:cs typeface="Calibri" panose="020F0502020204030204" pitchFamily="34" charset="0"/>
              </a:rPr>
              <a:t>Sharepoint</a:t>
            </a:r>
            <a:r>
              <a:rPr lang="en-US" sz="1200" dirty="0">
                <a:latin typeface="Calibri" panose="020F0502020204030204" pitchFamily="34" charset="0"/>
                <a:cs typeface="Calibri" panose="020F0502020204030204" pitchFamily="34" charset="0"/>
              </a:rPr>
              <a:t> link&gt;</a:t>
            </a:r>
          </a:p>
          <a:p>
            <a:pPr marL="228600" indent="-228600">
              <a:buFont typeface="+mj-lt"/>
              <a:buAutoNum type="arabicPeriod"/>
            </a:pPr>
            <a:endParaRPr lang="en-US" sz="1200" dirty="0">
              <a:latin typeface="Calibri" panose="020F0502020204030204" pitchFamily="34" charset="0"/>
              <a:cs typeface="Calibri" panose="020F0502020204030204" pitchFamily="34" charset="0"/>
            </a:endParaRPr>
          </a:p>
          <a:p>
            <a:pPr marL="228600" indent="-228600">
              <a:buFont typeface="+mj-lt"/>
              <a:buAutoNum type="arabicPeriod"/>
            </a:pPr>
            <a:r>
              <a:rPr lang="en-US" sz="1200" dirty="0">
                <a:latin typeface="Calibri" panose="020F0502020204030204" pitchFamily="34" charset="0"/>
                <a:cs typeface="Calibri" panose="020F0502020204030204" pitchFamily="34" charset="0"/>
              </a:rPr>
              <a:t>BUSINESS RULES DOCUMENT (BRs, UWIs):  &lt;</a:t>
            </a:r>
            <a:r>
              <a:rPr lang="en-US" sz="1200" dirty="0" err="1">
                <a:latin typeface="Calibri" panose="020F0502020204030204" pitchFamily="34" charset="0"/>
                <a:cs typeface="Calibri" panose="020F0502020204030204" pitchFamily="34" charset="0"/>
              </a:rPr>
              <a:t>Sharepoint</a:t>
            </a:r>
            <a:r>
              <a:rPr lang="en-US" sz="1200" dirty="0">
                <a:latin typeface="Calibri" panose="020F0502020204030204" pitchFamily="34" charset="0"/>
                <a:cs typeface="Calibri" panose="020F0502020204030204" pitchFamily="34" charset="0"/>
              </a:rPr>
              <a:t> link&gt;</a:t>
            </a:r>
          </a:p>
          <a:p>
            <a:pPr marL="228600" indent="-228600">
              <a:buFont typeface="+mj-lt"/>
              <a:buAutoNum type="arabicPeriod"/>
            </a:pPr>
            <a:endParaRPr lang="en-US" sz="1200" dirty="0">
              <a:latin typeface="Calibri" panose="020F0502020204030204" pitchFamily="34" charset="0"/>
              <a:cs typeface="Calibri" panose="020F0502020204030204" pitchFamily="34" charset="0"/>
            </a:endParaRPr>
          </a:p>
          <a:p>
            <a:pPr marL="228600" indent="-228600">
              <a:buFont typeface="+mj-lt"/>
              <a:buAutoNum type="arabicPeriod"/>
            </a:pPr>
            <a:r>
              <a:rPr lang="en-US" sz="1200" dirty="0">
                <a:latin typeface="Calibri" panose="020F0502020204030204" pitchFamily="34" charset="0"/>
                <a:cs typeface="Calibri" panose="020F0502020204030204" pitchFamily="34" charset="0"/>
              </a:rPr>
              <a:t>FLS: &lt;</a:t>
            </a:r>
            <a:r>
              <a:rPr lang="en-US" sz="1200" dirty="0" err="1">
                <a:latin typeface="Calibri" panose="020F0502020204030204" pitchFamily="34" charset="0"/>
                <a:cs typeface="Calibri" panose="020F0502020204030204" pitchFamily="34" charset="0"/>
              </a:rPr>
              <a:t>Sharepoint</a:t>
            </a:r>
            <a:r>
              <a:rPr lang="en-US" sz="1200" dirty="0">
                <a:latin typeface="Calibri" panose="020F0502020204030204" pitchFamily="34" charset="0"/>
                <a:cs typeface="Calibri" panose="020F0502020204030204" pitchFamily="34" charset="0"/>
              </a:rPr>
              <a:t> link&gt;</a:t>
            </a:r>
            <a:br>
              <a:rPr lang="en-US" sz="1200" dirty="0">
                <a:latin typeface="Calibri" panose="020F0502020204030204" pitchFamily="34" charset="0"/>
                <a:cs typeface="Calibri" panose="020F0502020204030204" pitchFamily="34" charset="0"/>
              </a:rPr>
            </a:br>
            <a:endParaRPr lang="en-US" sz="1200" dirty="0">
              <a:latin typeface="Calibri" panose="020F0502020204030204" pitchFamily="34" charset="0"/>
              <a:cs typeface="Calibri" panose="020F0502020204030204" pitchFamily="34" charset="0"/>
            </a:endParaRPr>
          </a:p>
          <a:p>
            <a:pPr marL="228600" indent="-228600">
              <a:buFont typeface="+mj-lt"/>
              <a:buAutoNum type="arabicPeriod"/>
            </a:pPr>
            <a:r>
              <a:rPr lang="en-US" sz="1200" dirty="0">
                <a:latin typeface="Calibri" panose="020F0502020204030204" pitchFamily="34" charset="0"/>
                <a:cs typeface="Calibri" panose="020F0502020204030204" pitchFamily="34" charset="0"/>
              </a:rPr>
              <a:t>ACTIVITY PATTERN CATALOGUE: </a:t>
            </a:r>
          </a:p>
          <a:p>
            <a:pPr marL="228600" indent="-228600">
              <a:buFont typeface="+mj-lt"/>
              <a:buAutoNum type="arabicPeriod"/>
            </a:pPr>
            <a:endParaRPr lang="en-US" sz="1200" dirty="0">
              <a:latin typeface="Calibri" panose="020F0502020204030204" pitchFamily="34" charset="0"/>
              <a:cs typeface="Calibri" panose="020F0502020204030204" pitchFamily="34" charset="0"/>
            </a:endParaRPr>
          </a:p>
          <a:p>
            <a:pPr marL="228600" indent="-228600">
              <a:buFont typeface="+mj-lt"/>
              <a:buAutoNum type="arabicPeriod"/>
            </a:pPr>
            <a:r>
              <a:rPr lang="en-US" sz="1200" dirty="0">
                <a:latin typeface="Calibri" panose="020F0502020204030204" pitchFamily="34" charset="0"/>
                <a:cs typeface="Calibri" panose="020F0502020204030204" pitchFamily="34" charset="0"/>
              </a:rPr>
              <a:t>HISTORY EVENTS: </a:t>
            </a:r>
          </a:p>
          <a:p>
            <a:pPr marL="228600" indent="-228600">
              <a:buFont typeface="+mj-lt"/>
              <a:buAutoNum type="arabicPeriod"/>
            </a:pPr>
            <a:endParaRPr lang="en-US" sz="1200" dirty="0">
              <a:latin typeface="Calibri" panose="020F0502020204030204" pitchFamily="34" charset="0"/>
              <a:cs typeface="Calibri" panose="020F0502020204030204" pitchFamily="34" charset="0"/>
            </a:endParaRPr>
          </a:p>
          <a:p>
            <a:pPr marL="228600" indent="-228600">
              <a:buFont typeface="+mj-lt"/>
              <a:buAutoNum type="arabicPeriod"/>
            </a:pPr>
            <a:r>
              <a:rPr lang="en-US" sz="1200" dirty="0">
                <a:latin typeface="Calibri" panose="020F0502020204030204" pitchFamily="34" charset="0"/>
                <a:cs typeface="Calibri" panose="020F0502020204030204" pitchFamily="34" charset="0"/>
              </a:rPr>
              <a:t>TYPELIST MASTER: </a:t>
            </a:r>
          </a:p>
        </p:txBody>
      </p:sp>
      <p:sp>
        <p:nvSpPr>
          <p:cNvPr id="14" name="TextBox 13">
            <a:extLst>
              <a:ext uri="{FF2B5EF4-FFF2-40B4-BE49-F238E27FC236}">
                <a16:creationId xmlns:a16="http://schemas.microsoft.com/office/drawing/2014/main" id="{D45D18A1-DBB2-4628-93B3-FCD9C9A8903C}"/>
              </a:ext>
            </a:extLst>
          </p:cNvPr>
          <p:cNvSpPr txBox="1"/>
          <p:nvPr/>
        </p:nvSpPr>
        <p:spPr>
          <a:xfrm>
            <a:off x="398123" y="4454408"/>
            <a:ext cx="4245962" cy="738664"/>
          </a:xfrm>
          <a:prstGeom prst="rect">
            <a:avLst/>
          </a:prstGeom>
          <a:noFill/>
        </p:spPr>
        <p:txBody>
          <a:bodyPr wrap="square" rtlCol="0">
            <a:spAutoFit/>
          </a:bodyPr>
          <a:lstStyle/>
          <a:p>
            <a:r>
              <a:rPr lang="en-US" sz="1400" b="1" dirty="0">
                <a:latin typeface="Calibri" panose="020F0502020204030204" pitchFamily="34" charset="0"/>
                <a:cs typeface="Calibri" panose="020F0502020204030204" pitchFamily="34" charset="0"/>
              </a:rPr>
              <a:t>Inputs in Date tab</a:t>
            </a:r>
          </a:p>
          <a:p>
            <a:r>
              <a:rPr lang="en-US" sz="1400" dirty="0">
                <a:latin typeface="Calibri" panose="020F0502020204030204" pitchFamily="34" charset="0"/>
                <a:cs typeface="Calibri" panose="020F0502020204030204" pitchFamily="34" charset="0"/>
              </a:rPr>
              <a:t>Planned due date to be updated by Scrum team during </a:t>
            </a:r>
            <a:r>
              <a:rPr lang="en-US" sz="1400" dirty="0" err="1">
                <a:latin typeface="Calibri" panose="020F0502020204030204" pitchFamily="34" charset="0"/>
                <a:cs typeface="Calibri" panose="020F0502020204030204" pitchFamily="34" charset="0"/>
              </a:rPr>
              <a:t>during</a:t>
            </a:r>
            <a:r>
              <a:rPr lang="en-US" sz="1400" dirty="0">
                <a:latin typeface="Calibri" panose="020F0502020204030204" pitchFamily="34" charset="0"/>
                <a:cs typeface="Calibri" panose="020F0502020204030204" pitchFamily="34" charset="0"/>
              </a:rPr>
              <a:t> Design phase workshop (story grooming)</a:t>
            </a:r>
          </a:p>
        </p:txBody>
      </p:sp>
      <p:pic>
        <p:nvPicPr>
          <p:cNvPr id="15" name="Picture 14">
            <a:hlinkClick r:id="rId2"/>
            <a:extLst>
              <a:ext uri="{FF2B5EF4-FFF2-40B4-BE49-F238E27FC236}">
                <a16:creationId xmlns:a16="http://schemas.microsoft.com/office/drawing/2014/main" id="{946FB7AE-2822-4A8F-B4DC-A17568D74E86}"/>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5078079" y="2926389"/>
            <a:ext cx="5298149" cy="3227713"/>
          </a:xfrm>
          <a:prstGeom prst="rect">
            <a:avLst/>
          </a:prstGeom>
          <a:noFill/>
          <a:ln>
            <a:noFill/>
          </a:ln>
        </p:spPr>
      </p:pic>
      <p:pic>
        <p:nvPicPr>
          <p:cNvPr id="8" name="Picture 7">
            <a:extLst>
              <a:ext uri="{FF2B5EF4-FFF2-40B4-BE49-F238E27FC236}">
                <a16:creationId xmlns:a16="http://schemas.microsoft.com/office/drawing/2014/main" id="{81B4F137-EE0A-78FE-8EAE-88D42915467E}"/>
              </a:ext>
            </a:extLst>
          </p:cNvPr>
          <p:cNvPicPr>
            <a:picLocks noChangeAspect="1"/>
          </p:cNvPicPr>
          <p:nvPr/>
        </p:nvPicPr>
        <p:blipFill>
          <a:blip r:embed="rId4"/>
          <a:stretch>
            <a:fillRect/>
          </a:stretch>
        </p:blipFill>
        <p:spPr>
          <a:xfrm>
            <a:off x="5078079" y="703898"/>
            <a:ext cx="6754953" cy="2072820"/>
          </a:xfrm>
          <a:prstGeom prst="rect">
            <a:avLst/>
          </a:prstGeom>
        </p:spPr>
      </p:pic>
    </p:spTree>
    <p:extLst>
      <p:ext uri="{BB962C8B-B14F-4D97-AF65-F5344CB8AC3E}">
        <p14:creationId xmlns:p14="http://schemas.microsoft.com/office/powerpoint/2010/main" val="35123171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F0D0A-C8BD-480C-A6F2-F71C03DE8BA9}"/>
              </a:ext>
            </a:extLst>
          </p:cNvPr>
          <p:cNvSpPr>
            <a:spLocks noGrp="1"/>
          </p:cNvSpPr>
          <p:nvPr>
            <p:ph type="title"/>
          </p:nvPr>
        </p:nvSpPr>
        <p:spPr/>
        <p:txBody>
          <a:bodyPr/>
          <a:lstStyle/>
          <a:p>
            <a:r>
              <a:rPr lang="en-GB" sz="2000" b="0" dirty="0"/>
              <a:t>Issue Creation – </a:t>
            </a:r>
            <a:r>
              <a:rPr lang="en-US" sz="2000" b="0" dirty="0"/>
              <a:t>Sub-tasks for each Story (auto-created in Jira) - TBD</a:t>
            </a:r>
            <a:endParaRPr lang="en-GB" sz="2000" b="0" dirty="0"/>
          </a:p>
        </p:txBody>
      </p:sp>
      <p:sp>
        <p:nvSpPr>
          <p:cNvPr id="9" name="Text Placeholder 2">
            <a:extLst>
              <a:ext uri="{FF2B5EF4-FFF2-40B4-BE49-F238E27FC236}">
                <a16:creationId xmlns:a16="http://schemas.microsoft.com/office/drawing/2014/main" id="{15C313D3-1817-4B91-8FB0-D4E926B6B090}"/>
              </a:ext>
            </a:extLst>
          </p:cNvPr>
          <p:cNvSpPr txBox="1">
            <a:spLocks/>
          </p:cNvSpPr>
          <p:nvPr/>
        </p:nvSpPr>
        <p:spPr bwMode="auto">
          <a:xfrm>
            <a:off x="402672" y="695414"/>
            <a:ext cx="11268075" cy="1107996"/>
          </a:xfrm>
          <a:prstGeom prst="rect">
            <a:avLst/>
          </a:prstGeom>
          <a:solidFill>
            <a:srgbClr val="FBFBFB"/>
          </a:solidFill>
          <a:ln w="9525">
            <a:noFill/>
            <a:miter lim="800000"/>
            <a:headEnd/>
            <a:tailEnd/>
          </a:ln>
          <a:effectLst/>
        </p:spPr>
        <p:txBody>
          <a:bodyPr vert="horz" wrap="square" lIns="91440" tIns="45720" rIns="91440" bIns="45720" numCol="1" anchor="ctr" anchorCtr="0" compatLnSpc="1">
            <a:prstTxWarp prst="textNoShape">
              <a:avLst/>
            </a:prstTxWarp>
          </a:bodyPr>
          <a:lstStyle>
            <a:defPPr>
              <a:defRPr lang="en-US"/>
            </a:defPPr>
            <a:lvl1pPr marL="0" algn="l" defTabSz="914400" rtl="0" eaLnBrk="1" latinLnBrk="0" hangingPunct="1">
              <a:defRPr sz="1000" kern="1200">
                <a:solidFill>
                  <a:schemeClr val="hlink"/>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indent="-288925">
              <a:spcAft>
                <a:spcPts val="600"/>
              </a:spcAft>
              <a:buFont typeface="Arial" panose="020B0604020202020204" pitchFamily="34" charset="0"/>
              <a:buChar char="•"/>
            </a:pPr>
            <a:r>
              <a:rPr lang="en-US" sz="1400">
                <a:solidFill>
                  <a:schemeClr val="tx1"/>
                </a:solidFill>
                <a:latin typeface="Calibri" panose="020F0502020204030204" pitchFamily="34" charset="0"/>
                <a:cs typeface="Calibri" panose="020F0502020204030204" pitchFamily="34" charset="0"/>
              </a:rPr>
              <a:t>Standard sub-tasks will be auto created for user story. Scrum team may add additional tasks as needed to ensure effective task allocation and effort tracking of all Scrum team members. </a:t>
            </a:r>
          </a:p>
          <a:p>
            <a:pPr marL="457200" indent="-288925">
              <a:spcAft>
                <a:spcPts val="600"/>
              </a:spcAft>
              <a:buFont typeface="Arial" panose="020B0604020202020204" pitchFamily="34" charset="0"/>
              <a:buChar char="•"/>
            </a:pPr>
            <a:r>
              <a:rPr lang="en-US" sz="1400">
                <a:solidFill>
                  <a:schemeClr val="tx1"/>
                </a:solidFill>
                <a:latin typeface="Calibri" panose="020F0502020204030204" pitchFamily="34" charset="0"/>
                <a:cs typeface="Calibri" panose="020F0502020204030204" pitchFamily="34" charset="0"/>
              </a:rPr>
              <a:t>Effort needs to be logged at sub-task level by the Scrum team</a:t>
            </a:r>
          </a:p>
          <a:p>
            <a:pPr marL="457200" indent="-288925">
              <a:spcAft>
                <a:spcPts val="600"/>
              </a:spcAft>
              <a:buFont typeface="Arial" panose="020B0604020202020204" pitchFamily="34" charset="0"/>
              <a:buChar char="•"/>
            </a:pPr>
            <a:r>
              <a:rPr lang="en-US" sz="1400">
                <a:solidFill>
                  <a:schemeClr val="tx1"/>
                </a:solidFill>
                <a:latin typeface="Calibri" panose="020F0502020204030204" pitchFamily="34" charset="0"/>
                <a:cs typeface="Calibri" panose="020F0502020204030204" pitchFamily="34" charset="0"/>
              </a:rPr>
              <a:t>All sub-tasks need to be DONE before story can be marked as DONE</a:t>
            </a:r>
            <a:endParaRPr lang="en-US" sz="1400" dirty="0">
              <a:solidFill>
                <a:schemeClr val="tx1"/>
              </a:solidFill>
              <a:latin typeface="Calibri" panose="020F0502020204030204" pitchFamily="34" charset="0"/>
              <a:cs typeface="Calibri" panose="020F0502020204030204" pitchFamily="34" charset="0"/>
            </a:endParaRPr>
          </a:p>
        </p:txBody>
      </p:sp>
      <p:graphicFrame>
        <p:nvGraphicFramePr>
          <p:cNvPr id="10" name="Table 9">
            <a:extLst>
              <a:ext uri="{FF2B5EF4-FFF2-40B4-BE49-F238E27FC236}">
                <a16:creationId xmlns:a16="http://schemas.microsoft.com/office/drawing/2014/main" id="{B980229F-7E63-49A0-9E3D-281A0BF8CD91}"/>
              </a:ext>
            </a:extLst>
          </p:cNvPr>
          <p:cNvGraphicFramePr>
            <a:graphicFrameLocks noGrp="1"/>
          </p:cNvGraphicFramePr>
          <p:nvPr/>
        </p:nvGraphicFramePr>
        <p:xfrm>
          <a:off x="402672" y="1795955"/>
          <a:ext cx="11251297" cy="4445169"/>
        </p:xfrm>
        <a:graphic>
          <a:graphicData uri="http://schemas.openxmlformats.org/drawingml/2006/table">
            <a:tbl>
              <a:tblPr firstRow="1" firstCol="1" bandRow="1">
                <a:tableStyleId>{0E3FDE45-AF77-4B5C-9715-49D594BDF05E}</a:tableStyleId>
              </a:tblPr>
              <a:tblGrid>
                <a:gridCol w="2261786">
                  <a:extLst>
                    <a:ext uri="{9D8B030D-6E8A-4147-A177-3AD203B41FA5}">
                      <a16:colId xmlns:a16="http://schemas.microsoft.com/office/drawing/2014/main" val="20000"/>
                    </a:ext>
                  </a:extLst>
                </a:gridCol>
                <a:gridCol w="1299728">
                  <a:extLst>
                    <a:ext uri="{9D8B030D-6E8A-4147-A177-3AD203B41FA5}">
                      <a16:colId xmlns:a16="http://schemas.microsoft.com/office/drawing/2014/main" val="20001"/>
                    </a:ext>
                  </a:extLst>
                </a:gridCol>
                <a:gridCol w="1253166">
                  <a:extLst>
                    <a:ext uri="{9D8B030D-6E8A-4147-A177-3AD203B41FA5}">
                      <a16:colId xmlns:a16="http://schemas.microsoft.com/office/drawing/2014/main" val="20002"/>
                    </a:ext>
                  </a:extLst>
                </a:gridCol>
                <a:gridCol w="1556341">
                  <a:extLst>
                    <a:ext uri="{9D8B030D-6E8A-4147-A177-3AD203B41FA5}">
                      <a16:colId xmlns:a16="http://schemas.microsoft.com/office/drawing/2014/main" val="20003"/>
                    </a:ext>
                  </a:extLst>
                </a:gridCol>
                <a:gridCol w="4880276">
                  <a:extLst>
                    <a:ext uri="{9D8B030D-6E8A-4147-A177-3AD203B41FA5}">
                      <a16:colId xmlns:a16="http://schemas.microsoft.com/office/drawing/2014/main" val="20004"/>
                    </a:ext>
                  </a:extLst>
                </a:gridCol>
              </a:tblGrid>
              <a:tr h="400476">
                <a:tc>
                  <a:txBody>
                    <a:bodyPr/>
                    <a:lstStyle/>
                    <a:p>
                      <a:pPr marL="0" marR="0" algn="ctr">
                        <a:spcBef>
                          <a:spcPts val="0"/>
                        </a:spcBef>
                        <a:spcAft>
                          <a:spcPts val="0"/>
                        </a:spcAft>
                      </a:pPr>
                      <a:r>
                        <a:rPr lang="en-US" sz="1100" dirty="0">
                          <a:effectLst/>
                        </a:rPr>
                        <a:t>Standard sub-tasks (auto-created) for story</a:t>
                      </a:r>
                      <a:endParaRPr lang="en-US" sz="1100" dirty="0">
                        <a:effectLst/>
                        <a:latin typeface="Arial" panose="020B0604020202020204" pitchFamily="34" charset="0"/>
                        <a:cs typeface="Arial" panose="020B0604020202020204" pitchFamily="34" charset="0"/>
                      </a:endParaRPr>
                    </a:p>
                  </a:txBody>
                  <a:tcPr marL="68580" marR="68580" marT="0" marB="0" anchor="ctr"/>
                </a:tc>
                <a:tc>
                  <a:txBody>
                    <a:bodyPr/>
                    <a:lstStyle/>
                    <a:p>
                      <a:pPr marL="0" marR="0" algn="ctr">
                        <a:spcBef>
                          <a:spcPts val="0"/>
                        </a:spcBef>
                        <a:spcAft>
                          <a:spcPts val="0"/>
                        </a:spcAft>
                      </a:pPr>
                      <a:r>
                        <a:rPr lang="en-US" sz="1100" dirty="0">
                          <a:effectLst/>
                        </a:rPr>
                        <a:t>No. of tasks per User Story</a:t>
                      </a:r>
                      <a:endParaRPr lang="en-US" sz="1100" dirty="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nchor="ctr"/>
                </a:tc>
                <a:tc>
                  <a:txBody>
                    <a:bodyPr/>
                    <a:lstStyle/>
                    <a:p>
                      <a:pPr marL="0" marR="0" algn="ctr">
                        <a:spcBef>
                          <a:spcPts val="0"/>
                        </a:spcBef>
                        <a:spcAft>
                          <a:spcPts val="0"/>
                        </a:spcAft>
                      </a:pPr>
                      <a:r>
                        <a:rPr lang="en-US" sz="1100" dirty="0">
                          <a:effectLst/>
                        </a:rPr>
                        <a:t>Activity owned by</a:t>
                      </a:r>
                      <a:endParaRPr lang="en-US" sz="1100" dirty="0">
                        <a:effectLst/>
                        <a:latin typeface="Arial" panose="020B0604020202020204" pitchFamily="34" charset="0"/>
                        <a:ea typeface="SimSun" panose="02010600030101010101" pitchFamily="2" charset="-122"/>
                        <a:cs typeface="Arial" panose="020B0604020202020204" pitchFamily="34" charset="0"/>
                      </a:endParaRPr>
                    </a:p>
                  </a:txBody>
                  <a:tcPr marL="0" marR="0" marT="0" marB="0" anchor="ctr"/>
                </a:tc>
                <a:tc>
                  <a:txBody>
                    <a:bodyPr/>
                    <a:lstStyle/>
                    <a:p>
                      <a:pPr marL="0" marR="0" algn="ctr">
                        <a:spcBef>
                          <a:spcPts val="0"/>
                        </a:spcBef>
                        <a:spcAft>
                          <a:spcPts val="0"/>
                        </a:spcAft>
                      </a:pPr>
                      <a:r>
                        <a:rPr lang="en-US" sz="1100" dirty="0">
                          <a:effectLst/>
                        </a:rPr>
                        <a:t>Deliverable</a:t>
                      </a:r>
                      <a:endParaRPr lang="en-US" sz="1100" dirty="0">
                        <a:effectLst/>
                        <a:latin typeface="Arial" panose="020B0604020202020204" pitchFamily="34" charset="0"/>
                        <a:ea typeface="SimSun" panose="02010600030101010101" pitchFamily="2" charset="-122"/>
                        <a:cs typeface="Arial" panose="020B0604020202020204" pitchFamily="34" charset="0"/>
                      </a:endParaRPr>
                    </a:p>
                  </a:txBody>
                  <a:tcPr marL="0" marR="0" marT="0" marB="0" anchor="ctr"/>
                </a:tc>
                <a:tc>
                  <a:txBody>
                    <a:bodyPr/>
                    <a:lstStyle/>
                    <a:p>
                      <a:pPr marL="0" marR="0" algn="ctr">
                        <a:spcBef>
                          <a:spcPts val="0"/>
                        </a:spcBef>
                        <a:spcAft>
                          <a:spcPts val="0"/>
                        </a:spcAft>
                      </a:pPr>
                      <a:r>
                        <a:rPr lang="en-US" sz="1100" dirty="0">
                          <a:effectLst/>
                        </a:rPr>
                        <a:t>Description</a:t>
                      </a:r>
                      <a:endParaRPr lang="en-US" sz="1100" dirty="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nchor="ctr"/>
                </a:tc>
                <a:extLst>
                  <a:ext uri="{0D108BD9-81ED-4DB2-BD59-A6C34878D82A}">
                    <a16:rowId xmlns:a16="http://schemas.microsoft.com/office/drawing/2014/main" val="10000"/>
                  </a:ext>
                </a:extLst>
              </a:tr>
              <a:tr h="470569">
                <a:tc>
                  <a:txBody>
                    <a:bodyPr/>
                    <a:lstStyle/>
                    <a:p>
                      <a:pPr marL="0" marR="0" algn="l" defTabSz="914400" rtl="0" eaLnBrk="1" latinLnBrk="0" hangingPunct="1">
                        <a:spcBef>
                          <a:spcPts val="0"/>
                        </a:spcBef>
                        <a:spcAft>
                          <a:spcPts val="0"/>
                        </a:spcAft>
                      </a:pPr>
                      <a:r>
                        <a:rPr lang="en-US" sz="1100" kern="1200" dirty="0">
                          <a:effectLst/>
                        </a:rPr>
                        <a:t>Requirement Definition &amp; Analysis</a:t>
                      </a:r>
                      <a:endParaRPr lang="en-US" sz="1100" b="1" kern="12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tc>
                <a:tc>
                  <a:txBody>
                    <a:bodyPr/>
                    <a:lstStyle/>
                    <a:p>
                      <a:pPr marL="0" marR="0" algn="ctr" defTabSz="914400" rtl="0" eaLnBrk="1" latinLnBrk="0" hangingPunct="1">
                        <a:spcBef>
                          <a:spcPts val="0"/>
                        </a:spcBef>
                        <a:spcAft>
                          <a:spcPts val="0"/>
                        </a:spcAft>
                      </a:pPr>
                      <a:r>
                        <a:rPr lang="en-US" sz="1100" kern="1200" dirty="0">
                          <a:effectLst/>
                        </a:rPr>
                        <a:t>1 to many</a:t>
                      </a:r>
                      <a:endParaRPr lang="en-US" sz="1100" kern="12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tc>
                <a:tc>
                  <a:txBody>
                    <a:bodyPr/>
                    <a:lstStyle/>
                    <a:p>
                      <a:pPr marL="228600" marR="0" algn="ctr">
                        <a:spcBef>
                          <a:spcPts val="0"/>
                        </a:spcBef>
                        <a:spcAft>
                          <a:spcPts val="0"/>
                        </a:spcAft>
                      </a:pPr>
                      <a:r>
                        <a:rPr lang="en-US" sz="1100" dirty="0">
                          <a:effectLst/>
                        </a:rPr>
                        <a:t>BA</a:t>
                      </a:r>
                      <a:endParaRPr lang="en-US" sz="1100" dirty="0">
                        <a:solidFill>
                          <a:schemeClr val="tx1"/>
                        </a:solidFill>
                        <a:effectLst/>
                        <a:latin typeface="Arial" panose="020B0604020202020204" pitchFamily="34" charset="0"/>
                        <a:ea typeface="SimSun" panose="02010600030101010101" pitchFamily="2" charset="-122"/>
                        <a:cs typeface="Arial" panose="020B0604020202020204" pitchFamily="34" charset="0"/>
                      </a:endParaRPr>
                    </a:p>
                  </a:txBody>
                  <a:tcPr marL="0" marR="0" marT="0" marB="0" anchor="ctr"/>
                </a:tc>
                <a:tc>
                  <a:txBody>
                    <a:bodyPr/>
                    <a:lstStyle/>
                    <a:p>
                      <a:pPr marL="228600" marR="0" algn="ctr" defTabSz="914400" rtl="0" eaLnBrk="1" latinLnBrk="0" hangingPunct="1">
                        <a:spcBef>
                          <a:spcPts val="0"/>
                        </a:spcBef>
                        <a:spcAft>
                          <a:spcPts val="0"/>
                        </a:spcAft>
                      </a:pPr>
                      <a:r>
                        <a:rPr lang="en-US" sz="1100" kern="1200" dirty="0">
                          <a:solidFill>
                            <a:schemeClr val="tx1"/>
                          </a:solidFill>
                          <a:effectLst/>
                          <a:latin typeface="+mn-lt"/>
                          <a:ea typeface="+mn-ea"/>
                          <a:cs typeface="+mn-cs"/>
                        </a:rPr>
                        <a:t>N/A</a:t>
                      </a:r>
                    </a:p>
                  </a:txBody>
                  <a:tcPr marL="0" marR="0" marT="0" marB="0" anchor="ctr"/>
                </a:tc>
                <a:tc>
                  <a:txBody>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100" dirty="0">
                          <a:effectLst/>
                        </a:rPr>
                        <a:t>Effort required to define the user story in compliance with Definition of Ready</a:t>
                      </a:r>
                      <a:endParaRPr lang="en-US" sz="1100" dirty="0">
                        <a:solidFill>
                          <a:schemeClr val="tx1"/>
                        </a:solidFill>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nchor="ctr"/>
                </a:tc>
                <a:extLst>
                  <a:ext uri="{0D108BD9-81ED-4DB2-BD59-A6C34878D82A}">
                    <a16:rowId xmlns:a16="http://schemas.microsoft.com/office/drawing/2014/main" val="431351272"/>
                  </a:ext>
                </a:extLst>
              </a:tr>
              <a:tr h="390133">
                <a:tc>
                  <a:txBody>
                    <a:bodyPr/>
                    <a:lstStyle/>
                    <a:p>
                      <a:pPr marL="0" marR="0" algn="l" defTabSz="914400" rtl="0" eaLnBrk="1" latinLnBrk="0" hangingPunct="1">
                        <a:spcBef>
                          <a:spcPts val="0"/>
                        </a:spcBef>
                        <a:spcAft>
                          <a:spcPts val="0"/>
                        </a:spcAft>
                      </a:pPr>
                      <a:r>
                        <a:rPr lang="en-US" sz="1100" kern="1200" dirty="0">
                          <a:effectLst/>
                        </a:rPr>
                        <a:t>Technical Analysis &amp; Design</a:t>
                      </a:r>
                      <a:endParaRPr lang="en-US" sz="1100" b="1" kern="12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tc>
                <a:tc>
                  <a:txBody>
                    <a:bodyPr/>
                    <a:lstStyle/>
                    <a:p>
                      <a:pPr marL="0" marR="0" algn="ctr">
                        <a:spcBef>
                          <a:spcPts val="0"/>
                        </a:spcBef>
                        <a:spcAft>
                          <a:spcPts val="0"/>
                        </a:spcAft>
                      </a:pPr>
                      <a:r>
                        <a:rPr lang="en-US" sz="1100" dirty="0">
                          <a:effectLst/>
                        </a:rPr>
                        <a:t>1</a:t>
                      </a:r>
                      <a:endParaRPr lang="en-US" sz="1100" dirty="0">
                        <a:solidFill>
                          <a:schemeClr val="tx1"/>
                        </a:solidFill>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nchor="ctr"/>
                </a:tc>
                <a:tc>
                  <a:txBody>
                    <a:bodyPr/>
                    <a:lstStyle/>
                    <a:p>
                      <a:pPr marL="228600" marR="0" algn="ctr">
                        <a:spcBef>
                          <a:spcPts val="0"/>
                        </a:spcBef>
                        <a:spcAft>
                          <a:spcPts val="0"/>
                        </a:spcAft>
                      </a:pPr>
                      <a:r>
                        <a:rPr lang="en-US" sz="1100" dirty="0">
                          <a:effectLst/>
                        </a:rPr>
                        <a:t>Dev</a:t>
                      </a:r>
                      <a:endParaRPr lang="en-US" sz="1100" dirty="0">
                        <a:solidFill>
                          <a:schemeClr val="tx1"/>
                        </a:solidFill>
                        <a:effectLst/>
                        <a:latin typeface="Arial" panose="020B0604020202020204" pitchFamily="34" charset="0"/>
                        <a:ea typeface="SimSun" panose="02010600030101010101" pitchFamily="2" charset="-122"/>
                        <a:cs typeface="Arial" panose="020B0604020202020204" pitchFamily="34" charset="0"/>
                      </a:endParaRPr>
                    </a:p>
                  </a:txBody>
                  <a:tcPr marL="0" marR="0" marT="0" marB="0" anchor="ctr"/>
                </a:tc>
                <a:tc>
                  <a:txBody>
                    <a:bodyPr/>
                    <a:lstStyle/>
                    <a:p>
                      <a:pPr marL="228600" marR="0" algn="ctr">
                        <a:spcBef>
                          <a:spcPts val="0"/>
                        </a:spcBef>
                        <a:spcAft>
                          <a:spcPts val="0"/>
                        </a:spcAft>
                      </a:pPr>
                      <a:r>
                        <a:rPr lang="en-US" sz="1100" dirty="0">
                          <a:effectLst/>
                        </a:rPr>
                        <a:t>Yes</a:t>
                      </a:r>
                      <a:endParaRPr lang="en-US" sz="1100" dirty="0">
                        <a:solidFill>
                          <a:schemeClr val="tx1"/>
                        </a:solidFill>
                        <a:effectLst/>
                        <a:latin typeface="Arial" panose="020B0604020202020204" pitchFamily="34" charset="0"/>
                        <a:ea typeface="SimSun" panose="02010600030101010101" pitchFamily="2" charset="-122"/>
                        <a:cs typeface="Arial" panose="020B0604020202020204" pitchFamily="34" charset="0"/>
                      </a:endParaRPr>
                    </a:p>
                  </a:txBody>
                  <a:tcPr marL="0" marR="0" marT="0" marB="0" anchor="ctr"/>
                </a:tc>
                <a:tc>
                  <a:txBody>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100" dirty="0">
                          <a:effectLst/>
                        </a:rPr>
                        <a:t>Effort required for technical analysis and design</a:t>
                      </a:r>
                      <a:endParaRPr lang="en-US" sz="1100" dirty="0">
                        <a:solidFill>
                          <a:schemeClr val="tx1"/>
                        </a:solidFill>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nchor="ctr"/>
                </a:tc>
                <a:extLst>
                  <a:ext uri="{0D108BD9-81ED-4DB2-BD59-A6C34878D82A}">
                    <a16:rowId xmlns:a16="http://schemas.microsoft.com/office/drawing/2014/main" val="3337554848"/>
                  </a:ext>
                </a:extLst>
              </a:tr>
              <a:tr h="852910">
                <a:tc>
                  <a:txBody>
                    <a:bodyPr/>
                    <a:lstStyle/>
                    <a:p>
                      <a:pPr marL="0" marR="0">
                        <a:spcBef>
                          <a:spcPts val="0"/>
                        </a:spcBef>
                        <a:spcAft>
                          <a:spcPts val="0"/>
                        </a:spcAft>
                      </a:pPr>
                      <a:r>
                        <a:rPr lang="en-US" sz="1100" dirty="0">
                          <a:effectLst/>
                        </a:rPr>
                        <a:t>Build</a:t>
                      </a:r>
                      <a:endParaRPr lang="en-US" sz="1100" dirty="0">
                        <a:solidFill>
                          <a:schemeClr val="tx1"/>
                        </a:solidFill>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nchor="ctr"/>
                </a:tc>
                <a:tc>
                  <a:txBody>
                    <a:bodyPr/>
                    <a:lstStyle/>
                    <a:p>
                      <a:pPr marL="0" marR="0" algn="ctr" defTabSz="914400" rtl="0" eaLnBrk="1" latinLnBrk="0" hangingPunct="1">
                        <a:spcBef>
                          <a:spcPts val="0"/>
                        </a:spcBef>
                        <a:spcAft>
                          <a:spcPts val="0"/>
                        </a:spcAft>
                      </a:pPr>
                      <a:r>
                        <a:rPr lang="en-US" sz="1100" kern="1200" dirty="0">
                          <a:effectLst/>
                        </a:rPr>
                        <a:t>1 to many</a:t>
                      </a:r>
                      <a:endParaRPr lang="en-US" sz="1100" kern="12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tc>
                <a:tc>
                  <a:txBody>
                    <a:bodyPr/>
                    <a:lstStyle/>
                    <a:p>
                      <a:pPr marL="228600" marR="0" algn="ctr">
                        <a:spcBef>
                          <a:spcPts val="0"/>
                        </a:spcBef>
                        <a:spcAft>
                          <a:spcPts val="0"/>
                        </a:spcAft>
                      </a:pPr>
                      <a:r>
                        <a:rPr lang="en-US" sz="1100" dirty="0">
                          <a:effectLst/>
                        </a:rPr>
                        <a:t>Dev</a:t>
                      </a:r>
                      <a:endParaRPr lang="en-US" sz="1100" dirty="0">
                        <a:solidFill>
                          <a:schemeClr val="tx1"/>
                        </a:solidFill>
                        <a:effectLst/>
                        <a:latin typeface="Arial" panose="020B0604020202020204" pitchFamily="34" charset="0"/>
                        <a:ea typeface="SimSun" panose="02010600030101010101" pitchFamily="2" charset="-122"/>
                        <a:cs typeface="Arial" panose="020B0604020202020204" pitchFamily="34" charset="0"/>
                      </a:endParaRPr>
                    </a:p>
                  </a:txBody>
                  <a:tcPr marL="0" marR="0" marT="0" marB="0" anchor="ctr"/>
                </a:tc>
                <a:tc>
                  <a:txBody>
                    <a:bodyPr/>
                    <a:lstStyle/>
                    <a:p>
                      <a:pPr marL="228600" marR="0" algn="ctr">
                        <a:spcBef>
                          <a:spcPts val="0"/>
                        </a:spcBef>
                        <a:spcAft>
                          <a:spcPts val="0"/>
                        </a:spcAft>
                      </a:pPr>
                      <a:r>
                        <a:rPr lang="en-US" sz="1100" dirty="0">
                          <a:effectLst/>
                        </a:rPr>
                        <a:t>N/A</a:t>
                      </a:r>
                      <a:endParaRPr lang="en-US" sz="1100" dirty="0">
                        <a:solidFill>
                          <a:schemeClr val="tx1"/>
                        </a:solidFill>
                        <a:effectLst/>
                        <a:latin typeface="Arial" panose="020B0604020202020204" pitchFamily="34" charset="0"/>
                        <a:ea typeface="SimSun" panose="02010600030101010101" pitchFamily="2" charset="-122"/>
                        <a:cs typeface="Arial" panose="020B0604020202020204" pitchFamily="34" charset="0"/>
                      </a:endParaRPr>
                    </a:p>
                  </a:txBody>
                  <a:tcPr marL="0" marR="0" marT="0" marB="0" anchor="ctr"/>
                </a:tc>
                <a:tc>
                  <a:txBody>
                    <a:bodyPr/>
                    <a:lstStyle/>
                    <a:p>
                      <a:pPr marL="342900" marR="0" lvl="0" indent="-342900">
                        <a:spcBef>
                          <a:spcPts val="0"/>
                        </a:spcBef>
                        <a:spcAft>
                          <a:spcPts val="0"/>
                        </a:spcAft>
                        <a:buFont typeface="Wingdings" panose="05000000000000000000" pitchFamily="2" charset="2"/>
                        <a:buChar char=""/>
                      </a:pPr>
                      <a:r>
                        <a:rPr lang="en-US" sz="1100" dirty="0">
                          <a:effectLst/>
                        </a:rPr>
                        <a:t>Effort required to develop the story (code, integration, data)</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100" dirty="0">
                          <a:effectLst/>
                        </a:rPr>
                        <a:t>Exceptions &amp; Alerts closed</a:t>
                      </a:r>
                      <a:endParaRPr lang="en-US" sz="1100" dirty="0">
                        <a:solidFill>
                          <a:schemeClr val="tx1"/>
                        </a:solidFill>
                        <a:effectLst/>
                        <a:latin typeface="Arial" panose="020B0604020202020204" pitchFamily="34" charset="0"/>
                        <a:ea typeface="SimSun" panose="02010600030101010101" pitchFamily="2" charset="-122"/>
                        <a:cs typeface="Arial" panose="020B0604020202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100" dirty="0">
                          <a:solidFill>
                            <a:schemeClr val="tx1"/>
                          </a:solidFill>
                          <a:effectLst/>
                          <a:latin typeface="Arial" panose="020B0604020202020204" pitchFamily="34" charset="0"/>
                          <a:ea typeface="SimSun" panose="02010600030101010101" pitchFamily="2" charset="-122"/>
                          <a:cs typeface="Arial" panose="020B0604020202020204" pitchFamily="34" charset="0"/>
                        </a:rPr>
                        <a:t>Code review feedback incorporated</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100" dirty="0">
                          <a:effectLst/>
                        </a:rPr>
                        <a:t>Effort required for deployment and supporting QA in test data preparation</a:t>
                      </a:r>
                      <a:endParaRPr lang="en-US" sz="1100" dirty="0">
                        <a:solidFill>
                          <a:schemeClr val="tx1"/>
                        </a:solidFill>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nchor="ctr"/>
                </a:tc>
                <a:extLst>
                  <a:ext uri="{0D108BD9-81ED-4DB2-BD59-A6C34878D82A}">
                    <a16:rowId xmlns:a16="http://schemas.microsoft.com/office/drawing/2014/main" val="10001"/>
                  </a:ext>
                </a:extLst>
              </a:tr>
              <a:tr h="800952">
                <a:tc>
                  <a:txBody>
                    <a:bodyPr/>
                    <a:lstStyle/>
                    <a:p>
                      <a:pPr marL="0" marR="0" algn="l" defTabSz="914400" rtl="0" eaLnBrk="1" latinLnBrk="0" hangingPunct="1">
                        <a:spcBef>
                          <a:spcPts val="0"/>
                        </a:spcBef>
                        <a:spcAft>
                          <a:spcPts val="0"/>
                        </a:spcAft>
                      </a:pPr>
                      <a:r>
                        <a:rPr lang="en-US" sz="1100" kern="1200" dirty="0">
                          <a:effectLst/>
                        </a:rPr>
                        <a:t>Code Review</a:t>
                      </a:r>
                      <a:endParaRPr lang="en-US" sz="1100" b="1" kern="12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a:t>
                      </a:r>
                      <a:endParaRPr kumimoji="0" lang="en-US" sz="1100" b="0" i="0" u="none" strike="noStrike" kern="1200" cap="none" spc="0" normalizeH="0" baseline="0" noProof="0" dirty="0">
                        <a:ln>
                          <a:noFill/>
                        </a:ln>
                        <a:solidFill>
                          <a:schemeClr val="tx1"/>
                        </a:solidFill>
                        <a:effectLst/>
                        <a:uLnTx/>
                        <a:uFillTx/>
                        <a:latin typeface="Arial" panose="020B0604020202020204" pitchFamily="34" charset="0"/>
                        <a:ea typeface="SimSun" panose="02010600030101010101" pitchFamily="2" charset="-122"/>
                        <a:cs typeface="Arial" panose="020B0604020202020204" pitchFamily="34" charset="0"/>
                      </a:endParaRPr>
                    </a:p>
                  </a:txBody>
                  <a:tcPr marL="68580" marR="68580" marT="0" marB="0" anchor="ctr"/>
                </a:tc>
                <a:tc>
                  <a:txBody>
                    <a:bodyPr/>
                    <a:lstStyle/>
                    <a:p>
                      <a:pPr marL="228600" marR="0" algn="ctr">
                        <a:spcBef>
                          <a:spcPts val="0"/>
                        </a:spcBef>
                        <a:spcAft>
                          <a:spcPts val="0"/>
                        </a:spcAft>
                      </a:pPr>
                      <a:r>
                        <a:rPr lang="en-US" sz="1100" dirty="0">
                          <a:effectLst/>
                        </a:rPr>
                        <a:t>Dev</a:t>
                      </a:r>
                      <a:endParaRPr lang="en-US" sz="1100" dirty="0">
                        <a:solidFill>
                          <a:schemeClr val="tx1"/>
                        </a:solidFill>
                        <a:effectLst/>
                        <a:latin typeface="Arial" panose="020B0604020202020204" pitchFamily="34" charset="0"/>
                        <a:ea typeface="SimSun" panose="02010600030101010101" pitchFamily="2" charset="-122"/>
                        <a:cs typeface="Arial" panose="020B0604020202020204" pitchFamily="34" charset="0"/>
                      </a:endParaRPr>
                    </a:p>
                  </a:txBody>
                  <a:tcPr marL="0" marR="0" marT="0" marB="0" anchor="ctr"/>
                </a:tc>
                <a:tc>
                  <a:txBody>
                    <a:bodyPr/>
                    <a:lstStyle/>
                    <a:p>
                      <a:pPr marL="228600" marR="0" algn="ctr">
                        <a:spcBef>
                          <a:spcPts val="0"/>
                        </a:spcBef>
                        <a:spcAft>
                          <a:spcPts val="0"/>
                        </a:spcAft>
                      </a:pPr>
                      <a:r>
                        <a:rPr lang="en-US" sz="1100" dirty="0">
                          <a:effectLst/>
                        </a:rPr>
                        <a:t>Code review document</a:t>
                      </a:r>
                      <a:endParaRPr lang="en-US" sz="1100" dirty="0">
                        <a:solidFill>
                          <a:schemeClr val="tx1"/>
                        </a:solidFill>
                        <a:effectLst/>
                        <a:latin typeface="Arial" panose="020B0604020202020204" pitchFamily="34" charset="0"/>
                        <a:ea typeface="SimSun" panose="02010600030101010101" pitchFamily="2" charset="-122"/>
                        <a:cs typeface="Arial" panose="020B0604020202020204" pitchFamily="34" charset="0"/>
                      </a:endParaRPr>
                    </a:p>
                  </a:txBody>
                  <a:tcPr marL="0" marR="0" marT="0" marB="0" anchor="ctr"/>
                </a:tc>
                <a:tc>
                  <a:txBody>
                    <a:bodyPr/>
                    <a:lstStyle/>
                    <a:p>
                      <a:pPr marL="342900" marR="0" lvl="0" indent="-342900">
                        <a:spcBef>
                          <a:spcPts val="0"/>
                        </a:spcBef>
                        <a:spcAft>
                          <a:spcPts val="0"/>
                        </a:spcAft>
                        <a:buFont typeface="Wingdings" panose="05000000000000000000" pitchFamily="2" charset="2"/>
                        <a:buChar char=""/>
                      </a:pPr>
                      <a:r>
                        <a:rPr lang="en-US" sz="1100" baseline="0" dirty="0">
                          <a:effectLst/>
                        </a:rPr>
                        <a:t>Development </a:t>
                      </a:r>
                      <a:r>
                        <a:rPr lang="en-US" sz="1100" dirty="0">
                          <a:effectLst/>
                        </a:rPr>
                        <a:t>Standards have been met (Coding &amp; Guardrails)</a:t>
                      </a:r>
                    </a:p>
                    <a:p>
                      <a:pPr marL="342900" marR="0" lvl="0" indent="-342900">
                        <a:spcBef>
                          <a:spcPts val="0"/>
                        </a:spcBef>
                        <a:spcAft>
                          <a:spcPts val="0"/>
                        </a:spcAft>
                        <a:buFont typeface="Wingdings" panose="05000000000000000000" pitchFamily="2" charset="2"/>
                        <a:buChar char=""/>
                      </a:pPr>
                      <a:r>
                        <a:rPr lang="en-US" sz="1100" dirty="0">
                          <a:effectLst/>
                        </a:rPr>
                        <a:t>UI/UX guidelines have been met</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100" dirty="0">
                          <a:effectLst/>
                        </a:rPr>
                        <a:t>Ensure code review comments are closed and code review document updated with closure status</a:t>
                      </a:r>
                      <a:endParaRPr lang="en-US" sz="1100" dirty="0">
                        <a:solidFill>
                          <a:schemeClr val="tx1"/>
                        </a:solidFill>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nchor="ctr"/>
                </a:tc>
                <a:extLst>
                  <a:ext uri="{0D108BD9-81ED-4DB2-BD59-A6C34878D82A}">
                    <a16:rowId xmlns:a16="http://schemas.microsoft.com/office/drawing/2014/main" val="10002"/>
                  </a:ext>
                </a:extLst>
              </a:tr>
              <a:tr h="400476">
                <a:tc>
                  <a:txBody>
                    <a:bodyPr/>
                    <a:lstStyle/>
                    <a:p>
                      <a:pPr marL="0" marR="0">
                        <a:spcBef>
                          <a:spcPts val="0"/>
                        </a:spcBef>
                        <a:spcAft>
                          <a:spcPts val="0"/>
                        </a:spcAft>
                      </a:pPr>
                      <a:r>
                        <a:rPr lang="en-US" sz="1100" dirty="0">
                          <a:effectLst/>
                        </a:rPr>
                        <a:t>Unit Test Authoring &amp; Execution</a:t>
                      </a:r>
                      <a:endParaRPr lang="en-US" sz="1100" dirty="0">
                        <a:solidFill>
                          <a:schemeClr val="tx1"/>
                        </a:solidFill>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a:t>
                      </a:r>
                      <a:endParaRPr kumimoji="0" lang="en-US" sz="1100" b="0" i="0" u="none" strike="noStrike" kern="1200" cap="none" spc="0" normalizeH="0" baseline="0" noProof="0" dirty="0">
                        <a:ln>
                          <a:noFill/>
                        </a:ln>
                        <a:solidFill>
                          <a:schemeClr val="tx1"/>
                        </a:solidFill>
                        <a:effectLst/>
                        <a:uLnTx/>
                        <a:uFillTx/>
                        <a:latin typeface="Arial" panose="020B0604020202020204" pitchFamily="34" charset="0"/>
                        <a:ea typeface="SimSun" panose="02010600030101010101" pitchFamily="2" charset="-122"/>
                        <a:cs typeface="Arial" panose="020B0604020202020204" pitchFamily="34" charset="0"/>
                      </a:endParaRPr>
                    </a:p>
                  </a:txBody>
                  <a:tcPr marL="68580" marR="68580" marT="0" marB="0" anchor="ctr"/>
                </a:tc>
                <a:tc>
                  <a:txBody>
                    <a:bodyPr/>
                    <a:lstStyle/>
                    <a:p>
                      <a:pPr marL="228600" marR="0" algn="ctr">
                        <a:spcBef>
                          <a:spcPts val="0"/>
                        </a:spcBef>
                        <a:spcAft>
                          <a:spcPts val="0"/>
                        </a:spcAft>
                      </a:pPr>
                      <a:r>
                        <a:rPr lang="en-US" sz="1100" dirty="0">
                          <a:effectLst/>
                        </a:rPr>
                        <a:t>Dev</a:t>
                      </a:r>
                      <a:endParaRPr lang="en-US" sz="1100" dirty="0">
                        <a:solidFill>
                          <a:schemeClr val="tx1"/>
                        </a:solidFill>
                        <a:effectLst/>
                        <a:latin typeface="Arial" panose="020B0604020202020204" pitchFamily="34" charset="0"/>
                        <a:ea typeface="SimSun" panose="02010600030101010101" pitchFamily="2" charset="-122"/>
                        <a:cs typeface="Arial" panose="020B0604020202020204" pitchFamily="34" charset="0"/>
                      </a:endParaRPr>
                    </a:p>
                  </a:txBody>
                  <a:tcPr marL="0" marR="0" marT="0" marB="0" anchor="ctr"/>
                </a:tc>
                <a:tc>
                  <a:txBody>
                    <a:bodyPr/>
                    <a:lstStyle/>
                    <a:p>
                      <a:pPr marL="228600" marR="0" algn="ctr">
                        <a:spcBef>
                          <a:spcPts val="0"/>
                        </a:spcBef>
                        <a:spcAft>
                          <a:spcPts val="0"/>
                        </a:spcAft>
                      </a:pPr>
                      <a:r>
                        <a:rPr lang="en-US" sz="1100" dirty="0">
                          <a:effectLst/>
                        </a:rPr>
                        <a:t>Unit test results</a:t>
                      </a:r>
                      <a:endParaRPr lang="en-US" sz="1100" dirty="0">
                        <a:solidFill>
                          <a:schemeClr val="tx1"/>
                        </a:solidFill>
                        <a:effectLst/>
                        <a:latin typeface="Arial" panose="020B0604020202020204" pitchFamily="34" charset="0"/>
                        <a:ea typeface="SimSun" panose="02010600030101010101" pitchFamily="2" charset="-122"/>
                        <a:cs typeface="Arial" panose="020B0604020202020204" pitchFamily="34" charset="0"/>
                      </a:endParaRPr>
                    </a:p>
                  </a:txBody>
                  <a:tcPr marL="0" marR="0" marT="0" marB="0" anchor="ctr"/>
                </a:tc>
                <a:tc>
                  <a:txBody>
                    <a:bodyPr/>
                    <a:lstStyle/>
                    <a:p>
                      <a:pPr marL="342900" marR="0" lvl="0" indent="-342900">
                        <a:spcBef>
                          <a:spcPts val="0"/>
                        </a:spcBef>
                        <a:spcAft>
                          <a:spcPts val="0"/>
                        </a:spcAft>
                        <a:buFont typeface="Wingdings" panose="05000000000000000000" pitchFamily="2" charset="2"/>
                        <a:buChar char=""/>
                      </a:pPr>
                      <a:r>
                        <a:rPr lang="en-US" sz="1100" dirty="0">
                          <a:effectLst/>
                        </a:rPr>
                        <a:t>Contains all the unit test sets to be used for unit testing the functionality of the newly built system</a:t>
                      </a:r>
                      <a:endParaRPr lang="en-US" sz="1100" dirty="0">
                        <a:solidFill>
                          <a:schemeClr val="tx1"/>
                        </a:solidFill>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nchor="ctr"/>
                </a:tc>
                <a:extLst>
                  <a:ext uri="{0D108BD9-81ED-4DB2-BD59-A6C34878D82A}">
                    <a16:rowId xmlns:a16="http://schemas.microsoft.com/office/drawing/2014/main" val="10004"/>
                  </a:ext>
                </a:extLst>
              </a:tr>
              <a:tr h="328701">
                <a:tc>
                  <a:txBody>
                    <a:bodyPr/>
                    <a:lstStyle/>
                    <a:p>
                      <a:pPr marL="0" marR="0">
                        <a:spcBef>
                          <a:spcPts val="0"/>
                        </a:spcBef>
                        <a:spcAft>
                          <a:spcPts val="0"/>
                        </a:spcAft>
                      </a:pPr>
                      <a:r>
                        <a:rPr lang="en-US" sz="1100" dirty="0">
                          <a:effectLst/>
                        </a:rPr>
                        <a:t>Defect Remediation</a:t>
                      </a:r>
                      <a:endParaRPr lang="en-US" sz="1100" dirty="0">
                        <a:solidFill>
                          <a:schemeClr val="tx1"/>
                        </a:solidFill>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a:t>
                      </a:r>
                      <a:endParaRPr kumimoji="0" lang="en-US" sz="1100" b="0" i="0" u="none" strike="noStrike" kern="1200" cap="none" spc="0" normalizeH="0" baseline="0" noProof="0" dirty="0">
                        <a:ln>
                          <a:noFill/>
                        </a:ln>
                        <a:solidFill>
                          <a:schemeClr val="tx1"/>
                        </a:solidFill>
                        <a:effectLst/>
                        <a:uLnTx/>
                        <a:uFillTx/>
                        <a:latin typeface="Arial" panose="020B0604020202020204" pitchFamily="34" charset="0"/>
                        <a:ea typeface="SimSun" panose="02010600030101010101" pitchFamily="2" charset="-122"/>
                        <a:cs typeface="Arial" panose="020B0604020202020204" pitchFamily="34" charset="0"/>
                      </a:endParaRPr>
                    </a:p>
                  </a:txBody>
                  <a:tcPr marL="68580" marR="68580" marT="0" marB="0" anchor="ctr"/>
                </a:tc>
                <a:tc>
                  <a:txBody>
                    <a:bodyPr/>
                    <a:lstStyle/>
                    <a:p>
                      <a:pPr marL="228600" marR="0" algn="ctr">
                        <a:spcBef>
                          <a:spcPts val="0"/>
                        </a:spcBef>
                        <a:spcAft>
                          <a:spcPts val="0"/>
                        </a:spcAft>
                      </a:pPr>
                      <a:r>
                        <a:rPr lang="en-US" sz="1100" dirty="0">
                          <a:effectLst/>
                        </a:rPr>
                        <a:t>Dev </a:t>
                      </a:r>
                      <a:endParaRPr lang="en-US" sz="1100" dirty="0">
                        <a:solidFill>
                          <a:schemeClr val="tx1"/>
                        </a:solidFill>
                        <a:effectLst/>
                        <a:latin typeface="Arial" panose="020B0604020202020204" pitchFamily="34" charset="0"/>
                        <a:ea typeface="SimSun" panose="02010600030101010101" pitchFamily="2" charset="-122"/>
                        <a:cs typeface="Arial" panose="020B0604020202020204" pitchFamily="34" charset="0"/>
                      </a:endParaRPr>
                    </a:p>
                  </a:txBody>
                  <a:tcPr marL="0" marR="0" marT="0" marB="0" anchor="ctr"/>
                </a:tc>
                <a:tc>
                  <a:txBody>
                    <a:bodyPr/>
                    <a:lstStyle/>
                    <a:p>
                      <a:pPr marL="228600" marR="0" algn="ctr">
                        <a:spcBef>
                          <a:spcPts val="0"/>
                        </a:spcBef>
                        <a:spcAft>
                          <a:spcPts val="0"/>
                        </a:spcAft>
                      </a:pPr>
                      <a:r>
                        <a:rPr lang="en-US" sz="1100" dirty="0">
                          <a:effectLst/>
                        </a:rPr>
                        <a:t>N/A</a:t>
                      </a:r>
                      <a:endParaRPr lang="en-US" sz="1100" dirty="0">
                        <a:solidFill>
                          <a:schemeClr val="tx1"/>
                        </a:solidFill>
                        <a:effectLst/>
                        <a:latin typeface="Arial" panose="020B0604020202020204" pitchFamily="34" charset="0"/>
                        <a:ea typeface="SimSun" panose="02010600030101010101" pitchFamily="2" charset="-122"/>
                        <a:cs typeface="Arial" panose="020B0604020202020204" pitchFamily="34" charset="0"/>
                      </a:endParaRPr>
                    </a:p>
                  </a:txBody>
                  <a:tcPr marL="0" marR="0" marT="0" marB="0" anchor="ctr"/>
                </a:tc>
                <a:tc>
                  <a:txBody>
                    <a:bodyPr/>
                    <a:lstStyle/>
                    <a:p>
                      <a:pPr marL="342900" marR="0" lvl="0" indent="-342900">
                        <a:spcBef>
                          <a:spcPts val="0"/>
                        </a:spcBef>
                        <a:spcAft>
                          <a:spcPts val="0"/>
                        </a:spcAft>
                        <a:buFont typeface="Wingdings" panose="05000000000000000000" pitchFamily="2" charset="2"/>
                        <a:buChar char=""/>
                      </a:pPr>
                      <a:r>
                        <a:rPr lang="en-US" sz="1100" dirty="0">
                          <a:effectLst/>
                        </a:rPr>
                        <a:t>Effort to fix defects raised during Sprint </a:t>
                      </a:r>
                      <a:endParaRPr lang="en-US" sz="1100" dirty="0">
                        <a:solidFill>
                          <a:schemeClr val="tx1"/>
                        </a:solidFill>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nchor="ctr"/>
                </a:tc>
                <a:extLst>
                  <a:ext uri="{0D108BD9-81ED-4DB2-BD59-A6C34878D82A}">
                    <a16:rowId xmlns:a16="http://schemas.microsoft.com/office/drawing/2014/main" val="10005"/>
                  </a:ext>
                </a:extLst>
              </a:tr>
              <a:tr h="400476">
                <a:tc>
                  <a:txBody>
                    <a:bodyPr/>
                    <a:lstStyle/>
                    <a:p>
                      <a:pPr marL="0" marR="0">
                        <a:spcBef>
                          <a:spcPts val="0"/>
                        </a:spcBef>
                        <a:spcAft>
                          <a:spcPts val="0"/>
                        </a:spcAft>
                      </a:pPr>
                      <a:r>
                        <a:rPr lang="en-US" sz="1100" dirty="0">
                          <a:effectLst/>
                        </a:rPr>
                        <a:t>Functional Test Authoring</a:t>
                      </a:r>
                      <a:endParaRPr lang="en-US" sz="1100" dirty="0">
                        <a:solidFill>
                          <a:schemeClr val="tx1"/>
                        </a:solidFill>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nchor="ctr"/>
                </a:tc>
                <a:tc>
                  <a:txBody>
                    <a:bodyPr/>
                    <a:lstStyle/>
                    <a:p>
                      <a:pPr marL="0" marR="0" algn="ctr" defTabSz="914400" rtl="0" eaLnBrk="1" latinLnBrk="0" hangingPunct="1">
                        <a:spcBef>
                          <a:spcPts val="0"/>
                        </a:spcBef>
                        <a:spcAft>
                          <a:spcPts val="0"/>
                        </a:spcAft>
                      </a:pPr>
                      <a:r>
                        <a:rPr lang="en-US" sz="1100" kern="1200" dirty="0">
                          <a:effectLst/>
                        </a:rPr>
                        <a:t>1 to many</a:t>
                      </a:r>
                      <a:endParaRPr lang="en-US" sz="1100" kern="12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tc>
                <a:tc>
                  <a:txBody>
                    <a:bodyPr/>
                    <a:lstStyle/>
                    <a:p>
                      <a:pPr marL="228600" marR="0" algn="ctr">
                        <a:spcBef>
                          <a:spcPts val="0"/>
                        </a:spcBef>
                        <a:spcAft>
                          <a:spcPts val="0"/>
                        </a:spcAft>
                      </a:pPr>
                      <a:r>
                        <a:rPr lang="en-US" sz="1100" dirty="0">
                          <a:effectLst/>
                        </a:rPr>
                        <a:t>QA</a:t>
                      </a:r>
                      <a:endParaRPr lang="en-US" sz="1100" dirty="0">
                        <a:solidFill>
                          <a:schemeClr val="tx1"/>
                        </a:solidFill>
                        <a:effectLst/>
                        <a:latin typeface="Arial" panose="020B0604020202020204" pitchFamily="34" charset="0"/>
                        <a:ea typeface="SimSun" panose="02010600030101010101" pitchFamily="2" charset="-122"/>
                        <a:cs typeface="Arial" panose="020B0604020202020204" pitchFamily="34" charset="0"/>
                      </a:endParaRPr>
                    </a:p>
                  </a:txBody>
                  <a:tcPr marL="0" marR="0" marT="0" marB="0" anchor="ctr"/>
                </a:tc>
                <a:tc>
                  <a:txBody>
                    <a:bodyPr/>
                    <a:lstStyle/>
                    <a:p>
                      <a:pPr marL="228600" marR="0" algn="ctr">
                        <a:spcBef>
                          <a:spcPts val="0"/>
                        </a:spcBef>
                        <a:spcAft>
                          <a:spcPts val="0"/>
                        </a:spcAft>
                      </a:pPr>
                      <a:r>
                        <a:rPr lang="en-US" sz="1100" dirty="0">
                          <a:effectLst/>
                        </a:rPr>
                        <a:t>Functional and Regression test set</a:t>
                      </a:r>
                      <a:endParaRPr lang="en-US" sz="1100" dirty="0">
                        <a:solidFill>
                          <a:schemeClr val="tx1"/>
                        </a:solidFill>
                        <a:effectLst/>
                        <a:latin typeface="Arial" panose="020B0604020202020204" pitchFamily="34" charset="0"/>
                        <a:ea typeface="SimSun" panose="02010600030101010101" pitchFamily="2" charset="-122"/>
                        <a:cs typeface="Arial" panose="020B0604020202020204" pitchFamily="34" charset="0"/>
                      </a:endParaRPr>
                    </a:p>
                  </a:txBody>
                  <a:tcPr marL="0" marR="0" marT="0" marB="0" anchor="ctr"/>
                </a:tc>
                <a:tc>
                  <a:txBody>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100" dirty="0">
                          <a:effectLst/>
                        </a:rPr>
                        <a:t>Effort required for test authoring and test data preparation</a:t>
                      </a:r>
                      <a:endParaRPr lang="en-US" sz="1100" dirty="0">
                        <a:solidFill>
                          <a:schemeClr val="tx1"/>
                        </a:solidFill>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nchor="ctr"/>
                </a:tc>
                <a:extLst>
                  <a:ext uri="{0D108BD9-81ED-4DB2-BD59-A6C34878D82A}">
                    <a16:rowId xmlns:a16="http://schemas.microsoft.com/office/drawing/2014/main" val="3464892320"/>
                  </a:ext>
                </a:extLst>
              </a:tr>
              <a:tr h="400476">
                <a:tc>
                  <a:txBody>
                    <a:bodyPr/>
                    <a:lstStyle/>
                    <a:p>
                      <a:pPr marL="0" marR="0">
                        <a:spcBef>
                          <a:spcPts val="0"/>
                        </a:spcBef>
                        <a:spcAft>
                          <a:spcPts val="0"/>
                        </a:spcAft>
                      </a:pPr>
                      <a:r>
                        <a:rPr lang="en-US" sz="1100" dirty="0">
                          <a:effectLst/>
                        </a:rPr>
                        <a:t>Functional Test Execution</a:t>
                      </a:r>
                      <a:endParaRPr lang="en-US" sz="1100" dirty="0">
                        <a:solidFill>
                          <a:schemeClr val="tx1"/>
                        </a:solidFill>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nchor="ctr"/>
                </a:tc>
                <a:tc>
                  <a:txBody>
                    <a:bodyPr/>
                    <a:lstStyle/>
                    <a:p>
                      <a:pPr marL="0" marR="0" algn="ctr" defTabSz="914400" rtl="0" eaLnBrk="1" latinLnBrk="0" hangingPunct="1">
                        <a:spcBef>
                          <a:spcPts val="0"/>
                        </a:spcBef>
                        <a:spcAft>
                          <a:spcPts val="0"/>
                        </a:spcAft>
                      </a:pPr>
                      <a:r>
                        <a:rPr lang="en-US" sz="1100" kern="1200" dirty="0">
                          <a:effectLst/>
                        </a:rPr>
                        <a:t>1 to many</a:t>
                      </a:r>
                      <a:endParaRPr lang="en-US" sz="1100" kern="1200" dirty="0">
                        <a:solidFill>
                          <a:schemeClr val="tx1"/>
                        </a:solidFill>
                        <a:effectLst/>
                        <a:latin typeface="Arial" panose="020B0604020202020204" pitchFamily="34" charset="0"/>
                        <a:ea typeface="+mn-ea"/>
                        <a:cs typeface="Arial" panose="020B0604020202020204" pitchFamily="34" charset="0"/>
                      </a:endParaRPr>
                    </a:p>
                  </a:txBody>
                  <a:tcPr marL="68580" marR="68580" marT="0" marB="0" anchor="ctr"/>
                </a:tc>
                <a:tc>
                  <a:txBody>
                    <a:bodyPr/>
                    <a:lstStyle/>
                    <a:p>
                      <a:pPr marL="228600" marR="0" algn="ctr">
                        <a:spcBef>
                          <a:spcPts val="0"/>
                        </a:spcBef>
                        <a:spcAft>
                          <a:spcPts val="0"/>
                        </a:spcAft>
                      </a:pPr>
                      <a:r>
                        <a:rPr lang="en-US" sz="1100" dirty="0">
                          <a:effectLst/>
                        </a:rPr>
                        <a:t>QA</a:t>
                      </a:r>
                      <a:endParaRPr lang="en-US" sz="1100" dirty="0">
                        <a:solidFill>
                          <a:schemeClr val="tx1"/>
                        </a:solidFill>
                        <a:effectLst/>
                        <a:latin typeface="Arial" panose="020B0604020202020204" pitchFamily="34" charset="0"/>
                        <a:ea typeface="SimSun" panose="02010600030101010101" pitchFamily="2" charset="-122"/>
                        <a:cs typeface="Arial" panose="020B0604020202020204" pitchFamily="34" charset="0"/>
                      </a:endParaRPr>
                    </a:p>
                  </a:txBody>
                  <a:tcPr marL="0" marR="0" marT="0" marB="0" anchor="ctr"/>
                </a:tc>
                <a:tc>
                  <a:txBody>
                    <a:bodyPr/>
                    <a:lstStyle/>
                    <a:p>
                      <a:pPr marL="228600" marR="0" algn="ctr">
                        <a:spcBef>
                          <a:spcPts val="0"/>
                        </a:spcBef>
                        <a:spcAft>
                          <a:spcPts val="0"/>
                        </a:spcAft>
                      </a:pPr>
                      <a:r>
                        <a:rPr lang="en-US" sz="1100" dirty="0">
                          <a:effectLst/>
                        </a:rPr>
                        <a:t>QA Report</a:t>
                      </a:r>
                      <a:endParaRPr lang="en-US" sz="1100" dirty="0">
                        <a:solidFill>
                          <a:schemeClr val="tx1"/>
                        </a:solidFill>
                        <a:effectLst/>
                        <a:latin typeface="Arial" panose="020B0604020202020204" pitchFamily="34" charset="0"/>
                        <a:ea typeface="SimSun" panose="02010600030101010101" pitchFamily="2" charset="-122"/>
                        <a:cs typeface="Arial" panose="020B0604020202020204" pitchFamily="34" charset="0"/>
                      </a:endParaRPr>
                    </a:p>
                  </a:txBody>
                  <a:tcPr marL="0" marR="0" marT="0" marB="0" anchor="ctr"/>
                </a:tc>
                <a:tc>
                  <a:txBody>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100" dirty="0">
                          <a:effectLst/>
                        </a:rPr>
                        <a:t>Effort required for test execution</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100" dirty="0">
                          <a:effectLst/>
                        </a:rPr>
                        <a:t>Confirm successful test execution and upload of QA report</a:t>
                      </a:r>
                      <a:endParaRPr lang="en-US" sz="1100" dirty="0">
                        <a:solidFill>
                          <a:schemeClr val="tx1"/>
                        </a:solidFill>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nchor="ctr"/>
                </a:tc>
                <a:extLst>
                  <a:ext uri="{0D108BD9-81ED-4DB2-BD59-A6C34878D82A}">
                    <a16:rowId xmlns:a16="http://schemas.microsoft.com/office/drawing/2014/main" val="2968115131"/>
                  </a:ext>
                </a:extLst>
              </a:tr>
            </a:tbl>
          </a:graphicData>
        </a:graphic>
      </p:graphicFrame>
    </p:spTree>
    <p:extLst>
      <p:ext uri="{BB962C8B-B14F-4D97-AF65-F5344CB8AC3E}">
        <p14:creationId xmlns:p14="http://schemas.microsoft.com/office/powerpoint/2010/main" val="30561993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F0D0A-C8BD-480C-A6F2-F71C03DE8BA9}"/>
              </a:ext>
            </a:extLst>
          </p:cNvPr>
          <p:cNvSpPr>
            <a:spLocks noGrp="1"/>
          </p:cNvSpPr>
          <p:nvPr>
            <p:ph type="title"/>
          </p:nvPr>
        </p:nvSpPr>
        <p:spPr/>
        <p:txBody>
          <a:bodyPr/>
          <a:lstStyle/>
          <a:p>
            <a:r>
              <a:rPr lang="en-GB" sz="2000" b="0" dirty="0"/>
              <a:t>Issue Creation – </a:t>
            </a:r>
            <a:r>
              <a:rPr lang="en-US" sz="2000" b="0" dirty="0"/>
              <a:t>Dependency</a:t>
            </a:r>
            <a:endParaRPr lang="en-GB" sz="2000" b="0" dirty="0"/>
          </a:p>
        </p:txBody>
      </p:sp>
      <p:sp>
        <p:nvSpPr>
          <p:cNvPr id="5" name="TextBox 4">
            <a:extLst>
              <a:ext uri="{FF2B5EF4-FFF2-40B4-BE49-F238E27FC236}">
                <a16:creationId xmlns:a16="http://schemas.microsoft.com/office/drawing/2014/main" id="{5D83D9F4-6982-4A6D-8BA5-D8F4140F553C}"/>
              </a:ext>
            </a:extLst>
          </p:cNvPr>
          <p:cNvSpPr txBox="1"/>
          <p:nvPr/>
        </p:nvSpPr>
        <p:spPr>
          <a:xfrm>
            <a:off x="479425" y="904975"/>
            <a:ext cx="5532862" cy="3539430"/>
          </a:xfrm>
          <a:prstGeom prst="rect">
            <a:avLst/>
          </a:prstGeom>
          <a:noFill/>
        </p:spPr>
        <p:txBody>
          <a:bodyPr wrap="square" rtlCol="0">
            <a:spAutoFit/>
          </a:bodyPr>
          <a:lstStyle/>
          <a:p>
            <a:r>
              <a:rPr lang="en-US" sz="1400" b="1" dirty="0">
                <a:cs typeface="Arial" panose="020B0604020202020204" pitchFamily="34" charset="0"/>
              </a:rPr>
              <a:t>Mandatory fields in GENERAL tab</a:t>
            </a:r>
          </a:p>
          <a:p>
            <a:endParaRPr lang="en-US" sz="1400" b="1" dirty="0">
              <a:cs typeface="Arial" panose="020B0604020202020204" pitchFamily="34" charset="0"/>
            </a:endParaRPr>
          </a:p>
          <a:p>
            <a:pPr marL="228600" indent="-228600">
              <a:buAutoNum type="arabicPeriod"/>
            </a:pPr>
            <a:r>
              <a:rPr lang="en-US" sz="1400" dirty="0">
                <a:latin typeface="Calibri" panose="020F0502020204030204" pitchFamily="34" charset="0"/>
                <a:cs typeface="Calibri" panose="020F0502020204030204" pitchFamily="34" charset="0"/>
              </a:rPr>
              <a:t>Summary</a:t>
            </a:r>
          </a:p>
          <a:p>
            <a:pPr marL="228600" indent="-228600">
              <a:buAutoNum type="arabicPeriod"/>
            </a:pPr>
            <a:r>
              <a:rPr lang="en-US" sz="1400" dirty="0">
                <a:latin typeface="Calibri" panose="020F0502020204030204" pitchFamily="34" charset="0"/>
                <a:cs typeface="Calibri" panose="020F0502020204030204" pitchFamily="34" charset="0"/>
              </a:rPr>
              <a:t>Assignee (point of contact responsible for getting closure on dependency resolution)  </a:t>
            </a:r>
          </a:p>
          <a:p>
            <a:pPr marL="228600" indent="-228600">
              <a:buAutoNum type="arabicPeriod"/>
            </a:pPr>
            <a:r>
              <a:rPr lang="en-US" sz="1400" dirty="0">
                <a:latin typeface="Calibri" panose="020F0502020204030204" pitchFamily="34" charset="0"/>
                <a:cs typeface="Calibri" panose="020F0502020204030204" pitchFamily="34" charset="0"/>
              </a:rPr>
              <a:t>Description</a:t>
            </a:r>
          </a:p>
          <a:p>
            <a:pPr marL="228600" indent="-228600">
              <a:buFont typeface="+mj-lt"/>
              <a:buAutoNum type="arabicPeriod" startAt="3"/>
            </a:pPr>
            <a:r>
              <a:rPr lang="en-US" sz="1400" dirty="0">
                <a:latin typeface="Calibri" panose="020F0502020204030204" pitchFamily="34" charset="0"/>
                <a:cs typeface="Calibri" panose="020F0502020204030204" pitchFamily="34" charset="0"/>
              </a:rPr>
              <a:t>Linked Issue</a:t>
            </a:r>
          </a:p>
          <a:p>
            <a:pPr marL="457200" indent="-228600">
              <a:buFont typeface="Wingdings" panose="05000000000000000000" pitchFamily="2" charset="2"/>
              <a:buChar char="§"/>
            </a:pPr>
            <a:r>
              <a:rPr lang="en-US" sz="1400" dirty="0">
                <a:latin typeface="Calibri" panose="020F0502020204030204" pitchFamily="34" charset="0"/>
                <a:cs typeface="Calibri" panose="020F0502020204030204" pitchFamily="34" charset="0"/>
              </a:rPr>
              <a:t>Impacted or dependent user story</a:t>
            </a:r>
          </a:p>
          <a:p>
            <a:pPr marL="457200" indent="-228600">
              <a:buFont typeface="Wingdings" panose="05000000000000000000" pitchFamily="2" charset="2"/>
              <a:buChar char="§"/>
            </a:pPr>
            <a:r>
              <a:rPr lang="en-US" sz="1400" dirty="0">
                <a:latin typeface="Calibri" panose="020F0502020204030204" pitchFamily="34" charset="0"/>
                <a:cs typeface="Calibri" panose="020F0502020204030204" pitchFamily="34" charset="0"/>
              </a:rPr>
              <a:t>Impacted or dependent defect</a:t>
            </a:r>
          </a:p>
          <a:p>
            <a:pPr marL="457200" indent="-228600">
              <a:buFont typeface="Wingdings" panose="05000000000000000000" pitchFamily="2" charset="2"/>
              <a:buChar char="§"/>
            </a:pPr>
            <a:r>
              <a:rPr lang="en-US" sz="1400" dirty="0">
                <a:latin typeface="Calibri" panose="020F0502020204030204" pitchFamily="34" charset="0"/>
                <a:cs typeface="Calibri" panose="020F0502020204030204" pitchFamily="34" charset="0"/>
              </a:rPr>
              <a:t>Impacted or dependent tests </a:t>
            </a:r>
          </a:p>
          <a:p>
            <a:pPr marL="228600" indent="-228600">
              <a:buFont typeface="+mj-lt"/>
              <a:buAutoNum type="arabicPeriod" startAt="5"/>
            </a:pPr>
            <a:r>
              <a:rPr lang="en-US" sz="1400" dirty="0">
                <a:latin typeface="Calibri" panose="020F0502020204030204" pitchFamily="34" charset="0"/>
                <a:cs typeface="Calibri" panose="020F0502020204030204" pitchFamily="34" charset="0"/>
              </a:rPr>
              <a:t>Priority</a:t>
            </a:r>
          </a:p>
          <a:p>
            <a:pPr marL="228600" indent="-228600">
              <a:buFont typeface="+mj-lt"/>
              <a:buAutoNum type="arabicPeriod" startAt="5"/>
            </a:pPr>
            <a:r>
              <a:rPr lang="en-US" sz="1400" dirty="0">
                <a:latin typeface="Calibri" panose="020F0502020204030204" pitchFamily="34" charset="0"/>
                <a:cs typeface="Calibri" panose="020F0502020204030204" pitchFamily="34" charset="0"/>
              </a:rPr>
              <a:t>Fix Version (version in which dependency is deployed)</a:t>
            </a:r>
          </a:p>
          <a:p>
            <a:pPr marL="228600" indent="-228600">
              <a:buFont typeface="+mj-lt"/>
              <a:buAutoNum type="arabicPeriod" startAt="5"/>
            </a:pPr>
            <a:r>
              <a:rPr lang="en-US" sz="1400" dirty="0">
                <a:latin typeface="Calibri" panose="020F0502020204030204" pitchFamily="34" charset="0"/>
                <a:cs typeface="Calibri" panose="020F0502020204030204" pitchFamily="34" charset="0"/>
              </a:rPr>
              <a:t>Acceptance Criteria </a:t>
            </a:r>
          </a:p>
          <a:p>
            <a:pPr marL="457200" indent="-228600">
              <a:buFont typeface="Wingdings" panose="05000000000000000000" pitchFamily="2" charset="2"/>
              <a:buChar char="§"/>
            </a:pPr>
            <a:r>
              <a:rPr lang="en-US" sz="1400" dirty="0">
                <a:latin typeface="Calibri" panose="020F0502020204030204" pitchFamily="34" charset="0"/>
                <a:cs typeface="Calibri" panose="020F0502020204030204" pitchFamily="34" charset="0"/>
              </a:rPr>
              <a:t>Given &lt;a scenario&gt;, When &lt;I do something&gt;, Then &lt;a result occurs&gt;</a:t>
            </a:r>
          </a:p>
          <a:p>
            <a:pPr marL="228600" indent="-228600">
              <a:buFont typeface="+mj-lt"/>
              <a:buAutoNum type="arabicPeriod" startAt="6"/>
            </a:pPr>
            <a:r>
              <a:rPr lang="en-US" sz="1400" dirty="0">
                <a:latin typeface="Calibri" panose="020F0502020204030204" pitchFamily="34" charset="0"/>
                <a:cs typeface="Calibri" panose="020F0502020204030204" pitchFamily="34" charset="0"/>
              </a:rPr>
              <a:t>Sprint</a:t>
            </a:r>
          </a:p>
          <a:p>
            <a:pPr marL="228600" indent="-228600">
              <a:buFont typeface="+mj-lt"/>
              <a:buAutoNum type="arabicPeriod" startAt="6"/>
            </a:pPr>
            <a:r>
              <a:rPr lang="en-US" sz="1400" dirty="0">
                <a:latin typeface="Calibri" panose="020F0502020204030204" pitchFamily="34" charset="0"/>
                <a:cs typeface="Calibri" panose="020F0502020204030204" pitchFamily="34" charset="0"/>
              </a:rPr>
              <a:t>Work Stream (stream impacted by the dependency)</a:t>
            </a:r>
          </a:p>
        </p:txBody>
      </p:sp>
      <p:sp>
        <p:nvSpPr>
          <p:cNvPr id="6" name="TextBox 5">
            <a:extLst>
              <a:ext uri="{FF2B5EF4-FFF2-40B4-BE49-F238E27FC236}">
                <a16:creationId xmlns:a16="http://schemas.microsoft.com/office/drawing/2014/main" id="{0C9D5C57-682C-40AD-9202-A0037D5A17B3}"/>
              </a:ext>
            </a:extLst>
          </p:cNvPr>
          <p:cNvSpPr txBox="1"/>
          <p:nvPr/>
        </p:nvSpPr>
        <p:spPr>
          <a:xfrm>
            <a:off x="479425" y="5214361"/>
            <a:ext cx="4245962" cy="738664"/>
          </a:xfrm>
          <a:prstGeom prst="rect">
            <a:avLst/>
          </a:prstGeom>
          <a:noFill/>
        </p:spPr>
        <p:txBody>
          <a:bodyPr wrap="square" rtlCol="0">
            <a:spAutoFit/>
          </a:bodyPr>
          <a:lstStyle/>
          <a:p>
            <a:r>
              <a:rPr lang="en-US" sz="1400" b="1" dirty="0">
                <a:cs typeface="Arial" panose="020B0604020202020204" pitchFamily="34" charset="0"/>
              </a:rPr>
              <a:t>Inputs in Date tab</a:t>
            </a:r>
          </a:p>
          <a:p>
            <a:endParaRPr lang="en-US" sz="1400" b="1" dirty="0">
              <a:latin typeface="Calibri" panose="020F0502020204030204" pitchFamily="34" charset="0"/>
              <a:cs typeface="Calibri" panose="020F0502020204030204" pitchFamily="34" charset="0"/>
            </a:endParaRPr>
          </a:p>
          <a:p>
            <a:r>
              <a:rPr lang="en-US" sz="1400" dirty="0">
                <a:latin typeface="Calibri" panose="020F0502020204030204" pitchFamily="34" charset="0"/>
                <a:cs typeface="Calibri" panose="020F0502020204030204" pitchFamily="34" charset="0"/>
              </a:rPr>
              <a:t>Planned due date to be updated by Scrum team</a:t>
            </a:r>
          </a:p>
        </p:txBody>
      </p:sp>
      <p:pic>
        <p:nvPicPr>
          <p:cNvPr id="10" name="Picture 9">
            <a:extLst>
              <a:ext uri="{FF2B5EF4-FFF2-40B4-BE49-F238E27FC236}">
                <a16:creationId xmlns:a16="http://schemas.microsoft.com/office/drawing/2014/main" id="{B69509B4-77CB-3C04-AFDF-6D0C782DD070}"/>
              </a:ext>
            </a:extLst>
          </p:cNvPr>
          <p:cNvPicPr>
            <a:picLocks noChangeAspect="1"/>
          </p:cNvPicPr>
          <p:nvPr/>
        </p:nvPicPr>
        <p:blipFill>
          <a:blip r:embed="rId2"/>
          <a:stretch>
            <a:fillRect/>
          </a:stretch>
        </p:blipFill>
        <p:spPr>
          <a:xfrm>
            <a:off x="6714683" y="807493"/>
            <a:ext cx="3828620" cy="5243014"/>
          </a:xfrm>
          <a:prstGeom prst="rect">
            <a:avLst/>
          </a:prstGeom>
        </p:spPr>
      </p:pic>
    </p:spTree>
    <p:extLst>
      <p:ext uri="{BB962C8B-B14F-4D97-AF65-F5344CB8AC3E}">
        <p14:creationId xmlns:p14="http://schemas.microsoft.com/office/powerpoint/2010/main" val="27535293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F0D0A-C8BD-480C-A6F2-F71C03DE8BA9}"/>
              </a:ext>
            </a:extLst>
          </p:cNvPr>
          <p:cNvSpPr>
            <a:spLocks noGrp="1"/>
          </p:cNvSpPr>
          <p:nvPr>
            <p:ph type="title"/>
          </p:nvPr>
        </p:nvSpPr>
        <p:spPr/>
        <p:txBody>
          <a:bodyPr/>
          <a:lstStyle/>
          <a:p>
            <a:r>
              <a:rPr lang="en-GB" sz="2000" b="0" dirty="0"/>
              <a:t>Issue Creation – </a:t>
            </a:r>
            <a:r>
              <a:rPr lang="en-US" sz="2000" b="0" dirty="0"/>
              <a:t>Defect</a:t>
            </a:r>
            <a:endParaRPr lang="en-GB" sz="2000" b="0" dirty="0"/>
          </a:p>
        </p:txBody>
      </p:sp>
      <p:sp>
        <p:nvSpPr>
          <p:cNvPr id="8" name="TextBox 7">
            <a:extLst>
              <a:ext uri="{FF2B5EF4-FFF2-40B4-BE49-F238E27FC236}">
                <a16:creationId xmlns:a16="http://schemas.microsoft.com/office/drawing/2014/main" id="{3210EF8A-9A4A-4041-A4D7-9BA29DD06149}"/>
              </a:ext>
            </a:extLst>
          </p:cNvPr>
          <p:cNvSpPr txBox="1"/>
          <p:nvPr/>
        </p:nvSpPr>
        <p:spPr>
          <a:xfrm>
            <a:off x="441476" y="976095"/>
            <a:ext cx="5532862" cy="4401205"/>
          </a:xfrm>
          <a:prstGeom prst="rect">
            <a:avLst/>
          </a:prstGeom>
          <a:noFill/>
        </p:spPr>
        <p:txBody>
          <a:bodyPr wrap="square" rtlCol="0">
            <a:spAutoFit/>
          </a:bodyPr>
          <a:lstStyle/>
          <a:p>
            <a:r>
              <a:rPr lang="en-US" sz="1400" b="1" dirty="0">
                <a:cs typeface="Arial" panose="020B0604020202020204" pitchFamily="34" charset="0"/>
              </a:rPr>
              <a:t>Mandatory fields in GENERAL tab</a:t>
            </a:r>
          </a:p>
          <a:p>
            <a:endParaRPr lang="en-US" sz="1400" b="1" dirty="0">
              <a:cs typeface="Arial" panose="020B0604020202020204" pitchFamily="34" charset="0"/>
            </a:endParaRPr>
          </a:p>
          <a:p>
            <a:pPr marL="228600" indent="-228600">
              <a:buAutoNum type="arabicPeriod"/>
            </a:pPr>
            <a:r>
              <a:rPr lang="en-US" sz="1400" dirty="0">
                <a:latin typeface="Calibri" panose="020F0502020204030204" pitchFamily="34" charset="0"/>
                <a:cs typeface="Calibri" panose="020F0502020204030204" pitchFamily="34" charset="0"/>
              </a:rPr>
              <a:t>Summary</a:t>
            </a:r>
          </a:p>
          <a:p>
            <a:pPr marL="228600" indent="-228600">
              <a:buAutoNum type="arabicPeriod"/>
            </a:pPr>
            <a:r>
              <a:rPr lang="en-US" sz="1400" dirty="0">
                <a:latin typeface="Calibri" panose="020F0502020204030204" pitchFamily="34" charset="0"/>
                <a:cs typeface="Calibri" panose="020F0502020204030204" pitchFamily="34" charset="0"/>
              </a:rPr>
              <a:t>Reporter</a:t>
            </a:r>
          </a:p>
          <a:p>
            <a:pPr marL="228600" indent="-228600">
              <a:buAutoNum type="arabicPeriod"/>
            </a:pPr>
            <a:r>
              <a:rPr lang="en-US" sz="1400" dirty="0">
                <a:latin typeface="Calibri" panose="020F0502020204030204" pitchFamily="34" charset="0"/>
                <a:cs typeface="Calibri" panose="020F0502020204030204" pitchFamily="34" charset="0"/>
              </a:rPr>
              <a:t>Description</a:t>
            </a:r>
          </a:p>
          <a:p>
            <a:pPr marL="228600" indent="-228600">
              <a:buAutoNum type="arabicPeriod"/>
            </a:pPr>
            <a:r>
              <a:rPr lang="en-US" sz="1400" dirty="0">
                <a:latin typeface="Calibri" panose="020F0502020204030204" pitchFamily="34" charset="0"/>
                <a:cs typeface="Calibri" panose="020F0502020204030204" pitchFamily="34" charset="0"/>
              </a:rPr>
              <a:t>Fix Version</a:t>
            </a:r>
          </a:p>
          <a:p>
            <a:pPr marL="228600" indent="-228600">
              <a:buAutoNum type="arabicPeriod"/>
            </a:pPr>
            <a:r>
              <a:rPr lang="en-US" sz="1400" dirty="0">
                <a:latin typeface="Calibri" panose="020F0502020204030204" pitchFamily="34" charset="0"/>
                <a:cs typeface="Calibri" panose="020F0502020204030204" pitchFamily="34" charset="0"/>
              </a:rPr>
              <a:t>Affects Version</a:t>
            </a:r>
          </a:p>
          <a:p>
            <a:pPr marL="228600" indent="-228600">
              <a:buAutoNum type="arabicPeriod"/>
            </a:pPr>
            <a:r>
              <a:rPr lang="en-US" sz="1400" dirty="0">
                <a:latin typeface="Calibri" panose="020F0502020204030204" pitchFamily="34" charset="0"/>
                <a:cs typeface="Calibri" panose="020F0502020204030204" pitchFamily="34" charset="0"/>
              </a:rPr>
              <a:t>Severity</a:t>
            </a:r>
          </a:p>
          <a:p>
            <a:pPr marL="228600" indent="-228600">
              <a:buAutoNum type="arabicPeriod"/>
            </a:pPr>
            <a:r>
              <a:rPr lang="en-US" sz="1400" dirty="0">
                <a:latin typeface="Calibri" panose="020F0502020204030204" pitchFamily="34" charset="0"/>
                <a:cs typeface="Calibri" panose="020F0502020204030204" pitchFamily="34" charset="0"/>
              </a:rPr>
              <a:t>Environment (dropdown of environment in which </a:t>
            </a:r>
          </a:p>
          <a:p>
            <a:pPr marL="228600" indent="-228600">
              <a:buFontTx/>
              <a:buAutoNum type="arabicPeriod"/>
            </a:pPr>
            <a:r>
              <a:rPr lang="en-US" sz="1400" dirty="0">
                <a:latin typeface="Calibri" panose="020F0502020204030204" pitchFamily="34" charset="0"/>
                <a:cs typeface="Calibri" panose="020F0502020204030204" pitchFamily="34" charset="0"/>
              </a:rPr>
              <a:t>Assignee (Product Owner)  </a:t>
            </a:r>
          </a:p>
          <a:p>
            <a:r>
              <a:rPr lang="en-US" sz="1400" dirty="0">
                <a:latin typeface="Calibri" panose="020F0502020204030204" pitchFamily="34" charset="0"/>
                <a:cs typeface="Calibri" panose="020F0502020204030204" pitchFamily="34" charset="0"/>
              </a:rPr>
              <a:t>9.  Linked Issue</a:t>
            </a:r>
          </a:p>
          <a:p>
            <a:pPr marL="457200" indent="-228600">
              <a:buFont typeface="Wingdings" panose="05000000000000000000" pitchFamily="2" charset="2"/>
              <a:buChar char="§"/>
            </a:pPr>
            <a:r>
              <a:rPr lang="en-US" sz="1400" dirty="0">
                <a:latin typeface="Calibri" panose="020F0502020204030204" pitchFamily="34" charset="0"/>
                <a:cs typeface="Calibri" panose="020F0502020204030204" pitchFamily="34" charset="0"/>
              </a:rPr>
              <a:t>Impacted and dependent user story</a:t>
            </a:r>
          </a:p>
          <a:p>
            <a:pPr marL="457200" indent="-228600">
              <a:buFont typeface="Wingdings" panose="05000000000000000000" pitchFamily="2" charset="2"/>
              <a:buChar char="§"/>
            </a:pPr>
            <a:r>
              <a:rPr lang="en-US" sz="1400" dirty="0">
                <a:latin typeface="Calibri" panose="020F0502020204030204" pitchFamily="34" charset="0"/>
                <a:cs typeface="Calibri" panose="020F0502020204030204" pitchFamily="34" charset="0"/>
              </a:rPr>
              <a:t>Impacted and dependent test case</a:t>
            </a:r>
          </a:p>
          <a:p>
            <a:r>
              <a:rPr lang="en-US" sz="1400" dirty="0">
                <a:latin typeface="Calibri" panose="020F0502020204030204" pitchFamily="34" charset="0"/>
                <a:cs typeface="Calibri" panose="020F0502020204030204" pitchFamily="34" charset="0"/>
              </a:rPr>
              <a:t>10. Defect Priority</a:t>
            </a:r>
          </a:p>
          <a:p>
            <a:r>
              <a:rPr lang="en-US" sz="1400" dirty="0">
                <a:latin typeface="Calibri" panose="020F0502020204030204" pitchFamily="34" charset="0"/>
                <a:cs typeface="Calibri" panose="020F0502020204030204" pitchFamily="34" charset="0"/>
              </a:rPr>
              <a:t>11. Root Cause</a:t>
            </a:r>
          </a:p>
          <a:p>
            <a:r>
              <a:rPr lang="en-US" sz="1400" dirty="0">
                <a:latin typeface="Calibri" panose="020F0502020204030204" pitchFamily="34" charset="0"/>
                <a:cs typeface="Calibri" panose="020F0502020204030204" pitchFamily="34" charset="0"/>
              </a:rPr>
              <a:t>12. Sprint</a:t>
            </a:r>
          </a:p>
          <a:p>
            <a:r>
              <a:rPr lang="en-US" sz="1400" dirty="0">
                <a:latin typeface="Calibri" panose="020F0502020204030204" pitchFamily="34" charset="0"/>
                <a:cs typeface="Calibri" panose="020F0502020204030204" pitchFamily="34" charset="0"/>
              </a:rPr>
              <a:t>13. Defect Type</a:t>
            </a:r>
          </a:p>
          <a:p>
            <a:r>
              <a:rPr lang="en-US" sz="1400" dirty="0">
                <a:latin typeface="Calibri" panose="020F0502020204030204" pitchFamily="34" charset="0"/>
                <a:cs typeface="Calibri" panose="020F0502020204030204" pitchFamily="34" charset="0"/>
              </a:rPr>
              <a:t>14. Defect Category</a:t>
            </a:r>
          </a:p>
          <a:p>
            <a:r>
              <a:rPr lang="en-US" sz="1400" dirty="0">
                <a:latin typeface="Calibri" panose="020F0502020204030204" pitchFamily="34" charset="0"/>
                <a:cs typeface="Calibri" panose="020F0502020204030204" pitchFamily="34" charset="0"/>
              </a:rPr>
              <a:t>15. Impacted Application</a:t>
            </a:r>
          </a:p>
          <a:p>
            <a:r>
              <a:rPr lang="en-US" sz="1400" dirty="0">
                <a:latin typeface="Calibri" panose="020F0502020204030204" pitchFamily="34" charset="0"/>
                <a:cs typeface="Calibri" panose="020F0502020204030204" pitchFamily="34" charset="0"/>
              </a:rPr>
              <a:t>16. Work Stream (stream in which defect is identified</a:t>
            </a:r>
            <a:r>
              <a:rPr lang="en-US" sz="1200" dirty="0">
                <a:latin typeface="Arial" panose="020B0604020202020204" pitchFamily="34" charset="0"/>
                <a:cs typeface="Arial" panose="020B0604020202020204" pitchFamily="34" charset="0"/>
              </a:rPr>
              <a:t>)</a:t>
            </a:r>
          </a:p>
        </p:txBody>
      </p:sp>
      <p:pic>
        <p:nvPicPr>
          <p:cNvPr id="14" name="Picture 13">
            <a:extLst>
              <a:ext uri="{FF2B5EF4-FFF2-40B4-BE49-F238E27FC236}">
                <a16:creationId xmlns:a16="http://schemas.microsoft.com/office/drawing/2014/main" id="{91264682-5374-9ED7-E8A1-6773C0B0BD58}"/>
              </a:ext>
            </a:extLst>
          </p:cNvPr>
          <p:cNvPicPr>
            <a:picLocks noChangeAspect="1"/>
          </p:cNvPicPr>
          <p:nvPr/>
        </p:nvPicPr>
        <p:blipFill>
          <a:blip r:embed="rId2"/>
          <a:stretch>
            <a:fillRect/>
          </a:stretch>
        </p:blipFill>
        <p:spPr>
          <a:xfrm>
            <a:off x="4426318" y="1026073"/>
            <a:ext cx="7480440" cy="4462659"/>
          </a:xfrm>
          <a:prstGeom prst="rect">
            <a:avLst/>
          </a:prstGeom>
        </p:spPr>
      </p:pic>
    </p:spTree>
    <p:extLst>
      <p:ext uri="{BB962C8B-B14F-4D97-AF65-F5344CB8AC3E}">
        <p14:creationId xmlns:p14="http://schemas.microsoft.com/office/powerpoint/2010/main" val="36504649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F0D0A-C8BD-480C-A6F2-F71C03DE8BA9}"/>
              </a:ext>
            </a:extLst>
          </p:cNvPr>
          <p:cNvSpPr>
            <a:spLocks noGrp="1"/>
          </p:cNvSpPr>
          <p:nvPr>
            <p:ph type="title"/>
          </p:nvPr>
        </p:nvSpPr>
        <p:spPr/>
        <p:txBody>
          <a:bodyPr/>
          <a:lstStyle/>
          <a:p>
            <a:r>
              <a:rPr lang="en-GB" sz="2000" b="0" dirty="0"/>
              <a:t>Issue Creation – </a:t>
            </a:r>
            <a:r>
              <a:rPr lang="en-US" sz="2000" b="0" dirty="0"/>
              <a:t>Observation</a:t>
            </a:r>
            <a:endParaRPr lang="en-GB" sz="2000" b="0" dirty="0"/>
          </a:p>
        </p:txBody>
      </p:sp>
      <p:sp>
        <p:nvSpPr>
          <p:cNvPr id="8" name="TextBox 7">
            <a:extLst>
              <a:ext uri="{FF2B5EF4-FFF2-40B4-BE49-F238E27FC236}">
                <a16:creationId xmlns:a16="http://schemas.microsoft.com/office/drawing/2014/main" id="{FB36D724-0ECB-4C3F-ACAB-2EFB2F573D67}"/>
              </a:ext>
            </a:extLst>
          </p:cNvPr>
          <p:cNvSpPr txBox="1"/>
          <p:nvPr/>
        </p:nvSpPr>
        <p:spPr>
          <a:xfrm>
            <a:off x="479425" y="904975"/>
            <a:ext cx="4245962" cy="1138773"/>
          </a:xfrm>
          <a:prstGeom prst="rect">
            <a:avLst/>
          </a:prstGeom>
          <a:noFill/>
        </p:spPr>
        <p:txBody>
          <a:bodyPr wrap="square" rtlCol="0">
            <a:spAutoFit/>
          </a:bodyPr>
          <a:lstStyle/>
          <a:p>
            <a:r>
              <a:rPr lang="en-US" sz="1400" dirty="0">
                <a:latin typeface="Calibri" panose="020F0502020204030204" pitchFamily="34" charset="0"/>
                <a:cs typeface="Calibri" panose="020F0502020204030204" pitchFamily="34" charset="0"/>
              </a:rPr>
              <a:t>Functional gap or defect that do not conform to requirement description or acceptance criteria stated in the user story will be logged as an Observation</a:t>
            </a:r>
          </a:p>
          <a:p>
            <a:endParaRPr lang="en-US" sz="1400" b="1" dirty="0">
              <a:latin typeface="Calibri" panose="020F0502020204030204" pitchFamily="34" charset="0"/>
              <a:cs typeface="Calibri" panose="020F0502020204030204" pitchFamily="34" charset="0"/>
            </a:endParaRPr>
          </a:p>
          <a:p>
            <a:endParaRPr lang="en-US" sz="12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B618582E-5C84-4825-B1D4-2A35EF1F9E9A}"/>
              </a:ext>
            </a:extLst>
          </p:cNvPr>
          <p:cNvSpPr txBox="1"/>
          <p:nvPr/>
        </p:nvSpPr>
        <p:spPr>
          <a:xfrm>
            <a:off x="479425" y="1722676"/>
            <a:ext cx="5532862" cy="3108543"/>
          </a:xfrm>
          <a:prstGeom prst="rect">
            <a:avLst/>
          </a:prstGeom>
          <a:noFill/>
        </p:spPr>
        <p:txBody>
          <a:bodyPr wrap="square" rtlCol="0">
            <a:spAutoFit/>
          </a:bodyPr>
          <a:lstStyle/>
          <a:p>
            <a:r>
              <a:rPr lang="en-US" sz="1400" b="1" dirty="0">
                <a:cs typeface="Arial" panose="020B0604020202020204" pitchFamily="34" charset="0"/>
              </a:rPr>
              <a:t>Mandatory fields in GENERAL tab</a:t>
            </a:r>
          </a:p>
          <a:p>
            <a:endParaRPr lang="en-US" sz="1400" b="1" dirty="0">
              <a:cs typeface="Arial" panose="020B0604020202020204" pitchFamily="34" charset="0"/>
            </a:endParaRPr>
          </a:p>
          <a:p>
            <a:pPr marL="228600" indent="-228600">
              <a:buAutoNum type="arabicPeriod"/>
            </a:pPr>
            <a:r>
              <a:rPr lang="en-US" sz="1400" dirty="0">
                <a:latin typeface="Calibri" panose="020F0502020204030204" pitchFamily="34" charset="0"/>
                <a:cs typeface="Calibri" panose="020F0502020204030204" pitchFamily="34" charset="0"/>
              </a:rPr>
              <a:t>Summary</a:t>
            </a:r>
          </a:p>
          <a:p>
            <a:pPr marL="228600" indent="-228600">
              <a:buAutoNum type="arabicPeriod"/>
            </a:pPr>
            <a:r>
              <a:rPr lang="en-US" sz="1400" dirty="0">
                <a:latin typeface="Calibri" panose="020F0502020204030204" pitchFamily="34" charset="0"/>
                <a:cs typeface="Calibri" panose="020F0502020204030204" pitchFamily="34" charset="0"/>
              </a:rPr>
              <a:t>Description</a:t>
            </a:r>
          </a:p>
          <a:p>
            <a:pPr marL="228600" indent="-228600">
              <a:buFontTx/>
              <a:buAutoNum type="arabicPeriod"/>
            </a:pPr>
            <a:r>
              <a:rPr lang="en-US" sz="1400" dirty="0">
                <a:latin typeface="Calibri" panose="020F0502020204030204" pitchFamily="34" charset="0"/>
                <a:cs typeface="Calibri" panose="020F0502020204030204" pitchFamily="34" charset="0"/>
              </a:rPr>
              <a:t>Assignee (Product Owner)</a:t>
            </a:r>
          </a:p>
          <a:p>
            <a:pPr marL="228600" indent="-228600">
              <a:buFontTx/>
              <a:buAutoNum type="arabicPeriod"/>
            </a:pPr>
            <a:r>
              <a:rPr lang="en-US" sz="1400" dirty="0">
                <a:latin typeface="Calibri" panose="020F0502020204030204" pitchFamily="34" charset="0"/>
                <a:cs typeface="Calibri" panose="020F0502020204030204" pitchFamily="34" charset="0"/>
              </a:rPr>
              <a:t>Release (Release in which observation is identified)</a:t>
            </a:r>
          </a:p>
          <a:p>
            <a:pPr marL="228600" indent="-228600">
              <a:buAutoNum type="arabicPeriod"/>
            </a:pPr>
            <a:r>
              <a:rPr lang="en-US" sz="1400" dirty="0">
                <a:latin typeface="Calibri" panose="020F0502020204030204" pitchFamily="34" charset="0"/>
                <a:cs typeface="Calibri" panose="020F0502020204030204" pitchFamily="34" charset="0"/>
              </a:rPr>
              <a:t>Business priority</a:t>
            </a:r>
          </a:p>
          <a:p>
            <a:pPr marL="228600" indent="-228600">
              <a:buAutoNum type="arabicPeriod"/>
            </a:pPr>
            <a:r>
              <a:rPr lang="en-US" sz="1400" dirty="0">
                <a:latin typeface="Calibri" panose="020F0502020204030204" pitchFamily="34" charset="0"/>
                <a:cs typeface="Calibri" panose="020F0502020204030204" pitchFamily="34" charset="0"/>
              </a:rPr>
              <a:t>Severity</a:t>
            </a:r>
          </a:p>
          <a:p>
            <a:pPr marL="228600" indent="-228600">
              <a:buFont typeface="+mj-lt"/>
              <a:buAutoNum type="arabicPeriod" startAt="3"/>
            </a:pPr>
            <a:r>
              <a:rPr lang="en-US" sz="1400" dirty="0">
                <a:latin typeface="Calibri" panose="020F0502020204030204" pitchFamily="34" charset="0"/>
                <a:cs typeface="Calibri" panose="020F0502020204030204" pitchFamily="34" charset="0"/>
              </a:rPr>
              <a:t>Linked Issue</a:t>
            </a:r>
          </a:p>
          <a:p>
            <a:pPr marL="457200" indent="-228600">
              <a:buFont typeface="Wingdings" panose="05000000000000000000" pitchFamily="2" charset="2"/>
              <a:buChar char="§"/>
            </a:pPr>
            <a:r>
              <a:rPr lang="en-US" sz="1400" dirty="0">
                <a:latin typeface="Calibri" panose="020F0502020204030204" pitchFamily="34" charset="0"/>
                <a:cs typeface="Calibri" panose="020F0502020204030204" pitchFamily="34" charset="0"/>
              </a:rPr>
              <a:t>Impacted and dependent user story</a:t>
            </a:r>
          </a:p>
          <a:p>
            <a:pPr marL="457200" indent="-228600">
              <a:buFont typeface="Wingdings" panose="05000000000000000000" pitchFamily="2" charset="2"/>
              <a:buChar char="§"/>
            </a:pPr>
            <a:r>
              <a:rPr lang="en-US" sz="1400" dirty="0">
                <a:latin typeface="Calibri" panose="020F0502020204030204" pitchFamily="34" charset="0"/>
                <a:cs typeface="Calibri" panose="020F0502020204030204" pitchFamily="34" charset="0"/>
              </a:rPr>
              <a:t>Impacted and dependent defect</a:t>
            </a:r>
          </a:p>
          <a:p>
            <a:pPr marL="228600" indent="-228600">
              <a:buFont typeface="+mj-lt"/>
              <a:buAutoNum type="arabicPeriod" startAt="5"/>
            </a:pPr>
            <a:r>
              <a:rPr lang="en-US" sz="1400" dirty="0">
                <a:latin typeface="Calibri" panose="020F0502020204030204" pitchFamily="34" charset="0"/>
                <a:cs typeface="Calibri" panose="020F0502020204030204" pitchFamily="34" charset="0"/>
              </a:rPr>
              <a:t>Root Cause</a:t>
            </a:r>
          </a:p>
          <a:p>
            <a:pPr marL="228600" indent="-228600">
              <a:buFont typeface="+mj-lt"/>
              <a:buAutoNum type="arabicPeriod" startAt="5"/>
            </a:pPr>
            <a:r>
              <a:rPr lang="en-US" sz="1400" dirty="0">
                <a:latin typeface="Calibri" panose="020F0502020204030204" pitchFamily="34" charset="0"/>
                <a:cs typeface="Calibri" panose="020F0502020204030204" pitchFamily="34" charset="0"/>
              </a:rPr>
              <a:t>Impacted Application</a:t>
            </a:r>
          </a:p>
          <a:p>
            <a:pPr marL="228600" indent="-228600">
              <a:buFont typeface="+mj-lt"/>
              <a:buAutoNum type="arabicPeriod" startAt="5"/>
            </a:pPr>
            <a:r>
              <a:rPr lang="en-US" sz="1400" dirty="0">
                <a:latin typeface="Calibri" panose="020F0502020204030204" pitchFamily="34" charset="0"/>
                <a:cs typeface="Calibri" panose="020F0502020204030204" pitchFamily="34" charset="0"/>
              </a:rPr>
              <a:t>Work Stream (stream in which observation is identified)</a:t>
            </a:r>
          </a:p>
        </p:txBody>
      </p:sp>
      <p:pic>
        <p:nvPicPr>
          <p:cNvPr id="10" name="Picture 9">
            <a:extLst>
              <a:ext uri="{FF2B5EF4-FFF2-40B4-BE49-F238E27FC236}">
                <a16:creationId xmlns:a16="http://schemas.microsoft.com/office/drawing/2014/main" id="{22730DA0-40E0-4A7B-B50A-0C6E3F6A5509}"/>
              </a:ext>
            </a:extLst>
          </p:cNvPr>
          <p:cNvPicPr>
            <a:picLocks noChangeAspect="1"/>
          </p:cNvPicPr>
          <p:nvPr/>
        </p:nvPicPr>
        <p:blipFill>
          <a:blip r:embed="rId2"/>
          <a:stretch>
            <a:fillRect/>
          </a:stretch>
        </p:blipFill>
        <p:spPr>
          <a:xfrm>
            <a:off x="4953720" y="732403"/>
            <a:ext cx="7065876" cy="4773582"/>
          </a:xfrm>
          <a:prstGeom prst="rect">
            <a:avLst/>
          </a:prstGeom>
        </p:spPr>
      </p:pic>
    </p:spTree>
    <p:extLst>
      <p:ext uri="{BB962C8B-B14F-4D97-AF65-F5344CB8AC3E}">
        <p14:creationId xmlns:p14="http://schemas.microsoft.com/office/powerpoint/2010/main" val="7056846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FA17F09-552C-4362-A0ED-DEDA65FFE7BD}"/>
              </a:ext>
            </a:extLst>
          </p:cNvPr>
          <p:cNvSpPr txBox="1"/>
          <p:nvPr/>
        </p:nvSpPr>
        <p:spPr>
          <a:xfrm>
            <a:off x="247650" y="1085850"/>
            <a:ext cx="2314575" cy="461665"/>
          </a:xfrm>
          <a:prstGeom prst="rect">
            <a:avLst/>
          </a:prstGeom>
          <a:noFill/>
        </p:spPr>
        <p:txBody>
          <a:bodyPr wrap="square" rtlCol="0">
            <a:spAutoFit/>
          </a:bodyPr>
          <a:lstStyle/>
          <a:p>
            <a:r>
              <a:rPr lang="en-US" sz="2400" dirty="0">
                <a:solidFill>
                  <a:schemeClr val="bg1"/>
                </a:solidFill>
              </a:rPr>
              <a:t>Thank you!</a:t>
            </a:r>
          </a:p>
        </p:txBody>
      </p:sp>
    </p:spTree>
    <p:extLst>
      <p:ext uri="{BB962C8B-B14F-4D97-AF65-F5344CB8AC3E}">
        <p14:creationId xmlns:p14="http://schemas.microsoft.com/office/powerpoint/2010/main" val="61486472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Main Style">
  <a:themeElements>
    <a:clrScheme name="Main Style 1">
      <a:dk1>
        <a:srgbClr val="1E185A"/>
      </a:dk1>
      <a:lt1>
        <a:srgbClr val="FFFFFF"/>
      </a:lt1>
      <a:dk2>
        <a:srgbClr val="8E8CAC"/>
      </a:dk2>
      <a:lt2>
        <a:srgbClr val="C6C7C8"/>
      </a:lt2>
      <a:accent1>
        <a:srgbClr val="CC3333"/>
      </a:accent1>
      <a:accent2>
        <a:srgbClr val="0099FF"/>
      </a:accent2>
      <a:accent3>
        <a:srgbClr val="FFFFFF"/>
      </a:accent3>
      <a:accent4>
        <a:srgbClr val="18134C"/>
      </a:accent4>
      <a:accent5>
        <a:srgbClr val="E2ADAD"/>
      </a:accent5>
      <a:accent6>
        <a:srgbClr val="008AE7"/>
      </a:accent6>
      <a:hlink>
        <a:srgbClr val="072769"/>
      </a:hlink>
      <a:folHlink>
        <a:srgbClr val="FECB00"/>
      </a:folHlink>
    </a:clrScheme>
    <a:fontScheme name="Main Style">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accent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Century Gothic"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accent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Century Gothic" pitchFamily="34" charset="0"/>
          </a:defRPr>
        </a:defPPr>
      </a:lstStyle>
    </a:lnDef>
  </a:objectDefaults>
  <a:extraClrSchemeLst>
    <a:extraClrScheme>
      <a:clrScheme name="Main Styl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Main Styl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Main Styl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Main Styl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Main Styl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Main Styl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Main Styl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Main Styl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Main Styl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Main Styl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Main Styl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Main Styl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Main Style 13">
        <a:dk1>
          <a:srgbClr val="000000"/>
        </a:dk1>
        <a:lt1>
          <a:srgbClr val="FFFFFF"/>
        </a:lt1>
        <a:dk2>
          <a:srgbClr val="000000"/>
        </a:dk2>
        <a:lt2>
          <a:srgbClr val="C6C6C8"/>
        </a:lt2>
        <a:accent1>
          <a:srgbClr val="CC3333"/>
        </a:accent1>
        <a:accent2>
          <a:srgbClr val="0099FF"/>
        </a:accent2>
        <a:accent3>
          <a:srgbClr val="FFFFFF"/>
        </a:accent3>
        <a:accent4>
          <a:srgbClr val="000000"/>
        </a:accent4>
        <a:accent5>
          <a:srgbClr val="E2ADAD"/>
        </a:accent5>
        <a:accent6>
          <a:srgbClr val="008AE7"/>
        </a:accent6>
        <a:hlink>
          <a:srgbClr val="072769"/>
        </a:hlink>
        <a:folHlink>
          <a:srgbClr val="FECB00"/>
        </a:folHlink>
      </a:clrScheme>
      <a:clrMap bg1="lt1" tx1="dk1" bg2="lt2" tx2="dk2" accent1="accent1" accent2="accent2" accent3="accent3" accent4="accent4" accent5="accent5" accent6="accent6" hlink="hlink" folHlink="folHlink"/>
    </a:extraClrScheme>
    <a:extraClrScheme>
      <a:clrScheme name="Main Style 1">
        <a:dk1>
          <a:srgbClr val="1E185A"/>
        </a:dk1>
        <a:lt1>
          <a:srgbClr val="FFFFFF"/>
        </a:lt1>
        <a:dk2>
          <a:srgbClr val="8E8CAC"/>
        </a:dk2>
        <a:lt2>
          <a:srgbClr val="C6C7C8"/>
        </a:lt2>
        <a:accent1>
          <a:srgbClr val="CC3333"/>
        </a:accent1>
        <a:accent2>
          <a:srgbClr val="0099FF"/>
        </a:accent2>
        <a:accent3>
          <a:srgbClr val="FFFFFF"/>
        </a:accent3>
        <a:accent4>
          <a:srgbClr val="18134C"/>
        </a:accent4>
        <a:accent5>
          <a:srgbClr val="E2ADAD"/>
        </a:accent5>
        <a:accent6>
          <a:srgbClr val="008AE7"/>
        </a:accent6>
        <a:hlink>
          <a:srgbClr val="072769"/>
        </a:hlink>
        <a:folHlink>
          <a:srgbClr val="FECB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1495FEC1CD6F941B8BE3B537DCFC6FF" ma:contentTypeVersion="10" ma:contentTypeDescription="Create a new document." ma:contentTypeScope="" ma:versionID="d6d1f02ff7955b5a74455c81c0826e63">
  <xsd:schema xmlns:xsd="http://www.w3.org/2001/XMLSchema" xmlns:xs="http://www.w3.org/2001/XMLSchema" xmlns:p="http://schemas.microsoft.com/office/2006/metadata/properties" xmlns:ns2="e2f04ce6-5625-4773-b511-ff6e32fd78d6" xmlns:ns3="886d0db5-4d18-497d-97ce-51cb0d7fa060" targetNamespace="http://schemas.microsoft.com/office/2006/metadata/properties" ma:root="true" ma:fieldsID="0e1ee9358fcf16fc9680f5c3c1684deb" ns2:_="" ns3:_="">
    <xsd:import namespace="e2f04ce6-5625-4773-b511-ff6e32fd78d6"/>
    <xsd:import namespace="886d0db5-4d18-497d-97ce-51cb0d7fa06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f04ce6-5625-4773-b511-ff6e32fd78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86d0db5-4d18-497d-97ce-51cb0d7fa06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3EEFB10-2C63-4C2B-8C81-6F8E7B6FA3D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2f04ce6-5625-4773-b511-ff6e32fd78d6"/>
    <ds:schemaRef ds:uri="886d0db5-4d18-497d-97ce-51cb0d7fa0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2EE85AB-1C56-49A2-AD92-0B3115E6AC4D}">
  <ds:schemaRefs>
    <ds:schemaRef ds:uri="http://schemas.microsoft.com/office/infopath/2007/PartnerControls"/>
    <ds:schemaRef ds:uri="http://schemas.microsoft.com/office/2006/documentManagement/types"/>
    <ds:schemaRef ds:uri="http://purl.org/dc/elements/1.1/"/>
    <ds:schemaRef ds:uri="http://schemas.microsoft.com/office/2006/metadata/properties"/>
    <ds:schemaRef ds:uri="886d0db5-4d18-497d-97ce-51cb0d7fa060"/>
    <ds:schemaRef ds:uri="http://purl.org/dc/terms/"/>
    <ds:schemaRef ds:uri="e2f04ce6-5625-4773-b511-ff6e32fd78d6"/>
    <ds:schemaRef ds:uri="http://purl.org/dc/dcmitype/"/>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C8419976-2B4E-4A07-8BB9-57BCA9B6708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49515</TotalTime>
  <Words>3627</Words>
  <Application>Microsoft Office PowerPoint</Application>
  <PresentationFormat>Widescreen</PresentationFormat>
  <Paragraphs>647</Paragraphs>
  <Slides>46</Slides>
  <Notes>2</Notes>
  <HiddenSlides>17</HiddenSlides>
  <MMClips>0</MMClips>
  <ScaleCrop>false</ScaleCrop>
  <HeadingPairs>
    <vt:vector size="4" baseType="variant">
      <vt:variant>
        <vt:lpstr>Theme</vt:lpstr>
      </vt:variant>
      <vt:variant>
        <vt:i4>1</vt:i4>
      </vt:variant>
      <vt:variant>
        <vt:lpstr>Slide Titles</vt:lpstr>
      </vt:variant>
      <vt:variant>
        <vt:i4>46</vt:i4>
      </vt:variant>
    </vt:vector>
  </HeadingPairs>
  <TitlesOfParts>
    <vt:vector size="47" baseType="lpstr">
      <vt:lpstr>Main Style</vt:lpstr>
      <vt:lpstr>Beazley </vt:lpstr>
      <vt:lpstr>PowerPoint Presentation</vt:lpstr>
      <vt:lpstr>PowerPoint Presentation</vt:lpstr>
      <vt:lpstr>Jira Setup - Overview</vt:lpstr>
      <vt:lpstr>Jira Setup – Naming Convention</vt:lpstr>
      <vt:lpstr>Jira Setup – One scheme configuration</vt:lpstr>
      <vt:lpstr>Jira Structure of a project</vt:lpstr>
      <vt:lpstr>Jira Xray Traceability view</vt:lpstr>
      <vt:lpstr>Jira Setup – User Story Key Fields</vt:lpstr>
      <vt:lpstr>Jira User Story workflow</vt:lpstr>
      <vt:lpstr>Jira Initiative &amp; Epic workflow</vt:lpstr>
      <vt:lpstr>Jira Insprint Defect Workflows</vt:lpstr>
      <vt:lpstr>Jira Stabilization workflow -- Draft</vt:lpstr>
      <vt:lpstr>Jira SOS Project – Task workflow</vt:lpstr>
      <vt:lpstr>How Dependencies are handled</vt:lpstr>
      <vt:lpstr>Dashboard &amp; Reports</vt:lpstr>
      <vt:lpstr>Jira Dashboards for reporting</vt:lpstr>
      <vt:lpstr>Jira Scrum of Scrums Dashboard (Sample)</vt:lpstr>
      <vt:lpstr>Jira Dashboard (Sample)</vt:lpstr>
      <vt:lpstr>Jira Reporting</vt:lpstr>
      <vt:lpstr>Burndown &amp; Velocity Report (Sample)</vt:lpstr>
      <vt:lpstr>Sprint Report (Sample)</vt:lpstr>
      <vt:lpstr>Epic Report (Sample)</vt:lpstr>
      <vt:lpstr>Epic &amp; Release Burndown (Sample)</vt:lpstr>
      <vt:lpstr>Tracking of Sprint Start &amp; Closure</vt:lpstr>
      <vt:lpstr>Sprint DOR &amp; DOD</vt:lpstr>
      <vt:lpstr>Sprint DOR &amp; DOD</vt:lpstr>
      <vt:lpstr>Sprint Closure pack (Proposed)</vt:lpstr>
      <vt:lpstr>PowerPoint Presentation</vt:lpstr>
      <vt:lpstr>PowerPoint Presentation</vt:lpstr>
      <vt:lpstr>Jira – Backlog Overview</vt:lpstr>
      <vt:lpstr>Jira – Grooming your Backlog</vt:lpstr>
      <vt:lpstr>Jira – Planning your Sprint</vt:lpstr>
      <vt:lpstr>Jira – Active Sprint Overview</vt:lpstr>
      <vt:lpstr>Jira – Completing a Sprint</vt:lpstr>
      <vt:lpstr>Jira Setup – Project Configuration</vt:lpstr>
      <vt:lpstr>Jira Navigation – Project view</vt:lpstr>
      <vt:lpstr>Jira Navigation – Version view</vt:lpstr>
      <vt:lpstr>Issue Creation - Epic</vt:lpstr>
      <vt:lpstr>Issue Creation – User Story</vt:lpstr>
      <vt:lpstr>Issue Creation – User Story</vt:lpstr>
      <vt:lpstr>Issue Creation – Sub-tasks for each Story (auto-created in Jira) - TBD</vt:lpstr>
      <vt:lpstr>Issue Creation – Dependency</vt:lpstr>
      <vt:lpstr>Issue Creation – Defect</vt:lpstr>
      <vt:lpstr>Issue Creation – Observation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B4C: Ways of Working - Challenges</dc:title>
  <dc:creator>Sinha, Alok</dc:creator>
  <cp:lastModifiedBy>Kanduru, Raghava</cp:lastModifiedBy>
  <cp:revision>731</cp:revision>
  <cp:lastPrinted>2024-04-22T11:31:28Z</cp:lastPrinted>
  <dcterms:created xsi:type="dcterms:W3CDTF">2019-09-17T05:32:36Z</dcterms:created>
  <dcterms:modified xsi:type="dcterms:W3CDTF">2024-04-25T08:49:39Z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0x01010021495FEC1CD6F941B8BE3B537DCFC6FF</vt:lpwstr>
  </property>
</Properties>
</file>
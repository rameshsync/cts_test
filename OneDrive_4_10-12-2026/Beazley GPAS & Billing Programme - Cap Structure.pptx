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Lst>
  <p:notesMasterIdLst>
    <p:notesMasterId r:id="rId7"/>
  </p:notesMasterIdLst>
  <p:sldIdLst>
    <p:sldId id="2147474097" r:id="rId5"/>
    <p:sldId id="214747581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5D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D125F7-444B-4FD5-AE43-509B449B31F9}" v="896" dt="2025-02-10T12:30:03.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447" autoAdjust="0"/>
  </p:normalViewPr>
  <p:slideViewPr>
    <p:cSldViewPr snapToGrid="0">
      <p:cViewPr varScale="1">
        <p:scale>
          <a:sx n="59" d="100"/>
          <a:sy n="59" d="100"/>
        </p:scale>
        <p:origin x="876" y="2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duru, Raghava" userId="cf8c09de-c40c-47a2-971b-c612c06e0906" providerId="ADAL" clId="{28D125F7-444B-4FD5-AE43-509B449B31F9}"/>
    <pc:docChg chg="custSel delSld modSld delMainMaster">
      <pc:chgData name="Kanduru, Raghava" userId="cf8c09de-c40c-47a2-971b-c612c06e0906" providerId="ADAL" clId="{28D125F7-444B-4FD5-AE43-509B449B31F9}" dt="2025-02-10T12:30:03.634" v="914" actId="20577"/>
      <pc:docMkLst>
        <pc:docMk/>
      </pc:docMkLst>
      <pc:sldChg chg="del">
        <pc:chgData name="Kanduru, Raghava" userId="cf8c09de-c40c-47a2-971b-c612c06e0906" providerId="ADAL" clId="{28D125F7-444B-4FD5-AE43-509B449B31F9}" dt="2025-02-10T11:01:05.624" v="0" actId="47"/>
        <pc:sldMkLst>
          <pc:docMk/>
          <pc:sldMk cId="2055794641" sldId="2076137848"/>
        </pc:sldMkLst>
      </pc:sldChg>
      <pc:sldChg chg="addSp delSp modSp mod">
        <pc:chgData name="Kanduru, Raghava" userId="cf8c09de-c40c-47a2-971b-c612c06e0906" providerId="ADAL" clId="{28D125F7-444B-4FD5-AE43-509B449B31F9}" dt="2025-02-10T12:30:03.634" v="914" actId="20577"/>
        <pc:sldMkLst>
          <pc:docMk/>
          <pc:sldMk cId="2981211752" sldId="2147475813"/>
        </pc:sldMkLst>
        <pc:spChg chg="add del mod">
          <ac:chgData name="Kanduru, Raghava" userId="cf8c09de-c40c-47a2-971b-c612c06e0906" providerId="ADAL" clId="{28D125F7-444B-4FD5-AE43-509B449B31F9}" dt="2025-02-10T11:49:02.584" v="781" actId="478"/>
          <ac:spMkLst>
            <pc:docMk/>
            <pc:sldMk cId="2981211752" sldId="2147475813"/>
            <ac:spMk id="6" creationId="{7754C273-179A-2E23-1E65-BBFB6C5AB8CD}"/>
          </ac:spMkLst>
        </pc:spChg>
        <pc:graphicFrameChg chg="mod modGraphic">
          <ac:chgData name="Kanduru, Raghava" userId="cf8c09de-c40c-47a2-971b-c612c06e0906" providerId="ADAL" clId="{28D125F7-444B-4FD5-AE43-509B449B31F9}" dt="2025-02-10T12:30:03.634" v="914" actId="20577"/>
          <ac:graphicFrameMkLst>
            <pc:docMk/>
            <pc:sldMk cId="2981211752" sldId="2147475813"/>
            <ac:graphicFrameMk id="3" creationId="{F252295D-6B3B-7BD3-946D-A004DC6EF2DB}"/>
          </ac:graphicFrameMkLst>
        </pc:graphicFrameChg>
      </pc:sldChg>
      <pc:sldMasterChg chg="del delSldLayout">
        <pc:chgData name="Kanduru, Raghava" userId="cf8c09de-c40c-47a2-971b-c612c06e0906" providerId="ADAL" clId="{28D125F7-444B-4FD5-AE43-509B449B31F9}" dt="2025-02-10T11:01:05.624" v="0" actId="47"/>
        <pc:sldMasterMkLst>
          <pc:docMk/>
          <pc:sldMasterMk cId="1076488270" sldId="2147483648"/>
        </pc:sldMasterMkLst>
        <pc:sldLayoutChg chg="del">
          <pc:chgData name="Kanduru, Raghava" userId="cf8c09de-c40c-47a2-971b-c612c06e0906" providerId="ADAL" clId="{28D125F7-444B-4FD5-AE43-509B449B31F9}" dt="2025-02-10T11:01:05.624" v="0" actId="47"/>
          <pc:sldLayoutMkLst>
            <pc:docMk/>
            <pc:sldMasterMk cId="1076488270" sldId="2147483648"/>
            <pc:sldLayoutMk cId="1209925381" sldId="2147483649"/>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659821347" sldId="2147483650"/>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2550893667" sldId="2147483651"/>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549250934" sldId="2147483652"/>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4154441398" sldId="2147483653"/>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1425026576" sldId="2147483654"/>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2806891762" sldId="2147483655"/>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2970955836" sldId="2147483656"/>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2679309718" sldId="2147483657"/>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1152443624" sldId="2147483658"/>
          </pc:sldLayoutMkLst>
        </pc:sldLayoutChg>
        <pc:sldLayoutChg chg="del">
          <pc:chgData name="Kanduru, Raghava" userId="cf8c09de-c40c-47a2-971b-c612c06e0906" providerId="ADAL" clId="{28D125F7-444B-4FD5-AE43-509B449B31F9}" dt="2025-02-10T11:01:05.624" v="0" actId="47"/>
          <pc:sldLayoutMkLst>
            <pc:docMk/>
            <pc:sldMasterMk cId="1076488270" sldId="2147483648"/>
            <pc:sldLayoutMk cId="2585283088" sldId="214748365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09255F-19C1-45B9-AAEA-E4402E0A5082}"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A522D1C5-6D5A-46BF-A4E0-8D56372A96D3}">
      <dgm:prSet phldrT="[Text]" custT="1"/>
      <dgm:spPr>
        <a:solidFill>
          <a:schemeClr val="accent1">
            <a:lumMod val="50000"/>
          </a:schemeClr>
        </a:solidFill>
      </dgm:spPr>
      <dgm:t>
        <a:bodyPr/>
        <a:lstStyle/>
        <a:p>
          <a:r>
            <a:rPr lang="en-US" sz="1200" b="1" dirty="0">
              <a:latin typeface="Ubuntu" panose="020B0504030602030204" pitchFamily="34" charset="0"/>
            </a:rPr>
            <a:t>Adarsh </a:t>
          </a:r>
          <a:r>
            <a:rPr lang="en-US" sz="1200" b="1" dirty="0" err="1">
              <a:latin typeface="Ubuntu" panose="020B0504030602030204" pitchFamily="34" charset="0"/>
            </a:rPr>
            <a:t>Pangotra</a:t>
          </a:r>
          <a:r>
            <a:rPr lang="en-US" sz="1200" dirty="0">
              <a:latin typeface="Ubuntu" panose="020B0504030602030204" pitchFamily="34" charset="0"/>
            </a:rPr>
            <a:t> </a:t>
          </a:r>
          <a:r>
            <a:rPr lang="en-US" sz="1000" b="0" dirty="0">
              <a:latin typeface="Ubuntu" panose="020B0504030602030204" pitchFamily="34" charset="0"/>
            </a:rPr>
            <a:t>(</a:t>
          </a:r>
          <a:r>
            <a:rPr lang="en-US" sz="900" b="0" dirty="0">
              <a:latin typeface="Ubuntu" panose="020B0504030602030204" pitchFamily="34" charset="0"/>
            </a:rPr>
            <a:t>Delivery Executive)</a:t>
          </a:r>
          <a:endParaRPr lang="en-US" sz="1100" b="0" dirty="0">
            <a:latin typeface="Ubuntu" panose="020B0504030602030204" pitchFamily="34" charset="0"/>
          </a:endParaRPr>
        </a:p>
      </dgm:t>
    </dgm:pt>
    <dgm:pt modelId="{E79D4AB1-BB62-4CC8-8F35-96A543AB8259}" type="parTrans" cxnId="{59C9F2AB-43F5-43C6-9EEF-88FBF563DA4D}">
      <dgm:prSet/>
      <dgm:spPr/>
      <dgm:t>
        <a:bodyPr/>
        <a:lstStyle/>
        <a:p>
          <a:endParaRPr lang="en-US" sz="1400">
            <a:latin typeface="Ubuntu" panose="020B0504030602030204" pitchFamily="34" charset="0"/>
          </a:endParaRPr>
        </a:p>
      </dgm:t>
    </dgm:pt>
    <dgm:pt modelId="{C51E71B6-82A0-4FEA-B6C2-655FD6119033}" type="sibTrans" cxnId="{59C9F2AB-43F5-43C6-9EEF-88FBF563DA4D}">
      <dgm:prSet/>
      <dgm:spPr/>
      <dgm:t>
        <a:bodyPr/>
        <a:lstStyle/>
        <a:p>
          <a:endParaRPr lang="en-US" sz="1400">
            <a:latin typeface="Ubuntu" panose="020B0504030602030204" pitchFamily="34" charset="0"/>
          </a:endParaRPr>
        </a:p>
      </dgm:t>
    </dgm:pt>
    <dgm:pt modelId="{68A4C2DB-4987-4BC8-813E-D7C55EC3F31A}">
      <dgm:prSet phldrT="[Text]" custT="1"/>
      <dgm:spPr>
        <a:solidFill>
          <a:srgbClr val="F95DF9"/>
        </a:solidFill>
        <a:ln w="12700" cap="flat" cmpd="sng" algn="ctr">
          <a:solidFill>
            <a:prstClr val="white">
              <a:hueOff val="0"/>
              <a:satOff val="0"/>
              <a:lumOff val="0"/>
              <a:alphaOff val="0"/>
            </a:prstClr>
          </a:solidFill>
          <a:prstDash val="solid"/>
          <a:miter lim="800000"/>
        </a:ln>
        <a:effectLst/>
      </dgm:spPr>
      <dgm:t>
        <a:bodyPr spcFirstLastPara="0" vert="horz" wrap="square" lIns="6985" tIns="6985" rIns="6985" bIns="6985" numCol="1" spcCol="1270" anchor="ctr" anchorCtr="0"/>
        <a:lstStyle/>
        <a:p>
          <a:pPr marL="0" lvl="0" indent="0" algn="ctr" defTabSz="488950">
            <a:lnSpc>
              <a:spcPct val="90000"/>
            </a:lnSpc>
            <a:spcBef>
              <a:spcPct val="0"/>
            </a:spcBef>
            <a:spcAft>
              <a:spcPct val="35000"/>
            </a:spcAft>
            <a:buNone/>
          </a:pPr>
          <a:r>
            <a:rPr lang="en-US" sz="1100" b="1" kern="1200" dirty="0">
              <a:solidFill>
                <a:srgbClr val="0070AD">
                  <a:lumMod val="50000"/>
                </a:srgbClr>
              </a:solidFill>
              <a:latin typeface="Ubuntu" panose="020B0504030602030204" pitchFamily="34" charset="0"/>
              <a:ea typeface="+mn-ea"/>
              <a:cs typeface="+mn-cs"/>
            </a:rPr>
            <a:t>Program Management</a:t>
          </a:r>
        </a:p>
      </dgm:t>
    </dgm:pt>
    <dgm:pt modelId="{7CE6B9EA-23FE-4138-BEE0-69B7FDB6BCD3}" type="parTrans" cxnId="{5FB95C6E-93A9-4F01-8A1E-29E2B50B6C7F}">
      <dgm:prSet/>
      <dgm:spPr>
        <a:ln w="25400">
          <a:solidFill>
            <a:srgbClr val="002060"/>
          </a:solidFill>
        </a:ln>
      </dgm:spPr>
      <dgm:t>
        <a:bodyPr/>
        <a:lstStyle/>
        <a:p>
          <a:endParaRPr lang="en-US" sz="1400">
            <a:latin typeface="Ubuntu" panose="020B0504030602030204" pitchFamily="34" charset="0"/>
          </a:endParaRPr>
        </a:p>
      </dgm:t>
    </dgm:pt>
    <dgm:pt modelId="{82B163A0-AA6F-4A28-BD4A-90B6C9B288B1}" type="sibTrans" cxnId="{5FB95C6E-93A9-4F01-8A1E-29E2B50B6C7F}">
      <dgm:prSet/>
      <dgm:spPr/>
      <dgm:t>
        <a:bodyPr/>
        <a:lstStyle/>
        <a:p>
          <a:endParaRPr lang="en-US" sz="1400">
            <a:latin typeface="Ubuntu" panose="020B0504030602030204" pitchFamily="34" charset="0"/>
          </a:endParaRPr>
        </a:p>
      </dgm:t>
    </dgm:pt>
    <dgm:pt modelId="{249EDC29-BB52-425C-867C-5FE8D082C90B}">
      <dgm:prSet phldrT="[Text]" custT="1"/>
      <dgm:spPr>
        <a:solidFill>
          <a:srgbClr val="F95DF9"/>
        </a:solidFill>
        <a:ln w="12700" cap="flat" cmpd="sng" algn="ctr">
          <a:solidFill>
            <a:prstClr val="white">
              <a:hueOff val="0"/>
              <a:satOff val="0"/>
              <a:lumOff val="0"/>
              <a:alphaOff val="0"/>
            </a:prstClr>
          </a:solidFill>
          <a:prstDash val="solid"/>
          <a:miter lim="800000"/>
        </a:ln>
        <a:effectLst/>
      </dgm:spPr>
      <dgm:t>
        <a:bodyPr spcFirstLastPara="0" vert="horz" wrap="square" lIns="6985" tIns="6985" rIns="6985" bIns="6985" numCol="1" spcCol="1270" anchor="ctr" anchorCtr="0"/>
        <a:lstStyle/>
        <a:p>
          <a:pPr marL="0" lvl="0" indent="0" algn="ctr" defTabSz="488950">
            <a:lnSpc>
              <a:spcPct val="90000"/>
            </a:lnSpc>
            <a:spcBef>
              <a:spcPct val="0"/>
            </a:spcBef>
            <a:spcAft>
              <a:spcPct val="35000"/>
            </a:spcAft>
            <a:buNone/>
          </a:pPr>
          <a:r>
            <a:rPr lang="en-US" sz="1100" b="1" kern="1200" dirty="0">
              <a:solidFill>
                <a:schemeClr val="accent1">
                  <a:lumMod val="50000"/>
                </a:schemeClr>
              </a:solidFill>
              <a:latin typeface="Ubuntu" panose="020B0504030602030204" pitchFamily="34" charset="0"/>
              <a:ea typeface="+mn-ea"/>
              <a:cs typeface="+mn-cs"/>
            </a:rPr>
            <a:t>Policy Center</a:t>
          </a:r>
          <a:endParaRPr lang="en-US" sz="1100" kern="1200" dirty="0">
            <a:solidFill>
              <a:schemeClr val="accent1">
                <a:lumMod val="50000"/>
              </a:schemeClr>
            </a:solidFill>
            <a:latin typeface="Ubuntu" panose="020B0504030602030204" pitchFamily="34" charset="0"/>
            <a:ea typeface="+mn-ea"/>
            <a:cs typeface="+mn-cs"/>
          </a:endParaRPr>
        </a:p>
      </dgm:t>
    </dgm:pt>
    <dgm:pt modelId="{48E681FA-07FE-4A62-89D7-240BFB377EC3}" type="parTrans" cxnId="{C9213F5B-D341-419C-9034-6E70DDFA3DF8}">
      <dgm:prSet/>
      <dgm:spPr/>
      <dgm:t>
        <a:bodyPr/>
        <a:lstStyle/>
        <a:p>
          <a:endParaRPr lang="en-US" sz="1400">
            <a:latin typeface="Ubuntu" panose="020B0504030602030204" pitchFamily="34" charset="0"/>
          </a:endParaRPr>
        </a:p>
      </dgm:t>
    </dgm:pt>
    <dgm:pt modelId="{5643D117-E8E6-4ACB-8323-3988CB3A6EF8}" type="sibTrans" cxnId="{C9213F5B-D341-419C-9034-6E70DDFA3DF8}">
      <dgm:prSet/>
      <dgm:spPr/>
      <dgm:t>
        <a:bodyPr/>
        <a:lstStyle/>
        <a:p>
          <a:endParaRPr lang="en-US" sz="1400">
            <a:latin typeface="Ubuntu" panose="020B0504030602030204" pitchFamily="34" charset="0"/>
          </a:endParaRPr>
        </a:p>
      </dgm:t>
    </dgm:pt>
    <dgm:pt modelId="{E1CD9214-24D9-477E-A85E-F6E282086D3D}">
      <dgm:prSet phldrT="[Text]" custT="1"/>
      <dgm:spPr>
        <a:solidFill>
          <a:srgbClr val="F95DF9"/>
        </a:solidFill>
        <a:ln w="12700" cap="flat" cmpd="sng" algn="ctr">
          <a:solidFill>
            <a:prstClr val="white">
              <a:hueOff val="0"/>
              <a:satOff val="0"/>
              <a:lumOff val="0"/>
              <a:alphaOff val="0"/>
            </a:prstClr>
          </a:solidFill>
          <a:prstDash val="solid"/>
          <a:miter lim="800000"/>
        </a:ln>
        <a:effectLst/>
      </dgm:spPr>
      <dgm:t>
        <a:bodyPr spcFirstLastPara="0" vert="horz" wrap="square" lIns="6985" tIns="6985" rIns="6985" bIns="6985" numCol="1" spcCol="1270" anchor="ctr" anchorCtr="0"/>
        <a:lstStyle/>
        <a:p>
          <a:pPr marL="0" lvl="0" indent="0" algn="ctr" defTabSz="488950">
            <a:lnSpc>
              <a:spcPct val="90000"/>
            </a:lnSpc>
            <a:spcBef>
              <a:spcPct val="0"/>
            </a:spcBef>
            <a:spcAft>
              <a:spcPct val="35000"/>
            </a:spcAft>
            <a:buNone/>
          </a:pPr>
          <a:r>
            <a:rPr lang="en-US" sz="1100" b="1" kern="1200">
              <a:solidFill>
                <a:schemeClr val="accent1">
                  <a:lumMod val="50000"/>
                </a:schemeClr>
              </a:solidFill>
              <a:latin typeface="Ubuntu" panose="020B0504030602030204" pitchFamily="34" charset="0"/>
              <a:ea typeface="+mn-ea"/>
              <a:cs typeface="+mn-cs"/>
            </a:rPr>
            <a:t>Billing Center</a:t>
          </a:r>
          <a:endParaRPr lang="en-US" sz="1100" kern="1200" dirty="0">
            <a:solidFill>
              <a:schemeClr val="accent1">
                <a:lumMod val="50000"/>
              </a:schemeClr>
            </a:solidFill>
            <a:latin typeface="Ubuntu" panose="020B0504030602030204" pitchFamily="34" charset="0"/>
            <a:ea typeface="+mn-ea"/>
            <a:cs typeface="+mn-cs"/>
          </a:endParaRPr>
        </a:p>
      </dgm:t>
    </dgm:pt>
    <dgm:pt modelId="{1F355C50-D4E3-4972-B8B9-CE96BABAB98E}" type="parTrans" cxnId="{0DEDCC12-1DC7-40A3-9E11-A79F74A6A98C}">
      <dgm:prSet/>
      <dgm:spPr/>
      <dgm:t>
        <a:bodyPr/>
        <a:lstStyle/>
        <a:p>
          <a:endParaRPr lang="en-US" sz="1400">
            <a:latin typeface="Ubuntu" panose="020B0504030602030204" pitchFamily="34" charset="0"/>
          </a:endParaRPr>
        </a:p>
      </dgm:t>
    </dgm:pt>
    <dgm:pt modelId="{AAB497DA-52EC-418A-A0F8-5424F42DE67B}" type="sibTrans" cxnId="{0DEDCC12-1DC7-40A3-9E11-A79F74A6A98C}">
      <dgm:prSet/>
      <dgm:spPr/>
      <dgm:t>
        <a:bodyPr/>
        <a:lstStyle/>
        <a:p>
          <a:endParaRPr lang="en-US" sz="1400">
            <a:latin typeface="Ubuntu" panose="020B0504030602030204" pitchFamily="34" charset="0"/>
          </a:endParaRPr>
        </a:p>
      </dgm:t>
    </dgm:pt>
    <dgm:pt modelId="{D6A4CC31-C27C-4B6A-8A00-17858A666191}">
      <dgm:prSet phldrT="[Text]" custT="1"/>
      <dgm:spPr>
        <a:solidFill>
          <a:srgbClr val="F95DF9"/>
        </a:solidFill>
        <a:ln w="12700" cap="flat" cmpd="sng" algn="ctr">
          <a:solidFill>
            <a:prstClr val="white">
              <a:hueOff val="0"/>
              <a:satOff val="0"/>
              <a:lumOff val="0"/>
              <a:alphaOff val="0"/>
            </a:prstClr>
          </a:solidFill>
          <a:prstDash val="solid"/>
          <a:miter lim="800000"/>
        </a:ln>
        <a:effectLst/>
      </dgm:spPr>
      <dgm:t>
        <a:bodyPr spcFirstLastPara="0" vert="horz" wrap="square" lIns="6985" tIns="6985" rIns="6985" bIns="6985" numCol="1" spcCol="1270" anchor="ctr" anchorCtr="0"/>
        <a:lstStyle/>
        <a:p>
          <a:pPr marL="0" lvl="0" indent="0" algn="ctr" defTabSz="488950">
            <a:lnSpc>
              <a:spcPct val="90000"/>
            </a:lnSpc>
            <a:spcBef>
              <a:spcPct val="0"/>
            </a:spcBef>
            <a:spcAft>
              <a:spcPct val="35000"/>
            </a:spcAft>
            <a:buNone/>
          </a:pPr>
          <a:r>
            <a:rPr lang="en-US" sz="1100" b="1" kern="1200">
              <a:solidFill>
                <a:schemeClr val="accent1">
                  <a:lumMod val="50000"/>
                </a:schemeClr>
              </a:solidFill>
              <a:latin typeface="Ubuntu" panose="020B0504030602030204" pitchFamily="34" charset="0"/>
              <a:ea typeface="+mn-ea"/>
              <a:cs typeface="+mn-cs"/>
            </a:rPr>
            <a:t>Integration</a:t>
          </a:r>
          <a:endParaRPr lang="en-US" sz="900" kern="1200" dirty="0">
            <a:solidFill>
              <a:schemeClr val="accent1">
                <a:lumMod val="50000"/>
              </a:schemeClr>
            </a:solidFill>
            <a:latin typeface="Ubuntu" panose="020B0504030602030204" pitchFamily="34" charset="0"/>
            <a:ea typeface="+mn-ea"/>
            <a:cs typeface="+mn-cs"/>
          </a:endParaRPr>
        </a:p>
      </dgm:t>
    </dgm:pt>
    <dgm:pt modelId="{8CB21066-1038-40BE-AC37-048677780D1F}" type="parTrans" cxnId="{32FACE33-6556-45DB-998E-6F0356F9539F}">
      <dgm:prSet/>
      <dgm:spPr/>
      <dgm:t>
        <a:bodyPr/>
        <a:lstStyle/>
        <a:p>
          <a:endParaRPr lang="en-US" sz="1400">
            <a:latin typeface="Ubuntu" panose="020B0504030602030204" pitchFamily="34" charset="0"/>
          </a:endParaRPr>
        </a:p>
      </dgm:t>
    </dgm:pt>
    <dgm:pt modelId="{7C46EE96-5654-4AA2-B1C7-38068C18CF1F}" type="sibTrans" cxnId="{32FACE33-6556-45DB-998E-6F0356F9539F}">
      <dgm:prSet/>
      <dgm:spPr/>
      <dgm:t>
        <a:bodyPr/>
        <a:lstStyle/>
        <a:p>
          <a:endParaRPr lang="en-US" sz="1400">
            <a:latin typeface="Ubuntu" panose="020B0504030602030204" pitchFamily="34" charset="0"/>
          </a:endParaRPr>
        </a:p>
      </dgm:t>
    </dgm:pt>
    <dgm:pt modelId="{46EAFBB8-8968-4F5B-9268-6595FCB43A3D}">
      <dgm:prSet phldrT="[Text]" custT="1"/>
      <dgm:spPr>
        <a:solidFill>
          <a:srgbClr val="F95DF9"/>
        </a:solidFill>
        <a:ln w="12700" cap="flat" cmpd="sng" algn="ctr">
          <a:solidFill>
            <a:prstClr val="white">
              <a:hueOff val="0"/>
              <a:satOff val="0"/>
              <a:lumOff val="0"/>
              <a:alphaOff val="0"/>
            </a:prstClr>
          </a:solidFill>
          <a:prstDash val="solid"/>
          <a:miter lim="800000"/>
        </a:ln>
        <a:effectLst/>
      </dgm:spPr>
      <dgm:t>
        <a:bodyPr spcFirstLastPara="0" vert="horz" wrap="square" lIns="6985" tIns="6985" rIns="6985" bIns="6985" numCol="1" spcCol="1270" anchor="ctr" anchorCtr="0"/>
        <a:lstStyle/>
        <a:p>
          <a:pPr marL="0" lvl="0" indent="0" algn="ctr" defTabSz="488950">
            <a:lnSpc>
              <a:spcPct val="90000"/>
            </a:lnSpc>
            <a:spcBef>
              <a:spcPct val="0"/>
            </a:spcBef>
            <a:spcAft>
              <a:spcPct val="35000"/>
            </a:spcAft>
            <a:buNone/>
          </a:pPr>
          <a:r>
            <a:rPr lang="en-US" sz="1100" b="1" kern="1200">
              <a:solidFill>
                <a:schemeClr val="accent1">
                  <a:lumMod val="50000"/>
                </a:schemeClr>
              </a:solidFill>
              <a:latin typeface="Ubuntu" panose="020B0504030602030204" pitchFamily="34" charset="0"/>
              <a:ea typeface="+mn-ea"/>
              <a:cs typeface="+mn-cs"/>
            </a:rPr>
            <a:t>Testing</a:t>
          </a:r>
          <a:endParaRPr lang="en-US" sz="1100" kern="1200" dirty="0">
            <a:solidFill>
              <a:schemeClr val="accent1">
                <a:lumMod val="50000"/>
              </a:schemeClr>
            </a:solidFill>
            <a:latin typeface="Ubuntu" panose="020B0504030602030204" pitchFamily="34" charset="0"/>
            <a:ea typeface="+mn-ea"/>
            <a:cs typeface="+mn-cs"/>
          </a:endParaRPr>
        </a:p>
      </dgm:t>
    </dgm:pt>
    <dgm:pt modelId="{8B88C9C3-C26B-4ED7-98A4-E6C97D50E974}" type="parTrans" cxnId="{8A8B0FA8-66ED-4B74-B5D3-C082DFF4F879}">
      <dgm:prSet/>
      <dgm:spPr>
        <a:ln w="25400">
          <a:solidFill>
            <a:srgbClr val="002060"/>
          </a:solidFill>
        </a:ln>
      </dgm:spPr>
      <dgm:t>
        <a:bodyPr/>
        <a:lstStyle/>
        <a:p>
          <a:endParaRPr lang="en-US" sz="1400">
            <a:latin typeface="Ubuntu" panose="020B0504030602030204" pitchFamily="34" charset="0"/>
          </a:endParaRPr>
        </a:p>
      </dgm:t>
    </dgm:pt>
    <dgm:pt modelId="{BA7CF49B-4677-4303-82BA-012CC3AD55B9}" type="sibTrans" cxnId="{8A8B0FA8-66ED-4B74-B5D3-C082DFF4F879}">
      <dgm:prSet/>
      <dgm:spPr/>
      <dgm:t>
        <a:bodyPr/>
        <a:lstStyle/>
        <a:p>
          <a:endParaRPr lang="en-US" sz="1400">
            <a:latin typeface="Ubuntu" panose="020B0504030602030204" pitchFamily="34" charset="0"/>
          </a:endParaRPr>
        </a:p>
      </dgm:t>
    </dgm:pt>
    <dgm:pt modelId="{DB5E751A-6769-46A1-8605-BA491BF86C25}">
      <dgm:prSet phldrT="[Text]" custT="1"/>
      <dgm:spPr>
        <a:solidFill>
          <a:srgbClr val="F95DF9"/>
        </a:solidFill>
        <a:ln w="12700" cap="flat" cmpd="sng" algn="ctr">
          <a:solidFill>
            <a:prstClr val="white">
              <a:hueOff val="0"/>
              <a:satOff val="0"/>
              <a:lumOff val="0"/>
              <a:alphaOff val="0"/>
            </a:prstClr>
          </a:solidFill>
          <a:prstDash val="solid"/>
          <a:miter lim="800000"/>
        </a:ln>
        <a:effectLst/>
      </dgm:spPr>
      <dgm:t>
        <a:bodyPr spcFirstLastPara="0" vert="horz" wrap="square" lIns="6985" tIns="6985" rIns="6985" bIns="6985" numCol="1" spcCol="1270" anchor="ctr" anchorCtr="0"/>
        <a:lstStyle/>
        <a:p>
          <a:pPr marL="0" lvl="0" indent="0" algn="ctr" defTabSz="488950">
            <a:lnSpc>
              <a:spcPct val="90000"/>
            </a:lnSpc>
            <a:spcBef>
              <a:spcPct val="0"/>
            </a:spcBef>
            <a:spcAft>
              <a:spcPct val="35000"/>
            </a:spcAft>
            <a:buNone/>
          </a:pPr>
          <a:r>
            <a:rPr lang="en-IN" sz="1100" b="1" kern="1200">
              <a:solidFill>
                <a:srgbClr val="0070AD">
                  <a:lumMod val="50000"/>
                </a:srgbClr>
              </a:solidFill>
              <a:latin typeface="Ubuntu" panose="020B0504030602030204" pitchFamily="34" charset="0"/>
              <a:ea typeface="+mn-ea"/>
              <a:cs typeface="+mn-cs"/>
            </a:rPr>
            <a:t>Product Ratio</a:t>
          </a:r>
          <a:r>
            <a:rPr lang="en-IN" sz="1100" b="1" kern="1200">
              <a:solidFill>
                <a:schemeClr val="accent1">
                  <a:lumMod val="50000"/>
                </a:schemeClr>
              </a:solidFill>
              <a:latin typeface="Ubuntu" panose="020B0504030602030204" pitchFamily="34" charset="0"/>
              <a:ea typeface="+mn-ea"/>
              <a:cs typeface="+mn-cs"/>
            </a:rPr>
            <a:t>nalization</a:t>
          </a:r>
          <a:endParaRPr lang="en-US" sz="1100" kern="1200" dirty="0">
            <a:solidFill>
              <a:schemeClr val="accent1">
                <a:lumMod val="50000"/>
              </a:schemeClr>
            </a:solidFill>
            <a:latin typeface="Ubuntu" panose="020B0504030602030204" pitchFamily="34" charset="0"/>
            <a:ea typeface="+mn-ea"/>
            <a:cs typeface="+mn-cs"/>
          </a:endParaRPr>
        </a:p>
      </dgm:t>
    </dgm:pt>
    <dgm:pt modelId="{C266D3F6-BDCF-43E0-819C-36F1D73C2ED9}" type="parTrans" cxnId="{7C974986-8051-43A8-9689-0696C198E1E4}">
      <dgm:prSet/>
      <dgm:spPr>
        <a:ln w="25400">
          <a:solidFill>
            <a:srgbClr val="002060"/>
          </a:solidFill>
        </a:ln>
      </dgm:spPr>
      <dgm:t>
        <a:bodyPr/>
        <a:lstStyle/>
        <a:p>
          <a:endParaRPr lang="en-US" sz="1400">
            <a:latin typeface="Ubuntu" panose="020B0504030602030204" pitchFamily="34" charset="0"/>
          </a:endParaRPr>
        </a:p>
      </dgm:t>
    </dgm:pt>
    <dgm:pt modelId="{CE2D6DF9-C7C0-47B2-A07A-8EAB16B7968F}" type="sibTrans" cxnId="{7C974986-8051-43A8-9689-0696C198E1E4}">
      <dgm:prSet/>
      <dgm:spPr/>
      <dgm:t>
        <a:bodyPr/>
        <a:lstStyle/>
        <a:p>
          <a:endParaRPr lang="en-US" sz="1400">
            <a:latin typeface="Ubuntu" panose="020B0504030602030204" pitchFamily="34" charset="0"/>
          </a:endParaRPr>
        </a:p>
      </dgm:t>
    </dgm:pt>
    <dgm:pt modelId="{81B4939E-5F89-4FCC-AFCA-27814ED8EE53}">
      <dgm:prSet phldrT="[Text]" custT="1"/>
      <dgm:spPr>
        <a:solidFill>
          <a:schemeClr val="accent1">
            <a:lumMod val="50000"/>
          </a:scheme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r>
            <a:rPr lang="en-US" sz="1000" b="1" kern="1200">
              <a:solidFill>
                <a:prstClr val="white"/>
              </a:solidFill>
              <a:latin typeface="Ubuntu" panose="020B0504030602030204" pitchFamily="34" charset="0"/>
              <a:ea typeface="+mn-ea"/>
              <a:cs typeface="+mn-cs"/>
            </a:rPr>
            <a:t>Max Catwright</a:t>
          </a:r>
          <a:endParaRPr lang="en-US" sz="1000" b="1" kern="1200">
            <a:latin typeface="Ubuntu" panose="020B0504030602030204" pitchFamily="34" charset="0"/>
          </a:endParaRPr>
        </a:p>
        <a:p>
          <a:r>
            <a:rPr lang="en-US" sz="900" kern="1200">
              <a:latin typeface="Ubuntu" panose="020B0504030602030204" pitchFamily="34" charset="0"/>
            </a:rPr>
            <a:t> (Program Director)</a:t>
          </a:r>
          <a:endParaRPr lang="en-US" sz="900" kern="1200" dirty="0">
            <a:latin typeface="Ubuntu" panose="020B0504030602030204" pitchFamily="34" charset="0"/>
          </a:endParaRPr>
        </a:p>
      </dgm:t>
    </dgm:pt>
    <dgm:pt modelId="{24B81980-FE07-4FED-8F3A-34A218ACDF55}" type="parTrans" cxnId="{9469BB31-0820-4AF1-8246-1F944DAAEE55}">
      <dgm:prSet/>
      <dgm:spPr/>
      <dgm:t>
        <a:bodyPr/>
        <a:lstStyle/>
        <a:p>
          <a:endParaRPr lang="en-US" sz="1400">
            <a:latin typeface="Ubuntu" panose="020B0504030602030204" pitchFamily="34" charset="0"/>
          </a:endParaRPr>
        </a:p>
      </dgm:t>
    </dgm:pt>
    <dgm:pt modelId="{9D4F1197-66C2-451F-B4BF-AB5005C437A3}" type="sibTrans" cxnId="{9469BB31-0820-4AF1-8246-1F944DAAEE55}">
      <dgm:prSet/>
      <dgm:spPr/>
      <dgm:t>
        <a:bodyPr/>
        <a:lstStyle/>
        <a:p>
          <a:endParaRPr lang="en-US" sz="1400">
            <a:latin typeface="Ubuntu" panose="020B0504030602030204" pitchFamily="34" charset="0"/>
          </a:endParaRPr>
        </a:p>
      </dgm:t>
    </dgm:pt>
    <dgm:pt modelId="{1C697308-5ABC-4485-99B7-39EFB2609C2D}">
      <dgm:prSet phldrT="[Text]" custT="1"/>
      <dgm:spPr>
        <a:solidFill>
          <a:schemeClr val="accent1">
            <a:lumMod val="50000"/>
          </a:schemeClr>
        </a:solidFill>
      </dgm:spPr>
      <dgm:t>
        <a:bodyPr/>
        <a:lstStyle/>
        <a:p>
          <a:r>
            <a:rPr lang="en-US" sz="1000" b="1">
              <a:solidFill>
                <a:prstClr val="white"/>
              </a:solidFill>
              <a:latin typeface="Ubuntu" panose="020B0504030602030204" pitchFamily="34" charset="0"/>
              <a:ea typeface="+mn-ea"/>
              <a:cs typeface="+mn-cs"/>
            </a:rPr>
            <a:t>Ananda</a:t>
          </a:r>
          <a:r>
            <a:rPr lang="en-US" sz="1000" b="1">
              <a:latin typeface="Ubuntu" panose="020B0504030602030204" pitchFamily="34" charset="0"/>
            </a:rPr>
            <a:t> P</a:t>
          </a:r>
        </a:p>
        <a:p>
          <a:r>
            <a:rPr lang="en-US" sz="1000">
              <a:latin typeface="Ubuntu" panose="020B0504030602030204" pitchFamily="34" charset="0"/>
            </a:rPr>
            <a:t>(Engagement Manager)</a:t>
          </a:r>
          <a:endParaRPr lang="en-US" sz="900" dirty="0">
            <a:latin typeface="Ubuntu" panose="020B0504030602030204" pitchFamily="34" charset="0"/>
          </a:endParaRPr>
        </a:p>
      </dgm:t>
    </dgm:pt>
    <dgm:pt modelId="{1F2D23E1-3219-4E8E-8F5A-B0A153983C38}" type="parTrans" cxnId="{F6473672-C0FC-426E-A0E8-FE6508057E60}">
      <dgm:prSet/>
      <dgm:spPr/>
      <dgm:t>
        <a:bodyPr/>
        <a:lstStyle/>
        <a:p>
          <a:endParaRPr lang="en-US" sz="1400">
            <a:latin typeface="Ubuntu" panose="020B0504030602030204" pitchFamily="34" charset="0"/>
          </a:endParaRPr>
        </a:p>
      </dgm:t>
    </dgm:pt>
    <dgm:pt modelId="{EF52D144-33F2-432D-AB89-EE2D1792B35E}" type="sibTrans" cxnId="{F6473672-C0FC-426E-A0E8-FE6508057E60}">
      <dgm:prSet/>
      <dgm:spPr/>
      <dgm:t>
        <a:bodyPr/>
        <a:lstStyle/>
        <a:p>
          <a:endParaRPr lang="en-US" sz="1400">
            <a:latin typeface="Ubuntu" panose="020B0504030602030204" pitchFamily="34" charset="0"/>
          </a:endParaRPr>
        </a:p>
      </dgm:t>
    </dgm:pt>
    <dgm:pt modelId="{59836FF1-ABFA-4556-B999-2E821C59A3C6}">
      <dgm:prSet phldrT="[Text]" custT="1"/>
      <dgm:spPr/>
      <dgm:t>
        <a:bodyPr/>
        <a:lstStyle/>
        <a:p>
          <a:r>
            <a:rPr lang="en-US" sz="1000" b="1" dirty="0">
              <a:latin typeface="Ubuntu" panose="020B0504030602030204" pitchFamily="34" charset="0"/>
            </a:rPr>
            <a:t>Ramesh G</a:t>
          </a:r>
        </a:p>
        <a:p>
          <a:r>
            <a:rPr lang="en-US" sz="900" dirty="0">
              <a:latin typeface="Ubuntu" panose="020B0504030602030204" pitchFamily="34" charset="0"/>
            </a:rPr>
            <a:t>(Development lead)</a:t>
          </a:r>
        </a:p>
      </dgm:t>
    </dgm:pt>
    <dgm:pt modelId="{FBDB0D8B-D91E-4684-9E10-E3026C58105C}" type="parTrans" cxnId="{DC6A9B7A-8CB6-4CBA-8384-ACA4394A34B3}">
      <dgm:prSet/>
      <dgm:spPr/>
      <dgm:t>
        <a:bodyPr/>
        <a:lstStyle/>
        <a:p>
          <a:endParaRPr lang="en-US" sz="1400">
            <a:latin typeface="Ubuntu" panose="020B0504030602030204" pitchFamily="34" charset="0"/>
          </a:endParaRPr>
        </a:p>
      </dgm:t>
    </dgm:pt>
    <dgm:pt modelId="{46B4A35B-0D81-42D2-9E34-F0883DFE50E1}" type="sibTrans" cxnId="{DC6A9B7A-8CB6-4CBA-8384-ACA4394A34B3}">
      <dgm:prSet/>
      <dgm:spPr/>
      <dgm:t>
        <a:bodyPr/>
        <a:lstStyle/>
        <a:p>
          <a:endParaRPr lang="en-US" sz="1400">
            <a:latin typeface="Ubuntu" panose="020B0504030602030204" pitchFamily="34" charset="0"/>
          </a:endParaRPr>
        </a:p>
      </dgm:t>
    </dgm:pt>
    <dgm:pt modelId="{24C8978F-3147-4807-8E69-FDB88233C8EF}">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Stuart J</a:t>
          </a:r>
        </a:p>
        <a:p>
          <a:pPr marL="0" lvl="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(Policy SME)</a:t>
          </a:r>
          <a:endParaRPr lang="en-US" sz="900" kern="1200" dirty="0">
            <a:solidFill>
              <a:prstClr val="white"/>
            </a:solidFill>
            <a:latin typeface="Ubuntu" panose="020B0504030602030204" pitchFamily="34" charset="0"/>
            <a:ea typeface="+mn-ea"/>
            <a:cs typeface="+mn-cs"/>
          </a:endParaRPr>
        </a:p>
      </dgm:t>
    </dgm:pt>
    <dgm:pt modelId="{14C8EAA2-E420-476C-9471-F136A71E81E7}" type="parTrans" cxnId="{1E7AE81A-98E1-49C6-B411-D23887480D34}">
      <dgm:prSet/>
      <dgm:spPr/>
      <dgm:t>
        <a:bodyPr/>
        <a:lstStyle/>
        <a:p>
          <a:endParaRPr lang="en-US" sz="1400">
            <a:latin typeface="Ubuntu" panose="020B0504030602030204" pitchFamily="34" charset="0"/>
          </a:endParaRPr>
        </a:p>
      </dgm:t>
    </dgm:pt>
    <dgm:pt modelId="{EC487B72-84F1-4400-8686-DD872BD14F0C}" type="sibTrans" cxnId="{1E7AE81A-98E1-49C6-B411-D23887480D34}">
      <dgm:prSet/>
      <dgm:spPr/>
      <dgm:t>
        <a:bodyPr/>
        <a:lstStyle/>
        <a:p>
          <a:endParaRPr lang="en-US" sz="1400">
            <a:latin typeface="Ubuntu" panose="020B0504030602030204" pitchFamily="34" charset="0"/>
          </a:endParaRPr>
        </a:p>
      </dgm:t>
    </dgm:pt>
    <dgm:pt modelId="{6B0D984B-C843-4417-8144-59B64D0AD10D}">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Sherezad C</a:t>
          </a:r>
        </a:p>
        <a:p>
          <a:pPr marL="0" lvl="0" algn="ctr" defTabSz="400050">
            <a:lnSpc>
              <a:spcPct val="90000"/>
            </a:lnSpc>
            <a:spcBef>
              <a:spcPct val="0"/>
            </a:spcBef>
            <a:spcAft>
              <a:spcPct val="35000"/>
            </a:spcAft>
            <a:buNone/>
          </a:pPr>
          <a:r>
            <a:rPr lang="en-US" sz="900" kern="1200" dirty="0">
              <a:solidFill>
                <a:prstClr val="white"/>
              </a:solidFill>
              <a:latin typeface="Ubuntu" panose="020B0504030602030204" pitchFamily="34" charset="0"/>
              <a:ea typeface="+mn-ea"/>
              <a:cs typeface="+mn-cs"/>
            </a:rPr>
            <a:t>(Functional Lead)</a:t>
          </a:r>
        </a:p>
      </dgm:t>
    </dgm:pt>
    <dgm:pt modelId="{8437F3C5-107B-44CA-81E8-0FF0386E1DD9}" type="parTrans" cxnId="{77C7984F-04E9-4568-9920-18ABA8944CDD}">
      <dgm:prSet/>
      <dgm:spPr/>
      <dgm:t>
        <a:bodyPr/>
        <a:lstStyle/>
        <a:p>
          <a:endParaRPr lang="en-US" sz="1400">
            <a:latin typeface="Ubuntu" panose="020B0504030602030204" pitchFamily="34" charset="0"/>
          </a:endParaRPr>
        </a:p>
      </dgm:t>
    </dgm:pt>
    <dgm:pt modelId="{579C69BC-3F95-4C13-95C2-3A42F34273BE}" type="sibTrans" cxnId="{77C7984F-04E9-4568-9920-18ABA8944CDD}">
      <dgm:prSet/>
      <dgm:spPr/>
      <dgm:t>
        <a:bodyPr/>
        <a:lstStyle/>
        <a:p>
          <a:endParaRPr lang="en-US" sz="1400">
            <a:latin typeface="Ubuntu" panose="020B0504030602030204" pitchFamily="34" charset="0"/>
          </a:endParaRPr>
        </a:p>
      </dgm:t>
    </dgm:pt>
    <dgm:pt modelId="{6A287659-8123-49B0-A028-9A96B1AF6200}">
      <dgm:prSet phldrT="[Text]" custT="1"/>
      <dgm:spPr>
        <a:solidFill>
          <a:schemeClr val="accent1">
            <a:lumMod val="50000"/>
          </a:schemeClr>
        </a:solidFill>
      </dgm:spPr>
      <dgm:t>
        <a:bodyPr/>
        <a:lstStyle/>
        <a:p>
          <a:r>
            <a:rPr lang="en-US" sz="1000" b="1" dirty="0">
              <a:latin typeface="Ubuntu" panose="020B0504030602030204" pitchFamily="34" charset="0"/>
            </a:rPr>
            <a:t>Vamshi C </a:t>
          </a:r>
        </a:p>
        <a:p>
          <a:r>
            <a:rPr lang="en-US" sz="900" dirty="0">
              <a:latin typeface="Ubuntu" panose="020B0504030602030204" pitchFamily="34" charset="0"/>
            </a:rPr>
            <a:t>(Technical lead)</a:t>
          </a:r>
        </a:p>
      </dgm:t>
    </dgm:pt>
    <dgm:pt modelId="{D5E6276C-29A4-44C7-8E5D-82A85B0BA0D5}" type="parTrans" cxnId="{6367F4E6-47F6-47B2-9D49-7B7274DD8373}">
      <dgm:prSet/>
      <dgm:spPr/>
      <dgm:t>
        <a:bodyPr/>
        <a:lstStyle/>
        <a:p>
          <a:endParaRPr lang="en-US" sz="1400">
            <a:latin typeface="Ubuntu" panose="020B0504030602030204" pitchFamily="34" charset="0"/>
          </a:endParaRPr>
        </a:p>
      </dgm:t>
    </dgm:pt>
    <dgm:pt modelId="{1FC802B2-11E4-4B17-BD0B-E046ABE871CD}" type="sibTrans" cxnId="{6367F4E6-47F6-47B2-9D49-7B7274DD8373}">
      <dgm:prSet/>
      <dgm:spPr/>
      <dgm:t>
        <a:bodyPr/>
        <a:lstStyle/>
        <a:p>
          <a:endParaRPr lang="en-US" sz="1400">
            <a:latin typeface="Ubuntu" panose="020B0504030602030204" pitchFamily="34" charset="0"/>
          </a:endParaRPr>
        </a:p>
      </dgm:t>
    </dgm:pt>
    <dgm:pt modelId="{0F30EC7C-95C3-45BC-8BE2-A67E4367DD4A}">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Sriram J </a:t>
          </a:r>
        </a:p>
        <a:p>
          <a:pPr marL="0" lvl="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(Functional lead)</a:t>
          </a:r>
          <a:endParaRPr lang="en-US" sz="900" kern="1200" dirty="0">
            <a:solidFill>
              <a:prstClr val="white"/>
            </a:solidFill>
            <a:latin typeface="Ubuntu" panose="020B0504030602030204" pitchFamily="34" charset="0"/>
            <a:ea typeface="+mn-ea"/>
            <a:cs typeface="+mn-cs"/>
          </a:endParaRPr>
        </a:p>
      </dgm:t>
    </dgm:pt>
    <dgm:pt modelId="{ED2A59BC-FA3A-4DF9-83AE-854755CC2378}" type="parTrans" cxnId="{E9DC58BE-97B8-4742-A809-8ECC031644C1}">
      <dgm:prSet/>
      <dgm:spPr/>
      <dgm:t>
        <a:bodyPr/>
        <a:lstStyle/>
        <a:p>
          <a:endParaRPr lang="en-US" sz="1400">
            <a:latin typeface="Ubuntu" panose="020B0504030602030204" pitchFamily="34" charset="0"/>
          </a:endParaRPr>
        </a:p>
      </dgm:t>
    </dgm:pt>
    <dgm:pt modelId="{FDF09A47-5245-45CB-A00A-D448DA0E3A1D}" type="sibTrans" cxnId="{E9DC58BE-97B8-4742-A809-8ECC031644C1}">
      <dgm:prSet/>
      <dgm:spPr/>
      <dgm:t>
        <a:bodyPr/>
        <a:lstStyle/>
        <a:p>
          <a:endParaRPr lang="en-US" sz="1400">
            <a:latin typeface="Ubuntu" panose="020B0504030602030204" pitchFamily="34" charset="0"/>
          </a:endParaRPr>
        </a:p>
      </dgm:t>
    </dgm:pt>
    <dgm:pt modelId="{DECD5F9C-5641-495A-87EE-7E5CE056461C}">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Rupesh G</a:t>
          </a:r>
        </a:p>
        <a:p>
          <a:pPr marL="0" lvl="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(Billing BA)</a:t>
          </a:r>
          <a:endParaRPr lang="en-US" sz="900" kern="1200" dirty="0">
            <a:solidFill>
              <a:prstClr val="white"/>
            </a:solidFill>
            <a:latin typeface="Ubuntu" panose="020B0504030602030204" pitchFamily="34" charset="0"/>
            <a:ea typeface="+mn-ea"/>
            <a:cs typeface="+mn-cs"/>
          </a:endParaRPr>
        </a:p>
      </dgm:t>
    </dgm:pt>
    <dgm:pt modelId="{0C14989D-A066-4628-B46A-0B6708835ACF}" type="parTrans" cxnId="{701FDF13-E4FA-44E1-9926-619CFC2168C7}">
      <dgm:prSet/>
      <dgm:spPr/>
      <dgm:t>
        <a:bodyPr/>
        <a:lstStyle/>
        <a:p>
          <a:endParaRPr lang="en-US" sz="1400">
            <a:latin typeface="Ubuntu" panose="020B0504030602030204" pitchFamily="34" charset="0"/>
          </a:endParaRPr>
        </a:p>
      </dgm:t>
    </dgm:pt>
    <dgm:pt modelId="{6B344661-ADFE-469F-B48B-3AE817A6062E}" type="sibTrans" cxnId="{701FDF13-E4FA-44E1-9926-619CFC2168C7}">
      <dgm:prSet/>
      <dgm:spPr/>
      <dgm:t>
        <a:bodyPr/>
        <a:lstStyle/>
        <a:p>
          <a:endParaRPr lang="en-US" sz="1400">
            <a:latin typeface="Ubuntu" panose="020B0504030602030204" pitchFamily="34" charset="0"/>
          </a:endParaRPr>
        </a:p>
      </dgm:t>
    </dgm:pt>
    <dgm:pt modelId="{8964D1F5-20CE-4040-AF64-A8B1CBEC3FFB}">
      <dgm:prSet phldrT="[Text]" custT="1"/>
      <dgm:spPr>
        <a:solidFill>
          <a:schemeClr val="accent1">
            <a:lumMod val="50000"/>
          </a:schemeClr>
        </a:solidFill>
      </dgm:spPr>
      <dgm:t>
        <a:bodyPr/>
        <a:lstStyle/>
        <a:p>
          <a:r>
            <a:rPr lang="en-US" sz="1000" b="1" dirty="0">
              <a:latin typeface="Ubuntu" panose="020B0504030602030204" pitchFamily="34" charset="0"/>
            </a:rPr>
            <a:t>Balaji K.V </a:t>
          </a:r>
        </a:p>
        <a:p>
          <a:r>
            <a:rPr lang="en-US" sz="900" dirty="0">
              <a:latin typeface="Ubuntu" panose="020B0504030602030204" pitchFamily="34" charset="0"/>
            </a:rPr>
            <a:t>(Development Lead)</a:t>
          </a:r>
        </a:p>
      </dgm:t>
    </dgm:pt>
    <dgm:pt modelId="{29B23004-82B0-48B2-8685-57B7B53A7E45}" type="parTrans" cxnId="{62505B52-12F9-4BA6-B0BE-3916BD8E3E4C}">
      <dgm:prSet/>
      <dgm:spPr/>
      <dgm:t>
        <a:bodyPr/>
        <a:lstStyle/>
        <a:p>
          <a:endParaRPr lang="en-US" sz="1400">
            <a:latin typeface="Ubuntu" panose="020B0504030602030204" pitchFamily="34" charset="0"/>
          </a:endParaRPr>
        </a:p>
      </dgm:t>
    </dgm:pt>
    <dgm:pt modelId="{D3C9917E-6442-4402-9840-398F4D18FBB1}" type="sibTrans" cxnId="{62505B52-12F9-4BA6-B0BE-3916BD8E3E4C}">
      <dgm:prSet/>
      <dgm:spPr/>
      <dgm:t>
        <a:bodyPr/>
        <a:lstStyle/>
        <a:p>
          <a:endParaRPr lang="en-US" sz="1400">
            <a:latin typeface="Ubuntu" panose="020B0504030602030204" pitchFamily="34" charset="0"/>
          </a:endParaRPr>
        </a:p>
      </dgm:t>
    </dgm:pt>
    <dgm:pt modelId="{3C1F4E0E-8E83-461E-9257-A49398C173A1}">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indent="0" algn="ctr" defTabSz="44450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Kelly Riesling</a:t>
          </a:r>
        </a:p>
        <a:p>
          <a:pPr marL="0" lvl="0" algn="ctr" defTabSz="400050">
            <a:lnSpc>
              <a:spcPct val="90000"/>
            </a:lnSpc>
            <a:spcBef>
              <a:spcPct val="0"/>
            </a:spcBef>
            <a:spcAft>
              <a:spcPct val="35000"/>
            </a:spcAft>
            <a:buNone/>
          </a:pPr>
          <a:r>
            <a:rPr lang="en-US" sz="1100" kern="1200">
              <a:solidFill>
                <a:prstClr val="white"/>
              </a:solidFill>
              <a:latin typeface="Ubuntu" panose="020B0504030602030204" pitchFamily="34" charset="0"/>
              <a:ea typeface="+mn-ea"/>
              <a:cs typeface="+mn-cs"/>
            </a:rPr>
            <a:t>(</a:t>
          </a:r>
          <a:r>
            <a:rPr lang="en-US" sz="1000" b="0" kern="1200">
              <a:solidFill>
                <a:prstClr val="white"/>
              </a:solidFill>
              <a:latin typeface="Ubuntu" panose="020B0504030602030204" pitchFamily="34" charset="0"/>
              <a:ea typeface="+mn-ea"/>
              <a:cs typeface="+mn-cs"/>
            </a:rPr>
            <a:t>PR Expert)</a:t>
          </a:r>
          <a:endParaRPr lang="en-US" sz="1000" b="0" kern="1200" dirty="0">
            <a:solidFill>
              <a:prstClr val="white"/>
            </a:solidFill>
            <a:latin typeface="Ubuntu" panose="020B0504030602030204" pitchFamily="34" charset="0"/>
            <a:ea typeface="+mn-ea"/>
            <a:cs typeface="+mn-cs"/>
          </a:endParaRPr>
        </a:p>
      </dgm:t>
    </dgm:pt>
    <dgm:pt modelId="{1A69248C-B211-45DD-AB15-70D8E3C0B342}" type="parTrans" cxnId="{C6017927-F4BA-4940-AFC0-955299B60080}">
      <dgm:prSet/>
      <dgm:spPr/>
      <dgm:t>
        <a:bodyPr/>
        <a:lstStyle/>
        <a:p>
          <a:endParaRPr lang="en-US" sz="1400">
            <a:latin typeface="Ubuntu" panose="020B0504030602030204" pitchFamily="34" charset="0"/>
          </a:endParaRPr>
        </a:p>
      </dgm:t>
    </dgm:pt>
    <dgm:pt modelId="{E0DB0E59-87A2-4927-9328-6995E6D1CC29}" type="sibTrans" cxnId="{C6017927-F4BA-4940-AFC0-955299B60080}">
      <dgm:prSet/>
      <dgm:spPr/>
      <dgm:t>
        <a:bodyPr/>
        <a:lstStyle/>
        <a:p>
          <a:endParaRPr lang="en-US" sz="1400">
            <a:latin typeface="Ubuntu" panose="020B0504030602030204" pitchFamily="34" charset="0"/>
          </a:endParaRPr>
        </a:p>
      </dgm:t>
    </dgm:pt>
    <dgm:pt modelId="{3AF02B5B-271F-436C-896E-A5428035D871}">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r>
            <a:rPr lang="en-US" sz="1000" b="1" dirty="0">
              <a:latin typeface="Ubuntu" panose="020B0504030602030204" pitchFamily="34" charset="0"/>
            </a:rPr>
            <a:t>Ninad D</a:t>
          </a:r>
        </a:p>
        <a:p>
          <a:r>
            <a:rPr lang="en-US" sz="900" dirty="0">
              <a:latin typeface="Ubuntu" panose="020B0504030602030204" pitchFamily="34" charset="0"/>
            </a:rPr>
            <a:t>(Test Delivery Lead)</a:t>
          </a:r>
        </a:p>
      </dgm:t>
    </dgm:pt>
    <dgm:pt modelId="{46BBBEDB-2FDF-48C6-BAFC-20D24E38E163}" type="parTrans" cxnId="{B5B33649-1D84-4639-8CC6-449C45D900C6}">
      <dgm:prSet/>
      <dgm:spPr/>
      <dgm:t>
        <a:bodyPr/>
        <a:lstStyle/>
        <a:p>
          <a:endParaRPr lang="en-US" sz="1400">
            <a:latin typeface="Ubuntu" panose="020B0504030602030204" pitchFamily="34" charset="0"/>
          </a:endParaRPr>
        </a:p>
      </dgm:t>
    </dgm:pt>
    <dgm:pt modelId="{2DD8E471-3FCC-47C7-B68A-249559AF8C7B}" type="sibTrans" cxnId="{B5B33649-1D84-4639-8CC6-449C45D900C6}">
      <dgm:prSet/>
      <dgm:spPr/>
      <dgm:t>
        <a:bodyPr/>
        <a:lstStyle/>
        <a:p>
          <a:endParaRPr lang="en-US" sz="1400">
            <a:latin typeface="Ubuntu" panose="020B0504030602030204" pitchFamily="34" charset="0"/>
          </a:endParaRPr>
        </a:p>
      </dgm:t>
    </dgm:pt>
    <dgm:pt modelId="{A9553531-FA29-428C-A1FE-38E2628119E3}">
      <dgm:prSet phldrT="[Text]" custT="1"/>
      <dgm:spPr/>
      <dgm:t>
        <a:bodyPr/>
        <a:lstStyle/>
        <a:p>
          <a:r>
            <a:rPr lang="en-US" sz="1000" b="1" dirty="0">
              <a:latin typeface="Ubuntu" panose="020B0504030602030204" pitchFamily="34" charset="0"/>
            </a:rPr>
            <a:t>Vamshi Prabhala </a:t>
          </a:r>
        </a:p>
        <a:p>
          <a:r>
            <a:rPr lang="en-US" sz="900" dirty="0">
              <a:latin typeface="Ubuntu" panose="020B0504030602030204" pitchFamily="34" charset="0"/>
            </a:rPr>
            <a:t>(</a:t>
          </a:r>
          <a:r>
            <a:rPr lang="en-US" sz="850" dirty="0">
              <a:latin typeface="Ubuntu" panose="020B0504030602030204" pitchFamily="34" charset="0"/>
            </a:rPr>
            <a:t>Test Delivery Lead )</a:t>
          </a:r>
        </a:p>
      </dgm:t>
    </dgm:pt>
    <dgm:pt modelId="{702B6FF3-8F79-4F2A-BBCB-F3F91B9F05E2}" type="parTrans" cxnId="{1F85B942-8B1D-4ADB-82E6-DDF679FFD81D}">
      <dgm:prSet/>
      <dgm:spPr/>
      <dgm:t>
        <a:bodyPr/>
        <a:lstStyle/>
        <a:p>
          <a:endParaRPr lang="en-US" sz="1400">
            <a:latin typeface="Ubuntu" panose="020B0504030602030204" pitchFamily="34" charset="0"/>
          </a:endParaRPr>
        </a:p>
      </dgm:t>
    </dgm:pt>
    <dgm:pt modelId="{2592F66B-9B4F-447C-B26D-7AF41425794C}" type="sibTrans" cxnId="{1F85B942-8B1D-4ADB-82E6-DDF679FFD81D}">
      <dgm:prSet/>
      <dgm:spPr/>
      <dgm:t>
        <a:bodyPr/>
        <a:lstStyle/>
        <a:p>
          <a:endParaRPr lang="en-US" sz="1400">
            <a:latin typeface="Ubuntu" panose="020B0504030602030204" pitchFamily="34" charset="0"/>
          </a:endParaRPr>
        </a:p>
      </dgm:t>
    </dgm:pt>
    <dgm:pt modelId="{C0E95C0D-DA5A-419D-86EC-87D022D44CE4}">
      <dgm:prSet phldrT="[Text]" custT="1"/>
      <dgm:spPr>
        <a:solidFill>
          <a:schemeClr val="accent1">
            <a:lumMod val="50000"/>
          </a:schemeClr>
        </a:solidFill>
      </dgm:spPr>
      <dgm:t>
        <a:bodyPr/>
        <a:lstStyle/>
        <a:p>
          <a:r>
            <a:rPr lang="en-US" sz="1000" b="1">
              <a:latin typeface="Ubuntu" panose="020B0504030602030204" pitchFamily="34" charset="0"/>
            </a:rPr>
            <a:t>Vijaya Pulidindi </a:t>
          </a:r>
        </a:p>
        <a:p>
          <a:r>
            <a:rPr lang="en-US" sz="900">
              <a:latin typeface="Ubuntu" panose="020B0504030602030204" pitchFamily="34" charset="0"/>
            </a:rPr>
            <a:t>(Test SME)</a:t>
          </a:r>
        </a:p>
      </dgm:t>
    </dgm:pt>
    <dgm:pt modelId="{2CE0A90A-02CC-4FAA-9CD7-34CD45CBD598}" type="parTrans" cxnId="{D1C5EF6C-F878-47D4-B1C6-2A742F3A233D}">
      <dgm:prSet/>
      <dgm:spPr/>
      <dgm:t>
        <a:bodyPr/>
        <a:lstStyle/>
        <a:p>
          <a:endParaRPr lang="en-US" sz="1400">
            <a:latin typeface="Ubuntu" panose="020B0504030602030204" pitchFamily="34" charset="0"/>
          </a:endParaRPr>
        </a:p>
      </dgm:t>
    </dgm:pt>
    <dgm:pt modelId="{10C75E24-F3D4-4889-90AF-A312E53B15AB}" type="sibTrans" cxnId="{D1C5EF6C-F878-47D4-B1C6-2A742F3A233D}">
      <dgm:prSet/>
      <dgm:spPr/>
      <dgm:t>
        <a:bodyPr/>
        <a:lstStyle/>
        <a:p>
          <a:endParaRPr lang="en-US" sz="1400">
            <a:latin typeface="Ubuntu" panose="020B0504030602030204" pitchFamily="34" charset="0"/>
          </a:endParaRPr>
        </a:p>
      </dgm:t>
    </dgm:pt>
    <dgm:pt modelId="{CC228A90-9A1B-48A0-AB4D-7DBF3BDA3F12}">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Sridhar I</a:t>
          </a:r>
        </a:p>
        <a:p>
          <a:pPr marL="0" lvl="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(Test Lead)</a:t>
          </a:r>
          <a:endParaRPr lang="en-US" sz="900" kern="1200" dirty="0">
            <a:solidFill>
              <a:prstClr val="white"/>
            </a:solidFill>
            <a:latin typeface="Ubuntu" panose="020B0504030602030204" pitchFamily="34" charset="0"/>
            <a:ea typeface="+mn-ea"/>
            <a:cs typeface="+mn-cs"/>
          </a:endParaRPr>
        </a:p>
      </dgm:t>
    </dgm:pt>
    <dgm:pt modelId="{91055FFB-61A8-4916-87B2-6CF4FF88EFAA}" type="parTrans" cxnId="{86C41088-61D0-4FB4-AD1A-EF2173C2CD4D}">
      <dgm:prSet/>
      <dgm:spPr/>
      <dgm:t>
        <a:bodyPr/>
        <a:lstStyle/>
        <a:p>
          <a:endParaRPr lang="en-US" sz="1400">
            <a:latin typeface="Ubuntu" panose="020B0504030602030204" pitchFamily="34" charset="0"/>
          </a:endParaRPr>
        </a:p>
      </dgm:t>
    </dgm:pt>
    <dgm:pt modelId="{B328484B-D3A8-4980-A51E-1A7320F358EC}" type="sibTrans" cxnId="{86C41088-61D0-4FB4-AD1A-EF2173C2CD4D}">
      <dgm:prSet/>
      <dgm:spPr/>
      <dgm:t>
        <a:bodyPr/>
        <a:lstStyle/>
        <a:p>
          <a:endParaRPr lang="en-US" sz="1400">
            <a:latin typeface="Ubuntu" panose="020B0504030602030204" pitchFamily="34" charset="0"/>
          </a:endParaRPr>
        </a:p>
      </dgm:t>
    </dgm:pt>
    <dgm:pt modelId="{3E60105A-F1A9-4C2F-BBB0-AAA45A52CE52}">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Gourab M</a:t>
          </a:r>
        </a:p>
        <a:p>
          <a:pPr marL="0" lvl="0" algn="ctr" defTabSz="400050">
            <a:lnSpc>
              <a:spcPct val="90000"/>
            </a:lnSpc>
            <a:spcBef>
              <a:spcPct val="0"/>
            </a:spcBef>
            <a:spcAft>
              <a:spcPct val="35000"/>
            </a:spcAft>
            <a:buNone/>
          </a:pPr>
          <a:r>
            <a:rPr lang="en-US" sz="900" kern="1200" dirty="0">
              <a:solidFill>
                <a:prstClr val="white"/>
              </a:solidFill>
              <a:latin typeface="Ubuntu" panose="020B0504030602030204" pitchFamily="34" charset="0"/>
              <a:ea typeface="+mn-ea"/>
              <a:cs typeface="+mn-cs"/>
            </a:rPr>
            <a:t>(Functional Lead)</a:t>
          </a:r>
        </a:p>
      </dgm:t>
    </dgm:pt>
    <dgm:pt modelId="{152E7D6B-7676-45A4-8603-E2332FCEB486}" type="parTrans" cxnId="{B2FABD6B-5711-42BA-AC29-E7EAB69E4166}">
      <dgm:prSet/>
      <dgm:spPr/>
      <dgm:t>
        <a:bodyPr/>
        <a:lstStyle/>
        <a:p>
          <a:endParaRPr lang="en-US" sz="1400">
            <a:latin typeface="Ubuntu" panose="020B0504030602030204" pitchFamily="34" charset="0"/>
          </a:endParaRPr>
        </a:p>
      </dgm:t>
    </dgm:pt>
    <dgm:pt modelId="{75822A3F-1ECC-4540-ACD9-90473EE2F2BC}" type="sibTrans" cxnId="{B2FABD6B-5711-42BA-AC29-E7EAB69E4166}">
      <dgm:prSet/>
      <dgm:spPr/>
      <dgm:t>
        <a:bodyPr/>
        <a:lstStyle/>
        <a:p>
          <a:endParaRPr lang="en-US" sz="1400">
            <a:latin typeface="Ubuntu" panose="020B0504030602030204" pitchFamily="34" charset="0"/>
          </a:endParaRPr>
        </a:p>
      </dgm:t>
    </dgm:pt>
    <dgm:pt modelId="{4D48E472-13DF-4955-B106-698D86DB453F}">
      <dgm:prSet phldrT="[Text]" custT="1"/>
      <dgm:spPr>
        <a:solidFill>
          <a:schemeClr val="accent1">
            <a:lumMod val="50000"/>
          </a:schemeClr>
        </a:solidFill>
      </dgm:spPr>
      <dgm:t>
        <a:bodyPr/>
        <a:lstStyle/>
        <a:p>
          <a:r>
            <a:rPr lang="en-US" sz="1000" b="1" dirty="0">
              <a:latin typeface="Ubuntu" panose="020B0504030602030204" pitchFamily="34" charset="0"/>
            </a:rPr>
            <a:t>Sahersh G</a:t>
          </a:r>
        </a:p>
        <a:p>
          <a:r>
            <a:rPr lang="en-US" sz="900" dirty="0">
              <a:latin typeface="Ubuntu" panose="020B0504030602030204" pitchFamily="34" charset="0"/>
            </a:rPr>
            <a:t>(Development lead)</a:t>
          </a:r>
        </a:p>
      </dgm:t>
    </dgm:pt>
    <dgm:pt modelId="{D5C8B790-17E8-41CA-9168-9E411DEBF558}" type="parTrans" cxnId="{84C1E575-DAA2-4046-A6AF-1216941317A1}">
      <dgm:prSet/>
      <dgm:spPr/>
      <dgm:t>
        <a:bodyPr/>
        <a:lstStyle/>
        <a:p>
          <a:endParaRPr lang="en-US" sz="1400">
            <a:latin typeface="Ubuntu" panose="020B0504030602030204" pitchFamily="34" charset="0"/>
          </a:endParaRPr>
        </a:p>
      </dgm:t>
    </dgm:pt>
    <dgm:pt modelId="{28A7B395-5143-4F81-A401-9F019CDFA8B6}" type="sibTrans" cxnId="{84C1E575-DAA2-4046-A6AF-1216941317A1}">
      <dgm:prSet/>
      <dgm:spPr/>
      <dgm:t>
        <a:bodyPr/>
        <a:lstStyle/>
        <a:p>
          <a:endParaRPr lang="en-US" sz="1400">
            <a:latin typeface="Ubuntu" panose="020B0504030602030204" pitchFamily="34" charset="0"/>
          </a:endParaRPr>
        </a:p>
      </dgm:t>
    </dgm:pt>
    <dgm:pt modelId="{C433EF38-A922-461B-8EA9-F3FDDDF706DA}">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Muralidhar</a:t>
          </a:r>
        </a:p>
        <a:p>
          <a:pPr marL="0" lvl="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(Development Lead)</a:t>
          </a:r>
          <a:endParaRPr lang="en-US" sz="900" kern="1200" dirty="0">
            <a:solidFill>
              <a:prstClr val="white"/>
            </a:solidFill>
            <a:latin typeface="Ubuntu" panose="020B0504030602030204" pitchFamily="34" charset="0"/>
            <a:ea typeface="+mn-ea"/>
            <a:cs typeface="+mn-cs"/>
          </a:endParaRPr>
        </a:p>
      </dgm:t>
    </dgm:pt>
    <dgm:pt modelId="{8BB81A4F-0DCE-4052-B7C9-7D3ED6829F7B}" type="parTrans" cxnId="{6D5B4EF7-1E08-451D-B667-DD9F92E0A63F}">
      <dgm:prSet/>
      <dgm:spPr/>
      <dgm:t>
        <a:bodyPr/>
        <a:lstStyle/>
        <a:p>
          <a:endParaRPr lang="en-US" sz="1400">
            <a:latin typeface="Ubuntu" panose="020B0504030602030204" pitchFamily="34" charset="0"/>
          </a:endParaRPr>
        </a:p>
      </dgm:t>
    </dgm:pt>
    <dgm:pt modelId="{766D6D52-4496-47EE-ABEE-B6CCD866C475}" type="sibTrans" cxnId="{6D5B4EF7-1E08-451D-B667-DD9F92E0A63F}">
      <dgm:prSet/>
      <dgm:spPr/>
      <dgm:t>
        <a:bodyPr/>
        <a:lstStyle/>
        <a:p>
          <a:endParaRPr lang="en-US" sz="1400">
            <a:latin typeface="Ubuntu" panose="020B0504030602030204" pitchFamily="34" charset="0"/>
          </a:endParaRPr>
        </a:p>
      </dgm:t>
    </dgm:pt>
    <dgm:pt modelId="{6E0848AC-4162-4407-AE84-A9B466FE2DF9}">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Saurav D</a:t>
          </a:r>
        </a:p>
        <a:p>
          <a:pPr marL="0" lvl="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(Integration BA)</a:t>
          </a:r>
          <a:endParaRPr lang="en-US" sz="900" kern="1200" dirty="0">
            <a:solidFill>
              <a:prstClr val="white"/>
            </a:solidFill>
            <a:latin typeface="Ubuntu" panose="020B0504030602030204" pitchFamily="34" charset="0"/>
            <a:ea typeface="+mn-ea"/>
            <a:cs typeface="+mn-cs"/>
          </a:endParaRPr>
        </a:p>
      </dgm:t>
    </dgm:pt>
    <dgm:pt modelId="{53619E22-4EA4-4C98-BCE4-938A08FD326B}" type="parTrans" cxnId="{56EA9923-1E01-4DD8-82E8-743C03469122}">
      <dgm:prSet/>
      <dgm:spPr/>
      <dgm:t>
        <a:bodyPr/>
        <a:lstStyle/>
        <a:p>
          <a:endParaRPr lang="en-US" sz="1400">
            <a:latin typeface="Ubuntu" panose="020B0504030602030204" pitchFamily="34" charset="0"/>
          </a:endParaRPr>
        </a:p>
      </dgm:t>
    </dgm:pt>
    <dgm:pt modelId="{842B75DF-CFB4-4704-B7F6-24D2BAF16D86}" type="sibTrans" cxnId="{56EA9923-1E01-4DD8-82E8-743C03469122}">
      <dgm:prSet/>
      <dgm:spPr/>
      <dgm:t>
        <a:bodyPr/>
        <a:lstStyle/>
        <a:p>
          <a:endParaRPr lang="en-US" sz="1400">
            <a:latin typeface="Ubuntu" panose="020B0504030602030204" pitchFamily="34" charset="0"/>
          </a:endParaRPr>
        </a:p>
      </dgm:t>
    </dgm:pt>
    <dgm:pt modelId="{89E1646B-53C6-49B4-8DF9-7370BF7C7D30}">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6350" tIns="6350" rIns="6350" bIns="6350" numCol="1" spcCol="1270" anchor="ctr" anchorCtr="0"/>
        <a:lstStyle/>
        <a:p>
          <a:pPr marL="0" lvl="0" algn="ctr" defTabSz="444500">
            <a:lnSpc>
              <a:spcPct val="90000"/>
            </a:lnSpc>
            <a:spcBef>
              <a:spcPct val="0"/>
            </a:spcBef>
            <a:spcAft>
              <a:spcPct val="35000"/>
            </a:spcAft>
            <a:buNone/>
          </a:pPr>
          <a:r>
            <a:rPr lang="en-US" sz="1000" b="1" kern="1200" dirty="0">
              <a:latin typeface="Ubuntu" panose="020B0504030602030204" pitchFamily="34" charset="0"/>
            </a:rPr>
            <a:t>Natraj Gudla </a:t>
          </a:r>
        </a:p>
        <a:p>
          <a:pPr marL="0" lvl="0" algn="ctr" defTabSz="444500">
            <a:lnSpc>
              <a:spcPct val="90000"/>
            </a:lnSpc>
            <a:spcBef>
              <a:spcPct val="0"/>
            </a:spcBef>
            <a:spcAft>
              <a:spcPct val="35000"/>
            </a:spcAft>
          </a:pPr>
          <a:r>
            <a:rPr lang="en-US" sz="1000" kern="1200" dirty="0">
              <a:latin typeface="Ubuntu" panose="020B0504030602030204" pitchFamily="34" charset="0"/>
            </a:rPr>
            <a:t>(India Delivery Lead)</a:t>
          </a:r>
          <a:endParaRPr lang="en-US" sz="1000" b="0" kern="1200" dirty="0">
            <a:solidFill>
              <a:prstClr val="white"/>
            </a:solidFill>
            <a:latin typeface="Ubuntu" panose="020B0504030602030204" pitchFamily="34" charset="0"/>
            <a:ea typeface="+mn-ea"/>
            <a:cs typeface="+mn-cs"/>
          </a:endParaRPr>
        </a:p>
      </dgm:t>
    </dgm:pt>
    <dgm:pt modelId="{93D0194B-6BF3-4400-BCAC-F0719933B413}" type="parTrans" cxnId="{C6545CE1-88D8-42ED-A1C9-BBF1A022D5C8}">
      <dgm:prSet/>
      <dgm:spPr/>
      <dgm:t>
        <a:bodyPr/>
        <a:lstStyle/>
        <a:p>
          <a:endParaRPr lang="en-IN"/>
        </a:p>
      </dgm:t>
    </dgm:pt>
    <dgm:pt modelId="{22506586-7AB3-435F-A6A0-C168ACE09516}" type="sibTrans" cxnId="{C6545CE1-88D8-42ED-A1C9-BBF1A022D5C8}">
      <dgm:prSet/>
      <dgm:spPr/>
      <dgm:t>
        <a:bodyPr/>
        <a:lstStyle/>
        <a:p>
          <a:endParaRPr lang="en-IN"/>
        </a:p>
      </dgm:t>
    </dgm:pt>
    <dgm:pt modelId="{C1725CBF-078C-43A8-ABDD-3C764192F1AF}">
      <dgm:prSet phldrT="[Text]" custT="1"/>
      <dgm:spPr>
        <a:solidFill>
          <a:schemeClr val="accent1">
            <a:lumMod val="50000"/>
          </a:schemeClr>
        </a:solidFill>
        <a:ln w="12700" cap="flat" cmpd="sng" algn="ctr">
          <a:solidFill>
            <a:prstClr val="white">
              <a:hueOff val="0"/>
              <a:satOff val="0"/>
              <a:lumOff val="0"/>
              <a:alphaOff val="0"/>
            </a:prstClr>
          </a:solidFill>
          <a:prstDash val="solid"/>
          <a:miter lim="800000"/>
        </a:ln>
        <a:effectLst/>
      </dgm:spPr>
      <dgm:t>
        <a:bodyPr spcFirstLastPara="0" vert="horz" wrap="square" lIns="6350" tIns="6350" rIns="6350" bIns="6350" numCol="1" spcCol="1270" anchor="ctr" anchorCtr="0"/>
        <a:lstStyle/>
        <a:p>
          <a:pPr marL="0" lvl="0" algn="ctr" defTabSz="444500">
            <a:lnSpc>
              <a:spcPct val="90000"/>
            </a:lnSpc>
            <a:spcBef>
              <a:spcPct val="0"/>
            </a:spcBef>
            <a:spcAft>
              <a:spcPct val="35000"/>
            </a:spcAft>
            <a:buNone/>
          </a:pPr>
          <a:r>
            <a:rPr lang="en-US" sz="1000" b="1" kern="1200" dirty="0">
              <a:latin typeface="Ubuntu" panose="020B0504030602030204" pitchFamily="34" charset="0"/>
            </a:rPr>
            <a:t>Sarah K</a:t>
          </a:r>
        </a:p>
        <a:p>
          <a:pPr marL="0" lvl="0" algn="ctr" defTabSz="444500">
            <a:lnSpc>
              <a:spcPct val="90000"/>
            </a:lnSpc>
            <a:spcBef>
              <a:spcPct val="0"/>
            </a:spcBef>
            <a:spcAft>
              <a:spcPct val="35000"/>
            </a:spcAft>
          </a:pPr>
          <a:r>
            <a:rPr lang="en-US" sz="1000" kern="1200" dirty="0">
              <a:latin typeface="Ubuntu" panose="020B0504030602030204" pitchFamily="34" charset="0"/>
            </a:rPr>
            <a:t>(Project Manager)</a:t>
          </a:r>
          <a:endParaRPr lang="en-US" sz="1000" b="0" kern="1200" dirty="0">
            <a:solidFill>
              <a:prstClr val="white"/>
            </a:solidFill>
            <a:latin typeface="Ubuntu" panose="020B0504030602030204" pitchFamily="34" charset="0"/>
            <a:ea typeface="+mn-ea"/>
            <a:cs typeface="+mn-cs"/>
          </a:endParaRPr>
        </a:p>
      </dgm:t>
    </dgm:pt>
    <dgm:pt modelId="{E61DEB88-9DCA-4881-AB6A-00176638F349}" type="parTrans" cxnId="{72E02AA3-569B-4765-814D-72946537BCCE}">
      <dgm:prSet/>
      <dgm:spPr/>
      <dgm:t>
        <a:bodyPr/>
        <a:lstStyle/>
        <a:p>
          <a:endParaRPr lang="en-IN"/>
        </a:p>
      </dgm:t>
    </dgm:pt>
    <dgm:pt modelId="{3781BE88-1820-4C07-80AD-3ABA26307A23}" type="sibTrans" cxnId="{72E02AA3-569B-4765-814D-72946537BCCE}">
      <dgm:prSet/>
      <dgm:spPr/>
      <dgm:t>
        <a:bodyPr/>
        <a:lstStyle/>
        <a:p>
          <a:endParaRPr lang="en-IN"/>
        </a:p>
      </dgm:t>
    </dgm:pt>
    <dgm:pt modelId="{770765BB-B67A-467A-A8F6-3AAE01CE6C51}">
      <dgm:prSet phldrT="[Text]" custT="1"/>
      <dgm:spPr>
        <a:solidFill>
          <a:schemeClr val="accent1">
            <a:lumMod val="50000"/>
          </a:schemeClr>
        </a:solidFill>
        <a:ln w="12700" cap="flat" cmpd="sng" algn="ctr">
          <a:solidFill>
            <a:prstClr val="white">
              <a:hueOff val="0"/>
              <a:satOff val="0"/>
              <a:lumOff val="0"/>
              <a:alphaOff val="0"/>
            </a:prstClr>
          </a:solidFill>
          <a:prstDash val="solid"/>
          <a:miter lim="800000"/>
        </a:ln>
        <a:effectLst/>
      </dgm:spPr>
      <dgm:t>
        <a:bodyPr spcFirstLastPara="0" vert="horz" wrap="square" lIns="6350" tIns="6350" rIns="6350" bIns="6350" numCol="1" spcCol="1270" anchor="ctr" anchorCtr="0"/>
        <a:lstStyle/>
        <a:p>
          <a:pPr marL="0" lvl="0" algn="ctr" defTabSz="44450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Ravi U</a:t>
          </a:r>
        </a:p>
        <a:p>
          <a:pPr marL="0" lvl="0" algn="ctr" defTabSz="444500">
            <a:lnSpc>
              <a:spcPct val="90000"/>
            </a:lnSpc>
            <a:spcBef>
              <a:spcPct val="0"/>
            </a:spcBef>
            <a:spcAft>
              <a:spcPct val="35000"/>
            </a:spcAft>
            <a:buNone/>
          </a:pPr>
          <a:r>
            <a:rPr lang="en-US" sz="1000" b="0" kern="1200" dirty="0">
              <a:solidFill>
                <a:prstClr val="white"/>
              </a:solidFill>
              <a:latin typeface="Ubuntu" panose="020B0504030602030204" pitchFamily="34" charset="0"/>
              <a:ea typeface="+mn-ea"/>
              <a:cs typeface="+mn-cs"/>
            </a:rPr>
            <a:t>(</a:t>
          </a:r>
          <a:r>
            <a:rPr lang="en-US" sz="900" kern="1200" dirty="0">
              <a:solidFill>
                <a:prstClr val="white"/>
              </a:solidFill>
              <a:latin typeface="Ubuntu" panose="020B0504030602030204" pitchFamily="34" charset="0"/>
              <a:ea typeface="+mn-ea"/>
              <a:cs typeface="+mn-cs"/>
            </a:rPr>
            <a:t>Test Lead</a:t>
          </a:r>
          <a:r>
            <a:rPr lang="en-US" sz="1000" b="0" kern="1200" dirty="0">
              <a:solidFill>
                <a:prstClr val="white"/>
              </a:solidFill>
              <a:latin typeface="Ubuntu" panose="020B0504030602030204" pitchFamily="34" charset="0"/>
              <a:ea typeface="+mn-ea"/>
              <a:cs typeface="+mn-cs"/>
            </a:rPr>
            <a:t>)</a:t>
          </a:r>
        </a:p>
      </dgm:t>
    </dgm:pt>
    <dgm:pt modelId="{89F16C77-6631-4B1C-B733-8558BBF96515}" type="parTrans" cxnId="{8572AB29-EDB6-4B5C-9EE7-A49153CE2426}">
      <dgm:prSet/>
      <dgm:spPr/>
      <dgm:t>
        <a:bodyPr/>
        <a:lstStyle/>
        <a:p>
          <a:endParaRPr lang="en-IN"/>
        </a:p>
      </dgm:t>
    </dgm:pt>
    <dgm:pt modelId="{6FE6316E-88CB-41DB-B6F1-9AE1FF10E687}" type="sibTrans" cxnId="{8572AB29-EDB6-4B5C-9EE7-A49153CE2426}">
      <dgm:prSet/>
      <dgm:spPr/>
      <dgm:t>
        <a:bodyPr/>
        <a:lstStyle/>
        <a:p>
          <a:endParaRPr lang="en-IN"/>
        </a:p>
      </dgm:t>
    </dgm:pt>
    <dgm:pt modelId="{D54F00CF-56C5-4CAB-8D90-FED02A43B3E8}">
      <dgm:prSet phldrT="[Text]" custT="1"/>
      <dgm:spPr>
        <a:solidFill>
          <a:schemeClr val="accent1">
            <a:lumMod val="50000"/>
          </a:schemeClr>
        </a:solidFill>
        <a:ln w="12700" cap="flat" cmpd="sng" algn="ctr">
          <a:solidFill>
            <a:prstClr val="white">
              <a:hueOff val="0"/>
              <a:satOff val="0"/>
              <a:lumOff val="0"/>
              <a:alphaOff val="0"/>
            </a:prstClr>
          </a:solidFill>
          <a:prstDash val="solid"/>
          <a:miter lim="800000"/>
        </a:ln>
        <a:effectLst/>
      </dgm:spPr>
      <dgm:t>
        <a:bodyPr spcFirstLastPara="0" vert="horz" wrap="square" lIns="6350" tIns="6350" rIns="6350" bIns="6350" numCol="1" spcCol="1270" anchor="ctr" anchorCtr="0"/>
        <a:lstStyle/>
        <a:p>
          <a:pPr marL="0" lvl="0" algn="ctr" defTabSz="44450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Srilatha P</a:t>
          </a:r>
        </a:p>
        <a:p>
          <a:pPr marL="0" lvl="0" algn="ctr" defTabSz="444500">
            <a:lnSpc>
              <a:spcPct val="90000"/>
            </a:lnSpc>
            <a:spcBef>
              <a:spcPct val="0"/>
            </a:spcBef>
            <a:spcAft>
              <a:spcPct val="35000"/>
            </a:spcAft>
            <a:buNone/>
          </a:pPr>
          <a:r>
            <a:rPr lang="en-US" sz="1000" b="0" kern="1200" dirty="0">
              <a:solidFill>
                <a:prstClr val="white"/>
              </a:solidFill>
              <a:latin typeface="Ubuntu" panose="020B0504030602030204" pitchFamily="34" charset="0"/>
              <a:ea typeface="+mn-ea"/>
              <a:cs typeface="+mn-cs"/>
            </a:rPr>
            <a:t>(PMO lead)</a:t>
          </a:r>
        </a:p>
      </dgm:t>
    </dgm:pt>
    <dgm:pt modelId="{C6DDD99F-7181-41E5-9F37-B696FF34B402}" type="parTrans" cxnId="{79ADF6C3-BD5D-4C16-9E9A-15DCAE34461F}">
      <dgm:prSet/>
      <dgm:spPr/>
      <dgm:t>
        <a:bodyPr/>
        <a:lstStyle/>
        <a:p>
          <a:endParaRPr lang="en-IN"/>
        </a:p>
      </dgm:t>
    </dgm:pt>
    <dgm:pt modelId="{3A95E192-365C-404D-9D88-F9BBAB6D30F2}" type="sibTrans" cxnId="{79ADF6C3-BD5D-4C16-9E9A-15DCAE34461F}">
      <dgm:prSet/>
      <dgm:spPr/>
      <dgm:t>
        <a:bodyPr/>
        <a:lstStyle/>
        <a:p>
          <a:endParaRPr lang="en-IN"/>
        </a:p>
      </dgm:t>
    </dgm:pt>
    <dgm:pt modelId="{1B119479-8CDB-4603-BF5C-3B0FFF116E2E}">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indent="0" algn="ctr" defTabSz="44450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Jatin P</a:t>
          </a:r>
        </a:p>
        <a:p>
          <a:pPr marL="0" lvl="0" indent="0" algn="ctr" defTabSz="444500">
            <a:lnSpc>
              <a:spcPct val="90000"/>
            </a:lnSpc>
            <a:spcBef>
              <a:spcPct val="0"/>
            </a:spcBef>
            <a:spcAft>
              <a:spcPct val="35000"/>
            </a:spcAft>
            <a:buNone/>
          </a:pPr>
          <a:r>
            <a:rPr lang="en-US" sz="1000" b="0" kern="1200">
              <a:solidFill>
                <a:prstClr val="white"/>
              </a:solidFill>
              <a:latin typeface="Ubuntu" panose="020B0504030602030204" pitchFamily="34" charset="0"/>
              <a:ea typeface="+mn-ea"/>
              <a:cs typeface="+mn-cs"/>
            </a:rPr>
            <a:t>(Enterprise architect)</a:t>
          </a:r>
          <a:endParaRPr lang="en-US" sz="1000" b="0" kern="1200" dirty="0">
            <a:solidFill>
              <a:prstClr val="white"/>
            </a:solidFill>
            <a:latin typeface="Ubuntu" panose="020B0504030602030204" pitchFamily="34" charset="0"/>
            <a:ea typeface="+mn-ea"/>
            <a:cs typeface="+mn-cs"/>
          </a:endParaRPr>
        </a:p>
      </dgm:t>
    </dgm:pt>
    <dgm:pt modelId="{9E9379CE-409F-491E-AAD6-AF20BD75C536}" type="parTrans" cxnId="{C51C9DA6-BE6A-4FAB-AEA9-D2D4D6645A04}">
      <dgm:prSet/>
      <dgm:spPr/>
      <dgm:t>
        <a:bodyPr/>
        <a:lstStyle/>
        <a:p>
          <a:endParaRPr lang="en-IN"/>
        </a:p>
      </dgm:t>
    </dgm:pt>
    <dgm:pt modelId="{0C5137A1-AD7C-45B5-AAD8-6A3E4583F0E7}" type="sibTrans" cxnId="{C51C9DA6-BE6A-4FAB-AEA9-D2D4D6645A04}">
      <dgm:prSet/>
      <dgm:spPr/>
      <dgm:t>
        <a:bodyPr/>
        <a:lstStyle/>
        <a:p>
          <a:endParaRPr lang="en-IN"/>
        </a:p>
      </dgm:t>
    </dgm:pt>
    <dgm:pt modelId="{F156C8BE-A7E8-42B9-A768-3282BAC4BFFA}">
      <dgm:prSet phldrT="[Text]"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indent="0" algn="ctr" defTabSz="444500">
            <a:lnSpc>
              <a:spcPct val="90000"/>
            </a:lnSpc>
            <a:spcBef>
              <a:spcPct val="0"/>
            </a:spcBef>
            <a:spcAft>
              <a:spcPct val="35000"/>
            </a:spcAft>
            <a:buNone/>
          </a:pPr>
          <a:r>
            <a:rPr lang="en-US" sz="1000" b="1" kern="1200">
              <a:solidFill>
                <a:srgbClr val="FFFFFF"/>
              </a:solidFill>
              <a:latin typeface="Ubuntu" panose="020B0504030602030204" pitchFamily="34" charset="0"/>
              <a:ea typeface="+mn-ea"/>
              <a:cs typeface="+mn-cs"/>
            </a:rPr>
            <a:t>Peter D</a:t>
          </a:r>
        </a:p>
        <a:p>
          <a:pPr marL="0" lvl="0" algn="ctr" defTabSz="488950">
            <a:lnSpc>
              <a:spcPct val="90000"/>
            </a:lnSpc>
            <a:spcBef>
              <a:spcPct val="0"/>
            </a:spcBef>
            <a:spcAft>
              <a:spcPct val="35000"/>
            </a:spcAft>
            <a:buNone/>
          </a:pPr>
          <a:r>
            <a:rPr lang="en-US" sz="800" kern="1200">
              <a:solidFill>
                <a:prstClr val="white"/>
              </a:solidFill>
              <a:latin typeface="Ubuntu" panose="020B0504030602030204" pitchFamily="34" charset="0"/>
              <a:ea typeface="+mn-ea"/>
              <a:cs typeface="+mn-cs"/>
            </a:rPr>
            <a:t>(</a:t>
          </a:r>
          <a:r>
            <a:rPr lang="en-US" sz="900" kern="1200">
              <a:solidFill>
                <a:srgbClr val="FFFFFF"/>
              </a:solidFill>
              <a:latin typeface="Ubuntu" panose="020B0504030602030204" pitchFamily="34" charset="0"/>
              <a:ea typeface="+mn-ea"/>
              <a:cs typeface="+mn-cs"/>
            </a:rPr>
            <a:t>PR Lead)</a:t>
          </a:r>
          <a:endParaRPr lang="en-US" sz="900" kern="1200" dirty="0">
            <a:solidFill>
              <a:srgbClr val="FFFFFF"/>
            </a:solidFill>
            <a:latin typeface="Ubuntu" panose="020B0504030602030204" pitchFamily="34" charset="0"/>
            <a:ea typeface="+mn-ea"/>
            <a:cs typeface="+mn-cs"/>
          </a:endParaRPr>
        </a:p>
      </dgm:t>
    </dgm:pt>
    <dgm:pt modelId="{78ACBEB5-6047-4518-AABF-F301E001E092}" type="parTrans" cxnId="{D9FD7DEB-2212-4174-9F20-B07E5D08AA90}">
      <dgm:prSet/>
      <dgm:spPr/>
      <dgm:t>
        <a:bodyPr/>
        <a:lstStyle/>
        <a:p>
          <a:endParaRPr lang="en-IN"/>
        </a:p>
      </dgm:t>
    </dgm:pt>
    <dgm:pt modelId="{11D01E25-C431-4530-AC44-3695E9BEC526}" type="sibTrans" cxnId="{D9FD7DEB-2212-4174-9F20-B07E5D08AA90}">
      <dgm:prSet/>
      <dgm:spPr/>
      <dgm:t>
        <a:bodyPr/>
        <a:lstStyle/>
        <a:p>
          <a:endParaRPr lang="en-IN"/>
        </a:p>
      </dgm:t>
    </dgm:pt>
    <dgm:pt modelId="{138BE49B-59FE-4C05-8E57-AD99B99D3540}">
      <dgm:prSet phldrT="[Text]" custT="1"/>
      <dgm:spPr/>
      <dgm:t>
        <a:bodyPr/>
        <a:lstStyle/>
        <a:p>
          <a:r>
            <a:rPr lang="en-US" sz="900" b="1" dirty="0">
              <a:latin typeface="Ubuntu" panose="020B0504030602030204" pitchFamily="34" charset="0"/>
            </a:rPr>
            <a:t>Ravi T</a:t>
          </a:r>
        </a:p>
        <a:p>
          <a:r>
            <a:rPr lang="en-US" sz="900" dirty="0">
              <a:latin typeface="Ubuntu" panose="020B0504030602030204" pitchFamily="34" charset="0"/>
            </a:rPr>
            <a:t>(Development Lead)</a:t>
          </a:r>
        </a:p>
      </dgm:t>
    </dgm:pt>
    <dgm:pt modelId="{612FC252-04A2-46A1-94E5-0F2C84BCECBC}" type="parTrans" cxnId="{245042C3-0A08-4A5B-A4BF-41ADF8881C7A}">
      <dgm:prSet/>
      <dgm:spPr/>
      <dgm:t>
        <a:bodyPr/>
        <a:lstStyle/>
        <a:p>
          <a:endParaRPr lang="en-IN"/>
        </a:p>
      </dgm:t>
    </dgm:pt>
    <dgm:pt modelId="{21246E40-8807-4CAF-BF18-3E0F3EF06A11}" type="sibTrans" cxnId="{245042C3-0A08-4A5B-A4BF-41ADF8881C7A}">
      <dgm:prSet/>
      <dgm:spPr/>
      <dgm:t>
        <a:bodyPr/>
        <a:lstStyle/>
        <a:p>
          <a:endParaRPr lang="en-IN"/>
        </a:p>
      </dgm:t>
    </dgm:pt>
    <dgm:pt modelId="{2421F7F7-EBC4-4D91-9615-B6B3E67CDCA3}">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pPr marL="0" lvl="0" indent="0" algn="ctr" defTabSz="40005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Anchal B</a:t>
          </a:r>
        </a:p>
        <a:p>
          <a:pPr marL="0" lvl="0" algn="ctr" defTabSz="400050">
            <a:lnSpc>
              <a:spcPct val="90000"/>
            </a:lnSpc>
            <a:spcBef>
              <a:spcPct val="0"/>
            </a:spcBef>
            <a:spcAft>
              <a:spcPct val="35000"/>
            </a:spcAft>
            <a:buNone/>
          </a:pPr>
          <a:r>
            <a:rPr lang="en-US" sz="900" kern="1200" dirty="0">
              <a:solidFill>
                <a:prstClr val="white"/>
              </a:solidFill>
              <a:latin typeface="Ubuntu" panose="020B0504030602030204" pitchFamily="34" charset="0"/>
              <a:ea typeface="+mn-ea"/>
              <a:cs typeface="+mn-cs"/>
            </a:rPr>
            <a:t>(Test Lead)</a:t>
          </a:r>
        </a:p>
      </dgm:t>
    </dgm:pt>
    <dgm:pt modelId="{96ACBB9E-B762-4757-9A8B-78C396599F31}" type="parTrans" cxnId="{636343D7-F5C1-411E-A304-331A5F3AC8C7}">
      <dgm:prSet/>
      <dgm:spPr/>
      <dgm:t>
        <a:bodyPr/>
        <a:lstStyle/>
        <a:p>
          <a:endParaRPr lang="en-IN"/>
        </a:p>
      </dgm:t>
    </dgm:pt>
    <dgm:pt modelId="{4BC312E8-5041-47B4-916D-96A90CE01BF1}" type="sibTrans" cxnId="{636343D7-F5C1-411E-A304-331A5F3AC8C7}">
      <dgm:prSet/>
      <dgm:spPr/>
      <dgm:t>
        <a:bodyPr/>
        <a:lstStyle/>
        <a:p>
          <a:endParaRPr lang="en-IN"/>
        </a:p>
      </dgm:t>
    </dgm:pt>
    <dgm:pt modelId="{80E1BB8B-6351-4D94-864F-BFFA650CDD56}">
      <dgm:prSet phldrT="[Text]" custT="1"/>
      <dgm:spPr>
        <a:solidFill>
          <a:srgbClr val="F95DF9"/>
        </a:solidFill>
        <a:ln w="12700" cap="flat" cmpd="sng" algn="ctr">
          <a:solidFill>
            <a:prstClr val="white">
              <a:hueOff val="0"/>
              <a:satOff val="0"/>
              <a:lumOff val="0"/>
              <a:alphaOff val="0"/>
            </a:prstClr>
          </a:solidFill>
          <a:prstDash val="solid"/>
          <a:miter lim="800000"/>
        </a:ln>
        <a:effectLst/>
      </dgm:spPr>
      <dgm:t>
        <a:bodyPr spcFirstLastPara="0" vert="horz" wrap="square" lIns="6985" tIns="6985" rIns="6985" bIns="6985" numCol="1" spcCol="1270" anchor="ctr" anchorCtr="0"/>
        <a:lstStyle/>
        <a:p>
          <a:pPr marL="0" lvl="0" indent="0" algn="ctr" defTabSz="488950">
            <a:lnSpc>
              <a:spcPct val="90000"/>
            </a:lnSpc>
            <a:spcBef>
              <a:spcPct val="0"/>
            </a:spcBef>
            <a:spcAft>
              <a:spcPct val="35000"/>
            </a:spcAft>
            <a:buNone/>
          </a:pPr>
          <a:r>
            <a:rPr lang="en-IN" sz="1100" b="1" kern="1200">
              <a:solidFill>
                <a:srgbClr val="0070AD">
                  <a:lumMod val="50000"/>
                </a:srgbClr>
              </a:solidFill>
              <a:latin typeface="Ubuntu" panose="020B0504030602030204" pitchFamily="34" charset="0"/>
              <a:ea typeface="+mn-ea"/>
              <a:cs typeface="+mn-cs"/>
            </a:rPr>
            <a:t>Migration</a:t>
          </a:r>
          <a:endParaRPr lang="en-US" sz="1100" b="1" kern="1200" dirty="0">
            <a:solidFill>
              <a:srgbClr val="0070AD">
                <a:lumMod val="50000"/>
              </a:srgbClr>
            </a:solidFill>
            <a:latin typeface="Ubuntu" panose="020B0504030602030204" pitchFamily="34" charset="0"/>
            <a:ea typeface="+mn-ea"/>
            <a:cs typeface="+mn-cs"/>
          </a:endParaRPr>
        </a:p>
      </dgm:t>
    </dgm:pt>
    <dgm:pt modelId="{B6E31181-05E0-4ACD-AFBE-C4342F824965}" type="parTrans" cxnId="{82C3AE82-50FD-4F2D-AD93-C8C110554A20}">
      <dgm:prSet/>
      <dgm:spPr>
        <a:ln w="19050"/>
      </dgm:spPr>
      <dgm:t>
        <a:bodyPr/>
        <a:lstStyle/>
        <a:p>
          <a:endParaRPr lang="en-IN"/>
        </a:p>
      </dgm:t>
    </dgm:pt>
    <dgm:pt modelId="{50F57061-846C-4EC6-86E0-FF36282885F2}" type="sibTrans" cxnId="{82C3AE82-50FD-4F2D-AD93-C8C110554A20}">
      <dgm:prSet/>
      <dgm:spPr/>
      <dgm:t>
        <a:bodyPr/>
        <a:lstStyle/>
        <a:p>
          <a:endParaRPr lang="en-IN"/>
        </a:p>
      </dgm:t>
    </dgm:pt>
    <dgm:pt modelId="{C4AC7201-4EE7-4577-8D79-E9C5191D446D}">
      <dgm:prSet custT="1">
        <dgm:style>
          <a:lnRef idx="2">
            <a:schemeClr val="accent1">
              <a:shade val="15000"/>
            </a:schemeClr>
          </a:lnRef>
          <a:fillRef idx="1">
            <a:schemeClr val="accent1"/>
          </a:fillRef>
          <a:effectRef idx="0">
            <a:schemeClr val="accent1"/>
          </a:effectRef>
          <a:fontRef idx="minor">
            <a:schemeClr val="lt1"/>
          </a:fontRef>
        </dgm:style>
      </dgm:prSet>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5715" tIns="5715" rIns="5715" bIns="5715" numCol="1" spcCol="1270" anchor="ctr" anchorCtr="0"/>
        <a:lstStyle/>
        <a:p>
          <a:r>
            <a:rPr lang="en-IN" sz="1000" b="1" kern="1200" dirty="0">
              <a:solidFill>
                <a:prstClr val="white"/>
              </a:solidFill>
              <a:latin typeface="Ubuntu" panose="020B0504030602030204" pitchFamily="34" charset="0"/>
              <a:ea typeface="+mn-ea"/>
              <a:cs typeface="+mn-cs"/>
            </a:rPr>
            <a:t>Sudhindra K</a:t>
          </a:r>
        </a:p>
        <a:p>
          <a:r>
            <a:rPr lang="en-IN" sz="900" kern="1200" dirty="0">
              <a:solidFill>
                <a:prstClr val="white"/>
              </a:solidFill>
              <a:latin typeface="Ubuntu" panose="020B0504030602030204" pitchFamily="34" charset="0"/>
              <a:ea typeface="+mn-ea"/>
              <a:cs typeface="+mn-cs"/>
            </a:rPr>
            <a:t>(Migration lead)</a:t>
          </a:r>
        </a:p>
      </dgm:t>
    </dgm:pt>
    <dgm:pt modelId="{2A692D41-050B-49E2-A2BA-91D889352F5F}" type="parTrans" cxnId="{588A936E-815F-4062-93C0-B38CA3EAB1DC}">
      <dgm:prSet/>
      <dgm:spPr/>
      <dgm:t>
        <a:bodyPr/>
        <a:lstStyle/>
        <a:p>
          <a:endParaRPr lang="en-IN"/>
        </a:p>
      </dgm:t>
    </dgm:pt>
    <dgm:pt modelId="{A09BA52F-2B8D-432F-B692-A99A0E0F63F5}" type="sibTrans" cxnId="{588A936E-815F-4062-93C0-B38CA3EAB1DC}">
      <dgm:prSet/>
      <dgm:spPr/>
      <dgm:t>
        <a:bodyPr/>
        <a:lstStyle/>
        <a:p>
          <a:endParaRPr lang="en-IN"/>
        </a:p>
      </dgm:t>
    </dgm:pt>
    <dgm:pt modelId="{6FCAB933-CED0-4164-8773-8EA69692B2A1}">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6350" tIns="6350" rIns="6350" bIns="6350" numCol="1" spcCol="1270" anchor="ctr" anchorCtr="0"/>
        <a:lstStyle/>
        <a:p>
          <a:pPr>
            <a:buNone/>
          </a:pPr>
          <a:r>
            <a:rPr lang="en-US" sz="1000" b="1" kern="1200">
              <a:solidFill>
                <a:srgbClr val="FFFFFF"/>
              </a:solidFill>
              <a:latin typeface="Ubuntu" panose="020B0504030602030204" pitchFamily="34" charset="0"/>
              <a:ea typeface="+mn-ea"/>
              <a:cs typeface="+mn-cs"/>
            </a:rPr>
            <a:t>Raghava K</a:t>
          </a:r>
          <a:r>
            <a:rPr lang="en-US" sz="1600" b="1" kern="1200">
              <a:solidFill>
                <a:prstClr val="white"/>
              </a:solidFill>
              <a:latin typeface="Ubuntu" panose="020B0504030602030204" pitchFamily="34" charset="0"/>
              <a:ea typeface="+mn-ea"/>
              <a:cs typeface="+mn-cs"/>
            </a:rPr>
            <a:t> </a:t>
          </a:r>
          <a:endParaRPr lang="en-US" sz="1600" b="1" kern="1200" dirty="0">
            <a:solidFill>
              <a:prstClr val="white"/>
            </a:solidFill>
            <a:latin typeface="Ubuntu" panose="020B0504030602030204" pitchFamily="34" charset="0"/>
            <a:ea typeface="+mn-ea"/>
            <a:cs typeface="+mn-cs"/>
          </a:endParaRPr>
        </a:p>
        <a:p>
          <a:pPr>
            <a:buNone/>
          </a:pPr>
          <a:r>
            <a:rPr lang="en-US" sz="900" b="0" kern="1200" dirty="0">
              <a:solidFill>
                <a:prstClr val="white"/>
              </a:solidFill>
              <a:latin typeface="Ubuntu" panose="020B0504030602030204" pitchFamily="34" charset="0"/>
              <a:ea typeface="+mn-ea"/>
              <a:cs typeface="+mn-cs"/>
            </a:rPr>
            <a:t>(Jira Project admin)</a:t>
          </a:r>
        </a:p>
      </dgm:t>
    </dgm:pt>
    <dgm:pt modelId="{DD4E93A9-FEC3-4C10-8E50-2B3000053B6E}" type="parTrans" cxnId="{72CFA2A3-83D5-4600-BFCE-4EB39EB499E1}">
      <dgm:prSet/>
      <dgm:spPr/>
      <dgm:t>
        <a:bodyPr/>
        <a:lstStyle/>
        <a:p>
          <a:endParaRPr lang="en-IN"/>
        </a:p>
      </dgm:t>
    </dgm:pt>
    <dgm:pt modelId="{0DFDC87A-DCF4-4549-9591-F7A2511902B0}" type="sibTrans" cxnId="{72CFA2A3-83D5-4600-BFCE-4EB39EB499E1}">
      <dgm:prSet/>
      <dgm:spPr/>
      <dgm:t>
        <a:bodyPr/>
        <a:lstStyle/>
        <a:p>
          <a:endParaRPr lang="en-IN"/>
        </a:p>
      </dgm:t>
    </dgm:pt>
    <dgm:pt modelId="{40B6ED42-1790-4A1A-894B-90B51463B006}" type="pres">
      <dgm:prSet presAssocID="{7A09255F-19C1-45B9-AAEA-E4402E0A5082}" presName="hierChild1" presStyleCnt="0">
        <dgm:presLayoutVars>
          <dgm:orgChart val="1"/>
          <dgm:chPref val="1"/>
          <dgm:dir/>
          <dgm:animOne val="branch"/>
          <dgm:animLvl val="lvl"/>
          <dgm:resizeHandles/>
        </dgm:presLayoutVars>
      </dgm:prSet>
      <dgm:spPr/>
    </dgm:pt>
    <dgm:pt modelId="{18514FDF-93B2-4EFE-872F-2A616252B183}" type="pres">
      <dgm:prSet presAssocID="{A522D1C5-6D5A-46BF-A4E0-8D56372A96D3}" presName="hierRoot1" presStyleCnt="0">
        <dgm:presLayoutVars>
          <dgm:hierBranch val="init"/>
        </dgm:presLayoutVars>
      </dgm:prSet>
      <dgm:spPr/>
    </dgm:pt>
    <dgm:pt modelId="{ECFDDF69-0D6F-4BAE-BD29-718DC43BAB61}" type="pres">
      <dgm:prSet presAssocID="{A522D1C5-6D5A-46BF-A4E0-8D56372A96D3}" presName="rootComposite1" presStyleCnt="0"/>
      <dgm:spPr/>
    </dgm:pt>
    <dgm:pt modelId="{599EDD1A-1697-4B3C-8B10-18DBAB3BAC18}" type="pres">
      <dgm:prSet presAssocID="{A522D1C5-6D5A-46BF-A4E0-8D56372A96D3}" presName="rootText1" presStyleLbl="node0" presStyleIdx="0" presStyleCnt="1" custScaleX="120176">
        <dgm:presLayoutVars>
          <dgm:chPref val="3"/>
        </dgm:presLayoutVars>
      </dgm:prSet>
      <dgm:spPr>
        <a:prstGeom prst="roundRect">
          <a:avLst/>
        </a:prstGeom>
      </dgm:spPr>
    </dgm:pt>
    <dgm:pt modelId="{0352A2AC-EA8E-4F0B-9AB4-9E1405287DD6}" type="pres">
      <dgm:prSet presAssocID="{A522D1C5-6D5A-46BF-A4E0-8D56372A96D3}" presName="rootConnector1" presStyleLbl="node1" presStyleIdx="0" presStyleCnt="0"/>
      <dgm:spPr/>
    </dgm:pt>
    <dgm:pt modelId="{F1B95512-7AF4-42B8-9AF6-4866485D2BE3}" type="pres">
      <dgm:prSet presAssocID="{A522D1C5-6D5A-46BF-A4E0-8D56372A96D3}" presName="hierChild2" presStyleCnt="0"/>
      <dgm:spPr/>
    </dgm:pt>
    <dgm:pt modelId="{0270941F-1DEA-45A7-B132-A05521F25E9C}" type="pres">
      <dgm:prSet presAssocID="{7CE6B9EA-23FE-4138-BEE0-69B7FDB6BCD3}" presName="Name37" presStyleLbl="parChTrans1D2" presStyleIdx="0" presStyleCnt="7"/>
      <dgm:spPr/>
    </dgm:pt>
    <dgm:pt modelId="{1D947AA7-1DE7-4003-B7EF-7F5A92F650C4}" type="pres">
      <dgm:prSet presAssocID="{68A4C2DB-4987-4BC8-813E-D7C55EC3F31A}" presName="hierRoot2" presStyleCnt="0">
        <dgm:presLayoutVars>
          <dgm:hierBranch val="init"/>
        </dgm:presLayoutVars>
      </dgm:prSet>
      <dgm:spPr/>
    </dgm:pt>
    <dgm:pt modelId="{00DF5CA6-0B8C-4C1A-B288-367B34FAF2B8}" type="pres">
      <dgm:prSet presAssocID="{68A4C2DB-4987-4BC8-813E-D7C55EC3F31A}" presName="rootComposite" presStyleCnt="0"/>
      <dgm:spPr/>
    </dgm:pt>
    <dgm:pt modelId="{28780A02-DB87-42C7-ABA1-C598898A0B5D}" type="pres">
      <dgm:prSet presAssocID="{68A4C2DB-4987-4BC8-813E-D7C55EC3F31A}" presName="rootText" presStyleLbl="node2" presStyleIdx="0" presStyleCnt="7">
        <dgm:presLayoutVars>
          <dgm:chPref val="3"/>
        </dgm:presLayoutVars>
      </dgm:prSet>
      <dgm:spPr>
        <a:xfrm>
          <a:off x="492808" y="984089"/>
          <a:ext cx="1384808" cy="692404"/>
        </a:xfrm>
        <a:prstGeom prst="roundRect">
          <a:avLst/>
        </a:prstGeom>
      </dgm:spPr>
    </dgm:pt>
    <dgm:pt modelId="{8DE37B70-2C0B-4268-B169-BB901D593C91}" type="pres">
      <dgm:prSet presAssocID="{68A4C2DB-4987-4BC8-813E-D7C55EC3F31A}" presName="rootConnector" presStyleLbl="node2" presStyleIdx="0" presStyleCnt="7"/>
      <dgm:spPr/>
    </dgm:pt>
    <dgm:pt modelId="{F2CD81D8-E0DC-41D5-956F-E096FDC94FE3}" type="pres">
      <dgm:prSet presAssocID="{68A4C2DB-4987-4BC8-813E-D7C55EC3F31A}" presName="hierChild4" presStyleCnt="0"/>
      <dgm:spPr/>
    </dgm:pt>
    <dgm:pt modelId="{B47965B9-2A55-465F-BF93-106D64E4648B}" type="pres">
      <dgm:prSet presAssocID="{24B81980-FE07-4FED-8F3A-34A218ACDF55}" presName="Name37" presStyleLbl="parChTrans1D3" presStyleIdx="0" presStyleCnt="28"/>
      <dgm:spPr/>
    </dgm:pt>
    <dgm:pt modelId="{E559882F-C925-4390-AF5B-E579F9416131}" type="pres">
      <dgm:prSet presAssocID="{81B4939E-5F89-4FCC-AFCA-27814ED8EE53}" presName="hierRoot2" presStyleCnt="0">
        <dgm:presLayoutVars>
          <dgm:hierBranch val="init"/>
        </dgm:presLayoutVars>
      </dgm:prSet>
      <dgm:spPr/>
    </dgm:pt>
    <dgm:pt modelId="{EBED70A0-254F-410B-BDA5-417C7900AA91}" type="pres">
      <dgm:prSet presAssocID="{81B4939E-5F89-4FCC-AFCA-27814ED8EE53}" presName="rootComposite" presStyleCnt="0"/>
      <dgm:spPr/>
    </dgm:pt>
    <dgm:pt modelId="{6BC362DF-9359-41F1-B886-6D059CEAE4ED}" type="pres">
      <dgm:prSet presAssocID="{81B4939E-5F89-4FCC-AFCA-27814ED8EE53}" presName="rootText" presStyleLbl="node3" presStyleIdx="0" presStyleCnt="28">
        <dgm:presLayoutVars>
          <dgm:chPref val="3"/>
        </dgm:presLayoutVars>
      </dgm:prSet>
      <dgm:spPr>
        <a:xfrm>
          <a:off x="1138163" y="1968106"/>
          <a:ext cx="1383481" cy="691740"/>
        </a:xfrm>
        <a:prstGeom prst="roundRect">
          <a:avLst/>
        </a:prstGeom>
      </dgm:spPr>
    </dgm:pt>
    <dgm:pt modelId="{4649E8E3-8A5F-4360-A32C-4D77D0BEBD1D}" type="pres">
      <dgm:prSet presAssocID="{81B4939E-5F89-4FCC-AFCA-27814ED8EE53}" presName="rootConnector" presStyleLbl="node3" presStyleIdx="0" presStyleCnt="28"/>
      <dgm:spPr/>
    </dgm:pt>
    <dgm:pt modelId="{2FEE9F7B-DE9D-42C5-AC02-917F61942E73}" type="pres">
      <dgm:prSet presAssocID="{81B4939E-5F89-4FCC-AFCA-27814ED8EE53}" presName="hierChild4" presStyleCnt="0"/>
      <dgm:spPr/>
    </dgm:pt>
    <dgm:pt modelId="{70ADBD2F-5075-44A9-BC13-5551E10522C0}" type="pres">
      <dgm:prSet presAssocID="{81B4939E-5F89-4FCC-AFCA-27814ED8EE53}" presName="hierChild5" presStyleCnt="0"/>
      <dgm:spPr/>
    </dgm:pt>
    <dgm:pt modelId="{068D8C67-99D1-4B8C-9DA0-A9393C5FB398}" type="pres">
      <dgm:prSet presAssocID="{1F2D23E1-3219-4E8E-8F5A-B0A153983C38}" presName="Name37" presStyleLbl="parChTrans1D3" presStyleIdx="1" presStyleCnt="28"/>
      <dgm:spPr/>
    </dgm:pt>
    <dgm:pt modelId="{3391F5BC-7DEB-41BC-9055-35D1FAE5D719}" type="pres">
      <dgm:prSet presAssocID="{1C697308-5ABC-4485-99B7-39EFB2609C2D}" presName="hierRoot2" presStyleCnt="0">
        <dgm:presLayoutVars>
          <dgm:hierBranch val="init"/>
        </dgm:presLayoutVars>
      </dgm:prSet>
      <dgm:spPr/>
    </dgm:pt>
    <dgm:pt modelId="{C8905339-0FF7-466F-B2AA-C8A17514747F}" type="pres">
      <dgm:prSet presAssocID="{1C697308-5ABC-4485-99B7-39EFB2609C2D}" presName="rootComposite" presStyleCnt="0"/>
      <dgm:spPr/>
    </dgm:pt>
    <dgm:pt modelId="{FAC28BB5-A268-4475-AE8D-79D8E6544025}" type="pres">
      <dgm:prSet presAssocID="{1C697308-5ABC-4485-99B7-39EFB2609C2D}" presName="rootText" presStyleLbl="node3" presStyleIdx="1" presStyleCnt="28" custLinFactNeighborY="-29578">
        <dgm:presLayoutVars>
          <dgm:chPref val="3"/>
        </dgm:presLayoutVars>
      </dgm:prSet>
      <dgm:spPr>
        <a:prstGeom prst="roundRect">
          <a:avLst/>
        </a:prstGeom>
      </dgm:spPr>
    </dgm:pt>
    <dgm:pt modelId="{6B006E3B-1FAA-4FC3-B039-DA247694EBB1}" type="pres">
      <dgm:prSet presAssocID="{1C697308-5ABC-4485-99B7-39EFB2609C2D}" presName="rootConnector" presStyleLbl="node3" presStyleIdx="1" presStyleCnt="28"/>
      <dgm:spPr/>
    </dgm:pt>
    <dgm:pt modelId="{C641EBAB-B539-4544-93B9-844DF8C8921D}" type="pres">
      <dgm:prSet presAssocID="{1C697308-5ABC-4485-99B7-39EFB2609C2D}" presName="hierChild4" presStyleCnt="0"/>
      <dgm:spPr/>
    </dgm:pt>
    <dgm:pt modelId="{0E13CF52-B98D-4B60-9C95-A42CB74FD2EA}" type="pres">
      <dgm:prSet presAssocID="{1C697308-5ABC-4485-99B7-39EFB2609C2D}" presName="hierChild5" presStyleCnt="0"/>
      <dgm:spPr/>
    </dgm:pt>
    <dgm:pt modelId="{162FB3D0-20FA-4A10-96B4-959675B75221}" type="pres">
      <dgm:prSet presAssocID="{93D0194B-6BF3-4400-BCAC-F0719933B413}" presName="Name37" presStyleLbl="parChTrans1D3" presStyleIdx="2" presStyleCnt="28"/>
      <dgm:spPr/>
    </dgm:pt>
    <dgm:pt modelId="{47235874-BE23-4A89-AEAB-B5D731F956CA}" type="pres">
      <dgm:prSet presAssocID="{89E1646B-53C6-49B4-8DF9-7370BF7C7D30}" presName="hierRoot2" presStyleCnt="0">
        <dgm:presLayoutVars>
          <dgm:hierBranch val="init"/>
        </dgm:presLayoutVars>
      </dgm:prSet>
      <dgm:spPr/>
    </dgm:pt>
    <dgm:pt modelId="{49069224-8E62-4490-88F7-F9D19D112F1B}" type="pres">
      <dgm:prSet presAssocID="{89E1646B-53C6-49B4-8DF9-7370BF7C7D30}" presName="rootComposite" presStyleCnt="0"/>
      <dgm:spPr/>
    </dgm:pt>
    <dgm:pt modelId="{D52215FD-D5A7-4B6A-9E90-DF06C263780E}" type="pres">
      <dgm:prSet presAssocID="{89E1646B-53C6-49B4-8DF9-7370BF7C7D30}" presName="rootText" presStyleLbl="node3" presStyleIdx="2" presStyleCnt="28" custLinFactNeighborX="767" custLinFactNeighborY="-56763">
        <dgm:presLayoutVars>
          <dgm:chPref val="3"/>
        </dgm:presLayoutVars>
      </dgm:prSet>
      <dgm:spPr>
        <a:xfrm>
          <a:off x="1016930" y="4031877"/>
          <a:ext cx="1419138" cy="709569"/>
        </a:xfrm>
        <a:prstGeom prst="roundRect">
          <a:avLst/>
        </a:prstGeom>
      </dgm:spPr>
    </dgm:pt>
    <dgm:pt modelId="{012A8F3D-1808-48A3-A879-46ACAB373730}" type="pres">
      <dgm:prSet presAssocID="{89E1646B-53C6-49B4-8DF9-7370BF7C7D30}" presName="rootConnector" presStyleLbl="node3" presStyleIdx="2" presStyleCnt="28"/>
      <dgm:spPr/>
    </dgm:pt>
    <dgm:pt modelId="{E1ED08BF-990C-4355-88DE-2A65070CC6BD}" type="pres">
      <dgm:prSet presAssocID="{89E1646B-53C6-49B4-8DF9-7370BF7C7D30}" presName="hierChild4" presStyleCnt="0"/>
      <dgm:spPr/>
    </dgm:pt>
    <dgm:pt modelId="{C879E4B1-BB26-4F5C-8792-90DCAF9C8EAB}" type="pres">
      <dgm:prSet presAssocID="{89E1646B-53C6-49B4-8DF9-7370BF7C7D30}" presName="hierChild5" presStyleCnt="0"/>
      <dgm:spPr/>
    </dgm:pt>
    <dgm:pt modelId="{3F3236EC-3E04-4AAE-99FD-50485610F5EA}" type="pres">
      <dgm:prSet presAssocID="{E61DEB88-9DCA-4881-AB6A-00176638F349}" presName="Name37" presStyleLbl="parChTrans1D3" presStyleIdx="3" presStyleCnt="28"/>
      <dgm:spPr/>
    </dgm:pt>
    <dgm:pt modelId="{8C8EF618-7763-4D67-BB1D-7CD6B0885CC1}" type="pres">
      <dgm:prSet presAssocID="{C1725CBF-078C-43A8-ABDD-3C764192F1AF}" presName="hierRoot2" presStyleCnt="0">
        <dgm:presLayoutVars>
          <dgm:hierBranch val="init"/>
        </dgm:presLayoutVars>
      </dgm:prSet>
      <dgm:spPr/>
    </dgm:pt>
    <dgm:pt modelId="{CFA5AE24-2D3C-4527-9F3D-40D7CFD81EE1}" type="pres">
      <dgm:prSet presAssocID="{C1725CBF-078C-43A8-ABDD-3C764192F1AF}" presName="rootComposite" presStyleCnt="0"/>
      <dgm:spPr/>
    </dgm:pt>
    <dgm:pt modelId="{46928D8A-4594-4B34-9DC8-2E2C84203481}" type="pres">
      <dgm:prSet presAssocID="{C1725CBF-078C-43A8-ABDD-3C764192F1AF}" presName="rootText" presStyleLbl="node3" presStyleIdx="3" presStyleCnt="28" custLinFactNeighborX="767" custLinFactNeighborY="-78735">
        <dgm:presLayoutVars>
          <dgm:chPref val="3"/>
        </dgm:presLayoutVars>
      </dgm:prSet>
      <dgm:spPr>
        <a:xfrm>
          <a:off x="1016930" y="5039465"/>
          <a:ext cx="1419138" cy="709569"/>
        </a:xfrm>
        <a:prstGeom prst="roundRect">
          <a:avLst/>
        </a:prstGeom>
      </dgm:spPr>
    </dgm:pt>
    <dgm:pt modelId="{EF8C9168-9CBB-4442-B56E-7589DC198831}" type="pres">
      <dgm:prSet presAssocID="{C1725CBF-078C-43A8-ABDD-3C764192F1AF}" presName="rootConnector" presStyleLbl="node3" presStyleIdx="3" presStyleCnt="28"/>
      <dgm:spPr/>
    </dgm:pt>
    <dgm:pt modelId="{3CF6721B-8C46-4A99-8FF3-14CF02719E68}" type="pres">
      <dgm:prSet presAssocID="{C1725CBF-078C-43A8-ABDD-3C764192F1AF}" presName="hierChild4" presStyleCnt="0"/>
      <dgm:spPr/>
    </dgm:pt>
    <dgm:pt modelId="{3A5B4379-1118-482F-853F-6F9BEE270438}" type="pres">
      <dgm:prSet presAssocID="{C1725CBF-078C-43A8-ABDD-3C764192F1AF}" presName="hierChild5" presStyleCnt="0"/>
      <dgm:spPr/>
    </dgm:pt>
    <dgm:pt modelId="{AA3CDEF6-5C1F-43F2-B711-7FC235A8EB03}" type="pres">
      <dgm:prSet presAssocID="{C6DDD99F-7181-41E5-9F37-B696FF34B402}" presName="Name37" presStyleLbl="parChTrans1D3" presStyleIdx="4" presStyleCnt="28"/>
      <dgm:spPr/>
    </dgm:pt>
    <dgm:pt modelId="{C22BB7D4-D3C9-4C98-A6C8-CB76ED8FF0F2}" type="pres">
      <dgm:prSet presAssocID="{D54F00CF-56C5-4CAB-8D90-FED02A43B3E8}" presName="hierRoot2" presStyleCnt="0">
        <dgm:presLayoutVars>
          <dgm:hierBranch val="init"/>
        </dgm:presLayoutVars>
      </dgm:prSet>
      <dgm:spPr/>
    </dgm:pt>
    <dgm:pt modelId="{0C281939-9184-45D4-80A1-0658A6B6F939}" type="pres">
      <dgm:prSet presAssocID="{D54F00CF-56C5-4CAB-8D90-FED02A43B3E8}" presName="rootComposite" presStyleCnt="0"/>
      <dgm:spPr/>
    </dgm:pt>
    <dgm:pt modelId="{3F6F8E70-27D8-4EDD-98C9-C1BD8A004220}" type="pres">
      <dgm:prSet presAssocID="{D54F00CF-56C5-4CAB-8D90-FED02A43B3E8}" presName="rootText" presStyleLbl="node3" presStyleIdx="4" presStyleCnt="28" custLinFactNeighborX="2589" custLinFactNeighborY="-99161">
        <dgm:presLayoutVars>
          <dgm:chPref val="3"/>
        </dgm:presLayoutVars>
      </dgm:prSet>
      <dgm:spPr>
        <a:prstGeom prst="roundRect">
          <a:avLst/>
        </a:prstGeom>
      </dgm:spPr>
    </dgm:pt>
    <dgm:pt modelId="{068067FB-A404-468F-B4F4-ECEF827C4837}" type="pres">
      <dgm:prSet presAssocID="{D54F00CF-56C5-4CAB-8D90-FED02A43B3E8}" presName="rootConnector" presStyleLbl="node3" presStyleIdx="4" presStyleCnt="28"/>
      <dgm:spPr/>
    </dgm:pt>
    <dgm:pt modelId="{3315E09B-2280-4DDE-ADD7-32233B59F5EF}" type="pres">
      <dgm:prSet presAssocID="{D54F00CF-56C5-4CAB-8D90-FED02A43B3E8}" presName="hierChild4" presStyleCnt="0"/>
      <dgm:spPr/>
    </dgm:pt>
    <dgm:pt modelId="{D9983D80-D2BE-4D74-8755-8338A8BA16DD}" type="pres">
      <dgm:prSet presAssocID="{D54F00CF-56C5-4CAB-8D90-FED02A43B3E8}" presName="hierChild5" presStyleCnt="0"/>
      <dgm:spPr/>
    </dgm:pt>
    <dgm:pt modelId="{1DA92E18-4B34-452E-85D5-8D2BE7E46FC0}" type="pres">
      <dgm:prSet presAssocID="{DD4E93A9-FEC3-4C10-8E50-2B3000053B6E}" presName="Name37" presStyleLbl="parChTrans1D3" presStyleIdx="5" presStyleCnt="28"/>
      <dgm:spPr/>
    </dgm:pt>
    <dgm:pt modelId="{70026C6A-0A65-485A-9FBC-EEAAE8C146AB}" type="pres">
      <dgm:prSet presAssocID="{6FCAB933-CED0-4164-8773-8EA69692B2A1}" presName="hierRoot2" presStyleCnt="0">
        <dgm:presLayoutVars>
          <dgm:hierBranch val="init"/>
        </dgm:presLayoutVars>
      </dgm:prSet>
      <dgm:spPr/>
    </dgm:pt>
    <dgm:pt modelId="{EB3E144F-C189-47CC-9C16-39BDD567FA0B}" type="pres">
      <dgm:prSet presAssocID="{6FCAB933-CED0-4164-8773-8EA69692B2A1}" presName="rootComposite" presStyleCnt="0"/>
      <dgm:spPr/>
    </dgm:pt>
    <dgm:pt modelId="{4E9BCD1A-8380-4AFA-A805-28CF6DB89633}" type="pres">
      <dgm:prSet presAssocID="{6FCAB933-CED0-4164-8773-8EA69692B2A1}" presName="rootText" presStyleLbl="node3" presStyleIdx="5" presStyleCnt="28" custLinFactY="-24035" custLinFactNeighborX="2589" custLinFactNeighborY="-100000">
        <dgm:presLayoutVars>
          <dgm:chPref val="3"/>
        </dgm:presLayoutVars>
      </dgm:prSet>
      <dgm:spPr>
        <a:prstGeom prst="roundRect">
          <a:avLst/>
        </a:prstGeom>
      </dgm:spPr>
    </dgm:pt>
    <dgm:pt modelId="{854FD566-8017-4E4F-91FC-B053D33B58EF}" type="pres">
      <dgm:prSet presAssocID="{6FCAB933-CED0-4164-8773-8EA69692B2A1}" presName="rootConnector" presStyleLbl="node3" presStyleIdx="5" presStyleCnt="28"/>
      <dgm:spPr/>
    </dgm:pt>
    <dgm:pt modelId="{0FC310B6-68CD-4C87-9E6D-975417E8CF92}" type="pres">
      <dgm:prSet presAssocID="{6FCAB933-CED0-4164-8773-8EA69692B2A1}" presName="hierChild4" presStyleCnt="0"/>
      <dgm:spPr/>
    </dgm:pt>
    <dgm:pt modelId="{0CA98A91-FBAD-410C-8020-C93D80A2D59C}" type="pres">
      <dgm:prSet presAssocID="{6FCAB933-CED0-4164-8773-8EA69692B2A1}" presName="hierChild5" presStyleCnt="0"/>
      <dgm:spPr/>
    </dgm:pt>
    <dgm:pt modelId="{26907129-8618-4090-97A6-587F434417E1}" type="pres">
      <dgm:prSet presAssocID="{9E9379CE-409F-491E-AAD6-AF20BD75C536}" presName="Name37" presStyleLbl="parChTrans1D3" presStyleIdx="6" presStyleCnt="28"/>
      <dgm:spPr/>
    </dgm:pt>
    <dgm:pt modelId="{427EA555-499E-4292-A8EF-2EB0A38E055E}" type="pres">
      <dgm:prSet presAssocID="{1B119479-8CDB-4603-BF5C-3B0FFF116E2E}" presName="hierRoot2" presStyleCnt="0">
        <dgm:presLayoutVars>
          <dgm:hierBranch val="init"/>
        </dgm:presLayoutVars>
      </dgm:prSet>
      <dgm:spPr/>
    </dgm:pt>
    <dgm:pt modelId="{9412772D-A19F-41CE-ABB7-0C5B0C02658D}" type="pres">
      <dgm:prSet presAssocID="{1B119479-8CDB-4603-BF5C-3B0FFF116E2E}" presName="rootComposite" presStyleCnt="0"/>
      <dgm:spPr/>
    </dgm:pt>
    <dgm:pt modelId="{A9E05C8E-D526-47F0-AFDD-82531BD392BE}" type="pres">
      <dgm:prSet presAssocID="{1B119479-8CDB-4603-BF5C-3B0FFF116E2E}" presName="rootText" presStyleLbl="node3" presStyleIdx="6" presStyleCnt="28" custLinFactY="-52521" custLinFactNeighborX="3968" custLinFactNeighborY="-100000">
        <dgm:presLayoutVars>
          <dgm:chPref val="3"/>
        </dgm:presLayoutVars>
      </dgm:prSet>
      <dgm:spPr>
        <a:xfrm>
          <a:off x="1836005" y="5425918"/>
          <a:ext cx="1246678" cy="623339"/>
        </a:xfrm>
        <a:prstGeom prst="roundRect">
          <a:avLst/>
        </a:prstGeom>
      </dgm:spPr>
    </dgm:pt>
    <dgm:pt modelId="{A4F242DE-A259-401F-B88C-FC36D1FC25BD}" type="pres">
      <dgm:prSet presAssocID="{1B119479-8CDB-4603-BF5C-3B0FFF116E2E}" presName="rootConnector" presStyleLbl="node3" presStyleIdx="6" presStyleCnt="28"/>
      <dgm:spPr/>
    </dgm:pt>
    <dgm:pt modelId="{E5F1D37F-AEB5-4FA4-8587-5356465F645A}" type="pres">
      <dgm:prSet presAssocID="{1B119479-8CDB-4603-BF5C-3B0FFF116E2E}" presName="hierChild4" presStyleCnt="0"/>
      <dgm:spPr/>
    </dgm:pt>
    <dgm:pt modelId="{7C1848F4-8C2A-418C-9B38-2782F1D81DB8}" type="pres">
      <dgm:prSet presAssocID="{1B119479-8CDB-4603-BF5C-3B0FFF116E2E}" presName="hierChild5" presStyleCnt="0"/>
      <dgm:spPr/>
    </dgm:pt>
    <dgm:pt modelId="{5E02310E-060B-4068-B2E5-1925125E8C14}" type="pres">
      <dgm:prSet presAssocID="{68A4C2DB-4987-4BC8-813E-D7C55EC3F31A}" presName="hierChild5" presStyleCnt="0"/>
      <dgm:spPr/>
    </dgm:pt>
    <dgm:pt modelId="{7A8CF2B5-6C0B-4231-9AD7-C8406CB2F48B}" type="pres">
      <dgm:prSet presAssocID="{48E681FA-07FE-4A62-89D7-240BFB377EC3}" presName="Name37" presStyleLbl="parChTrans1D2" presStyleIdx="1" presStyleCnt="7"/>
      <dgm:spPr/>
    </dgm:pt>
    <dgm:pt modelId="{7D0D6452-0BB1-4B06-9C83-0F3186670023}" type="pres">
      <dgm:prSet presAssocID="{249EDC29-BB52-425C-867C-5FE8D082C90B}" presName="hierRoot2" presStyleCnt="0">
        <dgm:presLayoutVars>
          <dgm:hierBranch val="init"/>
        </dgm:presLayoutVars>
      </dgm:prSet>
      <dgm:spPr/>
    </dgm:pt>
    <dgm:pt modelId="{C2B574ED-DB7B-4841-92E8-EA729A44EE10}" type="pres">
      <dgm:prSet presAssocID="{249EDC29-BB52-425C-867C-5FE8D082C90B}" presName="rootComposite" presStyleCnt="0"/>
      <dgm:spPr/>
    </dgm:pt>
    <dgm:pt modelId="{5645DD0E-B2FA-4B3E-BDA8-3419765E5C27}" type="pres">
      <dgm:prSet presAssocID="{249EDC29-BB52-425C-867C-5FE8D082C90B}" presName="rootText" presStyleLbl="node2" presStyleIdx="1" presStyleCnt="7">
        <dgm:presLayoutVars>
          <dgm:chPref val="3"/>
        </dgm:presLayoutVars>
      </dgm:prSet>
      <dgm:spPr>
        <a:xfrm>
          <a:off x="2168427" y="984089"/>
          <a:ext cx="1384808" cy="692404"/>
        </a:xfrm>
        <a:prstGeom prst="roundRect">
          <a:avLst/>
        </a:prstGeom>
      </dgm:spPr>
    </dgm:pt>
    <dgm:pt modelId="{9A731862-EAE9-4E34-8B8B-46585354C1EA}" type="pres">
      <dgm:prSet presAssocID="{249EDC29-BB52-425C-867C-5FE8D082C90B}" presName="rootConnector" presStyleLbl="node2" presStyleIdx="1" presStyleCnt="7"/>
      <dgm:spPr/>
    </dgm:pt>
    <dgm:pt modelId="{D8FAC04E-3C0E-4A8D-BB1F-AAE485BC7FA5}" type="pres">
      <dgm:prSet presAssocID="{249EDC29-BB52-425C-867C-5FE8D082C90B}" presName="hierChild4" presStyleCnt="0"/>
      <dgm:spPr/>
    </dgm:pt>
    <dgm:pt modelId="{D6BD678D-DD07-4777-9442-C49BD8C62D01}" type="pres">
      <dgm:prSet presAssocID="{FBDB0D8B-D91E-4684-9E10-E3026C58105C}" presName="Name37" presStyleLbl="parChTrans1D3" presStyleIdx="7" presStyleCnt="28"/>
      <dgm:spPr/>
    </dgm:pt>
    <dgm:pt modelId="{E4661428-9A20-4A9E-AE38-188D99ACC7B7}" type="pres">
      <dgm:prSet presAssocID="{59836FF1-ABFA-4556-B999-2E821C59A3C6}" presName="hierRoot2" presStyleCnt="0">
        <dgm:presLayoutVars>
          <dgm:hierBranch val="init"/>
        </dgm:presLayoutVars>
      </dgm:prSet>
      <dgm:spPr/>
    </dgm:pt>
    <dgm:pt modelId="{E902FE61-F388-4BCE-8EA2-A2AED8CDD679}" type="pres">
      <dgm:prSet presAssocID="{59836FF1-ABFA-4556-B999-2E821C59A3C6}" presName="rootComposite" presStyleCnt="0"/>
      <dgm:spPr/>
    </dgm:pt>
    <dgm:pt modelId="{CC1AB1AB-6284-450D-9EEE-AE98F6EB43CB}" type="pres">
      <dgm:prSet presAssocID="{59836FF1-ABFA-4556-B999-2E821C59A3C6}" presName="rootText" presStyleLbl="node3" presStyleIdx="7" presStyleCnt="28" custLinFactY="100000" custLinFactNeighborX="-760" custLinFactNeighborY="126391">
        <dgm:presLayoutVars>
          <dgm:chPref val="3"/>
        </dgm:presLayoutVars>
      </dgm:prSet>
      <dgm:spPr>
        <a:prstGeom prst="roundRect">
          <a:avLst/>
        </a:prstGeom>
      </dgm:spPr>
    </dgm:pt>
    <dgm:pt modelId="{25C5493D-CB56-4B36-A5FC-F923B42EEF17}" type="pres">
      <dgm:prSet presAssocID="{59836FF1-ABFA-4556-B999-2E821C59A3C6}" presName="rootConnector" presStyleLbl="node3" presStyleIdx="7" presStyleCnt="28"/>
      <dgm:spPr/>
    </dgm:pt>
    <dgm:pt modelId="{F2A75B9A-0BFD-4789-88A7-3C0986AB0456}" type="pres">
      <dgm:prSet presAssocID="{59836FF1-ABFA-4556-B999-2E821C59A3C6}" presName="hierChild4" presStyleCnt="0"/>
      <dgm:spPr/>
    </dgm:pt>
    <dgm:pt modelId="{6416F752-BA56-4229-BD20-1B02971CA1D4}" type="pres">
      <dgm:prSet presAssocID="{59836FF1-ABFA-4556-B999-2E821C59A3C6}" presName="hierChild5" presStyleCnt="0"/>
      <dgm:spPr/>
    </dgm:pt>
    <dgm:pt modelId="{1BA76D60-CFC5-4C68-A874-C4B90B9968BE}" type="pres">
      <dgm:prSet presAssocID="{D5E6276C-29A4-44C7-8E5D-82A85B0BA0D5}" presName="Name37" presStyleLbl="parChTrans1D3" presStyleIdx="8" presStyleCnt="28"/>
      <dgm:spPr/>
    </dgm:pt>
    <dgm:pt modelId="{BEA984B7-D5E3-48EF-BA0A-E8EFB0872AEB}" type="pres">
      <dgm:prSet presAssocID="{6A287659-8123-49B0-A028-9A96B1AF6200}" presName="hierRoot2" presStyleCnt="0">
        <dgm:presLayoutVars>
          <dgm:hierBranch val="init"/>
        </dgm:presLayoutVars>
      </dgm:prSet>
      <dgm:spPr/>
    </dgm:pt>
    <dgm:pt modelId="{3A8876A0-473C-4039-921A-78ADDC629CB8}" type="pres">
      <dgm:prSet presAssocID="{6A287659-8123-49B0-A028-9A96B1AF6200}" presName="rootComposite" presStyleCnt="0"/>
      <dgm:spPr/>
    </dgm:pt>
    <dgm:pt modelId="{99DA5411-44A5-4C60-BE51-413F62ED7F93}" type="pres">
      <dgm:prSet presAssocID="{6A287659-8123-49B0-A028-9A96B1AF6200}" presName="rootText" presStyleLbl="node3" presStyleIdx="8" presStyleCnt="28" custLinFactNeighborX="0" custLinFactNeighborY="-27957">
        <dgm:presLayoutVars>
          <dgm:chPref val="3"/>
        </dgm:presLayoutVars>
      </dgm:prSet>
      <dgm:spPr>
        <a:prstGeom prst="roundRect">
          <a:avLst/>
        </a:prstGeom>
      </dgm:spPr>
    </dgm:pt>
    <dgm:pt modelId="{9FFBA7D1-5152-40D0-901B-A666D84C72AC}" type="pres">
      <dgm:prSet presAssocID="{6A287659-8123-49B0-A028-9A96B1AF6200}" presName="rootConnector" presStyleLbl="node3" presStyleIdx="8" presStyleCnt="28"/>
      <dgm:spPr/>
    </dgm:pt>
    <dgm:pt modelId="{B7256906-9385-4502-AB07-87F1D1BA8A45}" type="pres">
      <dgm:prSet presAssocID="{6A287659-8123-49B0-A028-9A96B1AF6200}" presName="hierChild4" presStyleCnt="0"/>
      <dgm:spPr/>
    </dgm:pt>
    <dgm:pt modelId="{94A1AC5A-6B34-4391-A24F-5BB1B5310495}" type="pres">
      <dgm:prSet presAssocID="{6A287659-8123-49B0-A028-9A96B1AF6200}" presName="hierChild5" presStyleCnt="0"/>
      <dgm:spPr/>
    </dgm:pt>
    <dgm:pt modelId="{2ACA12A7-519D-41F2-A3C7-CE5919E0D8C5}" type="pres">
      <dgm:prSet presAssocID="{8437F3C5-107B-44CA-81E8-0FF0386E1DD9}" presName="Name37" presStyleLbl="parChTrans1D3" presStyleIdx="9" presStyleCnt="28"/>
      <dgm:spPr/>
    </dgm:pt>
    <dgm:pt modelId="{E5794E76-CBF9-4B3A-B2D5-366C4F9722B2}" type="pres">
      <dgm:prSet presAssocID="{6B0D984B-C843-4417-8144-59B64D0AD10D}" presName="hierRoot2" presStyleCnt="0">
        <dgm:presLayoutVars>
          <dgm:hierBranch val="init"/>
        </dgm:presLayoutVars>
      </dgm:prSet>
      <dgm:spPr/>
    </dgm:pt>
    <dgm:pt modelId="{DC6B5F8E-8458-454C-AB89-E1B833C2546A}" type="pres">
      <dgm:prSet presAssocID="{6B0D984B-C843-4417-8144-59B64D0AD10D}" presName="rootComposite" presStyleCnt="0"/>
      <dgm:spPr/>
    </dgm:pt>
    <dgm:pt modelId="{384D9E4A-B565-4C39-B058-D02D6B40B385}" type="pres">
      <dgm:prSet presAssocID="{6B0D984B-C843-4417-8144-59B64D0AD10D}" presName="rootText" presStyleLbl="node3" presStyleIdx="9" presStyleCnt="28" custLinFactY="-100000" custLinFactNeighborX="-760" custLinFactNeighborY="-180786">
        <dgm:presLayoutVars>
          <dgm:chPref val="3"/>
        </dgm:presLayoutVars>
      </dgm:prSet>
      <dgm:spPr>
        <a:xfrm>
          <a:off x="2812175" y="3566891"/>
          <a:ext cx="1383481" cy="691740"/>
        </a:xfrm>
        <a:prstGeom prst="roundRect">
          <a:avLst/>
        </a:prstGeom>
      </dgm:spPr>
    </dgm:pt>
    <dgm:pt modelId="{57B45B31-5787-4EC1-B0CE-5C97571BBA3E}" type="pres">
      <dgm:prSet presAssocID="{6B0D984B-C843-4417-8144-59B64D0AD10D}" presName="rootConnector" presStyleLbl="node3" presStyleIdx="9" presStyleCnt="28"/>
      <dgm:spPr/>
    </dgm:pt>
    <dgm:pt modelId="{1A0495D6-4421-44B9-8001-AF16DD6089C0}" type="pres">
      <dgm:prSet presAssocID="{6B0D984B-C843-4417-8144-59B64D0AD10D}" presName="hierChild4" presStyleCnt="0"/>
      <dgm:spPr/>
    </dgm:pt>
    <dgm:pt modelId="{B93669CF-A3DB-475B-8FCB-E87BB498F0C3}" type="pres">
      <dgm:prSet presAssocID="{6B0D984B-C843-4417-8144-59B64D0AD10D}" presName="hierChild5" presStyleCnt="0"/>
      <dgm:spPr/>
    </dgm:pt>
    <dgm:pt modelId="{C9E84582-FE31-4272-B8B7-5700BF5A3980}" type="pres">
      <dgm:prSet presAssocID="{14C8EAA2-E420-476C-9471-F136A71E81E7}" presName="Name37" presStyleLbl="parChTrans1D3" presStyleIdx="10" presStyleCnt="28"/>
      <dgm:spPr/>
    </dgm:pt>
    <dgm:pt modelId="{6D07C310-BCAC-46D9-82B6-730498FC985F}" type="pres">
      <dgm:prSet presAssocID="{24C8978F-3147-4807-8E69-FDB88233C8EF}" presName="hierRoot2" presStyleCnt="0">
        <dgm:presLayoutVars>
          <dgm:hierBranch val="init"/>
        </dgm:presLayoutVars>
      </dgm:prSet>
      <dgm:spPr/>
    </dgm:pt>
    <dgm:pt modelId="{D02FE63A-ED9A-45CB-AAD5-F334D2B8475B}" type="pres">
      <dgm:prSet presAssocID="{24C8978F-3147-4807-8E69-FDB88233C8EF}" presName="rootComposite" presStyleCnt="0"/>
      <dgm:spPr/>
    </dgm:pt>
    <dgm:pt modelId="{8B588BBB-E0F4-4023-A4C5-F4E3D68CF495}" type="pres">
      <dgm:prSet presAssocID="{24C8978F-3147-4807-8E69-FDB88233C8EF}" presName="rootText" presStyleLbl="node3" presStyleIdx="10" presStyleCnt="28" custLinFactNeighborX="-760" custLinFactNeighborY="-79313">
        <dgm:presLayoutVars>
          <dgm:chPref val="3"/>
        </dgm:presLayoutVars>
      </dgm:prSet>
      <dgm:spPr>
        <a:xfrm>
          <a:off x="2812175" y="4366281"/>
          <a:ext cx="1383481" cy="691740"/>
        </a:xfrm>
        <a:prstGeom prst="roundRect">
          <a:avLst/>
        </a:prstGeom>
      </dgm:spPr>
    </dgm:pt>
    <dgm:pt modelId="{43424DC3-37B7-4517-B2BC-D40ACA423EE4}" type="pres">
      <dgm:prSet presAssocID="{24C8978F-3147-4807-8E69-FDB88233C8EF}" presName="rootConnector" presStyleLbl="node3" presStyleIdx="10" presStyleCnt="28"/>
      <dgm:spPr/>
    </dgm:pt>
    <dgm:pt modelId="{FB8619EE-8195-43F2-B8EF-5FB021B8ADCE}" type="pres">
      <dgm:prSet presAssocID="{24C8978F-3147-4807-8E69-FDB88233C8EF}" presName="hierChild4" presStyleCnt="0"/>
      <dgm:spPr/>
    </dgm:pt>
    <dgm:pt modelId="{A7CED147-D376-4172-BD8C-6849FCF23093}" type="pres">
      <dgm:prSet presAssocID="{24C8978F-3147-4807-8E69-FDB88233C8EF}" presName="hierChild5" presStyleCnt="0"/>
      <dgm:spPr/>
    </dgm:pt>
    <dgm:pt modelId="{5FBBF2A2-23F1-4EE0-9783-47A683B3B91E}" type="pres">
      <dgm:prSet presAssocID="{249EDC29-BB52-425C-867C-5FE8D082C90B}" presName="hierChild5" presStyleCnt="0"/>
      <dgm:spPr/>
    </dgm:pt>
    <dgm:pt modelId="{5F916BE9-D21A-4F34-B129-013B21AEA50E}" type="pres">
      <dgm:prSet presAssocID="{1F355C50-D4E3-4972-B8B9-CE96BABAB98E}" presName="Name37" presStyleLbl="parChTrans1D2" presStyleIdx="2" presStyleCnt="7"/>
      <dgm:spPr/>
    </dgm:pt>
    <dgm:pt modelId="{F4479D51-DA4B-4C0F-B136-5AE4F772594B}" type="pres">
      <dgm:prSet presAssocID="{E1CD9214-24D9-477E-A85E-F6E282086D3D}" presName="hierRoot2" presStyleCnt="0">
        <dgm:presLayoutVars>
          <dgm:hierBranch val="init"/>
        </dgm:presLayoutVars>
      </dgm:prSet>
      <dgm:spPr/>
    </dgm:pt>
    <dgm:pt modelId="{5526D3A4-F3B3-4B2B-BF6B-D1549F7CF059}" type="pres">
      <dgm:prSet presAssocID="{E1CD9214-24D9-477E-A85E-F6E282086D3D}" presName="rootComposite" presStyleCnt="0"/>
      <dgm:spPr/>
    </dgm:pt>
    <dgm:pt modelId="{4D0B3E72-9EDA-413C-A700-4ABC1C78F78C}" type="pres">
      <dgm:prSet presAssocID="{E1CD9214-24D9-477E-A85E-F6E282086D3D}" presName="rootText" presStyleLbl="node2" presStyleIdx="2" presStyleCnt="7">
        <dgm:presLayoutVars>
          <dgm:chPref val="3"/>
        </dgm:presLayoutVars>
      </dgm:prSet>
      <dgm:spPr>
        <a:xfrm>
          <a:off x="3621211" y="984823"/>
          <a:ext cx="1384250" cy="692125"/>
        </a:xfrm>
        <a:prstGeom prst="roundRect">
          <a:avLst/>
        </a:prstGeom>
      </dgm:spPr>
    </dgm:pt>
    <dgm:pt modelId="{F73B4785-8518-47EA-9D13-335268760698}" type="pres">
      <dgm:prSet presAssocID="{E1CD9214-24D9-477E-A85E-F6E282086D3D}" presName="rootConnector" presStyleLbl="node2" presStyleIdx="2" presStyleCnt="7"/>
      <dgm:spPr/>
    </dgm:pt>
    <dgm:pt modelId="{62B7FF34-3633-43A2-9A8A-98F5F806A4C3}" type="pres">
      <dgm:prSet presAssocID="{E1CD9214-24D9-477E-A85E-F6E282086D3D}" presName="hierChild4" presStyleCnt="0"/>
      <dgm:spPr/>
    </dgm:pt>
    <dgm:pt modelId="{03CEC2DC-9EE3-4A93-83E5-7A859F8FC6E6}" type="pres">
      <dgm:prSet presAssocID="{ED2A59BC-FA3A-4DF9-83AE-854755CC2378}" presName="Name37" presStyleLbl="parChTrans1D3" presStyleIdx="11" presStyleCnt="28"/>
      <dgm:spPr/>
    </dgm:pt>
    <dgm:pt modelId="{DA23CD77-4AAC-40D7-9746-9B473F5B1BEA}" type="pres">
      <dgm:prSet presAssocID="{0F30EC7C-95C3-45BC-8BE2-A67E4367DD4A}" presName="hierRoot2" presStyleCnt="0">
        <dgm:presLayoutVars>
          <dgm:hierBranch val="init"/>
        </dgm:presLayoutVars>
      </dgm:prSet>
      <dgm:spPr/>
    </dgm:pt>
    <dgm:pt modelId="{931FB7EA-AC3C-4B1D-83FA-6C3890A8DF82}" type="pres">
      <dgm:prSet presAssocID="{0F30EC7C-95C3-45BC-8BE2-A67E4367DD4A}" presName="rootComposite" presStyleCnt="0"/>
      <dgm:spPr/>
    </dgm:pt>
    <dgm:pt modelId="{967AAE6E-CE51-4BF7-BCE6-48852D4E6AED}" type="pres">
      <dgm:prSet presAssocID="{0F30EC7C-95C3-45BC-8BE2-A67E4367DD4A}" presName="rootText" presStyleLbl="node3" presStyleIdx="11" presStyleCnt="28">
        <dgm:presLayoutVars>
          <dgm:chPref val="3"/>
        </dgm:presLayoutVars>
      </dgm:prSet>
      <dgm:spPr>
        <a:xfrm>
          <a:off x="4486188" y="1968106"/>
          <a:ext cx="1383481" cy="691740"/>
        </a:xfrm>
        <a:prstGeom prst="roundRect">
          <a:avLst/>
        </a:prstGeom>
      </dgm:spPr>
    </dgm:pt>
    <dgm:pt modelId="{FA89E677-D9BF-442D-B81A-6E495261AB90}" type="pres">
      <dgm:prSet presAssocID="{0F30EC7C-95C3-45BC-8BE2-A67E4367DD4A}" presName="rootConnector" presStyleLbl="node3" presStyleIdx="11" presStyleCnt="28"/>
      <dgm:spPr/>
    </dgm:pt>
    <dgm:pt modelId="{69A32998-EC74-4577-80FB-7CD7B251E0C3}" type="pres">
      <dgm:prSet presAssocID="{0F30EC7C-95C3-45BC-8BE2-A67E4367DD4A}" presName="hierChild4" presStyleCnt="0"/>
      <dgm:spPr/>
    </dgm:pt>
    <dgm:pt modelId="{8F9AD07F-B815-4AED-B88A-9F3C5D00E1FC}" type="pres">
      <dgm:prSet presAssocID="{0F30EC7C-95C3-45BC-8BE2-A67E4367DD4A}" presName="hierChild5" presStyleCnt="0"/>
      <dgm:spPr/>
    </dgm:pt>
    <dgm:pt modelId="{8EE4F50A-F0B5-46B2-B0CC-72DBAA024E0A}" type="pres">
      <dgm:prSet presAssocID="{0C14989D-A066-4628-B46A-0B6708835ACF}" presName="Name37" presStyleLbl="parChTrans1D3" presStyleIdx="12" presStyleCnt="28"/>
      <dgm:spPr/>
    </dgm:pt>
    <dgm:pt modelId="{4C20555C-21F1-4D48-BF45-C61DA61A190F}" type="pres">
      <dgm:prSet presAssocID="{DECD5F9C-5641-495A-87EE-7E5CE056461C}" presName="hierRoot2" presStyleCnt="0">
        <dgm:presLayoutVars>
          <dgm:hierBranch val="init"/>
        </dgm:presLayoutVars>
      </dgm:prSet>
      <dgm:spPr/>
    </dgm:pt>
    <dgm:pt modelId="{EE523DA5-9633-4759-8F22-699DBF6F12C5}" type="pres">
      <dgm:prSet presAssocID="{DECD5F9C-5641-495A-87EE-7E5CE056461C}" presName="rootComposite" presStyleCnt="0"/>
      <dgm:spPr/>
    </dgm:pt>
    <dgm:pt modelId="{F610D7D4-8FF9-45BE-B14C-D41F8B0E04F7}" type="pres">
      <dgm:prSet presAssocID="{DECD5F9C-5641-495A-87EE-7E5CE056461C}" presName="rootText" presStyleLbl="node3" presStyleIdx="12" presStyleCnt="28" custLinFactNeighborY="-27906">
        <dgm:presLayoutVars>
          <dgm:chPref val="3"/>
        </dgm:presLayoutVars>
      </dgm:prSet>
      <dgm:spPr>
        <a:xfrm>
          <a:off x="4486188" y="2757340"/>
          <a:ext cx="1383481" cy="691740"/>
        </a:xfrm>
        <a:prstGeom prst="roundRect">
          <a:avLst/>
        </a:prstGeom>
      </dgm:spPr>
    </dgm:pt>
    <dgm:pt modelId="{4B0BFC77-6077-4724-BA56-3A3964753B37}" type="pres">
      <dgm:prSet presAssocID="{DECD5F9C-5641-495A-87EE-7E5CE056461C}" presName="rootConnector" presStyleLbl="node3" presStyleIdx="12" presStyleCnt="28"/>
      <dgm:spPr/>
    </dgm:pt>
    <dgm:pt modelId="{8D0A2FE8-13AE-4E39-B700-4CC8665CC6F4}" type="pres">
      <dgm:prSet presAssocID="{DECD5F9C-5641-495A-87EE-7E5CE056461C}" presName="hierChild4" presStyleCnt="0"/>
      <dgm:spPr/>
    </dgm:pt>
    <dgm:pt modelId="{CA1FC4D5-47E9-4997-BAEC-8BAC99C29277}" type="pres">
      <dgm:prSet presAssocID="{DECD5F9C-5641-495A-87EE-7E5CE056461C}" presName="hierChild5" presStyleCnt="0"/>
      <dgm:spPr/>
    </dgm:pt>
    <dgm:pt modelId="{2985B5E5-2329-4A1B-BC92-5519E3EB6EA6}" type="pres">
      <dgm:prSet presAssocID="{29B23004-82B0-48B2-8685-57B7B53A7E45}" presName="Name37" presStyleLbl="parChTrans1D3" presStyleIdx="13" presStyleCnt="28"/>
      <dgm:spPr/>
    </dgm:pt>
    <dgm:pt modelId="{238B25E2-EDEB-4AAE-9C33-3D5D514A342B}" type="pres">
      <dgm:prSet presAssocID="{8964D1F5-20CE-4040-AF64-A8B1CBEC3FFB}" presName="hierRoot2" presStyleCnt="0">
        <dgm:presLayoutVars>
          <dgm:hierBranch val="init"/>
        </dgm:presLayoutVars>
      </dgm:prSet>
      <dgm:spPr/>
    </dgm:pt>
    <dgm:pt modelId="{B888A960-0869-40C6-B6CF-F8D19D2DC8D9}" type="pres">
      <dgm:prSet presAssocID="{8964D1F5-20CE-4040-AF64-A8B1CBEC3FFB}" presName="rootComposite" presStyleCnt="0"/>
      <dgm:spPr/>
    </dgm:pt>
    <dgm:pt modelId="{F2E24B64-F891-437E-A6B7-678283F9ABCC}" type="pres">
      <dgm:prSet presAssocID="{8964D1F5-20CE-4040-AF64-A8B1CBEC3FFB}" presName="rootText" presStyleLbl="node3" presStyleIdx="13" presStyleCnt="28" custLinFactNeighborY="-57384">
        <dgm:presLayoutVars>
          <dgm:chPref val="3"/>
        </dgm:presLayoutVars>
      </dgm:prSet>
      <dgm:spPr>
        <a:prstGeom prst="roundRect">
          <a:avLst/>
        </a:prstGeom>
      </dgm:spPr>
    </dgm:pt>
    <dgm:pt modelId="{124C0DEC-14D4-42E4-A5E4-EF03CDDF21B0}" type="pres">
      <dgm:prSet presAssocID="{8964D1F5-20CE-4040-AF64-A8B1CBEC3FFB}" presName="rootConnector" presStyleLbl="node3" presStyleIdx="13" presStyleCnt="28"/>
      <dgm:spPr/>
    </dgm:pt>
    <dgm:pt modelId="{FF02BFEB-EE13-4F65-A95C-495E800410FA}" type="pres">
      <dgm:prSet presAssocID="{8964D1F5-20CE-4040-AF64-A8B1CBEC3FFB}" presName="hierChild4" presStyleCnt="0"/>
      <dgm:spPr/>
    </dgm:pt>
    <dgm:pt modelId="{CA71B414-E203-49C3-A706-0E1ABEF95209}" type="pres">
      <dgm:prSet presAssocID="{8964D1F5-20CE-4040-AF64-A8B1CBEC3FFB}" presName="hierChild5" presStyleCnt="0"/>
      <dgm:spPr/>
    </dgm:pt>
    <dgm:pt modelId="{EC6174CB-2003-407D-8A0A-9E8FA728C591}" type="pres">
      <dgm:prSet presAssocID="{612FC252-04A2-46A1-94E5-0F2C84BCECBC}" presName="Name37" presStyleLbl="parChTrans1D3" presStyleIdx="14" presStyleCnt="28"/>
      <dgm:spPr/>
    </dgm:pt>
    <dgm:pt modelId="{C9BE786A-E325-4A84-9806-9FD7F399056C}" type="pres">
      <dgm:prSet presAssocID="{138BE49B-59FE-4C05-8E57-AD99B99D3540}" presName="hierRoot2" presStyleCnt="0">
        <dgm:presLayoutVars>
          <dgm:hierBranch val="init"/>
        </dgm:presLayoutVars>
      </dgm:prSet>
      <dgm:spPr/>
    </dgm:pt>
    <dgm:pt modelId="{287C0374-DFB8-4C7B-9633-764D811C61AD}" type="pres">
      <dgm:prSet presAssocID="{138BE49B-59FE-4C05-8E57-AD99B99D3540}" presName="rootComposite" presStyleCnt="0"/>
      <dgm:spPr/>
    </dgm:pt>
    <dgm:pt modelId="{4EB4B793-5898-4DE0-9167-F2B1197DA5A3}" type="pres">
      <dgm:prSet presAssocID="{138BE49B-59FE-4C05-8E57-AD99B99D3540}" presName="rootText" presStyleLbl="node3" presStyleIdx="14" presStyleCnt="28" custLinFactNeighborX="-404" custLinFactNeighborY="-80087">
        <dgm:presLayoutVars>
          <dgm:chPref val="3"/>
        </dgm:presLayoutVars>
      </dgm:prSet>
      <dgm:spPr>
        <a:prstGeom prst="roundRect">
          <a:avLst/>
        </a:prstGeom>
      </dgm:spPr>
    </dgm:pt>
    <dgm:pt modelId="{D02FE42E-CE15-4548-A77A-1346AE3370B1}" type="pres">
      <dgm:prSet presAssocID="{138BE49B-59FE-4C05-8E57-AD99B99D3540}" presName="rootConnector" presStyleLbl="node3" presStyleIdx="14" presStyleCnt="28"/>
      <dgm:spPr/>
    </dgm:pt>
    <dgm:pt modelId="{CC8BF268-ABFA-4D26-95E2-B89A474339B6}" type="pres">
      <dgm:prSet presAssocID="{138BE49B-59FE-4C05-8E57-AD99B99D3540}" presName="hierChild4" presStyleCnt="0"/>
      <dgm:spPr/>
    </dgm:pt>
    <dgm:pt modelId="{933739BD-52A4-4936-BD0C-2B92F96B6794}" type="pres">
      <dgm:prSet presAssocID="{138BE49B-59FE-4C05-8E57-AD99B99D3540}" presName="hierChild5" presStyleCnt="0"/>
      <dgm:spPr/>
    </dgm:pt>
    <dgm:pt modelId="{D63545E8-FCE5-4A28-9353-DDB8BA6543F1}" type="pres">
      <dgm:prSet presAssocID="{E1CD9214-24D9-477E-A85E-F6E282086D3D}" presName="hierChild5" presStyleCnt="0"/>
      <dgm:spPr/>
    </dgm:pt>
    <dgm:pt modelId="{17186930-4813-4F49-918C-F74B126B4F09}" type="pres">
      <dgm:prSet presAssocID="{8CB21066-1038-40BE-AC37-048677780D1F}" presName="Name37" presStyleLbl="parChTrans1D2" presStyleIdx="3" presStyleCnt="7"/>
      <dgm:spPr/>
    </dgm:pt>
    <dgm:pt modelId="{9C5542C6-B5BB-4B04-9636-B0D01AE1FFA6}" type="pres">
      <dgm:prSet presAssocID="{D6A4CC31-C27C-4B6A-8A00-17858A666191}" presName="hierRoot2" presStyleCnt="0">
        <dgm:presLayoutVars>
          <dgm:hierBranch val="init"/>
        </dgm:presLayoutVars>
      </dgm:prSet>
      <dgm:spPr/>
    </dgm:pt>
    <dgm:pt modelId="{45E4F399-71F5-4C8F-B9D9-F0BA11FED839}" type="pres">
      <dgm:prSet presAssocID="{D6A4CC31-C27C-4B6A-8A00-17858A666191}" presName="rootComposite" presStyleCnt="0"/>
      <dgm:spPr/>
    </dgm:pt>
    <dgm:pt modelId="{6A12A5B5-3EDB-445B-A25E-DB0853592791}" type="pres">
      <dgm:prSet presAssocID="{D6A4CC31-C27C-4B6A-8A00-17858A666191}" presName="rootText" presStyleLbl="node2" presStyleIdx="3" presStyleCnt="7">
        <dgm:presLayoutVars>
          <dgm:chPref val="3"/>
        </dgm:presLayoutVars>
      </dgm:prSet>
      <dgm:spPr>
        <a:xfrm>
          <a:off x="5296154" y="984823"/>
          <a:ext cx="1384250" cy="692125"/>
        </a:xfrm>
        <a:prstGeom prst="roundRect">
          <a:avLst/>
        </a:prstGeom>
      </dgm:spPr>
    </dgm:pt>
    <dgm:pt modelId="{DAFC2C28-90C9-4B0B-9B77-D6A555C1BE52}" type="pres">
      <dgm:prSet presAssocID="{D6A4CC31-C27C-4B6A-8A00-17858A666191}" presName="rootConnector" presStyleLbl="node2" presStyleIdx="3" presStyleCnt="7"/>
      <dgm:spPr/>
    </dgm:pt>
    <dgm:pt modelId="{F2B32FE7-0F69-4F7A-9181-1D3A45BAC2D1}" type="pres">
      <dgm:prSet presAssocID="{D6A4CC31-C27C-4B6A-8A00-17858A666191}" presName="hierChild4" presStyleCnt="0"/>
      <dgm:spPr/>
    </dgm:pt>
    <dgm:pt modelId="{CA306FFE-4585-4EF6-9E22-E1AD6F997231}" type="pres">
      <dgm:prSet presAssocID="{152E7D6B-7676-45A4-8603-E2332FCEB486}" presName="Name37" presStyleLbl="parChTrans1D3" presStyleIdx="15" presStyleCnt="28"/>
      <dgm:spPr/>
    </dgm:pt>
    <dgm:pt modelId="{AFF00956-1FB5-47BC-9E5F-C47EE8C5AC83}" type="pres">
      <dgm:prSet presAssocID="{3E60105A-F1A9-4C2F-BBB0-AAA45A52CE52}" presName="hierRoot2" presStyleCnt="0">
        <dgm:presLayoutVars>
          <dgm:hierBranch val="init"/>
        </dgm:presLayoutVars>
      </dgm:prSet>
      <dgm:spPr/>
    </dgm:pt>
    <dgm:pt modelId="{65305B1A-91BA-4C68-A9E7-20740B87513B}" type="pres">
      <dgm:prSet presAssocID="{3E60105A-F1A9-4C2F-BBB0-AAA45A52CE52}" presName="rootComposite" presStyleCnt="0"/>
      <dgm:spPr/>
    </dgm:pt>
    <dgm:pt modelId="{1F2668A0-208F-49F3-8DCD-3D32E5D15A27}" type="pres">
      <dgm:prSet presAssocID="{3E60105A-F1A9-4C2F-BBB0-AAA45A52CE52}" presName="rootText" presStyleLbl="node3" presStyleIdx="15" presStyleCnt="28">
        <dgm:presLayoutVars>
          <dgm:chPref val="3"/>
        </dgm:presLayoutVars>
      </dgm:prSet>
      <dgm:spPr>
        <a:xfrm>
          <a:off x="6160200" y="1968106"/>
          <a:ext cx="1383481" cy="691740"/>
        </a:xfrm>
        <a:prstGeom prst="roundRect">
          <a:avLst/>
        </a:prstGeom>
      </dgm:spPr>
    </dgm:pt>
    <dgm:pt modelId="{9E666310-CAAA-4BAE-83E6-A9C6AEFC9B5A}" type="pres">
      <dgm:prSet presAssocID="{3E60105A-F1A9-4C2F-BBB0-AAA45A52CE52}" presName="rootConnector" presStyleLbl="node3" presStyleIdx="15" presStyleCnt="28"/>
      <dgm:spPr/>
    </dgm:pt>
    <dgm:pt modelId="{DBC87574-60F4-41FA-B497-74AD06C64D1A}" type="pres">
      <dgm:prSet presAssocID="{3E60105A-F1A9-4C2F-BBB0-AAA45A52CE52}" presName="hierChild4" presStyleCnt="0"/>
      <dgm:spPr/>
    </dgm:pt>
    <dgm:pt modelId="{0F847EF8-AB9F-41E0-9386-804F8C66E841}" type="pres">
      <dgm:prSet presAssocID="{3E60105A-F1A9-4C2F-BBB0-AAA45A52CE52}" presName="hierChild5" presStyleCnt="0"/>
      <dgm:spPr/>
    </dgm:pt>
    <dgm:pt modelId="{A1520C99-76B5-400C-9C48-93A8F0F44E0A}" type="pres">
      <dgm:prSet presAssocID="{D5C8B790-17E8-41CA-9168-9E411DEBF558}" presName="Name37" presStyleLbl="parChTrans1D3" presStyleIdx="16" presStyleCnt="28"/>
      <dgm:spPr/>
    </dgm:pt>
    <dgm:pt modelId="{6B1DA1E5-FB19-4A37-89AE-441D441863F5}" type="pres">
      <dgm:prSet presAssocID="{4D48E472-13DF-4955-B106-698D86DB453F}" presName="hierRoot2" presStyleCnt="0">
        <dgm:presLayoutVars>
          <dgm:hierBranch val="init"/>
        </dgm:presLayoutVars>
      </dgm:prSet>
      <dgm:spPr/>
    </dgm:pt>
    <dgm:pt modelId="{C20C4D09-EF24-4F9F-A6C9-9B88F9740AF0}" type="pres">
      <dgm:prSet presAssocID="{4D48E472-13DF-4955-B106-698D86DB453F}" presName="rootComposite" presStyleCnt="0"/>
      <dgm:spPr/>
    </dgm:pt>
    <dgm:pt modelId="{9B680467-C0E9-46F8-85BF-C86265C5327B}" type="pres">
      <dgm:prSet presAssocID="{4D48E472-13DF-4955-B106-698D86DB453F}" presName="rootText" presStyleLbl="node3" presStyleIdx="16" presStyleCnt="28" custLinFactNeighborX="3265" custLinFactNeighborY="-26134">
        <dgm:presLayoutVars>
          <dgm:chPref val="3"/>
        </dgm:presLayoutVars>
      </dgm:prSet>
      <dgm:spPr>
        <a:prstGeom prst="roundRect">
          <a:avLst/>
        </a:prstGeom>
      </dgm:spPr>
    </dgm:pt>
    <dgm:pt modelId="{0BC19A02-964F-4654-8B9D-9E127876A1D6}" type="pres">
      <dgm:prSet presAssocID="{4D48E472-13DF-4955-B106-698D86DB453F}" presName="rootConnector" presStyleLbl="node3" presStyleIdx="16" presStyleCnt="28"/>
      <dgm:spPr/>
    </dgm:pt>
    <dgm:pt modelId="{96F2101D-7117-45AC-871E-0A6ED53CA676}" type="pres">
      <dgm:prSet presAssocID="{4D48E472-13DF-4955-B106-698D86DB453F}" presName="hierChild4" presStyleCnt="0"/>
      <dgm:spPr/>
    </dgm:pt>
    <dgm:pt modelId="{09C8BBB7-616D-4ACD-8B2F-75B7CE58C271}" type="pres">
      <dgm:prSet presAssocID="{4D48E472-13DF-4955-B106-698D86DB453F}" presName="hierChild5" presStyleCnt="0"/>
      <dgm:spPr/>
    </dgm:pt>
    <dgm:pt modelId="{9A9CDA24-D13F-482A-9472-283B31417F52}" type="pres">
      <dgm:prSet presAssocID="{8BB81A4F-0DCE-4052-B7C9-7D3ED6829F7B}" presName="Name37" presStyleLbl="parChTrans1D3" presStyleIdx="17" presStyleCnt="28"/>
      <dgm:spPr/>
    </dgm:pt>
    <dgm:pt modelId="{B347935E-7A59-48AF-942A-1293883B55B4}" type="pres">
      <dgm:prSet presAssocID="{C433EF38-A922-461B-8EA9-F3FDDDF706DA}" presName="hierRoot2" presStyleCnt="0">
        <dgm:presLayoutVars>
          <dgm:hierBranch val="init"/>
        </dgm:presLayoutVars>
      </dgm:prSet>
      <dgm:spPr/>
    </dgm:pt>
    <dgm:pt modelId="{D8992D58-5352-4148-B31B-20B697118C75}" type="pres">
      <dgm:prSet presAssocID="{C433EF38-A922-461B-8EA9-F3FDDDF706DA}" presName="rootComposite" presStyleCnt="0"/>
      <dgm:spPr/>
    </dgm:pt>
    <dgm:pt modelId="{F6F8CAC3-765D-4EDA-8F74-F7FE81C83CE5}" type="pres">
      <dgm:prSet presAssocID="{C433EF38-A922-461B-8EA9-F3FDDDF706DA}" presName="rootText" presStyleLbl="node3" presStyleIdx="17" presStyleCnt="28" custLinFactNeighborX="2253" custLinFactNeighborY="-56926">
        <dgm:presLayoutVars>
          <dgm:chPref val="3"/>
        </dgm:presLayoutVars>
      </dgm:prSet>
      <dgm:spPr>
        <a:xfrm>
          <a:off x="6170355" y="3465289"/>
          <a:ext cx="1383481" cy="691740"/>
        </a:xfrm>
        <a:prstGeom prst="roundRect">
          <a:avLst/>
        </a:prstGeom>
      </dgm:spPr>
    </dgm:pt>
    <dgm:pt modelId="{C9F153A3-C284-443A-B1D5-F6F5023692E8}" type="pres">
      <dgm:prSet presAssocID="{C433EF38-A922-461B-8EA9-F3FDDDF706DA}" presName="rootConnector" presStyleLbl="node3" presStyleIdx="17" presStyleCnt="28"/>
      <dgm:spPr/>
    </dgm:pt>
    <dgm:pt modelId="{DD141257-E077-42BB-A462-A33B9AE7E376}" type="pres">
      <dgm:prSet presAssocID="{C433EF38-A922-461B-8EA9-F3FDDDF706DA}" presName="hierChild4" presStyleCnt="0"/>
      <dgm:spPr/>
    </dgm:pt>
    <dgm:pt modelId="{D953CEE9-B045-4CDC-B85B-53BB757DBAE1}" type="pres">
      <dgm:prSet presAssocID="{C433EF38-A922-461B-8EA9-F3FDDDF706DA}" presName="hierChild5" presStyleCnt="0"/>
      <dgm:spPr/>
    </dgm:pt>
    <dgm:pt modelId="{2C6DC13C-E1FE-449D-AF9B-FE5919E524D5}" type="pres">
      <dgm:prSet presAssocID="{53619E22-4EA4-4C98-BCE4-938A08FD326B}" presName="Name37" presStyleLbl="parChTrans1D3" presStyleIdx="18" presStyleCnt="28"/>
      <dgm:spPr/>
    </dgm:pt>
    <dgm:pt modelId="{041E3564-6C02-4CB8-AFED-9E4530166F10}" type="pres">
      <dgm:prSet presAssocID="{6E0848AC-4162-4407-AE84-A9B466FE2DF9}" presName="hierRoot2" presStyleCnt="0">
        <dgm:presLayoutVars>
          <dgm:hierBranch val="init"/>
        </dgm:presLayoutVars>
      </dgm:prSet>
      <dgm:spPr/>
    </dgm:pt>
    <dgm:pt modelId="{05D2C508-FBF3-4627-98C1-044D84F20BE2}" type="pres">
      <dgm:prSet presAssocID="{6E0848AC-4162-4407-AE84-A9B466FE2DF9}" presName="rootComposite" presStyleCnt="0"/>
      <dgm:spPr/>
    </dgm:pt>
    <dgm:pt modelId="{B11A7FA0-5312-42C0-92C0-F5E00501C42C}" type="pres">
      <dgm:prSet presAssocID="{6E0848AC-4162-4407-AE84-A9B466FE2DF9}" presName="rootText" presStyleLbl="node3" presStyleIdx="18" presStyleCnt="28" custLinFactNeighborX="1469" custLinFactNeighborY="-86353">
        <dgm:presLayoutVars>
          <dgm:chPref val="3"/>
        </dgm:presLayoutVars>
      </dgm:prSet>
      <dgm:spPr>
        <a:xfrm>
          <a:off x="6180524" y="4254523"/>
          <a:ext cx="1383481" cy="691740"/>
        </a:xfrm>
        <a:prstGeom prst="roundRect">
          <a:avLst/>
        </a:prstGeom>
      </dgm:spPr>
    </dgm:pt>
    <dgm:pt modelId="{DB78756E-E05F-4089-B383-6A717D48F678}" type="pres">
      <dgm:prSet presAssocID="{6E0848AC-4162-4407-AE84-A9B466FE2DF9}" presName="rootConnector" presStyleLbl="node3" presStyleIdx="18" presStyleCnt="28"/>
      <dgm:spPr/>
    </dgm:pt>
    <dgm:pt modelId="{D4CD229C-A645-433F-BA58-F7FC5399BC88}" type="pres">
      <dgm:prSet presAssocID="{6E0848AC-4162-4407-AE84-A9B466FE2DF9}" presName="hierChild4" presStyleCnt="0"/>
      <dgm:spPr/>
    </dgm:pt>
    <dgm:pt modelId="{80C0CE03-D354-45EB-ADE6-8068C6D435B4}" type="pres">
      <dgm:prSet presAssocID="{6E0848AC-4162-4407-AE84-A9B466FE2DF9}" presName="hierChild5" presStyleCnt="0"/>
      <dgm:spPr/>
    </dgm:pt>
    <dgm:pt modelId="{C15D9A02-7218-4F06-B9B5-BCAAD796A58A}" type="pres">
      <dgm:prSet presAssocID="{D6A4CC31-C27C-4B6A-8A00-17858A666191}" presName="hierChild5" presStyleCnt="0"/>
      <dgm:spPr/>
    </dgm:pt>
    <dgm:pt modelId="{F5F56CCD-D269-4B6D-B880-B0B1F735F903}" type="pres">
      <dgm:prSet presAssocID="{8B88C9C3-C26B-4ED7-98A4-E6C97D50E974}" presName="Name37" presStyleLbl="parChTrans1D2" presStyleIdx="4" presStyleCnt="7"/>
      <dgm:spPr/>
    </dgm:pt>
    <dgm:pt modelId="{B4849F2F-F2D2-4A5D-8DAF-BCD7B8DEC132}" type="pres">
      <dgm:prSet presAssocID="{46EAFBB8-8968-4F5B-9268-6595FCB43A3D}" presName="hierRoot2" presStyleCnt="0">
        <dgm:presLayoutVars>
          <dgm:hierBranch val="init"/>
        </dgm:presLayoutVars>
      </dgm:prSet>
      <dgm:spPr/>
    </dgm:pt>
    <dgm:pt modelId="{D0099BED-714E-46DA-AE0A-F4A5F3E34FEF}" type="pres">
      <dgm:prSet presAssocID="{46EAFBB8-8968-4F5B-9268-6595FCB43A3D}" presName="rootComposite" presStyleCnt="0"/>
      <dgm:spPr/>
    </dgm:pt>
    <dgm:pt modelId="{0CDA2B0E-7B71-427B-8E3F-BA0C794D57B2}" type="pres">
      <dgm:prSet presAssocID="{46EAFBB8-8968-4F5B-9268-6595FCB43A3D}" presName="rootText" presStyleLbl="node2" presStyleIdx="4" presStyleCnt="7">
        <dgm:presLayoutVars>
          <dgm:chPref val="3"/>
        </dgm:presLayoutVars>
      </dgm:prSet>
      <dgm:spPr>
        <a:xfrm>
          <a:off x="6971097" y="984823"/>
          <a:ext cx="1384250" cy="692125"/>
        </a:xfrm>
        <a:prstGeom prst="roundRect">
          <a:avLst/>
        </a:prstGeom>
      </dgm:spPr>
    </dgm:pt>
    <dgm:pt modelId="{19EF2CCF-4B99-49D1-B871-EA35849F2A9B}" type="pres">
      <dgm:prSet presAssocID="{46EAFBB8-8968-4F5B-9268-6595FCB43A3D}" presName="rootConnector" presStyleLbl="node2" presStyleIdx="4" presStyleCnt="7"/>
      <dgm:spPr/>
    </dgm:pt>
    <dgm:pt modelId="{9C05F91F-352A-47FC-9E8C-62A740DBD244}" type="pres">
      <dgm:prSet presAssocID="{46EAFBB8-8968-4F5B-9268-6595FCB43A3D}" presName="hierChild4" presStyleCnt="0"/>
      <dgm:spPr/>
    </dgm:pt>
    <dgm:pt modelId="{F41A9FF5-295D-4573-B7F0-FC19F0EDC9BE}" type="pres">
      <dgm:prSet presAssocID="{46BBBEDB-2FDF-48C6-BAFC-20D24E38E163}" presName="Name37" presStyleLbl="parChTrans1D3" presStyleIdx="19" presStyleCnt="28"/>
      <dgm:spPr/>
    </dgm:pt>
    <dgm:pt modelId="{CC1BA843-5725-48E3-9AA2-082A9E75F8E0}" type="pres">
      <dgm:prSet presAssocID="{3AF02B5B-271F-436C-896E-A5428035D871}" presName="hierRoot2" presStyleCnt="0">
        <dgm:presLayoutVars>
          <dgm:hierBranch val="init"/>
        </dgm:presLayoutVars>
      </dgm:prSet>
      <dgm:spPr/>
    </dgm:pt>
    <dgm:pt modelId="{A0C46A63-6997-45B6-B015-C45AC2B863FE}" type="pres">
      <dgm:prSet presAssocID="{3AF02B5B-271F-436C-896E-A5428035D871}" presName="rootComposite" presStyleCnt="0"/>
      <dgm:spPr/>
    </dgm:pt>
    <dgm:pt modelId="{11625801-5AA8-43BD-8A97-421B0B990FBD}" type="pres">
      <dgm:prSet presAssocID="{3AF02B5B-271F-436C-896E-A5428035D871}" presName="rootText" presStyleLbl="node3" presStyleIdx="19" presStyleCnt="28">
        <dgm:presLayoutVars>
          <dgm:chPref val="3"/>
        </dgm:presLayoutVars>
      </dgm:prSet>
      <dgm:spPr>
        <a:xfrm>
          <a:off x="7834213" y="1968106"/>
          <a:ext cx="1383481" cy="691740"/>
        </a:xfrm>
        <a:prstGeom prst="roundRect">
          <a:avLst/>
        </a:prstGeom>
      </dgm:spPr>
    </dgm:pt>
    <dgm:pt modelId="{BA125C46-000D-49B9-8E5B-C857252D16C4}" type="pres">
      <dgm:prSet presAssocID="{3AF02B5B-271F-436C-896E-A5428035D871}" presName="rootConnector" presStyleLbl="node3" presStyleIdx="19" presStyleCnt="28"/>
      <dgm:spPr/>
    </dgm:pt>
    <dgm:pt modelId="{1459A60A-C0E0-4801-98E6-AB690567D560}" type="pres">
      <dgm:prSet presAssocID="{3AF02B5B-271F-436C-896E-A5428035D871}" presName="hierChild4" presStyleCnt="0"/>
      <dgm:spPr/>
    </dgm:pt>
    <dgm:pt modelId="{8E023228-F116-4829-BA6B-5E528CD06A82}" type="pres">
      <dgm:prSet presAssocID="{3AF02B5B-271F-436C-896E-A5428035D871}" presName="hierChild5" presStyleCnt="0"/>
      <dgm:spPr/>
    </dgm:pt>
    <dgm:pt modelId="{25E6D17E-48AD-4117-BAEF-CDA0B900BFA1}" type="pres">
      <dgm:prSet presAssocID="{702B6FF3-8F79-4F2A-BBCB-F3F91B9F05E2}" presName="Name37" presStyleLbl="parChTrans1D3" presStyleIdx="20" presStyleCnt="28"/>
      <dgm:spPr/>
    </dgm:pt>
    <dgm:pt modelId="{1CB5ECD3-E9FE-42E6-ACC8-BEAA30362E13}" type="pres">
      <dgm:prSet presAssocID="{A9553531-FA29-428C-A1FE-38E2628119E3}" presName="hierRoot2" presStyleCnt="0">
        <dgm:presLayoutVars>
          <dgm:hierBranch val="init"/>
        </dgm:presLayoutVars>
      </dgm:prSet>
      <dgm:spPr/>
    </dgm:pt>
    <dgm:pt modelId="{8BC87447-1AB3-45A3-AB4E-377FFAB2DBF4}" type="pres">
      <dgm:prSet presAssocID="{A9553531-FA29-428C-A1FE-38E2628119E3}" presName="rootComposite" presStyleCnt="0"/>
      <dgm:spPr/>
    </dgm:pt>
    <dgm:pt modelId="{D1450371-07AF-436E-BE85-66DC745D29ED}" type="pres">
      <dgm:prSet presAssocID="{A9553531-FA29-428C-A1FE-38E2628119E3}" presName="rootText" presStyleLbl="node3" presStyleIdx="20" presStyleCnt="28" custLinFactNeighborX="1469" custLinFactNeighborY="-30844">
        <dgm:presLayoutVars>
          <dgm:chPref val="3"/>
        </dgm:presLayoutVars>
      </dgm:prSet>
      <dgm:spPr>
        <a:prstGeom prst="roundRect">
          <a:avLst/>
        </a:prstGeom>
      </dgm:spPr>
    </dgm:pt>
    <dgm:pt modelId="{CCA923FD-4711-42D1-B6F8-F8401BD30809}" type="pres">
      <dgm:prSet presAssocID="{A9553531-FA29-428C-A1FE-38E2628119E3}" presName="rootConnector" presStyleLbl="node3" presStyleIdx="20" presStyleCnt="28"/>
      <dgm:spPr/>
    </dgm:pt>
    <dgm:pt modelId="{B171E5BD-1547-48CA-AE21-D4D9C586A3F0}" type="pres">
      <dgm:prSet presAssocID="{A9553531-FA29-428C-A1FE-38E2628119E3}" presName="hierChild4" presStyleCnt="0"/>
      <dgm:spPr/>
    </dgm:pt>
    <dgm:pt modelId="{10C5F5E4-5F19-40F7-8E08-65FF7BE75D35}" type="pres">
      <dgm:prSet presAssocID="{A9553531-FA29-428C-A1FE-38E2628119E3}" presName="hierChild5" presStyleCnt="0"/>
      <dgm:spPr/>
    </dgm:pt>
    <dgm:pt modelId="{BCE74E42-8561-40C4-B793-A9EEF7231AF2}" type="pres">
      <dgm:prSet presAssocID="{2CE0A90A-02CC-4FAA-9CD7-34CD45CBD598}" presName="Name37" presStyleLbl="parChTrans1D3" presStyleIdx="21" presStyleCnt="28"/>
      <dgm:spPr/>
    </dgm:pt>
    <dgm:pt modelId="{EB3AB2D6-B518-44AD-9857-3A7C4612F470}" type="pres">
      <dgm:prSet presAssocID="{C0E95C0D-DA5A-419D-86EC-87D022D44CE4}" presName="hierRoot2" presStyleCnt="0">
        <dgm:presLayoutVars>
          <dgm:hierBranch val="init"/>
        </dgm:presLayoutVars>
      </dgm:prSet>
      <dgm:spPr/>
    </dgm:pt>
    <dgm:pt modelId="{5DAB363D-6240-4229-AD17-450E7A8A016F}" type="pres">
      <dgm:prSet presAssocID="{C0E95C0D-DA5A-419D-86EC-87D022D44CE4}" presName="rootComposite" presStyleCnt="0"/>
      <dgm:spPr/>
    </dgm:pt>
    <dgm:pt modelId="{A578F6EA-7985-4E12-8F12-9726FD3DF005}" type="pres">
      <dgm:prSet presAssocID="{C0E95C0D-DA5A-419D-86EC-87D022D44CE4}" presName="rootText" presStyleLbl="node3" presStyleIdx="21" presStyleCnt="28" custLinFactNeighborY="-60219">
        <dgm:presLayoutVars>
          <dgm:chPref val="3"/>
        </dgm:presLayoutVars>
      </dgm:prSet>
      <dgm:spPr>
        <a:prstGeom prst="roundRect">
          <a:avLst/>
        </a:prstGeom>
      </dgm:spPr>
    </dgm:pt>
    <dgm:pt modelId="{302EAADF-6492-442F-8AD3-426C90E45E20}" type="pres">
      <dgm:prSet presAssocID="{C0E95C0D-DA5A-419D-86EC-87D022D44CE4}" presName="rootConnector" presStyleLbl="node3" presStyleIdx="21" presStyleCnt="28"/>
      <dgm:spPr/>
    </dgm:pt>
    <dgm:pt modelId="{C483A0DA-E1D5-42DD-9BB7-50FF08DE2C7C}" type="pres">
      <dgm:prSet presAssocID="{C0E95C0D-DA5A-419D-86EC-87D022D44CE4}" presName="hierChild4" presStyleCnt="0"/>
      <dgm:spPr/>
    </dgm:pt>
    <dgm:pt modelId="{31DC46DB-B679-43B6-9098-DCF52E397218}" type="pres">
      <dgm:prSet presAssocID="{C0E95C0D-DA5A-419D-86EC-87D022D44CE4}" presName="hierChild5" presStyleCnt="0"/>
      <dgm:spPr/>
    </dgm:pt>
    <dgm:pt modelId="{66A67EFC-0531-4719-AC46-95D4E0F82F9F}" type="pres">
      <dgm:prSet presAssocID="{91055FFB-61A8-4916-87B2-6CF4FF88EFAA}" presName="Name37" presStyleLbl="parChTrans1D3" presStyleIdx="22" presStyleCnt="28"/>
      <dgm:spPr/>
    </dgm:pt>
    <dgm:pt modelId="{CA041701-DEAA-47D4-836B-63636D820344}" type="pres">
      <dgm:prSet presAssocID="{CC228A90-9A1B-48A0-AB4D-7DBF3BDA3F12}" presName="hierRoot2" presStyleCnt="0">
        <dgm:presLayoutVars>
          <dgm:hierBranch val="init"/>
        </dgm:presLayoutVars>
      </dgm:prSet>
      <dgm:spPr/>
    </dgm:pt>
    <dgm:pt modelId="{E45C0973-20C9-4105-AD38-2B12368756D6}" type="pres">
      <dgm:prSet presAssocID="{CC228A90-9A1B-48A0-AB4D-7DBF3BDA3F12}" presName="rootComposite" presStyleCnt="0"/>
      <dgm:spPr/>
    </dgm:pt>
    <dgm:pt modelId="{7F2EF2A2-6B9D-4F4F-8667-978105B513F5}" type="pres">
      <dgm:prSet presAssocID="{CC228A90-9A1B-48A0-AB4D-7DBF3BDA3F12}" presName="rootText" presStyleLbl="node3" presStyleIdx="22" presStyleCnt="28" custLinFactNeighborX="-734" custLinFactNeighborY="-89594">
        <dgm:presLayoutVars>
          <dgm:chPref val="3"/>
        </dgm:presLayoutVars>
      </dgm:prSet>
      <dgm:spPr>
        <a:xfrm>
          <a:off x="7824058" y="4295163"/>
          <a:ext cx="1383481" cy="691740"/>
        </a:xfrm>
        <a:prstGeom prst="roundRect">
          <a:avLst/>
        </a:prstGeom>
      </dgm:spPr>
    </dgm:pt>
    <dgm:pt modelId="{DB440802-7CA1-4009-B415-27B26B8DF310}" type="pres">
      <dgm:prSet presAssocID="{CC228A90-9A1B-48A0-AB4D-7DBF3BDA3F12}" presName="rootConnector" presStyleLbl="node3" presStyleIdx="22" presStyleCnt="28"/>
      <dgm:spPr/>
    </dgm:pt>
    <dgm:pt modelId="{26FCAEC8-2771-48A6-97EF-75D63D4BFEB2}" type="pres">
      <dgm:prSet presAssocID="{CC228A90-9A1B-48A0-AB4D-7DBF3BDA3F12}" presName="hierChild4" presStyleCnt="0"/>
      <dgm:spPr/>
    </dgm:pt>
    <dgm:pt modelId="{10FEC1F6-D0F3-40EB-9C0F-0137F57B9C7C}" type="pres">
      <dgm:prSet presAssocID="{CC228A90-9A1B-48A0-AB4D-7DBF3BDA3F12}" presName="hierChild5" presStyleCnt="0"/>
      <dgm:spPr/>
    </dgm:pt>
    <dgm:pt modelId="{19674FFA-598B-4110-9309-231A06B5C9B6}" type="pres">
      <dgm:prSet presAssocID="{96ACBB9E-B762-4757-9A8B-78C396599F31}" presName="Name37" presStyleLbl="parChTrans1D3" presStyleIdx="23" presStyleCnt="28"/>
      <dgm:spPr/>
    </dgm:pt>
    <dgm:pt modelId="{ABD24611-26C2-4D86-9496-62C65CF96A90}" type="pres">
      <dgm:prSet presAssocID="{2421F7F7-EBC4-4D91-9615-B6B3E67CDCA3}" presName="hierRoot2" presStyleCnt="0">
        <dgm:presLayoutVars>
          <dgm:hierBranch val="init"/>
        </dgm:presLayoutVars>
      </dgm:prSet>
      <dgm:spPr/>
    </dgm:pt>
    <dgm:pt modelId="{1D3D68A3-0380-4238-8A03-4640F50B1525}" type="pres">
      <dgm:prSet presAssocID="{2421F7F7-EBC4-4D91-9615-B6B3E67CDCA3}" presName="rootComposite" presStyleCnt="0"/>
      <dgm:spPr/>
    </dgm:pt>
    <dgm:pt modelId="{2293E389-0AD6-4065-A620-E1E708BE9BEF}" type="pres">
      <dgm:prSet presAssocID="{2421F7F7-EBC4-4D91-9615-B6B3E67CDCA3}" presName="rootText" presStyleLbl="node3" presStyleIdx="23" presStyleCnt="28" custLinFactNeighborX="-1607" custLinFactNeighborY="-93527">
        <dgm:presLayoutVars>
          <dgm:chPref val="3"/>
        </dgm:presLayoutVars>
      </dgm:prSet>
      <dgm:spPr>
        <a:prstGeom prst="roundRect">
          <a:avLst/>
        </a:prstGeom>
      </dgm:spPr>
    </dgm:pt>
    <dgm:pt modelId="{DB6C25AE-60A8-49D9-AEDC-8B4AE7F0F896}" type="pres">
      <dgm:prSet presAssocID="{2421F7F7-EBC4-4D91-9615-B6B3E67CDCA3}" presName="rootConnector" presStyleLbl="node3" presStyleIdx="23" presStyleCnt="28"/>
      <dgm:spPr/>
    </dgm:pt>
    <dgm:pt modelId="{F8DE7F8C-55F7-4D0C-A5E5-5271537E3105}" type="pres">
      <dgm:prSet presAssocID="{2421F7F7-EBC4-4D91-9615-B6B3E67CDCA3}" presName="hierChild4" presStyleCnt="0"/>
      <dgm:spPr/>
    </dgm:pt>
    <dgm:pt modelId="{B5707DBC-2347-4615-A874-15471561C78A}" type="pres">
      <dgm:prSet presAssocID="{2421F7F7-EBC4-4D91-9615-B6B3E67CDCA3}" presName="hierChild5" presStyleCnt="0"/>
      <dgm:spPr/>
    </dgm:pt>
    <dgm:pt modelId="{59090793-A739-47E3-9D82-8D918FAF7B40}" type="pres">
      <dgm:prSet presAssocID="{89F16C77-6631-4B1C-B733-8558BBF96515}" presName="Name37" presStyleLbl="parChTrans1D3" presStyleIdx="24" presStyleCnt="28"/>
      <dgm:spPr/>
    </dgm:pt>
    <dgm:pt modelId="{A934B7A2-680F-49CC-91FE-5450DAA2170D}" type="pres">
      <dgm:prSet presAssocID="{770765BB-B67A-467A-A8F6-3AAE01CE6C51}" presName="hierRoot2" presStyleCnt="0">
        <dgm:presLayoutVars>
          <dgm:hierBranch val="init"/>
        </dgm:presLayoutVars>
      </dgm:prSet>
      <dgm:spPr/>
    </dgm:pt>
    <dgm:pt modelId="{441117A5-CF80-429E-934A-03B8BE6F2FAB}" type="pres">
      <dgm:prSet presAssocID="{770765BB-B67A-467A-A8F6-3AAE01CE6C51}" presName="rootComposite" presStyleCnt="0"/>
      <dgm:spPr/>
    </dgm:pt>
    <dgm:pt modelId="{DADE5F4E-05DF-4612-ABD5-890A9CCBC50D}" type="pres">
      <dgm:prSet presAssocID="{770765BB-B67A-467A-A8F6-3AAE01CE6C51}" presName="rootText" presStyleLbl="node3" presStyleIdx="24" presStyleCnt="28" custLinFactY="-13639" custLinFactNeighborX="-902" custLinFactNeighborY="-100000">
        <dgm:presLayoutVars>
          <dgm:chPref val="3"/>
        </dgm:presLayoutVars>
      </dgm:prSet>
      <dgm:spPr>
        <a:xfrm>
          <a:off x="7580052" y="5144403"/>
          <a:ext cx="1206980" cy="603490"/>
        </a:xfrm>
        <a:prstGeom prst="roundRect">
          <a:avLst/>
        </a:prstGeom>
      </dgm:spPr>
    </dgm:pt>
    <dgm:pt modelId="{A3B2178E-DA0B-4383-B851-C74D7581A0FF}" type="pres">
      <dgm:prSet presAssocID="{770765BB-B67A-467A-A8F6-3AAE01CE6C51}" presName="rootConnector" presStyleLbl="node3" presStyleIdx="24" presStyleCnt="28"/>
      <dgm:spPr/>
    </dgm:pt>
    <dgm:pt modelId="{93FFAB2E-7631-4469-ACE7-505C98A4FC83}" type="pres">
      <dgm:prSet presAssocID="{770765BB-B67A-467A-A8F6-3AAE01CE6C51}" presName="hierChild4" presStyleCnt="0"/>
      <dgm:spPr/>
    </dgm:pt>
    <dgm:pt modelId="{AA8890FC-EB38-4606-AF90-3A4CB051D081}" type="pres">
      <dgm:prSet presAssocID="{770765BB-B67A-467A-A8F6-3AAE01CE6C51}" presName="hierChild5" presStyleCnt="0"/>
      <dgm:spPr/>
    </dgm:pt>
    <dgm:pt modelId="{FFDC6F11-6118-43DB-AF8B-A1AAD8A83369}" type="pres">
      <dgm:prSet presAssocID="{46EAFBB8-8968-4F5B-9268-6595FCB43A3D}" presName="hierChild5" presStyleCnt="0"/>
      <dgm:spPr/>
    </dgm:pt>
    <dgm:pt modelId="{433329C2-8476-43BA-87C5-0DA07CB18525}" type="pres">
      <dgm:prSet presAssocID="{C266D3F6-BDCF-43E0-819C-36F1D73C2ED9}" presName="Name37" presStyleLbl="parChTrans1D2" presStyleIdx="5" presStyleCnt="7"/>
      <dgm:spPr/>
    </dgm:pt>
    <dgm:pt modelId="{C8891521-F90F-4148-90DC-992C1A8244CF}" type="pres">
      <dgm:prSet presAssocID="{DB5E751A-6769-46A1-8605-BA491BF86C25}" presName="hierRoot2" presStyleCnt="0">
        <dgm:presLayoutVars>
          <dgm:hierBranch val="init"/>
        </dgm:presLayoutVars>
      </dgm:prSet>
      <dgm:spPr/>
    </dgm:pt>
    <dgm:pt modelId="{653DD414-0961-4B90-BE04-EFDAE09A75E9}" type="pres">
      <dgm:prSet presAssocID="{DB5E751A-6769-46A1-8605-BA491BF86C25}" presName="rootComposite" presStyleCnt="0"/>
      <dgm:spPr/>
    </dgm:pt>
    <dgm:pt modelId="{F38683AB-D6BE-4843-B5CC-DF00C77E8FF4}" type="pres">
      <dgm:prSet presAssocID="{DB5E751A-6769-46A1-8605-BA491BF86C25}" presName="rootText" presStyleLbl="node2" presStyleIdx="5" presStyleCnt="7">
        <dgm:presLayoutVars>
          <dgm:chPref val="3"/>
        </dgm:presLayoutVars>
      </dgm:prSet>
      <dgm:spPr>
        <a:xfrm>
          <a:off x="8646040" y="984823"/>
          <a:ext cx="1384250" cy="692125"/>
        </a:xfrm>
        <a:prstGeom prst="roundRect">
          <a:avLst/>
        </a:prstGeom>
      </dgm:spPr>
    </dgm:pt>
    <dgm:pt modelId="{F703A6CA-294B-4278-91DF-5DE719DBDF9F}" type="pres">
      <dgm:prSet presAssocID="{DB5E751A-6769-46A1-8605-BA491BF86C25}" presName="rootConnector" presStyleLbl="node2" presStyleIdx="5" presStyleCnt="7"/>
      <dgm:spPr/>
    </dgm:pt>
    <dgm:pt modelId="{40A04568-E60D-4045-AF1A-A56F53EF0ADC}" type="pres">
      <dgm:prSet presAssocID="{DB5E751A-6769-46A1-8605-BA491BF86C25}" presName="hierChild4" presStyleCnt="0"/>
      <dgm:spPr/>
    </dgm:pt>
    <dgm:pt modelId="{E66A89C7-436E-4206-8480-5F76BFF56263}" type="pres">
      <dgm:prSet presAssocID="{1A69248C-B211-45DD-AB15-70D8E3C0B342}" presName="Name37" presStyleLbl="parChTrans1D3" presStyleIdx="25" presStyleCnt="28"/>
      <dgm:spPr/>
    </dgm:pt>
    <dgm:pt modelId="{A2467E9C-50A3-47F6-A173-131BA144F42A}" type="pres">
      <dgm:prSet presAssocID="{3C1F4E0E-8E83-461E-9257-A49398C173A1}" presName="hierRoot2" presStyleCnt="0">
        <dgm:presLayoutVars>
          <dgm:hierBranch val="init"/>
        </dgm:presLayoutVars>
      </dgm:prSet>
      <dgm:spPr/>
    </dgm:pt>
    <dgm:pt modelId="{CA14F478-428A-444D-B79A-7FD5B43AB9ED}" type="pres">
      <dgm:prSet presAssocID="{3C1F4E0E-8E83-461E-9257-A49398C173A1}" presName="rootComposite" presStyleCnt="0"/>
      <dgm:spPr/>
    </dgm:pt>
    <dgm:pt modelId="{AAE090E3-7673-4E1F-986A-A985FA5EE9F7}" type="pres">
      <dgm:prSet presAssocID="{3C1F4E0E-8E83-461E-9257-A49398C173A1}" presName="rootText" presStyleLbl="node3" presStyleIdx="25" presStyleCnt="28" custLinFactNeighborX="-873" custLinFactNeighborY="-1746">
        <dgm:presLayoutVars>
          <dgm:chPref val="3"/>
        </dgm:presLayoutVars>
      </dgm:prSet>
      <dgm:spPr>
        <a:xfrm>
          <a:off x="9508225" y="1968106"/>
          <a:ext cx="1383481" cy="691740"/>
        </a:xfrm>
        <a:prstGeom prst="roundRect">
          <a:avLst/>
        </a:prstGeom>
      </dgm:spPr>
    </dgm:pt>
    <dgm:pt modelId="{2136905F-BEA8-4530-983D-E4EB15D51EF1}" type="pres">
      <dgm:prSet presAssocID="{3C1F4E0E-8E83-461E-9257-A49398C173A1}" presName="rootConnector" presStyleLbl="node3" presStyleIdx="25" presStyleCnt="28"/>
      <dgm:spPr/>
    </dgm:pt>
    <dgm:pt modelId="{32581DEC-8FA0-449D-B23A-D8D3426DE0EF}" type="pres">
      <dgm:prSet presAssocID="{3C1F4E0E-8E83-461E-9257-A49398C173A1}" presName="hierChild4" presStyleCnt="0"/>
      <dgm:spPr/>
    </dgm:pt>
    <dgm:pt modelId="{B56AB328-6581-4581-8C50-18D16CD8D1CC}" type="pres">
      <dgm:prSet presAssocID="{3C1F4E0E-8E83-461E-9257-A49398C173A1}" presName="hierChild5" presStyleCnt="0"/>
      <dgm:spPr/>
    </dgm:pt>
    <dgm:pt modelId="{AACCCCA8-030F-4D93-A364-83212B7739A2}" type="pres">
      <dgm:prSet presAssocID="{78ACBEB5-6047-4518-AABF-F301E001E092}" presName="Name37" presStyleLbl="parChTrans1D3" presStyleIdx="26" presStyleCnt="28"/>
      <dgm:spPr/>
    </dgm:pt>
    <dgm:pt modelId="{EFAC1214-4B69-4E64-9FED-FE0705409DAC}" type="pres">
      <dgm:prSet presAssocID="{F156C8BE-A7E8-42B9-A768-3282BAC4BFFA}" presName="hierRoot2" presStyleCnt="0">
        <dgm:presLayoutVars>
          <dgm:hierBranch val="init"/>
        </dgm:presLayoutVars>
      </dgm:prSet>
      <dgm:spPr/>
    </dgm:pt>
    <dgm:pt modelId="{B6D1D1A2-9938-4746-A62D-4AF2963F46AF}" type="pres">
      <dgm:prSet presAssocID="{F156C8BE-A7E8-42B9-A768-3282BAC4BFFA}" presName="rootComposite" presStyleCnt="0"/>
      <dgm:spPr/>
    </dgm:pt>
    <dgm:pt modelId="{A15FC598-AE3D-47E1-B61D-127BFC60E3B4}" type="pres">
      <dgm:prSet presAssocID="{F156C8BE-A7E8-42B9-A768-3282BAC4BFFA}" presName="rootText" presStyleLbl="node3" presStyleIdx="26" presStyleCnt="28" custLinFactNeighborX="-873" custLinFactNeighborY="-24307">
        <dgm:presLayoutVars>
          <dgm:chPref val="3"/>
        </dgm:presLayoutVars>
      </dgm:prSet>
      <dgm:spPr>
        <a:prstGeom prst="roundRect">
          <a:avLst/>
        </a:prstGeom>
      </dgm:spPr>
    </dgm:pt>
    <dgm:pt modelId="{71E74756-F465-458D-82AB-65CE68D20A18}" type="pres">
      <dgm:prSet presAssocID="{F156C8BE-A7E8-42B9-A768-3282BAC4BFFA}" presName="rootConnector" presStyleLbl="node3" presStyleIdx="26" presStyleCnt="28"/>
      <dgm:spPr/>
    </dgm:pt>
    <dgm:pt modelId="{0BFF917E-F43F-428B-9E80-4C857ECF55CC}" type="pres">
      <dgm:prSet presAssocID="{F156C8BE-A7E8-42B9-A768-3282BAC4BFFA}" presName="hierChild4" presStyleCnt="0"/>
      <dgm:spPr/>
    </dgm:pt>
    <dgm:pt modelId="{C48FCABB-4876-4509-9AFE-B63CF1C391D6}" type="pres">
      <dgm:prSet presAssocID="{F156C8BE-A7E8-42B9-A768-3282BAC4BFFA}" presName="hierChild5" presStyleCnt="0"/>
      <dgm:spPr/>
    </dgm:pt>
    <dgm:pt modelId="{5840F55D-C596-4821-B1BE-C6D124B44149}" type="pres">
      <dgm:prSet presAssocID="{DB5E751A-6769-46A1-8605-BA491BF86C25}" presName="hierChild5" presStyleCnt="0"/>
      <dgm:spPr/>
    </dgm:pt>
    <dgm:pt modelId="{3798E57F-4567-4DA1-B320-A42C7568EE29}" type="pres">
      <dgm:prSet presAssocID="{B6E31181-05E0-4ACD-AFBE-C4342F824965}" presName="Name37" presStyleLbl="parChTrans1D2" presStyleIdx="6" presStyleCnt="7"/>
      <dgm:spPr/>
    </dgm:pt>
    <dgm:pt modelId="{1BA01F82-BEC8-4149-8707-0C4E3822E5D8}" type="pres">
      <dgm:prSet presAssocID="{80E1BB8B-6351-4D94-864F-BFFA650CDD56}" presName="hierRoot2" presStyleCnt="0">
        <dgm:presLayoutVars>
          <dgm:hierBranch val="init"/>
        </dgm:presLayoutVars>
      </dgm:prSet>
      <dgm:spPr/>
    </dgm:pt>
    <dgm:pt modelId="{DD62EF31-8EEF-4E66-9D76-D60D18F11BEE}" type="pres">
      <dgm:prSet presAssocID="{80E1BB8B-6351-4D94-864F-BFFA650CDD56}" presName="rootComposite" presStyleCnt="0"/>
      <dgm:spPr/>
    </dgm:pt>
    <dgm:pt modelId="{C34AB1D3-B447-4FCE-812E-772D5A997A1A}" type="pres">
      <dgm:prSet presAssocID="{80E1BB8B-6351-4D94-864F-BFFA650CDD56}" presName="rootText" presStyleLbl="node2" presStyleIdx="6" presStyleCnt="7">
        <dgm:presLayoutVars>
          <dgm:chPref val="3"/>
        </dgm:presLayoutVars>
      </dgm:prSet>
      <dgm:spPr>
        <a:prstGeom prst="roundRect">
          <a:avLst/>
        </a:prstGeom>
      </dgm:spPr>
    </dgm:pt>
    <dgm:pt modelId="{462B114D-BB07-4870-A2BE-48C5DF765921}" type="pres">
      <dgm:prSet presAssocID="{80E1BB8B-6351-4D94-864F-BFFA650CDD56}" presName="rootConnector" presStyleLbl="node2" presStyleIdx="6" presStyleCnt="7"/>
      <dgm:spPr/>
    </dgm:pt>
    <dgm:pt modelId="{1410C9FE-F7FB-440F-90E7-1FDF6DAC2E12}" type="pres">
      <dgm:prSet presAssocID="{80E1BB8B-6351-4D94-864F-BFFA650CDD56}" presName="hierChild4" presStyleCnt="0"/>
      <dgm:spPr/>
    </dgm:pt>
    <dgm:pt modelId="{1ED97478-9B60-4126-A3D3-2C34B6310EB2}" type="pres">
      <dgm:prSet presAssocID="{2A692D41-050B-49E2-A2BA-91D889352F5F}" presName="Name37" presStyleLbl="parChTrans1D3" presStyleIdx="27" presStyleCnt="28"/>
      <dgm:spPr/>
    </dgm:pt>
    <dgm:pt modelId="{4C91D129-D0CB-4228-A72E-DC27B581524A}" type="pres">
      <dgm:prSet presAssocID="{C4AC7201-4EE7-4577-8D79-E9C5191D446D}" presName="hierRoot2" presStyleCnt="0">
        <dgm:presLayoutVars>
          <dgm:hierBranch val="init"/>
        </dgm:presLayoutVars>
      </dgm:prSet>
      <dgm:spPr/>
    </dgm:pt>
    <dgm:pt modelId="{7D7C3CA1-371F-42F7-8C36-BB5BF925734D}" type="pres">
      <dgm:prSet presAssocID="{C4AC7201-4EE7-4577-8D79-E9C5191D446D}" presName="rootComposite" presStyleCnt="0"/>
      <dgm:spPr/>
    </dgm:pt>
    <dgm:pt modelId="{0C99DC84-E8E6-4354-92E5-87B405956B04}" type="pres">
      <dgm:prSet presAssocID="{C4AC7201-4EE7-4577-8D79-E9C5191D446D}" presName="rootText" presStyleLbl="node3" presStyleIdx="27" presStyleCnt="28">
        <dgm:presLayoutVars>
          <dgm:chPref val="3"/>
        </dgm:presLayoutVars>
      </dgm:prSet>
      <dgm:spPr>
        <a:xfrm>
          <a:off x="10083180" y="1774105"/>
          <a:ext cx="1246678" cy="623339"/>
        </a:xfrm>
        <a:prstGeom prst="rect">
          <a:avLst/>
        </a:prstGeom>
      </dgm:spPr>
    </dgm:pt>
    <dgm:pt modelId="{B27771D5-2DB4-4502-A916-EAB91027BB61}" type="pres">
      <dgm:prSet presAssocID="{C4AC7201-4EE7-4577-8D79-E9C5191D446D}" presName="rootConnector" presStyleLbl="node3" presStyleIdx="27" presStyleCnt="28"/>
      <dgm:spPr/>
    </dgm:pt>
    <dgm:pt modelId="{3EFE7905-E903-47EE-A170-E90425514D78}" type="pres">
      <dgm:prSet presAssocID="{C4AC7201-4EE7-4577-8D79-E9C5191D446D}" presName="hierChild4" presStyleCnt="0"/>
      <dgm:spPr/>
    </dgm:pt>
    <dgm:pt modelId="{0AE9D8C3-3AF4-4145-B5E8-A3CFF013F6A2}" type="pres">
      <dgm:prSet presAssocID="{C4AC7201-4EE7-4577-8D79-E9C5191D446D}" presName="hierChild5" presStyleCnt="0"/>
      <dgm:spPr/>
    </dgm:pt>
    <dgm:pt modelId="{6A356545-478B-4033-833D-46C9704F2A8C}" type="pres">
      <dgm:prSet presAssocID="{80E1BB8B-6351-4D94-864F-BFFA650CDD56}" presName="hierChild5" presStyleCnt="0"/>
      <dgm:spPr/>
    </dgm:pt>
    <dgm:pt modelId="{168E3A4F-F2FA-458A-9171-0F5375D5E366}" type="pres">
      <dgm:prSet presAssocID="{A522D1C5-6D5A-46BF-A4E0-8D56372A96D3}" presName="hierChild3" presStyleCnt="0"/>
      <dgm:spPr/>
    </dgm:pt>
  </dgm:ptLst>
  <dgm:cxnLst>
    <dgm:cxn modelId="{43182201-98FF-4D29-B513-6F022A022981}" type="presOf" srcId="{1B119479-8CDB-4603-BF5C-3B0FFF116E2E}" destId="{A9E05C8E-D526-47F0-AFDD-82531BD392BE}" srcOrd="0" destOrd="0" presId="urn:microsoft.com/office/officeart/2005/8/layout/orgChart1"/>
    <dgm:cxn modelId="{4907BF05-93B9-4CC3-B36A-7AC777A695D9}" type="presOf" srcId="{F156C8BE-A7E8-42B9-A768-3282BAC4BFFA}" destId="{A15FC598-AE3D-47E1-B61D-127BFC60E3B4}" srcOrd="0" destOrd="0" presId="urn:microsoft.com/office/officeart/2005/8/layout/orgChart1"/>
    <dgm:cxn modelId="{83EFF706-0FE4-4598-AB77-E960D599CB3D}" type="presOf" srcId="{68A4C2DB-4987-4BC8-813E-D7C55EC3F31A}" destId="{8DE37B70-2C0B-4268-B169-BB901D593C91}" srcOrd="1" destOrd="0" presId="urn:microsoft.com/office/officeart/2005/8/layout/orgChart1"/>
    <dgm:cxn modelId="{C4A52B0D-3E23-4AC4-B228-34AD8260EC53}" type="presOf" srcId="{81B4939E-5F89-4FCC-AFCA-27814ED8EE53}" destId="{4649E8E3-8A5F-4360-A32C-4D77D0BEBD1D}" srcOrd="1" destOrd="0" presId="urn:microsoft.com/office/officeart/2005/8/layout/orgChart1"/>
    <dgm:cxn modelId="{4FD1B80D-ECBE-4ADF-9DF8-8E1DB6D914F7}" type="presOf" srcId="{138BE49B-59FE-4C05-8E57-AD99B99D3540}" destId="{4EB4B793-5898-4DE0-9167-F2B1197DA5A3}" srcOrd="0" destOrd="0" presId="urn:microsoft.com/office/officeart/2005/8/layout/orgChart1"/>
    <dgm:cxn modelId="{3C634612-BEA6-4BF9-AAA2-CB7414BC5507}" type="presOf" srcId="{6A287659-8123-49B0-A028-9A96B1AF6200}" destId="{9FFBA7D1-5152-40D0-901B-A666D84C72AC}" srcOrd="1" destOrd="0" presId="urn:microsoft.com/office/officeart/2005/8/layout/orgChart1"/>
    <dgm:cxn modelId="{F01C9912-1169-45F1-90D3-843841B87967}" type="presOf" srcId="{138BE49B-59FE-4C05-8E57-AD99B99D3540}" destId="{D02FE42E-CE15-4548-A77A-1346AE3370B1}" srcOrd="1" destOrd="0" presId="urn:microsoft.com/office/officeart/2005/8/layout/orgChart1"/>
    <dgm:cxn modelId="{0DEDCC12-1DC7-40A3-9E11-A79F74A6A98C}" srcId="{A522D1C5-6D5A-46BF-A4E0-8D56372A96D3}" destId="{E1CD9214-24D9-477E-A85E-F6E282086D3D}" srcOrd="2" destOrd="0" parTransId="{1F355C50-D4E3-4972-B8B9-CE96BABAB98E}" sibTransId="{AAB497DA-52EC-418A-A0F8-5424F42DE67B}"/>
    <dgm:cxn modelId="{3C52DF12-84A7-44D9-97E8-1EC042D6DEFE}" type="presOf" srcId="{3C1F4E0E-8E83-461E-9257-A49398C173A1}" destId="{AAE090E3-7673-4E1F-986A-A985FA5EE9F7}" srcOrd="0" destOrd="0" presId="urn:microsoft.com/office/officeart/2005/8/layout/orgChart1"/>
    <dgm:cxn modelId="{701FDF13-E4FA-44E1-9926-619CFC2168C7}" srcId="{E1CD9214-24D9-477E-A85E-F6E282086D3D}" destId="{DECD5F9C-5641-495A-87EE-7E5CE056461C}" srcOrd="1" destOrd="0" parTransId="{0C14989D-A066-4628-B46A-0B6708835ACF}" sibTransId="{6B344661-ADFE-469F-B48B-3AE817A6062E}"/>
    <dgm:cxn modelId="{79366116-CB7D-4BD3-9AD5-72BA98970FCC}" type="presOf" srcId="{7CE6B9EA-23FE-4138-BEE0-69B7FDB6BCD3}" destId="{0270941F-1DEA-45A7-B132-A05521F25E9C}" srcOrd="0" destOrd="0" presId="urn:microsoft.com/office/officeart/2005/8/layout/orgChart1"/>
    <dgm:cxn modelId="{53439518-2E98-474C-B951-0FD7EF52B604}" type="presOf" srcId="{C266D3F6-BDCF-43E0-819C-36F1D73C2ED9}" destId="{433329C2-8476-43BA-87C5-0DA07CB18525}" srcOrd="0" destOrd="0" presId="urn:microsoft.com/office/officeart/2005/8/layout/orgChart1"/>
    <dgm:cxn modelId="{22CB431A-26CD-4D3E-9730-FD7A33C6A35E}" type="presOf" srcId="{8437F3C5-107B-44CA-81E8-0FF0386E1DD9}" destId="{2ACA12A7-519D-41F2-A3C7-CE5919E0D8C5}" srcOrd="0" destOrd="0" presId="urn:microsoft.com/office/officeart/2005/8/layout/orgChart1"/>
    <dgm:cxn modelId="{1E7AE81A-98E1-49C6-B411-D23887480D34}" srcId="{249EDC29-BB52-425C-867C-5FE8D082C90B}" destId="{24C8978F-3147-4807-8E69-FDB88233C8EF}" srcOrd="3" destOrd="0" parTransId="{14C8EAA2-E420-476C-9471-F136A71E81E7}" sibTransId="{EC487B72-84F1-4400-8686-DD872BD14F0C}"/>
    <dgm:cxn modelId="{C0DF1D1C-558E-4007-8DFF-85E78F97476C}" type="presOf" srcId="{3E60105A-F1A9-4C2F-BBB0-AAA45A52CE52}" destId="{9E666310-CAAA-4BAE-83E6-A9C6AEFC9B5A}" srcOrd="1" destOrd="0" presId="urn:microsoft.com/office/officeart/2005/8/layout/orgChart1"/>
    <dgm:cxn modelId="{6204301E-388D-4129-BD84-286804146E2B}" type="presOf" srcId="{612FC252-04A2-46A1-94E5-0F2C84BCECBC}" destId="{EC6174CB-2003-407D-8A0A-9E8FA728C591}" srcOrd="0" destOrd="0" presId="urn:microsoft.com/office/officeart/2005/8/layout/orgChart1"/>
    <dgm:cxn modelId="{F916891E-5AF4-4AF3-900D-DDF80FCF365F}" type="presOf" srcId="{ED2A59BC-FA3A-4DF9-83AE-854755CC2378}" destId="{03CEC2DC-9EE3-4A93-83E5-7A859F8FC6E6}" srcOrd="0" destOrd="0" presId="urn:microsoft.com/office/officeart/2005/8/layout/orgChart1"/>
    <dgm:cxn modelId="{180DA91E-712A-46E1-8807-5351257376BE}" type="presOf" srcId="{6A287659-8123-49B0-A028-9A96B1AF6200}" destId="{99DA5411-44A5-4C60-BE51-413F62ED7F93}" srcOrd="0" destOrd="0" presId="urn:microsoft.com/office/officeart/2005/8/layout/orgChart1"/>
    <dgm:cxn modelId="{21D1F81E-C2CD-4856-A8A5-C8F14FD836D1}" type="presOf" srcId="{2421F7F7-EBC4-4D91-9615-B6B3E67CDCA3}" destId="{2293E389-0AD6-4065-A620-E1E708BE9BEF}" srcOrd="0" destOrd="0" presId="urn:microsoft.com/office/officeart/2005/8/layout/orgChart1"/>
    <dgm:cxn modelId="{D19DED21-6471-42A1-A0E0-5CB91EC1EC4B}" type="presOf" srcId="{46EAFBB8-8968-4F5B-9268-6595FCB43A3D}" destId="{19EF2CCF-4B99-49D1-B871-EA35849F2A9B}" srcOrd="1" destOrd="0" presId="urn:microsoft.com/office/officeart/2005/8/layout/orgChart1"/>
    <dgm:cxn modelId="{50893023-6047-44EB-854D-2C8355999158}" type="presOf" srcId="{3AF02B5B-271F-436C-896E-A5428035D871}" destId="{BA125C46-000D-49B9-8E5B-C857252D16C4}" srcOrd="1" destOrd="0" presId="urn:microsoft.com/office/officeart/2005/8/layout/orgChart1"/>
    <dgm:cxn modelId="{56EA9923-1E01-4DD8-82E8-743C03469122}" srcId="{D6A4CC31-C27C-4B6A-8A00-17858A666191}" destId="{6E0848AC-4162-4407-AE84-A9B466FE2DF9}" srcOrd="3" destOrd="0" parTransId="{53619E22-4EA4-4C98-BCE4-938A08FD326B}" sibTransId="{842B75DF-CFB4-4704-B7F6-24D2BAF16D86}"/>
    <dgm:cxn modelId="{4ACDE824-0785-4A0F-B2FF-6D3A71F7D9F4}" type="presOf" srcId="{D6A4CC31-C27C-4B6A-8A00-17858A666191}" destId="{DAFC2C28-90C9-4B0B-9B77-D6A555C1BE52}" srcOrd="1" destOrd="0" presId="urn:microsoft.com/office/officeart/2005/8/layout/orgChart1"/>
    <dgm:cxn modelId="{C6017927-F4BA-4940-AFC0-955299B60080}" srcId="{DB5E751A-6769-46A1-8605-BA491BF86C25}" destId="{3C1F4E0E-8E83-461E-9257-A49398C173A1}" srcOrd="0" destOrd="0" parTransId="{1A69248C-B211-45DD-AB15-70D8E3C0B342}" sibTransId="{E0DB0E59-87A2-4927-9328-6995E6D1CC29}"/>
    <dgm:cxn modelId="{1018AD28-DD69-46CE-A16C-2C3BFBCB6A58}" type="presOf" srcId="{89F16C77-6631-4B1C-B733-8558BBF96515}" destId="{59090793-A739-47E3-9D82-8D918FAF7B40}" srcOrd="0" destOrd="0" presId="urn:microsoft.com/office/officeart/2005/8/layout/orgChart1"/>
    <dgm:cxn modelId="{8572AB29-EDB6-4B5C-9EE7-A49153CE2426}" srcId="{46EAFBB8-8968-4F5B-9268-6595FCB43A3D}" destId="{770765BB-B67A-467A-A8F6-3AAE01CE6C51}" srcOrd="5" destOrd="0" parTransId="{89F16C77-6631-4B1C-B733-8558BBF96515}" sibTransId="{6FE6316E-88CB-41DB-B6F1-9AE1FF10E687}"/>
    <dgm:cxn modelId="{6A939A2A-AC8C-4C30-837E-568F644F68D9}" type="presOf" srcId="{4D48E472-13DF-4955-B106-698D86DB453F}" destId="{0BC19A02-964F-4654-8B9D-9E127876A1D6}" srcOrd="1" destOrd="0" presId="urn:microsoft.com/office/officeart/2005/8/layout/orgChart1"/>
    <dgm:cxn modelId="{295A1D2C-26A3-4E22-9A67-AC673B70685D}" type="presOf" srcId="{A522D1C5-6D5A-46BF-A4E0-8D56372A96D3}" destId="{0352A2AC-EA8E-4F0B-9AB4-9E1405287DD6}" srcOrd="1" destOrd="0" presId="urn:microsoft.com/office/officeart/2005/8/layout/orgChart1"/>
    <dgm:cxn modelId="{121A512D-EE4F-4706-AB13-839EB1C599EF}" type="presOf" srcId="{A9553531-FA29-428C-A1FE-38E2628119E3}" destId="{CCA923FD-4711-42D1-B6F8-F8401BD30809}" srcOrd="1" destOrd="0" presId="urn:microsoft.com/office/officeart/2005/8/layout/orgChart1"/>
    <dgm:cxn modelId="{DB5C932F-8E86-4156-9563-EBD102F40DE6}" type="presOf" srcId="{A522D1C5-6D5A-46BF-A4E0-8D56372A96D3}" destId="{599EDD1A-1697-4B3C-8B10-18DBAB3BAC18}" srcOrd="0" destOrd="0" presId="urn:microsoft.com/office/officeart/2005/8/layout/orgChart1"/>
    <dgm:cxn modelId="{5D1A0630-E577-41E3-B9E1-D29FC63784F7}" type="presOf" srcId="{59836FF1-ABFA-4556-B999-2E821C59A3C6}" destId="{25C5493D-CB56-4B36-A5FC-F923B42EEF17}" srcOrd="1" destOrd="0" presId="urn:microsoft.com/office/officeart/2005/8/layout/orgChart1"/>
    <dgm:cxn modelId="{48BC0831-EF7F-46CF-9391-2647FDE96C85}" type="presOf" srcId="{6E0848AC-4162-4407-AE84-A9B466FE2DF9}" destId="{B11A7FA0-5312-42C0-92C0-F5E00501C42C}" srcOrd="0" destOrd="0" presId="urn:microsoft.com/office/officeart/2005/8/layout/orgChart1"/>
    <dgm:cxn modelId="{9469BB31-0820-4AF1-8246-1F944DAAEE55}" srcId="{68A4C2DB-4987-4BC8-813E-D7C55EC3F31A}" destId="{81B4939E-5F89-4FCC-AFCA-27814ED8EE53}" srcOrd="0" destOrd="0" parTransId="{24B81980-FE07-4FED-8F3A-34A218ACDF55}" sibTransId="{9D4F1197-66C2-451F-B4BF-AB5005C437A3}"/>
    <dgm:cxn modelId="{9246D031-90A4-4A8A-A1AA-5B33CBF6A0B3}" type="presOf" srcId="{0F30EC7C-95C3-45BC-8BE2-A67E4367DD4A}" destId="{FA89E677-D9BF-442D-B81A-6E495261AB90}" srcOrd="1" destOrd="0" presId="urn:microsoft.com/office/officeart/2005/8/layout/orgChart1"/>
    <dgm:cxn modelId="{BCCEBD32-3CEA-4EC7-80B6-4C9EFBBB6723}" type="presOf" srcId="{DB5E751A-6769-46A1-8605-BA491BF86C25}" destId="{F38683AB-D6BE-4843-B5CC-DF00C77E8FF4}" srcOrd="0" destOrd="0" presId="urn:microsoft.com/office/officeart/2005/8/layout/orgChart1"/>
    <dgm:cxn modelId="{A1162833-2EA9-4EEA-9603-1B780B95F353}" type="presOf" srcId="{48E681FA-07FE-4A62-89D7-240BFB377EC3}" destId="{7A8CF2B5-6C0B-4231-9AD7-C8406CB2F48B}" srcOrd="0" destOrd="0" presId="urn:microsoft.com/office/officeart/2005/8/layout/orgChart1"/>
    <dgm:cxn modelId="{32FACE33-6556-45DB-998E-6F0356F9539F}" srcId="{A522D1C5-6D5A-46BF-A4E0-8D56372A96D3}" destId="{D6A4CC31-C27C-4B6A-8A00-17858A666191}" srcOrd="3" destOrd="0" parTransId="{8CB21066-1038-40BE-AC37-048677780D1F}" sibTransId="{7C46EE96-5654-4AA2-B1C7-38068C18CF1F}"/>
    <dgm:cxn modelId="{4BFE7037-4B74-4809-A34B-79AAF562643A}" type="presOf" srcId="{7A09255F-19C1-45B9-AAEA-E4402E0A5082}" destId="{40B6ED42-1790-4A1A-894B-90B51463B006}" srcOrd="0" destOrd="0" presId="urn:microsoft.com/office/officeart/2005/8/layout/orgChart1"/>
    <dgm:cxn modelId="{2CE0B73A-4568-4573-820C-DF73A2E1D18D}" type="presOf" srcId="{2CE0A90A-02CC-4FAA-9CD7-34CD45CBD598}" destId="{BCE74E42-8561-40C4-B793-A9EEF7231AF2}" srcOrd="0" destOrd="0" presId="urn:microsoft.com/office/officeart/2005/8/layout/orgChart1"/>
    <dgm:cxn modelId="{18A4CD3A-3753-40CC-8CF1-0864A28500ED}" type="presOf" srcId="{F156C8BE-A7E8-42B9-A768-3282BAC4BFFA}" destId="{71E74756-F465-458D-82AB-65CE68D20A18}" srcOrd="1" destOrd="0" presId="urn:microsoft.com/office/officeart/2005/8/layout/orgChart1"/>
    <dgm:cxn modelId="{2D163C3D-3A44-40CB-B13C-B68A1666469B}" type="presOf" srcId="{D54F00CF-56C5-4CAB-8D90-FED02A43B3E8}" destId="{068067FB-A404-468F-B4F4-ECEF827C4837}" srcOrd="1" destOrd="0" presId="urn:microsoft.com/office/officeart/2005/8/layout/orgChart1"/>
    <dgm:cxn modelId="{45615B3E-12FE-4BD7-97EB-B9875FE934B8}" type="presOf" srcId="{C0E95C0D-DA5A-419D-86EC-87D022D44CE4}" destId="{302EAADF-6492-442F-8AD3-426C90E45E20}" srcOrd="1" destOrd="0" presId="urn:microsoft.com/office/officeart/2005/8/layout/orgChart1"/>
    <dgm:cxn modelId="{1AB8A33F-1AEF-4D7D-BF49-36F45BCB9130}" type="presOf" srcId="{CC228A90-9A1B-48A0-AB4D-7DBF3BDA3F12}" destId="{DB440802-7CA1-4009-B415-27B26B8DF310}" srcOrd="1" destOrd="0" presId="urn:microsoft.com/office/officeart/2005/8/layout/orgChart1"/>
    <dgm:cxn modelId="{C9213F5B-D341-419C-9034-6E70DDFA3DF8}" srcId="{A522D1C5-6D5A-46BF-A4E0-8D56372A96D3}" destId="{249EDC29-BB52-425C-867C-5FE8D082C90B}" srcOrd="1" destOrd="0" parTransId="{48E681FA-07FE-4A62-89D7-240BFB377EC3}" sibTransId="{5643D117-E8E6-4ACB-8323-3988CB3A6EF8}"/>
    <dgm:cxn modelId="{9B305B5B-6387-459A-B874-A945AB374A9D}" type="presOf" srcId="{DECD5F9C-5641-495A-87EE-7E5CE056461C}" destId="{4B0BFC77-6077-4724-BA56-3A3964753B37}" srcOrd="1" destOrd="0" presId="urn:microsoft.com/office/officeart/2005/8/layout/orgChart1"/>
    <dgm:cxn modelId="{981B7C5D-820E-43B2-B00E-29CD6C7990C1}" type="presOf" srcId="{53619E22-4EA4-4C98-BCE4-938A08FD326B}" destId="{2C6DC13C-E1FE-449D-AF9B-FE5919E524D5}" srcOrd="0" destOrd="0" presId="urn:microsoft.com/office/officeart/2005/8/layout/orgChart1"/>
    <dgm:cxn modelId="{F3707261-6C13-49D4-A75B-B7F01381767D}" type="presOf" srcId="{1A69248C-B211-45DD-AB15-70D8E3C0B342}" destId="{E66A89C7-436E-4206-8480-5F76BFF56263}" srcOrd="0" destOrd="0" presId="urn:microsoft.com/office/officeart/2005/8/layout/orgChart1"/>
    <dgm:cxn modelId="{64E18941-7963-44D3-949B-AD8FF557F312}" type="presOf" srcId="{46BBBEDB-2FDF-48C6-BAFC-20D24E38E163}" destId="{F41A9FF5-295D-4573-B7F0-FC19F0EDC9BE}" srcOrd="0" destOrd="0" presId="urn:microsoft.com/office/officeart/2005/8/layout/orgChart1"/>
    <dgm:cxn modelId="{1F85B942-8B1D-4ADB-82E6-DDF679FFD81D}" srcId="{46EAFBB8-8968-4F5B-9268-6595FCB43A3D}" destId="{A9553531-FA29-428C-A1FE-38E2628119E3}" srcOrd="1" destOrd="0" parTransId="{702B6FF3-8F79-4F2A-BBCB-F3F91B9F05E2}" sibTransId="{2592F66B-9B4F-447C-B26D-7AF41425794C}"/>
    <dgm:cxn modelId="{6F9A7C45-CA6D-47CF-848B-FC9E790D9FD4}" type="presOf" srcId="{C433EF38-A922-461B-8EA9-F3FDDDF706DA}" destId="{C9F153A3-C284-443A-B1D5-F6F5023692E8}" srcOrd="1" destOrd="0" presId="urn:microsoft.com/office/officeart/2005/8/layout/orgChart1"/>
    <dgm:cxn modelId="{4E13AA66-900F-43C1-B90A-24DAD7BD4AA6}" type="presOf" srcId="{C0E95C0D-DA5A-419D-86EC-87D022D44CE4}" destId="{A578F6EA-7985-4E12-8F12-9726FD3DF005}" srcOrd="0" destOrd="0" presId="urn:microsoft.com/office/officeart/2005/8/layout/orgChart1"/>
    <dgm:cxn modelId="{6EBCCF66-9B17-4977-A928-DDC0F2323FA6}" type="presOf" srcId="{DB5E751A-6769-46A1-8605-BA491BF86C25}" destId="{F703A6CA-294B-4278-91DF-5DE719DBDF9F}" srcOrd="1" destOrd="0" presId="urn:microsoft.com/office/officeart/2005/8/layout/orgChart1"/>
    <dgm:cxn modelId="{C0922E67-725A-44BF-BE7B-4BCC9EA8E512}" type="presOf" srcId="{C4AC7201-4EE7-4577-8D79-E9C5191D446D}" destId="{B27771D5-2DB4-4502-A916-EAB91027BB61}" srcOrd="1" destOrd="0" presId="urn:microsoft.com/office/officeart/2005/8/layout/orgChart1"/>
    <dgm:cxn modelId="{E3DD1148-36DA-44FB-AE66-8BACB8E6041B}" type="presOf" srcId="{702B6FF3-8F79-4F2A-BBCB-F3F91B9F05E2}" destId="{25E6D17E-48AD-4117-BAEF-CDA0B900BFA1}" srcOrd="0" destOrd="0" presId="urn:microsoft.com/office/officeart/2005/8/layout/orgChart1"/>
    <dgm:cxn modelId="{B5B33649-1D84-4639-8CC6-449C45D900C6}" srcId="{46EAFBB8-8968-4F5B-9268-6595FCB43A3D}" destId="{3AF02B5B-271F-436C-896E-A5428035D871}" srcOrd="0" destOrd="0" parTransId="{46BBBEDB-2FDF-48C6-BAFC-20D24E38E163}" sibTransId="{2DD8E471-3FCC-47C7-B68A-249559AF8C7B}"/>
    <dgm:cxn modelId="{55A31F4A-8598-43F4-8C5E-FEEC791D5DD2}" type="presOf" srcId="{0F30EC7C-95C3-45BC-8BE2-A67E4367DD4A}" destId="{967AAE6E-CE51-4BF7-BCE6-48852D4E6AED}" srcOrd="0" destOrd="0" presId="urn:microsoft.com/office/officeart/2005/8/layout/orgChart1"/>
    <dgm:cxn modelId="{B2FABD6B-5711-42BA-AC29-E7EAB69E4166}" srcId="{D6A4CC31-C27C-4B6A-8A00-17858A666191}" destId="{3E60105A-F1A9-4C2F-BBB0-AAA45A52CE52}" srcOrd="0" destOrd="0" parTransId="{152E7D6B-7676-45A4-8603-E2332FCEB486}" sibTransId="{75822A3F-1ECC-4540-ACD9-90473EE2F2BC}"/>
    <dgm:cxn modelId="{D1C5EF6C-F878-47D4-B1C6-2A742F3A233D}" srcId="{46EAFBB8-8968-4F5B-9268-6595FCB43A3D}" destId="{C0E95C0D-DA5A-419D-86EC-87D022D44CE4}" srcOrd="2" destOrd="0" parTransId="{2CE0A90A-02CC-4FAA-9CD7-34CD45CBD598}" sibTransId="{10C75E24-F3D4-4889-90AF-A312E53B15AB}"/>
    <dgm:cxn modelId="{5FB95C6E-93A9-4F01-8A1E-29E2B50B6C7F}" srcId="{A522D1C5-6D5A-46BF-A4E0-8D56372A96D3}" destId="{68A4C2DB-4987-4BC8-813E-D7C55EC3F31A}" srcOrd="0" destOrd="0" parTransId="{7CE6B9EA-23FE-4138-BEE0-69B7FDB6BCD3}" sibTransId="{82B163A0-AA6F-4A28-BD4A-90B6C9B288B1}"/>
    <dgm:cxn modelId="{588A936E-815F-4062-93C0-B38CA3EAB1DC}" srcId="{80E1BB8B-6351-4D94-864F-BFFA650CDD56}" destId="{C4AC7201-4EE7-4577-8D79-E9C5191D446D}" srcOrd="0" destOrd="0" parTransId="{2A692D41-050B-49E2-A2BA-91D889352F5F}" sibTransId="{A09BA52F-2B8D-432F-B692-A99A0E0F63F5}"/>
    <dgm:cxn modelId="{77C7984F-04E9-4568-9920-18ABA8944CDD}" srcId="{249EDC29-BB52-425C-867C-5FE8D082C90B}" destId="{6B0D984B-C843-4417-8144-59B64D0AD10D}" srcOrd="2" destOrd="0" parTransId="{8437F3C5-107B-44CA-81E8-0FF0386E1DD9}" sibTransId="{579C69BC-3F95-4C13-95C2-3A42F34273BE}"/>
    <dgm:cxn modelId="{F6473672-C0FC-426E-A0E8-FE6508057E60}" srcId="{68A4C2DB-4987-4BC8-813E-D7C55EC3F31A}" destId="{1C697308-5ABC-4485-99B7-39EFB2609C2D}" srcOrd="1" destOrd="0" parTransId="{1F2D23E1-3219-4E8E-8F5A-B0A153983C38}" sibTransId="{EF52D144-33F2-432D-AB89-EE2D1792B35E}"/>
    <dgm:cxn modelId="{62505B52-12F9-4BA6-B0BE-3916BD8E3E4C}" srcId="{E1CD9214-24D9-477E-A85E-F6E282086D3D}" destId="{8964D1F5-20CE-4040-AF64-A8B1CBEC3FFB}" srcOrd="2" destOrd="0" parTransId="{29B23004-82B0-48B2-8685-57B7B53A7E45}" sibTransId="{D3C9917E-6442-4402-9840-398F4D18FBB1}"/>
    <dgm:cxn modelId="{6B6AFE72-1732-4599-B79D-88D36463B3F4}" type="presOf" srcId="{6B0D984B-C843-4417-8144-59B64D0AD10D}" destId="{384D9E4A-B565-4C39-B058-D02D6B40B385}" srcOrd="0" destOrd="0" presId="urn:microsoft.com/office/officeart/2005/8/layout/orgChart1"/>
    <dgm:cxn modelId="{2FCC2C54-083A-4839-B4AA-244F789D400C}" type="presOf" srcId="{1B119479-8CDB-4603-BF5C-3B0FFF116E2E}" destId="{A4F242DE-A259-401F-B88C-FC36D1FC25BD}" srcOrd="1" destOrd="0" presId="urn:microsoft.com/office/officeart/2005/8/layout/orgChart1"/>
    <dgm:cxn modelId="{AA373554-D406-4AB6-9108-4FAE90386338}" type="presOf" srcId="{4D48E472-13DF-4955-B106-698D86DB453F}" destId="{9B680467-C0E9-46F8-85BF-C86265C5327B}" srcOrd="0" destOrd="0" presId="urn:microsoft.com/office/officeart/2005/8/layout/orgChart1"/>
    <dgm:cxn modelId="{B62F4355-2032-4B85-A950-1CAC35B897CE}" type="presOf" srcId="{8964D1F5-20CE-4040-AF64-A8B1CBEC3FFB}" destId="{F2E24B64-F891-437E-A6B7-678283F9ABCC}" srcOrd="0" destOrd="0" presId="urn:microsoft.com/office/officeart/2005/8/layout/orgChart1"/>
    <dgm:cxn modelId="{84C1E575-DAA2-4046-A6AF-1216941317A1}" srcId="{D6A4CC31-C27C-4B6A-8A00-17858A666191}" destId="{4D48E472-13DF-4955-B106-698D86DB453F}" srcOrd="1" destOrd="0" parTransId="{D5C8B790-17E8-41CA-9168-9E411DEBF558}" sibTransId="{28A7B395-5143-4F81-A401-9F019CDFA8B6}"/>
    <dgm:cxn modelId="{BE40D577-16A0-4D1F-BCEC-91FE54833BC6}" type="presOf" srcId="{59836FF1-ABFA-4556-B999-2E821C59A3C6}" destId="{CC1AB1AB-6284-450D-9EEE-AE98F6EB43CB}" srcOrd="0" destOrd="0" presId="urn:microsoft.com/office/officeart/2005/8/layout/orgChart1"/>
    <dgm:cxn modelId="{AD8CED57-DA7D-4F52-B949-7387D2159AFE}" type="presOf" srcId="{6B0D984B-C843-4417-8144-59B64D0AD10D}" destId="{57B45B31-5787-4EC1-B0CE-5C97571BBA3E}" srcOrd="1" destOrd="0" presId="urn:microsoft.com/office/officeart/2005/8/layout/orgChart1"/>
    <dgm:cxn modelId="{C3213578-E87E-4CD4-A0F1-CDE057ADBDEA}" type="presOf" srcId="{E61DEB88-9DCA-4881-AB6A-00176638F349}" destId="{3F3236EC-3E04-4AAE-99FD-50485610F5EA}" srcOrd="0" destOrd="0" presId="urn:microsoft.com/office/officeart/2005/8/layout/orgChart1"/>
    <dgm:cxn modelId="{DC6A9B7A-8CB6-4CBA-8384-ACA4394A34B3}" srcId="{249EDC29-BB52-425C-867C-5FE8D082C90B}" destId="{59836FF1-ABFA-4556-B999-2E821C59A3C6}" srcOrd="0" destOrd="0" parTransId="{FBDB0D8B-D91E-4684-9E10-E3026C58105C}" sibTransId="{46B4A35B-0D81-42D2-9E34-F0883DFE50E1}"/>
    <dgm:cxn modelId="{0C88B55A-86ED-4882-BC50-8FFF13C379FE}" type="presOf" srcId="{1F2D23E1-3219-4E8E-8F5A-B0A153983C38}" destId="{068D8C67-99D1-4B8C-9DA0-A9393C5FB398}" srcOrd="0" destOrd="0" presId="urn:microsoft.com/office/officeart/2005/8/layout/orgChart1"/>
    <dgm:cxn modelId="{BC72AD7B-ADD6-4526-8E49-1915632CB3BA}" type="presOf" srcId="{8CB21066-1038-40BE-AC37-048677780D1F}" destId="{17186930-4813-4F49-918C-F74B126B4F09}" srcOrd="0" destOrd="0" presId="urn:microsoft.com/office/officeart/2005/8/layout/orgChart1"/>
    <dgm:cxn modelId="{0378E07D-9C34-4B41-B885-384015763052}" type="presOf" srcId="{770765BB-B67A-467A-A8F6-3AAE01CE6C51}" destId="{A3B2178E-DA0B-4383-B851-C74D7581A0FF}" srcOrd="1" destOrd="0" presId="urn:microsoft.com/office/officeart/2005/8/layout/orgChart1"/>
    <dgm:cxn modelId="{0D708B80-C871-4585-B80A-61B79E23FEFC}" type="presOf" srcId="{81B4939E-5F89-4FCC-AFCA-27814ED8EE53}" destId="{6BC362DF-9359-41F1-B886-6D059CEAE4ED}" srcOrd="0" destOrd="0" presId="urn:microsoft.com/office/officeart/2005/8/layout/orgChart1"/>
    <dgm:cxn modelId="{66896D81-79D1-4E3A-AC9E-D29AE9A12A10}" type="presOf" srcId="{68A4C2DB-4987-4BC8-813E-D7C55EC3F31A}" destId="{28780A02-DB87-42C7-ABA1-C598898A0B5D}" srcOrd="0" destOrd="0" presId="urn:microsoft.com/office/officeart/2005/8/layout/orgChart1"/>
    <dgm:cxn modelId="{82C3AE82-50FD-4F2D-AD93-C8C110554A20}" srcId="{A522D1C5-6D5A-46BF-A4E0-8D56372A96D3}" destId="{80E1BB8B-6351-4D94-864F-BFFA650CDD56}" srcOrd="6" destOrd="0" parTransId="{B6E31181-05E0-4ACD-AFBE-C4342F824965}" sibTransId="{50F57061-846C-4EC6-86E0-FF36282885F2}"/>
    <dgm:cxn modelId="{545C5384-A167-459E-B88A-03227239CC8D}" type="presOf" srcId="{24C8978F-3147-4807-8E69-FDB88233C8EF}" destId="{43424DC3-37B7-4517-B2BC-D40ACA423EE4}" srcOrd="1" destOrd="0" presId="urn:microsoft.com/office/officeart/2005/8/layout/orgChart1"/>
    <dgm:cxn modelId="{7C974986-8051-43A8-9689-0696C198E1E4}" srcId="{A522D1C5-6D5A-46BF-A4E0-8D56372A96D3}" destId="{DB5E751A-6769-46A1-8605-BA491BF86C25}" srcOrd="5" destOrd="0" parTransId="{C266D3F6-BDCF-43E0-819C-36F1D73C2ED9}" sibTransId="{CE2D6DF9-C7C0-47B2-A07A-8EAB16B7968F}"/>
    <dgm:cxn modelId="{BF723987-391C-41D1-851B-928253E520F8}" type="presOf" srcId="{80E1BB8B-6351-4D94-864F-BFFA650CDD56}" destId="{C34AB1D3-B447-4FCE-812E-772D5A997A1A}" srcOrd="0" destOrd="0" presId="urn:microsoft.com/office/officeart/2005/8/layout/orgChart1"/>
    <dgm:cxn modelId="{86C41088-61D0-4FB4-AD1A-EF2173C2CD4D}" srcId="{46EAFBB8-8968-4F5B-9268-6595FCB43A3D}" destId="{CC228A90-9A1B-48A0-AB4D-7DBF3BDA3F12}" srcOrd="3" destOrd="0" parTransId="{91055FFB-61A8-4916-87B2-6CF4FF88EFAA}" sibTransId="{B328484B-D3A8-4980-A51E-1A7320F358EC}"/>
    <dgm:cxn modelId="{74961188-CE36-4420-9432-BDC0EE12260C}" type="presOf" srcId="{78ACBEB5-6047-4518-AABF-F301E001E092}" destId="{AACCCCA8-030F-4D93-A364-83212B7739A2}" srcOrd="0" destOrd="0" presId="urn:microsoft.com/office/officeart/2005/8/layout/orgChart1"/>
    <dgm:cxn modelId="{AABF218B-BC8B-450D-8391-BAE8809098E7}" type="presOf" srcId="{C4AC7201-4EE7-4577-8D79-E9C5191D446D}" destId="{0C99DC84-E8E6-4354-92E5-87B405956B04}" srcOrd="0" destOrd="0" presId="urn:microsoft.com/office/officeart/2005/8/layout/orgChart1"/>
    <dgm:cxn modelId="{5827B38B-49B8-4AB3-B6F3-50F89279CEE8}" type="presOf" srcId="{29B23004-82B0-48B2-8685-57B7B53A7E45}" destId="{2985B5E5-2329-4A1B-BC92-5519E3EB6EA6}" srcOrd="0" destOrd="0" presId="urn:microsoft.com/office/officeart/2005/8/layout/orgChart1"/>
    <dgm:cxn modelId="{06B3D68D-8D0B-4DEE-BABA-C0405F6EE410}" type="presOf" srcId="{CC228A90-9A1B-48A0-AB4D-7DBF3BDA3F12}" destId="{7F2EF2A2-6B9D-4F4F-8667-978105B513F5}" srcOrd="0" destOrd="0" presId="urn:microsoft.com/office/officeart/2005/8/layout/orgChart1"/>
    <dgm:cxn modelId="{7AA7C391-717F-4966-A2C2-2F260D408739}" type="presOf" srcId="{89E1646B-53C6-49B4-8DF9-7370BF7C7D30}" destId="{D52215FD-D5A7-4B6A-9E90-DF06C263780E}" srcOrd="0" destOrd="0" presId="urn:microsoft.com/office/officeart/2005/8/layout/orgChart1"/>
    <dgm:cxn modelId="{16BA6194-D5DC-47DD-AB5B-7AA7600E9B26}" type="presOf" srcId="{3C1F4E0E-8E83-461E-9257-A49398C173A1}" destId="{2136905F-BEA8-4530-983D-E4EB15D51EF1}" srcOrd="1" destOrd="0" presId="urn:microsoft.com/office/officeart/2005/8/layout/orgChart1"/>
    <dgm:cxn modelId="{423CE698-22B2-4A99-BEFD-377139253CED}" type="presOf" srcId="{C6DDD99F-7181-41E5-9F37-B696FF34B402}" destId="{AA3CDEF6-5C1F-43F2-B711-7FC235A8EB03}" srcOrd="0" destOrd="0" presId="urn:microsoft.com/office/officeart/2005/8/layout/orgChart1"/>
    <dgm:cxn modelId="{206EA59B-ADFF-4A6B-B829-3E89EF9B69F2}" type="presOf" srcId="{C433EF38-A922-461B-8EA9-F3FDDDF706DA}" destId="{F6F8CAC3-765D-4EDA-8F74-F7FE81C83CE5}" srcOrd="0" destOrd="0" presId="urn:microsoft.com/office/officeart/2005/8/layout/orgChart1"/>
    <dgm:cxn modelId="{FABF069E-A7EE-473D-B234-B0AA449A31E0}" type="presOf" srcId="{6FCAB933-CED0-4164-8773-8EA69692B2A1}" destId="{854FD566-8017-4E4F-91FC-B053D33B58EF}" srcOrd="1" destOrd="0" presId="urn:microsoft.com/office/officeart/2005/8/layout/orgChart1"/>
    <dgm:cxn modelId="{6ED8C49E-0125-4606-9831-C72AD7C97D37}" type="presOf" srcId="{1F355C50-D4E3-4972-B8B9-CE96BABAB98E}" destId="{5F916BE9-D21A-4F34-B129-013B21AEA50E}" srcOrd="0" destOrd="0" presId="urn:microsoft.com/office/officeart/2005/8/layout/orgChart1"/>
    <dgm:cxn modelId="{DD3103A3-F86A-47D8-867A-21C5A14A7C66}" type="presOf" srcId="{249EDC29-BB52-425C-867C-5FE8D082C90B}" destId="{5645DD0E-B2FA-4B3E-BDA8-3419765E5C27}" srcOrd="0" destOrd="0" presId="urn:microsoft.com/office/officeart/2005/8/layout/orgChart1"/>
    <dgm:cxn modelId="{72E02AA3-569B-4765-814D-72946537BCCE}" srcId="{68A4C2DB-4987-4BC8-813E-D7C55EC3F31A}" destId="{C1725CBF-078C-43A8-ABDD-3C764192F1AF}" srcOrd="3" destOrd="0" parTransId="{E61DEB88-9DCA-4881-AB6A-00176638F349}" sibTransId="{3781BE88-1820-4C07-80AD-3ABA26307A23}"/>
    <dgm:cxn modelId="{72CFA2A3-83D5-4600-BFCE-4EB39EB499E1}" srcId="{68A4C2DB-4987-4BC8-813E-D7C55EC3F31A}" destId="{6FCAB933-CED0-4164-8773-8EA69692B2A1}" srcOrd="5" destOrd="0" parTransId="{DD4E93A9-FEC3-4C10-8E50-2B3000053B6E}" sibTransId="{0DFDC87A-DCF4-4549-9591-F7A2511902B0}"/>
    <dgm:cxn modelId="{84F9F2A5-5A4B-4AB4-A2EF-1B5B6BC31D84}" type="presOf" srcId="{89E1646B-53C6-49B4-8DF9-7370BF7C7D30}" destId="{012A8F3D-1808-48A3-A879-46ACAB373730}" srcOrd="1" destOrd="0" presId="urn:microsoft.com/office/officeart/2005/8/layout/orgChart1"/>
    <dgm:cxn modelId="{C51C9DA6-BE6A-4FAB-AEA9-D2D4D6645A04}" srcId="{68A4C2DB-4987-4BC8-813E-D7C55EC3F31A}" destId="{1B119479-8CDB-4603-BF5C-3B0FFF116E2E}" srcOrd="6" destOrd="0" parTransId="{9E9379CE-409F-491E-AAD6-AF20BD75C536}" sibTransId="{0C5137A1-AD7C-45B5-AAD8-6A3E4583F0E7}"/>
    <dgm:cxn modelId="{8A8B0FA8-66ED-4B74-B5D3-C082DFF4F879}" srcId="{A522D1C5-6D5A-46BF-A4E0-8D56372A96D3}" destId="{46EAFBB8-8968-4F5B-9268-6595FCB43A3D}" srcOrd="4" destOrd="0" parTransId="{8B88C9C3-C26B-4ED7-98A4-E6C97D50E974}" sibTransId="{BA7CF49B-4677-4303-82BA-012CC3AD55B9}"/>
    <dgm:cxn modelId="{1EE443A9-D120-4BA9-8A16-2045F074F60C}" type="presOf" srcId="{91055FFB-61A8-4916-87B2-6CF4FF88EFAA}" destId="{66A67EFC-0531-4719-AC46-95D4E0F82F9F}" srcOrd="0" destOrd="0" presId="urn:microsoft.com/office/officeart/2005/8/layout/orgChart1"/>
    <dgm:cxn modelId="{895D9FA9-6D85-4FF0-92D5-930BDE723953}" type="presOf" srcId="{D6A4CC31-C27C-4B6A-8A00-17858A666191}" destId="{6A12A5B5-3EDB-445B-A25E-DB0853592791}" srcOrd="0" destOrd="0" presId="urn:microsoft.com/office/officeart/2005/8/layout/orgChart1"/>
    <dgm:cxn modelId="{9ADD1CAB-FB61-4CE7-837E-0636AD1E6A44}" type="presOf" srcId="{249EDC29-BB52-425C-867C-5FE8D082C90B}" destId="{9A731862-EAE9-4E34-8B8B-46585354C1EA}" srcOrd="1" destOrd="0" presId="urn:microsoft.com/office/officeart/2005/8/layout/orgChart1"/>
    <dgm:cxn modelId="{59C9F2AB-43F5-43C6-9EEF-88FBF563DA4D}" srcId="{7A09255F-19C1-45B9-AAEA-E4402E0A5082}" destId="{A522D1C5-6D5A-46BF-A4E0-8D56372A96D3}" srcOrd="0" destOrd="0" parTransId="{E79D4AB1-BB62-4CC8-8F35-96A543AB8259}" sibTransId="{C51E71B6-82A0-4FEA-B6C2-655FD6119033}"/>
    <dgm:cxn modelId="{C9E9A2B0-A18C-48D2-BF40-32F5C90517CB}" type="presOf" srcId="{770765BB-B67A-467A-A8F6-3AAE01CE6C51}" destId="{DADE5F4E-05DF-4612-ABD5-890A9CCBC50D}" srcOrd="0" destOrd="0" presId="urn:microsoft.com/office/officeart/2005/8/layout/orgChart1"/>
    <dgm:cxn modelId="{41E5A3B1-82A3-4B90-9B2D-41731B571632}" type="presOf" srcId="{14C8EAA2-E420-476C-9471-F136A71E81E7}" destId="{C9E84582-FE31-4272-B8B7-5700BF5A3980}" srcOrd="0" destOrd="0" presId="urn:microsoft.com/office/officeart/2005/8/layout/orgChart1"/>
    <dgm:cxn modelId="{955896B7-DF9F-4ACB-91F9-BDB5B2D7AAED}" type="presOf" srcId="{A9553531-FA29-428C-A1FE-38E2628119E3}" destId="{D1450371-07AF-436E-BE85-66DC745D29ED}" srcOrd="0" destOrd="0" presId="urn:microsoft.com/office/officeart/2005/8/layout/orgChart1"/>
    <dgm:cxn modelId="{843D11B8-E2FE-403B-8FB7-2CFDD17BC232}" type="presOf" srcId="{96ACBB9E-B762-4757-9A8B-78C396599F31}" destId="{19674FFA-598B-4110-9309-231A06B5C9B6}" srcOrd="0" destOrd="0" presId="urn:microsoft.com/office/officeart/2005/8/layout/orgChart1"/>
    <dgm:cxn modelId="{FF2AFEB8-B777-4AF6-95CC-783C223F182E}" type="presOf" srcId="{C1725CBF-078C-43A8-ABDD-3C764192F1AF}" destId="{EF8C9168-9CBB-4442-B56E-7589DC198831}" srcOrd="1" destOrd="0" presId="urn:microsoft.com/office/officeart/2005/8/layout/orgChart1"/>
    <dgm:cxn modelId="{E9DC58BE-97B8-4742-A809-8ECC031644C1}" srcId="{E1CD9214-24D9-477E-A85E-F6E282086D3D}" destId="{0F30EC7C-95C3-45BC-8BE2-A67E4367DD4A}" srcOrd="0" destOrd="0" parTransId="{ED2A59BC-FA3A-4DF9-83AE-854755CC2378}" sibTransId="{FDF09A47-5245-45CB-A00A-D448DA0E3A1D}"/>
    <dgm:cxn modelId="{BD8BFBC0-7767-407E-ABB4-3B38BC36892A}" type="presOf" srcId="{DD4E93A9-FEC3-4C10-8E50-2B3000053B6E}" destId="{1DA92E18-4B34-452E-85D5-8D2BE7E46FC0}" srcOrd="0" destOrd="0" presId="urn:microsoft.com/office/officeart/2005/8/layout/orgChart1"/>
    <dgm:cxn modelId="{EEC561C1-4603-4FB6-A152-7A765C1CAEB5}" type="presOf" srcId="{24B81980-FE07-4FED-8F3A-34A218ACDF55}" destId="{B47965B9-2A55-465F-BF93-106D64E4648B}" srcOrd="0" destOrd="0" presId="urn:microsoft.com/office/officeart/2005/8/layout/orgChart1"/>
    <dgm:cxn modelId="{78CC8CC2-6C62-40E8-A72F-412153A391AA}" type="presOf" srcId="{DECD5F9C-5641-495A-87EE-7E5CE056461C}" destId="{F610D7D4-8FF9-45BE-B14C-D41F8B0E04F7}" srcOrd="0" destOrd="0" presId="urn:microsoft.com/office/officeart/2005/8/layout/orgChart1"/>
    <dgm:cxn modelId="{84FAC9C2-0560-43FE-82FD-D6A13492B1E9}" type="presOf" srcId="{D5C8B790-17E8-41CA-9168-9E411DEBF558}" destId="{A1520C99-76B5-400C-9C48-93A8F0F44E0A}" srcOrd="0" destOrd="0" presId="urn:microsoft.com/office/officeart/2005/8/layout/orgChart1"/>
    <dgm:cxn modelId="{245042C3-0A08-4A5B-A4BF-41ADF8881C7A}" srcId="{E1CD9214-24D9-477E-A85E-F6E282086D3D}" destId="{138BE49B-59FE-4C05-8E57-AD99B99D3540}" srcOrd="3" destOrd="0" parTransId="{612FC252-04A2-46A1-94E5-0F2C84BCECBC}" sibTransId="{21246E40-8807-4CAF-BF18-3E0F3EF06A11}"/>
    <dgm:cxn modelId="{79ADF6C3-BD5D-4C16-9E9A-15DCAE34461F}" srcId="{68A4C2DB-4987-4BC8-813E-D7C55EC3F31A}" destId="{D54F00CF-56C5-4CAB-8D90-FED02A43B3E8}" srcOrd="4" destOrd="0" parTransId="{C6DDD99F-7181-41E5-9F37-B696FF34B402}" sibTransId="{3A95E192-365C-404D-9D88-F9BBAB6D30F2}"/>
    <dgm:cxn modelId="{20071CC4-23F0-47E3-BA5F-74B4CDDF88CC}" type="presOf" srcId="{2421F7F7-EBC4-4D91-9615-B6B3E67CDCA3}" destId="{DB6C25AE-60A8-49D9-AEDC-8B4AE7F0F896}" srcOrd="1" destOrd="0" presId="urn:microsoft.com/office/officeart/2005/8/layout/orgChart1"/>
    <dgm:cxn modelId="{BCE712C5-7443-4203-AB63-FBDB1B6C8475}" type="presOf" srcId="{3E60105A-F1A9-4C2F-BBB0-AAA45A52CE52}" destId="{1F2668A0-208F-49F3-8DCD-3D32E5D15A27}" srcOrd="0" destOrd="0" presId="urn:microsoft.com/office/officeart/2005/8/layout/orgChart1"/>
    <dgm:cxn modelId="{CBA959C5-AEBD-4AC8-84E9-162EB7FC9503}" type="presOf" srcId="{8B88C9C3-C26B-4ED7-98A4-E6C97D50E974}" destId="{F5F56CCD-D269-4B6D-B880-B0B1F735F903}" srcOrd="0" destOrd="0" presId="urn:microsoft.com/office/officeart/2005/8/layout/orgChart1"/>
    <dgm:cxn modelId="{6C1F7BC6-B28B-4F1C-BC90-252326FD712F}" type="presOf" srcId="{24C8978F-3147-4807-8E69-FDB88233C8EF}" destId="{8B588BBB-E0F4-4023-A4C5-F4E3D68CF495}" srcOrd="0" destOrd="0" presId="urn:microsoft.com/office/officeart/2005/8/layout/orgChart1"/>
    <dgm:cxn modelId="{D60F23CA-9764-408E-8C84-3FFBE3E46BC8}" type="presOf" srcId="{46EAFBB8-8968-4F5B-9268-6595FCB43A3D}" destId="{0CDA2B0E-7B71-427B-8E3F-BA0C794D57B2}" srcOrd="0" destOrd="0" presId="urn:microsoft.com/office/officeart/2005/8/layout/orgChart1"/>
    <dgm:cxn modelId="{372428CF-2195-472C-9E5B-35F8EA04453D}" type="presOf" srcId="{152E7D6B-7676-45A4-8603-E2332FCEB486}" destId="{CA306FFE-4585-4EF6-9E22-E1AD6F997231}" srcOrd="0" destOrd="0" presId="urn:microsoft.com/office/officeart/2005/8/layout/orgChart1"/>
    <dgm:cxn modelId="{77F55CCF-361E-45FF-961F-9AFEAE55133F}" type="presOf" srcId="{D54F00CF-56C5-4CAB-8D90-FED02A43B3E8}" destId="{3F6F8E70-27D8-4EDD-98C9-C1BD8A004220}" srcOrd="0" destOrd="0" presId="urn:microsoft.com/office/officeart/2005/8/layout/orgChart1"/>
    <dgm:cxn modelId="{52C364D0-D27A-4F89-A435-B8226CDDFD47}" type="presOf" srcId="{3AF02B5B-271F-436C-896E-A5428035D871}" destId="{11625801-5AA8-43BD-8A97-421B0B990FBD}" srcOrd="0" destOrd="0" presId="urn:microsoft.com/office/officeart/2005/8/layout/orgChart1"/>
    <dgm:cxn modelId="{1500D1D0-81D1-4905-9E4F-1ED3E0A18F56}" type="presOf" srcId="{E1CD9214-24D9-477E-A85E-F6E282086D3D}" destId="{4D0B3E72-9EDA-413C-A700-4ABC1C78F78C}" srcOrd="0" destOrd="0" presId="urn:microsoft.com/office/officeart/2005/8/layout/orgChart1"/>
    <dgm:cxn modelId="{E1FBB6D2-0AE2-4F0E-9C82-680A8E8F4142}" type="presOf" srcId="{6FCAB933-CED0-4164-8773-8EA69692B2A1}" destId="{4E9BCD1A-8380-4AFA-A805-28CF6DB89633}" srcOrd="0" destOrd="0" presId="urn:microsoft.com/office/officeart/2005/8/layout/orgChart1"/>
    <dgm:cxn modelId="{89696CD3-94DD-4923-A3E5-6861DFC22177}" type="presOf" srcId="{1C697308-5ABC-4485-99B7-39EFB2609C2D}" destId="{6B006E3B-1FAA-4FC3-B039-DA247694EBB1}" srcOrd="1" destOrd="0" presId="urn:microsoft.com/office/officeart/2005/8/layout/orgChart1"/>
    <dgm:cxn modelId="{82B500D4-0B54-4006-8DBC-C55793A8E8B5}" type="presOf" srcId="{8964D1F5-20CE-4040-AF64-A8B1CBEC3FFB}" destId="{124C0DEC-14D4-42E4-A5E4-EF03CDDF21B0}" srcOrd="1" destOrd="0" presId="urn:microsoft.com/office/officeart/2005/8/layout/orgChart1"/>
    <dgm:cxn modelId="{07B436D4-FC76-48A4-907E-A54057B46651}" type="presOf" srcId="{D5E6276C-29A4-44C7-8E5D-82A85B0BA0D5}" destId="{1BA76D60-CFC5-4C68-A874-C4B90B9968BE}" srcOrd="0" destOrd="0" presId="urn:microsoft.com/office/officeart/2005/8/layout/orgChart1"/>
    <dgm:cxn modelId="{26EF8FD5-BC2F-4C13-9E1D-E446D5FE1D2D}" type="presOf" srcId="{E1CD9214-24D9-477E-A85E-F6E282086D3D}" destId="{F73B4785-8518-47EA-9D13-335268760698}" srcOrd="1" destOrd="0" presId="urn:microsoft.com/office/officeart/2005/8/layout/orgChart1"/>
    <dgm:cxn modelId="{636343D7-F5C1-411E-A304-331A5F3AC8C7}" srcId="{46EAFBB8-8968-4F5B-9268-6595FCB43A3D}" destId="{2421F7F7-EBC4-4D91-9615-B6B3E67CDCA3}" srcOrd="4" destOrd="0" parTransId="{96ACBB9E-B762-4757-9A8B-78C396599F31}" sibTransId="{4BC312E8-5041-47B4-916D-96A90CE01BF1}"/>
    <dgm:cxn modelId="{543CB2D9-FF78-479B-A57A-C4A0D5766BC5}" type="presOf" srcId="{B6E31181-05E0-4ACD-AFBE-C4342F824965}" destId="{3798E57F-4567-4DA1-B320-A42C7568EE29}" srcOrd="0" destOrd="0" presId="urn:microsoft.com/office/officeart/2005/8/layout/orgChart1"/>
    <dgm:cxn modelId="{08764BE0-CE11-4AB6-A7E5-D48377B5948A}" type="presOf" srcId="{0C14989D-A066-4628-B46A-0B6708835ACF}" destId="{8EE4F50A-F0B5-46B2-B0CC-72DBAA024E0A}" srcOrd="0" destOrd="0" presId="urn:microsoft.com/office/officeart/2005/8/layout/orgChart1"/>
    <dgm:cxn modelId="{23E2F3E0-D208-450D-9B36-AD9769C57020}" type="presOf" srcId="{6E0848AC-4162-4407-AE84-A9B466FE2DF9}" destId="{DB78756E-E05F-4089-B383-6A717D48F678}" srcOrd="1" destOrd="0" presId="urn:microsoft.com/office/officeart/2005/8/layout/orgChart1"/>
    <dgm:cxn modelId="{C6545CE1-88D8-42ED-A1C9-BBF1A022D5C8}" srcId="{68A4C2DB-4987-4BC8-813E-D7C55EC3F31A}" destId="{89E1646B-53C6-49B4-8DF9-7370BF7C7D30}" srcOrd="2" destOrd="0" parTransId="{93D0194B-6BF3-4400-BCAC-F0719933B413}" sibTransId="{22506586-7AB3-435F-A6A0-C168ACE09516}"/>
    <dgm:cxn modelId="{6226C3E3-1AE6-451A-BFFA-48AEC024971A}" type="presOf" srcId="{FBDB0D8B-D91E-4684-9E10-E3026C58105C}" destId="{D6BD678D-DD07-4777-9442-C49BD8C62D01}" srcOrd="0" destOrd="0" presId="urn:microsoft.com/office/officeart/2005/8/layout/orgChart1"/>
    <dgm:cxn modelId="{A77AFCE5-7A40-4FCE-A603-568927EA0631}" type="presOf" srcId="{80E1BB8B-6351-4D94-864F-BFFA650CDD56}" destId="{462B114D-BB07-4870-A2BE-48C5DF765921}" srcOrd="1" destOrd="0" presId="urn:microsoft.com/office/officeart/2005/8/layout/orgChart1"/>
    <dgm:cxn modelId="{0BDD3DE6-3A7F-4E49-8C9A-B704C29C1CA4}" type="presOf" srcId="{C1725CBF-078C-43A8-ABDD-3C764192F1AF}" destId="{46928D8A-4594-4B34-9DC8-2E2C84203481}" srcOrd="0" destOrd="0" presId="urn:microsoft.com/office/officeart/2005/8/layout/orgChart1"/>
    <dgm:cxn modelId="{C6A6B1E6-D054-43E3-8778-5BDA22CA57E7}" type="presOf" srcId="{9E9379CE-409F-491E-AAD6-AF20BD75C536}" destId="{26907129-8618-4090-97A6-587F434417E1}" srcOrd="0" destOrd="0" presId="urn:microsoft.com/office/officeart/2005/8/layout/orgChart1"/>
    <dgm:cxn modelId="{6367F4E6-47F6-47B2-9D49-7B7274DD8373}" srcId="{249EDC29-BB52-425C-867C-5FE8D082C90B}" destId="{6A287659-8123-49B0-A028-9A96B1AF6200}" srcOrd="1" destOrd="0" parTransId="{D5E6276C-29A4-44C7-8E5D-82A85B0BA0D5}" sibTransId="{1FC802B2-11E4-4B17-BD0B-E046ABE871CD}"/>
    <dgm:cxn modelId="{D9FD7DEB-2212-4174-9F20-B07E5D08AA90}" srcId="{DB5E751A-6769-46A1-8605-BA491BF86C25}" destId="{F156C8BE-A7E8-42B9-A768-3282BAC4BFFA}" srcOrd="1" destOrd="0" parTransId="{78ACBEB5-6047-4518-AABF-F301E001E092}" sibTransId="{11D01E25-C431-4530-AC44-3695E9BEC526}"/>
    <dgm:cxn modelId="{7A61FEF3-C8AB-42D4-B474-48276FDAA77F}" type="presOf" srcId="{1C697308-5ABC-4485-99B7-39EFB2609C2D}" destId="{FAC28BB5-A268-4475-AE8D-79D8E6544025}" srcOrd="0" destOrd="0" presId="urn:microsoft.com/office/officeart/2005/8/layout/orgChart1"/>
    <dgm:cxn modelId="{6BDF76F6-0011-4B84-9C86-9B7FDA2A9939}" type="presOf" srcId="{2A692D41-050B-49E2-A2BA-91D889352F5F}" destId="{1ED97478-9B60-4126-A3D3-2C34B6310EB2}" srcOrd="0" destOrd="0" presId="urn:microsoft.com/office/officeart/2005/8/layout/orgChart1"/>
    <dgm:cxn modelId="{6D5B4EF7-1E08-451D-B667-DD9F92E0A63F}" srcId="{D6A4CC31-C27C-4B6A-8A00-17858A666191}" destId="{C433EF38-A922-461B-8EA9-F3FDDDF706DA}" srcOrd="2" destOrd="0" parTransId="{8BB81A4F-0DCE-4052-B7C9-7D3ED6829F7B}" sibTransId="{766D6D52-4496-47EE-ABEE-B6CCD866C475}"/>
    <dgm:cxn modelId="{5F078AFE-65BA-4063-A877-27994DFA6A5B}" type="presOf" srcId="{93D0194B-6BF3-4400-BCAC-F0719933B413}" destId="{162FB3D0-20FA-4A10-96B4-959675B75221}" srcOrd="0" destOrd="0" presId="urn:microsoft.com/office/officeart/2005/8/layout/orgChart1"/>
    <dgm:cxn modelId="{60CFF1FF-FC89-48EC-A672-95B8EB33C3D0}" type="presOf" srcId="{8BB81A4F-0DCE-4052-B7C9-7D3ED6829F7B}" destId="{9A9CDA24-D13F-482A-9472-283B31417F52}" srcOrd="0" destOrd="0" presId="urn:microsoft.com/office/officeart/2005/8/layout/orgChart1"/>
    <dgm:cxn modelId="{C55D6D9A-19F4-441A-8011-ECF99C2C4931}" type="presParOf" srcId="{40B6ED42-1790-4A1A-894B-90B51463B006}" destId="{18514FDF-93B2-4EFE-872F-2A616252B183}" srcOrd="0" destOrd="0" presId="urn:microsoft.com/office/officeart/2005/8/layout/orgChart1"/>
    <dgm:cxn modelId="{71471C5E-41B4-4B5F-A02C-8DFD1DF44F2D}" type="presParOf" srcId="{18514FDF-93B2-4EFE-872F-2A616252B183}" destId="{ECFDDF69-0D6F-4BAE-BD29-718DC43BAB61}" srcOrd="0" destOrd="0" presId="urn:microsoft.com/office/officeart/2005/8/layout/orgChart1"/>
    <dgm:cxn modelId="{E1E4B6F1-866F-4705-89E5-4ACED9D7BEB6}" type="presParOf" srcId="{ECFDDF69-0D6F-4BAE-BD29-718DC43BAB61}" destId="{599EDD1A-1697-4B3C-8B10-18DBAB3BAC18}" srcOrd="0" destOrd="0" presId="urn:microsoft.com/office/officeart/2005/8/layout/orgChart1"/>
    <dgm:cxn modelId="{0F72D749-6752-4C41-91AA-523021692D47}" type="presParOf" srcId="{ECFDDF69-0D6F-4BAE-BD29-718DC43BAB61}" destId="{0352A2AC-EA8E-4F0B-9AB4-9E1405287DD6}" srcOrd="1" destOrd="0" presId="urn:microsoft.com/office/officeart/2005/8/layout/orgChart1"/>
    <dgm:cxn modelId="{4BDE6957-BA99-4DA8-9D75-3F007C8F7032}" type="presParOf" srcId="{18514FDF-93B2-4EFE-872F-2A616252B183}" destId="{F1B95512-7AF4-42B8-9AF6-4866485D2BE3}" srcOrd="1" destOrd="0" presId="urn:microsoft.com/office/officeart/2005/8/layout/orgChart1"/>
    <dgm:cxn modelId="{A5C0F468-EFC6-493C-8D8A-92AF546CD544}" type="presParOf" srcId="{F1B95512-7AF4-42B8-9AF6-4866485D2BE3}" destId="{0270941F-1DEA-45A7-B132-A05521F25E9C}" srcOrd="0" destOrd="0" presId="urn:microsoft.com/office/officeart/2005/8/layout/orgChart1"/>
    <dgm:cxn modelId="{01D828FA-3E55-467F-BA8E-835F2A6F3127}" type="presParOf" srcId="{F1B95512-7AF4-42B8-9AF6-4866485D2BE3}" destId="{1D947AA7-1DE7-4003-B7EF-7F5A92F650C4}" srcOrd="1" destOrd="0" presId="urn:microsoft.com/office/officeart/2005/8/layout/orgChart1"/>
    <dgm:cxn modelId="{99BAAEAA-E081-422A-A94F-B32F40DE12A2}" type="presParOf" srcId="{1D947AA7-1DE7-4003-B7EF-7F5A92F650C4}" destId="{00DF5CA6-0B8C-4C1A-B288-367B34FAF2B8}" srcOrd="0" destOrd="0" presId="urn:microsoft.com/office/officeart/2005/8/layout/orgChart1"/>
    <dgm:cxn modelId="{8E84A0FE-A7EF-44B0-AA44-AB96CFED5452}" type="presParOf" srcId="{00DF5CA6-0B8C-4C1A-B288-367B34FAF2B8}" destId="{28780A02-DB87-42C7-ABA1-C598898A0B5D}" srcOrd="0" destOrd="0" presId="urn:microsoft.com/office/officeart/2005/8/layout/orgChart1"/>
    <dgm:cxn modelId="{317AF2B8-6532-4220-B5A0-641CD6E2373B}" type="presParOf" srcId="{00DF5CA6-0B8C-4C1A-B288-367B34FAF2B8}" destId="{8DE37B70-2C0B-4268-B169-BB901D593C91}" srcOrd="1" destOrd="0" presId="urn:microsoft.com/office/officeart/2005/8/layout/orgChart1"/>
    <dgm:cxn modelId="{4FA9DDD6-0B41-4F24-8C18-39D63CCE6D81}" type="presParOf" srcId="{1D947AA7-1DE7-4003-B7EF-7F5A92F650C4}" destId="{F2CD81D8-E0DC-41D5-956F-E096FDC94FE3}" srcOrd="1" destOrd="0" presId="urn:microsoft.com/office/officeart/2005/8/layout/orgChart1"/>
    <dgm:cxn modelId="{0B02D5C0-9BCE-4A1D-9730-5CE5D06422CB}" type="presParOf" srcId="{F2CD81D8-E0DC-41D5-956F-E096FDC94FE3}" destId="{B47965B9-2A55-465F-BF93-106D64E4648B}" srcOrd="0" destOrd="0" presId="urn:microsoft.com/office/officeart/2005/8/layout/orgChart1"/>
    <dgm:cxn modelId="{172923AB-6EF2-455E-BE2A-C716F4F3B770}" type="presParOf" srcId="{F2CD81D8-E0DC-41D5-956F-E096FDC94FE3}" destId="{E559882F-C925-4390-AF5B-E579F9416131}" srcOrd="1" destOrd="0" presId="urn:microsoft.com/office/officeart/2005/8/layout/orgChart1"/>
    <dgm:cxn modelId="{C2D86364-1598-453A-AE84-8CEFAA1DDD45}" type="presParOf" srcId="{E559882F-C925-4390-AF5B-E579F9416131}" destId="{EBED70A0-254F-410B-BDA5-417C7900AA91}" srcOrd="0" destOrd="0" presId="urn:microsoft.com/office/officeart/2005/8/layout/orgChart1"/>
    <dgm:cxn modelId="{A3FE082D-E5F2-4825-815C-A130D91FD680}" type="presParOf" srcId="{EBED70A0-254F-410B-BDA5-417C7900AA91}" destId="{6BC362DF-9359-41F1-B886-6D059CEAE4ED}" srcOrd="0" destOrd="0" presId="urn:microsoft.com/office/officeart/2005/8/layout/orgChart1"/>
    <dgm:cxn modelId="{46EF3313-F740-4A72-BE6F-2A094F9A0AB2}" type="presParOf" srcId="{EBED70A0-254F-410B-BDA5-417C7900AA91}" destId="{4649E8E3-8A5F-4360-A32C-4D77D0BEBD1D}" srcOrd="1" destOrd="0" presId="urn:microsoft.com/office/officeart/2005/8/layout/orgChart1"/>
    <dgm:cxn modelId="{9631C324-50E7-4C49-B7F0-0C6C4AABD825}" type="presParOf" srcId="{E559882F-C925-4390-AF5B-E579F9416131}" destId="{2FEE9F7B-DE9D-42C5-AC02-917F61942E73}" srcOrd="1" destOrd="0" presId="urn:microsoft.com/office/officeart/2005/8/layout/orgChart1"/>
    <dgm:cxn modelId="{B6CDB089-102E-45C7-8CE9-BE869AA7519E}" type="presParOf" srcId="{E559882F-C925-4390-AF5B-E579F9416131}" destId="{70ADBD2F-5075-44A9-BC13-5551E10522C0}" srcOrd="2" destOrd="0" presId="urn:microsoft.com/office/officeart/2005/8/layout/orgChart1"/>
    <dgm:cxn modelId="{3B032AA0-F55F-413D-887B-9AFC53F4E2B8}" type="presParOf" srcId="{F2CD81D8-E0DC-41D5-956F-E096FDC94FE3}" destId="{068D8C67-99D1-4B8C-9DA0-A9393C5FB398}" srcOrd="2" destOrd="0" presId="urn:microsoft.com/office/officeart/2005/8/layout/orgChart1"/>
    <dgm:cxn modelId="{E2D9B21B-83CA-42CA-9393-021F01D1EBE0}" type="presParOf" srcId="{F2CD81D8-E0DC-41D5-956F-E096FDC94FE3}" destId="{3391F5BC-7DEB-41BC-9055-35D1FAE5D719}" srcOrd="3" destOrd="0" presId="urn:microsoft.com/office/officeart/2005/8/layout/orgChart1"/>
    <dgm:cxn modelId="{162AD031-F581-423B-A954-2AFE8E674991}" type="presParOf" srcId="{3391F5BC-7DEB-41BC-9055-35D1FAE5D719}" destId="{C8905339-0FF7-466F-B2AA-C8A17514747F}" srcOrd="0" destOrd="0" presId="urn:microsoft.com/office/officeart/2005/8/layout/orgChart1"/>
    <dgm:cxn modelId="{3071DBC5-B374-415A-9216-68BECC9AA18A}" type="presParOf" srcId="{C8905339-0FF7-466F-B2AA-C8A17514747F}" destId="{FAC28BB5-A268-4475-AE8D-79D8E6544025}" srcOrd="0" destOrd="0" presId="urn:microsoft.com/office/officeart/2005/8/layout/orgChart1"/>
    <dgm:cxn modelId="{7BA017E0-89BE-4308-97CF-3678FE6F9FA1}" type="presParOf" srcId="{C8905339-0FF7-466F-B2AA-C8A17514747F}" destId="{6B006E3B-1FAA-4FC3-B039-DA247694EBB1}" srcOrd="1" destOrd="0" presId="urn:microsoft.com/office/officeart/2005/8/layout/orgChart1"/>
    <dgm:cxn modelId="{7D0F9E38-767C-49D8-BE1B-49D5B0CF235E}" type="presParOf" srcId="{3391F5BC-7DEB-41BC-9055-35D1FAE5D719}" destId="{C641EBAB-B539-4544-93B9-844DF8C8921D}" srcOrd="1" destOrd="0" presId="urn:microsoft.com/office/officeart/2005/8/layout/orgChart1"/>
    <dgm:cxn modelId="{BF78D812-A7B4-4FDE-A0B7-DE432C3C4E8B}" type="presParOf" srcId="{3391F5BC-7DEB-41BC-9055-35D1FAE5D719}" destId="{0E13CF52-B98D-4B60-9C95-A42CB74FD2EA}" srcOrd="2" destOrd="0" presId="urn:microsoft.com/office/officeart/2005/8/layout/orgChart1"/>
    <dgm:cxn modelId="{FE631D96-95E2-472A-88ED-8DDA589D5397}" type="presParOf" srcId="{F2CD81D8-E0DC-41D5-956F-E096FDC94FE3}" destId="{162FB3D0-20FA-4A10-96B4-959675B75221}" srcOrd="4" destOrd="0" presId="urn:microsoft.com/office/officeart/2005/8/layout/orgChart1"/>
    <dgm:cxn modelId="{AD62F0AF-C8E6-4C36-811E-02CE6D0F8177}" type="presParOf" srcId="{F2CD81D8-E0DC-41D5-956F-E096FDC94FE3}" destId="{47235874-BE23-4A89-AEAB-B5D731F956CA}" srcOrd="5" destOrd="0" presId="urn:microsoft.com/office/officeart/2005/8/layout/orgChart1"/>
    <dgm:cxn modelId="{91A86F6A-753A-48D9-BD5B-F6800029A92F}" type="presParOf" srcId="{47235874-BE23-4A89-AEAB-B5D731F956CA}" destId="{49069224-8E62-4490-88F7-F9D19D112F1B}" srcOrd="0" destOrd="0" presId="urn:microsoft.com/office/officeart/2005/8/layout/orgChart1"/>
    <dgm:cxn modelId="{C2CA77AE-3B83-45C2-A17A-F5528AB2BFFB}" type="presParOf" srcId="{49069224-8E62-4490-88F7-F9D19D112F1B}" destId="{D52215FD-D5A7-4B6A-9E90-DF06C263780E}" srcOrd="0" destOrd="0" presId="urn:microsoft.com/office/officeart/2005/8/layout/orgChart1"/>
    <dgm:cxn modelId="{52F44623-688B-47DE-970D-0A1AF41E006A}" type="presParOf" srcId="{49069224-8E62-4490-88F7-F9D19D112F1B}" destId="{012A8F3D-1808-48A3-A879-46ACAB373730}" srcOrd="1" destOrd="0" presId="urn:microsoft.com/office/officeart/2005/8/layout/orgChart1"/>
    <dgm:cxn modelId="{FD425051-E679-4E8F-B992-E10A54429B10}" type="presParOf" srcId="{47235874-BE23-4A89-AEAB-B5D731F956CA}" destId="{E1ED08BF-990C-4355-88DE-2A65070CC6BD}" srcOrd="1" destOrd="0" presId="urn:microsoft.com/office/officeart/2005/8/layout/orgChart1"/>
    <dgm:cxn modelId="{C302D8F5-D3E2-4B21-B55A-9706611B500B}" type="presParOf" srcId="{47235874-BE23-4A89-AEAB-B5D731F956CA}" destId="{C879E4B1-BB26-4F5C-8792-90DCAF9C8EAB}" srcOrd="2" destOrd="0" presId="urn:microsoft.com/office/officeart/2005/8/layout/orgChart1"/>
    <dgm:cxn modelId="{A9BE33A3-CE8B-46A2-A275-F6D8ED7582EF}" type="presParOf" srcId="{F2CD81D8-E0DC-41D5-956F-E096FDC94FE3}" destId="{3F3236EC-3E04-4AAE-99FD-50485610F5EA}" srcOrd="6" destOrd="0" presId="urn:microsoft.com/office/officeart/2005/8/layout/orgChart1"/>
    <dgm:cxn modelId="{3EEDBCA4-F342-49A7-8B7D-C1FBCE3CD922}" type="presParOf" srcId="{F2CD81D8-E0DC-41D5-956F-E096FDC94FE3}" destId="{8C8EF618-7763-4D67-BB1D-7CD6B0885CC1}" srcOrd="7" destOrd="0" presId="urn:microsoft.com/office/officeart/2005/8/layout/orgChart1"/>
    <dgm:cxn modelId="{6F544B9D-C1DE-4738-A28F-7334BBD93BF0}" type="presParOf" srcId="{8C8EF618-7763-4D67-BB1D-7CD6B0885CC1}" destId="{CFA5AE24-2D3C-4527-9F3D-40D7CFD81EE1}" srcOrd="0" destOrd="0" presId="urn:microsoft.com/office/officeart/2005/8/layout/orgChart1"/>
    <dgm:cxn modelId="{D8DA2FC7-CD0D-42D7-96F3-FB02054D4083}" type="presParOf" srcId="{CFA5AE24-2D3C-4527-9F3D-40D7CFD81EE1}" destId="{46928D8A-4594-4B34-9DC8-2E2C84203481}" srcOrd="0" destOrd="0" presId="urn:microsoft.com/office/officeart/2005/8/layout/orgChart1"/>
    <dgm:cxn modelId="{83674975-3DF8-41D7-893C-0AE48C289D75}" type="presParOf" srcId="{CFA5AE24-2D3C-4527-9F3D-40D7CFD81EE1}" destId="{EF8C9168-9CBB-4442-B56E-7589DC198831}" srcOrd="1" destOrd="0" presId="urn:microsoft.com/office/officeart/2005/8/layout/orgChart1"/>
    <dgm:cxn modelId="{10036545-F6E4-4077-893A-3A685B2E7C9C}" type="presParOf" srcId="{8C8EF618-7763-4D67-BB1D-7CD6B0885CC1}" destId="{3CF6721B-8C46-4A99-8FF3-14CF02719E68}" srcOrd="1" destOrd="0" presId="urn:microsoft.com/office/officeart/2005/8/layout/orgChart1"/>
    <dgm:cxn modelId="{FE64FDCA-9CAE-4425-8796-A76CC9B20B1F}" type="presParOf" srcId="{8C8EF618-7763-4D67-BB1D-7CD6B0885CC1}" destId="{3A5B4379-1118-482F-853F-6F9BEE270438}" srcOrd="2" destOrd="0" presId="urn:microsoft.com/office/officeart/2005/8/layout/orgChart1"/>
    <dgm:cxn modelId="{F3F4485C-F442-4FB8-9F1E-53D70A9BC035}" type="presParOf" srcId="{F2CD81D8-E0DC-41D5-956F-E096FDC94FE3}" destId="{AA3CDEF6-5C1F-43F2-B711-7FC235A8EB03}" srcOrd="8" destOrd="0" presId="urn:microsoft.com/office/officeart/2005/8/layout/orgChart1"/>
    <dgm:cxn modelId="{963C80A4-0784-4E80-BE70-26F03AC8B1AD}" type="presParOf" srcId="{F2CD81D8-E0DC-41D5-956F-E096FDC94FE3}" destId="{C22BB7D4-D3C9-4C98-A6C8-CB76ED8FF0F2}" srcOrd="9" destOrd="0" presId="urn:microsoft.com/office/officeart/2005/8/layout/orgChart1"/>
    <dgm:cxn modelId="{F8BC8D71-5404-479E-ACB2-B155E4E66851}" type="presParOf" srcId="{C22BB7D4-D3C9-4C98-A6C8-CB76ED8FF0F2}" destId="{0C281939-9184-45D4-80A1-0658A6B6F939}" srcOrd="0" destOrd="0" presId="urn:microsoft.com/office/officeart/2005/8/layout/orgChart1"/>
    <dgm:cxn modelId="{6F347AA0-7C2A-4F40-945D-E54F4345EBE3}" type="presParOf" srcId="{0C281939-9184-45D4-80A1-0658A6B6F939}" destId="{3F6F8E70-27D8-4EDD-98C9-C1BD8A004220}" srcOrd="0" destOrd="0" presId="urn:microsoft.com/office/officeart/2005/8/layout/orgChart1"/>
    <dgm:cxn modelId="{9767E84B-1BF6-486F-8481-47192F0DE2B2}" type="presParOf" srcId="{0C281939-9184-45D4-80A1-0658A6B6F939}" destId="{068067FB-A404-468F-B4F4-ECEF827C4837}" srcOrd="1" destOrd="0" presId="urn:microsoft.com/office/officeart/2005/8/layout/orgChart1"/>
    <dgm:cxn modelId="{727266AB-5B2D-4530-A4F8-5ED871C4F5EF}" type="presParOf" srcId="{C22BB7D4-D3C9-4C98-A6C8-CB76ED8FF0F2}" destId="{3315E09B-2280-4DDE-ADD7-32233B59F5EF}" srcOrd="1" destOrd="0" presId="urn:microsoft.com/office/officeart/2005/8/layout/orgChart1"/>
    <dgm:cxn modelId="{1625FEF5-2ADA-48F4-9BD2-E0968439FE45}" type="presParOf" srcId="{C22BB7D4-D3C9-4C98-A6C8-CB76ED8FF0F2}" destId="{D9983D80-D2BE-4D74-8755-8338A8BA16DD}" srcOrd="2" destOrd="0" presId="urn:microsoft.com/office/officeart/2005/8/layout/orgChart1"/>
    <dgm:cxn modelId="{AAC2C592-6B12-49EF-8E02-803903DE55AB}" type="presParOf" srcId="{F2CD81D8-E0DC-41D5-956F-E096FDC94FE3}" destId="{1DA92E18-4B34-452E-85D5-8D2BE7E46FC0}" srcOrd="10" destOrd="0" presId="urn:microsoft.com/office/officeart/2005/8/layout/orgChart1"/>
    <dgm:cxn modelId="{9E80EB28-3D14-4A2C-AB54-4DAFFE45BFC0}" type="presParOf" srcId="{F2CD81D8-E0DC-41D5-956F-E096FDC94FE3}" destId="{70026C6A-0A65-485A-9FBC-EEAAE8C146AB}" srcOrd="11" destOrd="0" presId="urn:microsoft.com/office/officeart/2005/8/layout/orgChart1"/>
    <dgm:cxn modelId="{D7164570-048A-460F-9DAB-CAD399B13C26}" type="presParOf" srcId="{70026C6A-0A65-485A-9FBC-EEAAE8C146AB}" destId="{EB3E144F-C189-47CC-9C16-39BDD567FA0B}" srcOrd="0" destOrd="0" presId="urn:microsoft.com/office/officeart/2005/8/layout/orgChart1"/>
    <dgm:cxn modelId="{FEE66070-3144-4E1A-BDE8-477581B11BD4}" type="presParOf" srcId="{EB3E144F-C189-47CC-9C16-39BDD567FA0B}" destId="{4E9BCD1A-8380-4AFA-A805-28CF6DB89633}" srcOrd="0" destOrd="0" presId="urn:microsoft.com/office/officeart/2005/8/layout/orgChart1"/>
    <dgm:cxn modelId="{40CFB942-2818-46FB-B830-04E9DCC2050A}" type="presParOf" srcId="{EB3E144F-C189-47CC-9C16-39BDD567FA0B}" destId="{854FD566-8017-4E4F-91FC-B053D33B58EF}" srcOrd="1" destOrd="0" presId="urn:microsoft.com/office/officeart/2005/8/layout/orgChart1"/>
    <dgm:cxn modelId="{6A1DC2FA-6AD7-49E9-9DA2-6626870563EC}" type="presParOf" srcId="{70026C6A-0A65-485A-9FBC-EEAAE8C146AB}" destId="{0FC310B6-68CD-4C87-9E6D-975417E8CF92}" srcOrd="1" destOrd="0" presId="urn:microsoft.com/office/officeart/2005/8/layout/orgChart1"/>
    <dgm:cxn modelId="{D3BDD44C-B225-44A6-8489-4A0919D1B4E7}" type="presParOf" srcId="{70026C6A-0A65-485A-9FBC-EEAAE8C146AB}" destId="{0CA98A91-FBAD-410C-8020-C93D80A2D59C}" srcOrd="2" destOrd="0" presId="urn:microsoft.com/office/officeart/2005/8/layout/orgChart1"/>
    <dgm:cxn modelId="{0A913BBC-8675-4F71-8B56-E4E52C2CF4B6}" type="presParOf" srcId="{F2CD81D8-E0DC-41D5-956F-E096FDC94FE3}" destId="{26907129-8618-4090-97A6-587F434417E1}" srcOrd="12" destOrd="0" presId="urn:microsoft.com/office/officeart/2005/8/layout/orgChart1"/>
    <dgm:cxn modelId="{1B660588-96A9-409C-AA3C-402ED47DA2AB}" type="presParOf" srcId="{F2CD81D8-E0DC-41D5-956F-E096FDC94FE3}" destId="{427EA555-499E-4292-A8EF-2EB0A38E055E}" srcOrd="13" destOrd="0" presId="urn:microsoft.com/office/officeart/2005/8/layout/orgChart1"/>
    <dgm:cxn modelId="{EA33C884-E65E-4EB0-AD17-8596619F7979}" type="presParOf" srcId="{427EA555-499E-4292-A8EF-2EB0A38E055E}" destId="{9412772D-A19F-41CE-ABB7-0C5B0C02658D}" srcOrd="0" destOrd="0" presId="urn:microsoft.com/office/officeart/2005/8/layout/orgChart1"/>
    <dgm:cxn modelId="{644BB892-D56F-4E4D-AEB4-0B3FB5F62EBC}" type="presParOf" srcId="{9412772D-A19F-41CE-ABB7-0C5B0C02658D}" destId="{A9E05C8E-D526-47F0-AFDD-82531BD392BE}" srcOrd="0" destOrd="0" presId="urn:microsoft.com/office/officeart/2005/8/layout/orgChart1"/>
    <dgm:cxn modelId="{8F1D0489-EF7A-4841-9671-C2EEEA49BCFA}" type="presParOf" srcId="{9412772D-A19F-41CE-ABB7-0C5B0C02658D}" destId="{A4F242DE-A259-401F-B88C-FC36D1FC25BD}" srcOrd="1" destOrd="0" presId="urn:microsoft.com/office/officeart/2005/8/layout/orgChart1"/>
    <dgm:cxn modelId="{25566A23-4068-43F6-AC91-74450CA34BC5}" type="presParOf" srcId="{427EA555-499E-4292-A8EF-2EB0A38E055E}" destId="{E5F1D37F-AEB5-4FA4-8587-5356465F645A}" srcOrd="1" destOrd="0" presId="urn:microsoft.com/office/officeart/2005/8/layout/orgChart1"/>
    <dgm:cxn modelId="{FEDA3ED5-96FB-45AC-ADBC-78877616C0AB}" type="presParOf" srcId="{427EA555-499E-4292-A8EF-2EB0A38E055E}" destId="{7C1848F4-8C2A-418C-9B38-2782F1D81DB8}" srcOrd="2" destOrd="0" presId="urn:microsoft.com/office/officeart/2005/8/layout/orgChart1"/>
    <dgm:cxn modelId="{7FEDE61A-CB12-446E-8752-99A9FB5714E7}" type="presParOf" srcId="{1D947AA7-1DE7-4003-B7EF-7F5A92F650C4}" destId="{5E02310E-060B-4068-B2E5-1925125E8C14}" srcOrd="2" destOrd="0" presId="urn:microsoft.com/office/officeart/2005/8/layout/orgChart1"/>
    <dgm:cxn modelId="{F7A35939-FD8D-420C-8066-7B22AC6B584F}" type="presParOf" srcId="{F1B95512-7AF4-42B8-9AF6-4866485D2BE3}" destId="{7A8CF2B5-6C0B-4231-9AD7-C8406CB2F48B}" srcOrd="2" destOrd="0" presId="urn:microsoft.com/office/officeart/2005/8/layout/orgChart1"/>
    <dgm:cxn modelId="{74C787F6-9E8D-4B44-B928-0FB98A0F4AB4}" type="presParOf" srcId="{F1B95512-7AF4-42B8-9AF6-4866485D2BE3}" destId="{7D0D6452-0BB1-4B06-9C83-0F3186670023}" srcOrd="3" destOrd="0" presId="urn:microsoft.com/office/officeart/2005/8/layout/orgChart1"/>
    <dgm:cxn modelId="{ACD5BDDE-9F2A-4B85-B6E9-5F10CF201222}" type="presParOf" srcId="{7D0D6452-0BB1-4B06-9C83-0F3186670023}" destId="{C2B574ED-DB7B-4841-92E8-EA729A44EE10}" srcOrd="0" destOrd="0" presId="urn:microsoft.com/office/officeart/2005/8/layout/orgChart1"/>
    <dgm:cxn modelId="{C93BC071-E19D-4F4D-9EF7-B55EA534FD1B}" type="presParOf" srcId="{C2B574ED-DB7B-4841-92E8-EA729A44EE10}" destId="{5645DD0E-B2FA-4B3E-BDA8-3419765E5C27}" srcOrd="0" destOrd="0" presId="urn:microsoft.com/office/officeart/2005/8/layout/orgChart1"/>
    <dgm:cxn modelId="{D82328AF-9F50-4096-8CC7-606B17AE75E4}" type="presParOf" srcId="{C2B574ED-DB7B-4841-92E8-EA729A44EE10}" destId="{9A731862-EAE9-4E34-8B8B-46585354C1EA}" srcOrd="1" destOrd="0" presId="urn:microsoft.com/office/officeart/2005/8/layout/orgChart1"/>
    <dgm:cxn modelId="{6523ED0C-EEDC-4940-957A-B66F52B788B1}" type="presParOf" srcId="{7D0D6452-0BB1-4B06-9C83-0F3186670023}" destId="{D8FAC04E-3C0E-4A8D-BB1F-AAE485BC7FA5}" srcOrd="1" destOrd="0" presId="urn:microsoft.com/office/officeart/2005/8/layout/orgChart1"/>
    <dgm:cxn modelId="{4F5FB435-DE64-4EF9-9AC1-97ECDD0FD161}" type="presParOf" srcId="{D8FAC04E-3C0E-4A8D-BB1F-AAE485BC7FA5}" destId="{D6BD678D-DD07-4777-9442-C49BD8C62D01}" srcOrd="0" destOrd="0" presId="urn:microsoft.com/office/officeart/2005/8/layout/orgChart1"/>
    <dgm:cxn modelId="{A283AECF-A5DB-449E-AC61-15E090375EDE}" type="presParOf" srcId="{D8FAC04E-3C0E-4A8D-BB1F-AAE485BC7FA5}" destId="{E4661428-9A20-4A9E-AE38-188D99ACC7B7}" srcOrd="1" destOrd="0" presId="urn:microsoft.com/office/officeart/2005/8/layout/orgChart1"/>
    <dgm:cxn modelId="{7E3633FA-0FAB-40EE-9B12-1A7BF3D6DC5E}" type="presParOf" srcId="{E4661428-9A20-4A9E-AE38-188D99ACC7B7}" destId="{E902FE61-F388-4BCE-8EA2-A2AED8CDD679}" srcOrd="0" destOrd="0" presId="urn:microsoft.com/office/officeart/2005/8/layout/orgChart1"/>
    <dgm:cxn modelId="{937BEC33-78F2-4A19-8873-8978CB6E3D0F}" type="presParOf" srcId="{E902FE61-F388-4BCE-8EA2-A2AED8CDD679}" destId="{CC1AB1AB-6284-450D-9EEE-AE98F6EB43CB}" srcOrd="0" destOrd="0" presId="urn:microsoft.com/office/officeart/2005/8/layout/orgChart1"/>
    <dgm:cxn modelId="{2EC1E032-B1F9-4179-A435-823E846317D0}" type="presParOf" srcId="{E902FE61-F388-4BCE-8EA2-A2AED8CDD679}" destId="{25C5493D-CB56-4B36-A5FC-F923B42EEF17}" srcOrd="1" destOrd="0" presId="urn:microsoft.com/office/officeart/2005/8/layout/orgChart1"/>
    <dgm:cxn modelId="{2F87C11A-D123-485B-8B2A-0C324099B897}" type="presParOf" srcId="{E4661428-9A20-4A9E-AE38-188D99ACC7B7}" destId="{F2A75B9A-0BFD-4789-88A7-3C0986AB0456}" srcOrd="1" destOrd="0" presId="urn:microsoft.com/office/officeart/2005/8/layout/orgChart1"/>
    <dgm:cxn modelId="{9D6ED149-63AC-4A92-9A5E-F3E3F6B85BBA}" type="presParOf" srcId="{E4661428-9A20-4A9E-AE38-188D99ACC7B7}" destId="{6416F752-BA56-4229-BD20-1B02971CA1D4}" srcOrd="2" destOrd="0" presId="urn:microsoft.com/office/officeart/2005/8/layout/orgChart1"/>
    <dgm:cxn modelId="{5E3B6577-8D8E-4DDC-921C-DAF8C13FED10}" type="presParOf" srcId="{D8FAC04E-3C0E-4A8D-BB1F-AAE485BC7FA5}" destId="{1BA76D60-CFC5-4C68-A874-C4B90B9968BE}" srcOrd="2" destOrd="0" presId="urn:microsoft.com/office/officeart/2005/8/layout/orgChart1"/>
    <dgm:cxn modelId="{D05D5AAA-4641-48C0-85EF-C9587B38B066}" type="presParOf" srcId="{D8FAC04E-3C0E-4A8D-BB1F-AAE485BC7FA5}" destId="{BEA984B7-D5E3-48EF-BA0A-E8EFB0872AEB}" srcOrd="3" destOrd="0" presId="urn:microsoft.com/office/officeart/2005/8/layout/orgChart1"/>
    <dgm:cxn modelId="{4B2DF30C-2F03-4B2F-9D58-AEFC48F51800}" type="presParOf" srcId="{BEA984B7-D5E3-48EF-BA0A-E8EFB0872AEB}" destId="{3A8876A0-473C-4039-921A-78ADDC629CB8}" srcOrd="0" destOrd="0" presId="urn:microsoft.com/office/officeart/2005/8/layout/orgChart1"/>
    <dgm:cxn modelId="{785B4ACA-CDE0-4427-93B7-2F73DDB0213F}" type="presParOf" srcId="{3A8876A0-473C-4039-921A-78ADDC629CB8}" destId="{99DA5411-44A5-4C60-BE51-413F62ED7F93}" srcOrd="0" destOrd="0" presId="urn:microsoft.com/office/officeart/2005/8/layout/orgChart1"/>
    <dgm:cxn modelId="{DD0189DA-9C9C-42E6-A7BE-AFFB5197FB8D}" type="presParOf" srcId="{3A8876A0-473C-4039-921A-78ADDC629CB8}" destId="{9FFBA7D1-5152-40D0-901B-A666D84C72AC}" srcOrd="1" destOrd="0" presId="urn:microsoft.com/office/officeart/2005/8/layout/orgChart1"/>
    <dgm:cxn modelId="{E5A61ABE-EFC0-4399-B869-FF43F0C3E3AC}" type="presParOf" srcId="{BEA984B7-D5E3-48EF-BA0A-E8EFB0872AEB}" destId="{B7256906-9385-4502-AB07-87F1D1BA8A45}" srcOrd="1" destOrd="0" presId="urn:microsoft.com/office/officeart/2005/8/layout/orgChart1"/>
    <dgm:cxn modelId="{2F9C1201-AD34-4D07-839A-A2B6A4B0029A}" type="presParOf" srcId="{BEA984B7-D5E3-48EF-BA0A-E8EFB0872AEB}" destId="{94A1AC5A-6B34-4391-A24F-5BB1B5310495}" srcOrd="2" destOrd="0" presId="urn:microsoft.com/office/officeart/2005/8/layout/orgChart1"/>
    <dgm:cxn modelId="{5D9CB300-162A-4A83-B467-C72A831D6CDE}" type="presParOf" srcId="{D8FAC04E-3C0E-4A8D-BB1F-AAE485BC7FA5}" destId="{2ACA12A7-519D-41F2-A3C7-CE5919E0D8C5}" srcOrd="4" destOrd="0" presId="urn:microsoft.com/office/officeart/2005/8/layout/orgChart1"/>
    <dgm:cxn modelId="{A3FD5998-127F-4BFA-80F8-740DD222EEC9}" type="presParOf" srcId="{D8FAC04E-3C0E-4A8D-BB1F-AAE485BC7FA5}" destId="{E5794E76-CBF9-4B3A-B2D5-366C4F9722B2}" srcOrd="5" destOrd="0" presId="urn:microsoft.com/office/officeart/2005/8/layout/orgChart1"/>
    <dgm:cxn modelId="{691B5D73-AF18-4194-9232-86BC9C0DCD46}" type="presParOf" srcId="{E5794E76-CBF9-4B3A-B2D5-366C4F9722B2}" destId="{DC6B5F8E-8458-454C-AB89-E1B833C2546A}" srcOrd="0" destOrd="0" presId="urn:microsoft.com/office/officeart/2005/8/layout/orgChart1"/>
    <dgm:cxn modelId="{C4458F5E-CAED-4558-A062-2DEC28DF3DF6}" type="presParOf" srcId="{DC6B5F8E-8458-454C-AB89-E1B833C2546A}" destId="{384D9E4A-B565-4C39-B058-D02D6B40B385}" srcOrd="0" destOrd="0" presId="urn:microsoft.com/office/officeart/2005/8/layout/orgChart1"/>
    <dgm:cxn modelId="{C931B92E-5E65-4AA0-ADC2-A5F6D95FE97F}" type="presParOf" srcId="{DC6B5F8E-8458-454C-AB89-E1B833C2546A}" destId="{57B45B31-5787-4EC1-B0CE-5C97571BBA3E}" srcOrd="1" destOrd="0" presId="urn:microsoft.com/office/officeart/2005/8/layout/orgChart1"/>
    <dgm:cxn modelId="{58D2B6B0-451F-427B-819A-14053CAAAE63}" type="presParOf" srcId="{E5794E76-CBF9-4B3A-B2D5-366C4F9722B2}" destId="{1A0495D6-4421-44B9-8001-AF16DD6089C0}" srcOrd="1" destOrd="0" presId="urn:microsoft.com/office/officeart/2005/8/layout/orgChart1"/>
    <dgm:cxn modelId="{F429E346-CC7C-4F72-867F-5A1356662207}" type="presParOf" srcId="{E5794E76-CBF9-4B3A-B2D5-366C4F9722B2}" destId="{B93669CF-A3DB-475B-8FCB-E87BB498F0C3}" srcOrd="2" destOrd="0" presId="urn:microsoft.com/office/officeart/2005/8/layout/orgChart1"/>
    <dgm:cxn modelId="{320B273C-7CEB-4276-9DF7-C04C087C82FF}" type="presParOf" srcId="{D8FAC04E-3C0E-4A8D-BB1F-AAE485BC7FA5}" destId="{C9E84582-FE31-4272-B8B7-5700BF5A3980}" srcOrd="6" destOrd="0" presId="urn:microsoft.com/office/officeart/2005/8/layout/orgChart1"/>
    <dgm:cxn modelId="{0F805B93-764D-4951-8462-D49254CBDA12}" type="presParOf" srcId="{D8FAC04E-3C0E-4A8D-BB1F-AAE485BC7FA5}" destId="{6D07C310-BCAC-46D9-82B6-730498FC985F}" srcOrd="7" destOrd="0" presId="urn:microsoft.com/office/officeart/2005/8/layout/orgChart1"/>
    <dgm:cxn modelId="{0DA1D652-E619-4950-95E1-43881A9F7869}" type="presParOf" srcId="{6D07C310-BCAC-46D9-82B6-730498FC985F}" destId="{D02FE63A-ED9A-45CB-AAD5-F334D2B8475B}" srcOrd="0" destOrd="0" presId="urn:microsoft.com/office/officeart/2005/8/layout/orgChart1"/>
    <dgm:cxn modelId="{ECAAF44A-8AB4-42B3-B09F-47A9A93F69BA}" type="presParOf" srcId="{D02FE63A-ED9A-45CB-AAD5-F334D2B8475B}" destId="{8B588BBB-E0F4-4023-A4C5-F4E3D68CF495}" srcOrd="0" destOrd="0" presId="urn:microsoft.com/office/officeart/2005/8/layout/orgChart1"/>
    <dgm:cxn modelId="{CDDCA58B-0595-40A0-A287-A2093B5F637C}" type="presParOf" srcId="{D02FE63A-ED9A-45CB-AAD5-F334D2B8475B}" destId="{43424DC3-37B7-4517-B2BC-D40ACA423EE4}" srcOrd="1" destOrd="0" presId="urn:microsoft.com/office/officeart/2005/8/layout/orgChart1"/>
    <dgm:cxn modelId="{E4561B0C-9F71-4FAA-936D-F6FD7A37546C}" type="presParOf" srcId="{6D07C310-BCAC-46D9-82B6-730498FC985F}" destId="{FB8619EE-8195-43F2-B8EF-5FB021B8ADCE}" srcOrd="1" destOrd="0" presId="urn:microsoft.com/office/officeart/2005/8/layout/orgChart1"/>
    <dgm:cxn modelId="{E0DF8EFD-AAA4-420A-972B-C90BAE3E2E58}" type="presParOf" srcId="{6D07C310-BCAC-46D9-82B6-730498FC985F}" destId="{A7CED147-D376-4172-BD8C-6849FCF23093}" srcOrd="2" destOrd="0" presId="urn:microsoft.com/office/officeart/2005/8/layout/orgChart1"/>
    <dgm:cxn modelId="{6DCEB199-9C1E-4D33-A100-651D03EB2FBB}" type="presParOf" srcId="{7D0D6452-0BB1-4B06-9C83-0F3186670023}" destId="{5FBBF2A2-23F1-4EE0-9783-47A683B3B91E}" srcOrd="2" destOrd="0" presId="urn:microsoft.com/office/officeart/2005/8/layout/orgChart1"/>
    <dgm:cxn modelId="{8C7C865C-2C90-40F2-8FC2-A1449F957310}" type="presParOf" srcId="{F1B95512-7AF4-42B8-9AF6-4866485D2BE3}" destId="{5F916BE9-D21A-4F34-B129-013B21AEA50E}" srcOrd="4" destOrd="0" presId="urn:microsoft.com/office/officeart/2005/8/layout/orgChart1"/>
    <dgm:cxn modelId="{59EB6DF9-E448-4413-9369-B002F824A1D5}" type="presParOf" srcId="{F1B95512-7AF4-42B8-9AF6-4866485D2BE3}" destId="{F4479D51-DA4B-4C0F-B136-5AE4F772594B}" srcOrd="5" destOrd="0" presId="urn:microsoft.com/office/officeart/2005/8/layout/orgChart1"/>
    <dgm:cxn modelId="{CB1AFBEC-8BFD-4C0A-A77E-0694EEF14FE1}" type="presParOf" srcId="{F4479D51-DA4B-4C0F-B136-5AE4F772594B}" destId="{5526D3A4-F3B3-4B2B-BF6B-D1549F7CF059}" srcOrd="0" destOrd="0" presId="urn:microsoft.com/office/officeart/2005/8/layout/orgChart1"/>
    <dgm:cxn modelId="{65C4B32E-ED0C-4B34-9A67-3954B4951BEA}" type="presParOf" srcId="{5526D3A4-F3B3-4B2B-BF6B-D1549F7CF059}" destId="{4D0B3E72-9EDA-413C-A700-4ABC1C78F78C}" srcOrd="0" destOrd="0" presId="urn:microsoft.com/office/officeart/2005/8/layout/orgChart1"/>
    <dgm:cxn modelId="{61916D10-1ACC-4665-99B5-D569E20DD039}" type="presParOf" srcId="{5526D3A4-F3B3-4B2B-BF6B-D1549F7CF059}" destId="{F73B4785-8518-47EA-9D13-335268760698}" srcOrd="1" destOrd="0" presId="urn:microsoft.com/office/officeart/2005/8/layout/orgChart1"/>
    <dgm:cxn modelId="{2E501F50-BCE0-48D3-9F41-29BE068CB380}" type="presParOf" srcId="{F4479D51-DA4B-4C0F-B136-5AE4F772594B}" destId="{62B7FF34-3633-43A2-9A8A-98F5F806A4C3}" srcOrd="1" destOrd="0" presId="urn:microsoft.com/office/officeart/2005/8/layout/orgChart1"/>
    <dgm:cxn modelId="{5DFC8AE1-57AA-4CEA-92C1-99B4A1244DFC}" type="presParOf" srcId="{62B7FF34-3633-43A2-9A8A-98F5F806A4C3}" destId="{03CEC2DC-9EE3-4A93-83E5-7A859F8FC6E6}" srcOrd="0" destOrd="0" presId="urn:microsoft.com/office/officeart/2005/8/layout/orgChart1"/>
    <dgm:cxn modelId="{22F6DFE0-0682-41F9-9410-522E9DDC7691}" type="presParOf" srcId="{62B7FF34-3633-43A2-9A8A-98F5F806A4C3}" destId="{DA23CD77-4AAC-40D7-9746-9B473F5B1BEA}" srcOrd="1" destOrd="0" presId="urn:microsoft.com/office/officeart/2005/8/layout/orgChart1"/>
    <dgm:cxn modelId="{71D6C9AE-890F-42B0-A1E7-B0E4316011B6}" type="presParOf" srcId="{DA23CD77-4AAC-40D7-9746-9B473F5B1BEA}" destId="{931FB7EA-AC3C-4B1D-83FA-6C3890A8DF82}" srcOrd="0" destOrd="0" presId="urn:microsoft.com/office/officeart/2005/8/layout/orgChart1"/>
    <dgm:cxn modelId="{77B87CB2-E84A-43EF-8B75-1070389960D5}" type="presParOf" srcId="{931FB7EA-AC3C-4B1D-83FA-6C3890A8DF82}" destId="{967AAE6E-CE51-4BF7-BCE6-48852D4E6AED}" srcOrd="0" destOrd="0" presId="urn:microsoft.com/office/officeart/2005/8/layout/orgChart1"/>
    <dgm:cxn modelId="{348F9727-2F09-4F6D-832C-AD86BF1384C6}" type="presParOf" srcId="{931FB7EA-AC3C-4B1D-83FA-6C3890A8DF82}" destId="{FA89E677-D9BF-442D-B81A-6E495261AB90}" srcOrd="1" destOrd="0" presId="urn:microsoft.com/office/officeart/2005/8/layout/orgChart1"/>
    <dgm:cxn modelId="{447D64A8-F6D7-4702-ABE0-057A23696DC4}" type="presParOf" srcId="{DA23CD77-4AAC-40D7-9746-9B473F5B1BEA}" destId="{69A32998-EC74-4577-80FB-7CD7B251E0C3}" srcOrd="1" destOrd="0" presId="urn:microsoft.com/office/officeart/2005/8/layout/orgChart1"/>
    <dgm:cxn modelId="{1A88773E-839C-4B7E-A575-7FFB8525B9E0}" type="presParOf" srcId="{DA23CD77-4AAC-40D7-9746-9B473F5B1BEA}" destId="{8F9AD07F-B815-4AED-B88A-9F3C5D00E1FC}" srcOrd="2" destOrd="0" presId="urn:microsoft.com/office/officeart/2005/8/layout/orgChart1"/>
    <dgm:cxn modelId="{4915453B-3C15-400A-A642-E72C41CEB660}" type="presParOf" srcId="{62B7FF34-3633-43A2-9A8A-98F5F806A4C3}" destId="{8EE4F50A-F0B5-46B2-B0CC-72DBAA024E0A}" srcOrd="2" destOrd="0" presId="urn:microsoft.com/office/officeart/2005/8/layout/orgChart1"/>
    <dgm:cxn modelId="{EC686E46-50C1-4F30-AC5A-91E9DCF3ED8F}" type="presParOf" srcId="{62B7FF34-3633-43A2-9A8A-98F5F806A4C3}" destId="{4C20555C-21F1-4D48-BF45-C61DA61A190F}" srcOrd="3" destOrd="0" presId="urn:microsoft.com/office/officeart/2005/8/layout/orgChart1"/>
    <dgm:cxn modelId="{F8C6C073-7B93-41AA-9038-E6B8A2F54E69}" type="presParOf" srcId="{4C20555C-21F1-4D48-BF45-C61DA61A190F}" destId="{EE523DA5-9633-4759-8F22-699DBF6F12C5}" srcOrd="0" destOrd="0" presId="urn:microsoft.com/office/officeart/2005/8/layout/orgChart1"/>
    <dgm:cxn modelId="{ACC8969D-DB7A-4430-8FC1-FB6C376807E0}" type="presParOf" srcId="{EE523DA5-9633-4759-8F22-699DBF6F12C5}" destId="{F610D7D4-8FF9-45BE-B14C-D41F8B0E04F7}" srcOrd="0" destOrd="0" presId="urn:microsoft.com/office/officeart/2005/8/layout/orgChart1"/>
    <dgm:cxn modelId="{6FF6AE8B-D4B8-4079-A74A-7B8AC98C8116}" type="presParOf" srcId="{EE523DA5-9633-4759-8F22-699DBF6F12C5}" destId="{4B0BFC77-6077-4724-BA56-3A3964753B37}" srcOrd="1" destOrd="0" presId="urn:microsoft.com/office/officeart/2005/8/layout/orgChart1"/>
    <dgm:cxn modelId="{A209AB67-8D4A-4A04-ACEB-8F0868C15FAB}" type="presParOf" srcId="{4C20555C-21F1-4D48-BF45-C61DA61A190F}" destId="{8D0A2FE8-13AE-4E39-B700-4CC8665CC6F4}" srcOrd="1" destOrd="0" presId="urn:microsoft.com/office/officeart/2005/8/layout/orgChart1"/>
    <dgm:cxn modelId="{D636733E-FD79-448F-BC19-931614CBE2B3}" type="presParOf" srcId="{4C20555C-21F1-4D48-BF45-C61DA61A190F}" destId="{CA1FC4D5-47E9-4997-BAEC-8BAC99C29277}" srcOrd="2" destOrd="0" presId="urn:microsoft.com/office/officeart/2005/8/layout/orgChart1"/>
    <dgm:cxn modelId="{A698D66B-C980-45B2-A11F-DE1AC733EAB7}" type="presParOf" srcId="{62B7FF34-3633-43A2-9A8A-98F5F806A4C3}" destId="{2985B5E5-2329-4A1B-BC92-5519E3EB6EA6}" srcOrd="4" destOrd="0" presId="urn:microsoft.com/office/officeart/2005/8/layout/orgChart1"/>
    <dgm:cxn modelId="{5FF7820D-1C10-47DC-B2CF-F1DC36F84772}" type="presParOf" srcId="{62B7FF34-3633-43A2-9A8A-98F5F806A4C3}" destId="{238B25E2-EDEB-4AAE-9C33-3D5D514A342B}" srcOrd="5" destOrd="0" presId="urn:microsoft.com/office/officeart/2005/8/layout/orgChart1"/>
    <dgm:cxn modelId="{779A5C84-4DCC-406B-8DE3-7378FDBD3D36}" type="presParOf" srcId="{238B25E2-EDEB-4AAE-9C33-3D5D514A342B}" destId="{B888A960-0869-40C6-B6CF-F8D19D2DC8D9}" srcOrd="0" destOrd="0" presId="urn:microsoft.com/office/officeart/2005/8/layout/orgChart1"/>
    <dgm:cxn modelId="{7EFD4CAA-718D-488F-8E25-0175ABF1205A}" type="presParOf" srcId="{B888A960-0869-40C6-B6CF-F8D19D2DC8D9}" destId="{F2E24B64-F891-437E-A6B7-678283F9ABCC}" srcOrd="0" destOrd="0" presId="urn:microsoft.com/office/officeart/2005/8/layout/orgChart1"/>
    <dgm:cxn modelId="{00C383E1-EF9A-48FA-AB72-EA11E11B4761}" type="presParOf" srcId="{B888A960-0869-40C6-B6CF-F8D19D2DC8D9}" destId="{124C0DEC-14D4-42E4-A5E4-EF03CDDF21B0}" srcOrd="1" destOrd="0" presId="urn:microsoft.com/office/officeart/2005/8/layout/orgChart1"/>
    <dgm:cxn modelId="{C03C3FBD-6BC6-47CA-A149-F5734BA9670F}" type="presParOf" srcId="{238B25E2-EDEB-4AAE-9C33-3D5D514A342B}" destId="{FF02BFEB-EE13-4F65-A95C-495E800410FA}" srcOrd="1" destOrd="0" presId="urn:microsoft.com/office/officeart/2005/8/layout/orgChart1"/>
    <dgm:cxn modelId="{D7178EAA-3C00-459F-9FB7-289DBA8D09F4}" type="presParOf" srcId="{238B25E2-EDEB-4AAE-9C33-3D5D514A342B}" destId="{CA71B414-E203-49C3-A706-0E1ABEF95209}" srcOrd="2" destOrd="0" presId="urn:microsoft.com/office/officeart/2005/8/layout/orgChart1"/>
    <dgm:cxn modelId="{566A3997-6138-4A98-B3CA-DFC67F82D7CF}" type="presParOf" srcId="{62B7FF34-3633-43A2-9A8A-98F5F806A4C3}" destId="{EC6174CB-2003-407D-8A0A-9E8FA728C591}" srcOrd="6" destOrd="0" presId="urn:microsoft.com/office/officeart/2005/8/layout/orgChart1"/>
    <dgm:cxn modelId="{6060AB48-80EE-460A-879E-5D34F1475EBB}" type="presParOf" srcId="{62B7FF34-3633-43A2-9A8A-98F5F806A4C3}" destId="{C9BE786A-E325-4A84-9806-9FD7F399056C}" srcOrd="7" destOrd="0" presId="urn:microsoft.com/office/officeart/2005/8/layout/orgChart1"/>
    <dgm:cxn modelId="{4E447469-4862-409C-A3F4-995201C17075}" type="presParOf" srcId="{C9BE786A-E325-4A84-9806-9FD7F399056C}" destId="{287C0374-DFB8-4C7B-9633-764D811C61AD}" srcOrd="0" destOrd="0" presId="urn:microsoft.com/office/officeart/2005/8/layout/orgChart1"/>
    <dgm:cxn modelId="{647FA35B-D352-42AB-9BF9-A7BE596EE5B1}" type="presParOf" srcId="{287C0374-DFB8-4C7B-9633-764D811C61AD}" destId="{4EB4B793-5898-4DE0-9167-F2B1197DA5A3}" srcOrd="0" destOrd="0" presId="urn:microsoft.com/office/officeart/2005/8/layout/orgChart1"/>
    <dgm:cxn modelId="{885A4018-AABF-4088-B0D0-A8F13A1C45CA}" type="presParOf" srcId="{287C0374-DFB8-4C7B-9633-764D811C61AD}" destId="{D02FE42E-CE15-4548-A77A-1346AE3370B1}" srcOrd="1" destOrd="0" presId="urn:microsoft.com/office/officeart/2005/8/layout/orgChart1"/>
    <dgm:cxn modelId="{170B02AC-1C9E-49B9-B4C8-76AEA56E50EC}" type="presParOf" srcId="{C9BE786A-E325-4A84-9806-9FD7F399056C}" destId="{CC8BF268-ABFA-4D26-95E2-B89A474339B6}" srcOrd="1" destOrd="0" presId="urn:microsoft.com/office/officeart/2005/8/layout/orgChart1"/>
    <dgm:cxn modelId="{5265DFE6-C2CC-4BE3-887E-C363700E31E5}" type="presParOf" srcId="{C9BE786A-E325-4A84-9806-9FD7F399056C}" destId="{933739BD-52A4-4936-BD0C-2B92F96B6794}" srcOrd="2" destOrd="0" presId="urn:microsoft.com/office/officeart/2005/8/layout/orgChart1"/>
    <dgm:cxn modelId="{FD37E42B-EE36-4A9B-A089-BF4135EAB45A}" type="presParOf" srcId="{F4479D51-DA4B-4C0F-B136-5AE4F772594B}" destId="{D63545E8-FCE5-4A28-9353-DDB8BA6543F1}" srcOrd="2" destOrd="0" presId="urn:microsoft.com/office/officeart/2005/8/layout/orgChart1"/>
    <dgm:cxn modelId="{47969C70-868F-49B3-BED6-CF928F6C2F44}" type="presParOf" srcId="{F1B95512-7AF4-42B8-9AF6-4866485D2BE3}" destId="{17186930-4813-4F49-918C-F74B126B4F09}" srcOrd="6" destOrd="0" presId="urn:microsoft.com/office/officeart/2005/8/layout/orgChart1"/>
    <dgm:cxn modelId="{FA3B211D-00C1-487F-9AC8-5C5205EB2F69}" type="presParOf" srcId="{F1B95512-7AF4-42B8-9AF6-4866485D2BE3}" destId="{9C5542C6-B5BB-4B04-9636-B0D01AE1FFA6}" srcOrd="7" destOrd="0" presId="urn:microsoft.com/office/officeart/2005/8/layout/orgChart1"/>
    <dgm:cxn modelId="{E163B1AD-0240-4DF6-8C5F-539F009C00E1}" type="presParOf" srcId="{9C5542C6-B5BB-4B04-9636-B0D01AE1FFA6}" destId="{45E4F399-71F5-4C8F-B9D9-F0BA11FED839}" srcOrd="0" destOrd="0" presId="urn:microsoft.com/office/officeart/2005/8/layout/orgChart1"/>
    <dgm:cxn modelId="{84054F8A-6098-4E73-B626-1C659A918994}" type="presParOf" srcId="{45E4F399-71F5-4C8F-B9D9-F0BA11FED839}" destId="{6A12A5B5-3EDB-445B-A25E-DB0853592791}" srcOrd="0" destOrd="0" presId="urn:microsoft.com/office/officeart/2005/8/layout/orgChart1"/>
    <dgm:cxn modelId="{B33B7C80-C73C-4EBB-A91F-CF7A994CE7D3}" type="presParOf" srcId="{45E4F399-71F5-4C8F-B9D9-F0BA11FED839}" destId="{DAFC2C28-90C9-4B0B-9B77-D6A555C1BE52}" srcOrd="1" destOrd="0" presId="urn:microsoft.com/office/officeart/2005/8/layout/orgChart1"/>
    <dgm:cxn modelId="{20B798B2-1218-4871-8F8C-20F6E9D488B6}" type="presParOf" srcId="{9C5542C6-B5BB-4B04-9636-B0D01AE1FFA6}" destId="{F2B32FE7-0F69-4F7A-9181-1D3A45BAC2D1}" srcOrd="1" destOrd="0" presId="urn:microsoft.com/office/officeart/2005/8/layout/orgChart1"/>
    <dgm:cxn modelId="{5FCFCCD1-3E49-40D6-AFB3-2490F1A06DC2}" type="presParOf" srcId="{F2B32FE7-0F69-4F7A-9181-1D3A45BAC2D1}" destId="{CA306FFE-4585-4EF6-9E22-E1AD6F997231}" srcOrd="0" destOrd="0" presId="urn:microsoft.com/office/officeart/2005/8/layout/orgChart1"/>
    <dgm:cxn modelId="{17070A32-6BA4-4F21-9EAA-CF5B28D708F9}" type="presParOf" srcId="{F2B32FE7-0F69-4F7A-9181-1D3A45BAC2D1}" destId="{AFF00956-1FB5-47BC-9E5F-C47EE8C5AC83}" srcOrd="1" destOrd="0" presId="urn:microsoft.com/office/officeart/2005/8/layout/orgChart1"/>
    <dgm:cxn modelId="{94DDFCD6-92D8-4B53-9CCE-CABBA9605A31}" type="presParOf" srcId="{AFF00956-1FB5-47BC-9E5F-C47EE8C5AC83}" destId="{65305B1A-91BA-4C68-A9E7-20740B87513B}" srcOrd="0" destOrd="0" presId="urn:microsoft.com/office/officeart/2005/8/layout/orgChart1"/>
    <dgm:cxn modelId="{BCA43DB9-9933-4DB4-8E04-7145BD89EFD2}" type="presParOf" srcId="{65305B1A-91BA-4C68-A9E7-20740B87513B}" destId="{1F2668A0-208F-49F3-8DCD-3D32E5D15A27}" srcOrd="0" destOrd="0" presId="urn:microsoft.com/office/officeart/2005/8/layout/orgChart1"/>
    <dgm:cxn modelId="{D4D1B5AB-22CC-489E-8957-2D0EE68914DD}" type="presParOf" srcId="{65305B1A-91BA-4C68-A9E7-20740B87513B}" destId="{9E666310-CAAA-4BAE-83E6-A9C6AEFC9B5A}" srcOrd="1" destOrd="0" presId="urn:microsoft.com/office/officeart/2005/8/layout/orgChart1"/>
    <dgm:cxn modelId="{DDB8FC2E-157F-4678-8635-6E99B737BB29}" type="presParOf" srcId="{AFF00956-1FB5-47BC-9E5F-C47EE8C5AC83}" destId="{DBC87574-60F4-41FA-B497-74AD06C64D1A}" srcOrd="1" destOrd="0" presId="urn:microsoft.com/office/officeart/2005/8/layout/orgChart1"/>
    <dgm:cxn modelId="{3146D68C-B10D-4B6E-A0A9-E92DC262083A}" type="presParOf" srcId="{AFF00956-1FB5-47BC-9E5F-C47EE8C5AC83}" destId="{0F847EF8-AB9F-41E0-9386-804F8C66E841}" srcOrd="2" destOrd="0" presId="urn:microsoft.com/office/officeart/2005/8/layout/orgChart1"/>
    <dgm:cxn modelId="{6B464A6A-DE19-4D22-8D35-CDEB301667A2}" type="presParOf" srcId="{F2B32FE7-0F69-4F7A-9181-1D3A45BAC2D1}" destId="{A1520C99-76B5-400C-9C48-93A8F0F44E0A}" srcOrd="2" destOrd="0" presId="urn:microsoft.com/office/officeart/2005/8/layout/orgChart1"/>
    <dgm:cxn modelId="{EF20E53A-F184-433D-9D45-0C29339FD670}" type="presParOf" srcId="{F2B32FE7-0F69-4F7A-9181-1D3A45BAC2D1}" destId="{6B1DA1E5-FB19-4A37-89AE-441D441863F5}" srcOrd="3" destOrd="0" presId="urn:microsoft.com/office/officeart/2005/8/layout/orgChart1"/>
    <dgm:cxn modelId="{5107FB07-04E8-4B0C-B716-EAC8486011FD}" type="presParOf" srcId="{6B1DA1E5-FB19-4A37-89AE-441D441863F5}" destId="{C20C4D09-EF24-4F9F-A6C9-9B88F9740AF0}" srcOrd="0" destOrd="0" presId="urn:microsoft.com/office/officeart/2005/8/layout/orgChart1"/>
    <dgm:cxn modelId="{621B1E07-6EBC-4638-89B7-C3DE8A7282F9}" type="presParOf" srcId="{C20C4D09-EF24-4F9F-A6C9-9B88F9740AF0}" destId="{9B680467-C0E9-46F8-85BF-C86265C5327B}" srcOrd="0" destOrd="0" presId="urn:microsoft.com/office/officeart/2005/8/layout/orgChart1"/>
    <dgm:cxn modelId="{4ABB8E0B-86D0-4AB7-BEBF-D0FEEB7FD002}" type="presParOf" srcId="{C20C4D09-EF24-4F9F-A6C9-9B88F9740AF0}" destId="{0BC19A02-964F-4654-8B9D-9E127876A1D6}" srcOrd="1" destOrd="0" presId="urn:microsoft.com/office/officeart/2005/8/layout/orgChart1"/>
    <dgm:cxn modelId="{B324964E-F151-41A8-98D5-0B97C4777C13}" type="presParOf" srcId="{6B1DA1E5-FB19-4A37-89AE-441D441863F5}" destId="{96F2101D-7117-45AC-871E-0A6ED53CA676}" srcOrd="1" destOrd="0" presId="urn:microsoft.com/office/officeart/2005/8/layout/orgChart1"/>
    <dgm:cxn modelId="{3B554BE6-F80F-4264-8D5C-087976B93F49}" type="presParOf" srcId="{6B1DA1E5-FB19-4A37-89AE-441D441863F5}" destId="{09C8BBB7-616D-4ACD-8B2F-75B7CE58C271}" srcOrd="2" destOrd="0" presId="urn:microsoft.com/office/officeart/2005/8/layout/orgChart1"/>
    <dgm:cxn modelId="{E3567911-3FF6-443E-9890-B40E84F7BEA0}" type="presParOf" srcId="{F2B32FE7-0F69-4F7A-9181-1D3A45BAC2D1}" destId="{9A9CDA24-D13F-482A-9472-283B31417F52}" srcOrd="4" destOrd="0" presId="urn:microsoft.com/office/officeart/2005/8/layout/orgChart1"/>
    <dgm:cxn modelId="{A71DAF4F-8625-4A2B-8657-6961DE3072C0}" type="presParOf" srcId="{F2B32FE7-0F69-4F7A-9181-1D3A45BAC2D1}" destId="{B347935E-7A59-48AF-942A-1293883B55B4}" srcOrd="5" destOrd="0" presId="urn:microsoft.com/office/officeart/2005/8/layout/orgChart1"/>
    <dgm:cxn modelId="{453B57D6-77C6-47A3-822D-77ABB7343F0B}" type="presParOf" srcId="{B347935E-7A59-48AF-942A-1293883B55B4}" destId="{D8992D58-5352-4148-B31B-20B697118C75}" srcOrd="0" destOrd="0" presId="urn:microsoft.com/office/officeart/2005/8/layout/orgChart1"/>
    <dgm:cxn modelId="{E097084A-2A16-4371-B783-DDF79EDCC928}" type="presParOf" srcId="{D8992D58-5352-4148-B31B-20B697118C75}" destId="{F6F8CAC3-765D-4EDA-8F74-F7FE81C83CE5}" srcOrd="0" destOrd="0" presId="urn:microsoft.com/office/officeart/2005/8/layout/orgChart1"/>
    <dgm:cxn modelId="{3CCCC173-333E-4654-B2C0-67D817ADF66F}" type="presParOf" srcId="{D8992D58-5352-4148-B31B-20B697118C75}" destId="{C9F153A3-C284-443A-B1D5-F6F5023692E8}" srcOrd="1" destOrd="0" presId="urn:microsoft.com/office/officeart/2005/8/layout/orgChart1"/>
    <dgm:cxn modelId="{D8947D28-286C-497B-93B3-14842AEA935A}" type="presParOf" srcId="{B347935E-7A59-48AF-942A-1293883B55B4}" destId="{DD141257-E077-42BB-A462-A33B9AE7E376}" srcOrd="1" destOrd="0" presId="urn:microsoft.com/office/officeart/2005/8/layout/orgChart1"/>
    <dgm:cxn modelId="{ED534273-EE84-40F3-BBE2-33600CA5812D}" type="presParOf" srcId="{B347935E-7A59-48AF-942A-1293883B55B4}" destId="{D953CEE9-B045-4CDC-B85B-53BB757DBAE1}" srcOrd="2" destOrd="0" presId="urn:microsoft.com/office/officeart/2005/8/layout/orgChart1"/>
    <dgm:cxn modelId="{2CFC951D-5E23-4627-A29F-3B839DF26C63}" type="presParOf" srcId="{F2B32FE7-0F69-4F7A-9181-1D3A45BAC2D1}" destId="{2C6DC13C-E1FE-449D-AF9B-FE5919E524D5}" srcOrd="6" destOrd="0" presId="urn:microsoft.com/office/officeart/2005/8/layout/orgChart1"/>
    <dgm:cxn modelId="{6E366B0F-1874-4AC0-A88F-D0C29299C17B}" type="presParOf" srcId="{F2B32FE7-0F69-4F7A-9181-1D3A45BAC2D1}" destId="{041E3564-6C02-4CB8-AFED-9E4530166F10}" srcOrd="7" destOrd="0" presId="urn:microsoft.com/office/officeart/2005/8/layout/orgChart1"/>
    <dgm:cxn modelId="{9D6C34CC-3A5D-4CB8-B614-7EEA5188FC87}" type="presParOf" srcId="{041E3564-6C02-4CB8-AFED-9E4530166F10}" destId="{05D2C508-FBF3-4627-98C1-044D84F20BE2}" srcOrd="0" destOrd="0" presId="urn:microsoft.com/office/officeart/2005/8/layout/orgChart1"/>
    <dgm:cxn modelId="{59EFF35F-79E4-4AD9-BF28-879E62D76A83}" type="presParOf" srcId="{05D2C508-FBF3-4627-98C1-044D84F20BE2}" destId="{B11A7FA0-5312-42C0-92C0-F5E00501C42C}" srcOrd="0" destOrd="0" presId="urn:microsoft.com/office/officeart/2005/8/layout/orgChart1"/>
    <dgm:cxn modelId="{6CD56CB2-B418-40B9-9FBE-6DB5675C3A1D}" type="presParOf" srcId="{05D2C508-FBF3-4627-98C1-044D84F20BE2}" destId="{DB78756E-E05F-4089-B383-6A717D48F678}" srcOrd="1" destOrd="0" presId="urn:microsoft.com/office/officeart/2005/8/layout/orgChart1"/>
    <dgm:cxn modelId="{742DCCD0-038B-436A-B2F3-524F29528A22}" type="presParOf" srcId="{041E3564-6C02-4CB8-AFED-9E4530166F10}" destId="{D4CD229C-A645-433F-BA58-F7FC5399BC88}" srcOrd="1" destOrd="0" presId="urn:microsoft.com/office/officeart/2005/8/layout/orgChart1"/>
    <dgm:cxn modelId="{BB2214A7-199C-4185-960F-6C6D8E30241D}" type="presParOf" srcId="{041E3564-6C02-4CB8-AFED-9E4530166F10}" destId="{80C0CE03-D354-45EB-ADE6-8068C6D435B4}" srcOrd="2" destOrd="0" presId="urn:microsoft.com/office/officeart/2005/8/layout/orgChart1"/>
    <dgm:cxn modelId="{C8B11F6E-03B1-4723-A5EB-F7E204078C9D}" type="presParOf" srcId="{9C5542C6-B5BB-4B04-9636-B0D01AE1FFA6}" destId="{C15D9A02-7218-4F06-B9B5-BCAAD796A58A}" srcOrd="2" destOrd="0" presId="urn:microsoft.com/office/officeart/2005/8/layout/orgChart1"/>
    <dgm:cxn modelId="{3942CAD1-A5AA-4083-86E6-C93708920A5F}" type="presParOf" srcId="{F1B95512-7AF4-42B8-9AF6-4866485D2BE3}" destId="{F5F56CCD-D269-4B6D-B880-B0B1F735F903}" srcOrd="8" destOrd="0" presId="urn:microsoft.com/office/officeart/2005/8/layout/orgChart1"/>
    <dgm:cxn modelId="{A6FFBC2E-07DC-4753-A893-77E93F3FBC9E}" type="presParOf" srcId="{F1B95512-7AF4-42B8-9AF6-4866485D2BE3}" destId="{B4849F2F-F2D2-4A5D-8DAF-BCD7B8DEC132}" srcOrd="9" destOrd="0" presId="urn:microsoft.com/office/officeart/2005/8/layout/orgChart1"/>
    <dgm:cxn modelId="{47710E8B-4B1C-4F19-8191-49C83256330B}" type="presParOf" srcId="{B4849F2F-F2D2-4A5D-8DAF-BCD7B8DEC132}" destId="{D0099BED-714E-46DA-AE0A-F4A5F3E34FEF}" srcOrd="0" destOrd="0" presId="urn:microsoft.com/office/officeart/2005/8/layout/orgChart1"/>
    <dgm:cxn modelId="{EB9325DC-82EA-4C55-AC96-73F6BABEA2B2}" type="presParOf" srcId="{D0099BED-714E-46DA-AE0A-F4A5F3E34FEF}" destId="{0CDA2B0E-7B71-427B-8E3F-BA0C794D57B2}" srcOrd="0" destOrd="0" presId="urn:microsoft.com/office/officeart/2005/8/layout/orgChart1"/>
    <dgm:cxn modelId="{D2C08033-0803-4458-AF27-2B4C0291AE66}" type="presParOf" srcId="{D0099BED-714E-46DA-AE0A-F4A5F3E34FEF}" destId="{19EF2CCF-4B99-49D1-B871-EA35849F2A9B}" srcOrd="1" destOrd="0" presId="urn:microsoft.com/office/officeart/2005/8/layout/orgChart1"/>
    <dgm:cxn modelId="{8A8DC053-930E-4367-BE8A-53A529BF3EA4}" type="presParOf" srcId="{B4849F2F-F2D2-4A5D-8DAF-BCD7B8DEC132}" destId="{9C05F91F-352A-47FC-9E8C-62A740DBD244}" srcOrd="1" destOrd="0" presId="urn:microsoft.com/office/officeart/2005/8/layout/orgChart1"/>
    <dgm:cxn modelId="{86FED486-B735-4A93-9567-B1301A513146}" type="presParOf" srcId="{9C05F91F-352A-47FC-9E8C-62A740DBD244}" destId="{F41A9FF5-295D-4573-B7F0-FC19F0EDC9BE}" srcOrd="0" destOrd="0" presId="urn:microsoft.com/office/officeart/2005/8/layout/orgChart1"/>
    <dgm:cxn modelId="{923AC576-F97D-491C-A662-C34F37F04117}" type="presParOf" srcId="{9C05F91F-352A-47FC-9E8C-62A740DBD244}" destId="{CC1BA843-5725-48E3-9AA2-082A9E75F8E0}" srcOrd="1" destOrd="0" presId="urn:microsoft.com/office/officeart/2005/8/layout/orgChart1"/>
    <dgm:cxn modelId="{295029BE-7AEE-4694-AA2F-F93E77B0102D}" type="presParOf" srcId="{CC1BA843-5725-48E3-9AA2-082A9E75F8E0}" destId="{A0C46A63-6997-45B6-B015-C45AC2B863FE}" srcOrd="0" destOrd="0" presId="urn:microsoft.com/office/officeart/2005/8/layout/orgChart1"/>
    <dgm:cxn modelId="{D48C4F7C-6E9F-4C6B-A3AC-042D593F24D9}" type="presParOf" srcId="{A0C46A63-6997-45B6-B015-C45AC2B863FE}" destId="{11625801-5AA8-43BD-8A97-421B0B990FBD}" srcOrd="0" destOrd="0" presId="urn:microsoft.com/office/officeart/2005/8/layout/orgChart1"/>
    <dgm:cxn modelId="{70E9EEA9-220F-4938-A921-F05D36044198}" type="presParOf" srcId="{A0C46A63-6997-45B6-B015-C45AC2B863FE}" destId="{BA125C46-000D-49B9-8E5B-C857252D16C4}" srcOrd="1" destOrd="0" presId="urn:microsoft.com/office/officeart/2005/8/layout/orgChart1"/>
    <dgm:cxn modelId="{CA39B745-EB50-4354-9A4F-45BD27703833}" type="presParOf" srcId="{CC1BA843-5725-48E3-9AA2-082A9E75F8E0}" destId="{1459A60A-C0E0-4801-98E6-AB690567D560}" srcOrd="1" destOrd="0" presId="urn:microsoft.com/office/officeart/2005/8/layout/orgChart1"/>
    <dgm:cxn modelId="{2FEB6069-B4E4-4E1C-BD2F-7869E3BB0763}" type="presParOf" srcId="{CC1BA843-5725-48E3-9AA2-082A9E75F8E0}" destId="{8E023228-F116-4829-BA6B-5E528CD06A82}" srcOrd="2" destOrd="0" presId="urn:microsoft.com/office/officeart/2005/8/layout/orgChart1"/>
    <dgm:cxn modelId="{23D2400B-5663-4E57-ACF7-CF6D611C6444}" type="presParOf" srcId="{9C05F91F-352A-47FC-9E8C-62A740DBD244}" destId="{25E6D17E-48AD-4117-BAEF-CDA0B900BFA1}" srcOrd="2" destOrd="0" presId="urn:microsoft.com/office/officeart/2005/8/layout/orgChart1"/>
    <dgm:cxn modelId="{AFBC57B6-0B9D-45C6-82C7-E4E29DBF7060}" type="presParOf" srcId="{9C05F91F-352A-47FC-9E8C-62A740DBD244}" destId="{1CB5ECD3-E9FE-42E6-ACC8-BEAA30362E13}" srcOrd="3" destOrd="0" presId="urn:microsoft.com/office/officeart/2005/8/layout/orgChart1"/>
    <dgm:cxn modelId="{F52078D7-3BF7-4CCC-A479-48D84FAF5734}" type="presParOf" srcId="{1CB5ECD3-E9FE-42E6-ACC8-BEAA30362E13}" destId="{8BC87447-1AB3-45A3-AB4E-377FFAB2DBF4}" srcOrd="0" destOrd="0" presId="urn:microsoft.com/office/officeart/2005/8/layout/orgChart1"/>
    <dgm:cxn modelId="{2AAB14B5-27A7-4B9F-B689-9EE747CD7928}" type="presParOf" srcId="{8BC87447-1AB3-45A3-AB4E-377FFAB2DBF4}" destId="{D1450371-07AF-436E-BE85-66DC745D29ED}" srcOrd="0" destOrd="0" presId="urn:microsoft.com/office/officeart/2005/8/layout/orgChart1"/>
    <dgm:cxn modelId="{05BFD264-2300-4306-8229-1FCB30909DE4}" type="presParOf" srcId="{8BC87447-1AB3-45A3-AB4E-377FFAB2DBF4}" destId="{CCA923FD-4711-42D1-B6F8-F8401BD30809}" srcOrd="1" destOrd="0" presId="urn:microsoft.com/office/officeart/2005/8/layout/orgChart1"/>
    <dgm:cxn modelId="{BDB03BC9-3BAC-418F-BA79-7E8095AC4DCE}" type="presParOf" srcId="{1CB5ECD3-E9FE-42E6-ACC8-BEAA30362E13}" destId="{B171E5BD-1547-48CA-AE21-D4D9C586A3F0}" srcOrd="1" destOrd="0" presId="urn:microsoft.com/office/officeart/2005/8/layout/orgChart1"/>
    <dgm:cxn modelId="{EEB5F646-3041-463B-8470-822BF25DBDEE}" type="presParOf" srcId="{1CB5ECD3-E9FE-42E6-ACC8-BEAA30362E13}" destId="{10C5F5E4-5F19-40F7-8E08-65FF7BE75D35}" srcOrd="2" destOrd="0" presId="urn:microsoft.com/office/officeart/2005/8/layout/orgChart1"/>
    <dgm:cxn modelId="{27F0A531-CB14-44A5-A40C-F6049455D57B}" type="presParOf" srcId="{9C05F91F-352A-47FC-9E8C-62A740DBD244}" destId="{BCE74E42-8561-40C4-B793-A9EEF7231AF2}" srcOrd="4" destOrd="0" presId="urn:microsoft.com/office/officeart/2005/8/layout/orgChart1"/>
    <dgm:cxn modelId="{C32FD39D-78C1-4ECE-A333-F9BA5F1893C9}" type="presParOf" srcId="{9C05F91F-352A-47FC-9E8C-62A740DBD244}" destId="{EB3AB2D6-B518-44AD-9857-3A7C4612F470}" srcOrd="5" destOrd="0" presId="urn:microsoft.com/office/officeart/2005/8/layout/orgChart1"/>
    <dgm:cxn modelId="{FB058D84-C1FB-4031-8F58-580FFC66347D}" type="presParOf" srcId="{EB3AB2D6-B518-44AD-9857-3A7C4612F470}" destId="{5DAB363D-6240-4229-AD17-450E7A8A016F}" srcOrd="0" destOrd="0" presId="urn:microsoft.com/office/officeart/2005/8/layout/orgChart1"/>
    <dgm:cxn modelId="{84692B0E-4700-4030-B834-38386AA6C3F6}" type="presParOf" srcId="{5DAB363D-6240-4229-AD17-450E7A8A016F}" destId="{A578F6EA-7985-4E12-8F12-9726FD3DF005}" srcOrd="0" destOrd="0" presId="urn:microsoft.com/office/officeart/2005/8/layout/orgChart1"/>
    <dgm:cxn modelId="{B7784D93-CC0E-401C-A31B-2A58E804BB7B}" type="presParOf" srcId="{5DAB363D-6240-4229-AD17-450E7A8A016F}" destId="{302EAADF-6492-442F-8AD3-426C90E45E20}" srcOrd="1" destOrd="0" presId="urn:microsoft.com/office/officeart/2005/8/layout/orgChart1"/>
    <dgm:cxn modelId="{8564BBF7-627A-4135-ADF7-4C545E99A56E}" type="presParOf" srcId="{EB3AB2D6-B518-44AD-9857-3A7C4612F470}" destId="{C483A0DA-E1D5-42DD-9BB7-50FF08DE2C7C}" srcOrd="1" destOrd="0" presId="urn:microsoft.com/office/officeart/2005/8/layout/orgChart1"/>
    <dgm:cxn modelId="{FF79B896-7C44-465C-BA20-C33270FF1342}" type="presParOf" srcId="{EB3AB2D6-B518-44AD-9857-3A7C4612F470}" destId="{31DC46DB-B679-43B6-9098-DCF52E397218}" srcOrd="2" destOrd="0" presId="urn:microsoft.com/office/officeart/2005/8/layout/orgChart1"/>
    <dgm:cxn modelId="{9ADC5793-61DF-4AC0-BA79-5FBC5B1205E7}" type="presParOf" srcId="{9C05F91F-352A-47FC-9E8C-62A740DBD244}" destId="{66A67EFC-0531-4719-AC46-95D4E0F82F9F}" srcOrd="6" destOrd="0" presId="urn:microsoft.com/office/officeart/2005/8/layout/orgChart1"/>
    <dgm:cxn modelId="{DBFBE77D-8D40-42B4-B999-B911E0321893}" type="presParOf" srcId="{9C05F91F-352A-47FC-9E8C-62A740DBD244}" destId="{CA041701-DEAA-47D4-836B-63636D820344}" srcOrd="7" destOrd="0" presId="urn:microsoft.com/office/officeart/2005/8/layout/orgChart1"/>
    <dgm:cxn modelId="{3ECD86B4-D416-46A6-8CFC-9131E85C83D1}" type="presParOf" srcId="{CA041701-DEAA-47D4-836B-63636D820344}" destId="{E45C0973-20C9-4105-AD38-2B12368756D6}" srcOrd="0" destOrd="0" presId="urn:microsoft.com/office/officeart/2005/8/layout/orgChart1"/>
    <dgm:cxn modelId="{ED9AE16D-AA3A-4D98-87BC-C0D0685FBDA7}" type="presParOf" srcId="{E45C0973-20C9-4105-AD38-2B12368756D6}" destId="{7F2EF2A2-6B9D-4F4F-8667-978105B513F5}" srcOrd="0" destOrd="0" presId="urn:microsoft.com/office/officeart/2005/8/layout/orgChart1"/>
    <dgm:cxn modelId="{E91B6A72-81DF-4DBE-A29A-DA3A0DBEBC32}" type="presParOf" srcId="{E45C0973-20C9-4105-AD38-2B12368756D6}" destId="{DB440802-7CA1-4009-B415-27B26B8DF310}" srcOrd="1" destOrd="0" presId="urn:microsoft.com/office/officeart/2005/8/layout/orgChart1"/>
    <dgm:cxn modelId="{DCE32F42-29AB-4F7D-A5E4-B8F088E1CF98}" type="presParOf" srcId="{CA041701-DEAA-47D4-836B-63636D820344}" destId="{26FCAEC8-2771-48A6-97EF-75D63D4BFEB2}" srcOrd="1" destOrd="0" presId="urn:microsoft.com/office/officeart/2005/8/layout/orgChart1"/>
    <dgm:cxn modelId="{C19CE818-A1C5-4D37-B870-8C9239AAA122}" type="presParOf" srcId="{CA041701-DEAA-47D4-836B-63636D820344}" destId="{10FEC1F6-D0F3-40EB-9C0F-0137F57B9C7C}" srcOrd="2" destOrd="0" presId="urn:microsoft.com/office/officeart/2005/8/layout/orgChart1"/>
    <dgm:cxn modelId="{0FA5DDF5-2632-4DD2-80F6-030F575A49CE}" type="presParOf" srcId="{9C05F91F-352A-47FC-9E8C-62A740DBD244}" destId="{19674FFA-598B-4110-9309-231A06B5C9B6}" srcOrd="8" destOrd="0" presId="urn:microsoft.com/office/officeart/2005/8/layout/orgChart1"/>
    <dgm:cxn modelId="{A7C53E2E-1793-48D6-B41A-22E2AD5C9FCC}" type="presParOf" srcId="{9C05F91F-352A-47FC-9E8C-62A740DBD244}" destId="{ABD24611-26C2-4D86-9496-62C65CF96A90}" srcOrd="9" destOrd="0" presId="urn:microsoft.com/office/officeart/2005/8/layout/orgChart1"/>
    <dgm:cxn modelId="{ABCFBF5C-501F-4C62-AA81-0A276B2B02BB}" type="presParOf" srcId="{ABD24611-26C2-4D86-9496-62C65CF96A90}" destId="{1D3D68A3-0380-4238-8A03-4640F50B1525}" srcOrd="0" destOrd="0" presId="urn:microsoft.com/office/officeart/2005/8/layout/orgChart1"/>
    <dgm:cxn modelId="{0FFC51F6-36E1-4BE3-9839-4FE2A4C7F841}" type="presParOf" srcId="{1D3D68A3-0380-4238-8A03-4640F50B1525}" destId="{2293E389-0AD6-4065-A620-E1E708BE9BEF}" srcOrd="0" destOrd="0" presId="urn:microsoft.com/office/officeart/2005/8/layout/orgChart1"/>
    <dgm:cxn modelId="{BFEF0BF9-B3C9-4E7C-A7DB-77F22E8CD804}" type="presParOf" srcId="{1D3D68A3-0380-4238-8A03-4640F50B1525}" destId="{DB6C25AE-60A8-49D9-AEDC-8B4AE7F0F896}" srcOrd="1" destOrd="0" presId="urn:microsoft.com/office/officeart/2005/8/layout/orgChart1"/>
    <dgm:cxn modelId="{BDD4F1F8-2FA1-41E6-ADE7-B7F393C04691}" type="presParOf" srcId="{ABD24611-26C2-4D86-9496-62C65CF96A90}" destId="{F8DE7F8C-55F7-4D0C-A5E5-5271537E3105}" srcOrd="1" destOrd="0" presId="urn:microsoft.com/office/officeart/2005/8/layout/orgChart1"/>
    <dgm:cxn modelId="{96B88162-78D3-4381-B0C2-7F9A60589F92}" type="presParOf" srcId="{ABD24611-26C2-4D86-9496-62C65CF96A90}" destId="{B5707DBC-2347-4615-A874-15471561C78A}" srcOrd="2" destOrd="0" presId="urn:microsoft.com/office/officeart/2005/8/layout/orgChart1"/>
    <dgm:cxn modelId="{0ECBB38D-ACC2-4CCB-BB28-8A9B56C0D238}" type="presParOf" srcId="{9C05F91F-352A-47FC-9E8C-62A740DBD244}" destId="{59090793-A739-47E3-9D82-8D918FAF7B40}" srcOrd="10" destOrd="0" presId="urn:microsoft.com/office/officeart/2005/8/layout/orgChart1"/>
    <dgm:cxn modelId="{6FBE17EC-B7C9-4752-9B65-4712E1B73EF1}" type="presParOf" srcId="{9C05F91F-352A-47FC-9E8C-62A740DBD244}" destId="{A934B7A2-680F-49CC-91FE-5450DAA2170D}" srcOrd="11" destOrd="0" presId="urn:microsoft.com/office/officeart/2005/8/layout/orgChart1"/>
    <dgm:cxn modelId="{AF53F28E-7C12-4A80-8CF8-1A8C18D24083}" type="presParOf" srcId="{A934B7A2-680F-49CC-91FE-5450DAA2170D}" destId="{441117A5-CF80-429E-934A-03B8BE6F2FAB}" srcOrd="0" destOrd="0" presId="urn:microsoft.com/office/officeart/2005/8/layout/orgChart1"/>
    <dgm:cxn modelId="{0DB6C733-FED3-4838-BBE5-3BD9154A890F}" type="presParOf" srcId="{441117A5-CF80-429E-934A-03B8BE6F2FAB}" destId="{DADE5F4E-05DF-4612-ABD5-890A9CCBC50D}" srcOrd="0" destOrd="0" presId="urn:microsoft.com/office/officeart/2005/8/layout/orgChart1"/>
    <dgm:cxn modelId="{2A9BF97E-CD9D-443A-9AD4-DBE33A96B089}" type="presParOf" srcId="{441117A5-CF80-429E-934A-03B8BE6F2FAB}" destId="{A3B2178E-DA0B-4383-B851-C74D7581A0FF}" srcOrd="1" destOrd="0" presId="urn:microsoft.com/office/officeart/2005/8/layout/orgChart1"/>
    <dgm:cxn modelId="{BD1C1273-C5C3-42A1-B385-DD1CAFCF8EA5}" type="presParOf" srcId="{A934B7A2-680F-49CC-91FE-5450DAA2170D}" destId="{93FFAB2E-7631-4469-ACE7-505C98A4FC83}" srcOrd="1" destOrd="0" presId="urn:microsoft.com/office/officeart/2005/8/layout/orgChart1"/>
    <dgm:cxn modelId="{1675A7FA-86D3-4890-9921-698891858DA5}" type="presParOf" srcId="{A934B7A2-680F-49CC-91FE-5450DAA2170D}" destId="{AA8890FC-EB38-4606-AF90-3A4CB051D081}" srcOrd="2" destOrd="0" presId="urn:microsoft.com/office/officeart/2005/8/layout/orgChart1"/>
    <dgm:cxn modelId="{AB98EC9D-621F-4D88-8A08-0E7BEB99DE66}" type="presParOf" srcId="{B4849F2F-F2D2-4A5D-8DAF-BCD7B8DEC132}" destId="{FFDC6F11-6118-43DB-AF8B-A1AAD8A83369}" srcOrd="2" destOrd="0" presId="urn:microsoft.com/office/officeart/2005/8/layout/orgChart1"/>
    <dgm:cxn modelId="{F1F8FA59-08DC-48F9-883D-337E5D04C414}" type="presParOf" srcId="{F1B95512-7AF4-42B8-9AF6-4866485D2BE3}" destId="{433329C2-8476-43BA-87C5-0DA07CB18525}" srcOrd="10" destOrd="0" presId="urn:microsoft.com/office/officeart/2005/8/layout/orgChart1"/>
    <dgm:cxn modelId="{2C11C0CA-F304-4AFF-BC7D-9BC3661BB8D8}" type="presParOf" srcId="{F1B95512-7AF4-42B8-9AF6-4866485D2BE3}" destId="{C8891521-F90F-4148-90DC-992C1A8244CF}" srcOrd="11" destOrd="0" presId="urn:microsoft.com/office/officeart/2005/8/layout/orgChart1"/>
    <dgm:cxn modelId="{0F1639D8-8E62-491A-9E88-6114A7C796CF}" type="presParOf" srcId="{C8891521-F90F-4148-90DC-992C1A8244CF}" destId="{653DD414-0961-4B90-BE04-EFDAE09A75E9}" srcOrd="0" destOrd="0" presId="urn:microsoft.com/office/officeart/2005/8/layout/orgChart1"/>
    <dgm:cxn modelId="{91E835B7-A040-40F0-A62C-632231C76387}" type="presParOf" srcId="{653DD414-0961-4B90-BE04-EFDAE09A75E9}" destId="{F38683AB-D6BE-4843-B5CC-DF00C77E8FF4}" srcOrd="0" destOrd="0" presId="urn:microsoft.com/office/officeart/2005/8/layout/orgChart1"/>
    <dgm:cxn modelId="{E0963072-36DB-41E3-9AB8-074931FBC28B}" type="presParOf" srcId="{653DD414-0961-4B90-BE04-EFDAE09A75E9}" destId="{F703A6CA-294B-4278-91DF-5DE719DBDF9F}" srcOrd="1" destOrd="0" presId="urn:microsoft.com/office/officeart/2005/8/layout/orgChart1"/>
    <dgm:cxn modelId="{32456DC7-BA2A-4CAD-9215-2DC784571EE0}" type="presParOf" srcId="{C8891521-F90F-4148-90DC-992C1A8244CF}" destId="{40A04568-E60D-4045-AF1A-A56F53EF0ADC}" srcOrd="1" destOrd="0" presId="urn:microsoft.com/office/officeart/2005/8/layout/orgChart1"/>
    <dgm:cxn modelId="{FB4001A7-7330-406E-BD7A-C2EB949D5435}" type="presParOf" srcId="{40A04568-E60D-4045-AF1A-A56F53EF0ADC}" destId="{E66A89C7-436E-4206-8480-5F76BFF56263}" srcOrd="0" destOrd="0" presId="urn:microsoft.com/office/officeart/2005/8/layout/orgChart1"/>
    <dgm:cxn modelId="{A98B6887-150B-4C16-894D-908B322436E4}" type="presParOf" srcId="{40A04568-E60D-4045-AF1A-A56F53EF0ADC}" destId="{A2467E9C-50A3-47F6-A173-131BA144F42A}" srcOrd="1" destOrd="0" presId="urn:microsoft.com/office/officeart/2005/8/layout/orgChart1"/>
    <dgm:cxn modelId="{DEB4E9B3-DFBB-4EE4-8AE4-4FC53BF5CA38}" type="presParOf" srcId="{A2467E9C-50A3-47F6-A173-131BA144F42A}" destId="{CA14F478-428A-444D-B79A-7FD5B43AB9ED}" srcOrd="0" destOrd="0" presId="urn:microsoft.com/office/officeart/2005/8/layout/orgChart1"/>
    <dgm:cxn modelId="{B2E58849-F14C-4C00-B126-2E7F526190BE}" type="presParOf" srcId="{CA14F478-428A-444D-B79A-7FD5B43AB9ED}" destId="{AAE090E3-7673-4E1F-986A-A985FA5EE9F7}" srcOrd="0" destOrd="0" presId="urn:microsoft.com/office/officeart/2005/8/layout/orgChart1"/>
    <dgm:cxn modelId="{564F5A62-B936-4F6A-8B55-EBAD78F7680B}" type="presParOf" srcId="{CA14F478-428A-444D-B79A-7FD5B43AB9ED}" destId="{2136905F-BEA8-4530-983D-E4EB15D51EF1}" srcOrd="1" destOrd="0" presId="urn:microsoft.com/office/officeart/2005/8/layout/orgChart1"/>
    <dgm:cxn modelId="{319D50DB-B01F-49B9-B5DB-55B1984145FA}" type="presParOf" srcId="{A2467E9C-50A3-47F6-A173-131BA144F42A}" destId="{32581DEC-8FA0-449D-B23A-D8D3426DE0EF}" srcOrd="1" destOrd="0" presId="urn:microsoft.com/office/officeart/2005/8/layout/orgChart1"/>
    <dgm:cxn modelId="{7F5966B9-901B-4525-B5B0-8258EFA4B80A}" type="presParOf" srcId="{A2467E9C-50A3-47F6-A173-131BA144F42A}" destId="{B56AB328-6581-4581-8C50-18D16CD8D1CC}" srcOrd="2" destOrd="0" presId="urn:microsoft.com/office/officeart/2005/8/layout/orgChart1"/>
    <dgm:cxn modelId="{D2DC3322-747E-4A3C-8E29-E91F3D042DC1}" type="presParOf" srcId="{40A04568-E60D-4045-AF1A-A56F53EF0ADC}" destId="{AACCCCA8-030F-4D93-A364-83212B7739A2}" srcOrd="2" destOrd="0" presId="urn:microsoft.com/office/officeart/2005/8/layout/orgChart1"/>
    <dgm:cxn modelId="{F2E861DE-A535-435F-B797-F7AA59E66537}" type="presParOf" srcId="{40A04568-E60D-4045-AF1A-A56F53EF0ADC}" destId="{EFAC1214-4B69-4E64-9FED-FE0705409DAC}" srcOrd="3" destOrd="0" presId="urn:microsoft.com/office/officeart/2005/8/layout/orgChart1"/>
    <dgm:cxn modelId="{9695249F-FAC5-40FB-B856-5DE3681644EA}" type="presParOf" srcId="{EFAC1214-4B69-4E64-9FED-FE0705409DAC}" destId="{B6D1D1A2-9938-4746-A62D-4AF2963F46AF}" srcOrd="0" destOrd="0" presId="urn:microsoft.com/office/officeart/2005/8/layout/orgChart1"/>
    <dgm:cxn modelId="{E4445C15-EA04-4427-8CBA-4541579624C9}" type="presParOf" srcId="{B6D1D1A2-9938-4746-A62D-4AF2963F46AF}" destId="{A15FC598-AE3D-47E1-B61D-127BFC60E3B4}" srcOrd="0" destOrd="0" presId="urn:microsoft.com/office/officeart/2005/8/layout/orgChart1"/>
    <dgm:cxn modelId="{A103ECCD-BFB7-4500-B99A-6329F4558B49}" type="presParOf" srcId="{B6D1D1A2-9938-4746-A62D-4AF2963F46AF}" destId="{71E74756-F465-458D-82AB-65CE68D20A18}" srcOrd="1" destOrd="0" presId="urn:microsoft.com/office/officeart/2005/8/layout/orgChart1"/>
    <dgm:cxn modelId="{72015A00-8EF0-4638-AA1B-8CB9172B807D}" type="presParOf" srcId="{EFAC1214-4B69-4E64-9FED-FE0705409DAC}" destId="{0BFF917E-F43F-428B-9E80-4C857ECF55CC}" srcOrd="1" destOrd="0" presId="urn:microsoft.com/office/officeart/2005/8/layout/orgChart1"/>
    <dgm:cxn modelId="{21E10656-D48E-4B6F-81BF-DEEA3F80D549}" type="presParOf" srcId="{EFAC1214-4B69-4E64-9FED-FE0705409DAC}" destId="{C48FCABB-4876-4509-9AFE-B63CF1C391D6}" srcOrd="2" destOrd="0" presId="urn:microsoft.com/office/officeart/2005/8/layout/orgChart1"/>
    <dgm:cxn modelId="{EB6838D5-FB68-476B-B5BC-0931910ABCD7}" type="presParOf" srcId="{C8891521-F90F-4148-90DC-992C1A8244CF}" destId="{5840F55D-C596-4821-B1BE-C6D124B44149}" srcOrd="2" destOrd="0" presId="urn:microsoft.com/office/officeart/2005/8/layout/orgChart1"/>
    <dgm:cxn modelId="{A2C7D49B-807F-43BB-9D89-AD2F7F98E661}" type="presParOf" srcId="{F1B95512-7AF4-42B8-9AF6-4866485D2BE3}" destId="{3798E57F-4567-4DA1-B320-A42C7568EE29}" srcOrd="12" destOrd="0" presId="urn:microsoft.com/office/officeart/2005/8/layout/orgChart1"/>
    <dgm:cxn modelId="{326D5809-A2D7-4268-A067-58BB517C13E3}" type="presParOf" srcId="{F1B95512-7AF4-42B8-9AF6-4866485D2BE3}" destId="{1BA01F82-BEC8-4149-8707-0C4E3822E5D8}" srcOrd="13" destOrd="0" presId="urn:microsoft.com/office/officeart/2005/8/layout/orgChart1"/>
    <dgm:cxn modelId="{575CF9D1-B3A6-4589-A0DB-772F8BEB1B2A}" type="presParOf" srcId="{1BA01F82-BEC8-4149-8707-0C4E3822E5D8}" destId="{DD62EF31-8EEF-4E66-9D76-D60D18F11BEE}" srcOrd="0" destOrd="0" presId="urn:microsoft.com/office/officeart/2005/8/layout/orgChart1"/>
    <dgm:cxn modelId="{DEC11EA1-E6C4-4211-A6F0-F61FF5F60ADA}" type="presParOf" srcId="{DD62EF31-8EEF-4E66-9D76-D60D18F11BEE}" destId="{C34AB1D3-B447-4FCE-812E-772D5A997A1A}" srcOrd="0" destOrd="0" presId="urn:microsoft.com/office/officeart/2005/8/layout/orgChart1"/>
    <dgm:cxn modelId="{ADE40F35-F0DE-4562-8108-B5B36220224B}" type="presParOf" srcId="{DD62EF31-8EEF-4E66-9D76-D60D18F11BEE}" destId="{462B114D-BB07-4870-A2BE-48C5DF765921}" srcOrd="1" destOrd="0" presId="urn:microsoft.com/office/officeart/2005/8/layout/orgChart1"/>
    <dgm:cxn modelId="{7F4AD6BD-3780-4141-A0EB-5FD5538EBDE7}" type="presParOf" srcId="{1BA01F82-BEC8-4149-8707-0C4E3822E5D8}" destId="{1410C9FE-F7FB-440F-90E7-1FDF6DAC2E12}" srcOrd="1" destOrd="0" presId="urn:microsoft.com/office/officeart/2005/8/layout/orgChart1"/>
    <dgm:cxn modelId="{701C6318-A153-4D25-A3F2-D7B8F3EB8B45}" type="presParOf" srcId="{1410C9FE-F7FB-440F-90E7-1FDF6DAC2E12}" destId="{1ED97478-9B60-4126-A3D3-2C34B6310EB2}" srcOrd="0" destOrd="0" presId="urn:microsoft.com/office/officeart/2005/8/layout/orgChart1"/>
    <dgm:cxn modelId="{7258F797-9CF3-4F80-A779-91EDB3D7949E}" type="presParOf" srcId="{1410C9FE-F7FB-440F-90E7-1FDF6DAC2E12}" destId="{4C91D129-D0CB-4228-A72E-DC27B581524A}" srcOrd="1" destOrd="0" presId="urn:microsoft.com/office/officeart/2005/8/layout/orgChart1"/>
    <dgm:cxn modelId="{C3940E9D-0EEA-4ACA-9921-9ECA388BB3EE}" type="presParOf" srcId="{4C91D129-D0CB-4228-A72E-DC27B581524A}" destId="{7D7C3CA1-371F-42F7-8C36-BB5BF925734D}" srcOrd="0" destOrd="0" presId="urn:microsoft.com/office/officeart/2005/8/layout/orgChart1"/>
    <dgm:cxn modelId="{F724D26B-1FFD-4DE8-961E-133E125FDBA5}" type="presParOf" srcId="{7D7C3CA1-371F-42F7-8C36-BB5BF925734D}" destId="{0C99DC84-E8E6-4354-92E5-87B405956B04}" srcOrd="0" destOrd="0" presId="urn:microsoft.com/office/officeart/2005/8/layout/orgChart1"/>
    <dgm:cxn modelId="{A788A97F-1858-4E6C-9E05-A21869599504}" type="presParOf" srcId="{7D7C3CA1-371F-42F7-8C36-BB5BF925734D}" destId="{B27771D5-2DB4-4502-A916-EAB91027BB61}" srcOrd="1" destOrd="0" presId="urn:microsoft.com/office/officeart/2005/8/layout/orgChart1"/>
    <dgm:cxn modelId="{1338D196-8D83-48A4-A7A9-BF6FF3BAB405}" type="presParOf" srcId="{4C91D129-D0CB-4228-A72E-DC27B581524A}" destId="{3EFE7905-E903-47EE-A170-E90425514D78}" srcOrd="1" destOrd="0" presId="urn:microsoft.com/office/officeart/2005/8/layout/orgChart1"/>
    <dgm:cxn modelId="{DD42AD20-DEE9-48D0-857A-D774884974EF}" type="presParOf" srcId="{4C91D129-D0CB-4228-A72E-DC27B581524A}" destId="{0AE9D8C3-3AF4-4145-B5E8-A3CFF013F6A2}" srcOrd="2" destOrd="0" presId="urn:microsoft.com/office/officeart/2005/8/layout/orgChart1"/>
    <dgm:cxn modelId="{9DF3BF29-06BF-42A1-8ED2-BF4CE2601400}" type="presParOf" srcId="{1BA01F82-BEC8-4149-8707-0C4E3822E5D8}" destId="{6A356545-478B-4033-833D-46C9704F2A8C}" srcOrd="2" destOrd="0" presId="urn:microsoft.com/office/officeart/2005/8/layout/orgChart1"/>
    <dgm:cxn modelId="{785D8B3C-C02A-4260-A5F3-D2888E13108A}" type="presParOf" srcId="{18514FDF-93B2-4EFE-872F-2A616252B183}" destId="{168E3A4F-F2FA-458A-9171-0F5375D5E366}"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97478-9B60-4126-A3D3-2C34B6310EB2}">
      <dsp:nvSpPr>
        <dsp:cNvPr id="0" name=""/>
        <dsp:cNvSpPr/>
      </dsp:nvSpPr>
      <dsp:spPr>
        <a:xfrm>
          <a:off x="9450849" y="1339368"/>
          <a:ext cx="165488" cy="507497"/>
        </a:xfrm>
        <a:custGeom>
          <a:avLst/>
          <a:gdLst/>
          <a:ahLst/>
          <a:cxnLst/>
          <a:rect l="0" t="0" r="0" b="0"/>
          <a:pathLst>
            <a:path>
              <a:moveTo>
                <a:pt x="0" y="0"/>
              </a:moveTo>
              <a:lnTo>
                <a:pt x="0" y="507497"/>
              </a:lnTo>
              <a:lnTo>
                <a:pt x="165488" y="5074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98E57F-4567-4DA1-B320-A42C7568EE29}">
      <dsp:nvSpPr>
        <dsp:cNvPr id="0" name=""/>
        <dsp:cNvSpPr/>
      </dsp:nvSpPr>
      <dsp:spPr>
        <a:xfrm>
          <a:off x="5887336" y="556057"/>
          <a:ext cx="4004815" cy="231683"/>
        </a:xfrm>
        <a:custGeom>
          <a:avLst/>
          <a:gdLst/>
          <a:ahLst/>
          <a:cxnLst/>
          <a:rect l="0" t="0" r="0" b="0"/>
          <a:pathLst>
            <a:path>
              <a:moveTo>
                <a:pt x="0" y="0"/>
              </a:moveTo>
              <a:lnTo>
                <a:pt x="0" y="115841"/>
              </a:lnTo>
              <a:lnTo>
                <a:pt x="4004815" y="115841"/>
              </a:lnTo>
              <a:lnTo>
                <a:pt x="4004815" y="231683"/>
              </a:lnTo>
            </a:path>
          </a:pathLst>
        </a:custGeom>
        <a:noFill/>
        <a:ln w="1905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AACCCCA8-030F-4D93-A364-83212B7739A2}">
      <dsp:nvSpPr>
        <dsp:cNvPr id="0" name=""/>
        <dsp:cNvSpPr/>
      </dsp:nvSpPr>
      <dsp:spPr>
        <a:xfrm>
          <a:off x="8115911" y="1339368"/>
          <a:ext cx="155856" cy="1156724"/>
        </a:xfrm>
        <a:custGeom>
          <a:avLst/>
          <a:gdLst/>
          <a:ahLst/>
          <a:cxnLst/>
          <a:rect l="0" t="0" r="0" b="0"/>
          <a:pathLst>
            <a:path>
              <a:moveTo>
                <a:pt x="0" y="0"/>
              </a:moveTo>
              <a:lnTo>
                <a:pt x="0" y="1156724"/>
              </a:lnTo>
              <a:lnTo>
                <a:pt x="155856" y="11567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6A89C7-436E-4206-8480-5F76BFF56263}">
      <dsp:nvSpPr>
        <dsp:cNvPr id="0" name=""/>
        <dsp:cNvSpPr/>
      </dsp:nvSpPr>
      <dsp:spPr>
        <a:xfrm>
          <a:off x="8115911" y="1339368"/>
          <a:ext cx="155856" cy="497865"/>
        </a:xfrm>
        <a:custGeom>
          <a:avLst/>
          <a:gdLst/>
          <a:ahLst/>
          <a:cxnLst/>
          <a:rect l="0" t="0" r="0" b="0"/>
          <a:pathLst>
            <a:path>
              <a:moveTo>
                <a:pt x="0" y="0"/>
              </a:moveTo>
              <a:lnTo>
                <a:pt x="0" y="497865"/>
              </a:lnTo>
              <a:lnTo>
                <a:pt x="155856" y="49786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3329C2-8476-43BA-87C5-0DA07CB18525}">
      <dsp:nvSpPr>
        <dsp:cNvPr id="0" name=""/>
        <dsp:cNvSpPr/>
      </dsp:nvSpPr>
      <dsp:spPr>
        <a:xfrm>
          <a:off x="5887336" y="556057"/>
          <a:ext cx="2669876" cy="231683"/>
        </a:xfrm>
        <a:custGeom>
          <a:avLst/>
          <a:gdLst/>
          <a:ahLst/>
          <a:cxnLst/>
          <a:rect l="0" t="0" r="0" b="0"/>
          <a:pathLst>
            <a:path>
              <a:moveTo>
                <a:pt x="0" y="0"/>
              </a:moveTo>
              <a:lnTo>
                <a:pt x="0" y="115841"/>
              </a:lnTo>
              <a:lnTo>
                <a:pt x="2669876" y="115841"/>
              </a:lnTo>
              <a:lnTo>
                <a:pt x="2669876" y="231683"/>
              </a:lnTo>
            </a:path>
          </a:pathLst>
        </a:custGeom>
        <a:noFill/>
        <a:ln w="254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59090793-A739-47E3-9D82-8D918FAF7B40}">
      <dsp:nvSpPr>
        <dsp:cNvPr id="0" name=""/>
        <dsp:cNvSpPr/>
      </dsp:nvSpPr>
      <dsp:spPr>
        <a:xfrm>
          <a:off x="6780972" y="1339368"/>
          <a:ext cx="155536" cy="3797188"/>
        </a:xfrm>
        <a:custGeom>
          <a:avLst/>
          <a:gdLst/>
          <a:ahLst/>
          <a:cxnLst/>
          <a:rect l="0" t="0" r="0" b="0"/>
          <a:pathLst>
            <a:path>
              <a:moveTo>
                <a:pt x="0" y="0"/>
              </a:moveTo>
              <a:lnTo>
                <a:pt x="0" y="3797188"/>
              </a:lnTo>
              <a:lnTo>
                <a:pt x="155536" y="37971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674FFA-598B-4110-9309-231A06B5C9B6}">
      <dsp:nvSpPr>
        <dsp:cNvPr id="0" name=""/>
        <dsp:cNvSpPr/>
      </dsp:nvSpPr>
      <dsp:spPr>
        <a:xfrm>
          <a:off x="6780972" y="1339368"/>
          <a:ext cx="147758" cy="3124820"/>
        </a:xfrm>
        <a:custGeom>
          <a:avLst/>
          <a:gdLst/>
          <a:ahLst/>
          <a:cxnLst/>
          <a:rect l="0" t="0" r="0" b="0"/>
          <a:pathLst>
            <a:path>
              <a:moveTo>
                <a:pt x="0" y="0"/>
              </a:moveTo>
              <a:lnTo>
                <a:pt x="0" y="3124820"/>
              </a:lnTo>
              <a:lnTo>
                <a:pt x="147758" y="31248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A67EFC-0531-4719-AC46-95D4E0F82F9F}">
      <dsp:nvSpPr>
        <dsp:cNvPr id="0" name=""/>
        <dsp:cNvSpPr/>
      </dsp:nvSpPr>
      <dsp:spPr>
        <a:xfrm>
          <a:off x="6780972" y="1339368"/>
          <a:ext cx="157390" cy="2363205"/>
        </a:xfrm>
        <a:custGeom>
          <a:avLst/>
          <a:gdLst/>
          <a:ahLst/>
          <a:cxnLst/>
          <a:rect l="0" t="0" r="0" b="0"/>
          <a:pathLst>
            <a:path>
              <a:moveTo>
                <a:pt x="0" y="0"/>
              </a:moveTo>
              <a:lnTo>
                <a:pt x="0" y="2363205"/>
              </a:lnTo>
              <a:lnTo>
                <a:pt x="157390" y="236320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E74E42-8561-40C4-B793-A9EEF7231AF2}">
      <dsp:nvSpPr>
        <dsp:cNvPr id="0" name=""/>
        <dsp:cNvSpPr/>
      </dsp:nvSpPr>
      <dsp:spPr>
        <a:xfrm>
          <a:off x="6780972" y="1339368"/>
          <a:ext cx="165488" cy="1741934"/>
        </a:xfrm>
        <a:custGeom>
          <a:avLst/>
          <a:gdLst/>
          <a:ahLst/>
          <a:cxnLst/>
          <a:rect l="0" t="0" r="0" b="0"/>
          <a:pathLst>
            <a:path>
              <a:moveTo>
                <a:pt x="0" y="0"/>
              </a:moveTo>
              <a:lnTo>
                <a:pt x="0" y="1741934"/>
              </a:lnTo>
              <a:lnTo>
                <a:pt x="165488" y="174193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E6D17E-48AD-4117-BAEF-CDA0B900BFA1}">
      <dsp:nvSpPr>
        <dsp:cNvPr id="0" name=""/>
        <dsp:cNvSpPr/>
      </dsp:nvSpPr>
      <dsp:spPr>
        <a:xfrm>
          <a:off x="6780972" y="1339368"/>
          <a:ext cx="181695" cy="1120664"/>
        </a:xfrm>
        <a:custGeom>
          <a:avLst/>
          <a:gdLst/>
          <a:ahLst/>
          <a:cxnLst/>
          <a:rect l="0" t="0" r="0" b="0"/>
          <a:pathLst>
            <a:path>
              <a:moveTo>
                <a:pt x="0" y="0"/>
              </a:moveTo>
              <a:lnTo>
                <a:pt x="0" y="1120664"/>
              </a:lnTo>
              <a:lnTo>
                <a:pt x="181695" y="112066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1A9FF5-295D-4573-B7F0-FC19F0EDC9BE}">
      <dsp:nvSpPr>
        <dsp:cNvPr id="0" name=""/>
        <dsp:cNvSpPr/>
      </dsp:nvSpPr>
      <dsp:spPr>
        <a:xfrm>
          <a:off x="6780972" y="1339368"/>
          <a:ext cx="165488" cy="507497"/>
        </a:xfrm>
        <a:custGeom>
          <a:avLst/>
          <a:gdLst/>
          <a:ahLst/>
          <a:cxnLst/>
          <a:rect l="0" t="0" r="0" b="0"/>
          <a:pathLst>
            <a:path>
              <a:moveTo>
                <a:pt x="0" y="0"/>
              </a:moveTo>
              <a:lnTo>
                <a:pt x="0" y="507497"/>
              </a:lnTo>
              <a:lnTo>
                <a:pt x="165488" y="5074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F56CCD-D269-4B6D-B880-B0B1F735F903}">
      <dsp:nvSpPr>
        <dsp:cNvPr id="0" name=""/>
        <dsp:cNvSpPr/>
      </dsp:nvSpPr>
      <dsp:spPr>
        <a:xfrm>
          <a:off x="5887336" y="556057"/>
          <a:ext cx="1334938" cy="231683"/>
        </a:xfrm>
        <a:custGeom>
          <a:avLst/>
          <a:gdLst/>
          <a:ahLst/>
          <a:cxnLst/>
          <a:rect l="0" t="0" r="0" b="0"/>
          <a:pathLst>
            <a:path>
              <a:moveTo>
                <a:pt x="0" y="0"/>
              </a:moveTo>
              <a:lnTo>
                <a:pt x="0" y="115841"/>
              </a:lnTo>
              <a:lnTo>
                <a:pt x="1334938" y="115841"/>
              </a:lnTo>
              <a:lnTo>
                <a:pt x="1334938" y="231683"/>
              </a:lnTo>
            </a:path>
          </a:pathLst>
        </a:custGeom>
        <a:noFill/>
        <a:ln w="254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2C6DC13C-E1FE-449D-AF9B-FE5919E524D5}">
      <dsp:nvSpPr>
        <dsp:cNvPr id="0" name=""/>
        <dsp:cNvSpPr/>
      </dsp:nvSpPr>
      <dsp:spPr>
        <a:xfrm>
          <a:off x="5446034" y="1339368"/>
          <a:ext cx="181695" cy="2381083"/>
        </a:xfrm>
        <a:custGeom>
          <a:avLst/>
          <a:gdLst/>
          <a:ahLst/>
          <a:cxnLst/>
          <a:rect l="0" t="0" r="0" b="0"/>
          <a:pathLst>
            <a:path>
              <a:moveTo>
                <a:pt x="0" y="0"/>
              </a:moveTo>
              <a:lnTo>
                <a:pt x="0" y="2381083"/>
              </a:lnTo>
              <a:lnTo>
                <a:pt x="181695" y="238108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9CDA24-D13F-482A-9472-283B31417F52}">
      <dsp:nvSpPr>
        <dsp:cNvPr id="0" name=""/>
        <dsp:cNvSpPr/>
      </dsp:nvSpPr>
      <dsp:spPr>
        <a:xfrm>
          <a:off x="5446034" y="1339368"/>
          <a:ext cx="190344" cy="1760099"/>
        </a:xfrm>
        <a:custGeom>
          <a:avLst/>
          <a:gdLst/>
          <a:ahLst/>
          <a:cxnLst/>
          <a:rect l="0" t="0" r="0" b="0"/>
          <a:pathLst>
            <a:path>
              <a:moveTo>
                <a:pt x="0" y="0"/>
              </a:moveTo>
              <a:lnTo>
                <a:pt x="0" y="1760099"/>
              </a:lnTo>
              <a:lnTo>
                <a:pt x="190344" y="176009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520C99-76B5-400C-9C48-93A8F0F44E0A}">
      <dsp:nvSpPr>
        <dsp:cNvPr id="0" name=""/>
        <dsp:cNvSpPr/>
      </dsp:nvSpPr>
      <dsp:spPr>
        <a:xfrm>
          <a:off x="5446034" y="1339368"/>
          <a:ext cx="201509" cy="1146645"/>
        </a:xfrm>
        <a:custGeom>
          <a:avLst/>
          <a:gdLst/>
          <a:ahLst/>
          <a:cxnLst/>
          <a:rect l="0" t="0" r="0" b="0"/>
          <a:pathLst>
            <a:path>
              <a:moveTo>
                <a:pt x="0" y="0"/>
              </a:moveTo>
              <a:lnTo>
                <a:pt x="0" y="1146645"/>
              </a:lnTo>
              <a:lnTo>
                <a:pt x="201509" y="1146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306FFE-4585-4EF6-9E22-E1AD6F997231}">
      <dsp:nvSpPr>
        <dsp:cNvPr id="0" name=""/>
        <dsp:cNvSpPr/>
      </dsp:nvSpPr>
      <dsp:spPr>
        <a:xfrm>
          <a:off x="5446034" y="1339368"/>
          <a:ext cx="165488" cy="507497"/>
        </a:xfrm>
        <a:custGeom>
          <a:avLst/>
          <a:gdLst/>
          <a:ahLst/>
          <a:cxnLst/>
          <a:rect l="0" t="0" r="0" b="0"/>
          <a:pathLst>
            <a:path>
              <a:moveTo>
                <a:pt x="0" y="0"/>
              </a:moveTo>
              <a:lnTo>
                <a:pt x="0" y="507497"/>
              </a:lnTo>
              <a:lnTo>
                <a:pt x="165488" y="5074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186930-4813-4F49-918C-F74B126B4F09}">
      <dsp:nvSpPr>
        <dsp:cNvPr id="0" name=""/>
        <dsp:cNvSpPr/>
      </dsp:nvSpPr>
      <dsp:spPr>
        <a:xfrm>
          <a:off x="5841616" y="556057"/>
          <a:ext cx="91440" cy="231683"/>
        </a:xfrm>
        <a:custGeom>
          <a:avLst/>
          <a:gdLst/>
          <a:ahLst/>
          <a:cxnLst/>
          <a:rect l="0" t="0" r="0" b="0"/>
          <a:pathLst>
            <a:path>
              <a:moveTo>
                <a:pt x="45720" y="0"/>
              </a:moveTo>
              <a:lnTo>
                <a:pt x="45720" y="2316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6174CB-2003-407D-8A0A-9E8FA728C591}">
      <dsp:nvSpPr>
        <dsp:cNvPr id="0" name=""/>
        <dsp:cNvSpPr/>
      </dsp:nvSpPr>
      <dsp:spPr>
        <a:xfrm>
          <a:off x="4111095" y="1339368"/>
          <a:ext cx="161031" cy="2415648"/>
        </a:xfrm>
        <a:custGeom>
          <a:avLst/>
          <a:gdLst/>
          <a:ahLst/>
          <a:cxnLst/>
          <a:rect l="0" t="0" r="0" b="0"/>
          <a:pathLst>
            <a:path>
              <a:moveTo>
                <a:pt x="0" y="0"/>
              </a:moveTo>
              <a:lnTo>
                <a:pt x="0" y="2415648"/>
              </a:lnTo>
              <a:lnTo>
                <a:pt x="161031" y="2415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85B5E5-2329-4A1B-BC92-5519E3EB6EA6}">
      <dsp:nvSpPr>
        <dsp:cNvPr id="0" name=""/>
        <dsp:cNvSpPr/>
      </dsp:nvSpPr>
      <dsp:spPr>
        <a:xfrm>
          <a:off x="4111095" y="1339368"/>
          <a:ext cx="165488" cy="1757573"/>
        </a:xfrm>
        <a:custGeom>
          <a:avLst/>
          <a:gdLst/>
          <a:ahLst/>
          <a:cxnLst/>
          <a:rect l="0" t="0" r="0" b="0"/>
          <a:pathLst>
            <a:path>
              <a:moveTo>
                <a:pt x="0" y="0"/>
              </a:moveTo>
              <a:lnTo>
                <a:pt x="0" y="1757573"/>
              </a:lnTo>
              <a:lnTo>
                <a:pt x="165488" y="17575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E4F50A-F0B5-46B2-B0CC-72DBAA024E0A}">
      <dsp:nvSpPr>
        <dsp:cNvPr id="0" name=""/>
        <dsp:cNvSpPr/>
      </dsp:nvSpPr>
      <dsp:spPr>
        <a:xfrm>
          <a:off x="4111095" y="1339368"/>
          <a:ext cx="165488" cy="1136871"/>
        </a:xfrm>
        <a:custGeom>
          <a:avLst/>
          <a:gdLst/>
          <a:ahLst/>
          <a:cxnLst/>
          <a:rect l="0" t="0" r="0" b="0"/>
          <a:pathLst>
            <a:path>
              <a:moveTo>
                <a:pt x="0" y="0"/>
              </a:moveTo>
              <a:lnTo>
                <a:pt x="0" y="1136871"/>
              </a:lnTo>
              <a:lnTo>
                <a:pt x="165488" y="11368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CEC2DC-9EE3-4A93-83E5-7A859F8FC6E6}">
      <dsp:nvSpPr>
        <dsp:cNvPr id="0" name=""/>
        <dsp:cNvSpPr/>
      </dsp:nvSpPr>
      <dsp:spPr>
        <a:xfrm>
          <a:off x="4111095" y="1339368"/>
          <a:ext cx="165488" cy="507497"/>
        </a:xfrm>
        <a:custGeom>
          <a:avLst/>
          <a:gdLst/>
          <a:ahLst/>
          <a:cxnLst/>
          <a:rect l="0" t="0" r="0" b="0"/>
          <a:pathLst>
            <a:path>
              <a:moveTo>
                <a:pt x="0" y="0"/>
              </a:moveTo>
              <a:lnTo>
                <a:pt x="0" y="507497"/>
              </a:lnTo>
              <a:lnTo>
                <a:pt x="165488" y="5074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916BE9-D21A-4F34-B129-013B21AEA50E}">
      <dsp:nvSpPr>
        <dsp:cNvPr id="0" name=""/>
        <dsp:cNvSpPr/>
      </dsp:nvSpPr>
      <dsp:spPr>
        <a:xfrm>
          <a:off x="4552397" y="556057"/>
          <a:ext cx="1334938" cy="231683"/>
        </a:xfrm>
        <a:custGeom>
          <a:avLst/>
          <a:gdLst/>
          <a:ahLst/>
          <a:cxnLst/>
          <a:rect l="0" t="0" r="0" b="0"/>
          <a:pathLst>
            <a:path>
              <a:moveTo>
                <a:pt x="1334938" y="0"/>
              </a:moveTo>
              <a:lnTo>
                <a:pt x="1334938" y="115841"/>
              </a:lnTo>
              <a:lnTo>
                <a:pt x="0" y="115841"/>
              </a:lnTo>
              <a:lnTo>
                <a:pt x="0" y="2316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E84582-FE31-4272-B8B7-5700BF5A3980}">
      <dsp:nvSpPr>
        <dsp:cNvPr id="0" name=""/>
        <dsp:cNvSpPr/>
      </dsp:nvSpPr>
      <dsp:spPr>
        <a:xfrm>
          <a:off x="2776157" y="1339368"/>
          <a:ext cx="157103" cy="2419918"/>
        </a:xfrm>
        <a:custGeom>
          <a:avLst/>
          <a:gdLst/>
          <a:ahLst/>
          <a:cxnLst/>
          <a:rect l="0" t="0" r="0" b="0"/>
          <a:pathLst>
            <a:path>
              <a:moveTo>
                <a:pt x="0" y="0"/>
              </a:moveTo>
              <a:lnTo>
                <a:pt x="0" y="2419918"/>
              </a:lnTo>
              <a:lnTo>
                <a:pt x="157103" y="241991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CA12A7-519D-41F2-A3C7-CE5919E0D8C5}">
      <dsp:nvSpPr>
        <dsp:cNvPr id="0" name=""/>
        <dsp:cNvSpPr/>
      </dsp:nvSpPr>
      <dsp:spPr>
        <a:xfrm>
          <a:off x="2776157" y="1339368"/>
          <a:ext cx="157103" cy="525226"/>
        </a:xfrm>
        <a:custGeom>
          <a:avLst/>
          <a:gdLst/>
          <a:ahLst/>
          <a:cxnLst/>
          <a:rect l="0" t="0" r="0" b="0"/>
          <a:pathLst>
            <a:path>
              <a:moveTo>
                <a:pt x="0" y="0"/>
              </a:moveTo>
              <a:lnTo>
                <a:pt x="0" y="525226"/>
              </a:lnTo>
              <a:lnTo>
                <a:pt x="157103" y="52522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A76D60-CFC5-4C68-A874-C4B90B9968BE}">
      <dsp:nvSpPr>
        <dsp:cNvPr id="0" name=""/>
        <dsp:cNvSpPr/>
      </dsp:nvSpPr>
      <dsp:spPr>
        <a:xfrm>
          <a:off x="2776157" y="1339368"/>
          <a:ext cx="165488" cy="1136589"/>
        </a:xfrm>
        <a:custGeom>
          <a:avLst/>
          <a:gdLst/>
          <a:ahLst/>
          <a:cxnLst/>
          <a:rect l="0" t="0" r="0" b="0"/>
          <a:pathLst>
            <a:path>
              <a:moveTo>
                <a:pt x="0" y="0"/>
              </a:moveTo>
              <a:lnTo>
                <a:pt x="0" y="1136589"/>
              </a:lnTo>
              <a:lnTo>
                <a:pt x="165488" y="113658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BD678D-DD07-4777-9442-C49BD8C62D01}">
      <dsp:nvSpPr>
        <dsp:cNvPr id="0" name=""/>
        <dsp:cNvSpPr/>
      </dsp:nvSpPr>
      <dsp:spPr>
        <a:xfrm>
          <a:off x="2776157" y="1339368"/>
          <a:ext cx="157103" cy="1756332"/>
        </a:xfrm>
        <a:custGeom>
          <a:avLst/>
          <a:gdLst/>
          <a:ahLst/>
          <a:cxnLst/>
          <a:rect l="0" t="0" r="0" b="0"/>
          <a:pathLst>
            <a:path>
              <a:moveTo>
                <a:pt x="0" y="0"/>
              </a:moveTo>
              <a:lnTo>
                <a:pt x="0" y="1756332"/>
              </a:lnTo>
              <a:lnTo>
                <a:pt x="157103" y="17563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8CF2B5-6C0B-4231-9AD7-C8406CB2F48B}">
      <dsp:nvSpPr>
        <dsp:cNvPr id="0" name=""/>
        <dsp:cNvSpPr/>
      </dsp:nvSpPr>
      <dsp:spPr>
        <a:xfrm>
          <a:off x="3217459" y="556057"/>
          <a:ext cx="2669876" cy="231683"/>
        </a:xfrm>
        <a:custGeom>
          <a:avLst/>
          <a:gdLst/>
          <a:ahLst/>
          <a:cxnLst/>
          <a:rect l="0" t="0" r="0" b="0"/>
          <a:pathLst>
            <a:path>
              <a:moveTo>
                <a:pt x="2669876" y="0"/>
              </a:moveTo>
              <a:lnTo>
                <a:pt x="2669876" y="115841"/>
              </a:lnTo>
              <a:lnTo>
                <a:pt x="0" y="115841"/>
              </a:lnTo>
              <a:lnTo>
                <a:pt x="0" y="2316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907129-8618-4090-97A6-587F434417E1}">
      <dsp:nvSpPr>
        <dsp:cNvPr id="0" name=""/>
        <dsp:cNvSpPr/>
      </dsp:nvSpPr>
      <dsp:spPr>
        <a:xfrm>
          <a:off x="1441218" y="1339368"/>
          <a:ext cx="209265" cy="4366015"/>
        </a:xfrm>
        <a:custGeom>
          <a:avLst/>
          <a:gdLst/>
          <a:ahLst/>
          <a:cxnLst/>
          <a:rect l="0" t="0" r="0" b="0"/>
          <a:pathLst>
            <a:path>
              <a:moveTo>
                <a:pt x="0" y="0"/>
              </a:moveTo>
              <a:lnTo>
                <a:pt x="0" y="4366015"/>
              </a:lnTo>
              <a:lnTo>
                <a:pt x="209265" y="43660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A92E18-4B34-452E-85D5-8D2BE7E46FC0}">
      <dsp:nvSpPr>
        <dsp:cNvPr id="0" name=""/>
        <dsp:cNvSpPr/>
      </dsp:nvSpPr>
      <dsp:spPr>
        <a:xfrm>
          <a:off x="1441218" y="1339368"/>
          <a:ext cx="194051" cy="3739841"/>
        </a:xfrm>
        <a:custGeom>
          <a:avLst/>
          <a:gdLst/>
          <a:ahLst/>
          <a:cxnLst/>
          <a:rect l="0" t="0" r="0" b="0"/>
          <a:pathLst>
            <a:path>
              <a:moveTo>
                <a:pt x="0" y="0"/>
              </a:moveTo>
              <a:lnTo>
                <a:pt x="0" y="3739841"/>
              </a:lnTo>
              <a:lnTo>
                <a:pt x="194051" y="37398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3CDEF6-5C1F-43F2-B711-7FC235A8EB03}">
      <dsp:nvSpPr>
        <dsp:cNvPr id="0" name=""/>
        <dsp:cNvSpPr/>
      </dsp:nvSpPr>
      <dsp:spPr>
        <a:xfrm>
          <a:off x="1441218" y="1339368"/>
          <a:ext cx="194051" cy="3093741"/>
        </a:xfrm>
        <a:custGeom>
          <a:avLst/>
          <a:gdLst/>
          <a:ahLst/>
          <a:cxnLst/>
          <a:rect l="0" t="0" r="0" b="0"/>
          <a:pathLst>
            <a:path>
              <a:moveTo>
                <a:pt x="0" y="0"/>
              </a:moveTo>
              <a:lnTo>
                <a:pt x="0" y="3093741"/>
              </a:lnTo>
              <a:lnTo>
                <a:pt x="194051" y="30937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3236EC-3E04-4AAE-99FD-50485610F5EA}">
      <dsp:nvSpPr>
        <dsp:cNvPr id="0" name=""/>
        <dsp:cNvSpPr/>
      </dsp:nvSpPr>
      <dsp:spPr>
        <a:xfrm>
          <a:off x="1441218" y="1339368"/>
          <a:ext cx="173950" cy="2423106"/>
        </a:xfrm>
        <a:custGeom>
          <a:avLst/>
          <a:gdLst/>
          <a:ahLst/>
          <a:cxnLst/>
          <a:rect l="0" t="0" r="0" b="0"/>
          <a:pathLst>
            <a:path>
              <a:moveTo>
                <a:pt x="0" y="0"/>
              </a:moveTo>
              <a:lnTo>
                <a:pt x="0" y="2423106"/>
              </a:lnTo>
              <a:lnTo>
                <a:pt x="173950" y="2423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2FB3D0-20FA-4A10-96B4-959675B75221}">
      <dsp:nvSpPr>
        <dsp:cNvPr id="0" name=""/>
        <dsp:cNvSpPr/>
      </dsp:nvSpPr>
      <dsp:spPr>
        <a:xfrm>
          <a:off x="1441218" y="1339368"/>
          <a:ext cx="173950" cy="1760998"/>
        </a:xfrm>
        <a:custGeom>
          <a:avLst/>
          <a:gdLst/>
          <a:ahLst/>
          <a:cxnLst/>
          <a:rect l="0" t="0" r="0" b="0"/>
          <a:pathLst>
            <a:path>
              <a:moveTo>
                <a:pt x="0" y="0"/>
              </a:moveTo>
              <a:lnTo>
                <a:pt x="0" y="1760998"/>
              </a:lnTo>
              <a:lnTo>
                <a:pt x="173950" y="17609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8D8C67-99D1-4B8C-9DA0-A9393C5FB398}">
      <dsp:nvSpPr>
        <dsp:cNvPr id="0" name=""/>
        <dsp:cNvSpPr/>
      </dsp:nvSpPr>
      <dsp:spPr>
        <a:xfrm>
          <a:off x="1441218" y="1339368"/>
          <a:ext cx="165488" cy="1127647"/>
        </a:xfrm>
        <a:custGeom>
          <a:avLst/>
          <a:gdLst/>
          <a:ahLst/>
          <a:cxnLst/>
          <a:rect l="0" t="0" r="0" b="0"/>
          <a:pathLst>
            <a:path>
              <a:moveTo>
                <a:pt x="0" y="0"/>
              </a:moveTo>
              <a:lnTo>
                <a:pt x="0" y="1127647"/>
              </a:lnTo>
              <a:lnTo>
                <a:pt x="165488" y="112764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7965B9-2A55-465F-BF93-106D64E4648B}">
      <dsp:nvSpPr>
        <dsp:cNvPr id="0" name=""/>
        <dsp:cNvSpPr/>
      </dsp:nvSpPr>
      <dsp:spPr>
        <a:xfrm>
          <a:off x="1441218" y="1339368"/>
          <a:ext cx="165488" cy="507497"/>
        </a:xfrm>
        <a:custGeom>
          <a:avLst/>
          <a:gdLst/>
          <a:ahLst/>
          <a:cxnLst/>
          <a:rect l="0" t="0" r="0" b="0"/>
          <a:pathLst>
            <a:path>
              <a:moveTo>
                <a:pt x="0" y="0"/>
              </a:moveTo>
              <a:lnTo>
                <a:pt x="0" y="507497"/>
              </a:lnTo>
              <a:lnTo>
                <a:pt x="165488" y="5074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70941F-1DEA-45A7-B132-A05521F25E9C}">
      <dsp:nvSpPr>
        <dsp:cNvPr id="0" name=""/>
        <dsp:cNvSpPr/>
      </dsp:nvSpPr>
      <dsp:spPr>
        <a:xfrm>
          <a:off x="1882520" y="556057"/>
          <a:ext cx="4004815" cy="231683"/>
        </a:xfrm>
        <a:custGeom>
          <a:avLst/>
          <a:gdLst/>
          <a:ahLst/>
          <a:cxnLst/>
          <a:rect l="0" t="0" r="0" b="0"/>
          <a:pathLst>
            <a:path>
              <a:moveTo>
                <a:pt x="4004815" y="0"/>
              </a:moveTo>
              <a:lnTo>
                <a:pt x="4004815" y="115841"/>
              </a:lnTo>
              <a:lnTo>
                <a:pt x="0" y="115841"/>
              </a:lnTo>
              <a:lnTo>
                <a:pt x="0" y="231683"/>
              </a:lnTo>
            </a:path>
          </a:pathLst>
        </a:custGeom>
        <a:noFill/>
        <a:ln w="25400" cap="flat" cmpd="sng" algn="ctr">
          <a:solidFill>
            <a:srgbClr val="002060"/>
          </a:solidFill>
          <a:prstDash val="solid"/>
          <a:miter lim="800000"/>
        </a:ln>
        <a:effectLst/>
      </dsp:spPr>
      <dsp:style>
        <a:lnRef idx="2">
          <a:scrgbClr r="0" g="0" b="0"/>
        </a:lnRef>
        <a:fillRef idx="0">
          <a:scrgbClr r="0" g="0" b="0"/>
        </a:fillRef>
        <a:effectRef idx="0">
          <a:scrgbClr r="0" g="0" b="0"/>
        </a:effectRef>
        <a:fontRef idx="minor"/>
      </dsp:style>
    </dsp:sp>
    <dsp:sp modelId="{599EDD1A-1697-4B3C-8B10-18DBAB3BAC18}">
      <dsp:nvSpPr>
        <dsp:cNvPr id="0" name=""/>
        <dsp:cNvSpPr/>
      </dsp:nvSpPr>
      <dsp:spPr>
        <a:xfrm>
          <a:off x="5224412" y="4429"/>
          <a:ext cx="1325847" cy="551627"/>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Ubuntu" panose="020B0504030602030204" pitchFamily="34" charset="0"/>
            </a:rPr>
            <a:t>Adarsh </a:t>
          </a:r>
          <a:r>
            <a:rPr lang="en-US" sz="1200" b="1" kern="1200" dirty="0" err="1">
              <a:latin typeface="Ubuntu" panose="020B0504030602030204" pitchFamily="34" charset="0"/>
            </a:rPr>
            <a:t>Pangotra</a:t>
          </a:r>
          <a:r>
            <a:rPr lang="en-US" sz="1200" kern="1200" dirty="0">
              <a:latin typeface="Ubuntu" panose="020B0504030602030204" pitchFamily="34" charset="0"/>
            </a:rPr>
            <a:t> </a:t>
          </a:r>
          <a:r>
            <a:rPr lang="en-US" sz="1000" b="0" kern="1200" dirty="0">
              <a:latin typeface="Ubuntu" panose="020B0504030602030204" pitchFamily="34" charset="0"/>
            </a:rPr>
            <a:t>(</a:t>
          </a:r>
          <a:r>
            <a:rPr lang="en-US" sz="900" b="0" kern="1200" dirty="0">
              <a:latin typeface="Ubuntu" panose="020B0504030602030204" pitchFamily="34" charset="0"/>
            </a:rPr>
            <a:t>Delivery Executive)</a:t>
          </a:r>
          <a:endParaRPr lang="en-US" sz="1100" b="0" kern="1200" dirty="0">
            <a:latin typeface="Ubuntu" panose="020B0504030602030204" pitchFamily="34" charset="0"/>
          </a:endParaRPr>
        </a:p>
      </dsp:txBody>
      <dsp:txXfrm>
        <a:off x="5251340" y="31357"/>
        <a:ext cx="1271991" cy="497771"/>
      </dsp:txXfrm>
    </dsp:sp>
    <dsp:sp modelId="{28780A02-DB87-42C7-ABA1-C598898A0B5D}">
      <dsp:nvSpPr>
        <dsp:cNvPr id="0" name=""/>
        <dsp:cNvSpPr/>
      </dsp:nvSpPr>
      <dsp:spPr>
        <a:xfrm>
          <a:off x="1330893" y="787740"/>
          <a:ext cx="1103254" cy="551627"/>
        </a:xfrm>
        <a:prstGeom prst="roundRect">
          <a:avLst/>
        </a:prstGeom>
        <a:solidFill>
          <a:srgbClr val="F95DF9"/>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0070AD">
                  <a:lumMod val="50000"/>
                </a:srgbClr>
              </a:solidFill>
              <a:latin typeface="Ubuntu" panose="020B0504030602030204" pitchFamily="34" charset="0"/>
              <a:ea typeface="+mn-ea"/>
              <a:cs typeface="+mn-cs"/>
            </a:rPr>
            <a:t>Program Management</a:t>
          </a:r>
        </a:p>
      </dsp:txBody>
      <dsp:txXfrm>
        <a:off x="1357821" y="814668"/>
        <a:ext cx="1049398" cy="497771"/>
      </dsp:txXfrm>
    </dsp:sp>
    <dsp:sp modelId="{6BC362DF-9359-41F1-B886-6D059CEAE4ED}">
      <dsp:nvSpPr>
        <dsp:cNvPr id="0" name=""/>
        <dsp:cNvSpPr/>
      </dsp:nvSpPr>
      <dsp:spPr>
        <a:xfrm>
          <a:off x="1606706" y="1571051"/>
          <a:ext cx="1103254" cy="551627"/>
        </a:xfrm>
        <a:prstGeom prst="roundRect">
          <a:avLst/>
        </a:prstGeom>
        <a:solidFill>
          <a:schemeClr val="accent1">
            <a:lumMod val="50000"/>
          </a:scheme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4450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Max Catwright</a:t>
          </a:r>
          <a:endParaRPr lang="en-US" sz="1000" b="1" kern="1200">
            <a:latin typeface="Ubuntu" panose="020B0504030602030204" pitchFamily="34" charset="0"/>
          </a:endParaRPr>
        </a:p>
        <a:p>
          <a:pPr marL="0" lvl="0" indent="0" algn="ctr" defTabSz="444500">
            <a:lnSpc>
              <a:spcPct val="90000"/>
            </a:lnSpc>
            <a:spcBef>
              <a:spcPct val="0"/>
            </a:spcBef>
            <a:spcAft>
              <a:spcPct val="35000"/>
            </a:spcAft>
            <a:buNone/>
          </a:pPr>
          <a:r>
            <a:rPr lang="en-US" sz="900" kern="1200">
              <a:latin typeface="Ubuntu" panose="020B0504030602030204" pitchFamily="34" charset="0"/>
            </a:rPr>
            <a:t> (Program Director)</a:t>
          </a:r>
          <a:endParaRPr lang="en-US" sz="900" kern="1200" dirty="0">
            <a:latin typeface="Ubuntu" panose="020B0504030602030204" pitchFamily="34" charset="0"/>
          </a:endParaRPr>
        </a:p>
      </dsp:txBody>
      <dsp:txXfrm>
        <a:off x="1633634" y="1597979"/>
        <a:ext cx="1049398" cy="497771"/>
      </dsp:txXfrm>
    </dsp:sp>
    <dsp:sp modelId="{FAC28BB5-A268-4475-AE8D-79D8E6544025}">
      <dsp:nvSpPr>
        <dsp:cNvPr id="0" name=""/>
        <dsp:cNvSpPr/>
      </dsp:nvSpPr>
      <dsp:spPr>
        <a:xfrm>
          <a:off x="1606706" y="2191202"/>
          <a:ext cx="1103254" cy="551627"/>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Ananda</a:t>
          </a:r>
          <a:r>
            <a:rPr lang="en-US" sz="1000" b="1" kern="1200">
              <a:latin typeface="Ubuntu" panose="020B0504030602030204" pitchFamily="34" charset="0"/>
            </a:rPr>
            <a:t> P</a:t>
          </a:r>
        </a:p>
        <a:p>
          <a:pPr marL="0" lvl="0" indent="0" algn="ctr" defTabSz="444500">
            <a:lnSpc>
              <a:spcPct val="90000"/>
            </a:lnSpc>
            <a:spcBef>
              <a:spcPct val="0"/>
            </a:spcBef>
            <a:spcAft>
              <a:spcPct val="35000"/>
            </a:spcAft>
            <a:buNone/>
          </a:pPr>
          <a:r>
            <a:rPr lang="en-US" sz="1000" kern="1200">
              <a:latin typeface="Ubuntu" panose="020B0504030602030204" pitchFamily="34" charset="0"/>
            </a:rPr>
            <a:t>(Engagement Manager)</a:t>
          </a:r>
          <a:endParaRPr lang="en-US" sz="900" kern="1200" dirty="0">
            <a:latin typeface="Ubuntu" panose="020B0504030602030204" pitchFamily="34" charset="0"/>
          </a:endParaRPr>
        </a:p>
      </dsp:txBody>
      <dsp:txXfrm>
        <a:off x="1633634" y="2218130"/>
        <a:ext cx="1049398" cy="497771"/>
      </dsp:txXfrm>
    </dsp:sp>
    <dsp:sp modelId="{D52215FD-D5A7-4B6A-9E90-DF06C263780E}">
      <dsp:nvSpPr>
        <dsp:cNvPr id="0" name=""/>
        <dsp:cNvSpPr/>
      </dsp:nvSpPr>
      <dsp:spPr>
        <a:xfrm>
          <a:off x="1615168" y="2824553"/>
          <a:ext cx="1103254" cy="551627"/>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Natraj Gudla </a:t>
          </a:r>
        </a:p>
        <a:p>
          <a:pPr marL="0" lvl="0" indent="0" algn="ctr" defTabSz="444500">
            <a:lnSpc>
              <a:spcPct val="90000"/>
            </a:lnSpc>
            <a:spcBef>
              <a:spcPct val="0"/>
            </a:spcBef>
            <a:spcAft>
              <a:spcPct val="35000"/>
            </a:spcAft>
            <a:buNone/>
          </a:pPr>
          <a:r>
            <a:rPr lang="en-US" sz="1000" kern="1200" dirty="0">
              <a:latin typeface="Ubuntu" panose="020B0504030602030204" pitchFamily="34" charset="0"/>
            </a:rPr>
            <a:t>(India Delivery Lead)</a:t>
          </a:r>
          <a:endParaRPr lang="en-US" sz="1000" b="0" kern="1200" dirty="0">
            <a:solidFill>
              <a:prstClr val="white"/>
            </a:solidFill>
            <a:latin typeface="Ubuntu" panose="020B0504030602030204" pitchFamily="34" charset="0"/>
            <a:ea typeface="+mn-ea"/>
            <a:cs typeface="+mn-cs"/>
          </a:endParaRPr>
        </a:p>
      </dsp:txBody>
      <dsp:txXfrm>
        <a:off x="1642096" y="2851481"/>
        <a:ext cx="1049398" cy="497771"/>
      </dsp:txXfrm>
    </dsp:sp>
    <dsp:sp modelId="{46928D8A-4594-4B34-9DC8-2E2C84203481}">
      <dsp:nvSpPr>
        <dsp:cNvPr id="0" name=""/>
        <dsp:cNvSpPr/>
      </dsp:nvSpPr>
      <dsp:spPr>
        <a:xfrm>
          <a:off x="1615168" y="3486660"/>
          <a:ext cx="1103254" cy="551627"/>
        </a:xfrm>
        <a:prstGeom prst="roundRect">
          <a:avLst/>
        </a:prstGeom>
        <a:solidFill>
          <a:schemeClr val="accent1">
            <a:lumMod val="50000"/>
          </a:scheme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Sarah K</a:t>
          </a:r>
        </a:p>
        <a:p>
          <a:pPr marL="0" lvl="0" indent="0" algn="ctr" defTabSz="444500">
            <a:lnSpc>
              <a:spcPct val="90000"/>
            </a:lnSpc>
            <a:spcBef>
              <a:spcPct val="0"/>
            </a:spcBef>
            <a:spcAft>
              <a:spcPct val="35000"/>
            </a:spcAft>
            <a:buNone/>
          </a:pPr>
          <a:r>
            <a:rPr lang="en-US" sz="1000" kern="1200" dirty="0">
              <a:latin typeface="Ubuntu" panose="020B0504030602030204" pitchFamily="34" charset="0"/>
            </a:rPr>
            <a:t>(Project Manager)</a:t>
          </a:r>
          <a:endParaRPr lang="en-US" sz="1000" b="0" kern="1200" dirty="0">
            <a:solidFill>
              <a:prstClr val="white"/>
            </a:solidFill>
            <a:latin typeface="Ubuntu" panose="020B0504030602030204" pitchFamily="34" charset="0"/>
            <a:ea typeface="+mn-ea"/>
            <a:cs typeface="+mn-cs"/>
          </a:endParaRPr>
        </a:p>
      </dsp:txBody>
      <dsp:txXfrm>
        <a:off x="1642096" y="3513588"/>
        <a:ext cx="1049398" cy="497771"/>
      </dsp:txXfrm>
    </dsp:sp>
    <dsp:sp modelId="{3F6F8E70-27D8-4EDD-98C9-C1BD8A004220}">
      <dsp:nvSpPr>
        <dsp:cNvPr id="0" name=""/>
        <dsp:cNvSpPr/>
      </dsp:nvSpPr>
      <dsp:spPr>
        <a:xfrm>
          <a:off x="1635270" y="4157296"/>
          <a:ext cx="1103254" cy="551627"/>
        </a:xfrm>
        <a:prstGeom prst="roundRect">
          <a:avLst/>
        </a:prstGeom>
        <a:solidFill>
          <a:schemeClr val="accent1">
            <a:lumMod val="50000"/>
          </a:scheme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Srilatha P</a:t>
          </a:r>
        </a:p>
        <a:p>
          <a:pPr marL="0" lvl="0" indent="0" algn="ctr" defTabSz="444500">
            <a:lnSpc>
              <a:spcPct val="90000"/>
            </a:lnSpc>
            <a:spcBef>
              <a:spcPct val="0"/>
            </a:spcBef>
            <a:spcAft>
              <a:spcPct val="35000"/>
            </a:spcAft>
            <a:buNone/>
          </a:pPr>
          <a:r>
            <a:rPr lang="en-US" sz="1000" b="0" kern="1200" dirty="0">
              <a:solidFill>
                <a:prstClr val="white"/>
              </a:solidFill>
              <a:latin typeface="Ubuntu" panose="020B0504030602030204" pitchFamily="34" charset="0"/>
              <a:ea typeface="+mn-ea"/>
              <a:cs typeface="+mn-cs"/>
            </a:rPr>
            <a:t>(PMO lead)</a:t>
          </a:r>
        </a:p>
      </dsp:txBody>
      <dsp:txXfrm>
        <a:off x="1662198" y="4184224"/>
        <a:ext cx="1049398" cy="497771"/>
      </dsp:txXfrm>
    </dsp:sp>
    <dsp:sp modelId="{4E9BCD1A-8380-4AFA-A805-28CF6DB89633}">
      <dsp:nvSpPr>
        <dsp:cNvPr id="0" name=""/>
        <dsp:cNvSpPr/>
      </dsp:nvSpPr>
      <dsp:spPr>
        <a:xfrm>
          <a:off x="1635270" y="4803395"/>
          <a:ext cx="1103254" cy="551627"/>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a:solidFill>
                <a:srgbClr val="FFFFFF"/>
              </a:solidFill>
              <a:latin typeface="Ubuntu" panose="020B0504030602030204" pitchFamily="34" charset="0"/>
              <a:ea typeface="+mn-ea"/>
              <a:cs typeface="+mn-cs"/>
            </a:rPr>
            <a:t>Raghava K</a:t>
          </a:r>
          <a:r>
            <a:rPr lang="en-US" sz="1600" b="1" kern="1200">
              <a:solidFill>
                <a:prstClr val="white"/>
              </a:solidFill>
              <a:latin typeface="Ubuntu" panose="020B0504030602030204" pitchFamily="34" charset="0"/>
              <a:ea typeface="+mn-ea"/>
              <a:cs typeface="+mn-cs"/>
            </a:rPr>
            <a:t> </a:t>
          </a:r>
          <a:endParaRPr lang="en-US" sz="1600" b="1" kern="1200" dirty="0">
            <a:solidFill>
              <a:prstClr val="white"/>
            </a:solidFill>
            <a:latin typeface="Ubuntu" panose="020B0504030602030204" pitchFamily="34" charset="0"/>
            <a:ea typeface="+mn-ea"/>
            <a:cs typeface="+mn-cs"/>
          </a:endParaRPr>
        </a:p>
        <a:p>
          <a:pPr marL="0" lvl="0" indent="0" algn="ctr" defTabSz="444500">
            <a:lnSpc>
              <a:spcPct val="90000"/>
            </a:lnSpc>
            <a:spcBef>
              <a:spcPct val="0"/>
            </a:spcBef>
            <a:spcAft>
              <a:spcPct val="35000"/>
            </a:spcAft>
            <a:buNone/>
          </a:pPr>
          <a:r>
            <a:rPr lang="en-US" sz="900" b="0" kern="1200" dirty="0">
              <a:solidFill>
                <a:prstClr val="white"/>
              </a:solidFill>
              <a:latin typeface="Ubuntu" panose="020B0504030602030204" pitchFamily="34" charset="0"/>
              <a:ea typeface="+mn-ea"/>
              <a:cs typeface="+mn-cs"/>
            </a:rPr>
            <a:t>(Jira Project admin)</a:t>
          </a:r>
        </a:p>
      </dsp:txBody>
      <dsp:txXfrm>
        <a:off x="1662198" y="4830323"/>
        <a:ext cx="1049398" cy="497771"/>
      </dsp:txXfrm>
    </dsp:sp>
    <dsp:sp modelId="{A9E05C8E-D526-47F0-AFDD-82531BD392BE}">
      <dsp:nvSpPr>
        <dsp:cNvPr id="0" name=""/>
        <dsp:cNvSpPr/>
      </dsp:nvSpPr>
      <dsp:spPr>
        <a:xfrm>
          <a:off x="1650484" y="5429570"/>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4450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Jatin P</a:t>
          </a:r>
        </a:p>
        <a:p>
          <a:pPr marL="0" lvl="0" indent="0" algn="ctr" defTabSz="444500">
            <a:lnSpc>
              <a:spcPct val="90000"/>
            </a:lnSpc>
            <a:spcBef>
              <a:spcPct val="0"/>
            </a:spcBef>
            <a:spcAft>
              <a:spcPct val="35000"/>
            </a:spcAft>
            <a:buNone/>
          </a:pPr>
          <a:r>
            <a:rPr lang="en-US" sz="1000" b="0" kern="1200">
              <a:solidFill>
                <a:prstClr val="white"/>
              </a:solidFill>
              <a:latin typeface="Ubuntu" panose="020B0504030602030204" pitchFamily="34" charset="0"/>
              <a:ea typeface="+mn-ea"/>
              <a:cs typeface="+mn-cs"/>
            </a:rPr>
            <a:t>(Enterprise architect)</a:t>
          </a:r>
          <a:endParaRPr lang="en-US" sz="1000" b="0" kern="1200" dirty="0">
            <a:solidFill>
              <a:prstClr val="white"/>
            </a:solidFill>
            <a:latin typeface="Ubuntu" panose="020B0504030602030204" pitchFamily="34" charset="0"/>
            <a:ea typeface="+mn-ea"/>
            <a:cs typeface="+mn-cs"/>
          </a:endParaRPr>
        </a:p>
      </dsp:txBody>
      <dsp:txXfrm>
        <a:off x="1677412" y="5456498"/>
        <a:ext cx="1049398" cy="497771"/>
      </dsp:txXfrm>
    </dsp:sp>
    <dsp:sp modelId="{5645DD0E-B2FA-4B3E-BDA8-3419765E5C27}">
      <dsp:nvSpPr>
        <dsp:cNvPr id="0" name=""/>
        <dsp:cNvSpPr/>
      </dsp:nvSpPr>
      <dsp:spPr>
        <a:xfrm>
          <a:off x="2665831" y="787740"/>
          <a:ext cx="1103254" cy="551627"/>
        </a:xfrm>
        <a:prstGeom prst="roundRect">
          <a:avLst/>
        </a:prstGeom>
        <a:solidFill>
          <a:srgbClr val="F95DF9"/>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accent1">
                  <a:lumMod val="50000"/>
                </a:schemeClr>
              </a:solidFill>
              <a:latin typeface="Ubuntu" panose="020B0504030602030204" pitchFamily="34" charset="0"/>
              <a:ea typeface="+mn-ea"/>
              <a:cs typeface="+mn-cs"/>
            </a:rPr>
            <a:t>Policy Center</a:t>
          </a:r>
          <a:endParaRPr lang="en-US" sz="1100" kern="1200" dirty="0">
            <a:solidFill>
              <a:schemeClr val="accent1">
                <a:lumMod val="50000"/>
              </a:schemeClr>
            </a:solidFill>
            <a:latin typeface="Ubuntu" panose="020B0504030602030204" pitchFamily="34" charset="0"/>
            <a:ea typeface="+mn-ea"/>
            <a:cs typeface="+mn-cs"/>
          </a:endParaRPr>
        </a:p>
      </dsp:txBody>
      <dsp:txXfrm>
        <a:off x="2692759" y="814668"/>
        <a:ext cx="1049398" cy="497771"/>
      </dsp:txXfrm>
    </dsp:sp>
    <dsp:sp modelId="{CC1AB1AB-6284-450D-9EEE-AE98F6EB43CB}">
      <dsp:nvSpPr>
        <dsp:cNvPr id="0" name=""/>
        <dsp:cNvSpPr/>
      </dsp:nvSpPr>
      <dsp:spPr>
        <a:xfrm>
          <a:off x="2933260" y="2819886"/>
          <a:ext cx="1103254" cy="5516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Ramesh G</a:t>
          </a:r>
        </a:p>
        <a:p>
          <a:pPr marL="0" lvl="0" indent="0" algn="ctr" defTabSz="444500">
            <a:lnSpc>
              <a:spcPct val="90000"/>
            </a:lnSpc>
            <a:spcBef>
              <a:spcPct val="0"/>
            </a:spcBef>
            <a:spcAft>
              <a:spcPct val="35000"/>
            </a:spcAft>
            <a:buNone/>
          </a:pPr>
          <a:r>
            <a:rPr lang="en-US" sz="900" kern="1200" dirty="0">
              <a:latin typeface="Ubuntu" panose="020B0504030602030204" pitchFamily="34" charset="0"/>
            </a:rPr>
            <a:t>(Development lead)</a:t>
          </a:r>
        </a:p>
      </dsp:txBody>
      <dsp:txXfrm>
        <a:off x="2960188" y="2846814"/>
        <a:ext cx="1049398" cy="497771"/>
      </dsp:txXfrm>
    </dsp:sp>
    <dsp:sp modelId="{99DA5411-44A5-4C60-BE51-413F62ED7F93}">
      <dsp:nvSpPr>
        <dsp:cNvPr id="0" name=""/>
        <dsp:cNvSpPr/>
      </dsp:nvSpPr>
      <dsp:spPr>
        <a:xfrm>
          <a:off x="2941645" y="2200144"/>
          <a:ext cx="1103254" cy="551627"/>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Vamshi C </a:t>
          </a:r>
        </a:p>
        <a:p>
          <a:pPr marL="0" lvl="0" indent="0" algn="ctr" defTabSz="444500">
            <a:lnSpc>
              <a:spcPct val="90000"/>
            </a:lnSpc>
            <a:spcBef>
              <a:spcPct val="0"/>
            </a:spcBef>
            <a:spcAft>
              <a:spcPct val="35000"/>
            </a:spcAft>
            <a:buNone/>
          </a:pPr>
          <a:r>
            <a:rPr lang="en-US" sz="900" kern="1200" dirty="0">
              <a:latin typeface="Ubuntu" panose="020B0504030602030204" pitchFamily="34" charset="0"/>
            </a:rPr>
            <a:t>(Technical lead)</a:t>
          </a:r>
        </a:p>
      </dsp:txBody>
      <dsp:txXfrm>
        <a:off x="2968573" y="2227072"/>
        <a:ext cx="1049398" cy="497771"/>
      </dsp:txXfrm>
    </dsp:sp>
    <dsp:sp modelId="{384D9E4A-B565-4C39-B058-D02D6B40B385}">
      <dsp:nvSpPr>
        <dsp:cNvPr id="0" name=""/>
        <dsp:cNvSpPr/>
      </dsp:nvSpPr>
      <dsp:spPr>
        <a:xfrm>
          <a:off x="2933260" y="1588781"/>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Sherezad C</a:t>
          </a:r>
        </a:p>
        <a:p>
          <a:pPr marL="0" lvl="0" indent="0" algn="ctr" defTabSz="400050">
            <a:lnSpc>
              <a:spcPct val="90000"/>
            </a:lnSpc>
            <a:spcBef>
              <a:spcPct val="0"/>
            </a:spcBef>
            <a:spcAft>
              <a:spcPct val="35000"/>
            </a:spcAft>
            <a:buNone/>
          </a:pPr>
          <a:r>
            <a:rPr lang="en-US" sz="900" kern="1200" dirty="0">
              <a:solidFill>
                <a:prstClr val="white"/>
              </a:solidFill>
              <a:latin typeface="Ubuntu" panose="020B0504030602030204" pitchFamily="34" charset="0"/>
              <a:ea typeface="+mn-ea"/>
              <a:cs typeface="+mn-cs"/>
            </a:rPr>
            <a:t>(Functional Lead)</a:t>
          </a:r>
        </a:p>
      </dsp:txBody>
      <dsp:txXfrm>
        <a:off x="2960188" y="1615709"/>
        <a:ext cx="1049398" cy="497771"/>
      </dsp:txXfrm>
    </dsp:sp>
    <dsp:sp modelId="{8B588BBB-E0F4-4023-A4C5-F4E3D68CF495}">
      <dsp:nvSpPr>
        <dsp:cNvPr id="0" name=""/>
        <dsp:cNvSpPr/>
      </dsp:nvSpPr>
      <dsp:spPr>
        <a:xfrm>
          <a:off x="2933260" y="3483472"/>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Stuart J</a:t>
          </a:r>
        </a:p>
        <a:p>
          <a:pPr marL="0" lvl="0" indent="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(Policy SME)</a:t>
          </a:r>
          <a:endParaRPr lang="en-US" sz="900" kern="1200" dirty="0">
            <a:solidFill>
              <a:prstClr val="white"/>
            </a:solidFill>
            <a:latin typeface="Ubuntu" panose="020B0504030602030204" pitchFamily="34" charset="0"/>
            <a:ea typeface="+mn-ea"/>
            <a:cs typeface="+mn-cs"/>
          </a:endParaRPr>
        </a:p>
      </dsp:txBody>
      <dsp:txXfrm>
        <a:off x="2960188" y="3510400"/>
        <a:ext cx="1049398" cy="497771"/>
      </dsp:txXfrm>
    </dsp:sp>
    <dsp:sp modelId="{4D0B3E72-9EDA-413C-A700-4ABC1C78F78C}">
      <dsp:nvSpPr>
        <dsp:cNvPr id="0" name=""/>
        <dsp:cNvSpPr/>
      </dsp:nvSpPr>
      <dsp:spPr>
        <a:xfrm>
          <a:off x="4000770" y="787740"/>
          <a:ext cx="1103254" cy="551627"/>
        </a:xfrm>
        <a:prstGeom prst="roundRect">
          <a:avLst/>
        </a:prstGeom>
        <a:solidFill>
          <a:srgbClr val="F95DF9"/>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solidFill>
                <a:schemeClr val="accent1">
                  <a:lumMod val="50000"/>
                </a:schemeClr>
              </a:solidFill>
              <a:latin typeface="Ubuntu" panose="020B0504030602030204" pitchFamily="34" charset="0"/>
              <a:ea typeface="+mn-ea"/>
              <a:cs typeface="+mn-cs"/>
            </a:rPr>
            <a:t>Billing Center</a:t>
          </a:r>
          <a:endParaRPr lang="en-US" sz="1100" kern="1200" dirty="0">
            <a:solidFill>
              <a:schemeClr val="accent1">
                <a:lumMod val="50000"/>
              </a:schemeClr>
            </a:solidFill>
            <a:latin typeface="Ubuntu" panose="020B0504030602030204" pitchFamily="34" charset="0"/>
            <a:ea typeface="+mn-ea"/>
            <a:cs typeface="+mn-cs"/>
          </a:endParaRPr>
        </a:p>
      </dsp:txBody>
      <dsp:txXfrm>
        <a:off x="4027698" y="814668"/>
        <a:ext cx="1049398" cy="497771"/>
      </dsp:txXfrm>
    </dsp:sp>
    <dsp:sp modelId="{967AAE6E-CE51-4BF7-BCE6-48852D4E6AED}">
      <dsp:nvSpPr>
        <dsp:cNvPr id="0" name=""/>
        <dsp:cNvSpPr/>
      </dsp:nvSpPr>
      <dsp:spPr>
        <a:xfrm>
          <a:off x="4276583" y="1571051"/>
          <a:ext cx="1103254" cy="551627"/>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Sriram J </a:t>
          </a:r>
        </a:p>
        <a:p>
          <a:pPr marL="0" lvl="0" indent="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(Functional lead)</a:t>
          </a:r>
          <a:endParaRPr lang="en-US" sz="900" kern="1200" dirty="0">
            <a:solidFill>
              <a:prstClr val="white"/>
            </a:solidFill>
            <a:latin typeface="Ubuntu" panose="020B0504030602030204" pitchFamily="34" charset="0"/>
            <a:ea typeface="+mn-ea"/>
            <a:cs typeface="+mn-cs"/>
          </a:endParaRPr>
        </a:p>
      </dsp:txBody>
      <dsp:txXfrm>
        <a:off x="4303511" y="1597979"/>
        <a:ext cx="1049398" cy="497771"/>
      </dsp:txXfrm>
    </dsp:sp>
    <dsp:sp modelId="{F610D7D4-8FF9-45BE-B14C-D41F8B0E04F7}">
      <dsp:nvSpPr>
        <dsp:cNvPr id="0" name=""/>
        <dsp:cNvSpPr/>
      </dsp:nvSpPr>
      <dsp:spPr>
        <a:xfrm>
          <a:off x="4276583" y="2200425"/>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Rupesh G</a:t>
          </a:r>
        </a:p>
        <a:p>
          <a:pPr marL="0" lvl="0" indent="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(Billing BA)</a:t>
          </a:r>
          <a:endParaRPr lang="en-US" sz="900" kern="1200" dirty="0">
            <a:solidFill>
              <a:prstClr val="white"/>
            </a:solidFill>
            <a:latin typeface="Ubuntu" panose="020B0504030602030204" pitchFamily="34" charset="0"/>
            <a:ea typeface="+mn-ea"/>
            <a:cs typeface="+mn-cs"/>
          </a:endParaRPr>
        </a:p>
      </dsp:txBody>
      <dsp:txXfrm>
        <a:off x="4303511" y="2227353"/>
        <a:ext cx="1049398" cy="497771"/>
      </dsp:txXfrm>
    </dsp:sp>
    <dsp:sp modelId="{F2E24B64-F891-437E-A6B7-678283F9ABCC}">
      <dsp:nvSpPr>
        <dsp:cNvPr id="0" name=""/>
        <dsp:cNvSpPr/>
      </dsp:nvSpPr>
      <dsp:spPr>
        <a:xfrm>
          <a:off x="4276583" y="2821127"/>
          <a:ext cx="1103254" cy="551627"/>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Balaji K.V </a:t>
          </a:r>
        </a:p>
        <a:p>
          <a:pPr marL="0" lvl="0" indent="0" algn="ctr" defTabSz="444500">
            <a:lnSpc>
              <a:spcPct val="90000"/>
            </a:lnSpc>
            <a:spcBef>
              <a:spcPct val="0"/>
            </a:spcBef>
            <a:spcAft>
              <a:spcPct val="35000"/>
            </a:spcAft>
            <a:buNone/>
          </a:pPr>
          <a:r>
            <a:rPr lang="en-US" sz="900" kern="1200" dirty="0">
              <a:latin typeface="Ubuntu" panose="020B0504030602030204" pitchFamily="34" charset="0"/>
            </a:rPr>
            <a:t>(Development Lead)</a:t>
          </a:r>
        </a:p>
      </dsp:txBody>
      <dsp:txXfrm>
        <a:off x="4303511" y="2848055"/>
        <a:ext cx="1049398" cy="497771"/>
      </dsp:txXfrm>
    </dsp:sp>
    <dsp:sp modelId="{4EB4B793-5898-4DE0-9167-F2B1197DA5A3}">
      <dsp:nvSpPr>
        <dsp:cNvPr id="0" name=""/>
        <dsp:cNvSpPr/>
      </dsp:nvSpPr>
      <dsp:spPr>
        <a:xfrm>
          <a:off x="4272126" y="3479202"/>
          <a:ext cx="1103254" cy="5516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b="1" kern="1200" dirty="0">
              <a:latin typeface="Ubuntu" panose="020B0504030602030204" pitchFamily="34" charset="0"/>
            </a:rPr>
            <a:t>Ravi T</a:t>
          </a:r>
        </a:p>
        <a:p>
          <a:pPr marL="0" lvl="0" indent="0" algn="ctr" defTabSz="400050">
            <a:lnSpc>
              <a:spcPct val="90000"/>
            </a:lnSpc>
            <a:spcBef>
              <a:spcPct val="0"/>
            </a:spcBef>
            <a:spcAft>
              <a:spcPct val="35000"/>
            </a:spcAft>
            <a:buNone/>
          </a:pPr>
          <a:r>
            <a:rPr lang="en-US" sz="900" kern="1200" dirty="0">
              <a:latin typeface="Ubuntu" panose="020B0504030602030204" pitchFamily="34" charset="0"/>
            </a:rPr>
            <a:t>(Development Lead)</a:t>
          </a:r>
        </a:p>
      </dsp:txBody>
      <dsp:txXfrm>
        <a:off x="4299054" y="3506130"/>
        <a:ext cx="1049398" cy="497771"/>
      </dsp:txXfrm>
    </dsp:sp>
    <dsp:sp modelId="{6A12A5B5-3EDB-445B-A25E-DB0853592791}">
      <dsp:nvSpPr>
        <dsp:cNvPr id="0" name=""/>
        <dsp:cNvSpPr/>
      </dsp:nvSpPr>
      <dsp:spPr>
        <a:xfrm>
          <a:off x="5335708" y="787740"/>
          <a:ext cx="1103254" cy="551627"/>
        </a:xfrm>
        <a:prstGeom prst="roundRect">
          <a:avLst/>
        </a:prstGeom>
        <a:solidFill>
          <a:srgbClr val="F95DF9"/>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solidFill>
                <a:schemeClr val="accent1">
                  <a:lumMod val="50000"/>
                </a:schemeClr>
              </a:solidFill>
              <a:latin typeface="Ubuntu" panose="020B0504030602030204" pitchFamily="34" charset="0"/>
              <a:ea typeface="+mn-ea"/>
              <a:cs typeface="+mn-cs"/>
            </a:rPr>
            <a:t>Integration</a:t>
          </a:r>
          <a:endParaRPr lang="en-US" sz="900" kern="1200" dirty="0">
            <a:solidFill>
              <a:schemeClr val="accent1">
                <a:lumMod val="50000"/>
              </a:schemeClr>
            </a:solidFill>
            <a:latin typeface="Ubuntu" panose="020B0504030602030204" pitchFamily="34" charset="0"/>
            <a:ea typeface="+mn-ea"/>
            <a:cs typeface="+mn-cs"/>
          </a:endParaRPr>
        </a:p>
      </dsp:txBody>
      <dsp:txXfrm>
        <a:off x="5362636" y="814668"/>
        <a:ext cx="1049398" cy="497771"/>
      </dsp:txXfrm>
    </dsp:sp>
    <dsp:sp modelId="{1F2668A0-208F-49F3-8DCD-3D32E5D15A27}">
      <dsp:nvSpPr>
        <dsp:cNvPr id="0" name=""/>
        <dsp:cNvSpPr/>
      </dsp:nvSpPr>
      <dsp:spPr>
        <a:xfrm>
          <a:off x="5611522" y="1571051"/>
          <a:ext cx="1103254" cy="551627"/>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Gourab M</a:t>
          </a:r>
        </a:p>
        <a:p>
          <a:pPr marL="0" lvl="0" indent="0" algn="ctr" defTabSz="400050">
            <a:lnSpc>
              <a:spcPct val="90000"/>
            </a:lnSpc>
            <a:spcBef>
              <a:spcPct val="0"/>
            </a:spcBef>
            <a:spcAft>
              <a:spcPct val="35000"/>
            </a:spcAft>
            <a:buNone/>
          </a:pPr>
          <a:r>
            <a:rPr lang="en-US" sz="900" kern="1200" dirty="0">
              <a:solidFill>
                <a:prstClr val="white"/>
              </a:solidFill>
              <a:latin typeface="Ubuntu" panose="020B0504030602030204" pitchFamily="34" charset="0"/>
              <a:ea typeface="+mn-ea"/>
              <a:cs typeface="+mn-cs"/>
            </a:rPr>
            <a:t>(Functional Lead)</a:t>
          </a:r>
        </a:p>
      </dsp:txBody>
      <dsp:txXfrm>
        <a:off x="5638450" y="1597979"/>
        <a:ext cx="1049398" cy="497771"/>
      </dsp:txXfrm>
    </dsp:sp>
    <dsp:sp modelId="{9B680467-C0E9-46F8-85BF-C86265C5327B}">
      <dsp:nvSpPr>
        <dsp:cNvPr id="0" name=""/>
        <dsp:cNvSpPr/>
      </dsp:nvSpPr>
      <dsp:spPr>
        <a:xfrm>
          <a:off x="5647543" y="2210200"/>
          <a:ext cx="1103254" cy="551627"/>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Sahersh G</a:t>
          </a:r>
        </a:p>
        <a:p>
          <a:pPr marL="0" lvl="0" indent="0" algn="ctr" defTabSz="444500">
            <a:lnSpc>
              <a:spcPct val="90000"/>
            </a:lnSpc>
            <a:spcBef>
              <a:spcPct val="0"/>
            </a:spcBef>
            <a:spcAft>
              <a:spcPct val="35000"/>
            </a:spcAft>
            <a:buNone/>
          </a:pPr>
          <a:r>
            <a:rPr lang="en-US" sz="900" kern="1200" dirty="0">
              <a:latin typeface="Ubuntu" panose="020B0504030602030204" pitchFamily="34" charset="0"/>
            </a:rPr>
            <a:t>(Development lead)</a:t>
          </a:r>
        </a:p>
      </dsp:txBody>
      <dsp:txXfrm>
        <a:off x="5674471" y="2237128"/>
        <a:ext cx="1049398" cy="497771"/>
      </dsp:txXfrm>
    </dsp:sp>
    <dsp:sp modelId="{F6F8CAC3-765D-4EDA-8F74-F7FE81C83CE5}">
      <dsp:nvSpPr>
        <dsp:cNvPr id="0" name=""/>
        <dsp:cNvSpPr/>
      </dsp:nvSpPr>
      <dsp:spPr>
        <a:xfrm>
          <a:off x="5636378" y="2823654"/>
          <a:ext cx="1103254" cy="551627"/>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Muralidhar</a:t>
          </a:r>
        </a:p>
        <a:p>
          <a:pPr marL="0" lvl="0" indent="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(Development Lead)</a:t>
          </a:r>
          <a:endParaRPr lang="en-US" sz="900" kern="1200" dirty="0">
            <a:solidFill>
              <a:prstClr val="white"/>
            </a:solidFill>
            <a:latin typeface="Ubuntu" panose="020B0504030602030204" pitchFamily="34" charset="0"/>
            <a:ea typeface="+mn-ea"/>
            <a:cs typeface="+mn-cs"/>
          </a:endParaRPr>
        </a:p>
      </dsp:txBody>
      <dsp:txXfrm>
        <a:off x="5663306" y="2850582"/>
        <a:ext cx="1049398" cy="497771"/>
      </dsp:txXfrm>
    </dsp:sp>
    <dsp:sp modelId="{B11A7FA0-5312-42C0-92C0-F5E00501C42C}">
      <dsp:nvSpPr>
        <dsp:cNvPr id="0" name=""/>
        <dsp:cNvSpPr/>
      </dsp:nvSpPr>
      <dsp:spPr>
        <a:xfrm>
          <a:off x="5627729" y="3444637"/>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Saurav D</a:t>
          </a:r>
        </a:p>
        <a:p>
          <a:pPr marL="0" lvl="0" indent="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(Integration BA)</a:t>
          </a:r>
          <a:endParaRPr lang="en-US" sz="900" kern="1200" dirty="0">
            <a:solidFill>
              <a:prstClr val="white"/>
            </a:solidFill>
            <a:latin typeface="Ubuntu" panose="020B0504030602030204" pitchFamily="34" charset="0"/>
            <a:ea typeface="+mn-ea"/>
            <a:cs typeface="+mn-cs"/>
          </a:endParaRPr>
        </a:p>
      </dsp:txBody>
      <dsp:txXfrm>
        <a:off x="5654657" y="3471565"/>
        <a:ext cx="1049398" cy="497771"/>
      </dsp:txXfrm>
    </dsp:sp>
    <dsp:sp modelId="{0CDA2B0E-7B71-427B-8E3F-BA0C794D57B2}">
      <dsp:nvSpPr>
        <dsp:cNvPr id="0" name=""/>
        <dsp:cNvSpPr/>
      </dsp:nvSpPr>
      <dsp:spPr>
        <a:xfrm>
          <a:off x="6670647" y="787740"/>
          <a:ext cx="1103254" cy="551627"/>
        </a:xfrm>
        <a:prstGeom prst="roundRect">
          <a:avLst/>
        </a:prstGeom>
        <a:solidFill>
          <a:srgbClr val="F95DF9"/>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solidFill>
                <a:schemeClr val="accent1">
                  <a:lumMod val="50000"/>
                </a:schemeClr>
              </a:solidFill>
              <a:latin typeface="Ubuntu" panose="020B0504030602030204" pitchFamily="34" charset="0"/>
              <a:ea typeface="+mn-ea"/>
              <a:cs typeface="+mn-cs"/>
            </a:rPr>
            <a:t>Testing</a:t>
          </a:r>
          <a:endParaRPr lang="en-US" sz="1100" kern="1200" dirty="0">
            <a:solidFill>
              <a:schemeClr val="accent1">
                <a:lumMod val="50000"/>
              </a:schemeClr>
            </a:solidFill>
            <a:latin typeface="Ubuntu" panose="020B0504030602030204" pitchFamily="34" charset="0"/>
            <a:ea typeface="+mn-ea"/>
            <a:cs typeface="+mn-cs"/>
          </a:endParaRPr>
        </a:p>
      </dsp:txBody>
      <dsp:txXfrm>
        <a:off x="6697575" y="814668"/>
        <a:ext cx="1049398" cy="497771"/>
      </dsp:txXfrm>
    </dsp:sp>
    <dsp:sp modelId="{11625801-5AA8-43BD-8A97-421B0B990FBD}">
      <dsp:nvSpPr>
        <dsp:cNvPr id="0" name=""/>
        <dsp:cNvSpPr/>
      </dsp:nvSpPr>
      <dsp:spPr>
        <a:xfrm>
          <a:off x="6946460" y="1571051"/>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Ninad D</a:t>
          </a:r>
        </a:p>
        <a:p>
          <a:pPr marL="0" lvl="0" indent="0" algn="ctr" defTabSz="444500">
            <a:lnSpc>
              <a:spcPct val="90000"/>
            </a:lnSpc>
            <a:spcBef>
              <a:spcPct val="0"/>
            </a:spcBef>
            <a:spcAft>
              <a:spcPct val="35000"/>
            </a:spcAft>
            <a:buNone/>
          </a:pPr>
          <a:r>
            <a:rPr lang="en-US" sz="900" kern="1200" dirty="0">
              <a:latin typeface="Ubuntu" panose="020B0504030602030204" pitchFamily="34" charset="0"/>
            </a:rPr>
            <a:t>(Test Delivery Lead)</a:t>
          </a:r>
        </a:p>
      </dsp:txBody>
      <dsp:txXfrm>
        <a:off x="6973388" y="1597979"/>
        <a:ext cx="1049398" cy="497771"/>
      </dsp:txXfrm>
    </dsp:sp>
    <dsp:sp modelId="{D1450371-07AF-436E-BE85-66DC745D29ED}">
      <dsp:nvSpPr>
        <dsp:cNvPr id="0" name=""/>
        <dsp:cNvSpPr/>
      </dsp:nvSpPr>
      <dsp:spPr>
        <a:xfrm>
          <a:off x="6962667" y="2184218"/>
          <a:ext cx="1103254" cy="5516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Ubuntu" panose="020B0504030602030204" pitchFamily="34" charset="0"/>
            </a:rPr>
            <a:t>Vamshi Prabhala </a:t>
          </a:r>
        </a:p>
        <a:p>
          <a:pPr marL="0" lvl="0" indent="0" algn="ctr" defTabSz="444500">
            <a:lnSpc>
              <a:spcPct val="90000"/>
            </a:lnSpc>
            <a:spcBef>
              <a:spcPct val="0"/>
            </a:spcBef>
            <a:spcAft>
              <a:spcPct val="35000"/>
            </a:spcAft>
            <a:buNone/>
          </a:pPr>
          <a:r>
            <a:rPr lang="en-US" sz="900" kern="1200" dirty="0">
              <a:latin typeface="Ubuntu" panose="020B0504030602030204" pitchFamily="34" charset="0"/>
            </a:rPr>
            <a:t>(</a:t>
          </a:r>
          <a:r>
            <a:rPr lang="en-US" sz="850" kern="1200" dirty="0">
              <a:latin typeface="Ubuntu" panose="020B0504030602030204" pitchFamily="34" charset="0"/>
            </a:rPr>
            <a:t>Test Delivery Lead )</a:t>
          </a:r>
        </a:p>
      </dsp:txBody>
      <dsp:txXfrm>
        <a:off x="6989595" y="2211146"/>
        <a:ext cx="1049398" cy="497771"/>
      </dsp:txXfrm>
    </dsp:sp>
    <dsp:sp modelId="{A578F6EA-7985-4E12-8F12-9726FD3DF005}">
      <dsp:nvSpPr>
        <dsp:cNvPr id="0" name=""/>
        <dsp:cNvSpPr/>
      </dsp:nvSpPr>
      <dsp:spPr>
        <a:xfrm>
          <a:off x="6946460" y="2805489"/>
          <a:ext cx="1103254" cy="551627"/>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a:latin typeface="Ubuntu" panose="020B0504030602030204" pitchFamily="34" charset="0"/>
            </a:rPr>
            <a:t>Vijaya Pulidindi </a:t>
          </a:r>
        </a:p>
        <a:p>
          <a:pPr marL="0" lvl="0" indent="0" algn="ctr" defTabSz="444500">
            <a:lnSpc>
              <a:spcPct val="90000"/>
            </a:lnSpc>
            <a:spcBef>
              <a:spcPct val="0"/>
            </a:spcBef>
            <a:spcAft>
              <a:spcPct val="35000"/>
            </a:spcAft>
            <a:buNone/>
          </a:pPr>
          <a:r>
            <a:rPr lang="en-US" sz="900" kern="1200">
              <a:latin typeface="Ubuntu" panose="020B0504030602030204" pitchFamily="34" charset="0"/>
            </a:rPr>
            <a:t>(Test SME)</a:t>
          </a:r>
        </a:p>
      </dsp:txBody>
      <dsp:txXfrm>
        <a:off x="6973388" y="2832417"/>
        <a:ext cx="1049398" cy="497771"/>
      </dsp:txXfrm>
    </dsp:sp>
    <dsp:sp modelId="{7F2EF2A2-6B9D-4F4F-8667-978105B513F5}">
      <dsp:nvSpPr>
        <dsp:cNvPr id="0" name=""/>
        <dsp:cNvSpPr/>
      </dsp:nvSpPr>
      <dsp:spPr>
        <a:xfrm>
          <a:off x="6938362" y="3426759"/>
          <a:ext cx="1103254" cy="551627"/>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Sridhar I</a:t>
          </a:r>
        </a:p>
        <a:p>
          <a:pPr marL="0" lvl="0" indent="0" algn="ctr" defTabSz="400050">
            <a:lnSpc>
              <a:spcPct val="90000"/>
            </a:lnSpc>
            <a:spcBef>
              <a:spcPct val="0"/>
            </a:spcBef>
            <a:spcAft>
              <a:spcPct val="35000"/>
            </a:spcAft>
            <a:buNone/>
          </a:pPr>
          <a:r>
            <a:rPr lang="en-US" sz="900" kern="1200">
              <a:solidFill>
                <a:prstClr val="white"/>
              </a:solidFill>
              <a:latin typeface="Ubuntu" panose="020B0504030602030204" pitchFamily="34" charset="0"/>
              <a:ea typeface="+mn-ea"/>
              <a:cs typeface="+mn-cs"/>
            </a:rPr>
            <a:t>(Test Lead)</a:t>
          </a:r>
          <a:endParaRPr lang="en-US" sz="900" kern="1200" dirty="0">
            <a:solidFill>
              <a:prstClr val="white"/>
            </a:solidFill>
            <a:latin typeface="Ubuntu" panose="020B0504030602030204" pitchFamily="34" charset="0"/>
            <a:ea typeface="+mn-ea"/>
            <a:cs typeface="+mn-cs"/>
          </a:endParaRPr>
        </a:p>
      </dsp:txBody>
      <dsp:txXfrm>
        <a:off x="6965290" y="3453687"/>
        <a:ext cx="1049398" cy="497771"/>
      </dsp:txXfrm>
    </dsp:sp>
    <dsp:sp modelId="{2293E389-0AD6-4065-A620-E1E708BE9BEF}">
      <dsp:nvSpPr>
        <dsp:cNvPr id="0" name=""/>
        <dsp:cNvSpPr/>
      </dsp:nvSpPr>
      <dsp:spPr>
        <a:xfrm>
          <a:off x="6928731" y="4188375"/>
          <a:ext cx="1103254" cy="551627"/>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Anchal B</a:t>
          </a:r>
        </a:p>
        <a:p>
          <a:pPr marL="0" lvl="0" algn="ctr" defTabSz="400050">
            <a:lnSpc>
              <a:spcPct val="90000"/>
            </a:lnSpc>
            <a:spcBef>
              <a:spcPct val="0"/>
            </a:spcBef>
            <a:spcAft>
              <a:spcPct val="35000"/>
            </a:spcAft>
            <a:buNone/>
          </a:pPr>
          <a:r>
            <a:rPr lang="en-US" sz="900" kern="1200" dirty="0">
              <a:solidFill>
                <a:prstClr val="white"/>
              </a:solidFill>
              <a:latin typeface="Ubuntu" panose="020B0504030602030204" pitchFamily="34" charset="0"/>
              <a:ea typeface="+mn-ea"/>
              <a:cs typeface="+mn-cs"/>
            </a:rPr>
            <a:t>(Test Lead)</a:t>
          </a:r>
        </a:p>
      </dsp:txBody>
      <dsp:txXfrm>
        <a:off x="6955659" y="4215303"/>
        <a:ext cx="1049398" cy="497771"/>
      </dsp:txXfrm>
    </dsp:sp>
    <dsp:sp modelId="{DADE5F4E-05DF-4612-ABD5-890A9CCBC50D}">
      <dsp:nvSpPr>
        <dsp:cNvPr id="0" name=""/>
        <dsp:cNvSpPr/>
      </dsp:nvSpPr>
      <dsp:spPr>
        <a:xfrm>
          <a:off x="6936509" y="4860742"/>
          <a:ext cx="1103254" cy="551627"/>
        </a:xfrm>
        <a:prstGeom prst="roundRect">
          <a:avLst/>
        </a:prstGeom>
        <a:solidFill>
          <a:schemeClr val="accent1">
            <a:lumMod val="50000"/>
          </a:scheme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prstClr val="white"/>
              </a:solidFill>
              <a:latin typeface="Ubuntu" panose="020B0504030602030204" pitchFamily="34" charset="0"/>
              <a:ea typeface="+mn-ea"/>
              <a:cs typeface="+mn-cs"/>
            </a:rPr>
            <a:t>Ravi U</a:t>
          </a:r>
        </a:p>
        <a:p>
          <a:pPr marL="0" lvl="0" indent="0" algn="ctr" defTabSz="444500">
            <a:lnSpc>
              <a:spcPct val="90000"/>
            </a:lnSpc>
            <a:spcBef>
              <a:spcPct val="0"/>
            </a:spcBef>
            <a:spcAft>
              <a:spcPct val="35000"/>
            </a:spcAft>
            <a:buNone/>
          </a:pPr>
          <a:r>
            <a:rPr lang="en-US" sz="1000" b="0" kern="1200" dirty="0">
              <a:solidFill>
                <a:prstClr val="white"/>
              </a:solidFill>
              <a:latin typeface="Ubuntu" panose="020B0504030602030204" pitchFamily="34" charset="0"/>
              <a:ea typeface="+mn-ea"/>
              <a:cs typeface="+mn-cs"/>
            </a:rPr>
            <a:t>(</a:t>
          </a:r>
          <a:r>
            <a:rPr lang="en-US" sz="900" kern="1200" dirty="0">
              <a:solidFill>
                <a:prstClr val="white"/>
              </a:solidFill>
              <a:latin typeface="Ubuntu" panose="020B0504030602030204" pitchFamily="34" charset="0"/>
              <a:ea typeface="+mn-ea"/>
              <a:cs typeface="+mn-cs"/>
            </a:rPr>
            <a:t>Test Lead</a:t>
          </a:r>
          <a:r>
            <a:rPr lang="en-US" sz="1000" b="0" kern="1200" dirty="0">
              <a:solidFill>
                <a:prstClr val="white"/>
              </a:solidFill>
              <a:latin typeface="Ubuntu" panose="020B0504030602030204" pitchFamily="34" charset="0"/>
              <a:ea typeface="+mn-ea"/>
              <a:cs typeface="+mn-cs"/>
            </a:rPr>
            <a:t>)</a:t>
          </a:r>
        </a:p>
      </dsp:txBody>
      <dsp:txXfrm>
        <a:off x="6963437" y="4887670"/>
        <a:ext cx="1049398" cy="497771"/>
      </dsp:txXfrm>
    </dsp:sp>
    <dsp:sp modelId="{F38683AB-D6BE-4843-B5CC-DF00C77E8FF4}">
      <dsp:nvSpPr>
        <dsp:cNvPr id="0" name=""/>
        <dsp:cNvSpPr/>
      </dsp:nvSpPr>
      <dsp:spPr>
        <a:xfrm>
          <a:off x="8005585" y="787740"/>
          <a:ext cx="1103254" cy="551627"/>
        </a:xfrm>
        <a:prstGeom prst="roundRect">
          <a:avLst/>
        </a:prstGeom>
        <a:solidFill>
          <a:srgbClr val="F95DF9"/>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N" sz="1100" b="1" kern="1200">
              <a:solidFill>
                <a:srgbClr val="0070AD">
                  <a:lumMod val="50000"/>
                </a:srgbClr>
              </a:solidFill>
              <a:latin typeface="Ubuntu" panose="020B0504030602030204" pitchFamily="34" charset="0"/>
              <a:ea typeface="+mn-ea"/>
              <a:cs typeface="+mn-cs"/>
            </a:rPr>
            <a:t>Product Ratio</a:t>
          </a:r>
          <a:r>
            <a:rPr lang="en-IN" sz="1100" b="1" kern="1200">
              <a:solidFill>
                <a:schemeClr val="accent1">
                  <a:lumMod val="50000"/>
                </a:schemeClr>
              </a:solidFill>
              <a:latin typeface="Ubuntu" panose="020B0504030602030204" pitchFamily="34" charset="0"/>
              <a:ea typeface="+mn-ea"/>
              <a:cs typeface="+mn-cs"/>
            </a:rPr>
            <a:t>nalization</a:t>
          </a:r>
          <a:endParaRPr lang="en-US" sz="1100" kern="1200" dirty="0">
            <a:solidFill>
              <a:schemeClr val="accent1">
                <a:lumMod val="50000"/>
              </a:schemeClr>
            </a:solidFill>
            <a:latin typeface="Ubuntu" panose="020B0504030602030204" pitchFamily="34" charset="0"/>
            <a:ea typeface="+mn-ea"/>
            <a:cs typeface="+mn-cs"/>
          </a:endParaRPr>
        </a:p>
      </dsp:txBody>
      <dsp:txXfrm>
        <a:off x="8032513" y="814668"/>
        <a:ext cx="1049398" cy="497771"/>
      </dsp:txXfrm>
    </dsp:sp>
    <dsp:sp modelId="{AAE090E3-7673-4E1F-986A-A985FA5EE9F7}">
      <dsp:nvSpPr>
        <dsp:cNvPr id="0" name=""/>
        <dsp:cNvSpPr/>
      </dsp:nvSpPr>
      <dsp:spPr>
        <a:xfrm>
          <a:off x="8271767" y="1561420"/>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44500">
            <a:lnSpc>
              <a:spcPct val="90000"/>
            </a:lnSpc>
            <a:spcBef>
              <a:spcPct val="0"/>
            </a:spcBef>
            <a:spcAft>
              <a:spcPct val="35000"/>
            </a:spcAft>
            <a:buNone/>
          </a:pPr>
          <a:r>
            <a:rPr lang="en-US" sz="1000" b="1" kern="1200">
              <a:solidFill>
                <a:prstClr val="white"/>
              </a:solidFill>
              <a:latin typeface="Ubuntu" panose="020B0504030602030204" pitchFamily="34" charset="0"/>
              <a:ea typeface="+mn-ea"/>
              <a:cs typeface="+mn-cs"/>
            </a:rPr>
            <a:t>Kelly Riesling</a:t>
          </a:r>
        </a:p>
        <a:p>
          <a:pPr marL="0" lvl="0" algn="ctr" defTabSz="400050">
            <a:lnSpc>
              <a:spcPct val="90000"/>
            </a:lnSpc>
            <a:spcBef>
              <a:spcPct val="0"/>
            </a:spcBef>
            <a:spcAft>
              <a:spcPct val="35000"/>
            </a:spcAft>
            <a:buNone/>
          </a:pPr>
          <a:r>
            <a:rPr lang="en-US" sz="1100" kern="1200">
              <a:solidFill>
                <a:prstClr val="white"/>
              </a:solidFill>
              <a:latin typeface="Ubuntu" panose="020B0504030602030204" pitchFamily="34" charset="0"/>
              <a:ea typeface="+mn-ea"/>
              <a:cs typeface="+mn-cs"/>
            </a:rPr>
            <a:t>(</a:t>
          </a:r>
          <a:r>
            <a:rPr lang="en-US" sz="1000" b="0" kern="1200">
              <a:solidFill>
                <a:prstClr val="white"/>
              </a:solidFill>
              <a:latin typeface="Ubuntu" panose="020B0504030602030204" pitchFamily="34" charset="0"/>
              <a:ea typeface="+mn-ea"/>
              <a:cs typeface="+mn-cs"/>
            </a:rPr>
            <a:t>PR Expert)</a:t>
          </a:r>
          <a:endParaRPr lang="en-US" sz="1000" b="0" kern="1200" dirty="0">
            <a:solidFill>
              <a:prstClr val="white"/>
            </a:solidFill>
            <a:latin typeface="Ubuntu" panose="020B0504030602030204" pitchFamily="34" charset="0"/>
            <a:ea typeface="+mn-ea"/>
            <a:cs typeface="+mn-cs"/>
          </a:endParaRPr>
        </a:p>
      </dsp:txBody>
      <dsp:txXfrm>
        <a:off x="8298695" y="1588348"/>
        <a:ext cx="1049398" cy="497771"/>
      </dsp:txXfrm>
    </dsp:sp>
    <dsp:sp modelId="{A15FC598-AE3D-47E1-B61D-127BFC60E3B4}">
      <dsp:nvSpPr>
        <dsp:cNvPr id="0" name=""/>
        <dsp:cNvSpPr/>
      </dsp:nvSpPr>
      <dsp:spPr>
        <a:xfrm>
          <a:off x="8271767" y="2220278"/>
          <a:ext cx="1103254" cy="551627"/>
        </a:xfrm>
        <a:prstGeom prst="round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44500">
            <a:lnSpc>
              <a:spcPct val="90000"/>
            </a:lnSpc>
            <a:spcBef>
              <a:spcPct val="0"/>
            </a:spcBef>
            <a:spcAft>
              <a:spcPct val="35000"/>
            </a:spcAft>
            <a:buNone/>
          </a:pPr>
          <a:r>
            <a:rPr lang="en-US" sz="1000" b="1" kern="1200">
              <a:solidFill>
                <a:srgbClr val="FFFFFF"/>
              </a:solidFill>
              <a:latin typeface="Ubuntu" panose="020B0504030602030204" pitchFamily="34" charset="0"/>
              <a:ea typeface="+mn-ea"/>
              <a:cs typeface="+mn-cs"/>
            </a:rPr>
            <a:t>Peter D</a:t>
          </a:r>
        </a:p>
        <a:p>
          <a:pPr marL="0" lvl="0" algn="ctr" defTabSz="488950">
            <a:lnSpc>
              <a:spcPct val="90000"/>
            </a:lnSpc>
            <a:spcBef>
              <a:spcPct val="0"/>
            </a:spcBef>
            <a:spcAft>
              <a:spcPct val="35000"/>
            </a:spcAft>
            <a:buNone/>
          </a:pPr>
          <a:r>
            <a:rPr lang="en-US" sz="800" kern="1200">
              <a:solidFill>
                <a:prstClr val="white"/>
              </a:solidFill>
              <a:latin typeface="Ubuntu" panose="020B0504030602030204" pitchFamily="34" charset="0"/>
              <a:ea typeface="+mn-ea"/>
              <a:cs typeface="+mn-cs"/>
            </a:rPr>
            <a:t>(</a:t>
          </a:r>
          <a:r>
            <a:rPr lang="en-US" sz="900" kern="1200">
              <a:solidFill>
                <a:srgbClr val="FFFFFF"/>
              </a:solidFill>
              <a:latin typeface="Ubuntu" panose="020B0504030602030204" pitchFamily="34" charset="0"/>
              <a:ea typeface="+mn-ea"/>
              <a:cs typeface="+mn-cs"/>
            </a:rPr>
            <a:t>PR Lead)</a:t>
          </a:r>
          <a:endParaRPr lang="en-US" sz="900" kern="1200" dirty="0">
            <a:solidFill>
              <a:srgbClr val="FFFFFF"/>
            </a:solidFill>
            <a:latin typeface="Ubuntu" panose="020B0504030602030204" pitchFamily="34" charset="0"/>
            <a:ea typeface="+mn-ea"/>
            <a:cs typeface="+mn-cs"/>
          </a:endParaRPr>
        </a:p>
      </dsp:txBody>
      <dsp:txXfrm>
        <a:off x="8298695" y="2247206"/>
        <a:ext cx="1049398" cy="497771"/>
      </dsp:txXfrm>
    </dsp:sp>
    <dsp:sp modelId="{C34AB1D3-B447-4FCE-812E-772D5A997A1A}">
      <dsp:nvSpPr>
        <dsp:cNvPr id="0" name=""/>
        <dsp:cNvSpPr/>
      </dsp:nvSpPr>
      <dsp:spPr>
        <a:xfrm>
          <a:off x="9340524" y="787740"/>
          <a:ext cx="1103254" cy="551627"/>
        </a:xfrm>
        <a:prstGeom prst="roundRect">
          <a:avLst/>
        </a:prstGeom>
        <a:solidFill>
          <a:srgbClr val="F95DF9"/>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N" sz="1100" b="1" kern="1200">
              <a:solidFill>
                <a:srgbClr val="0070AD">
                  <a:lumMod val="50000"/>
                </a:srgbClr>
              </a:solidFill>
              <a:latin typeface="Ubuntu" panose="020B0504030602030204" pitchFamily="34" charset="0"/>
              <a:ea typeface="+mn-ea"/>
              <a:cs typeface="+mn-cs"/>
            </a:rPr>
            <a:t>Migration</a:t>
          </a:r>
          <a:endParaRPr lang="en-US" sz="1100" b="1" kern="1200" dirty="0">
            <a:solidFill>
              <a:srgbClr val="0070AD">
                <a:lumMod val="50000"/>
              </a:srgbClr>
            </a:solidFill>
            <a:latin typeface="Ubuntu" panose="020B0504030602030204" pitchFamily="34" charset="0"/>
            <a:ea typeface="+mn-ea"/>
            <a:cs typeface="+mn-cs"/>
          </a:endParaRPr>
        </a:p>
      </dsp:txBody>
      <dsp:txXfrm>
        <a:off x="9367452" y="814668"/>
        <a:ext cx="1049398" cy="497771"/>
      </dsp:txXfrm>
    </dsp:sp>
    <dsp:sp modelId="{0C99DC84-E8E6-4354-92E5-87B405956B04}">
      <dsp:nvSpPr>
        <dsp:cNvPr id="0" name=""/>
        <dsp:cNvSpPr/>
      </dsp:nvSpPr>
      <dsp:spPr>
        <a:xfrm>
          <a:off x="9616337" y="1571051"/>
          <a:ext cx="1103254" cy="551627"/>
        </a:xfrm>
        <a:prstGeom prst="rect">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5715" tIns="5715" rIns="5715" bIns="5715" numCol="1" spcCol="1270" anchor="ctr" anchorCtr="0">
          <a:noAutofit/>
        </a:bodyPr>
        <a:lstStyle/>
        <a:p>
          <a:pPr marL="0" lvl="0" indent="0" algn="ctr" defTabSz="444500">
            <a:lnSpc>
              <a:spcPct val="90000"/>
            </a:lnSpc>
            <a:spcBef>
              <a:spcPct val="0"/>
            </a:spcBef>
            <a:spcAft>
              <a:spcPct val="35000"/>
            </a:spcAft>
            <a:buNone/>
          </a:pPr>
          <a:r>
            <a:rPr lang="en-IN" sz="1000" b="1" kern="1200" dirty="0">
              <a:solidFill>
                <a:prstClr val="white"/>
              </a:solidFill>
              <a:latin typeface="Ubuntu" panose="020B0504030602030204" pitchFamily="34" charset="0"/>
              <a:ea typeface="+mn-ea"/>
              <a:cs typeface="+mn-cs"/>
            </a:rPr>
            <a:t>Sudhindra K</a:t>
          </a:r>
        </a:p>
        <a:p>
          <a:pPr marL="0" lvl="0" indent="0" algn="ctr" defTabSz="444500">
            <a:lnSpc>
              <a:spcPct val="90000"/>
            </a:lnSpc>
            <a:spcBef>
              <a:spcPct val="0"/>
            </a:spcBef>
            <a:spcAft>
              <a:spcPct val="35000"/>
            </a:spcAft>
            <a:buNone/>
          </a:pPr>
          <a:r>
            <a:rPr lang="en-IN" sz="900" kern="1200" dirty="0">
              <a:solidFill>
                <a:prstClr val="white"/>
              </a:solidFill>
              <a:latin typeface="Ubuntu" panose="020B0504030602030204" pitchFamily="34" charset="0"/>
              <a:ea typeface="+mn-ea"/>
              <a:cs typeface="+mn-cs"/>
            </a:rPr>
            <a:t>(Migration lead)</a:t>
          </a:r>
        </a:p>
      </dsp:txBody>
      <dsp:txXfrm>
        <a:off x="9616337" y="1571051"/>
        <a:ext cx="1103254" cy="55162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025D4-A071-4369-95F8-F93231BD563B}" type="datetimeFigureOut">
              <a:rPr lang="en-IN" smtClean="0"/>
              <a:t>10-02-2025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FD074F-07E6-412D-8C2D-FD15A8A24482}" type="slidenum">
              <a:rPr lang="en-IN" smtClean="0"/>
              <a:t>‹#›</a:t>
            </a:fld>
            <a:endParaRPr lang="en-IN"/>
          </a:p>
        </p:txBody>
      </p:sp>
    </p:spTree>
    <p:extLst>
      <p:ext uri="{BB962C8B-B14F-4D97-AF65-F5344CB8AC3E}">
        <p14:creationId xmlns:p14="http://schemas.microsoft.com/office/powerpoint/2010/main" val="3186461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FD074F-07E6-412D-8C2D-FD15A8A24482}" type="slidenum">
              <a:rPr lang="en-IN" smtClean="0"/>
              <a:t>2</a:t>
            </a:fld>
            <a:endParaRPr lang="en-IN"/>
          </a:p>
        </p:txBody>
      </p:sp>
    </p:spTree>
    <p:extLst>
      <p:ext uri="{BB962C8B-B14F-4D97-AF65-F5344CB8AC3E}">
        <p14:creationId xmlns:p14="http://schemas.microsoft.com/office/powerpoint/2010/main" val="791141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xml"/><Relationship Id="rId16" Type="http://schemas.openxmlformats.org/officeDocument/2006/relationships/image" Target="../media/image12.png"/><Relationship Id="rId1" Type="http://schemas.openxmlformats.org/officeDocument/2006/relationships/tags" Target="../tags/tag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44203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792081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93080939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1515455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5139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05811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74486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66279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2294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602681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856049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938348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69276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05017996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51075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0871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150606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553713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05765491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740070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1428067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0468657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5476798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24273140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10-02-2025</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6317509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416879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BEAZLEY GPAS &amp; Billing </a:t>
            </a:r>
            <a:r>
              <a:rPr lang="en-US" sz="700" kern="0" dirty="0" err="1">
                <a:solidFill>
                  <a:srgbClr val="A6A6A6"/>
                </a:solidFill>
                <a:latin typeface="Ubuntu" panose="020B0504030602030204" pitchFamily="34" charset="0"/>
                <a:cs typeface="Arial" panose="020B0604020202020204" pitchFamily="34" charset="0"/>
              </a:rPr>
              <a:t>Programme</a:t>
            </a:r>
            <a:endParaRPr lang="en-US" sz="700" kern="0" dirty="0">
              <a:solidFill>
                <a:srgbClr val="A6A6A6"/>
              </a:solidFill>
              <a:latin typeface="Ubuntu" panose="020B0504030602030204" pitchFamily="34" charset="0"/>
              <a:cs typeface="Arial" panose="020B0604020202020204" pitchFamily="34" charset="0"/>
            </a:endParaRP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24813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Draft: Feb 2025</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2" y="1557853"/>
            <a:ext cx="10165217" cy="2492990"/>
          </a:xfrm>
        </p:spPr>
        <p:txBody>
          <a:bodyPr/>
          <a:lstStyle/>
          <a:p>
            <a:r>
              <a:rPr lang="en-GB" dirty="0"/>
              <a:t>Beazley </a:t>
            </a:r>
            <a:br>
              <a:rPr lang="en-GB" dirty="0"/>
            </a:br>
            <a:r>
              <a:rPr lang="en-GB" sz="4800" dirty="0" err="1"/>
              <a:t>gpas</a:t>
            </a:r>
            <a:r>
              <a:rPr lang="en-GB" sz="4800" dirty="0"/>
              <a:t> and Billing Programme</a:t>
            </a:r>
            <a:endParaRPr lang="en-GB" dirty="0"/>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dirty="0">
                <a:latin typeface="Ubuntu"/>
              </a:rPr>
              <a:t>Cap Org Structure</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4987-4304-7291-2982-56C2D4C4B7A7}"/>
              </a:ext>
            </a:extLst>
          </p:cNvPr>
          <p:cNvSpPr>
            <a:spLocks noGrp="1"/>
          </p:cNvSpPr>
          <p:nvPr>
            <p:ph type="title"/>
          </p:nvPr>
        </p:nvSpPr>
        <p:spPr>
          <a:xfrm>
            <a:off x="141514" y="0"/>
            <a:ext cx="10843591" cy="745435"/>
          </a:xfrm>
        </p:spPr>
        <p:txBody>
          <a:bodyPr/>
          <a:lstStyle/>
          <a:p>
            <a:r>
              <a:rPr lang="en-IN" sz="2800" dirty="0">
                <a:solidFill>
                  <a:schemeClr val="accent1">
                    <a:lumMod val="50000"/>
                  </a:schemeClr>
                </a:solidFill>
                <a:latin typeface="Ubuntu" panose="020B0504030602030204" pitchFamily="34" charset="0"/>
              </a:rPr>
              <a:t>Capgemini leadership and SME organisation</a:t>
            </a:r>
          </a:p>
        </p:txBody>
      </p:sp>
      <p:graphicFrame>
        <p:nvGraphicFramePr>
          <p:cNvPr id="3" name="Diagram 2">
            <a:extLst>
              <a:ext uri="{FF2B5EF4-FFF2-40B4-BE49-F238E27FC236}">
                <a16:creationId xmlns:a16="http://schemas.microsoft.com/office/drawing/2014/main" id="{F252295D-6B3B-7BD3-946D-A004DC6EF2DB}"/>
              </a:ext>
            </a:extLst>
          </p:cNvPr>
          <p:cNvGraphicFramePr>
            <a:graphicFrameLocks/>
          </p:cNvGraphicFramePr>
          <p:nvPr>
            <p:extLst>
              <p:ext uri="{D42A27DB-BD31-4B8C-83A1-F6EECF244321}">
                <p14:modId xmlns:p14="http://schemas.microsoft.com/office/powerpoint/2010/main" val="2191798079"/>
              </p:ext>
            </p:extLst>
          </p:nvPr>
        </p:nvGraphicFramePr>
        <p:xfrm>
          <a:off x="141514" y="609600"/>
          <a:ext cx="12050486" cy="6826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F3AAE2EA-54C8-9650-A89C-E9BDBCD7F631}"/>
              </a:ext>
            </a:extLst>
          </p:cNvPr>
          <p:cNvSpPr/>
          <p:nvPr/>
        </p:nvSpPr>
        <p:spPr>
          <a:xfrm>
            <a:off x="11088414" y="5833242"/>
            <a:ext cx="666706" cy="2627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t>India</a:t>
            </a:r>
          </a:p>
        </p:txBody>
      </p:sp>
      <p:sp>
        <p:nvSpPr>
          <p:cNvPr id="5" name="Rectangle 4">
            <a:extLst>
              <a:ext uri="{FF2B5EF4-FFF2-40B4-BE49-F238E27FC236}">
                <a16:creationId xmlns:a16="http://schemas.microsoft.com/office/drawing/2014/main" id="{3A6A3785-C310-C5B5-7EBF-4F24D251F4CF}"/>
              </a:ext>
            </a:extLst>
          </p:cNvPr>
          <p:cNvSpPr/>
          <p:nvPr/>
        </p:nvSpPr>
        <p:spPr>
          <a:xfrm>
            <a:off x="11082458" y="6148027"/>
            <a:ext cx="666706" cy="262758"/>
          </a:xfrm>
          <a:prstGeom prst="rect">
            <a:avLst/>
          </a:prstGeom>
          <a:solidFill>
            <a:srgbClr val="4472C4">
              <a:lumMod val="50000"/>
            </a:srgbClr>
          </a:solidFill>
          <a:ln w="12700" cap="flat" cmpd="sng" algn="ctr">
            <a:noFill/>
            <a:prstDash val="solid"/>
            <a:miter lim="800000"/>
          </a:ln>
          <a:effectLst/>
        </p:spPr>
        <p:txBody>
          <a:bodyPr spcFirstLastPara="0" vert="horz" wrap="square" lIns="5715" tIns="5715" rIns="5715" bIns="5715" numCol="1" spcCol="1270" anchor="ctr" anchorCtr="0">
            <a:noAutofit/>
          </a:bodyPr>
          <a:lstStyle/>
          <a:p>
            <a:pPr algn="ctr" defTabSz="400050">
              <a:lnSpc>
                <a:spcPct val="90000"/>
              </a:lnSpc>
              <a:spcBef>
                <a:spcPct val="0"/>
              </a:spcBef>
              <a:spcAft>
                <a:spcPct val="35000"/>
              </a:spcAft>
            </a:pPr>
            <a:r>
              <a:rPr lang="en-IN" sz="1000" b="1">
                <a:solidFill>
                  <a:prstClr val="white"/>
                </a:solidFill>
                <a:latin typeface="Ubuntu" panose="020B0504030602030204" pitchFamily="34" charset="0"/>
              </a:rPr>
              <a:t>UK</a:t>
            </a:r>
          </a:p>
        </p:txBody>
      </p:sp>
    </p:spTree>
    <p:extLst>
      <p:ext uri="{BB962C8B-B14F-4D97-AF65-F5344CB8AC3E}">
        <p14:creationId xmlns:p14="http://schemas.microsoft.com/office/powerpoint/2010/main" val="29812117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26A3FEC-8D13-4DE3-99F2-B3EFD097A7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C66601-3152-4EBF-9B27-7AD6C1B9E676}">
  <ds:schemaRefs>
    <ds:schemaRef ds:uri="http://schemas.microsoft.com/sharepoint/v3/contenttype/forms"/>
  </ds:schemaRefs>
</ds:datastoreItem>
</file>

<file path=customXml/itemProps3.xml><?xml version="1.0" encoding="utf-8"?>
<ds:datastoreItem xmlns:ds="http://schemas.openxmlformats.org/officeDocument/2006/customXml" ds:itemID="{5F25AAC2-115D-4E80-8660-721C700D8C54}">
  <ds:schemaRefs>
    <ds:schemaRef ds:uri="http://purl.org/dc/elements/1.1/"/>
    <ds:schemaRef ds:uri="http://schemas.microsoft.com/office/2006/metadata/properties"/>
    <ds:schemaRef ds:uri="886d0db5-4d18-497d-97ce-51cb0d7fa060"/>
    <ds:schemaRef ds:uri="http://purl.org/dc/terms/"/>
    <ds:schemaRef ds:uri="e2f04ce6-5625-4773-b511-ff6e32fd78d6"/>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133</TotalTime>
  <Words>212</Words>
  <Application>Microsoft Office PowerPoint</Application>
  <PresentationFormat>Widescreen</PresentationFormat>
  <Paragraphs>71</Paragraphs>
  <Slides>2</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0" baseType="lpstr">
      <vt:lpstr>Arial</vt:lpstr>
      <vt:lpstr>Calibri</vt:lpstr>
      <vt:lpstr>Ubuntu</vt:lpstr>
      <vt:lpstr>Ubuntu Light</vt:lpstr>
      <vt:lpstr>Ubuntu Medium</vt:lpstr>
      <vt:lpstr>Wingdings</vt:lpstr>
      <vt:lpstr>Capgemini Master 2021</vt:lpstr>
      <vt:lpstr>think-cell Slide</vt:lpstr>
      <vt:lpstr>Beazley  gpas and Billing Programme</vt:lpstr>
      <vt:lpstr>Capgemini leadership and SME organisation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Kanduru, Raghava</dc:creator>
  <cp:lastModifiedBy>Kanduru, Raghava</cp:lastModifiedBy>
  <cp:revision>1</cp:revision>
  <dcterms:created xsi:type="dcterms:W3CDTF">2021-07-30T11:12:15Z</dcterms:created>
  <dcterms:modified xsi:type="dcterms:W3CDTF">2025-02-10T12:30:04Z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
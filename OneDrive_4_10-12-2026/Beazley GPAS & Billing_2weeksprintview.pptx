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6.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7.xml" ContentType="application/vnd.openxmlformats-officedocument.them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8.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heme/theme9.xml" ContentType="application/vnd.openxmlformats-officedocument.theme+xml"/>
  <Override PartName="/ppt/theme/theme10.xml" ContentType="application/vnd.openxmlformats-officedocument.them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 id="2147484157" r:id="rId10"/>
    <p:sldMasterId id="2147484186" r:id="rId11"/>
  </p:sldMasterIdLst>
  <p:notesMasterIdLst>
    <p:notesMasterId r:id="rId16"/>
  </p:notesMasterIdLst>
  <p:handoutMasterIdLst>
    <p:handoutMasterId r:id="rId17"/>
  </p:handoutMasterIdLst>
  <p:sldIdLst>
    <p:sldId id="2147474097" r:id="rId12"/>
    <p:sldId id="961" r:id="rId13"/>
    <p:sldId id="2147474099" r:id="rId14"/>
    <p:sldId id="2145706627" r:id="rId15"/>
  </p:sldIdLst>
  <p:sldSz cx="12192000" cy="6858000"/>
  <p:notesSz cx="6858000" cy="9144000"/>
  <p:embeddedFontLst>
    <p:embeddedFont>
      <p:font typeface="Franklin Gothic Medium" panose="020B0603020102020204" pitchFamily="34" charset="0"/>
      <p:regular r:id="rId18"/>
      <p:italic r:id="rId19"/>
    </p:embeddedFont>
    <p:embeddedFont>
      <p:font typeface="Trebuchet MS" panose="020B0603020202020204" pitchFamily="34" charset="0"/>
      <p:regular r:id="rId20"/>
      <p:bold r:id="rId21"/>
      <p:italic r:id="rId22"/>
      <p:boldItalic r:id="rId23"/>
    </p:embeddedFont>
    <p:embeddedFont>
      <p:font typeface="Ubuntu" panose="020B0504030602030204" pitchFamily="34" charset="0"/>
      <p:regular r:id="rId24"/>
      <p:bold r:id="rId25"/>
      <p:italic r:id="rId26"/>
      <p:boldItalic r:id="rId27"/>
    </p:embeddedFont>
    <p:embeddedFont>
      <p:font typeface="Ubuntu Light" panose="020B0304030602030204" pitchFamily="34" charset="0"/>
      <p:regular r:id="rId28"/>
      <p:italic r:id="rId29"/>
    </p:embeddedFont>
    <p:embeddedFont>
      <p:font typeface="Ubuntu Medium" panose="020B0604030602030204" pitchFamily="34" charset="0"/>
      <p:regular r:id="rId30"/>
      <p:italic r:id="rId31"/>
    </p:embeddedFont>
    <p:embeddedFont>
      <p:font typeface="Verdana" panose="020B0604030504040204" pitchFamily="34" charset="0"/>
      <p:regular r:id="rId32"/>
      <p:bold r:id="rId33"/>
      <p:italic r:id="rId34"/>
      <p:boldItalic r:id="rId35"/>
    </p:embeddedFont>
  </p:embeddedFontLst>
  <p:custDataLst>
    <p:tags r:id="rId36"/>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 id="{77C1DED5-5D74-0F76-84F6-6916F63B35AA}" name="Akula, Kiran" initials="AK" userId="S::kiran.akula@capgemini.com::4edd7db3-3f5e-4d95-b6aa-837b0f56c9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99FF"/>
    <a:srgbClr val="FF66FF"/>
    <a:srgbClr val="FF9966"/>
    <a:srgbClr val="7ED1E7"/>
    <a:srgbClr val="DE189C"/>
    <a:srgbClr val="78CFFF"/>
    <a:srgbClr val="F8FFFB"/>
    <a:srgbClr val="FEFEFC"/>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8D66F7-9DC7-41A8-85C9-4999AA186E98}" v="95" dt="2025-01-27T16:34:32.274"/>
    <p1510:client id="{A50A7406-3B4D-DF4F-E1E3-5211FFB16231}" v="30" dt="2025-01-28T11:54:34.770"/>
    <p1510:client id="{F9B392D2-A3ED-4951-B1E3-E474056FE85B}" v="337" dt="2025-01-27T17:05:33.5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744" y="24"/>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4.fntdata"/><Relationship Id="rId34" Type="http://schemas.openxmlformats.org/officeDocument/2006/relationships/font" Target="fonts/font17.fntdata"/><Relationship Id="rId42"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gs" Target="tags/tag1.xml"/><Relationship Id="rId10" Type="http://schemas.openxmlformats.org/officeDocument/2006/relationships/slideMaster" Target="slideMasters/slideMaster7.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dla, Natraj" userId="1b097815-ad51-435d-a557-eb69be7a0b69" providerId="ADAL" clId="{83AE0F20-54DF-4FC6-8642-3BB87819100F}"/>
    <pc:docChg chg="undo custSel addSld modSld sldOrd">
      <pc:chgData name="Gudla, Natraj" userId="1b097815-ad51-435d-a557-eb69be7a0b69" providerId="ADAL" clId="{83AE0F20-54DF-4FC6-8642-3BB87819100F}" dt="2024-07-14T10:17:24.064" v="3383" actId="20577"/>
      <pc:docMkLst>
        <pc:docMk/>
      </pc:docMkLst>
      <pc:sldChg chg="modSp mod">
        <pc:chgData name="Gudla, Natraj" userId="1b097815-ad51-435d-a557-eb69be7a0b69" providerId="ADAL" clId="{83AE0F20-54DF-4FC6-8642-3BB87819100F}" dt="2024-07-11T03:45:34.878" v="314" actId="13926"/>
        <pc:sldMkLst>
          <pc:docMk/>
          <pc:sldMk cId="293913670" sldId="2147474190"/>
        </pc:sldMkLst>
      </pc:sldChg>
      <pc:sldChg chg="modSp mod">
        <pc:chgData name="Gudla, Natraj" userId="1b097815-ad51-435d-a557-eb69be7a0b69" providerId="ADAL" clId="{83AE0F20-54DF-4FC6-8642-3BB87819100F}" dt="2024-07-11T03:43:37.265" v="308" actId="20577"/>
        <pc:sldMkLst>
          <pc:docMk/>
          <pc:sldMk cId="35362297" sldId="2147475803"/>
        </pc:sldMkLst>
      </pc:sldChg>
      <pc:sldChg chg="modSp mod">
        <pc:chgData name="Gudla, Natraj" userId="1b097815-ad51-435d-a557-eb69be7a0b69" providerId="ADAL" clId="{83AE0F20-54DF-4FC6-8642-3BB87819100F}" dt="2024-07-11T03:39:42.593" v="5" actId="14734"/>
        <pc:sldMkLst>
          <pc:docMk/>
          <pc:sldMk cId="1422036111" sldId="2147475804"/>
        </pc:sldMkLst>
      </pc:sldChg>
      <pc:sldChg chg="ord">
        <pc:chgData name="Gudla, Natraj" userId="1b097815-ad51-435d-a557-eb69be7a0b69" providerId="ADAL" clId="{83AE0F20-54DF-4FC6-8642-3BB87819100F}" dt="2024-07-10T07:41:31.419" v="1"/>
        <pc:sldMkLst>
          <pc:docMk/>
          <pc:sldMk cId="215030971" sldId="2147475814"/>
        </pc:sldMkLst>
      </pc:sldChg>
      <pc:sldChg chg="addSp delSp modSp new mod ord">
        <pc:chgData name="Gudla, Natraj" userId="1b097815-ad51-435d-a557-eb69be7a0b69" providerId="ADAL" clId="{83AE0F20-54DF-4FC6-8642-3BB87819100F}" dt="2024-07-14T10:17:24.064" v="3383" actId="20577"/>
        <pc:sldMkLst>
          <pc:docMk/>
          <pc:sldMk cId="1074754699" sldId="2147475822"/>
        </pc:sldMkLst>
      </pc:sldChg>
    </pc:docChg>
  </pc:docChgLst>
  <pc:docChgLst>
    <pc:chgData name="Goundu, Ramesh" userId="S::ramesh.goundu@capgemini.com::26e4ecc0-474c-4e51-8678-139134653597" providerId="AD" clId="Web-{90340A39-F993-2F91-2A0D-5E102E96735A}"/>
    <pc:docChg chg="modSld">
      <pc:chgData name="Goundu, Ramesh" userId="S::ramesh.goundu@capgemini.com::26e4ecc0-474c-4e51-8678-139134653597" providerId="AD" clId="Web-{90340A39-F993-2F91-2A0D-5E102E96735A}" dt="2024-05-22T13:10:36.260" v="442" actId="1076"/>
      <pc:docMkLst>
        <pc:docMk/>
      </pc:docMkLst>
      <pc:sldChg chg="modSp">
        <pc:chgData name="Goundu, Ramesh" userId="S::ramesh.goundu@capgemini.com::26e4ecc0-474c-4e51-8678-139134653597" providerId="AD" clId="Web-{90340A39-F993-2F91-2A0D-5E102E96735A}" dt="2024-05-22T10:21:32.618" v="326" actId="20577"/>
        <pc:sldMkLst>
          <pc:docMk/>
          <pc:sldMk cId="4240461515" sldId="2076137833"/>
        </pc:sldMkLst>
      </pc:sldChg>
      <pc:sldChg chg="modSp">
        <pc:chgData name="Goundu, Ramesh" userId="S::ramesh.goundu@capgemini.com::26e4ecc0-474c-4e51-8678-139134653597" providerId="AD" clId="Web-{90340A39-F993-2F91-2A0D-5E102E96735A}" dt="2024-05-22T13:10:36.260" v="442" actId="1076"/>
        <pc:sldMkLst>
          <pc:docMk/>
          <pc:sldMk cId="1801749126" sldId="2141412312"/>
        </pc:sldMkLst>
      </pc:sldChg>
      <pc:sldChg chg="modSp">
        <pc:chgData name="Goundu, Ramesh" userId="S::ramesh.goundu@capgemini.com::26e4ecc0-474c-4e51-8678-139134653597" providerId="AD" clId="Web-{90340A39-F993-2F91-2A0D-5E102E96735A}" dt="2024-05-22T10:15:52.161" v="147" actId="20577"/>
        <pc:sldMkLst>
          <pc:docMk/>
          <pc:sldMk cId="4268486508" sldId="2141412314"/>
        </pc:sldMkLst>
      </pc:sldChg>
      <pc:sldChg chg="modSp">
        <pc:chgData name="Goundu, Ramesh" userId="S::ramesh.goundu@capgemini.com::26e4ecc0-474c-4e51-8678-139134653597" providerId="AD" clId="Web-{90340A39-F993-2F91-2A0D-5E102E96735A}" dt="2024-05-22T12:59:54.174" v="387" actId="20577"/>
        <pc:sldMkLst>
          <pc:docMk/>
          <pc:sldMk cId="2672899342" sldId="2141412315"/>
        </pc:sldMkLst>
      </pc:sldChg>
    </pc:docChg>
  </pc:docChgLst>
  <pc:docChgLst>
    <pc:chgData name="Sivaramakrishnan, Narayanan" userId="341b1ffd-5577-42b1-9704-45069781f0b3" providerId="ADAL" clId="{ED76C370-CC92-457C-AA42-89D58658620F}"/>
    <pc:docChg chg="modSld">
      <pc:chgData name="Sivaramakrishnan, Narayanan" userId="341b1ffd-5577-42b1-9704-45069781f0b3" providerId="ADAL" clId="{ED76C370-CC92-457C-AA42-89D58658620F}" dt="2024-07-10T09:46:02.467" v="9" actId="1036"/>
      <pc:docMkLst>
        <pc:docMk/>
      </pc:docMkLst>
      <pc:sldChg chg="modSp mod">
        <pc:chgData name="Sivaramakrishnan, Narayanan" userId="341b1ffd-5577-42b1-9704-45069781f0b3" providerId="ADAL" clId="{ED76C370-CC92-457C-AA42-89D58658620F}" dt="2024-07-10T09:46:02.467" v="9" actId="1036"/>
        <pc:sldMkLst>
          <pc:docMk/>
          <pc:sldMk cId="2759881903" sldId="2147474196"/>
        </pc:sldMkLst>
      </pc:sldChg>
      <pc:sldChg chg="delCm">
        <pc:chgData name="Sivaramakrishnan, Narayanan" userId="341b1ffd-5577-42b1-9704-45069781f0b3" providerId="ADAL" clId="{ED76C370-CC92-457C-AA42-89D58658620F}" dt="2024-07-10T09:09:26.441" v="0"/>
        <pc:sldMkLst>
          <pc:docMk/>
          <pc:sldMk cId="1001885555" sldId="2147475796"/>
        </pc:sldMkLst>
        <pc:extLst>
          <p:ext xmlns:p="http://schemas.openxmlformats.org/presentationml/2006/main" uri="{D6D511B9-2390-475A-947B-AFAB55BFBCF1}">
            <pc226:cmChg xmlns:pc226="http://schemas.microsoft.com/office/powerpoint/2022/06/main/command" chg="del">
              <pc226:chgData name="Sivaramakrishnan, Narayanan" userId="341b1ffd-5577-42b1-9704-45069781f0b3" providerId="ADAL" clId="{ED76C370-CC92-457C-AA42-89D58658620F}" dt="2024-07-10T09:09:26.441" v="0"/>
              <pc2:cmMkLst xmlns:pc2="http://schemas.microsoft.com/office/powerpoint/2019/9/main/command">
                <pc:docMk/>
                <pc:sldMk cId="1001885555" sldId="2147475796"/>
                <pc2:cmMk id="{6187E47D-BBEA-4C72-87DA-B268F556C1BE}"/>
              </pc2:cmMkLst>
            </pc226:cmChg>
          </p:ext>
        </pc:extLst>
      </pc:sldChg>
    </pc:docChg>
  </pc:docChgLst>
  <pc:docChgLst>
    <pc:chgData name="Sivaramakrishnan, Narayanan" userId="S::narayanan.sivaramakrishnan@capgemini.com::341b1ffd-5577-42b1-9704-45069781f0b3" providerId="AD" clId="Web-{C152501C-07CF-4E97-BD87-CC9ABAF06629}"/>
    <pc:docChg chg="modSld">
      <pc:chgData name="Sivaramakrishnan, Narayanan" userId="S::narayanan.sivaramakrishnan@capgemini.com::341b1ffd-5577-42b1-9704-45069781f0b3" providerId="AD" clId="Web-{C152501C-07CF-4E97-BD87-CC9ABAF06629}" dt="2024-06-17T13:08:49.875" v="0" actId="20577"/>
      <pc:docMkLst>
        <pc:docMk/>
      </pc:docMkLst>
      <pc:sldChg chg="modSp">
        <pc:chgData name="Sivaramakrishnan, Narayanan" userId="S::narayanan.sivaramakrishnan@capgemini.com::341b1ffd-5577-42b1-9704-45069781f0b3" providerId="AD" clId="Web-{C152501C-07CF-4E97-BD87-CC9ABAF06629}" dt="2024-06-17T13:08:49.875" v="0" actId="20577"/>
        <pc:sldMkLst>
          <pc:docMk/>
          <pc:sldMk cId="35875273" sldId="2147475793"/>
        </pc:sldMkLst>
      </pc:sldChg>
    </pc:docChg>
  </pc:docChgLst>
  <pc:docChgLst>
    <pc:chgData name="Cartwright, Max" userId="4fdaca64-157b-4f34-aebd-58f672b6a20c" providerId="ADAL" clId="{00DA6664-0376-4DFD-97D4-F52D9C04461D}"/>
    <pc:docChg chg="sldOrd">
      <pc:chgData name="Cartwright, Max" userId="4fdaca64-157b-4f34-aebd-58f672b6a20c" providerId="ADAL" clId="{00DA6664-0376-4DFD-97D4-F52D9C04461D}" dt="2024-06-14T10:46:21.801" v="0" actId="20578"/>
      <pc:docMkLst>
        <pc:docMk/>
      </pc:docMkLst>
      <pc:sldChg chg="ord">
        <pc:chgData name="Cartwright, Max" userId="4fdaca64-157b-4f34-aebd-58f672b6a20c" providerId="ADAL" clId="{00DA6664-0376-4DFD-97D4-F52D9C04461D}" dt="2024-06-14T10:46:21.801" v="0" actId="20578"/>
        <pc:sldMkLst>
          <pc:docMk/>
          <pc:sldMk cId="885501633" sldId="2147474161"/>
        </pc:sldMkLst>
      </pc:sldChg>
    </pc:docChg>
  </pc:docChgLst>
  <pc:docChgLst>
    <pc:chgData name="Kanduru, Raghava" userId="cf8c09de-c40c-47a2-971b-c612c06e0906" providerId="ADAL" clId="{1A566CBA-B784-4B13-B6CE-4269662AC191}"/>
    <pc:docChg chg="custSel addSld delSld modSld sldOrd">
      <pc:chgData name="Kanduru, Raghava" userId="cf8c09de-c40c-47a2-971b-c612c06e0906" providerId="ADAL" clId="{1A566CBA-B784-4B13-B6CE-4269662AC191}" dt="2024-07-12T12:46:41.641" v="11" actId="729"/>
      <pc:docMkLst>
        <pc:docMk/>
      </pc:docMkLst>
      <pc:sldChg chg="mod ord modShow">
        <pc:chgData name="Kanduru, Raghava" userId="cf8c09de-c40c-47a2-971b-c612c06e0906" providerId="ADAL" clId="{1A566CBA-B784-4B13-B6CE-4269662AC191}" dt="2024-07-12T12:46:41.641" v="11" actId="729"/>
        <pc:sldMkLst>
          <pc:docMk/>
          <pc:sldMk cId="3125609614" sldId="2147474189"/>
        </pc:sldMkLst>
      </pc:sldChg>
      <pc:sldChg chg="delSp add del mod modShow">
        <pc:chgData name="Kanduru, Raghava" userId="cf8c09de-c40c-47a2-971b-c612c06e0906" providerId="ADAL" clId="{1A566CBA-B784-4B13-B6CE-4269662AC191}" dt="2024-07-12T12:46:03.389" v="8" actId="47"/>
        <pc:sldMkLst>
          <pc:docMk/>
          <pc:sldMk cId="1357085867" sldId="2147475823"/>
        </pc:sldMkLst>
      </pc:sldChg>
      <pc:sldChg chg="delSp add del mod">
        <pc:chgData name="Kanduru, Raghava" userId="cf8c09de-c40c-47a2-971b-c612c06e0906" providerId="ADAL" clId="{1A566CBA-B784-4B13-B6CE-4269662AC191}" dt="2024-07-12T12:46:03.389" v="8" actId="47"/>
        <pc:sldMkLst>
          <pc:docMk/>
          <pc:sldMk cId="1273094890" sldId="2147475824"/>
        </pc:sldMkLst>
      </pc:sldChg>
    </pc:docChg>
  </pc:docChgLst>
  <pc:docChgLst>
    <pc:chgData name="Cartwright, Max" userId="S::max.cartwright@capgemini.com::4fdaca64-157b-4f34-aebd-58f672b6a20c" providerId="AD" clId="Web-{F5DBCE78-3F21-72FA-2DF2-CE752C3299F9}"/>
    <pc:docChg chg="modSld">
      <pc:chgData name="Cartwright, Max" userId="S::max.cartwright@capgemini.com::4fdaca64-157b-4f34-aebd-58f672b6a20c" providerId="AD" clId="Web-{F5DBCE78-3F21-72FA-2DF2-CE752C3299F9}" dt="2025-01-23T14:34:22.386" v="321"/>
      <pc:docMkLst>
        <pc:docMk/>
      </pc:docMkLst>
      <pc:sldChg chg="modSp">
        <pc:chgData name="Cartwright, Max" userId="S::max.cartwright@capgemini.com::4fdaca64-157b-4f34-aebd-58f672b6a20c" providerId="AD" clId="Web-{F5DBCE78-3F21-72FA-2DF2-CE752C3299F9}" dt="2025-01-23T14:34:22.386" v="321"/>
        <pc:sldMkLst>
          <pc:docMk/>
          <pc:sldMk cId="2858016958" sldId="2147474099"/>
        </pc:sldMkLst>
        <pc:graphicFrameChg chg="mod modGraphic">
          <ac:chgData name="Cartwright, Max" userId="S::max.cartwright@capgemini.com::4fdaca64-157b-4f34-aebd-58f672b6a20c" providerId="AD" clId="Web-{F5DBCE78-3F21-72FA-2DF2-CE752C3299F9}" dt="2025-01-23T14:34:22.386" v="321"/>
          <ac:graphicFrameMkLst>
            <pc:docMk/>
            <pc:sldMk cId="2858016958" sldId="2147474099"/>
            <ac:graphicFrameMk id="2" creationId="{8EA68C20-393B-0455-10D9-B1CA5B791C7C}"/>
          </ac:graphicFrameMkLst>
        </pc:graphicFrameChg>
      </pc:sldChg>
    </pc:docChg>
  </pc:docChgLst>
  <pc:docChgLst>
    <pc:chgData name="Bandaru, Muralidhara Rao" userId="S::muralidhara-rao.bandaru@capgemini.com::f3e341c2-313f-4fed-808d-d330c8250b02" providerId="AD" clId="Web-{83BE147E-898B-6055-782F-3D52895CD137}"/>
    <pc:docChg chg="modSld">
      <pc:chgData name="Bandaru, Muralidhara Rao" userId="S::muralidhara-rao.bandaru@capgemini.com::f3e341c2-313f-4fed-808d-d330c8250b02" providerId="AD" clId="Web-{83BE147E-898B-6055-782F-3D52895CD137}" dt="2024-05-19T05:37:48.673" v="185" actId="14100"/>
      <pc:docMkLst>
        <pc:docMk/>
      </pc:docMkLst>
      <pc:sldChg chg="addSp delSp modSp">
        <pc:chgData name="Bandaru, Muralidhara Rao" userId="S::muralidhara-rao.bandaru@capgemini.com::f3e341c2-313f-4fed-808d-d330c8250b02" providerId="AD" clId="Web-{83BE147E-898B-6055-782F-3D52895CD137}" dt="2024-05-19T05:37:48.673" v="185" actId="14100"/>
        <pc:sldMkLst>
          <pc:docMk/>
          <pc:sldMk cId="2042885715" sldId="2147474192"/>
        </pc:sldMkLst>
      </pc:sldChg>
    </pc:docChg>
  </pc:docChgLst>
  <pc:docChgLst>
    <pc:chgData name="Cartwright, Max" userId="4fdaca64-157b-4f34-aebd-58f672b6a20c" providerId="ADAL" clId="{0138A51F-E4E2-4A39-A876-DA6796B5118D}"/>
    <pc:docChg chg="modSld sldOrd">
      <pc:chgData name="Cartwright, Max" userId="4fdaca64-157b-4f34-aebd-58f672b6a20c" providerId="ADAL" clId="{0138A51F-E4E2-4A39-A876-DA6796B5118D}" dt="2024-07-05T09:58:08.274" v="1"/>
      <pc:docMkLst>
        <pc:docMk/>
      </pc:docMkLst>
      <pc:sldChg chg="ord">
        <pc:chgData name="Cartwright, Max" userId="4fdaca64-157b-4f34-aebd-58f672b6a20c" providerId="ADAL" clId="{0138A51F-E4E2-4A39-A876-DA6796B5118D}" dt="2024-07-05T09:58:08.274" v="1"/>
        <pc:sldMkLst>
          <pc:docMk/>
          <pc:sldMk cId="336240612" sldId="2147474119"/>
        </pc:sldMkLst>
      </pc:sldChg>
    </pc:docChg>
  </pc:docChgLst>
  <pc:docChgLst>
    <pc:chgData name="Gudla, Natraj" userId="1b097815-ad51-435d-a557-eb69be7a0b69" providerId="ADAL" clId="{60211D2C-AEBF-4585-B5F4-BE23D4595878}"/>
    <pc:docChg chg="custSel addSld delSld modSld">
      <pc:chgData name="Gudla, Natraj" userId="1b097815-ad51-435d-a557-eb69be7a0b69" providerId="ADAL" clId="{60211D2C-AEBF-4585-B5F4-BE23D4595878}" dt="2025-01-23T11:40:36.044" v="1750" actId="20577"/>
      <pc:docMkLst>
        <pc:docMk/>
      </pc:docMkLst>
      <pc:sldChg chg="modSp mod">
        <pc:chgData name="Gudla, Natraj" userId="1b097815-ad51-435d-a557-eb69be7a0b69" providerId="ADAL" clId="{60211D2C-AEBF-4585-B5F4-BE23D4595878}" dt="2025-01-23T11:40:36.044" v="1750" actId="20577"/>
        <pc:sldMkLst>
          <pc:docMk/>
          <pc:sldMk cId="1817871902" sldId="961"/>
        </pc:sldMkLst>
        <pc:spChg chg="mod">
          <ac:chgData name="Gudla, Natraj" userId="1b097815-ad51-435d-a557-eb69be7a0b69" providerId="ADAL" clId="{60211D2C-AEBF-4585-B5F4-BE23D4595878}" dt="2025-01-23T11:21:55.798" v="371" actId="20577"/>
          <ac:spMkLst>
            <pc:docMk/>
            <pc:sldMk cId="1817871902" sldId="961"/>
            <ac:spMk id="10" creationId="{E77F4095-1CAE-0040-B236-F7FAF506B20E}"/>
          </ac:spMkLst>
        </pc:spChg>
        <pc:spChg chg="mod">
          <ac:chgData name="Gudla, Natraj" userId="1b097815-ad51-435d-a557-eb69be7a0b69" providerId="ADAL" clId="{60211D2C-AEBF-4585-B5F4-BE23D4595878}" dt="2025-01-23T11:40:36.044" v="1750" actId="20577"/>
          <ac:spMkLst>
            <pc:docMk/>
            <pc:sldMk cId="1817871902" sldId="961"/>
            <ac:spMk id="11" creationId="{6F59E1F5-1877-1FF8-4388-100811A0A815}"/>
          </ac:spMkLst>
        </pc:spChg>
        <pc:spChg chg="mod">
          <ac:chgData name="Gudla, Natraj" userId="1b097815-ad51-435d-a557-eb69be7a0b69" providerId="ADAL" clId="{60211D2C-AEBF-4585-B5F4-BE23D4595878}" dt="2025-01-23T05:09:35.655" v="4" actId="20577"/>
          <ac:spMkLst>
            <pc:docMk/>
            <pc:sldMk cId="1817871902" sldId="961"/>
            <ac:spMk id="12" creationId="{A6FFFD6F-6A66-3586-58F8-A0DC065A0B8C}"/>
          </ac:spMkLst>
        </pc:spChg>
        <pc:spChg chg="mod">
          <ac:chgData name="Gudla, Natraj" userId="1b097815-ad51-435d-a557-eb69be7a0b69" providerId="ADAL" clId="{60211D2C-AEBF-4585-B5F4-BE23D4595878}" dt="2025-01-23T05:14:54.853" v="268" actId="1076"/>
          <ac:spMkLst>
            <pc:docMk/>
            <pc:sldMk cId="1817871902" sldId="961"/>
            <ac:spMk id="13" creationId="{52A7C31A-4E95-5D11-6720-EE235E06E6DD}"/>
          </ac:spMkLst>
        </pc:spChg>
        <pc:graphicFrameChg chg="mod modGraphic">
          <ac:chgData name="Gudla, Natraj" userId="1b097815-ad51-435d-a557-eb69be7a0b69" providerId="ADAL" clId="{60211D2C-AEBF-4585-B5F4-BE23D4595878}" dt="2025-01-23T05:16:52.054" v="342" actId="14100"/>
          <ac:graphicFrameMkLst>
            <pc:docMk/>
            <pc:sldMk cId="1817871902" sldId="961"/>
            <ac:graphicFrameMk id="6" creationId="{CDC4454F-925B-FCBE-0BBE-1CFCBD4B1904}"/>
          </ac:graphicFrameMkLst>
        </pc:graphicFrameChg>
      </pc:sldChg>
      <pc:sldChg chg="modSp mod">
        <pc:chgData name="Gudla, Natraj" userId="1b097815-ad51-435d-a557-eb69be7a0b69" providerId="ADAL" clId="{60211D2C-AEBF-4585-B5F4-BE23D4595878}" dt="2025-01-23T11:24:16.184" v="414" actId="20577"/>
        <pc:sldMkLst>
          <pc:docMk/>
          <pc:sldMk cId="1923745520" sldId="2147474097"/>
        </pc:sldMkLst>
        <pc:spChg chg="mod">
          <ac:chgData name="Gudla, Natraj" userId="1b097815-ad51-435d-a557-eb69be7a0b69" providerId="ADAL" clId="{60211D2C-AEBF-4585-B5F4-BE23D4595878}" dt="2025-01-23T11:24:16.184" v="414" actId="20577"/>
          <ac:spMkLst>
            <pc:docMk/>
            <pc:sldMk cId="1923745520" sldId="2147474097"/>
            <ac:spMk id="11" creationId="{CE5626D2-4B84-6929-D4F9-1F67489262B8}"/>
          </ac:spMkLst>
        </pc:spChg>
      </pc:sldChg>
      <pc:sldChg chg="new del">
        <pc:chgData name="Gudla, Natraj" userId="1b097815-ad51-435d-a557-eb69be7a0b69" providerId="ADAL" clId="{60211D2C-AEBF-4585-B5F4-BE23D4595878}" dt="2025-01-23T11:25:35.401" v="419" actId="47"/>
        <pc:sldMkLst>
          <pc:docMk/>
          <pc:sldMk cId="1774772569" sldId="2147474098"/>
        </pc:sldMkLst>
      </pc:sldChg>
      <pc:sldChg chg="new del">
        <pc:chgData name="Gudla, Natraj" userId="1b097815-ad51-435d-a557-eb69be7a0b69" providerId="ADAL" clId="{60211D2C-AEBF-4585-B5F4-BE23D4595878}" dt="2025-01-23T11:25:13.056" v="416" actId="47"/>
        <pc:sldMkLst>
          <pc:docMk/>
          <pc:sldMk cId="2162710528" sldId="2147474098"/>
        </pc:sldMkLst>
      </pc:sldChg>
      <pc:sldChg chg="addSp delSp modSp add mod">
        <pc:chgData name="Gudla, Natraj" userId="1b097815-ad51-435d-a557-eb69be7a0b69" providerId="ADAL" clId="{60211D2C-AEBF-4585-B5F4-BE23D4595878}" dt="2025-01-23T11:39:47.266" v="1748" actId="1076"/>
        <pc:sldMkLst>
          <pc:docMk/>
          <pc:sldMk cId="2858016958" sldId="2147474099"/>
        </pc:sldMkLst>
        <pc:graphicFrameChg chg="add mod modGraphic">
          <ac:chgData name="Gudla, Natraj" userId="1b097815-ad51-435d-a557-eb69be7a0b69" providerId="ADAL" clId="{60211D2C-AEBF-4585-B5F4-BE23D4595878}" dt="2025-01-23T11:39:47.266" v="1748" actId="1076"/>
          <ac:graphicFrameMkLst>
            <pc:docMk/>
            <pc:sldMk cId="2858016958" sldId="2147474099"/>
            <ac:graphicFrameMk id="2" creationId="{8EA68C20-393B-0455-10D9-B1CA5B791C7C}"/>
          </ac:graphicFrameMkLst>
        </pc:graphicFrameChg>
      </pc:sldChg>
    </pc:docChg>
  </pc:docChgLst>
  <pc:docChgLst>
    <pc:chgData name="Cartwright, Max" userId="4fdaca64-157b-4f34-aebd-58f672b6a20c" providerId="ADAL" clId="{F9B392D2-A3ED-4951-B1E3-E474056FE85B}"/>
    <pc:docChg chg="custSel modSld">
      <pc:chgData name="Cartwright, Max" userId="4fdaca64-157b-4f34-aebd-58f672b6a20c" providerId="ADAL" clId="{F9B392D2-A3ED-4951-B1E3-E474056FE85B}" dt="2025-01-27T17:05:33.556" v="336" actId="6549"/>
      <pc:docMkLst>
        <pc:docMk/>
      </pc:docMkLst>
      <pc:sldChg chg="modSp mod">
        <pc:chgData name="Cartwright, Max" userId="4fdaca64-157b-4f34-aebd-58f672b6a20c" providerId="ADAL" clId="{F9B392D2-A3ED-4951-B1E3-E474056FE85B}" dt="2025-01-27T17:00:15.454" v="72" actId="20577"/>
        <pc:sldMkLst>
          <pc:docMk/>
          <pc:sldMk cId="1817871902" sldId="961"/>
        </pc:sldMkLst>
        <pc:spChg chg="mod">
          <ac:chgData name="Cartwright, Max" userId="4fdaca64-157b-4f34-aebd-58f672b6a20c" providerId="ADAL" clId="{F9B392D2-A3ED-4951-B1E3-E474056FE85B}" dt="2025-01-27T16:59:12.788" v="22" actId="20577"/>
          <ac:spMkLst>
            <pc:docMk/>
            <pc:sldMk cId="1817871902" sldId="961"/>
            <ac:spMk id="10" creationId="{E77F4095-1CAE-0040-B236-F7FAF506B20E}"/>
          </ac:spMkLst>
        </pc:spChg>
        <pc:spChg chg="mod">
          <ac:chgData name="Cartwright, Max" userId="4fdaca64-157b-4f34-aebd-58f672b6a20c" providerId="ADAL" clId="{F9B392D2-A3ED-4951-B1E3-E474056FE85B}" dt="2025-01-27T17:00:15.454" v="72" actId="20577"/>
          <ac:spMkLst>
            <pc:docMk/>
            <pc:sldMk cId="1817871902" sldId="961"/>
            <ac:spMk id="11" creationId="{6F59E1F5-1877-1FF8-4388-100811A0A815}"/>
          </ac:spMkLst>
        </pc:spChg>
      </pc:sldChg>
      <pc:sldChg chg="addSp modSp mod">
        <pc:chgData name="Cartwright, Max" userId="4fdaca64-157b-4f34-aebd-58f672b6a20c" providerId="ADAL" clId="{F9B392D2-A3ED-4951-B1E3-E474056FE85B}" dt="2025-01-27T17:05:33.556" v="336" actId="6549"/>
        <pc:sldMkLst>
          <pc:docMk/>
          <pc:sldMk cId="2858016958" sldId="2147474099"/>
        </pc:sldMkLst>
        <pc:spChg chg="add mod">
          <ac:chgData name="Cartwright, Max" userId="4fdaca64-157b-4f34-aebd-58f672b6a20c" providerId="ADAL" clId="{F9B392D2-A3ED-4951-B1E3-E474056FE85B}" dt="2025-01-27T17:04:42.548" v="331" actId="5793"/>
          <ac:spMkLst>
            <pc:docMk/>
            <pc:sldMk cId="2858016958" sldId="2147474099"/>
            <ac:spMk id="5" creationId="{E261109F-E856-5DD4-069F-E4D3D1984549}"/>
          </ac:spMkLst>
        </pc:spChg>
        <pc:graphicFrameChg chg="mod modGraphic">
          <ac:chgData name="Cartwright, Max" userId="4fdaca64-157b-4f34-aebd-58f672b6a20c" providerId="ADAL" clId="{F9B392D2-A3ED-4951-B1E3-E474056FE85B}" dt="2025-01-27T17:05:33.556" v="336" actId="6549"/>
          <ac:graphicFrameMkLst>
            <pc:docMk/>
            <pc:sldMk cId="2858016958" sldId="2147474099"/>
            <ac:graphicFrameMk id="2" creationId="{8EA68C20-393B-0455-10D9-B1CA5B791C7C}"/>
          </ac:graphicFrameMkLst>
        </pc:graphicFrameChg>
      </pc:sldChg>
    </pc:docChg>
  </pc:docChgLst>
  <pc:docChgLst>
    <pc:chgData name="Kanduru, Raghava" userId="S::raghava.kanduru@capgemini.com::cf8c09de-c40c-47a2-971b-c612c06e0906" providerId="AD" clId="Web-{D2111079-3E7C-B57A-9F4C-0AF77EA2680A}"/>
    <pc:docChg chg="modSld">
      <pc:chgData name="Kanduru, Raghava" userId="S::raghava.kanduru@capgemini.com::cf8c09de-c40c-47a2-971b-c612c06e0906" providerId="AD" clId="Web-{D2111079-3E7C-B57A-9F4C-0AF77EA2680A}" dt="2024-06-10T05:34:42.777" v="3" actId="20577"/>
      <pc:docMkLst>
        <pc:docMk/>
      </pc:docMkLst>
      <pc:sldChg chg="modSp">
        <pc:chgData name="Kanduru, Raghava" userId="S::raghava.kanduru@capgemini.com::cf8c09de-c40c-47a2-971b-c612c06e0906" providerId="AD" clId="Web-{D2111079-3E7C-B57A-9F4C-0AF77EA2680A}" dt="2024-06-10T05:34:42.777" v="3" actId="20577"/>
        <pc:sldMkLst>
          <pc:docMk/>
          <pc:sldMk cId="2815566877" sldId="2076137832"/>
        </pc:sldMkLst>
      </pc:sldChg>
    </pc:docChg>
  </pc:docChgLst>
  <pc:docChgLst>
    <pc:chgData name="Sivaramakrishnan, Narayanan" userId="S::narayanan.sivaramakrishnan@capgemini.com::341b1ffd-5577-42b1-9704-45069781f0b3" providerId="AD" clId="Web-{522806B7-844E-D3B1-B498-FE6E8A104557}"/>
    <pc:docChg chg="addSld delSld modSld">
      <pc:chgData name="Sivaramakrishnan, Narayanan" userId="S::narayanan.sivaramakrishnan@capgemini.com::341b1ffd-5577-42b1-9704-45069781f0b3" providerId="AD" clId="Web-{522806B7-844E-D3B1-B498-FE6E8A104557}" dt="2024-05-28T14:55:30.433" v="1225"/>
      <pc:docMkLst>
        <pc:docMk/>
      </pc:docMkLst>
      <pc:sldChg chg="modSp">
        <pc:chgData name="Sivaramakrishnan, Narayanan" userId="S::narayanan.sivaramakrishnan@capgemini.com::341b1ffd-5577-42b1-9704-45069781f0b3" providerId="AD" clId="Web-{522806B7-844E-D3B1-B498-FE6E8A104557}" dt="2024-05-28T13:07:21.100" v="779" actId="20577"/>
        <pc:sldMkLst>
          <pc:docMk/>
          <pc:sldMk cId="4240461515" sldId="2076137833"/>
        </pc:sldMkLst>
      </pc:sldChg>
      <pc:sldChg chg="modSp">
        <pc:chgData name="Sivaramakrishnan, Narayanan" userId="S::narayanan.sivaramakrishnan@capgemini.com::341b1ffd-5577-42b1-9704-45069781f0b3" providerId="AD" clId="Web-{522806B7-844E-D3B1-B498-FE6E8A104557}" dt="2024-05-28T13:11:53.696" v="791" actId="20577"/>
        <pc:sldMkLst>
          <pc:docMk/>
          <pc:sldMk cId="1531364721" sldId="2141412306"/>
        </pc:sldMkLst>
      </pc:sldChg>
      <pc:sldChg chg="delSp modSp">
        <pc:chgData name="Sivaramakrishnan, Narayanan" userId="S::narayanan.sivaramakrishnan@capgemini.com::341b1ffd-5577-42b1-9704-45069781f0b3" providerId="AD" clId="Web-{522806B7-844E-D3B1-B498-FE6E8A104557}" dt="2024-05-28T14:55:30.433" v="1225"/>
        <pc:sldMkLst>
          <pc:docMk/>
          <pc:sldMk cId="3314845531" sldId="2147474195"/>
        </pc:sldMkLst>
      </pc:sldChg>
      <pc:sldChg chg="modSp">
        <pc:chgData name="Sivaramakrishnan, Narayanan" userId="S::narayanan.sivaramakrishnan@capgemini.com::341b1ffd-5577-42b1-9704-45069781f0b3" providerId="AD" clId="Web-{522806B7-844E-D3B1-B498-FE6E8A104557}" dt="2024-05-28T13:11:48.837" v="790" actId="20577"/>
        <pc:sldMkLst>
          <pc:docMk/>
          <pc:sldMk cId="2759881903" sldId="2147474196"/>
        </pc:sldMkLst>
      </pc:sldChg>
      <pc:sldChg chg="addSp delSp modSp">
        <pc:chgData name="Sivaramakrishnan, Narayanan" userId="S::narayanan.sivaramakrishnan@capgemini.com::341b1ffd-5577-42b1-9704-45069781f0b3" providerId="AD" clId="Web-{522806B7-844E-D3B1-B498-FE6E8A104557}" dt="2024-05-28T14:55:03.933" v="1222"/>
        <pc:sldMkLst>
          <pc:docMk/>
          <pc:sldMk cId="3319730112" sldId="2147474197"/>
        </pc:sldMkLst>
      </pc:sldChg>
      <pc:sldChg chg="addSp delSp modSp">
        <pc:chgData name="Sivaramakrishnan, Narayanan" userId="S::narayanan.sivaramakrishnan@capgemini.com::341b1ffd-5577-42b1-9704-45069781f0b3" providerId="AD" clId="Web-{522806B7-844E-D3B1-B498-FE6E8A104557}" dt="2024-05-28T12:59:12.032" v="537" actId="20577"/>
        <pc:sldMkLst>
          <pc:docMk/>
          <pc:sldMk cId="1906058678" sldId="2147474198"/>
        </pc:sldMkLst>
      </pc:sldChg>
      <pc:sldChg chg="modSp">
        <pc:chgData name="Sivaramakrishnan, Narayanan" userId="S::narayanan.sivaramakrishnan@capgemini.com::341b1ffd-5577-42b1-9704-45069781f0b3" providerId="AD" clId="Web-{522806B7-844E-D3B1-B498-FE6E8A104557}" dt="2024-05-28T13:12:15.056" v="793" actId="20577"/>
        <pc:sldMkLst>
          <pc:docMk/>
          <pc:sldMk cId="3214550514" sldId="2147474201"/>
        </pc:sldMkLst>
      </pc:sldChg>
      <pc:sldChg chg="addSp delSp modSp">
        <pc:chgData name="Sivaramakrishnan, Narayanan" userId="S::narayanan.sivaramakrishnan@capgemini.com::341b1ffd-5577-42b1-9704-45069781f0b3" providerId="AD" clId="Web-{522806B7-844E-D3B1-B498-FE6E8A104557}" dt="2024-05-28T13:12:01.540" v="792" actId="1076"/>
        <pc:sldMkLst>
          <pc:docMk/>
          <pc:sldMk cId="35875273" sldId="2147475793"/>
        </pc:sldMkLst>
      </pc:sldChg>
      <pc:sldChg chg="addSp delSp modSp new">
        <pc:chgData name="Sivaramakrishnan, Narayanan" userId="S::narayanan.sivaramakrishnan@capgemini.com::341b1ffd-5577-42b1-9704-45069781f0b3" providerId="AD" clId="Web-{522806B7-844E-D3B1-B498-FE6E8A104557}" dt="2024-05-28T13:30:39.130" v="1221"/>
        <pc:sldMkLst>
          <pc:docMk/>
          <pc:sldMk cId="2145220705" sldId="2147475794"/>
        </pc:sldMkLst>
      </pc:sldChg>
      <pc:sldChg chg="modSp add del replId">
        <pc:chgData name="Sivaramakrishnan, Narayanan" userId="S::narayanan.sivaramakrishnan@capgemini.com::341b1ffd-5577-42b1-9704-45069781f0b3" providerId="AD" clId="Web-{522806B7-844E-D3B1-B498-FE6E8A104557}" dt="2024-05-28T13:17:05.778" v="824"/>
        <pc:sldMkLst>
          <pc:docMk/>
          <pc:sldMk cId="2781604816" sldId="2147475794"/>
        </pc:sldMkLst>
      </pc:sldChg>
    </pc:docChg>
  </pc:docChgLst>
  <pc:docChgLst>
    <pc:chgData name="Akula, Kiran" userId="4edd7db3-3f5e-4d95-b6aa-837b0f56c970" providerId="ADAL" clId="{4EDDCA73-8BED-4423-AED4-7B25287A544B}"/>
    <pc:docChg chg="modSld sldOrd">
      <pc:chgData name="Akula, Kiran" userId="4edd7db3-3f5e-4d95-b6aa-837b0f56c970" providerId="ADAL" clId="{4EDDCA73-8BED-4423-AED4-7B25287A544B}" dt="2024-07-15T10:28:01.119" v="1"/>
      <pc:docMkLst>
        <pc:docMk/>
      </pc:docMkLst>
      <pc:sldChg chg="ord">
        <pc:chgData name="Akula, Kiran" userId="4edd7db3-3f5e-4d95-b6aa-837b0f56c970" providerId="ADAL" clId="{4EDDCA73-8BED-4423-AED4-7B25287A544B}" dt="2024-07-15T10:28:01.119" v="1"/>
        <pc:sldMkLst>
          <pc:docMk/>
          <pc:sldMk cId="2145220705" sldId="2147475794"/>
        </pc:sldMkLst>
      </pc:sldChg>
    </pc:docChg>
  </pc:docChgLst>
  <pc:docChgLst>
    <pc:chgData name="Akula, Kiran" userId="4edd7db3-3f5e-4d95-b6aa-837b0f56c970" providerId="ADAL" clId="{74D9B0F1-A397-490B-9FF6-E22C373F145C}"/>
    <pc:docChg chg="undo custSel addSld delSld modSld sldOrd">
      <pc:chgData name="Akula, Kiran" userId="4edd7db3-3f5e-4d95-b6aa-837b0f56c970" providerId="ADAL" clId="{74D9B0F1-A397-490B-9FF6-E22C373F145C}" dt="2024-06-26T07:31:13.546" v="1113" actId="20577"/>
      <pc:docMkLst>
        <pc:docMk/>
      </pc:docMkLst>
      <pc:sldChg chg="modSp mod ord">
        <pc:chgData name="Akula, Kiran" userId="4edd7db3-3f5e-4d95-b6aa-837b0f56c970" providerId="ADAL" clId="{74D9B0F1-A397-490B-9FF6-E22C373F145C}" dt="2024-06-14T09:19:01.082" v="5" actId="1035"/>
        <pc:sldMkLst>
          <pc:docMk/>
          <pc:sldMk cId="3571720637" sldId="2147474170"/>
        </pc:sldMkLst>
      </pc:sldChg>
      <pc:sldChg chg="modSp mod">
        <pc:chgData name="Akula, Kiran" userId="4edd7db3-3f5e-4d95-b6aa-837b0f56c970" providerId="ADAL" clId="{74D9B0F1-A397-490B-9FF6-E22C373F145C}" dt="2024-06-21T07:41:31.604" v="647" actId="6549"/>
        <pc:sldMkLst>
          <pc:docMk/>
          <pc:sldMk cId="3314845531" sldId="2147474195"/>
        </pc:sldMkLst>
      </pc:sldChg>
      <pc:sldChg chg="addSp delSp modSp mod">
        <pc:chgData name="Akula, Kiran" userId="4edd7db3-3f5e-4d95-b6aa-837b0f56c970" providerId="ADAL" clId="{74D9B0F1-A397-490B-9FF6-E22C373F145C}" dt="2024-06-21T14:46:29.867" v="1056" actId="20577"/>
        <pc:sldMkLst>
          <pc:docMk/>
          <pc:sldMk cId="2759881903" sldId="2147474196"/>
        </pc:sldMkLst>
      </pc:sldChg>
      <pc:sldChg chg="modSp mod">
        <pc:chgData name="Akula, Kiran" userId="4edd7db3-3f5e-4d95-b6aa-837b0f56c970" providerId="ADAL" clId="{74D9B0F1-A397-490B-9FF6-E22C373F145C}" dt="2024-06-21T14:54:02.039" v="1087" actId="20577"/>
        <pc:sldMkLst>
          <pc:docMk/>
          <pc:sldMk cId="3319730112" sldId="2147474197"/>
        </pc:sldMkLst>
      </pc:sldChg>
      <pc:sldChg chg="modSp mod">
        <pc:chgData name="Akula, Kiran" userId="4edd7db3-3f5e-4d95-b6aa-837b0f56c970" providerId="ADAL" clId="{74D9B0F1-A397-490B-9FF6-E22C373F145C}" dt="2024-06-21T14:55:08.978" v="1104" actId="20577"/>
        <pc:sldMkLst>
          <pc:docMk/>
          <pc:sldMk cId="1906058678" sldId="2147474198"/>
        </pc:sldMkLst>
      </pc:sldChg>
      <pc:sldChg chg="modSp mod">
        <pc:chgData name="Akula, Kiran" userId="4edd7db3-3f5e-4d95-b6aa-837b0f56c970" providerId="ADAL" clId="{74D9B0F1-A397-490B-9FF6-E22C373F145C}" dt="2024-06-21T14:50:15.248" v="1077" actId="20577"/>
        <pc:sldMkLst>
          <pc:docMk/>
          <pc:sldMk cId="3214550514" sldId="2147474201"/>
        </pc:sldMkLst>
      </pc:sldChg>
      <pc:sldChg chg="modSp mod">
        <pc:chgData name="Akula, Kiran" userId="4edd7db3-3f5e-4d95-b6aa-837b0f56c970" providerId="ADAL" clId="{74D9B0F1-A397-490B-9FF6-E22C373F145C}" dt="2024-06-26T07:31:13.546" v="1113" actId="20577"/>
        <pc:sldMkLst>
          <pc:docMk/>
          <pc:sldMk cId="35875273" sldId="2147475793"/>
        </pc:sldMkLst>
      </pc:sldChg>
      <pc:sldChg chg="modSp mod">
        <pc:chgData name="Akula, Kiran" userId="4edd7db3-3f5e-4d95-b6aa-837b0f56c970" providerId="ADAL" clId="{74D9B0F1-A397-490B-9FF6-E22C373F145C}" dt="2024-06-21T09:08:23.693" v="1051" actId="313"/>
        <pc:sldMkLst>
          <pc:docMk/>
          <pc:sldMk cId="2145220705" sldId="2147475794"/>
        </pc:sldMkLst>
      </pc:sldChg>
      <pc:sldChg chg="addSp delSp modSp mod addCm modCm">
        <pc:chgData name="Akula, Kiran" userId="4edd7db3-3f5e-4d95-b6aa-837b0f56c970" providerId="ADAL" clId="{74D9B0F1-A397-490B-9FF6-E22C373F145C}" dt="2024-06-21T08:59:04.244" v="824" actId="20577"/>
        <pc:sldMkLst>
          <pc:docMk/>
          <pc:sldMk cId="1001885555" sldId="2147475796"/>
        </pc:sldMkLst>
        <pc:extLst>
          <p:ext xmlns:p="http://schemas.openxmlformats.org/presentationml/2006/main" uri="{D6D511B9-2390-475A-947B-AFAB55BFBCF1}">
            <pc226:cmChg xmlns:pc226="http://schemas.microsoft.com/office/powerpoint/2022/06/main/command" chg="add mod">
              <pc226:chgData name="Akula, Kiran" userId="4edd7db3-3f5e-4d95-b6aa-837b0f56c970" providerId="ADAL" clId="{74D9B0F1-A397-490B-9FF6-E22C373F145C}" dt="2024-06-21T05:18:24.717" v="645" actId="2056"/>
              <pc2:cmMkLst xmlns:pc2="http://schemas.microsoft.com/office/powerpoint/2019/9/main/command">
                <pc:docMk/>
                <pc:sldMk cId="1001885555" sldId="2147475796"/>
                <pc2:cmMk id="{6187E47D-BBEA-4C72-87DA-B268F556C1BE}"/>
              </pc2:cmMkLst>
            </pc226:cmChg>
          </p:ext>
        </pc:extLst>
      </pc:sldChg>
      <pc:sldChg chg="modSp mod">
        <pc:chgData name="Akula, Kiran" userId="4edd7db3-3f5e-4d95-b6aa-837b0f56c970" providerId="ADAL" clId="{74D9B0F1-A397-490B-9FF6-E22C373F145C}" dt="2024-06-20T18:02:47.460" v="483" actId="1036"/>
        <pc:sldMkLst>
          <pc:docMk/>
          <pc:sldMk cId="2720965184" sldId="2147475802"/>
        </pc:sldMkLst>
      </pc:sldChg>
      <pc:sldChg chg="modSp new del mod">
        <pc:chgData name="Akula, Kiran" userId="4edd7db3-3f5e-4d95-b6aa-837b0f56c970" providerId="ADAL" clId="{74D9B0F1-A397-490B-9FF6-E22C373F145C}" dt="2024-06-17T08:38:22.769" v="203" actId="2696"/>
        <pc:sldMkLst>
          <pc:docMk/>
          <pc:sldMk cId="3831812213" sldId="2147475811"/>
        </pc:sldMkLst>
      </pc:sldChg>
      <pc:sldChg chg="delSp add del mod">
        <pc:chgData name="Akula, Kiran" userId="4edd7db3-3f5e-4d95-b6aa-837b0f56c970" providerId="ADAL" clId="{74D9B0F1-A397-490B-9FF6-E22C373F145C}" dt="2024-06-21T10:41:38.688" v="1052" actId="2696"/>
        <pc:sldMkLst>
          <pc:docMk/>
          <pc:sldMk cId="2488638451" sldId="2147475820"/>
        </pc:sldMkLst>
      </pc:sldChg>
      <pc:sldChg chg="addSp delSp modSp add del mod">
        <pc:chgData name="Akula, Kiran" userId="4edd7db3-3f5e-4d95-b6aa-837b0f56c970" providerId="ADAL" clId="{74D9B0F1-A397-490B-9FF6-E22C373F145C}" dt="2024-06-21T10:41:41.711" v="1053" actId="2696"/>
        <pc:sldMkLst>
          <pc:docMk/>
          <pc:sldMk cId="3476328695" sldId="2147475821"/>
        </pc:sldMkLst>
      </pc:sldChg>
    </pc:docChg>
  </pc:docChgLst>
  <pc:docChgLst>
    <pc:chgData name="Sivaramakrishnan, Narayanan" userId="S::narayanan.sivaramakrishnan@capgemini.com::341b1ffd-5577-42b1-9704-45069781f0b3" providerId="AD" clId="Web-{F58DB6CF-EEC2-287D-8978-E8FE7FEA3E6F}"/>
    <pc:docChg chg="modSld sldOrd">
      <pc:chgData name="Sivaramakrishnan, Narayanan" userId="S::narayanan.sivaramakrishnan@capgemini.com::341b1ffd-5577-42b1-9704-45069781f0b3" providerId="AD" clId="Web-{F58DB6CF-EEC2-287D-8978-E8FE7FEA3E6F}" dt="2024-06-04T17:08:16.088" v="899" actId="14100"/>
      <pc:docMkLst>
        <pc:docMk/>
      </pc:docMkLst>
      <pc:sldChg chg="modSp">
        <pc:chgData name="Sivaramakrishnan, Narayanan" userId="S::narayanan.sivaramakrishnan@capgemini.com::341b1ffd-5577-42b1-9704-45069781f0b3" providerId="AD" clId="Web-{F58DB6CF-EEC2-287D-8978-E8FE7FEA3E6F}" dt="2024-06-04T17:05:53.943" v="871" actId="20577"/>
        <pc:sldMkLst>
          <pc:docMk/>
          <pc:sldMk cId="3314845531" sldId="2147474195"/>
        </pc:sldMkLst>
      </pc:sldChg>
      <pc:sldChg chg="addSp delSp modSp">
        <pc:chgData name="Sivaramakrishnan, Narayanan" userId="S::narayanan.sivaramakrishnan@capgemini.com::341b1ffd-5577-42b1-9704-45069781f0b3" providerId="AD" clId="Web-{F58DB6CF-EEC2-287D-8978-E8FE7FEA3E6F}" dt="2024-06-04T17:08:16.088" v="899" actId="14100"/>
        <pc:sldMkLst>
          <pc:docMk/>
          <pc:sldMk cId="2759881903" sldId="2147474196"/>
        </pc:sldMkLst>
      </pc:sldChg>
      <pc:sldChg chg="modSp">
        <pc:chgData name="Sivaramakrishnan, Narayanan" userId="S::narayanan.sivaramakrishnan@capgemini.com::341b1ffd-5577-42b1-9704-45069781f0b3" providerId="AD" clId="Web-{F58DB6CF-EEC2-287D-8978-E8FE7FEA3E6F}" dt="2024-06-04T16:41:29.548" v="660"/>
        <pc:sldMkLst>
          <pc:docMk/>
          <pc:sldMk cId="1906058678" sldId="2147474198"/>
        </pc:sldMkLst>
      </pc:sldChg>
      <pc:sldChg chg="modSp">
        <pc:chgData name="Sivaramakrishnan, Narayanan" userId="S::narayanan.sivaramakrishnan@capgemini.com::341b1ffd-5577-42b1-9704-45069781f0b3" providerId="AD" clId="Web-{F58DB6CF-EEC2-287D-8978-E8FE7FEA3E6F}" dt="2024-06-03T15:18:38.663" v="603" actId="20577"/>
        <pc:sldMkLst>
          <pc:docMk/>
          <pc:sldMk cId="35875273" sldId="2147475793"/>
        </pc:sldMkLst>
      </pc:sldChg>
      <pc:sldChg chg="modSp">
        <pc:chgData name="Sivaramakrishnan, Narayanan" userId="S::narayanan.sivaramakrishnan@capgemini.com::341b1ffd-5577-42b1-9704-45069781f0b3" providerId="AD" clId="Web-{F58DB6CF-EEC2-287D-8978-E8FE7FEA3E6F}" dt="2024-06-04T16:37:54.556" v="644" actId="20577"/>
        <pc:sldMkLst>
          <pc:docMk/>
          <pc:sldMk cId="1001885555" sldId="2147475796"/>
        </pc:sldMkLst>
      </pc:sldChg>
      <pc:sldChg chg="mod ord modShow">
        <pc:chgData name="Sivaramakrishnan, Narayanan" userId="S::narayanan.sivaramakrishnan@capgemini.com::341b1ffd-5577-42b1-9704-45069781f0b3" providerId="AD" clId="Web-{F58DB6CF-EEC2-287D-8978-E8FE7FEA3E6F}" dt="2024-06-03T16:24:26.758" v="626"/>
        <pc:sldMkLst>
          <pc:docMk/>
          <pc:sldMk cId="1639103724" sldId="2147475798"/>
        </pc:sldMkLst>
      </pc:sldChg>
      <pc:sldChg chg="modSp mod ord modShow">
        <pc:chgData name="Sivaramakrishnan, Narayanan" userId="S::narayanan.sivaramakrishnan@capgemini.com::341b1ffd-5577-42b1-9704-45069781f0b3" providerId="AD" clId="Web-{F58DB6CF-EEC2-287D-8978-E8FE7FEA3E6F}" dt="2024-06-03T16:24:56.180" v="627"/>
        <pc:sldMkLst>
          <pc:docMk/>
          <pc:sldMk cId="1723140974" sldId="2147475799"/>
        </pc:sldMkLst>
      </pc:sldChg>
    </pc:docChg>
  </pc:docChgLst>
  <pc:docChgLst>
    <pc:chgData name="Gudla, Natraj" userId="1b097815-ad51-435d-a557-eb69be7a0b69" providerId="ADAL" clId="{8D5589CB-43D0-4C79-AE70-BEB7489FDE7D}"/>
    <pc:docChg chg="undo redo custSel addSld delSld modSld sldOrd">
      <pc:chgData name="Gudla, Natraj" userId="1b097815-ad51-435d-a557-eb69be7a0b69" providerId="ADAL" clId="{8D5589CB-43D0-4C79-AE70-BEB7489FDE7D}" dt="2024-06-26T08:29:28.936" v="6750" actId="20577"/>
      <pc:docMkLst>
        <pc:docMk/>
      </pc:docMkLst>
      <pc:sldChg chg="del">
        <pc:chgData name="Gudla, Natraj" userId="1b097815-ad51-435d-a557-eb69be7a0b69" providerId="ADAL" clId="{8D5589CB-43D0-4C79-AE70-BEB7489FDE7D}" dt="2024-06-20T03:36:05.231" v="1736" actId="47"/>
        <pc:sldMkLst>
          <pc:docMk/>
          <pc:sldMk cId="1580444266" sldId="2076137829"/>
        </pc:sldMkLst>
      </pc:sldChg>
      <pc:sldChg chg="modSp mod">
        <pc:chgData name="Gudla, Natraj" userId="1b097815-ad51-435d-a557-eb69be7a0b69" providerId="ADAL" clId="{8D5589CB-43D0-4C79-AE70-BEB7489FDE7D}" dt="2024-06-20T06:07:28.394" v="3908" actId="6549"/>
        <pc:sldMkLst>
          <pc:docMk/>
          <pc:sldMk cId="2815566877" sldId="2076137832"/>
        </pc:sldMkLst>
      </pc:sldChg>
      <pc:sldChg chg="modSp mod">
        <pc:chgData name="Gudla, Natraj" userId="1b097815-ad51-435d-a557-eb69be7a0b69" providerId="ADAL" clId="{8D5589CB-43D0-4C79-AE70-BEB7489FDE7D}" dt="2024-06-25T03:44:47.342" v="4284" actId="20577"/>
        <pc:sldMkLst>
          <pc:docMk/>
          <pc:sldMk cId="4240461515" sldId="2076137833"/>
        </pc:sldMkLst>
      </pc:sldChg>
      <pc:sldChg chg="modSp del mod">
        <pc:chgData name="Gudla, Natraj" userId="1b097815-ad51-435d-a557-eb69be7a0b69" providerId="ADAL" clId="{8D5589CB-43D0-4C79-AE70-BEB7489FDE7D}" dt="2024-06-14T05:16:46.613" v="363" actId="47"/>
        <pc:sldMkLst>
          <pc:docMk/>
          <pc:sldMk cId="2411987227" sldId="2147474112"/>
        </pc:sldMkLst>
      </pc:sldChg>
      <pc:sldChg chg="modSp del mod">
        <pc:chgData name="Gudla, Natraj" userId="1b097815-ad51-435d-a557-eb69be7a0b69" providerId="ADAL" clId="{8D5589CB-43D0-4C79-AE70-BEB7489FDE7D}" dt="2024-06-26T07:54:17.791" v="6245" actId="47"/>
        <pc:sldMkLst>
          <pc:docMk/>
          <pc:sldMk cId="2479366280" sldId="2147474117"/>
        </pc:sldMkLst>
      </pc:sldChg>
      <pc:sldChg chg="modSp mod">
        <pc:chgData name="Gudla, Natraj" userId="1b097815-ad51-435d-a557-eb69be7a0b69" providerId="ADAL" clId="{8D5589CB-43D0-4C79-AE70-BEB7489FDE7D}" dt="2024-06-12T07:53:22.392" v="91" actId="20577"/>
        <pc:sldMkLst>
          <pc:docMk/>
          <pc:sldMk cId="2001861423" sldId="2147474153"/>
        </pc:sldMkLst>
      </pc:sldChg>
      <pc:sldChg chg="addSp modSp mod">
        <pc:chgData name="Gudla, Natraj" userId="1b097815-ad51-435d-a557-eb69be7a0b69" providerId="ADAL" clId="{8D5589CB-43D0-4C79-AE70-BEB7489FDE7D}" dt="2024-06-21T03:38:09.780" v="4088" actId="20577"/>
        <pc:sldMkLst>
          <pc:docMk/>
          <pc:sldMk cId="2251188276" sldId="2147474154"/>
        </pc:sldMkLst>
      </pc:sldChg>
      <pc:sldChg chg="del">
        <pc:chgData name="Gudla, Natraj" userId="1b097815-ad51-435d-a557-eb69be7a0b69" providerId="ADAL" clId="{8D5589CB-43D0-4C79-AE70-BEB7489FDE7D}" dt="2024-06-26T07:54:16.864" v="6243" actId="47"/>
        <pc:sldMkLst>
          <pc:docMk/>
          <pc:sldMk cId="2318877968" sldId="2147474163"/>
        </pc:sldMkLst>
      </pc:sldChg>
      <pc:sldChg chg="addSp delSp modSp mod">
        <pc:chgData name="Gudla, Natraj" userId="1b097815-ad51-435d-a557-eb69be7a0b69" providerId="ADAL" clId="{8D5589CB-43D0-4C79-AE70-BEB7489FDE7D}" dt="2024-06-26T08:01:36.732" v="6258" actId="1076"/>
        <pc:sldMkLst>
          <pc:docMk/>
          <pc:sldMk cId="3571720637" sldId="2147474170"/>
        </pc:sldMkLst>
      </pc:sldChg>
      <pc:sldChg chg="delSp modSp mod">
        <pc:chgData name="Gudla, Natraj" userId="1b097815-ad51-435d-a557-eb69be7a0b69" providerId="ADAL" clId="{8D5589CB-43D0-4C79-AE70-BEB7489FDE7D}" dt="2024-06-26T08:01:14.665" v="6255" actId="1076"/>
        <pc:sldMkLst>
          <pc:docMk/>
          <pc:sldMk cId="3429204321" sldId="2147474174"/>
        </pc:sldMkLst>
      </pc:sldChg>
      <pc:sldChg chg="modSp mod">
        <pc:chgData name="Gudla, Natraj" userId="1b097815-ad51-435d-a557-eb69be7a0b69" providerId="ADAL" clId="{8D5589CB-43D0-4C79-AE70-BEB7489FDE7D}" dt="2024-06-19T04:05:36.634" v="936" actId="6549"/>
        <pc:sldMkLst>
          <pc:docMk/>
          <pc:sldMk cId="2644422550" sldId="2147474183"/>
        </pc:sldMkLst>
      </pc:sldChg>
      <pc:sldChg chg="modSp mod">
        <pc:chgData name="Gudla, Natraj" userId="1b097815-ad51-435d-a557-eb69be7a0b69" providerId="ADAL" clId="{8D5589CB-43D0-4C79-AE70-BEB7489FDE7D}" dt="2024-06-20T03:46:36.128" v="1937" actId="20577"/>
        <pc:sldMkLst>
          <pc:docMk/>
          <pc:sldMk cId="3450465591" sldId="2147474193"/>
        </pc:sldMkLst>
      </pc:sldChg>
      <pc:sldChg chg="modSp mod">
        <pc:chgData name="Gudla, Natraj" userId="1b097815-ad51-435d-a557-eb69be7a0b69" providerId="ADAL" clId="{8D5589CB-43D0-4C79-AE70-BEB7489FDE7D}" dt="2024-06-20T03:59:08.702" v="2246" actId="6549"/>
        <pc:sldMkLst>
          <pc:docMk/>
          <pc:sldMk cId="374347881" sldId="2147474194"/>
        </pc:sldMkLst>
      </pc:sldChg>
      <pc:sldChg chg="modSp mod">
        <pc:chgData name="Gudla, Natraj" userId="1b097815-ad51-435d-a557-eb69be7a0b69" providerId="ADAL" clId="{8D5589CB-43D0-4C79-AE70-BEB7489FDE7D}" dt="2024-06-12T03:47:05.421" v="27" actId="20577"/>
        <pc:sldMkLst>
          <pc:docMk/>
          <pc:sldMk cId="3191873016" sldId="2147475791"/>
        </pc:sldMkLst>
      </pc:sldChg>
      <pc:sldChg chg="modSp mod">
        <pc:chgData name="Gudla, Natraj" userId="1b097815-ad51-435d-a557-eb69be7a0b69" providerId="ADAL" clId="{8D5589CB-43D0-4C79-AE70-BEB7489FDE7D}" dt="2024-06-20T04:38:15.098" v="3502" actId="20577"/>
        <pc:sldMkLst>
          <pc:docMk/>
          <pc:sldMk cId="415626969" sldId="2147475792"/>
        </pc:sldMkLst>
      </pc:sldChg>
      <pc:sldChg chg="modCm">
        <pc:chgData name="Gudla, Natraj" userId="1b097815-ad51-435d-a557-eb69be7a0b69" providerId="ADAL" clId="{8D5589CB-43D0-4C79-AE70-BEB7489FDE7D}" dt="2024-06-21T05:26:51.789" v="4089"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8D5589CB-43D0-4C79-AE70-BEB7489FDE7D}" dt="2024-06-21T05:26:51.789" v="4089" actId="2056"/>
              <pc2:cmMkLst xmlns:pc2="http://schemas.microsoft.com/office/powerpoint/2019/9/main/command">
                <pc:docMk/>
                <pc:sldMk cId="1001885555" sldId="2147475796"/>
                <pc2:cmMk id="{6187E47D-BBEA-4C72-87DA-B268F556C1BE}"/>
              </pc2:cmMkLst>
            </pc226:cmChg>
          </p:ext>
        </pc:extLst>
      </pc:sldChg>
      <pc:sldChg chg="modSp mod">
        <pc:chgData name="Gudla, Natraj" userId="1b097815-ad51-435d-a557-eb69be7a0b69" providerId="ADAL" clId="{8D5589CB-43D0-4C79-AE70-BEB7489FDE7D}" dt="2024-06-20T04:26:26.710" v="3408" actId="20577"/>
        <pc:sldMkLst>
          <pc:docMk/>
          <pc:sldMk cId="2957828277" sldId="2147475800"/>
        </pc:sldMkLst>
      </pc:sldChg>
      <pc:sldChg chg="modSp mod">
        <pc:chgData name="Gudla, Natraj" userId="1b097815-ad51-435d-a557-eb69be7a0b69" providerId="ADAL" clId="{8D5589CB-43D0-4C79-AE70-BEB7489FDE7D}" dt="2024-06-20T03:39:03.551" v="1914" actId="20577"/>
        <pc:sldMkLst>
          <pc:docMk/>
          <pc:sldMk cId="35362297" sldId="2147475803"/>
        </pc:sldMkLst>
      </pc:sldChg>
      <pc:sldChg chg="modSp">
        <pc:chgData name="Gudla, Natraj" userId="1b097815-ad51-435d-a557-eb69be7a0b69" providerId="ADAL" clId="{8D5589CB-43D0-4C79-AE70-BEB7489FDE7D}" dt="2024-06-14T05:14:50.803" v="222"/>
        <pc:sldMkLst>
          <pc:docMk/>
          <pc:sldMk cId="1422036111" sldId="2147475804"/>
        </pc:sldMkLst>
      </pc:sldChg>
      <pc:sldChg chg="modSp mod">
        <pc:chgData name="Gudla, Natraj" userId="1b097815-ad51-435d-a557-eb69be7a0b69" providerId="ADAL" clId="{8D5589CB-43D0-4C79-AE70-BEB7489FDE7D}" dt="2024-06-14T05:16:42.933" v="362" actId="20577"/>
        <pc:sldMkLst>
          <pc:docMk/>
          <pc:sldMk cId="4067783145" sldId="2147475808"/>
        </pc:sldMkLst>
      </pc:sldChg>
      <pc:sldChg chg="modSp mod">
        <pc:chgData name="Gudla, Natraj" userId="1b097815-ad51-435d-a557-eb69be7a0b69" providerId="ADAL" clId="{8D5589CB-43D0-4C79-AE70-BEB7489FDE7D}" dt="2024-06-17T07:37:25.627" v="556" actId="207"/>
        <pc:sldMkLst>
          <pc:docMk/>
          <pc:sldMk cId="3869446577" sldId="2147475809"/>
        </pc:sldMkLst>
      </pc:sldChg>
      <pc:sldChg chg="addSp delSp modSp mod">
        <pc:chgData name="Gudla, Natraj" userId="1b097815-ad51-435d-a557-eb69be7a0b69" providerId="ADAL" clId="{8D5589CB-43D0-4C79-AE70-BEB7489FDE7D}" dt="2024-06-19T04:04:52.653" v="932" actId="6549"/>
        <pc:sldMkLst>
          <pc:docMk/>
          <pc:sldMk cId="3252446741" sldId="2147475810"/>
        </pc:sldMkLst>
      </pc:sldChg>
      <pc:sldChg chg="del">
        <pc:chgData name="Gudla, Natraj" userId="1b097815-ad51-435d-a557-eb69be7a0b69" providerId="ADAL" clId="{8D5589CB-43D0-4C79-AE70-BEB7489FDE7D}" dt="2024-06-26T07:54:17.342" v="6244" actId="47"/>
        <pc:sldMkLst>
          <pc:docMk/>
          <pc:sldMk cId="2908625166" sldId="2147475812"/>
        </pc:sldMkLst>
      </pc:sldChg>
      <pc:sldChg chg="addSp delSp modSp new mod ord">
        <pc:chgData name="Gudla, Natraj" userId="1b097815-ad51-435d-a557-eb69be7a0b69" providerId="ADAL" clId="{8D5589CB-43D0-4C79-AE70-BEB7489FDE7D}" dt="2024-06-20T04:18:52.320" v="3234"/>
        <pc:sldMkLst>
          <pc:docMk/>
          <pc:sldMk cId="2981211752" sldId="2147475813"/>
        </pc:sldMkLst>
      </pc:sldChg>
      <pc:sldChg chg="add del">
        <pc:chgData name="Gudla, Natraj" userId="1b097815-ad51-435d-a557-eb69be7a0b69" providerId="ADAL" clId="{8D5589CB-43D0-4C79-AE70-BEB7489FDE7D}" dt="2024-06-20T03:29:25.679" v="1614" actId="47"/>
        <pc:sldMkLst>
          <pc:docMk/>
          <pc:sldMk cId="3575759547" sldId="2147475813"/>
        </pc:sldMkLst>
      </pc:sldChg>
      <pc:sldChg chg="addSp delSp modSp new mod">
        <pc:chgData name="Gudla, Natraj" userId="1b097815-ad51-435d-a557-eb69be7a0b69" providerId="ADAL" clId="{8D5589CB-43D0-4C79-AE70-BEB7489FDE7D}" dt="2024-06-26T08:29:28.936" v="6750" actId="20577"/>
        <pc:sldMkLst>
          <pc:docMk/>
          <pc:sldMk cId="2047081097" sldId="2147475820"/>
        </pc:sldMkLst>
      </pc:sldChg>
    </pc:docChg>
  </pc:docChgLst>
  <pc:docChgLst>
    <pc:chgData name="Sivaramakrishnan, Narayanan" userId="S::narayanan.sivaramakrishnan@capgemini.com::341b1ffd-5577-42b1-9704-45069781f0b3" providerId="AD" clId="Web-{0220755A-82B9-802B-01EC-B7D4A1E37542}"/>
    <pc:docChg chg="addSld delSld modSld">
      <pc:chgData name="Sivaramakrishnan, Narayanan" userId="S::narayanan.sivaramakrishnan@capgemini.com::341b1ffd-5577-42b1-9704-45069781f0b3" providerId="AD" clId="Web-{0220755A-82B9-802B-01EC-B7D4A1E37542}" dt="2024-06-02T21:29:43.608" v="982" actId="20577"/>
      <pc:docMkLst>
        <pc:docMk/>
      </pc:docMkLst>
      <pc:sldChg chg="modSp">
        <pc:chgData name="Sivaramakrishnan, Narayanan" userId="S::narayanan.sivaramakrishnan@capgemini.com::341b1ffd-5577-42b1-9704-45069781f0b3" providerId="AD" clId="Web-{0220755A-82B9-802B-01EC-B7D4A1E37542}" dt="2024-06-02T21:21:18.167" v="946" actId="20577"/>
        <pc:sldMkLst>
          <pc:docMk/>
          <pc:sldMk cId="4240461515" sldId="2076137833"/>
        </pc:sldMkLst>
      </pc:sldChg>
      <pc:sldChg chg="modSp">
        <pc:chgData name="Sivaramakrishnan, Narayanan" userId="S::narayanan.sivaramakrishnan@capgemini.com::341b1ffd-5577-42b1-9704-45069781f0b3" providerId="AD" clId="Web-{0220755A-82B9-802B-01EC-B7D4A1E37542}" dt="2024-06-02T18:46:45.655" v="191"/>
        <pc:sldMkLst>
          <pc:docMk/>
          <pc:sldMk cId="3319730112" sldId="2147474197"/>
        </pc:sldMkLst>
      </pc:sldChg>
      <pc:sldChg chg="modSp">
        <pc:chgData name="Sivaramakrishnan, Narayanan" userId="S::narayanan.sivaramakrishnan@capgemini.com::341b1ffd-5577-42b1-9704-45069781f0b3" providerId="AD" clId="Web-{0220755A-82B9-802B-01EC-B7D4A1E37542}" dt="2024-06-02T17:55:31.227" v="4" actId="20577"/>
        <pc:sldMkLst>
          <pc:docMk/>
          <pc:sldMk cId="1635902401" sldId="2147475690"/>
        </pc:sldMkLst>
      </pc:sldChg>
      <pc:sldChg chg="addSp modSp">
        <pc:chgData name="Sivaramakrishnan, Narayanan" userId="S::narayanan.sivaramakrishnan@capgemini.com::341b1ffd-5577-42b1-9704-45069781f0b3" providerId="AD" clId="Web-{0220755A-82B9-802B-01EC-B7D4A1E37542}" dt="2024-06-02T18:06:27.076" v="187" actId="1076"/>
        <pc:sldMkLst>
          <pc:docMk/>
          <pc:sldMk cId="752373959" sldId="2147475731"/>
        </pc:sldMkLst>
      </pc:sldChg>
      <pc:sldChg chg="new del">
        <pc:chgData name="Sivaramakrishnan, Narayanan" userId="S::narayanan.sivaramakrishnan@capgemini.com::341b1ffd-5577-42b1-9704-45069781f0b3" providerId="AD" clId="Web-{0220755A-82B9-802B-01EC-B7D4A1E37542}" dt="2024-06-02T19:09:20.306" v="193"/>
        <pc:sldMkLst>
          <pc:docMk/>
          <pc:sldMk cId="1586994670" sldId="2147475798"/>
        </pc:sldMkLst>
      </pc:sldChg>
      <pc:sldChg chg="addSp delSp modSp add replId">
        <pc:chgData name="Sivaramakrishnan, Narayanan" userId="S::narayanan.sivaramakrishnan@capgemini.com::341b1ffd-5577-42b1-9704-45069781f0b3" providerId="AD" clId="Web-{0220755A-82B9-802B-01EC-B7D4A1E37542}" dt="2024-06-02T21:29:43.608" v="982" actId="20577"/>
        <pc:sldMkLst>
          <pc:docMk/>
          <pc:sldMk cId="1639103724" sldId="2147475798"/>
        </pc:sldMkLst>
      </pc:sldChg>
      <pc:sldChg chg="addSp delSp modSp add replId">
        <pc:chgData name="Sivaramakrishnan, Narayanan" userId="S::narayanan.sivaramakrishnan@capgemini.com::341b1ffd-5577-42b1-9704-45069781f0b3" providerId="AD" clId="Web-{0220755A-82B9-802B-01EC-B7D4A1E37542}" dt="2024-06-02T21:13:27.165" v="782"/>
        <pc:sldMkLst>
          <pc:docMk/>
          <pc:sldMk cId="1723140974" sldId="2147475799"/>
        </pc:sldMkLst>
      </pc:sldChg>
    </pc:docChg>
  </pc:docChgLst>
  <pc:docChgLst>
    <pc:chgData name="Solanki, Jigar" userId="3f4ee6f3-26ac-4cf7-b06f-bbc51af815a3" providerId="ADAL" clId="{86E04653-D8A2-4125-982E-B8D94B03A233}"/>
    <pc:docChg chg="custSel addSld modSld">
      <pc:chgData name="Solanki, Jigar" userId="3f4ee6f3-26ac-4cf7-b06f-bbc51af815a3" providerId="ADAL" clId="{86E04653-D8A2-4125-982E-B8D94B03A233}" dt="2024-06-21T16:24:55.287" v="64" actId="20577"/>
      <pc:docMkLst>
        <pc:docMk/>
      </pc:docMkLst>
      <pc:sldChg chg="modCm">
        <pc:chgData name="Solanki, Jigar" userId="3f4ee6f3-26ac-4cf7-b06f-bbc51af815a3" providerId="ADAL" clId="{86E04653-D8A2-4125-982E-B8D94B03A233}" dt="2024-06-21T10:39:30.003" v="58"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Solanki, Jigar" userId="3f4ee6f3-26ac-4cf7-b06f-bbc51af815a3" providerId="ADAL" clId="{86E04653-D8A2-4125-982E-B8D94B03A233}" dt="2024-06-21T10:39:30.003" v="58" actId="2056"/>
              <pc2:cmMkLst xmlns:pc2="http://schemas.microsoft.com/office/powerpoint/2019/9/main/command">
                <pc:docMk/>
                <pc:sldMk cId="1001885555" sldId="2147475796"/>
                <pc2:cmMk id="{6187E47D-BBEA-4C72-87DA-B268F556C1BE}"/>
              </pc2:cmMkLst>
            </pc226:cmChg>
          </p:ext>
        </pc:extLst>
      </pc:sldChg>
      <pc:sldChg chg="delSp modSp add mod">
        <pc:chgData name="Solanki, Jigar" userId="3f4ee6f3-26ac-4cf7-b06f-bbc51af815a3" providerId="ADAL" clId="{86E04653-D8A2-4125-982E-B8D94B03A233}" dt="2024-06-21T16:24:49.414" v="63" actId="20577"/>
        <pc:sldMkLst>
          <pc:docMk/>
          <pc:sldMk cId="3468048512" sldId="2147475818"/>
        </pc:sldMkLst>
      </pc:sldChg>
      <pc:sldChg chg="modSp add mod">
        <pc:chgData name="Solanki, Jigar" userId="3f4ee6f3-26ac-4cf7-b06f-bbc51af815a3" providerId="ADAL" clId="{86E04653-D8A2-4125-982E-B8D94B03A233}" dt="2024-06-21T16:24:55.287" v="64" actId="20577"/>
        <pc:sldMkLst>
          <pc:docMk/>
          <pc:sldMk cId="3204792641" sldId="2147475819"/>
        </pc:sldMkLst>
      </pc:sldChg>
    </pc:docChg>
  </pc:docChgLst>
  <pc:docChgLst>
    <pc:chgData name="Kanduru, Raghava" userId="cf8c09de-c40c-47a2-971b-c612c06e0906" providerId="ADAL" clId="{5E3DAF92-3AF4-4FBB-A40F-A08CEB694985}"/>
    <pc:docChg chg="undo custSel addSld delSld modSld sldOrd">
      <pc:chgData name="Kanduru, Raghava" userId="cf8c09de-c40c-47a2-971b-c612c06e0906" providerId="ADAL" clId="{5E3DAF92-3AF4-4FBB-A40F-A08CEB694985}" dt="2024-06-25T06:32:58.123" v="1958"/>
      <pc:docMkLst>
        <pc:docMk/>
      </pc:docMkLst>
      <pc:sldChg chg="addSp delSp modSp mod">
        <pc:chgData name="Kanduru, Raghava" userId="cf8c09de-c40c-47a2-971b-c612c06e0906" providerId="ADAL" clId="{5E3DAF92-3AF4-4FBB-A40F-A08CEB694985}" dt="2024-06-21T05:19:35.028" v="1817" actId="1076"/>
        <pc:sldMkLst>
          <pc:docMk/>
          <pc:sldMk cId="1531364721" sldId="2141412306"/>
        </pc:sldMkLst>
      </pc:sldChg>
      <pc:sldChg chg="modSp mod">
        <pc:chgData name="Kanduru, Raghava" userId="cf8c09de-c40c-47a2-971b-c612c06e0906" providerId="ADAL" clId="{5E3DAF92-3AF4-4FBB-A40F-A08CEB694985}" dt="2024-06-12T04:55:22.688" v="48" actId="1076"/>
        <pc:sldMkLst>
          <pc:docMk/>
          <pc:sldMk cId="1754236133" sldId="2141412320"/>
        </pc:sldMkLst>
      </pc:sldChg>
      <pc:sldChg chg="mod modShow">
        <pc:chgData name="Kanduru, Raghava" userId="cf8c09de-c40c-47a2-971b-c612c06e0906" providerId="ADAL" clId="{5E3DAF92-3AF4-4FBB-A40F-A08CEB694985}" dt="2024-06-13T10:55:22.808" v="62" actId="729"/>
        <pc:sldMkLst>
          <pc:docMk/>
          <pc:sldMk cId="2411987227" sldId="2147474112"/>
        </pc:sldMkLst>
      </pc:sldChg>
      <pc:sldChg chg="mod ord modShow">
        <pc:chgData name="Kanduru, Raghava" userId="cf8c09de-c40c-47a2-971b-c612c06e0906" providerId="ADAL" clId="{5E3DAF92-3AF4-4FBB-A40F-A08CEB694985}" dt="2024-06-20T09:06:56.797" v="1611"/>
        <pc:sldMkLst>
          <pc:docMk/>
          <pc:sldMk cId="2479366280" sldId="2147474117"/>
        </pc:sldMkLst>
      </pc:sldChg>
      <pc:sldChg chg="modSp mod">
        <pc:chgData name="Kanduru, Raghava" userId="cf8c09de-c40c-47a2-971b-c612c06e0906" providerId="ADAL" clId="{5E3DAF92-3AF4-4FBB-A40F-A08CEB694985}" dt="2024-06-20T08:45:52.944" v="1566"/>
        <pc:sldMkLst>
          <pc:docMk/>
          <pc:sldMk cId="1411463970" sldId="2147474152"/>
        </pc:sldMkLst>
      </pc:sldChg>
      <pc:sldChg chg="modSp mod">
        <pc:chgData name="Kanduru, Raghava" userId="cf8c09de-c40c-47a2-971b-c612c06e0906" providerId="ADAL" clId="{5E3DAF92-3AF4-4FBB-A40F-A08CEB694985}" dt="2024-06-20T08:53:13.117" v="1582"/>
        <pc:sldMkLst>
          <pc:docMk/>
          <pc:sldMk cId="2001861423" sldId="2147474153"/>
        </pc:sldMkLst>
      </pc:sldChg>
      <pc:sldChg chg="modSp">
        <pc:chgData name="Kanduru, Raghava" userId="cf8c09de-c40c-47a2-971b-c612c06e0906" providerId="ADAL" clId="{5E3DAF92-3AF4-4FBB-A40F-A08CEB694985}" dt="2024-06-21T04:58:05.377" v="1666"/>
        <pc:sldMkLst>
          <pc:docMk/>
          <pc:sldMk cId="2251188276" sldId="2147474154"/>
        </pc:sldMkLst>
      </pc:sldChg>
      <pc:sldChg chg="mod ord modShow">
        <pc:chgData name="Kanduru, Raghava" userId="cf8c09de-c40c-47a2-971b-c612c06e0906" providerId="ADAL" clId="{5E3DAF92-3AF4-4FBB-A40F-A08CEB694985}" dt="2024-06-19T03:57:30.883" v="1345"/>
        <pc:sldMkLst>
          <pc:docMk/>
          <pc:sldMk cId="2318877968" sldId="2147474163"/>
        </pc:sldMkLst>
      </pc:sldChg>
      <pc:sldChg chg="del mod modShow">
        <pc:chgData name="Kanduru, Raghava" userId="cf8c09de-c40c-47a2-971b-c612c06e0906" providerId="ADAL" clId="{5E3DAF92-3AF4-4FBB-A40F-A08CEB694985}" dt="2024-06-17T05:47:11.965" v="102" actId="47"/>
        <pc:sldMkLst>
          <pc:docMk/>
          <pc:sldMk cId="1600209829" sldId="2147474180"/>
        </pc:sldMkLst>
      </pc:sldChg>
      <pc:sldChg chg="addSp delSp modSp mod">
        <pc:chgData name="Kanduru, Raghava" userId="cf8c09de-c40c-47a2-971b-c612c06e0906" providerId="ADAL" clId="{5E3DAF92-3AF4-4FBB-A40F-A08CEB694985}" dt="2024-06-19T03:55:08.722" v="1343" actId="5793"/>
        <pc:sldMkLst>
          <pc:docMk/>
          <pc:sldMk cId="2644422550" sldId="2147474183"/>
        </pc:sldMkLst>
      </pc:sldChg>
      <pc:sldChg chg="addSp delSp modSp mod">
        <pc:chgData name="Kanduru, Raghava" userId="cf8c09de-c40c-47a2-971b-c612c06e0906" providerId="ADAL" clId="{5E3DAF92-3AF4-4FBB-A40F-A08CEB694985}" dt="2024-06-17T13:21:56.401" v="476" actId="1036"/>
        <pc:sldMkLst>
          <pc:docMk/>
          <pc:sldMk cId="3125609614" sldId="2147474189"/>
        </pc:sldMkLst>
      </pc:sldChg>
      <pc:sldChg chg="ord">
        <pc:chgData name="Kanduru, Raghava" userId="cf8c09de-c40c-47a2-971b-c612c06e0906" providerId="ADAL" clId="{5E3DAF92-3AF4-4FBB-A40F-A08CEB694985}" dt="2024-06-25T06:32:58.123" v="1958"/>
        <pc:sldMkLst>
          <pc:docMk/>
          <pc:sldMk cId="2042885715" sldId="2147474192"/>
        </pc:sldMkLst>
      </pc:sldChg>
      <pc:sldChg chg="addSp modSp mod">
        <pc:chgData name="Kanduru, Raghava" userId="cf8c09de-c40c-47a2-971b-c612c06e0906" providerId="ADAL" clId="{5E3DAF92-3AF4-4FBB-A40F-A08CEB694985}" dt="2024-06-21T05:30:40.401" v="1869" actId="1076"/>
        <pc:sldMkLst>
          <pc:docMk/>
          <pc:sldMk cId="3314845531" sldId="2147474195"/>
        </pc:sldMkLst>
      </pc:sldChg>
      <pc:sldChg chg="addSp modSp mod">
        <pc:chgData name="Kanduru, Raghava" userId="cf8c09de-c40c-47a2-971b-c612c06e0906" providerId="ADAL" clId="{5E3DAF92-3AF4-4FBB-A40F-A08CEB694985}" dt="2024-06-21T05:31:11.053" v="1870" actId="2711"/>
        <pc:sldMkLst>
          <pc:docMk/>
          <pc:sldMk cId="2759881903" sldId="2147474196"/>
        </pc:sldMkLst>
      </pc:sldChg>
      <pc:sldChg chg="addSp modSp mod">
        <pc:chgData name="Kanduru, Raghava" userId="cf8c09de-c40c-47a2-971b-c612c06e0906" providerId="ADAL" clId="{5E3DAF92-3AF4-4FBB-A40F-A08CEB694985}" dt="2024-06-21T05:32:31.121" v="1877" actId="2711"/>
        <pc:sldMkLst>
          <pc:docMk/>
          <pc:sldMk cId="3319730112" sldId="2147474197"/>
        </pc:sldMkLst>
      </pc:sldChg>
      <pc:sldChg chg="addSp modSp mod">
        <pc:chgData name="Kanduru, Raghava" userId="cf8c09de-c40c-47a2-971b-c612c06e0906" providerId="ADAL" clId="{5E3DAF92-3AF4-4FBB-A40F-A08CEB694985}" dt="2024-06-21T05:33:53.255" v="1893" actId="14734"/>
        <pc:sldMkLst>
          <pc:docMk/>
          <pc:sldMk cId="1906058678" sldId="2147474198"/>
        </pc:sldMkLst>
      </pc:sldChg>
      <pc:sldChg chg="addSp modSp mod">
        <pc:chgData name="Kanduru, Raghava" userId="cf8c09de-c40c-47a2-971b-c612c06e0906" providerId="ADAL" clId="{5E3DAF92-3AF4-4FBB-A40F-A08CEB694985}" dt="2024-06-21T05:32:36.719" v="1878" actId="2711"/>
        <pc:sldMkLst>
          <pc:docMk/>
          <pc:sldMk cId="3214550514" sldId="2147474201"/>
        </pc:sldMkLst>
      </pc:sldChg>
      <pc:sldChg chg="addSp modSp mod">
        <pc:chgData name="Kanduru, Raghava" userId="cf8c09de-c40c-47a2-971b-c612c06e0906" providerId="ADAL" clId="{5E3DAF92-3AF4-4FBB-A40F-A08CEB694985}" dt="2024-06-21T05:31:56.236" v="1874" actId="1076"/>
        <pc:sldMkLst>
          <pc:docMk/>
          <pc:sldMk cId="35875273" sldId="2147475793"/>
        </pc:sldMkLst>
      </pc:sldChg>
      <pc:sldChg chg="addSp modSp mod">
        <pc:chgData name="Kanduru, Raghava" userId="cf8c09de-c40c-47a2-971b-c612c06e0906" providerId="ADAL" clId="{5E3DAF92-3AF4-4FBB-A40F-A08CEB694985}" dt="2024-06-21T05:34:14.663" v="1895" actId="2711"/>
        <pc:sldMkLst>
          <pc:docMk/>
          <pc:sldMk cId="2145220705" sldId="2147475794"/>
        </pc:sldMkLst>
      </pc:sldChg>
      <pc:sldChg chg="addSp delSp modSp mod modCm">
        <pc:chgData name="Kanduru, Raghava" userId="cf8c09de-c40c-47a2-971b-c612c06e0906" providerId="ADAL" clId="{5E3DAF92-3AF4-4FBB-A40F-A08CEB694985}" dt="2024-06-21T05:31:29.654" v="1871" actId="2711"/>
        <pc:sldMkLst>
          <pc:docMk/>
          <pc:sldMk cId="1001885555" sldId="2147475796"/>
        </pc:sldMkLst>
        <pc:extLst>
          <p:ext xmlns:p="http://schemas.openxmlformats.org/presentationml/2006/main" uri="{D6D511B9-2390-475A-947B-AFAB55BFBCF1}">
            <pc226:cmChg xmlns:pc226="http://schemas.microsoft.com/office/powerpoint/2022/06/main/command" chg="mod">
              <pc226:chgData name="Kanduru, Raghava" userId="cf8c09de-c40c-47a2-971b-c612c06e0906" providerId="ADAL" clId="{5E3DAF92-3AF4-4FBB-A40F-A08CEB694985}" dt="2024-06-21T05:17:59.215" v="1762" actId="2056"/>
              <pc2:cmMkLst xmlns:pc2="http://schemas.microsoft.com/office/powerpoint/2019/9/main/command">
                <pc:docMk/>
                <pc:sldMk cId="1001885555" sldId="2147475796"/>
                <pc2:cmMk id="{6187E47D-BBEA-4C72-87DA-B268F556C1BE}"/>
              </pc2:cmMkLst>
            </pc226:cmChg>
          </p:ext>
        </pc:extLst>
      </pc:sldChg>
      <pc:sldChg chg="modSp mod">
        <pc:chgData name="Kanduru, Raghava" userId="cf8c09de-c40c-47a2-971b-c612c06e0906" providerId="ADAL" clId="{5E3DAF92-3AF4-4FBB-A40F-A08CEB694985}" dt="2024-06-13T11:59:58.922" v="100" actId="20577"/>
        <pc:sldMkLst>
          <pc:docMk/>
          <pc:sldMk cId="35362297" sldId="2147475803"/>
        </pc:sldMkLst>
      </pc:sldChg>
      <pc:sldChg chg="modSp">
        <pc:chgData name="Kanduru, Raghava" userId="cf8c09de-c40c-47a2-971b-c612c06e0906" providerId="ADAL" clId="{5E3DAF92-3AF4-4FBB-A40F-A08CEB694985}" dt="2024-06-13T12:00:07.410" v="101"/>
        <pc:sldMkLst>
          <pc:docMk/>
          <pc:sldMk cId="1422036111" sldId="2147475804"/>
        </pc:sldMkLst>
      </pc:sldChg>
      <pc:sldChg chg="modSp del mod">
        <pc:chgData name="Kanduru, Raghava" userId="cf8c09de-c40c-47a2-971b-c612c06e0906" providerId="ADAL" clId="{5E3DAF92-3AF4-4FBB-A40F-A08CEB694985}" dt="2024-06-17T05:47:51.541" v="105" actId="47"/>
        <pc:sldMkLst>
          <pc:docMk/>
          <pc:sldMk cId="1092716136" sldId="2147475805"/>
        </pc:sldMkLst>
      </pc:sldChg>
      <pc:sldChg chg="modSp add del mod ord modShow">
        <pc:chgData name="Kanduru, Raghava" userId="cf8c09de-c40c-47a2-971b-c612c06e0906" providerId="ADAL" clId="{5E3DAF92-3AF4-4FBB-A40F-A08CEB694985}" dt="2024-06-17T05:47:16.058" v="103" actId="47"/>
        <pc:sldMkLst>
          <pc:docMk/>
          <pc:sldMk cId="4028499765" sldId="2147475807"/>
        </pc:sldMkLst>
      </pc:sldChg>
      <pc:sldChg chg="add">
        <pc:chgData name="Kanduru, Raghava" userId="cf8c09de-c40c-47a2-971b-c612c06e0906" providerId="ADAL" clId="{5E3DAF92-3AF4-4FBB-A40F-A08CEB694985}" dt="2024-06-13T10:55:18.344" v="61"/>
        <pc:sldMkLst>
          <pc:docMk/>
          <pc:sldMk cId="4067783145" sldId="2147475808"/>
        </pc:sldMkLst>
      </pc:sldChg>
      <pc:sldChg chg="modSp add mod">
        <pc:chgData name="Kanduru, Raghava" userId="cf8c09de-c40c-47a2-971b-c612c06e0906" providerId="ADAL" clId="{5E3DAF92-3AF4-4FBB-A40F-A08CEB694985}" dt="2024-06-17T13:06:54.669" v="389" actId="20577"/>
        <pc:sldMkLst>
          <pc:docMk/>
          <pc:sldMk cId="3869446577" sldId="2147475809"/>
        </pc:sldMkLst>
      </pc:sldChg>
      <pc:sldChg chg="addSp delSp modSp add mod">
        <pc:chgData name="Kanduru, Raghava" userId="cf8c09de-c40c-47a2-971b-c612c06e0906" providerId="ADAL" clId="{5E3DAF92-3AF4-4FBB-A40F-A08CEB694985}" dt="2024-06-19T03:58:24.363" v="1346" actId="478"/>
        <pc:sldMkLst>
          <pc:docMk/>
          <pc:sldMk cId="3252446741" sldId="2147475810"/>
        </pc:sldMkLst>
      </pc:sldChg>
      <pc:sldChg chg="addSp delSp modSp add mod modShow">
        <pc:chgData name="Kanduru, Raghava" userId="cf8c09de-c40c-47a2-971b-c612c06e0906" providerId="ADAL" clId="{5E3DAF92-3AF4-4FBB-A40F-A08CEB694985}" dt="2024-06-19T03:40:50.027" v="1075" actId="1036"/>
        <pc:sldMkLst>
          <pc:docMk/>
          <pc:sldMk cId="3408105490" sldId="2147475811"/>
        </pc:sldMkLst>
      </pc:sldChg>
      <pc:sldChg chg="add mod ord modShow">
        <pc:chgData name="Kanduru, Raghava" userId="cf8c09de-c40c-47a2-971b-c612c06e0906" providerId="ADAL" clId="{5E3DAF92-3AF4-4FBB-A40F-A08CEB694985}" dt="2024-06-19T03:42:16.106" v="1079"/>
        <pc:sldMkLst>
          <pc:docMk/>
          <pc:sldMk cId="2908625166" sldId="2147475812"/>
        </pc:sldMkLst>
      </pc:sldChg>
      <pc:sldChg chg="modSp add mod">
        <pc:chgData name="Kanduru, Raghava" userId="cf8c09de-c40c-47a2-971b-c612c06e0906" providerId="ADAL" clId="{5E3DAF92-3AF4-4FBB-A40F-A08CEB694985}" dt="2024-06-20T08:48:58.769" v="1578" actId="20577"/>
        <pc:sldMkLst>
          <pc:docMk/>
          <pc:sldMk cId="215030971" sldId="2147475814"/>
        </pc:sldMkLst>
      </pc:sldChg>
      <pc:sldChg chg="modSp add mod">
        <pc:chgData name="Kanduru, Raghava" userId="cf8c09de-c40c-47a2-971b-c612c06e0906" providerId="ADAL" clId="{5E3DAF92-3AF4-4FBB-A40F-A08CEB694985}" dt="2024-06-20T08:45:49.940" v="1565" actId="21"/>
        <pc:sldMkLst>
          <pc:docMk/>
          <pc:sldMk cId="3332527972" sldId="2147475815"/>
        </pc:sldMkLst>
      </pc:sldChg>
      <pc:sldChg chg="addSp delSp modSp add mod">
        <pc:chgData name="Kanduru, Raghava" userId="cf8c09de-c40c-47a2-971b-c612c06e0906" providerId="ADAL" clId="{5E3DAF92-3AF4-4FBB-A40F-A08CEB694985}" dt="2024-06-20T09:04:11.490" v="1601" actId="1076"/>
        <pc:sldMkLst>
          <pc:docMk/>
          <pc:sldMk cId="834678745" sldId="2147475816"/>
        </pc:sldMkLst>
      </pc:sldChg>
      <pc:sldChg chg="addSp delSp modSp add mod ord">
        <pc:chgData name="Kanduru, Raghava" userId="cf8c09de-c40c-47a2-971b-c612c06e0906" providerId="ADAL" clId="{5E3DAF92-3AF4-4FBB-A40F-A08CEB694985}" dt="2024-06-20T09:09:20.531" v="1659"/>
        <pc:sldMkLst>
          <pc:docMk/>
          <pc:sldMk cId="3050278837" sldId="2147475817"/>
        </pc:sldMkLst>
      </pc:sldChg>
      <pc:sldChg chg="ord">
        <pc:chgData name="Kanduru, Raghava" userId="cf8c09de-c40c-47a2-971b-c612c06e0906" providerId="ADAL" clId="{5E3DAF92-3AF4-4FBB-A40F-A08CEB694985}" dt="2024-06-21T05:37:17.493" v="1897"/>
        <pc:sldMkLst>
          <pc:docMk/>
          <pc:sldMk cId="3468048512" sldId="2147475818"/>
        </pc:sldMkLst>
      </pc:sldChg>
      <pc:sldChg chg="addSp modSp mod ord">
        <pc:chgData name="Kanduru, Raghava" userId="cf8c09de-c40c-47a2-971b-c612c06e0906" providerId="ADAL" clId="{5E3DAF92-3AF4-4FBB-A40F-A08CEB694985}" dt="2024-06-25T03:55:24.023" v="1956" actId="20577"/>
        <pc:sldMkLst>
          <pc:docMk/>
          <pc:sldMk cId="3204792641" sldId="2147475819"/>
        </pc:sldMkLst>
      </pc:sldChg>
    </pc:docChg>
  </pc:docChgLst>
  <pc:docChgLst>
    <pc:chgData name="Akula, Kiran" userId="4edd7db3-3f5e-4d95-b6aa-837b0f56c970" providerId="ADAL" clId="{4C49B9B6-ACE1-447B-87EC-03CE5494B992}"/>
    <pc:docChg chg="custSel addSld delSld modSld sldOrd">
      <pc:chgData name="Akula, Kiran" userId="4edd7db3-3f5e-4d95-b6aa-837b0f56c970" providerId="ADAL" clId="{4C49B9B6-ACE1-447B-87EC-03CE5494B992}" dt="2024-05-28T17:15:31.213" v="153" actId="122"/>
      <pc:docMkLst>
        <pc:docMk/>
      </pc:docMkLst>
      <pc:sldChg chg="del">
        <pc:chgData name="Akula, Kiran" userId="4edd7db3-3f5e-4d95-b6aa-837b0f56c970" providerId="ADAL" clId="{4C49B9B6-ACE1-447B-87EC-03CE5494B992}" dt="2024-05-28T12:28:41.775" v="5" actId="47"/>
        <pc:sldMkLst>
          <pc:docMk/>
          <pc:sldMk cId="3624280880" sldId="2141412305"/>
        </pc:sldMkLst>
      </pc:sldChg>
      <pc:sldChg chg="delSp modSp mod addCm">
        <pc:chgData name="Akula, Kiran" userId="4edd7db3-3f5e-4d95-b6aa-837b0f56c970" providerId="ADAL" clId="{4C49B9B6-ACE1-447B-87EC-03CE5494B992}" dt="2024-05-28T12:32:09.511" v="20"/>
        <pc:sldMkLst>
          <pc:docMk/>
          <pc:sldMk cId="1531364721" sldId="2141412306"/>
        </pc:sldMkLst>
        <pc:extLst>
          <p:ext xmlns:p="http://schemas.openxmlformats.org/presentationml/2006/main" uri="{D6D511B9-2390-475A-947B-AFAB55BFBCF1}">
            <pc226:cmChg xmlns:pc226="http://schemas.microsoft.com/office/powerpoint/2022/06/main/command" chg="add">
              <pc226:chgData name="Akula, Kiran" userId="4edd7db3-3f5e-4d95-b6aa-837b0f56c970" providerId="ADAL" clId="{4C49B9B6-ACE1-447B-87EC-03CE5494B992}" dt="2024-05-28T12:32:09.511" v="20"/>
              <pc2:cmMkLst xmlns:pc2="http://schemas.microsoft.com/office/powerpoint/2019/9/main/command">
                <pc:docMk/>
                <pc:sldMk cId="1531364721" sldId="2141412306"/>
                <pc2:cmMk id="{8504ED33-874D-47B0-AADD-2E65ADAF0BC8}"/>
              </pc2:cmMkLst>
            </pc226:cmChg>
          </p:ext>
        </pc:extLst>
      </pc:sldChg>
      <pc:sldChg chg="del">
        <pc:chgData name="Akula, Kiran" userId="4edd7db3-3f5e-4d95-b6aa-837b0f56c970" providerId="ADAL" clId="{4C49B9B6-ACE1-447B-87EC-03CE5494B992}" dt="2024-05-28T12:29:00.045" v="7" actId="47"/>
        <pc:sldMkLst>
          <pc:docMk/>
          <pc:sldMk cId="1989688419" sldId="2141412328"/>
        </pc:sldMkLst>
      </pc:sldChg>
      <pc:sldChg chg="add ord">
        <pc:chgData name="Akula, Kiran" userId="4edd7db3-3f5e-4d95-b6aa-837b0f56c970" providerId="ADAL" clId="{4C49B9B6-ACE1-447B-87EC-03CE5494B992}" dt="2024-05-28T12:27:06.582" v="2"/>
        <pc:sldMkLst>
          <pc:docMk/>
          <pc:sldMk cId="3314845531" sldId="2147474195"/>
        </pc:sldMkLst>
      </pc:sldChg>
      <pc:sldChg chg="add">
        <pc:chgData name="Akula, Kiran" userId="4edd7db3-3f5e-4d95-b6aa-837b0f56c970" providerId="ADAL" clId="{4C49B9B6-ACE1-447B-87EC-03CE5494B992}" dt="2024-05-28T12:28:15.103" v="3"/>
        <pc:sldMkLst>
          <pc:docMk/>
          <pc:sldMk cId="2759881903" sldId="2147474196"/>
        </pc:sldMkLst>
      </pc:sldChg>
      <pc:sldChg chg="add">
        <pc:chgData name="Akula, Kiran" userId="4edd7db3-3f5e-4d95-b6aa-837b0f56c970" providerId="ADAL" clId="{4C49B9B6-ACE1-447B-87EC-03CE5494B992}" dt="2024-05-28T12:29:10.856" v="8"/>
        <pc:sldMkLst>
          <pc:docMk/>
          <pc:sldMk cId="3319730112" sldId="2147474197"/>
        </pc:sldMkLst>
      </pc:sldChg>
      <pc:sldChg chg="add">
        <pc:chgData name="Akula, Kiran" userId="4edd7db3-3f5e-4d95-b6aa-837b0f56c970" providerId="ADAL" clId="{4C49B9B6-ACE1-447B-87EC-03CE5494B992}" dt="2024-05-28T12:29:45.119" v="9"/>
        <pc:sldMkLst>
          <pc:docMk/>
          <pc:sldMk cId="1906058678" sldId="2147474198"/>
        </pc:sldMkLst>
      </pc:sldChg>
      <pc:sldChg chg="modSp add mod">
        <pc:chgData name="Akula, Kiran" userId="4edd7db3-3f5e-4d95-b6aa-837b0f56c970" providerId="ADAL" clId="{4C49B9B6-ACE1-447B-87EC-03CE5494B992}" dt="2024-05-28T12:35:34.220" v="152" actId="20577"/>
        <pc:sldMkLst>
          <pc:docMk/>
          <pc:sldMk cId="3214550514" sldId="2147474201"/>
        </pc:sldMkLst>
      </pc:sldChg>
      <pc:sldChg chg="add">
        <pc:chgData name="Akula, Kiran" userId="4edd7db3-3f5e-4d95-b6aa-837b0f56c970" providerId="ADAL" clId="{4C49B9B6-ACE1-447B-87EC-03CE5494B992}" dt="2024-05-28T12:28:37.201" v="4"/>
        <pc:sldMkLst>
          <pc:docMk/>
          <pc:sldMk cId="35875273" sldId="2147475793"/>
        </pc:sldMkLst>
      </pc:sldChg>
      <pc:sldChg chg="modSp mod">
        <pc:chgData name="Akula, Kiran" userId="4edd7db3-3f5e-4d95-b6aa-837b0f56c970" providerId="ADAL" clId="{4C49B9B6-ACE1-447B-87EC-03CE5494B992}" dt="2024-05-28T17:15:31.213" v="153" actId="122"/>
        <pc:sldMkLst>
          <pc:docMk/>
          <pc:sldMk cId="2145220705" sldId="2147475794"/>
        </pc:sldMkLst>
      </pc:sldChg>
    </pc:docChg>
  </pc:docChgLst>
  <pc:docChgLst>
    <pc:chgData name="Bandaru, Muralidhara Rao" userId="f3e341c2-313f-4fed-808d-d330c8250b02" providerId="ADAL" clId="{3EB277C1-9B87-4E18-93F9-91B57C07B708}"/>
    <pc:docChg chg="undo custSel addSld delSld modSld">
      <pc:chgData name="Bandaru, Muralidhara Rao" userId="f3e341c2-313f-4fed-808d-d330c8250b02" providerId="ADAL" clId="{3EB277C1-9B87-4E18-93F9-91B57C07B708}" dt="2024-05-22T03:13:44.326" v="1510" actId="14100"/>
      <pc:docMkLst>
        <pc:docMk/>
      </pc:docMkLst>
      <pc:sldChg chg="addSp delSp modSp mod">
        <pc:chgData name="Bandaru, Muralidhara Rao" userId="f3e341c2-313f-4fed-808d-d330c8250b02" providerId="ADAL" clId="{3EB277C1-9B87-4E18-93F9-91B57C07B708}" dt="2024-05-20T02:50:56.061" v="675" actId="478"/>
        <pc:sldMkLst>
          <pc:docMk/>
          <pc:sldMk cId="2042885715" sldId="2147474192"/>
        </pc:sldMkLst>
      </pc:sldChg>
      <pc:sldChg chg="addSp delSp modSp mod">
        <pc:chgData name="Bandaru, Muralidhara Rao" userId="f3e341c2-313f-4fed-808d-d330c8250b02" providerId="ADAL" clId="{3EB277C1-9B87-4E18-93F9-91B57C07B708}" dt="2024-05-19T14:13:46.348" v="446" actId="1076"/>
        <pc:sldMkLst>
          <pc:docMk/>
          <pc:sldMk cId="3450465591" sldId="2147474193"/>
        </pc:sldMkLst>
      </pc:sldChg>
      <pc:sldChg chg="addSp delSp modSp add mod">
        <pc:chgData name="Bandaru, Muralidhara Rao" userId="f3e341c2-313f-4fed-808d-d330c8250b02" providerId="ADAL" clId="{3EB277C1-9B87-4E18-93F9-91B57C07B708}" dt="2024-05-20T03:27:21.057" v="1486" actId="255"/>
        <pc:sldMkLst>
          <pc:docMk/>
          <pc:sldMk cId="374347881" sldId="2147474194"/>
        </pc:sldMkLst>
      </pc:sldChg>
      <pc:sldChg chg="delSp modSp new del mod">
        <pc:chgData name="Bandaru, Muralidhara Rao" userId="f3e341c2-313f-4fed-808d-d330c8250b02" providerId="ADAL" clId="{3EB277C1-9B87-4E18-93F9-91B57C07B708}" dt="2024-05-19T14:07:52.625" v="402" actId="2696"/>
        <pc:sldMkLst>
          <pc:docMk/>
          <pc:sldMk cId="1125056371" sldId="2147474194"/>
        </pc:sldMkLst>
      </pc:sldChg>
      <pc:sldChg chg="addSp delSp modSp add del mod">
        <pc:chgData name="Bandaru, Muralidhara Rao" userId="f3e341c2-313f-4fed-808d-d330c8250b02" providerId="ADAL" clId="{3EB277C1-9B87-4E18-93F9-91B57C07B708}" dt="2024-05-20T02:59:28.682" v="737" actId="47"/>
        <pc:sldMkLst>
          <pc:docMk/>
          <pc:sldMk cId="2116471455" sldId="2147474195"/>
        </pc:sldMkLst>
      </pc:sldChg>
      <pc:sldChg chg="modSp mod">
        <pc:chgData name="Bandaru, Muralidhara Rao" userId="f3e341c2-313f-4fed-808d-d330c8250b02" providerId="ADAL" clId="{3EB277C1-9B87-4E18-93F9-91B57C07B708}" dt="2024-05-22T03:13:44.326" v="1510" actId="14100"/>
        <pc:sldMkLst>
          <pc:docMk/>
          <pc:sldMk cId="3191873016" sldId="2147475791"/>
        </pc:sldMkLst>
      </pc:sldChg>
    </pc:docChg>
  </pc:docChgLst>
  <pc:docChgLst>
    <pc:chgData name="Kanduru, Raghava" userId="cf8c09de-c40c-47a2-971b-c612c06e0906" providerId="ADAL" clId="{26AFC52D-BF93-4271-A7A4-3AF00AA0CD30}"/>
    <pc:docChg chg="undo custSel addSld delSld modSld sldOrd">
      <pc:chgData name="Kanduru, Raghava" userId="cf8c09de-c40c-47a2-971b-c612c06e0906" providerId="ADAL" clId="{26AFC52D-BF93-4271-A7A4-3AF00AA0CD30}" dt="2024-05-29T09:59:42.859" v="1212" actId="20577"/>
      <pc:docMkLst>
        <pc:docMk/>
      </pc:docMkLst>
      <pc:sldChg chg="addSp modSp mod">
        <pc:chgData name="Kanduru, Raghava" userId="cf8c09de-c40c-47a2-971b-c612c06e0906" providerId="ADAL" clId="{26AFC52D-BF93-4271-A7A4-3AF00AA0CD30}" dt="2024-05-23T06:48:04.320" v="528" actId="207"/>
        <pc:sldMkLst>
          <pc:docMk/>
          <pc:sldMk cId="2584685373" sldId="621"/>
        </pc:sldMkLst>
      </pc:sldChg>
      <pc:sldChg chg="modSp mod">
        <pc:chgData name="Kanduru, Raghava" userId="cf8c09de-c40c-47a2-971b-c612c06e0906" providerId="ADAL" clId="{26AFC52D-BF93-4271-A7A4-3AF00AA0CD30}" dt="2024-05-23T08:40:20.006" v="717" actId="108"/>
        <pc:sldMkLst>
          <pc:docMk/>
          <pc:sldMk cId="1817871902" sldId="961"/>
        </pc:sldMkLst>
      </pc:sldChg>
      <pc:sldChg chg="addSp modSp mod">
        <pc:chgData name="Kanduru, Raghava" userId="cf8c09de-c40c-47a2-971b-c612c06e0906" providerId="ADAL" clId="{26AFC52D-BF93-4271-A7A4-3AF00AA0CD30}" dt="2024-05-16T07:11:28.406" v="155" actId="1076"/>
        <pc:sldMkLst>
          <pc:docMk/>
          <pc:sldMk cId="1236684026" sldId="2076137828"/>
        </pc:sldMkLst>
      </pc:sldChg>
      <pc:sldChg chg="addSp modSp">
        <pc:chgData name="Kanduru, Raghava" userId="cf8c09de-c40c-47a2-971b-c612c06e0906" providerId="ADAL" clId="{26AFC52D-BF93-4271-A7A4-3AF00AA0CD30}" dt="2024-05-16T07:11:30.593" v="156"/>
        <pc:sldMkLst>
          <pc:docMk/>
          <pc:sldMk cId="1580444266" sldId="2076137829"/>
        </pc:sldMkLst>
      </pc:sldChg>
      <pc:sldChg chg="addSp modSp">
        <pc:chgData name="Kanduru, Raghava" userId="cf8c09de-c40c-47a2-971b-c612c06e0906" providerId="ADAL" clId="{26AFC52D-BF93-4271-A7A4-3AF00AA0CD30}" dt="2024-05-16T07:11:35.067" v="157"/>
        <pc:sldMkLst>
          <pc:docMk/>
          <pc:sldMk cId="2462143889" sldId="2076137830"/>
        </pc:sldMkLst>
      </pc:sldChg>
      <pc:sldChg chg="addSp delSp modSp mod">
        <pc:chgData name="Kanduru, Raghava" userId="cf8c09de-c40c-47a2-971b-c612c06e0906" providerId="ADAL" clId="{26AFC52D-BF93-4271-A7A4-3AF00AA0CD30}" dt="2024-05-17T09:53:04.107" v="261" actId="478"/>
        <pc:sldMkLst>
          <pc:docMk/>
          <pc:sldMk cId="2815566877" sldId="2076137832"/>
        </pc:sldMkLst>
      </pc:sldChg>
      <pc:sldChg chg="addSp delSp modSp mod">
        <pc:chgData name="Kanduru, Raghava" userId="cf8c09de-c40c-47a2-971b-c612c06e0906" providerId="ADAL" clId="{26AFC52D-BF93-4271-A7A4-3AF00AA0CD30}" dt="2024-05-17T09:52:57.410" v="260" actId="478"/>
        <pc:sldMkLst>
          <pc:docMk/>
          <pc:sldMk cId="4240461515" sldId="2076137833"/>
        </pc:sldMkLst>
      </pc:sldChg>
      <pc:sldChg chg="addSp modSp mod">
        <pc:chgData name="Kanduru, Raghava" userId="cf8c09de-c40c-47a2-971b-c612c06e0906" providerId="ADAL" clId="{26AFC52D-BF93-4271-A7A4-3AF00AA0CD30}" dt="2024-05-16T07:07:40.357" v="67" actId="1076"/>
        <pc:sldMkLst>
          <pc:docMk/>
          <pc:sldMk cId="1125126731" sldId="2076137877"/>
        </pc:sldMkLst>
      </pc:sldChg>
      <pc:sldChg chg="addSp modSp">
        <pc:chgData name="Kanduru, Raghava" userId="cf8c09de-c40c-47a2-971b-c612c06e0906" providerId="ADAL" clId="{26AFC52D-BF93-4271-A7A4-3AF00AA0CD30}" dt="2024-05-16T07:11:51.171" v="163"/>
        <pc:sldMkLst>
          <pc:docMk/>
          <pc:sldMk cId="3624280880" sldId="2141412305"/>
        </pc:sldMkLst>
      </pc:sldChg>
      <pc:sldChg chg="addSp modSp">
        <pc:chgData name="Kanduru, Raghava" userId="cf8c09de-c40c-47a2-971b-c612c06e0906" providerId="ADAL" clId="{26AFC52D-BF93-4271-A7A4-3AF00AA0CD30}" dt="2024-05-16T07:11:48.350" v="162"/>
        <pc:sldMkLst>
          <pc:docMk/>
          <pc:sldMk cId="1531364721" sldId="2141412306"/>
        </pc:sldMkLst>
      </pc:sldChg>
      <pc:sldChg chg="addSp modSp mod">
        <pc:chgData name="Kanduru, Raghava" userId="cf8c09de-c40c-47a2-971b-c612c06e0906" providerId="ADAL" clId="{26AFC52D-BF93-4271-A7A4-3AF00AA0CD30}" dt="2024-05-16T08:25:32.437" v="192" actId="20577"/>
        <pc:sldMkLst>
          <pc:docMk/>
          <pc:sldMk cId="222090639" sldId="2141412307"/>
        </pc:sldMkLst>
      </pc:sldChg>
      <pc:sldChg chg="addSp modSp mod">
        <pc:chgData name="Kanduru, Raghava" userId="cf8c09de-c40c-47a2-971b-c612c06e0906" providerId="ADAL" clId="{26AFC52D-BF93-4271-A7A4-3AF00AA0CD30}" dt="2024-05-16T07:10:02.846" v="153" actId="1076"/>
        <pc:sldMkLst>
          <pc:docMk/>
          <pc:sldMk cId="199444538" sldId="2141412308"/>
        </pc:sldMkLst>
      </pc:sldChg>
      <pc:sldChg chg="ord">
        <pc:chgData name="Kanduru, Raghava" userId="cf8c09de-c40c-47a2-971b-c612c06e0906" providerId="ADAL" clId="{26AFC52D-BF93-4271-A7A4-3AF00AA0CD30}" dt="2024-05-17T06:05:25.606" v="209" actId="20578"/>
        <pc:sldMkLst>
          <pc:docMk/>
          <pc:sldMk cId="3917365489" sldId="2141412309"/>
        </pc:sldMkLst>
      </pc:sldChg>
      <pc:sldChg chg="addSp delSp modSp mod">
        <pc:chgData name="Kanduru, Raghava" userId="cf8c09de-c40c-47a2-971b-c612c06e0906" providerId="ADAL" clId="{26AFC52D-BF93-4271-A7A4-3AF00AA0CD30}" dt="2024-05-17T10:59:40.158" v="284" actId="20577"/>
        <pc:sldMkLst>
          <pc:docMk/>
          <pc:sldMk cId="1801749126" sldId="2141412312"/>
        </pc:sldMkLst>
      </pc:sldChg>
      <pc:sldChg chg="modSp mod">
        <pc:chgData name="Kanduru, Raghava" userId="cf8c09de-c40c-47a2-971b-c612c06e0906" providerId="ADAL" clId="{26AFC52D-BF93-4271-A7A4-3AF00AA0CD30}" dt="2024-05-29T09:59:42.859" v="1212" actId="20577"/>
        <pc:sldMkLst>
          <pc:docMk/>
          <pc:sldMk cId="2377744435" sldId="2141412313"/>
        </pc:sldMkLst>
      </pc:sldChg>
      <pc:sldChg chg="modSp mod">
        <pc:chgData name="Kanduru, Raghava" userId="cf8c09de-c40c-47a2-971b-c612c06e0906" providerId="ADAL" clId="{26AFC52D-BF93-4271-A7A4-3AF00AA0CD30}" dt="2024-05-22T05:33:23.976" v="435" actId="20577"/>
        <pc:sldMkLst>
          <pc:docMk/>
          <pc:sldMk cId="4268486508" sldId="2141412314"/>
        </pc:sldMkLst>
      </pc:sldChg>
      <pc:sldChg chg="addSp delSp modSp mod">
        <pc:chgData name="Kanduru, Raghava" userId="cf8c09de-c40c-47a2-971b-c612c06e0906" providerId="ADAL" clId="{26AFC52D-BF93-4271-A7A4-3AF00AA0CD30}" dt="2024-05-17T09:35:13.531" v="251" actId="478"/>
        <pc:sldMkLst>
          <pc:docMk/>
          <pc:sldMk cId="1754236133" sldId="2141412320"/>
        </pc:sldMkLst>
      </pc:sldChg>
      <pc:sldChg chg="addSp modSp mod">
        <pc:chgData name="Kanduru, Raghava" userId="cf8c09de-c40c-47a2-971b-c612c06e0906" providerId="ADAL" clId="{26AFC52D-BF93-4271-A7A4-3AF00AA0CD30}" dt="2024-05-28T08:17:31.103" v="1122" actId="20577"/>
        <pc:sldMkLst>
          <pc:docMk/>
          <pc:sldMk cId="3414426561" sldId="2141412321"/>
        </pc:sldMkLst>
      </pc:sldChg>
      <pc:sldChg chg="addSp delSp modSp mod">
        <pc:chgData name="Kanduru, Raghava" userId="cf8c09de-c40c-47a2-971b-c612c06e0906" providerId="ADAL" clId="{26AFC52D-BF93-4271-A7A4-3AF00AA0CD30}" dt="2024-05-17T09:35:29.883" v="252" actId="478"/>
        <pc:sldMkLst>
          <pc:docMk/>
          <pc:sldMk cId="1607761073" sldId="2141412322"/>
        </pc:sldMkLst>
      </pc:sldChg>
      <pc:sldChg chg="addSp modSp">
        <pc:chgData name="Kanduru, Raghava" userId="cf8c09de-c40c-47a2-971b-c612c06e0906" providerId="ADAL" clId="{26AFC52D-BF93-4271-A7A4-3AF00AA0CD30}" dt="2024-05-16T07:08:00.097" v="71"/>
        <pc:sldMkLst>
          <pc:docMk/>
          <pc:sldMk cId="1881052012" sldId="2141412324"/>
        </pc:sldMkLst>
      </pc:sldChg>
      <pc:sldChg chg="addSp modSp">
        <pc:chgData name="Kanduru, Raghava" userId="cf8c09de-c40c-47a2-971b-c612c06e0906" providerId="ADAL" clId="{26AFC52D-BF93-4271-A7A4-3AF00AA0CD30}" dt="2024-05-16T07:11:53.122" v="164"/>
        <pc:sldMkLst>
          <pc:docMk/>
          <pc:sldMk cId="1989688419" sldId="2141412328"/>
        </pc:sldMkLst>
      </pc:sldChg>
      <pc:sldChg chg="addSp modSp mod">
        <pc:chgData name="Kanduru, Raghava" userId="cf8c09de-c40c-47a2-971b-c612c06e0906" providerId="ADAL" clId="{26AFC52D-BF93-4271-A7A4-3AF00AA0CD30}" dt="2024-05-23T08:01:20.752" v="715" actId="14100"/>
        <pc:sldMkLst>
          <pc:docMk/>
          <pc:sldMk cId="2075032058" sldId="2141412334"/>
        </pc:sldMkLst>
      </pc:sldChg>
      <pc:sldChg chg="addSp delSp modSp mod">
        <pc:chgData name="Kanduru, Raghava" userId="cf8c09de-c40c-47a2-971b-c612c06e0906" providerId="ADAL" clId="{26AFC52D-BF93-4271-A7A4-3AF00AA0CD30}" dt="2024-05-16T08:20:20.962" v="170" actId="478"/>
        <pc:sldMkLst>
          <pc:docMk/>
          <pc:sldMk cId="2878614302" sldId="2147229685"/>
        </pc:sldMkLst>
      </pc:sldChg>
      <pc:sldChg chg="addSp modSp">
        <pc:chgData name="Kanduru, Raghava" userId="cf8c09de-c40c-47a2-971b-c612c06e0906" providerId="ADAL" clId="{26AFC52D-BF93-4271-A7A4-3AF00AA0CD30}" dt="2024-05-16T07:08:11.379" v="72"/>
        <pc:sldMkLst>
          <pc:docMk/>
          <pc:sldMk cId="2134738043" sldId="2147229686"/>
        </pc:sldMkLst>
      </pc:sldChg>
      <pc:sldChg chg="ord">
        <pc:chgData name="Kanduru, Raghava" userId="cf8c09de-c40c-47a2-971b-c612c06e0906" providerId="ADAL" clId="{26AFC52D-BF93-4271-A7A4-3AF00AA0CD30}" dt="2024-05-16T04:57:15.137" v="0" actId="20578"/>
        <pc:sldMkLst>
          <pc:docMk/>
          <pc:sldMk cId="1923745520" sldId="2147474097"/>
        </pc:sldMkLst>
      </pc:sldChg>
      <pc:sldChg chg="add del">
        <pc:chgData name="Kanduru, Raghava" userId="cf8c09de-c40c-47a2-971b-c612c06e0906" providerId="ADAL" clId="{26AFC52D-BF93-4271-A7A4-3AF00AA0CD30}" dt="2024-05-22T05:24:39.274" v="287" actId="47"/>
        <pc:sldMkLst>
          <pc:docMk/>
          <pc:sldMk cId="1583568345" sldId="2147474098"/>
        </pc:sldMkLst>
      </pc:sldChg>
      <pc:sldChg chg="del">
        <pc:chgData name="Kanduru, Raghava" userId="cf8c09de-c40c-47a2-971b-c612c06e0906" providerId="ADAL" clId="{26AFC52D-BF93-4271-A7A4-3AF00AA0CD30}" dt="2024-05-16T07:12:17.173" v="168" actId="47"/>
        <pc:sldMkLst>
          <pc:docMk/>
          <pc:sldMk cId="3590382306" sldId="2147474169"/>
        </pc:sldMkLst>
      </pc:sldChg>
      <pc:sldChg chg="addSp modSp">
        <pc:chgData name="Kanduru, Raghava" userId="cf8c09de-c40c-47a2-971b-c612c06e0906" providerId="ADAL" clId="{26AFC52D-BF93-4271-A7A4-3AF00AA0CD30}" dt="2024-05-16T07:11:44.580" v="160"/>
        <pc:sldMkLst>
          <pc:docMk/>
          <pc:sldMk cId="2042885715" sldId="2147474192"/>
        </pc:sldMkLst>
      </pc:sldChg>
      <pc:sldChg chg="addSp modSp add mod">
        <pc:chgData name="Kanduru, Raghava" userId="cf8c09de-c40c-47a2-971b-c612c06e0906" providerId="ADAL" clId="{26AFC52D-BF93-4271-A7A4-3AF00AA0CD30}" dt="2024-05-16T07:11:46.315" v="161"/>
        <pc:sldMkLst>
          <pc:docMk/>
          <pc:sldMk cId="3450465591" sldId="2147474193"/>
        </pc:sldMkLst>
      </pc:sldChg>
      <pc:sldChg chg="addSp delSp modSp mod">
        <pc:chgData name="Kanduru, Raghava" userId="cf8c09de-c40c-47a2-971b-c612c06e0906" providerId="ADAL" clId="{26AFC52D-BF93-4271-A7A4-3AF00AA0CD30}" dt="2024-05-24T09:26:37.928" v="1096" actId="6549"/>
        <pc:sldMkLst>
          <pc:docMk/>
          <pc:sldMk cId="4112435908" sldId="2147475721"/>
        </pc:sldMkLst>
      </pc:sldChg>
      <pc:sldChg chg="addSp delSp modSp add mod">
        <pc:chgData name="Kanduru, Raghava" userId="cf8c09de-c40c-47a2-971b-c612c06e0906" providerId="ADAL" clId="{26AFC52D-BF93-4271-A7A4-3AF00AA0CD30}" dt="2024-05-28T10:37:58.298" v="1204" actId="1076"/>
        <pc:sldMkLst>
          <pc:docMk/>
          <pc:sldMk cId="415626969" sldId="2147475792"/>
        </pc:sldMkLst>
      </pc:sldChg>
      <pc:sldChg chg="add del mod modShow">
        <pc:chgData name="Kanduru, Raghava" userId="cf8c09de-c40c-47a2-971b-c612c06e0906" providerId="ADAL" clId="{26AFC52D-BF93-4271-A7A4-3AF00AA0CD30}" dt="2024-05-23T09:46:16.919" v="849" actId="47"/>
        <pc:sldMkLst>
          <pc:docMk/>
          <pc:sldMk cId="2834992667" sldId="2147475793"/>
        </pc:sldMkLst>
      </pc:sldChg>
      <pc:sldMasterChg chg="delSldLayout">
        <pc:chgData name="Kanduru, Raghava" userId="cf8c09de-c40c-47a2-971b-c612c06e0906" providerId="ADAL" clId="{26AFC52D-BF93-4271-A7A4-3AF00AA0CD30}" dt="2024-05-23T09:46:16.919" v="849" actId="47"/>
        <pc:sldMasterMkLst>
          <pc:docMk/>
          <pc:sldMasterMk cId="3148905397" sldId="2147483899"/>
        </pc:sldMasterMkLst>
        <pc:sldLayoutChg chg="del">
          <pc:chgData name="Kanduru, Raghava" userId="cf8c09de-c40c-47a2-971b-c612c06e0906" providerId="ADAL" clId="{26AFC52D-BF93-4271-A7A4-3AF00AA0CD30}" dt="2024-05-23T09:46:16.919" v="849" actId="47"/>
          <pc:sldLayoutMkLst>
            <pc:docMk/>
            <pc:sldMasterMk cId="3148905397" sldId="2147483899"/>
            <pc:sldLayoutMk cId="845861458" sldId="2147484214"/>
          </pc:sldLayoutMkLst>
        </pc:sldLayoutChg>
      </pc:sldMasterChg>
    </pc:docChg>
  </pc:docChgLst>
  <pc:docChgLst>
    <pc:chgData name="Sivaramakrishnan, Narayanan" userId="341b1ffd-5577-42b1-9704-45069781f0b3" providerId="ADAL" clId="{4119E6DF-4461-490F-8993-9E5D3CAD123A}"/>
    <pc:docChg chg="custSel modSld">
      <pc:chgData name="Sivaramakrishnan, Narayanan" userId="341b1ffd-5577-42b1-9704-45069781f0b3" providerId="ADAL" clId="{4119E6DF-4461-490F-8993-9E5D3CAD123A}" dt="2024-06-12T07:35:24.085" v="69"/>
      <pc:docMkLst>
        <pc:docMk/>
      </pc:docMkLst>
      <pc:sldChg chg="modSp mod">
        <pc:chgData name="Sivaramakrishnan, Narayanan" userId="341b1ffd-5577-42b1-9704-45069781f0b3" providerId="ADAL" clId="{4119E6DF-4461-490F-8993-9E5D3CAD123A}" dt="2024-06-11T20:47:59.397" v="68" actId="27636"/>
        <pc:sldMkLst>
          <pc:docMk/>
          <pc:sldMk cId="4240461515" sldId="2076137833"/>
        </pc:sldMkLst>
      </pc:sldChg>
      <pc:sldChg chg="modSp">
        <pc:chgData name="Sivaramakrishnan, Narayanan" userId="341b1ffd-5577-42b1-9704-45069781f0b3" providerId="ADAL" clId="{4119E6DF-4461-490F-8993-9E5D3CAD123A}" dt="2024-06-12T07:35:24.085" v="69"/>
        <pc:sldMkLst>
          <pc:docMk/>
          <pc:sldMk cId="3571720637" sldId="2147474170"/>
        </pc:sldMkLst>
      </pc:sldChg>
    </pc:docChg>
  </pc:docChgLst>
  <pc:docChgLst>
    <pc:chgData name="Kavanagh, Sarah" userId="48611c9d-48bb-44eb-bdf4-1905d85d7307" providerId="ADAL" clId="{3F8D66F7-9DC7-41A8-85C9-4999AA186E98}"/>
    <pc:docChg chg="undo custSel modSld">
      <pc:chgData name="Kavanagh, Sarah" userId="48611c9d-48bb-44eb-bdf4-1905d85d7307" providerId="ADAL" clId="{3F8D66F7-9DC7-41A8-85C9-4999AA186E98}" dt="2025-01-28T12:33:33.424" v="822" actId="20577"/>
      <pc:docMkLst>
        <pc:docMk/>
      </pc:docMkLst>
      <pc:sldChg chg="modSp mod">
        <pc:chgData name="Kavanagh, Sarah" userId="48611c9d-48bb-44eb-bdf4-1905d85d7307" providerId="ADAL" clId="{3F8D66F7-9DC7-41A8-85C9-4999AA186E98}" dt="2025-01-27T16:49:58.614" v="819" actId="20577"/>
        <pc:sldMkLst>
          <pc:docMk/>
          <pc:sldMk cId="1817871902" sldId="961"/>
        </pc:sldMkLst>
        <pc:spChg chg="mod">
          <ac:chgData name="Kavanagh, Sarah" userId="48611c9d-48bb-44eb-bdf4-1905d85d7307" providerId="ADAL" clId="{3F8D66F7-9DC7-41A8-85C9-4999AA186E98}" dt="2025-01-27T16:05:49.220" v="486" actId="20577"/>
          <ac:spMkLst>
            <pc:docMk/>
            <pc:sldMk cId="1817871902" sldId="961"/>
            <ac:spMk id="8" creationId="{E79EF90A-20B5-094A-598F-4C68C58F203A}"/>
          </ac:spMkLst>
        </pc:spChg>
        <pc:spChg chg="mod">
          <ac:chgData name="Kavanagh, Sarah" userId="48611c9d-48bb-44eb-bdf4-1905d85d7307" providerId="ADAL" clId="{3F8D66F7-9DC7-41A8-85C9-4999AA186E98}" dt="2025-01-27T16:49:58.614" v="819" actId="20577"/>
          <ac:spMkLst>
            <pc:docMk/>
            <pc:sldMk cId="1817871902" sldId="961"/>
            <ac:spMk id="11" creationId="{6F59E1F5-1877-1FF8-4388-100811A0A815}"/>
          </ac:spMkLst>
        </pc:spChg>
        <pc:spChg chg="mod">
          <ac:chgData name="Kavanagh, Sarah" userId="48611c9d-48bb-44eb-bdf4-1905d85d7307" providerId="ADAL" clId="{3F8D66F7-9DC7-41A8-85C9-4999AA186E98}" dt="2025-01-27T16:06:36.449" v="511" actId="20577"/>
          <ac:spMkLst>
            <pc:docMk/>
            <pc:sldMk cId="1817871902" sldId="961"/>
            <ac:spMk id="12" creationId="{A6FFFD6F-6A66-3586-58F8-A0DC065A0B8C}"/>
          </ac:spMkLst>
        </pc:spChg>
      </pc:sldChg>
      <pc:sldChg chg="modSp mod">
        <pc:chgData name="Kavanagh, Sarah" userId="48611c9d-48bb-44eb-bdf4-1905d85d7307" providerId="ADAL" clId="{3F8D66F7-9DC7-41A8-85C9-4999AA186E98}" dt="2025-01-28T12:33:33.424" v="822" actId="20577"/>
        <pc:sldMkLst>
          <pc:docMk/>
          <pc:sldMk cId="2858016958" sldId="2147474099"/>
        </pc:sldMkLst>
        <pc:spChg chg="mod">
          <ac:chgData name="Kavanagh, Sarah" userId="48611c9d-48bb-44eb-bdf4-1905d85d7307" providerId="ADAL" clId="{3F8D66F7-9DC7-41A8-85C9-4999AA186E98}" dt="2025-01-27T16:01:12.722" v="117" actId="20577"/>
          <ac:spMkLst>
            <pc:docMk/>
            <pc:sldMk cId="2858016958" sldId="2147474099"/>
            <ac:spMk id="8" creationId="{30F02743-B6CC-FE22-EDA6-04DFD0946770}"/>
          </ac:spMkLst>
        </pc:spChg>
        <pc:graphicFrameChg chg="mod modGraphic">
          <ac:chgData name="Kavanagh, Sarah" userId="48611c9d-48bb-44eb-bdf4-1905d85d7307" providerId="ADAL" clId="{3F8D66F7-9DC7-41A8-85C9-4999AA186E98}" dt="2025-01-28T12:33:33.424" v="822" actId="20577"/>
          <ac:graphicFrameMkLst>
            <pc:docMk/>
            <pc:sldMk cId="2858016958" sldId="2147474099"/>
            <ac:graphicFrameMk id="2" creationId="{8EA68C20-393B-0455-10D9-B1CA5B791C7C}"/>
          </ac:graphicFrameMkLst>
        </pc:graphicFrameChg>
      </pc:sldChg>
    </pc:docChg>
  </pc:docChgLst>
  <pc:docChgLst>
    <pc:chgData name="Gudla, Natraj" userId="1b097815-ad51-435d-a557-eb69be7a0b69" providerId="ADAL" clId="{283283F4-033F-4442-A5D9-8DA66D387EF6}"/>
    <pc:docChg chg="undo redo custSel addSld delSld modSld sldOrd modMainMaster">
      <pc:chgData name="Gudla, Natraj" userId="1b097815-ad51-435d-a557-eb69be7a0b69" providerId="ADAL" clId="{283283F4-033F-4442-A5D9-8DA66D387EF6}" dt="2024-06-09T04:33:06.466" v="6415" actId="20577"/>
      <pc:docMkLst>
        <pc:docMk/>
      </pc:docMkLst>
      <pc:sldChg chg="modSp mod">
        <pc:chgData name="Gudla, Natraj" userId="1b097815-ad51-435d-a557-eb69be7a0b69" providerId="ADAL" clId="{283283F4-033F-4442-A5D9-8DA66D387EF6}" dt="2024-06-09T03:38:02.103" v="4816" actId="14100"/>
        <pc:sldMkLst>
          <pc:docMk/>
          <pc:sldMk cId="1817871902" sldId="961"/>
        </pc:sldMkLst>
      </pc:sldChg>
      <pc:sldChg chg="delSp modSp mod">
        <pc:chgData name="Gudla, Natraj" userId="1b097815-ad51-435d-a557-eb69be7a0b69" providerId="ADAL" clId="{283283F4-033F-4442-A5D9-8DA66D387EF6}" dt="2024-06-05T04:00:13.951" v="1523" actId="478"/>
        <pc:sldMkLst>
          <pc:docMk/>
          <pc:sldMk cId="1236684026" sldId="2076137828"/>
        </pc:sldMkLst>
      </pc:sldChg>
      <pc:sldChg chg="delSp modSp mod">
        <pc:chgData name="Gudla, Natraj" userId="1b097815-ad51-435d-a557-eb69be7a0b69" providerId="ADAL" clId="{283283F4-033F-4442-A5D9-8DA66D387EF6}" dt="2024-06-05T04:00:29.630" v="1525" actId="6549"/>
        <pc:sldMkLst>
          <pc:docMk/>
          <pc:sldMk cId="1580444266" sldId="2076137829"/>
        </pc:sldMkLst>
      </pc:sldChg>
      <pc:sldChg chg="modSp mod">
        <pc:chgData name="Gudla, Natraj" userId="1b097815-ad51-435d-a557-eb69be7a0b69" providerId="ADAL" clId="{283283F4-033F-4442-A5D9-8DA66D387EF6}" dt="2024-06-06T04:30:10.472" v="1879" actId="6549"/>
        <pc:sldMkLst>
          <pc:docMk/>
          <pc:sldMk cId="2815566877" sldId="2076137832"/>
        </pc:sldMkLst>
      </pc:sldChg>
      <pc:sldChg chg="modSp mod">
        <pc:chgData name="Gudla, Natraj" userId="1b097815-ad51-435d-a557-eb69be7a0b69" providerId="ADAL" clId="{283283F4-033F-4442-A5D9-8DA66D387EF6}" dt="2024-06-02T03:57:31.960" v="237" actId="27636"/>
        <pc:sldMkLst>
          <pc:docMk/>
          <pc:sldMk cId="4240461515" sldId="2076137833"/>
        </pc:sldMkLst>
      </pc:sldChg>
      <pc:sldChg chg="del">
        <pc:chgData name="Gudla, Natraj" userId="1b097815-ad51-435d-a557-eb69be7a0b69" providerId="ADAL" clId="{283283F4-033F-4442-A5D9-8DA66D387EF6}" dt="2024-06-06T04:29:54.732" v="1878" actId="47"/>
        <pc:sldMkLst>
          <pc:docMk/>
          <pc:sldMk cId="716975616" sldId="2076137880"/>
        </pc:sldMkLst>
      </pc:sldChg>
      <pc:sldChg chg="add del">
        <pc:chgData name="Gudla, Natraj" userId="1b097815-ad51-435d-a557-eb69be7a0b69" providerId="ADAL" clId="{283283F4-033F-4442-A5D9-8DA66D387EF6}" dt="2024-06-09T04:15:02.461" v="5498" actId="2696"/>
        <pc:sldMkLst>
          <pc:docMk/>
          <pc:sldMk cId="2361152025" sldId="2141412298"/>
        </pc:sldMkLst>
      </pc:sldChg>
      <pc:sldChg chg="delCm">
        <pc:chgData name="Gudla, Natraj" userId="1b097815-ad51-435d-a557-eb69be7a0b69" providerId="ADAL" clId="{283283F4-033F-4442-A5D9-8DA66D387EF6}" dt="2024-06-09T04:13:39.753" v="5494"/>
        <pc:sldMkLst>
          <pc:docMk/>
          <pc:sldMk cId="1531364721" sldId="2141412306"/>
        </pc:sldMkLst>
        <pc:extLst>
          <p:ext xmlns:p="http://schemas.openxmlformats.org/presentationml/2006/main" uri="{D6D511B9-2390-475A-947B-AFAB55BFBCF1}">
            <pc226:cmChg xmlns:pc226="http://schemas.microsoft.com/office/powerpoint/2022/06/main/command" chg="del">
              <pc226:chgData name="Gudla, Natraj" userId="1b097815-ad51-435d-a557-eb69be7a0b69" providerId="ADAL" clId="{283283F4-033F-4442-A5D9-8DA66D387EF6}" dt="2024-06-09T04:13:39.753" v="5494"/>
              <pc2:cmMkLst xmlns:pc2="http://schemas.microsoft.com/office/powerpoint/2019/9/main/command">
                <pc:docMk/>
                <pc:sldMk cId="1531364721" sldId="2141412306"/>
                <pc2:cmMk id="{8504ED33-874D-47B0-AADD-2E65ADAF0BC8}"/>
              </pc2:cmMkLst>
            </pc226:cmChg>
          </p:ext>
        </pc:extLst>
      </pc:sldChg>
      <pc:sldChg chg="modSp mod">
        <pc:chgData name="Gudla, Natraj" userId="1b097815-ad51-435d-a557-eb69be7a0b69" providerId="ADAL" clId="{283283F4-033F-4442-A5D9-8DA66D387EF6}" dt="2024-06-06T05:34:16.043" v="1918" actId="20577"/>
        <pc:sldMkLst>
          <pc:docMk/>
          <pc:sldMk cId="2377744435" sldId="2141412313"/>
        </pc:sldMkLst>
      </pc:sldChg>
      <pc:sldChg chg="modSp del mod">
        <pc:chgData name="Gudla, Natraj" userId="1b097815-ad51-435d-a557-eb69be7a0b69" providerId="ADAL" clId="{283283F4-033F-4442-A5D9-8DA66D387EF6}" dt="2024-06-09T03:57:48.110" v="5432" actId="47"/>
        <pc:sldMkLst>
          <pc:docMk/>
          <pc:sldMk cId="3414426561" sldId="2141412321"/>
        </pc:sldMkLst>
      </pc:sldChg>
      <pc:sldChg chg="modSp del mod">
        <pc:chgData name="Gudla, Natraj" userId="1b097815-ad51-435d-a557-eb69be7a0b69" providerId="ADAL" clId="{283283F4-033F-4442-A5D9-8DA66D387EF6}" dt="2024-06-09T03:58:25.958" v="5438" actId="47"/>
        <pc:sldMkLst>
          <pc:docMk/>
          <pc:sldMk cId="1881052012" sldId="2141412324"/>
        </pc:sldMkLst>
      </pc:sldChg>
      <pc:sldChg chg="delSp modSp mod">
        <pc:chgData name="Gudla, Natraj" userId="1b097815-ad51-435d-a557-eb69be7a0b69" providerId="ADAL" clId="{283283F4-033F-4442-A5D9-8DA66D387EF6}" dt="2024-06-09T03:50:32.456" v="5396" actId="20577"/>
        <pc:sldMkLst>
          <pc:docMk/>
          <pc:sldMk cId="2075032058" sldId="2141412334"/>
        </pc:sldMkLst>
      </pc:sldChg>
      <pc:sldChg chg="ord">
        <pc:chgData name="Gudla, Natraj" userId="1b097815-ad51-435d-a557-eb69be7a0b69" providerId="ADAL" clId="{283283F4-033F-4442-A5D9-8DA66D387EF6}" dt="2024-06-06T04:30:48.017" v="1883"/>
        <pc:sldMkLst>
          <pc:docMk/>
          <pc:sldMk cId="903015477" sldId="2145706627"/>
        </pc:sldMkLst>
      </pc:sldChg>
      <pc:sldChg chg="addSp delSp modSp mod">
        <pc:chgData name="Gudla, Natraj" userId="1b097815-ad51-435d-a557-eb69be7a0b69" providerId="ADAL" clId="{283283F4-033F-4442-A5D9-8DA66D387EF6}" dt="2024-06-09T04:33:06.466" v="6415" actId="20577"/>
        <pc:sldMkLst>
          <pc:docMk/>
          <pc:sldMk cId="336240612" sldId="2147474119"/>
        </pc:sldMkLst>
      </pc:sldChg>
      <pc:sldChg chg="modSp mod">
        <pc:chgData name="Gudla, Natraj" userId="1b097815-ad51-435d-a557-eb69be7a0b69" providerId="ADAL" clId="{283283F4-033F-4442-A5D9-8DA66D387EF6}" dt="2024-06-03T06:55:15.280" v="1333" actId="20577"/>
        <pc:sldMkLst>
          <pc:docMk/>
          <pc:sldMk cId="1411463970" sldId="2147474152"/>
        </pc:sldMkLst>
      </pc:sldChg>
      <pc:sldChg chg="modSp mod">
        <pc:chgData name="Gudla, Natraj" userId="1b097815-ad51-435d-a557-eb69be7a0b69" providerId="ADAL" clId="{283283F4-033F-4442-A5D9-8DA66D387EF6}" dt="2024-06-03T06:58:53.215" v="1521" actId="20577"/>
        <pc:sldMkLst>
          <pc:docMk/>
          <pc:sldMk cId="2001861423" sldId="2147474153"/>
        </pc:sldMkLst>
      </pc:sldChg>
      <pc:sldChg chg="modSp mod">
        <pc:chgData name="Gudla, Natraj" userId="1b097815-ad51-435d-a557-eb69be7a0b69" providerId="ADAL" clId="{283283F4-033F-4442-A5D9-8DA66D387EF6}" dt="2024-06-09T03:52:47.870" v="5404" actId="1076"/>
        <pc:sldMkLst>
          <pc:docMk/>
          <pc:sldMk cId="3447131155" sldId="2147474155"/>
        </pc:sldMkLst>
      </pc:sldChg>
      <pc:sldChg chg="modSp mod">
        <pc:chgData name="Gudla, Natraj" userId="1b097815-ad51-435d-a557-eb69be7a0b69" providerId="ADAL" clId="{283283F4-033F-4442-A5D9-8DA66D387EF6}" dt="2024-06-06T03:35:45.923" v="1854" actId="20577"/>
        <pc:sldMkLst>
          <pc:docMk/>
          <pc:sldMk cId="1414742847" sldId="2147474160"/>
        </pc:sldMkLst>
      </pc:sldChg>
      <pc:sldChg chg="modSp mod">
        <pc:chgData name="Gudla, Natraj" userId="1b097815-ad51-435d-a557-eb69be7a0b69" providerId="ADAL" clId="{283283F4-033F-4442-A5D9-8DA66D387EF6}" dt="2024-06-02T02:15:13.401" v="23" actId="20577"/>
        <pc:sldMkLst>
          <pc:docMk/>
          <pc:sldMk cId="3760393550" sldId="2147474165"/>
        </pc:sldMkLst>
      </pc:sldChg>
      <pc:sldChg chg="delSp modSp mod">
        <pc:chgData name="Gudla, Natraj" userId="1b097815-ad51-435d-a557-eb69be7a0b69" providerId="ADAL" clId="{283283F4-033F-4442-A5D9-8DA66D387EF6}" dt="2024-06-06T03:50:29.635" v="1863" actId="14100"/>
        <pc:sldMkLst>
          <pc:docMk/>
          <pc:sldMk cId="3571720637" sldId="2147474170"/>
        </pc:sldMkLst>
      </pc:sldChg>
      <pc:sldChg chg="ord">
        <pc:chgData name="Gudla, Natraj" userId="1b097815-ad51-435d-a557-eb69be7a0b69" providerId="ADAL" clId="{283283F4-033F-4442-A5D9-8DA66D387EF6}" dt="2024-06-06T04:30:41.440" v="1881"/>
        <pc:sldMkLst>
          <pc:docMk/>
          <pc:sldMk cId="1322890075" sldId="2147474179"/>
        </pc:sldMkLst>
      </pc:sldChg>
      <pc:sldChg chg="addSp modSp mod">
        <pc:chgData name="Gudla, Natraj" userId="1b097815-ad51-435d-a557-eb69be7a0b69" providerId="ADAL" clId="{283283F4-033F-4442-A5D9-8DA66D387EF6}" dt="2024-06-02T04:11:24.950" v="655" actId="6549"/>
        <pc:sldMkLst>
          <pc:docMk/>
          <pc:sldMk cId="1600209829" sldId="2147474180"/>
        </pc:sldMkLst>
      </pc:sldChg>
      <pc:sldChg chg="modSp mod">
        <pc:chgData name="Gudla, Natraj" userId="1b097815-ad51-435d-a557-eb69be7a0b69" providerId="ADAL" clId="{283283F4-033F-4442-A5D9-8DA66D387EF6}" dt="2024-06-06T12:08:46.353" v="4402" actId="404"/>
        <pc:sldMkLst>
          <pc:docMk/>
          <pc:sldMk cId="3314845531" sldId="2147474195"/>
        </pc:sldMkLst>
      </pc:sldChg>
      <pc:sldChg chg="modSp mod">
        <pc:chgData name="Gudla, Natraj" userId="1b097815-ad51-435d-a557-eb69be7a0b69" providerId="ADAL" clId="{283283F4-033F-4442-A5D9-8DA66D387EF6}" dt="2024-06-09T03:35:47.949" v="4708" actId="20577"/>
        <pc:sldMkLst>
          <pc:docMk/>
          <pc:sldMk cId="4112435908" sldId="2147475721"/>
        </pc:sldMkLst>
      </pc:sldChg>
      <pc:sldChg chg="addSp delSp modSp mod">
        <pc:chgData name="Gudla, Natraj" userId="1b097815-ad51-435d-a557-eb69be7a0b69" providerId="ADAL" clId="{283283F4-033F-4442-A5D9-8DA66D387EF6}" dt="2024-06-09T03:49:08.142" v="5393" actId="404"/>
        <pc:sldMkLst>
          <pc:docMk/>
          <pc:sldMk cId="752373959" sldId="2147475731"/>
        </pc:sldMkLst>
      </pc:sldChg>
      <pc:sldChg chg="addSp delSp modSp add del mod modClrScheme chgLayout">
        <pc:chgData name="Gudla, Natraj" userId="1b097815-ad51-435d-a557-eb69be7a0b69" providerId="ADAL" clId="{283283F4-033F-4442-A5D9-8DA66D387EF6}" dt="2024-06-09T04:15:24.121" v="5502" actId="700"/>
        <pc:sldMkLst>
          <pc:docMk/>
          <pc:sldMk cId="3460164977" sldId="2147475789"/>
        </pc:sldMkLst>
      </pc:sldChg>
      <pc:sldChg chg="modSp mod">
        <pc:chgData name="Gudla, Natraj" userId="1b097815-ad51-435d-a557-eb69be7a0b69" providerId="ADAL" clId="{283283F4-033F-4442-A5D9-8DA66D387EF6}" dt="2024-06-02T05:17:33.522" v="1130" actId="1076"/>
        <pc:sldMkLst>
          <pc:docMk/>
          <pc:sldMk cId="3191873016" sldId="2147475791"/>
        </pc:sldMkLst>
      </pc:sldChg>
      <pc:sldChg chg="del">
        <pc:chgData name="Gudla, Natraj" userId="1b097815-ad51-435d-a557-eb69be7a0b69" providerId="ADAL" clId="{283283F4-033F-4442-A5D9-8DA66D387EF6}" dt="2024-06-09T04:07:20.657" v="5487" actId="47"/>
        <pc:sldMkLst>
          <pc:docMk/>
          <pc:sldMk cId="982538659" sldId="2147475797"/>
        </pc:sldMkLst>
      </pc:sldChg>
      <pc:sldChg chg="del">
        <pc:chgData name="Gudla, Natraj" userId="1b097815-ad51-435d-a557-eb69be7a0b69" providerId="ADAL" clId="{283283F4-033F-4442-A5D9-8DA66D387EF6}" dt="2024-06-09T04:07:26.808" v="5489" actId="47"/>
        <pc:sldMkLst>
          <pc:docMk/>
          <pc:sldMk cId="1639103724" sldId="2147475798"/>
        </pc:sldMkLst>
      </pc:sldChg>
      <pc:sldChg chg="del">
        <pc:chgData name="Gudla, Natraj" userId="1b097815-ad51-435d-a557-eb69be7a0b69" providerId="ADAL" clId="{283283F4-033F-4442-A5D9-8DA66D387EF6}" dt="2024-06-09T04:07:25.825" v="5488" actId="47"/>
        <pc:sldMkLst>
          <pc:docMk/>
          <pc:sldMk cId="1723140974" sldId="2147475799"/>
        </pc:sldMkLst>
      </pc:sldChg>
      <pc:sldChg chg="modSp mod ord">
        <pc:chgData name="Gudla, Natraj" userId="1b097815-ad51-435d-a557-eb69be7a0b69" providerId="ADAL" clId="{283283F4-033F-4442-A5D9-8DA66D387EF6}" dt="2024-06-09T04:08:26.050" v="5493"/>
        <pc:sldMkLst>
          <pc:docMk/>
          <pc:sldMk cId="2957828277" sldId="2147475800"/>
        </pc:sldMkLst>
      </pc:sldChg>
      <pc:sldChg chg="delSp modSp new mod">
        <pc:chgData name="Gudla, Natraj" userId="1b097815-ad51-435d-a557-eb69be7a0b69" providerId="ADAL" clId="{283283F4-033F-4442-A5D9-8DA66D387EF6}" dt="2024-06-06T04:29:21.242" v="1877" actId="403"/>
        <pc:sldMkLst>
          <pc:docMk/>
          <pc:sldMk cId="110292139" sldId="2147475801"/>
        </pc:sldMkLst>
      </pc:sldChg>
      <pc:sldChg chg="modSp mod ord">
        <pc:chgData name="Gudla, Natraj" userId="1b097815-ad51-435d-a557-eb69be7a0b69" providerId="ADAL" clId="{283283F4-033F-4442-A5D9-8DA66D387EF6}" dt="2024-06-09T04:08:20.136" v="5491"/>
        <pc:sldMkLst>
          <pc:docMk/>
          <pc:sldMk cId="2720965184" sldId="2147475802"/>
        </pc:sldMkLst>
      </pc:sldChg>
      <pc:sldChg chg="addSp modSp new mod">
        <pc:chgData name="Gudla, Natraj" userId="1b097815-ad51-435d-a557-eb69be7a0b69" providerId="ADAL" clId="{283283F4-033F-4442-A5D9-8DA66D387EF6}" dt="2024-06-09T03:59:24.467" v="5486" actId="1035"/>
        <pc:sldMkLst>
          <pc:docMk/>
          <pc:sldMk cId="35362297" sldId="2147475803"/>
        </pc:sldMkLst>
      </pc:sldChg>
      <pc:sldChg chg="addSp delSp modSp add mod">
        <pc:chgData name="Gudla, Natraj" userId="1b097815-ad51-435d-a557-eb69be7a0b69" providerId="ADAL" clId="{283283F4-033F-4442-A5D9-8DA66D387EF6}" dt="2024-06-09T03:59:05.014" v="5475" actId="1036"/>
        <pc:sldMkLst>
          <pc:docMk/>
          <pc:sldMk cId="1422036111" sldId="2147475804"/>
        </pc:sldMkLst>
      </pc:sldChg>
      <pc:sldMasterChg chg="modSp mod">
        <pc:chgData name="Gudla, Natraj" userId="1b097815-ad51-435d-a557-eb69be7a0b69" providerId="ADAL" clId="{283283F4-033F-4442-A5D9-8DA66D387EF6}" dt="2024-06-09T04:23:08.202" v="5613" actId="20577"/>
        <pc:sldMasterMkLst>
          <pc:docMk/>
          <pc:sldMasterMk cId="3148905397" sldId="2147483899"/>
        </pc:sldMasterMkLst>
      </pc:sldMasterChg>
      <pc:sldMasterChg chg="addSp modSp mod">
        <pc:chgData name="Gudla, Natraj" userId="1b097815-ad51-435d-a557-eb69be7a0b69" providerId="ADAL" clId="{283283F4-033F-4442-A5D9-8DA66D387EF6}" dt="2024-06-09T04:23:21.344" v="5614"/>
        <pc:sldMasterMkLst>
          <pc:docMk/>
          <pc:sldMasterMk cId="3148905397" sldId="2147483980"/>
        </pc:sldMasterMkLst>
      </pc:sldMasterChg>
      <pc:sldMasterChg chg="addSp modSp mod">
        <pc:chgData name="Gudla, Natraj" userId="1b097815-ad51-435d-a557-eb69be7a0b69" providerId="ADAL" clId="{283283F4-033F-4442-A5D9-8DA66D387EF6}" dt="2024-06-09T04:23:34.715" v="5615"/>
        <pc:sldMasterMkLst>
          <pc:docMk/>
          <pc:sldMasterMk cId="3148905397" sldId="2147484005"/>
        </pc:sldMasterMkLst>
      </pc:sldMasterChg>
      <pc:sldMasterChg chg="addSp modSp mod">
        <pc:chgData name="Gudla, Natraj" userId="1b097815-ad51-435d-a557-eb69be7a0b69" providerId="ADAL" clId="{283283F4-033F-4442-A5D9-8DA66D387EF6}" dt="2024-06-09T04:23:44.236" v="5616"/>
        <pc:sldMasterMkLst>
          <pc:docMk/>
          <pc:sldMasterMk cId="260528291" sldId="2147484030"/>
        </pc:sldMasterMkLst>
      </pc:sldMasterChg>
      <pc:sldMasterChg chg="addSp modSp mod">
        <pc:chgData name="Gudla, Natraj" userId="1b097815-ad51-435d-a557-eb69be7a0b69" providerId="ADAL" clId="{283283F4-033F-4442-A5D9-8DA66D387EF6}" dt="2024-06-09T04:23:54.424" v="5617"/>
        <pc:sldMasterMkLst>
          <pc:docMk/>
          <pc:sldMasterMk cId="3038761969" sldId="2147484068"/>
        </pc:sldMasterMkLst>
      </pc:sldMasterChg>
      <pc:sldMasterChg chg="delSldLayout">
        <pc:chgData name="Gudla, Natraj" userId="1b097815-ad51-435d-a557-eb69be7a0b69" providerId="ADAL" clId="{283283F4-033F-4442-A5D9-8DA66D387EF6}" dt="2024-06-09T04:16:24.972" v="5556" actId="2696"/>
        <pc:sldMasterMkLst>
          <pc:docMk/>
          <pc:sldMasterMk cId="3224598341" sldId="2147484098"/>
        </pc:sldMasterMkLst>
        <pc:sldLayoutChg chg="del">
          <pc:chgData name="Gudla, Natraj" userId="1b097815-ad51-435d-a557-eb69be7a0b69" providerId="ADAL" clId="{283283F4-033F-4442-A5D9-8DA66D387EF6}" dt="2024-06-09T04:16:24.732" v="5518" actId="2696"/>
          <pc:sldLayoutMkLst>
            <pc:docMk/>
            <pc:sldMasterMk cId="3224598341" sldId="2147484098"/>
            <pc:sldLayoutMk cId="3109190606" sldId="2147484101"/>
          </pc:sldLayoutMkLst>
        </pc:sldLayoutChg>
        <pc:sldLayoutChg chg="del">
          <pc:chgData name="Gudla, Natraj" userId="1b097815-ad51-435d-a557-eb69be7a0b69" providerId="ADAL" clId="{283283F4-033F-4442-A5D9-8DA66D387EF6}" dt="2024-06-09T04:16:24.743" v="5519" actId="2696"/>
          <pc:sldLayoutMkLst>
            <pc:docMk/>
            <pc:sldMasterMk cId="3224598341" sldId="2147484098"/>
            <pc:sldLayoutMk cId="3887050960" sldId="2147484102"/>
          </pc:sldLayoutMkLst>
        </pc:sldLayoutChg>
        <pc:sldLayoutChg chg="del">
          <pc:chgData name="Gudla, Natraj" userId="1b097815-ad51-435d-a557-eb69be7a0b69" providerId="ADAL" clId="{283283F4-033F-4442-A5D9-8DA66D387EF6}" dt="2024-06-09T04:16:24.749" v="5520" actId="2696"/>
          <pc:sldLayoutMkLst>
            <pc:docMk/>
            <pc:sldMasterMk cId="3224598341" sldId="2147484098"/>
            <pc:sldLayoutMk cId="1958872992" sldId="2147484103"/>
          </pc:sldLayoutMkLst>
        </pc:sldLayoutChg>
        <pc:sldLayoutChg chg="del">
          <pc:chgData name="Gudla, Natraj" userId="1b097815-ad51-435d-a557-eb69be7a0b69" providerId="ADAL" clId="{283283F4-033F-4442-A5D9-8DA66D387EF6}" dt="2024-06-09T04:16:24.753" v="5521" actId="2696"/>
          <pc:sldLayoutMkLst>
            <pc:docMk/>
            <pc:sldMasterMk cId="3224598341" sldId="2147484098"/>
            <pc:sldLayoutMk cId="508287123" sldId="2147484104"/>
          </pc:sldLayoutMkLst>
        </pc:sldLayoutChg>
        <pc:sldLayoutChg chg="del">
          <pc:chgData name="Gudla, Natraj" userId="1b097815-ad51-435d-a557-eb69be7a0b69" providerId="ADAL" clId="{283283F4-033F-4442-A5D9-8DA66D387EF6}" dt="2024-06-09T04:16:24.760" v="5522" actId="2696"/>
          <pc:sldLayoutMkLst>
            <pc:docMk/>
            <pc:sldMasterMk cId="3224598341" sldId="2147484098"/>
            <pc:sldLayoutMk cId="2261071814" sldId="2147484105"/>
          </pc:sldLayoutMkLst>
        </pc:sldLayoutChg>
        <pc:sldLayoutChg chg="del">
          <pc:chgData name="Gudla, Natraj" userId="1b097815-ad51-435d-a557-eb69be7a0b69" providerId="ADAL" clId="{283283F4-033F-4442-A5D9-8DA66D387EF6}" dt="2024-06-09T04:16:24.768" v="5523" actId="2696"/>
          <pc:sldLayoutMkLst>
            <pc:docMk/>
            <pc:sldMasterMk cId="3224598341" sldId="2147484098"/>
            <pc:sldLayoutMk cId="712339287" sldId="2147484106"/>
          </pc:sldLayoutMkLst>
        </pc:sldLayoutChg>
        <pc:sldLayoutChg chg="del">
          <pc:chgData name="Gudla, Natraj" userId="1b097815-ad51-435d-a557-eb69be7a0b69" providerId="ADAL" clId="{283283F4-033F-4442-A5D9-8DA66D387EF6}" dt="2024-06-09T04:16:24.773" v="5524" actId="2696"/>
          <pc:sldLayoutMkLst>
            <pc:docMk/>
            <pc:sldMasterMk cId="3224598341" sldId="2147484098"/>
            <pc:sldLayoutMk cId="3613652909" sldId="2147484107"/>
          </pc:sldLayoutMkLst>
        </pc:sldLayoutChg>
        <pc:sldLayoutChg chg="del">
          <pc:chgData name="Gudla, Natraj" userId="1b097815-ad51-435d-a557-eb69be7a0b69" providerId="ADAL" clId="{283283F4-033F-4442-A5D9-8DA66D387EF6}" dt="2024-06-09T04:16:24.779" v="5525" actId="2696"/>
          <pc:sldLayoutMkLst>
            <pc:docMk/>
            <pc:sldMasterMk cId="3224598341" sldId="2147484098"/>
            <pc:sldLayoutMk cId="1222153669" sldId="2147484108"/>
          </pc:sldLayoutMkLst>
        </pc:sldLayoutChg>
        <pc:sldLayoutChg chg="del">
          <pc:chgData name="Gudla, Natraj" userId="1b097815-ad51-435d-a557-eb69be7a0b69" providerId="ADAL" clId="{283283F4-033F-4442-A5D9-8DA66D387EF6}" dt="2024-06-09T04:16:24.785" v="5526" actId="2696"/>
          <pc:sldLayoutMkLst>
            <pc:docMk/>
            <pc:sldMasterMk cId="3224598341" sldId="2147484098"/>
            <pc:sldLayoutMk cId="255101388" sldId="2147484109"/>
          </pc:sldLayoutMkLst>
        </pc:sldLayoutChg>
        <pc:sldLayoutChg chg="del">
          <pc:chgData name="Gudla, Natraj" userId="1b097815-ad51-435d-a557-eb69be7a0b69" providerId="ADAL" clId="{283283F4-033F-4442-A5D9-8DA66D387EF6}" dt="2024-06-09T04:16:24.791" v="5527" actId="2696"/>
          <pc:sldLayoutMkLst>
            <pc:docMk/>
            <pc:sldMasterMk cId="3224598341" sldId="2147484098"/>
            <pc:sldLayoutMk cId="3637886913" sldId="2147484110"/>
          </pc:sldLayoutMkLst>
        </pc:sldLayoutChg>
        <pc:sldLayoutChg chg="del">
          <pc:chgData name="Gudla, Natraj" userId="1b097815-ad51-435d-a557-eb69be7a0b69" providerId="ADAL" clId="{283283F4-033F-4442-A5D9-8DA66D387EF6}" dt="2024-06-09T04:16:24.798" v="5528" actId="2696"/>
          <pc:sldLayoutMkLst>
            <pc:docMk/>
            <pc:sldMasterMk cId="3224598341" sldId="2147484098"/>
            <pc:sldLayoutMk cId="3941732843" sldId="2147484111"/>
          </pc:sldLayoutMkLst>
        </pc:sldLayoutChg>
        <pc:sldLayoutChg chg="del">
          <pc:chgData name="Gudla, Natraj" userId="1b097815-ad51-435d-a557-eb69be7a0b69" providerId="ADAL" clId="{283283F4-033F-4442-A5D9-8DA66D387EF6}" dt="2024-06-09T04:16:24.804" v="5529" actId="2696"/>
          <pc:sldLayoutMkLst>
            <pc:docMk/>
            <pc:sldMasterMk cId="3224598341" sldId="2147484098"/>
            <pc:sldLayoutMk cId="1291872211" sldId="2147484112"/>
          </pc:sldLayoutMkLst>
        </pc:sldLayoutChg>
        <pc:sldLayoutChg chg="del">
          <pc:chgData name="Gudla, Natraj" userId="1b097815-ad51-435d-a557-eb69be7a0b69" providerId="ADAL" clId="{283283F4-033F-4442-A5D9-8DA66D387EF6}" dt="2024-06-09T04:16:24.810" v="5530" actId="2696"/>
          <pc:sldLayoutMkLst>
            <pc:docMk/>
            <pc:sldMasterMk cId="3224598341" sldId="2147484098"/>
            <pc:sldLayoutMk cId="975691231" sldId="2147484113"/>
          </pc:sldLayoutMkLst>
        </pc:sldLayoutChg>
        <pc:sldLayoutChg chg="del">
          <pc:chgData name="Gudla, Natraj" userId="1b097815-ad51-435d-a557-eb69be7a0b69" providerId="ADAL" clId="{283283F4-033F-4442-A5D9-8DA66D387EF6}" dt="2024-06-09T04:16:24.816" v="5531" actId="2696"/>
          <pc:sldLayoutMkLst>
            <pc:docMk/>
            <pc:sldMasterMk cId="3224598341" sldId="2147484098"/>
            <pc:sldLayoutMk cId="1497361672" sldId="2147484114"/>
          </pc:sldLayoutMkLst>
        </pc:sldLayoutChg>
        <pc:sldLayoutChg chg="del">
          <pc:chgData name="Gudla, Natraj" userId="1b097815-ad51-435d-a557-eb69be7a0b69" providerId="ADAL" clId="{283283F4-033F-4442-A5D9-8DA66D387EF6}" dt="2024-06-09T04:16:24.822" v="5532" actId="2696"/>
          <pc:sldLayoutMkLst>
            <pc:docMk/>
            <pc:sldMasterMk cId="3224598341" sldId="2147484098"/>
            <pc:sldLayoutMk cId="2265561827" sldId="2147484115"/>
          </pc:sldLayoutMkLst>
        </pc:sldLayoutChg>
        <pc:sldLayoutChg chg="del">
          <pc:chgData name="Gudla, Natraj" userId="1b097815-ad51-435d-a557-eb69be7a0b69" providerId="ADAL" clId="{283283F4-033F-4442-A5D9-8DA66D387EF6}" dt="2024-06-09T04:16:24.826" v="5533" actId="2696"/>
          <pc:sldLayoutMkLst>
            <pc:docMk/>
            <pc:sldMasterMk cId="3224598341" sldId="2147484098"/>
            <pc:sldLayoutMk cId="2944043018" sldId="2147484116"/>
          </pc:sldLayoutMkLst>
        </pc:sldLayoutChg>
        <pc:sldLayoutChg chg="del">
          <pc:chgData name="Gudla, Natraj" userId="1b097815-ad51-435d-a557-eb69be7a0b69" providerId="ADAL" clId="{283283F4-033F-4442-A5D9-8DA66D387EF6}" dt="2024-06-09T04:16:24.832" v="5534" actId="2696"/>
          <pc:sldLayoutMkLst>
            <pc:docMk/>
            <pc:sldMasterMk cId="3224598341" sldId="2147484098"/>
            <pc:sldLayoutMk cId="2749346545" sldId="2147484117"/>
          </pc:sldLayoutMkLst>
        </pc:sldLayoutChg>
        <pc:sldLayoutChg chg="del">
          <pc:chgData name="Gudla, Natraj" userId="1b097815-ad51-435d-a557-eb69be7a0b69" providerId="ADAL" clId="{283283F4-033F-4442-A5D9-8DA66D387EF6}" dt="2024-06-09T04:16:24.839" v="5535" actId="2696"/>
          <pc:sldLayoutMkLst>
            <pc:docMk/>
            <pc:sldMasterMk cId="3224598341" sldId="2147484098"/>
            <pc:sldLayoutMk cId="935611589" sldId="2147484118"/>
          </pc:sldLayoutMkLst>
        </pc:sldLayoutChg>
        <pc:sldLayoutChg chg="del">
          <pc:chgData name="Gudla, Natraj" userId="1b097815-ad51-435d-a557-eb69be7a0b69" providerId="ADAL" clId="{283283F4-033F-4442-A5D9-8DA66D387EF6}" dt="2024-06-09T04:16:24.847" v="5536" actId="2696"/>
          <pc:sldLayoutMkLst>
            <pc:docMk/>
            <pc:sldMasterMk cId="3224598341" sldId="2147484098"/>
            <pc:sldLayoutMk cId="506344918" sldId="2147484119"/>
          </pc:sldLayoutMkLst>
        </pc:sldLayoutChg>
        <pc:sldLayoutChg chg="del">
          <pc:chgData name="Gudla, Natraj" userId="1b097815-ad51-435d-a557-eb69be7a0b69" providerId="ADAL" clId="{283283F4-033F-4442-A5D9-8DA66D387EF6}" dt="2024-06-09T04:16:24.854" v="5537" actId="2696"/>
          <pc:sldLayoutMkLst>
            <pc:docMk/>
            <pc:sldMasterMk cId="3224598341" sldId="2147484098"/>
            <pc:sldLayoutMk cId="733941446" sldId="2147484120"/>
          </pc:sldLayoutMkLst>
        </pc:sldLayoutChg>
        <pc:sldLayoutChg chg="del">
          <pc:chgData name="Gudla, Natraj" userId="1b097815-ad51-435d-a557-eb69be7a0b69" providerId="ADAL" clId="{283283F4-033F-4442-A5D9-8DA66D387EF6}" dt="2024-06-09T04:16:24.859" v="5538" actId="2696"/>
          <pc:sldLayoutMkLst>
            <pc:docMk/>
            <pc:sldMasterMk cId="3224598341" sldId="2147484098"/>
            <pc:sldLayoutMk cId="3539627632" sldId="2147484121"/>
          </pc:sldLayoutMkLst>
        </pc:sldLayoutChg>
        <pc:sldLayoutChg chg="del">
          <pc:chgData name="Gudla, Natraj" userId="1b097815-ad51-435d-a557-eb69be7a0b69" providerId="ADAL" clId="{283283F4-033F-4442-A5D9-8DA66D387EF6}" dt="2024-06-09T04:16:24.866" v="5539" actId="2696"/>
          <pc:sldLayoutMkLst>
            <pc:docMk/>
            <pc:sldMasterMk cId="3224598341" sldId="2147484098"/>
            <pc:sldLayoutMk cId="3695848139" sldId="2147484122"/>
          </pc:sldLayoutMkLst>
        </pc:sldLayoutChg>
        <pc:sldLayoutChg chg="del">
          <pc:chgData name="Gudla, Natraj" userId="1b097815-ad51-435d-a557-eb69be7a0b69" providerId="ADAL" clId="{283283F4-033F-4442-A5D9-8DA66D387EF6}" dt="2024-06-09T04:16:24.873" v="5540" actId="2696"/>
          <pc:sldLayoutMkLst>
            <pc:docMk/>
            <pc:sldMasterMk cId="3224598341" sldId="2147484098"/>
            <pc:sldLayoutMk cId="2603098550" sldId="2147484123"/>
          </pc:sldLayoutMkLst>
        </pc:sldLayoutChg>
        <pc:sldLayoutChg chg="del">
          <pc:chgData name="Gudla, Natraj" userId="1b097815-ad51-435d-a557-eb69be7a0b69" providerId="ADAL" clId="{283283F4-033F-4442-A5D9-8DA66D387EF6}" dt="2024-06-09T04:16:24.878" v="5541" actId="2696"/>
          <pc:sldLayoutMkLst>
            <pc:docMk/>
            <pc:sldMasterMk cId="3224598341" sldId="2147484098"/>
            <pc:sldLayoutMk cId="3036269213" sldId="2147484124"/>
          </pc:sldLayoutMkLst>
        </pc:sldLayoutChg>
        <pc:sldLayoutChg chg="del">
          <pc:chgData name="Gudla, Natraj" userId="1b097815-ad51-435d-a557-eb69be7a0b69" providerId="ADAL" clId="{283283F4-033F-4442-A5D9-8DA66D387EF6}" dt="2024-06-09T04:16:24.885" v="5542" actId="2696"/>
          <pc:sldLayoutMkLst>
            <pc:docMk/>
            <pc:sldMasterMk cId="3224598341" sldId="2147484098"/>
            <pc:sldLayoutMk cId="3022997145" sldId="2147484125"/>
          </pc:sldLayoutMkLst>
        </pc:sldLayoutChg>
        <pc:sldLayoutChg chg="del">
          <pc:chgData name="Gudla, Natraj" userId="1b097815-ad51-435d-a557-eb69be7a0b69" providerId="ADAL" clId="{283283F4-033F-4442-A5D9-8DA66D387EF6}" dt="2024-06-09T04:16:24.891" v="5543" actId="2696"/>
          <pc:sldLayoutMkLst>
            <pc:docMk/>
            <pc:sldMasterMk cId="3224598341" sldId="2147484098"/>
            <pc:sldLayoutMk cId="2778795005" sldId="2147484126"/>
          </pc:sldLayoutMkLst>
        </pc:sldLayoutChg>
        <pc:sldLayoutChg chg="del">
          <pc:chgData name="Gudla, Natraj" userId="1b097815-ad51-435d-a557-eb69be7a0b69" providerId="ADAL" clId="{283283F4-033F-4442-A5D9-8DA66D387EF6}" dt="2024-06-09T04:16:24.896" v="5544" actId="2696"/>
          <pc:sldLayoutMkLst>
            <pc:docMk/>
            <pc:sldMasterMk cId="3224598341" sldId="2147484098"/>
            <pc:sldLayoutMk cId="616036874" sldId="2147484127"/>
          </pc:sldLayoutMkLst>
        </pc:sldLayoutChg>
        <pc:sldLayoutChg chg="del">
          <pc:chgData name="Gudla, Natraj" userId="1b097815-ad51-435d-a557-eb69be7a0b69" providerId="ADAL" clId="{283283F4-033F-4442-A5D9-8DA66D387EF6}" dt="2024-06-09T04:16:24.902" v="5545" actId="2696"/>
          <pc:sldLayoutMkLst>
            <pc:docMk/>
            <pc:sldMasterMk cId="3224598341" sldId="2147484098"/>
            <pc:sldLayoutMk cId="808842011" sldId="2147484128"/>
          </pc:sldLayoutMkLst>
        </pc:sldLayoutChg>
        <pc:sldLayoutChg chg="del">
          <pc:chgData name="Gudla, Natraj" userId="1b097815-ad51-435d-a557-eb69be7a0b69" providerId="ADAL" clId="{283283F4-033F-4442-A5D9-8DA66D387EF6}" dt="2024-06-09T04:16:24.909" v="5546" actId="2696"/>
          <pc:sldLayoutMkLst>
            <pc:docMk/>
            <pc:sldMasterMk cId="3224598341" sldId="2147484098"/>
            <pc:sldLayoutMk cId="3373021951" sldId="2147484129"/>
          </pc:sldLayoutMkLst>
        </pc:sldLayoutChg>
        <pc:sldLayoutChg chg="del">
          <pc:chgData name="Gudla, Natraj" userId="1b097815-ad51-435d-a557-eb69be7a0b69" providerId="ADAL" clId="{283283F4-033F-4442-A5D9-8DA66D387EF6}" dt="2024-06-09T04:16:24.915" v="5547" actId="2696"/>
          <pc:sldLayoutMkLst>
            <pc:docMk/>
            <pc:sldMasterMk cId="3224598341" sldId="2147484098"/>
            <pc:sldLayoutMk cId="2539345926" sldId="2147484130"/>
          </pc:sldLayoutMkLst>
        </pc:sldLayoutChg>
        <pc:sldLayoutChg chg="del">
          <pc:chgData name="Gudla, Natraj" userId="1b097815-ad51-435d-a557-eb69be7a0b69" providerId="ADAL" clId="{283283F4-033F-4442-A5D9-8DA66D387EF6}" dt="2024-06-09T04:16:24.922" v="5548" actId="2696"/>
          <pc:sldLayoutMkLst>
            <pc:docMk/>
            <pc:sldMasterMk cId="3224598341" sldId="2147484098"/>
            <pc:sldLayoutMk cId="596079266" sldId="2147484131"/>
          </pc:sldLayoutMkLst>
        </pc:sldLayoutChg>
        <pc:sldLayoutChg chg="del">
          <pc:chgData name="Gudla, Natraj" userId="1b097815-ad51-435d-a557-eb69be7a0b69" providerId="ADAL" clId="{283283F4-033F-4442-A5D9-8DA66D387EF6}" dt="2024-06-09T04:16:24.931" v="5549" actId="2696"/>
          <pc:sldLayoutMkLst>
            <pc:docMk/>
            <pc:sldMasterMk cId="3224598341" sldId="2147484098"/>
            <pc:sldLayoutMk cId="2200858690" sldId="2147484132"/>
          </pc:sldLayoutMkLst>
        </pc:sldLayoutChg>
        <pc:sldLayoutChg chg="del">
          <pc:chgData name="Gudla, Natraj" userId="1b097815-ad51-435d-a557-eb69be7a0b69" providerId="ADAL" clId="{283283F4-033F-4442-A5D9-8DA66D387EF6}" dt="2024-06-09T04:16:24.939" v="5550" actId="2696"/>
          <pc:sldLayoutMkLst>
            <pc:docMk/>
            <pc:sldMasterMk cId="3224598341" sldId="2147484098"/>
            <pc:sldLayoutMk cId="954703313" sldId="2147484133"/>
          </pc:sldLayoutMkLst>
        </pc:sldLayoutChg>
        <pc:sldLayoutChg chg="del">
          <pc:chgData name="Gudla, Natraj" userId="1b097815-ad51-435d-a557-eb69be7a0b69" providerId="ADAL" clId="{283283F4-033F-4442-A5D9-8DA66D387EF6}" dt="2024-06-09T04:16:24.945" v="5551" actId="2696"/>
          <pc:sldLayoutMkLst>
            <pc:docMk/>
            <pc:sldMasterMk cId="3224598341" sldId="2147484098"/>
            <pc:sldLayoutMk cId="301280192" sldId="2147484134"/>
          </pc:sldLayoutMkLst>
        </pc:sldLayoutChg>
        <pc:sldLayoutChg chg="del">
          <pc:chgData name="Gudla, Natraj" userId="1b097815-ad51-435d-a557-eb69be7a0b69" providerId="ADAL" clId="{283283F4-033F-4442-A5D9-8DA66D387EF6}" dt="2024-06-09T04:16:24.951" v="5552" actId="2696"/>
          <pc:sldLayoutMkLst>
            <pc:docMk/>
            <pc:sldMasterMk cId="3224598341" sldId="2147484098"/>
            <pc:sldLayoutMk cId="2456629603" sldId="2147484135"/>
          </pc:sldLayoutMkLst>
        </pc:sldLayoutChg>
        <pc:sldLayoutChg chg="del">
          <pc:chgData name="Gudla, Natraj" userId="1b097815-ad51-435d-a557-eb69be7a0b69" providerId="ADAL" clId="{283283F4-033F-4442-A5D9-8DA66D387EF6}" dt="2024-06-09T04:16:24.956" v="5553" actId="2696"/>
          <pc:sldLayoutMkLst>
            <pc:docMk/>
            <pc:sldMasterMk cId="3224598341" sldId="2147484098"/>
            <pc:sldLayoutMk cId="113727192" sldId="2147484136"/>
          </pc:sldLayoutMkLst>
        </pc:sldLayoutChg>
        <pc:sldLayoutChg chg="del">
          <pc:chgData name="Gudla, Natraj" userId="1b097815-ad51-435d-a557-eb69be7a0b69" providerId="ADAL" clId="{283283F4-033F-4442-A5D9-8DA66D387EF6}" dt="2024-06-09T04:16:24.961" v="5554" actId="2696"/>
          <pc:sldLayoutMkLst>
            <pc:docMk/>
            <pc:sldMasterMk cId="3224598341" sldId="2147484098"/>
            <pc:sldLayoutMk cId="4285781734" sldId="2147484137"/>
          </pc:sldLayoutMkLst>
        </pc:sldLayoutChg>
        <pc:sldLayoutChg chg="del">
          <pc:chgData name="Gudla, Natraj" userId="1b097815-ad51-435d-a557-eb69be7a0b69" providerId="ADAL" clId="{283283F4-033F-4442-A5D9-8DA66D387EF6}" dt="2024-06-09T04:16:24.967" v="5555" actId="2696"/>
          <pc:sldLayoutMkLst>
            <pc:docMk/>
            <pc:sldMasterMk cId="3224598341" sldId="2147484098"/>
            <pc:sldLayoutMk cId="360261896" sldId="2147484138"/>
          </pc:sldLayoutMkLst>
        </pc:sldLayoutChg>
        <pc:sldLayoutChg chg="del">
          <pc:chgData name="Gudla, Natraj" userId="1b097815-ad51-435d-a557-eb69be7a0b69" providerId="ADAL" clId="{283283F4-033F-4442-A5D9-8DA66D387EF6}" dt="2024-06-09T04:16:24.972" v="5556" actId="2696"/>
          <pc:sldLayoutMkLst>
            <pc:docMk/>
            <pc:sldMasterMk cId="3224598341" sldId="2147484098"/>
            <pc:sldLayoutMk cId="151596120" sldId="2147484139"/>
          </pc:sldLayoutMkLst>
        </pc:sldLayoutChg>
        <pc:sldLayoutChg chg="del">
          <pc:chgData name="Gudla, Natraj" userId="1b097815-ad51-435d-a557-eb69be7a0b69" providerId="ADAL" clId="{283283F4-033F-4442-A5D9-8DA66D387EF6}" dt="2024-06-09T04:16:24.696" v="5517" actId="2696"/>
          <pc:sldLayoutMkLst>
            <pc:docMk/>
            <pc:sldMasterMk cId="3224598341" sldId="2147484098"/>
            <pc:sldLayoutMk cId="4219840383" sldId="2147484140"/>
          </pc:sldLayoutMkLst>
        </pc:sldLayoutChg>
        <pc:sldLayoutChg chg="del">
          <pc:chgData name="Gudla, Natraj" userId="1b097815-ad51-435d-a557-eb69be7a0b69" providerId="ADAL" clId="{283283F4-033F-4442-A5D9-8DA66D387EF6}" dt="2024-06-09T04:16:03.800" v="5508" actId="2696"/>
          <pc:sldLayoutMkLst>
            <pc:docMk/>
            <pc:sldMasterMk cId="3224598341" sldId="2147484098"/>
            <pc:sldLayoutMk cId="2454993973" sldId="2147484141"/>
          </pc:sldLayoutMkLst>
        </pc:sldLayoutChg>
        <pc:sldLayoutChg chg="del">
          <pc:chgData name="Gudla, Natraj" userId="1b097815-ad51-435d-a557-eb69be7a0b69" providerId="ADAL" clId="{283283F4-033F-4442-A5D9-8DA66D387EF6}" dt="2024-06-09T04:16:03.806" v="5509" actId="2696"/>
          <pc:sldLayoutMkLst>
            <pc:docMk/>
            <pc:sldMasterMk cId="3224598341" sldId="2147484098"/>
            <pc:sldLayoutMk cId="1426139619" sldId="2147484142"/>
          </pc:sldLayoutMkLst>
        </pc:sldLayoutChg>
        <pc:sldLayoutChg chg="del">
          <pc:chgData name="Gudla, Natraj" userId="1b097815-ad51-435d-a557-eb69be7a0b69" providerId="ADAL" clId="{283283F4-033F-4442-A5D9-8DA66D387EF6}" dt="2024-06-09T04:16:03.812" v="5510" actId="2696"/>
          <pc:sldLayoutMkLst>
            <pc:docMk/>
            <pc:sldMasterMk cId="3224598341" sldId="2147484098"/>
            <pc:sldLayoutMk cId="1644938627" sldId="2147484143"/>
          </pc:sldLayoutMkLst>
        </pc:sldLayoutChg>
        <pc:sldLayoutChg chg="del">
          <pc:chgData name="Gudla, Natraj" userId="1b097815-ad51-435d-a557-eb69be7a0b69" providerId="ADAL" clId="{283283F4-033F-4442-A5D9-8DA66D387EF6}" dt="2024-06-09T04:16:03.817" v="5511" actId="2696"/>
          <pc:sldLayoutMkLst>
            <pc:docMk/>
            <pc:sldMasterMk cId="3224598341" sldId="2147484098"/>
            <pc:sldLayoutMk cId="3191479528" sldId="2147484144"/>
          </pc:sldLayoutMkLst>
        </pc:sldLayoutChg>
        <pc:sldLayoutChg chg="del">
          <pc:chgData name="Gudla, Natraj" userId="1b097815-ad51-435d-a557-eb69be7a0b69" providerId="ADAL" clId="{283283F4-033F-4442-A5D9-8DA66D387EF6}" dt="2024-06-09T04:16:03.823" v="5512" actId="2696"/>
          <pc:sldLayoutMkLst>
            <pc:docMk/>
            <pc:sldMasterMk cId="3224598341" sldId="2147484098"/>
            <pc:sldLayoutMk cId="4074726430" sldId="2147484145"/>
          </pc:sldLayoutMkLst>
        </pc:sldLayoutChg>
        <pc:sldLayoutChg chg="del">
          <pc:chgData name="Gudla, Natraj" userId="1b097815-ad51-435d-a557-eb69be7a0b69" providerId="ADAL" clId="{283283F4-033F-4442-A5D9-8DA66D387EF6}" dt="2024-06-09T04:16:03.828" v="5513" actId="2696"/>
          <pc:sldLayoutMkLst>
            <pc:docMk/>
            <pc:sldMasterMk cId="3224598341" sldId="2147484098"/>
            <pc:sldLayoutMk cId="913196859" sldId="2147484146"/>
          </pc:sldLayoutMkLst>
        </pc:sldLayoutChg>
        <pc:sldLayoutChg chg="del">
          <pc:chgData name="Gudla, Natraj" userId="1b097815-ad51-435d-a557-eb69be7a0b69" providerId="ADAL" clId="{283283F4-033F-4442-A5D9-8DA66D387EF6}" dt="2024-06-09T04:16:03.836" v="5514" actId="2696"/>
          <pc:sldLayoutMkLst>
            <pc:docMk/>
            <pc:sldMasterMk cId="3224598341" sldId="2147484098"/>
            <pc:sldLayoutMk cId="1736405047" sldId="2147484147"/>
          </pc:sldLayoutMkLst>
        </pc:sldLayoutChg>
        <pc:sldLayoutChg chg="del">
          <pc:chgData name="Gudla, Natraj" userId="1b097815-ad51-435d-a557-eb69be7a0b69" providerId="ADAL" clId="{283283F4-033F-4442-A5D9-8DA66D387EF6}" dt="2024-06-09T04:16:03.846" v="5515" actId="2696"/>
          <pc:sldLayoutMkLst>
            <pc:docMk/>
            <pc:sldMasterMk cId="3224598341" sldId="2147484098"/>
            <pc:sldLayoutMk cId="1956527518" sldId="2147484148"/>
          </pc:sldLayoutMkLst>
        </pc:sldLayoutChg>
        <pc:sldLayoutChg chg="del">
          <pc:chgData name="Gudla, Natraj" userId="1b097815-ad51-435d-a557-eb69be7a0b69" providerId="ADAL" clId="{283283F4-033F-4442-A5D9-8DA66D387EF6}" dt="2024-06-09T04:16:03.852" v="5516" actId="2696"/>
          <pc:sldLayoutMkLst>
            <pc:docMk/>
            <pc:sldMasterMk cId="3224598341" sldId="2147484098"/>
            <pc:sldLayoutMk cId="1273798092" sldId="2147484149"/>
          </pc:sldLayoutMkLst>
        </pc:sldLayoutChg>
        <pc:sldLayoutChg chg="del">
          <pc:chgData name="Gudla, Natraj" userId="1b097815-ad51-435d-a557-eb69be7a0b69" providerId="ADAL" clId="{283283F4-033F-4442-A5D9-8DA66D387EF6}" dt="2024-06-09T04:15:56.922" v="5504" actId="2696"/>
          <pc:sldLayoutMkLst>
            <pc:docMk/>
            <pc:sldMasterMk cId="3224598341" sldId="2147484098"/>
            <pc:sldLayoutMk cId="222114239" sldId="2147484150"/>
          </pc:sldLayoutMkLst>
        </pc:sldLayoutChg>
        <pc:sldLayoutChg chg="del">
          <pc:chgData name="Gudla, Natraj" userId="1b097815-ad51-435d-a557-eb69be7a0b69" providerId="ADAL" clId="{283283F4-033F-4442-A5D9-8DA66D387EF6}" dt="2024-06-09T04:15:56.935" v="5505" actId="2696"/>
          <pc:sldLayoutMkLst>
            <pc:docMk/>
            <pc:sldMasterMk cId="3224598341" sldId="2147484098"/>
            <pc:sldLayoutMk cId="1083933979" sldId="2147484151"/>
          </pc:sldLayoutMkLst>
        </pc:sldLayoutChg>
        <pc:sldLayoutChg chg="del">
          <pc:chgData name="Gudla, Natraj" userId="1b097815-ad51-435d-a557-eb69be7a0b69" providerId="ADAL" clId="{283283F4-033F-4442-A5D9-8DA66D387EF6}" dt="2024-06-09T04:15:56.946" v="5506" actId="2696"/>
          <pc:sldLayoutMkLst>
            <pc:docMk/>
            <pc:sldMasterMk cId="3224598341" sldId="2147484098"/>
            <pc:sldLayoutMk cId="2442079030" sldId="2147484152"/>
          </pc:sldLayoutMkLst>
        </pc:sldLayoutChg>
        <pc:sldLayoutChg chg="del">
          <pc:chgData name="Gudla, Natraj" userId="1b097815-ad51-435d-a557-eb69be7a0b69" providerId="ADAL" clId="{283283F4-033F-4442-A5D9-8DA66D387EF6}" dt="2024-06-09T04:15:56.896" v="5503" actId="2696"/>
          <pc:sldLayoutMkLst>
            <pc:docMk/>
            <pc:sldMasterMk cId="3224598341" sldId="2147484098"/>
            <pc:sldLayoutMk cId="4079495911" sldId="2147484153"/>
          </pc:sldLayoutMkLst>
        </pc:sldLayoutChg>
        <pc:sldLayoutChg chg="del">
          <pc:chgData name="Gudla, Natraj" userId="1b097815-ad51-435d-a557-eb69be7a0b69" providerId="ADAL" clId="{283283F4-033F-4442-A5D9-8DA66D387EF6}" dt="2024-06-09T04:16:03.788" v="5507" actId="2696"/>
          <pc:sldLayoutMkLst>
            <pc:docMk/>
            <pc:sldMasterMk cId="3224598341" sldId="2147484098"/>
            <pc:sldLayoutMk cId="1362763715" sldId="2147484154"/>
          </pc:sldLayoutMkLst>
        </pc:sldLayoutChg>
      </pc:sldMasterChg>
      <pc:sldMasterChg chg="addSp modSp mod delSldLayout modSldLayout">
        <pc:chgData name="Gudla, Natraj" userId="1b097815-ad51-435d-a557-eb69be7a0b69" providerId="ADAL" clId="{283283F4-033F-4442-A5D9-8DA66D387EF6}" dt="2024-06-09T04:24:05.108" v="5618"/>
        <pc:sldMasterMkLst>
          <pc:docMk/>
          <pc:sldMasterMk cId="1439821657" sldId="2147484157"/>
        </pc:sldMasterMkLst>
        <pc:sldLayoutChg chg="addSp delSp modSp">
          <pc:chgData name="Gudla, Natraj" userId="1b097815-ad51-435d-a557-eb69be7a0b69" providerId="ADAL" clId="{283283F4-033F-4442-A5D9-8DA66D387EF6}" dt="2024-06-09T04:19:06.283" v="5596"/>
          <pc:sldLayoutMkLst>
            <pc:docMk/>
            <pc:sldMasterMk cId="1439821657" sldId="2147484157"/>
            <pc:sldLayoutMk cId="640472697" sldId="2147484160"/>
          </pc:sldLayoutMkLst>
        </pc:sldLayoutChg>
        <pc:sldLayoutChg chg="addSp modSp">
          <pc:chgData name="Gudla, Natraj" userId="1b097815-ad51-435d-a557-eb69be7a0b69" providerId="ADAL" clId="{283283F4-033F-4442-A5D9-8DA66D387EF6}" dt="2024-06-09T04:19:03.139" v="5594"/>
          <pc:sldLayoutMkLst>
            <pc:docMk/>
            <pc:sldMasterMk cId="1439821657" sldId="2147484157"/>
            <pc:sldLayoutMk cId="3952242094" sldId="2147484161"/>
          </pc:sldLayoutMkLst>
        </pc:sldLayoutChg>
        <pc:sldLayoutChg chg="addSp modSp">
          <pc:chgData name="Gudla, Natraj" userId="1b097815-ad51-435d-a557-eb69be7a0b69" providerId="ADAL" clId="{283283F4-033F-4442-A5D9-8DA66D387EF6}" dt="2024-06-09T04:19:01.354" v="5593"/>
          <pc:sldLayoutMkLst>
            <pc:docMk/>
            <pc:sldMasterMk cId="1439821657" sldId="2147484157"/>
            <pc:sldLayoutMk cId="746357434" sldId="2147484162"/>
          </pc:sldLayoutMkLst>
        </pc:sldLayoutChg>
        <pc:sldLayoutChg chg="addSp modSp">
          <pc:chgData name="Gudla, Natraj" userId="1b097815-ad51-435d-a557-eb69be7a0b69" providerId="ADAL" clId="{283283F4-033F-4442-A5D9-8DA66D387EF6}" dt="2024-06-09T04:18:59.849" v="5592"/>
          <pc:sldLayoutMkLst>
            <pc:docMk/>
            <pc:sldMasterMk cId="1439821657" sldId="2147484157"/>
            <pc:sldLayoutMk cId="1305866826" sldId="2147484163"/>
          </pc:sldLayoutMkLst>
        </pc:sldLayoutChg>
        <pc:sldLayoutChg chg="addSp modSp">
          <pc:chgData name="Gudla, Natraj" userId="1b097815-ad51-435d-a557-eb69be7a0b69" providerId="ADAL" clId="{283283F4-033F-4442-A5D9-8DA66D387EF6}" dt="2024-06-09T04:18:58.462" v="5591"/>
          <pc:sldLayoutMkLst>
            <pc:docMk/>
            <pc:sldMasterMk cId="1439821657" sldId="2147484157"/>
            <pc:sldLayoutMk cId="3073069909" sldId="2147484164"/>
          </pc:sldLayoutMkLst>
        </pc:sldLayoutChg>
        <pc:sldLayoutChg chg="addSp modSp">
          <pc:chgData name="Gudla, Natraj" userId="1b097815-ad51-435d-a557-eb69be7a0b69" providerId="ADAL" clId="{283283F4-033F-4442-A5D9-8DA66D387EF6}" dt="2024-06-09T04:18:56.249" v="5590"/>
          <pc:sldLayoutMkLst>
            <pc:docMk/>
            <pc:sldMasterMk cId="1439821657" sldId="2147484157"/>
            <pc:sldLayoutMk cId="736812765" sldId="2147484165"/>
          </pc:sldLayoutMkLst>
        </pc:sldLayoutChg>
        <pc:sldLayoutChg chg="addSp modSp">
          <pc:chgData name="Gudla, Natraj" userId="1b097815-ad51-435d-a557-eb69be7a0b69" providerId="ADAL" clId="{283283F4-033F-4442-A5D9-8DA66D387EF6}" dt="2024-06-09T04:18:54.419" v="5589"/>
          <pc:sldLayoutMkLst>
            <pc:docMk/>
            <pc:sldMasterMk cId="1439821657" sldId="2147484157"/>
            <pc:sldLayoutMk cId="2343320845" sldId="2147484166"/>
          </pc:sldLayoutMkLst>
        </pc:sldLayoutChg>
        <pc:sldLayoutChg chg="addSp modSp">
          <pc:chgData name="Gudla, Natraj" userId="1b097815-ad51-435d-a557-eb69be7a0b69" providerId="ADAL" clId="{283283F4-033F-4442-A5D9-8DA66D387EF6}" dt="2024-06-09T04:18:52.740" v="5588"/>
          <pc:sldLayoutMkLst>
            <pc:docMk/>
            <pc:sldMasterMk cId="1439821657" sldId="2147484157"/>
            <pc:sldLayoutMk cId="3627495633" sldId="2147484167"/>
          </pc:sldLayoutMkLst>
        </pc:sldLayoutChg>
        <pc:sldLayoutChg chg="addSp modSp">
          <pc:chgData name="Gudla, Natraj" userId="1b097815-ad51-435d-a557-eb69be7a0b69" providerId="ADAL" clId="{283283F4-033F-4442-A5D9-8DA66D387EF6}" dt="2024-06-09T04:18:51.366" v="5587"/>
          <pc:sldLayoutMkLst>
            <pc:docMk/>
            <pc:sldMasterMk cId="1439821657" sldId="2147484157"/>
            <pc:sldLayoutMk cId="2956645508" sldId="2147484168"/>
          </pc:sldLayoutMkLst>
        </pc:sldLayoutChg>
        <pc:sldLayoutChg chg="addSp modSp">
          <pc:chgData name="Gudla, Natraj" userId="1b097815-ad51-435d-a557-eb69be7a0b69" providerId="ADAL" clId="{283283F4-033F-4442-A5D9-8DA66D387EF6}" dt="2024-06-09T04:18:49.084" v="5586"/>
          <pc:sldLayoutMkLst>
            <pc:docMk/>
            <pc:sldMasterMk cId="1439821657" sldId="2147484157"/>
            <pc:sldLayoutMk cId="2216721454" sldId="2147484169"/>
          </pc:sldLayoutMkLst>
        </pc:sldLayoutChg>
        <pc:sldLayoutChg chg="addSp modSp">
          <pc:chgData name="Gudla, Natraj" userId="1b097815-ad51-435d-a557-eb69be7a0b69" providerId="ADAL" clId="{283283F4-033F-4442-A5D9-8DA66D387EF6}" dt="2024-06-09T04:18:47.488" v="5585"/>
          <pc:sldLayoutMkLst>
            <pc:docMk/>
            <pc:sldMasterMk cId="1439821657" sldId="2147484157"/>
            <pc:sldLayoutMk cId="1595956853" sldId="2147484170"/>
          </pc:sldLayoutMkLst>
        </pc:sldLayoutChg>
        <pc:sldLayoutChg chg="addSp modSp">
          <pc:chgData name="Gudla, Natraj" userId="1b097815-ad51-435d-a557-eb69be7a0b69" providerId="ADAL" clId="{283283F4-033F-4442-A5D9-8DA66D387EF6}" dt="2024-06-09T04:18:45.687" v="5584"/>
          <pc:sldLayoutMkLst>
            <pc:docMk/>
            <pc:sldMasterMk cId="1439821657" sldId="2147484157"/>
            <pc:sldLayoutMk cId="3059125586" sldId="2147484171"/>
          </pc:sldLayoutMkLst>
        </pc:sldLayoutChg>
        <pc:sldLayoutChg chg="addSp modSp">
          <pc:chgData name="Gudla, Natraj" userId="1b097815-ad51-435d-a557-eb69be7a0b69" providerId="ADAL" clId="{283283F4-033F-4442-A5D9-8DA66D387EF6}" dt="2024-06-09T04:18:44.599" v="5583"/>
          <pc:sldLayoutMkLst>
            <pc:docMk/>
            <pc:sldMasterMk cId="1439821657" sldId="2147484157"/>
            <pc:sldLayoutMk cId="1781425778" sldId="2147484172"/>
          </pc:sldLayoutMkLst>
        </pc:sldLayoutChg>
        <pc:sldLayoutChg chg="addSp modSp">
          <pc:chgData name="Gudla, Natraj" userId="1b097815-ad51-435d-a557-eb69be7a0b69" providerId="ADAL" clId="{283283F4-033F-4442-A5D9-8DA66D387EF6}" dt="2024-06-09T04:18:41.111" v="5582"/>
          <pc:sldLayoutMkLst>
            <pc:docMk/>
            <pc:sldMasterMk cId="1439821657" sldId="2147484157"/>
            <pc:sldLayoutMk cId="2639952145" sldId="2147484173"/>
          </pc:sldLayoutMkLst>
        </pc:sldLayoutChg>
        <pc:sldLayoutChg chg="del">
          <pc:chgData name="Gudla, Natraj" userId="1b097815-ad51-435d-a557-eb69be7a0b69" providerId="ADAL" clId="{283283F4-033F-4442-A5D9-8DA66D387EF6}" dt="2024-06-09T04:18:39.027" v="5581" actId="2696"/>
          <pc:sldLayoutMkLst>
            <pc:docMk/>
            <pc:sldMasterMk cId="1439821657" sldId="2147484157"/>
            <pc:sldLayoutMk cId="478246729" sldId="2147484175"/>
          </pc:sldLayoutMkLst>
        </pc:sldLayoutChg>
        <pc:sldLayoutChg chg="addSp modSp">
          <pc:chgData name="Gudla, Natraj" userId="1b097815-ad51-435d-a557-eb69be7a0b69" providerId="ADAL" clId="{283283F4-033F-4442-A5D9-8DA66D387EF6}" dt="2024-06-09T04:18:33.666" v="5580"/>
          <pc:sldLayoutMkLst>
            <pc:docMk/>
            <pc:sldMasterMk cId="1439821657" sldId="2147484157"/>
            <pc:sldLayoutMk cId="577829065" sldId="2147484179"/>
          </pc:sldLayoutMkLst>
        </pc:sldLayoutChg>
        <pc:sldLayoutChg chg="addSp modSp">
          <pc:chgData name="Gudla, Natraj" userId="1b097815-ad51-435d-a557-eb69be7a0b69" providerId="ADAL" clId="{283283F4-033F-4442-A5D9-8DA66D387EF6}" dt="2024-06-09T04:18:31.885" v="5579"/>
          <pc:sldLayoutMkLst>
            <pc:docMk/>
            <pc:sldMasterMk cId="1439821657" sldId="2147484157"/>
            <pc:sldLayoutMk cId="3589779394" sldId="2147484180"/>
          </pc:sldLayoutMkLst>
        </pc:sldLayoutChg>
        <pc:sldLayoutChg chg="addSp modSp">
          <pc:chgData name="Gudla, Natraj" userId="1b097815-ad51-435d-a557-eb69be7a0b69" providerId="ADAL" clId="{283283F4-033F-4442-A5D9-8DA66D387EF6}" dt="2024-06-09T04:18:30.041" v="5578"/>
          <pc:sldLayoutMkLst>
            <pc:docMk/>
            <pc:sldMasterMk cId="1439821657" sldId="2147484157"/>
            <pc:sldLayoutMk cId="3705787485" sldId="2147484181"/>
          </pc:sldLayoutMkLst>
        </pc:sldLayoutChg>
        <pc:sldLayoutChg chg="addSp modSp">
          <pc:chgData name="Gudla, Natraj" userId="1b097815-ad51-435d-a557-eb69be7a0b69" providerId="ADAL" clId="{283283F4-033F-4442-A5D9-8DA66D387EF6}" dt="2024-06-09T04:18:27.699" v="5577"/>
          <pc:sldLayoutMkLst>
            <pc:docMk/>
            <pc:sldMasterMk cId="1439821657" sldId="2147484157"/>
            <pc:sldLayoutMk cId="3235995933" sldId="2147484182"/>
          </pc:sldLayoutMkLst>
        </pc:sldLayoutChg>
        <pc:sldLayoutChg chg="addSp modSp">
          <pc:chgData name="Gudla, Natraj" userId="1b097815-ad51-435d-a557-eb69be7a0b69" providerId="ADAL" clId="{283283F4-033F-4442-A5D9-8DA66D387EF6}" dt="2024-06-09T04:18:25.301" v="5576"/>
          <pc:sldLayoutMkLst>
            <pc:docMk/>
            <pc:sldMasterMk cId="1439821657" sldId="2147484157"/>
            <pc:sldLayoutMk cId="2529274217" sldId="2147484183"/>
          </pc:sldLayoutMkLst>
        </pc:sldLayoutChg>
        <pc:sldLayoutChg chg="addSp modSp">
          <pc:chgData name="Gudla, Natraj" userId="1b097815-ad51-435d-a557-eb69be7a0b69" providerId="ADAL" clId="{283283F4-033F-4442-A5D9-8DA66D387EF6}" dt="2024-06-09T04:18:21.680" v="5575"/>
          <pc:sldLayoutMkLst>
            <pc:docMk/>
            <pc:sldMasterMk cId="1439821657" sldId="2147484157"/>
            <pc:sldLayoutMk cId="3344297609" sldId="2147484185"/>
          </pc:sldLayoutMkLst>
        </pc:sldLayoutChg>
      </pc:sldMasterChg>
      <pc:sldMasterChg chg="addSp modSp mod delSldLayout modSldLayout">
        <pc:chgData name="Gudla, Natraj" userId="1b097815-ad51-435d-a557-eb69be7a0b69" providerId="ADAL" clId="{283283F4-033F-4442-A5D9-8DA66D387EF6}" dt="2024-06-09T04:24:14.501" v="5619"/>
        <pc:sldMasterMkLst>
          <pc:docMk/>
          <pc:sldMasterMk cId="2277162753" sldId="2147484186"/>
        </pc:sldMasterMkLst>
        <pc:sldLayoutChg chg="addSp modSp">
          <pc:chgData name="Gudla, Natraj" userId="1b097815-ad51-435d-a557-eb69be7a0b69" providerId="ADAL" clId="{283283F4-033F-4442-A5D9-8DA66D387EF6}" dt="2024-06-09T03:57:24.392" v="5429"/>
          <pc:sldLayoutMkLst>
            <pc:docMk/>
            <pc:sldMasterMk cId="2277162753" sldId="2147484186"/>
            <pc:sldLayoutMk cId="2374422336" sldId="2147484190"/>
          </pc:sldLayoutMkLst>
        </pc:sldLayoutChg>
        <pc:sldLayoutChg chg="addSp modSp">
          <pc:chgData name="Gudla, Natraj" userId="1b097815-ad51-435d-a557-eb69be7a0b69" providerId="ADAL" clId="{283283F4-033F-4442-A5D9-8DA66D387EF6}" dt="2024-06-09T03:57:21.761" v="5428"/>
          <pc:sldLayoutMkLst>
            <pc:docMk/>
            <pc:sldMasterMk cId="2277162753" sldId="2147484186"/>
            <pc:sldLayoutMk cId="1788999460" sldId="2147484191"/>
          </pc:sldLayoutMkLst>
        </pc:sldLayoutChg>
        <pc:sldLayoutChg chg="addSp modSp">
          <pc:chgData name="Gudla, Natraj" userId="1b097815-ad51-435d-a557-eb69be7a0b69" providerId="ADAL" clId="{283283F4-033F-4442-A5D9-8DA66D387EF6}" dt="2024-06-09T03:57:18.198" v="5426"/>
          <pc:sldLayoutMkLst>
            <pc:docMk/>
            <pc:sldMasterMk cId="2277162753" sldId="2147484186"/>
            <pc:sldLayoutMk cId="3986656168" sldId="2147484192"/>
          </pc:sldLayoutMkLst>
        </pc:sldLayoutChg>
        <pc:sldLayoutChg chg="addSp modSp">
          <pc:chgData name="Gudla, Natraj" userId="1b097815-ad51-435d-a557-eb69be7a0b69" providerId="ADAL" clId="{283283F4-033F-4442-A5D9-8DA66D387EF6}" dt="2024-06-09T03:57:19.883" v="5427"/>
          <pc:sldLayoutMkLst>
            <pc:docMk/>
            <pc:sldMasterMk cId="2277162753" sldId="2147484186"/>
            <pc:sldLayoutMk cId="3393002338" sldId="2147484193"/>
          </pc:sldLayoutMkLst>
        </pc:sldLayoutChg>
        <pc:sldLayoutChg chg="addSp modSp">
          <pc:chgData name="Gudla, Natraj" userId="1b097815-ad51-435d-a557-eb69be7a0b69" providerId="ADAL" clId="{283283F4-033F-4442-A5D9-8DA66D387EF6}" dt="2024-06-09T03:57:15.938" v="5425"/>
          <pc:sldLayoutMkLst>
            <pc:docMk/>
            <pc:sldMasterMk cId="2277162753" sldId="2147484186"/>
            <pc:sldLayoutMk cId="3613011674" sldId="2147484194"/>
          </pc:sldLayoutMkLst>
        </pc:sldLayoutChg>
        <pc:sldLayoutChg chg="addSp modSp">
          <pc:chgData name="Gudla, Natraj" userId="1b097815-ad51-435d-a557-eb69be7a0b69" providerId="ADAL" clId="{283283F4-033F-4442-A5D9-8DA66D387EF6}" dt="2024-06-09T04:18:04.924" v="5573"/>
          <pc:sldLayoutMkLst>
            <pc:docMk/>
            <pc:sldMasterMk cId="2277162753" sldId="2147484186"/>
            <pc:sldLayoutMk cId="2670088534" sldId="2147484195"/>
          </pc:sldLayoutMkLst>
        </pc:sldLayoutChg>
        <pc:sldLayoutChg chg="addSp modSp">
          <pc:chgData name="Gudla, Natraj" userId="1b097815-ad51-435d-a557-eb69be7a0b69" providerId="ADAL" clId="{283283F4-033F-4442-A5D9-8DA66D387EF6}" dt="2024-06-09T03:57:11.757" v="5424"/>
          <pc:sldLayoutMkLst>
            <pc:docMk/>
            <pc:sldMasterMk cId="2277162753" sldId="2147484186"/>
            <pc:sldLayoutMk cId="1688393968" sldId="2147484196"/>
          </pc:sldLayoutMkLst>
        </pc:sldLayoutChg>
        <pc:sldLayoutChg chg="addSp modSp">
          <pc:chgData name="Gudla, Natraj" userId="1b097815-ad51-435d-a557-eb69be7a0b69" providerId="ADAL" clId="{283283F4-033F-4442-A5D9-8DA66D387EF6}" dt="2024-06-09T04:18:00.584" v="5572"/>
          <pc:sldLayoutMkLst>
            <pc:docMk/>
            <pc:sldMasterMk cId="2277162753" sldId="2147484186"/>
            <pc:sldLayoutMk cId="1938187599" sldId="2147484197"/>
          </pc:sldLayoutMkLst>
        </pc:sldLayoutChg>
        <pc:sldLayoutChg chg="del">
          <pc:chgData name="Gudla, Natraj" userId="1b097815-ad51-435d-a557-eb69be7a0b69" providerId="ADAL" clId="{283283F4-033F-4442-A5D9-8DA66D387EF6}" dt="2024-06-09T04:17:57.282" v="5571" actId="2696"/>
          <pc:sldLayoutMkLst>
            <pc:docMk/>
            <pc:sldMasterMk cId="2277162753" sldId="2147484186"/>
            <pc:sldLayoutMk cId="501173723" sldId="2147484198"/>
          </pc:sldLayoutMkLst>
        </pc:sldLayoutChg>
        <pc:sldLayoutChg chg="addSp modSp del">
          <pc:chgData name="Gudla, Natraj" userId="1b097815-ad51-435d-a557-eb69be7a0b69" providerId="ADAL" clId="{283283F4-033F-4442-A5D9-8DA66D387EF6}" dt="2024-06-09T04:17:56.424" v="5570" actId="2696"/>
          <pc:sldLayoutMkLst>
            <pc:docMk/>
            <pc:sldMasterMk cId="2277162753" sldId="2147484186"/>
            <pc:sldLayoutMk cId="2180715791" sldId="2147484199"/>
          </pc:sldLayoutMkLst>
        </pc:sldLayoutChg>
        <pc:sldLayoutChg chg="del">
          <pc:chgData name="Gudla, Natraj" userId="1b097815-ad51-435d-a557-eb69be7a0b69" providerId="ADAL" clId="{283283F4-033F-4442-A5D9-8DA66D387EF6}" dt="2024-06-09T04:17:02.019" v="5557" actId="2696"/>
          <pc:sldLayoutMkLst>
            <pc:docMk/>
            <pc:sldMasterMk cId="2277162753" sldId="2147484186"/>
            <pc:sldLayoutMk cId="87240102" sldId="2147484200"/>
          </pc:sldLayoutMkLst>
        </pc:sldLayoutChg>
        <pc:sldLayoutChg chg="del">
          <pc:chgData name="Gudla, Natraj" userId="1b097815-ad51-435d-a557-eb69be7a0b69" providerId="ADAL" clId="{283283F4-033F-4442-A5D9-8DA66D387EF6}" dt="2024-06-09T04:17:02.071" v="5558" actId="2696"/>
          <pc:sldLayoutMkLst>
            <pc:docMk/>
            <pc:sldMasterMk cId="2277162753" sldId="2147484186"/>
            <pc:sldLayoutMk cId="2713249070" sldId="2147484201"/>
          </pc:sldLayoutMkLst>
        </pc:sldLayoutChg>
        <pc:sldLayoutChg chg="del">
          <pc:chgData name="Gudla, Natraj" userId="1b097815-ad51-435d-a557-eb69be7a0b69" providerId="ADAL" clId="{283283F4-033F-4442-A5D9-8DA66D387EF6}" dt="2024-06-09T04:17:02.107" v="5559" actId="2696"/>
          <pc:sldLayoutMkLst>
            <pc:docMk/>
            <pc:sldMasterMk cId="2277162753" sldId="2147484186"/>
            <pc:sldLayoutMk cId="3568005048" sldId="2147484202"/>
          </pc:sldLayoutMkLst>
        </pc:sldLayoutChg>
        <pc:sldLayoutChg chg="del">
          <pc:chgData name="Gudla, Natraj" userId="1b097815-ad51-435d-a557-eb69be7a0b69" providerId="ADAL" clId="{283283F4-033F-4442-A5D9-8DA66D387EF6}" dt="2024-06-09T04:17:02.120" v="5560" actId="2696"/>
          <pc:sldLayoutMkLst>
            <pc:docMk/>
            <pc:sldMasterMk cId="2277162753" sldId="2147484186"/>
            <pc:sldLayoutMk cId="3772647279" sldId="2147484203"/>
          </pc:sldLayoutMkLst>
        </pc:sldLayoutChg>
        <pc:sldLayoutChg chg="del">
          <pc:chgData name="Gudla, Natraj" userId="1b097815-ad51-435d-a557-eb69be7a0b69" providerId="ADAL" clId="{283283F4-033F-4442-A5D9-8DA66D387EF6}" dt="2024-06-09T04:17:55.190" v="5569" actId="2696"/>
          <pc:sldLayoutMkLst>
            <pc:docMk/>
            <pc:sldMasterMk cId="2277162753" sldId="2147484186"/>
            <pc:sldLayoutMk cId="3195430909" sldId="2147484204"/>
          </pc:sldLayoutMkLst>
        </pc:sldLayoutChg>
        <pc:sldLayoutChg chg="del">
          <pc:chgData name="Gudla, Natraj" userId="1b097815-ad51-435d-a557-eb69be7a0b69" providerId="ADAL" clId="{283283F4-033F-4442-A5D9-8DA66D387EF6}" dt="2024-06-09T04:17:05.754" v="5561" actId="2696"/>
          <pc:sldLayoutMkLst>
            <pc:docMk/>
            <pc:sldMasterMk cId="2277162753" sldId="2147484186"/>
            <pc:sldLayoutMk cId="2009679037" sldId="2147484205"/>
          </pc:sldLayoutMkLst>
        </pc:sldLayoutChg>
        <pc:sldLayoutChg chg="del">
          <pc:chgData name="Gudla, Natraj" userId="1b097815-ad51-435d-a557-eb69be7a0b69" providerId="ADAL" clId="{283283F4-033F-4442-A5D9-8DA66D387EF6}" dt="2024-06-09T04:17:05.790" v="5562" actId="2696"/>
          <pc:sldLayoutMkLst>
            <pc:docMk/>
            <pc:sldMasterMk cId="2277162753" sldId="2147484186"/>
            <pc:sldLayoutMk cId="1325661635" sldId="2147484206"/>
          </pc:sldLayoutMkLst>
        </pc:sldLayoutChg>
        <pc:sldLayoutChg chg="del">
          <pc:chgData name="Gudla, Natraj" userId="1b097815-ad51-435d-a557-eb69be7a0b69" providerId="ADAL" clId="{283283F4-033F-4442-A5D9-8DA66D387EF6}" dt="2024-06-09T04:17:05.802" v="5563" actId="2696"/>
          <pc:sldLayoutMkLst>
            <pc:docMk/>
            <pc:sldMasterMk cId="2277162753" sldId="2147484186"/>
            <pc:sldLayoutMk cId="2008280155" sldId="2147484207"/>
          </pc:sldLayoutMkLst>
        </pc:sldLayoutChg>
        <pc:sldLayoutChg chg="addSp modSp">
          <pc:chgData name="Gudla, Natraj" userId="1b097815-ad51-435d-a557-eb69be7a0b69" providerId="ADAL" clId="{283283F4-033F-4442-A5D9-8DA66D387EF6}" dt="2024-06-09T04:17:52.630" v="5568"/>
          <pc:sldLayoutMkLst>
            <pc:docMk/>
            <pc:sldMasterMk cId="2277162753" sldId="2147484186"/>
            <pc:sldLayoutMk cId="2945530250" sldId="2147484208"/>
          </pc:sldLayoutMkLst>
        </pc:sldLayoutChg>
        <pc:sldLayoutChg chg="addSp modSp">
          <pc:chgData name="Gudla, Natraj" userId="1b097815-ad51-435d-a557-eb69be7a0b69" providerId="ADAL" clId="{283283F4-033F-4442-A5D9-8DA66D387EF6}" dt="2024-06-09T04:17:51.180" v="5567"/>
          <pc:sldLayoutMkLst>
            <pc:docMk/>
            <pc:sldMasterMk cId="2277162753" sldId="2147484186"/>
            <pc:sldLayoutMk cId="132604377" sldId="2147484209"/>
          </pc:sldLayoutMkLst>
        </pc:sldLayoutChg>
        <pc:sldLayoutChg chg="addSp modSp">
          <pc:chgData name="Gudla, Natraj" userId="1b097815-ad51-435d-a557-eb69be7a0b69" providerId="ADAL" clId="{283283F4-033F-4442-A5D9-8DA66D387EF6}" dt="2024-06-09T04:17:48.873" v="5566"/>
          <pc:sldLayoutMkLst>
            <pc:docMk/>
            <pc:sldMasterMk cId="2277162753" sldId="2147484186"/>
            <pc:sldLayoutMk cId="2904346813" sldId="2147484210"/>
          </pc:sldLayoutMkLst>
        </pc:sldLayoutChg>
        <pc:sldLayoutChg chg="del">
          <pc:chgData name="Gudla, Natraj" userId="1b097815-ad51-435d-a557-eb69be7a0b69" providerId="ADAL" clId="{283283F4-033F-4442-A5D9-8DA66D387EF6}" dt="2024-06-09T04:17:47.005" v="5565" actId="2696"/>
          <pc:sldLayoutMkLst>
            <pc:docMk/>
            <pc:sldMasterMk cId="2277162753" sldId="2147484186"/>
            <pc:sldLayoutMk cId="3478531847" sldId="2147484211"/>
          </pc:sldLayoutMkLst>
        </pc:sldLayoutChg>
        <pc:sldLayoutChg chg="del">
          <pc:chgData name="Gudla, Natraj" userId="1b097815-ad51-435d-a557-eb69be7a0b69" providerId="ADAL" clId="{283283F4-033F-4442-A5D9-8DA66D387EF6}" dt="2024-06-09T04:17:45.859" v="5564" actId="2696"/>
          <pc:sldLayoutMkLst>
            <pc:docMk/>
            <pc:sldMasterMk cId="2277162753" sldId="2147484186"/>
            <pc:sldLayoutMk cId="623068140" sldId="2147484212"/>
          </pc:sldLayoutMkLst>
        </pc:sldLayoutChg>
        <pc:sldLayoutChg chg="addSp modSp">
          <pc:chgData name="Gudla, Natraj" userId="1b097815-ad51-435d-a557-eb69be7a0b69" providerId="ADAL" clId="{283283F4-033F-4442-A5D9-8DA66D387EF6}" dt="2024-06-09T03:56:57.954" v="5422"/>
          <pc:sldLayoutMkLst>
            <pc:docMk/>
            <pc:sldMasterMk cId="2277162753" sldId="2147484186"/>
            <pc:sldLayoutMk cId="3340545520" sldId="2147484213"/>
          </pc:sldLayoutMkLst>
        </pc:sldLayoutChg>
      </pc:sldMasterChg>
    </pc:docChg>
  </pc:docChgLst>
  <pc:docChgLst>
    <pc:chgData name="Akula, Kiran" userId="S::kiran.akula@capgemini.com::4edd7db3-3f5e-4d95-b6aa-837b0f56c970" providerId="AD" clId="Web-{581EC650-7E2F-959F-698E-76B98C057297}"/>
    <pc:docChg chg="delSld">
      <pc:chgData name="Akula, Kiran" userId="S::kiran.akula@capgemini.com::4edd7db3-3f5e-4d95-b6aa-837b0f56c970" providerId="AD" clId="Web-{581EC650-7E2F-959F-698E-76B98C057297}" dt="2024-05-16T11:50:12.415" v="0"/>
      <pc:docMkLst>
        <pc:docMk/>
      </pc:docMkLst>
      <pc:sldChg chg="del">
        <pc:chgData name="Akula, Kiran" userId="S::kiran.akula@capgemini.com::4edd7db3-3f5e-4d95-b6aa-837b0f56c970" providerId="AD" clId="Web-{581EC650-7E2F-959F-698E-76B98C057297}" dt="2024-05-16T11:50:12.415" v="0"/>
        <pc:sldMkLst>
          <pc:docMk/>
          <pc:sldMk cId="1853885874" sldId="2141412330"/>
        </pc:sldMkLst>
      </pc:sldChg>
    </pc:docChg>
  </pc:docChgLst>
  <pc:docChgLst>
    <pc:chgData name="Cartwright, Max" userId="4fdaca64-157b-4f34-aebd-58f672b6a20c" providerId="ADAL" clId="{50FFDC47-C87A-4595-948F-F2FC178038B4}"/>
    <pc:docChg chg="modSld">
      <pc:chgData name="Cartwright, Max" userId="4fdaca64-157b-4f34-aebd-58f672b6a20c" providerId="ADAL" clId="{50FFDC47-C87A-4595-948F-F2FC178038B4}" dt="2024-07-22T09:54:47.069" v="0" actId="1076"/>
      <pc:docMkLst>
        <pc:docMk/>
      </pc:docMkLst>
      <pc:sldChg chg="modSp mod">
        <pc:chgData name="Cartwright, Max" userId="4fdaca64-157b-4f34-aebd-58f672b6a20c" providerId="ADAL" clId="{50FFDC47-C87A-4595-948F-F2FC178038B4}" dt="2024-07-22T09:54:47.069" v="0" actId="1076"/>
        <pc:sldMkLst>
          <pc:docMk/>
          <pc:sldMk cId="336240612" sldId="2147474119"/>
        </pc:sldMkLst>
      </pc:sldChg>
    </pc:docChg>
  </pc:docChgLst>
  <pc:docChgLst>
    <pc:chgData name="Kanduru, Raghava" userId="cf8c09de-c40c-47a2-971b-c612c06e0906" providerId="ADAL" clId="{4C56122D-C267-4AA5-B2AB-CAAC7D036D6C}"/>
    <pc:docChg chg="undo custSel addSld modSld sldOrd modMainMaster">
      <pc:chgData name="Kanduru, Raghava" userId="cf8c09de-c40c-47a2-971b-c612c06e0906" providerId="ADAL" clId="{4C56122D-C267-4AA5-B2AB-CAAC7D036D6C}" dt="2024-06-06T08:48:23.588" v="1434" actId="108"/>
      <pc:docMkLst>
        <pc:docMk/>
      </pc:docMkLst>
      <pc:sldChg chg="modSp mod">
        <pc:chgData name="Kanduru, Raghava" userId="cf8c09de-c40c-47a2-971b-c612c06e0906" providerId="ADAL" clId="{4C56122D-C267-4AA5-B2AB-CAAC7D036D6C}" dt="2024-06-05T17:40:03.449" v="482" actId="313"/>
        <pc:sldMkLst>
          <pc:docMk/>
          <pc:sldMk cId="1641999006" sldId="256"/>
        </pc:sldMkLst>
      </pc:sldChg>
      <pc:sldChg chg="modSp mod">
        <pc:chgData name="Kanduru, Raghava" userId="cf8c09de-c40c-47a2-971b-c612c06e0906" providerId="ADAL" clId="{4C56122D-C267-4AA5-B2AB-CAAC7D036D6C}" dt="2024-06-05T17:34:45.488" v="431" actId="313"/>
        <pc:sldMkLst>
          <pc:docMk/>
          <pc:sldMk cId="168597767" sldId="258"/>
        </pc:sldMkLst>
      </pc:sldChg>
      <pc:sldChg chg="modSp mod">
        <pc:chgData name="Kanduru, Raghava" userId="cf8c09de-c40c-47a2-971b-c612c06e0906" providerId="ADAL" clId="{4C56122D-C267-4AA5-B2AB-CAAC7D036D6C}" dt="2024-06-05T17:41:23.168" v="496" actId="313"/>
        <pc:sldMkLst>
          <pc:docMk/>
          <pc:sldMk cId="1236684026" sldId="2076137828"/>
        </pc:sldMkLst>
      </pc:sldChg>
      <pc:sldChg chg="modSp mod">
        <pc:chgData name="Kanduru, Raghava" userId="cf8c09de-c40c-47a2-971b-c612c06e0906" providerId="ADAL" clId="{4C56122D-C267-4AA5-B2AB-CAAC7D036D6C}" dt="2024-06-05T17:41:24.901" v="497" actId="313"/>
        <pc:sldMkLst>
          <pc:docMk/>
          <pc:sldMk cId="1580444266" sldId="2076137829"/>
        </pc:sldMkLst>
      </pc:sldChg>
      <pc:sldChg chg="modSp mod">
        <pc:chgData name="Kanduru, Raghava" userId="cf8c09de-c40c-47a2-971b-c612c06e0906" providerId="ADAL" clId="{4C56122D-C267-4AA5-B2AB-CAAC7D036D6C}" dt="2024-06-05T17:41:30.938" v="499" actId="313"/>
        <pc:sldMkLst>
          <pc:docMk/>
          <pc:sldMk cId="2462143889" sldId="2076137830"/>
        </pc:sldMkLst>
      </pc:sldChg>
      <pc:sldChg chg="modSp mod">
        <pc:chgData name="Kanduru, Raghava" userId="cf8c09de-c40c-47a2-971b-c612c06e0906" providerId="ADAL" clId="{4C56122D-C267-4AA5-B2AB-CAAC7D036D6C}" dt="2024-06-05T17:34:27.931" v="428" actId="313"/>
        <pc:sldMkLst>
          <pc:docMk/>
          <pc:sldMk cId="2815566877" sldId="2076137832"/>
        </pc:sldMkLst>
      </pc:sldChg>
      <pc:sldChg chg="modSp mod">
        <pc:chgData name="Kanduru, Raghava" userId="cf8c09de-c40c-47a2-971b-c612c06e0906" providerId="ADAL" clId="{4C56122D-C267-4AA5-B2AB-CAAC7D036D6C}" dt="2024-06-05T17:41:09.033" v="492" actId="313"/>
        <pc:sldMkLst>
          <pc:docMk/>
          <pc:sldMk cId="199444538" sldId="2141412308"/>
        </pc:sldMkLst>
      </pc:sldChg>
      <pc:sldChg chg="addSp modSp mod">
        <pc:chgData name="Kanduru, Raghava" userId="cf8c09de-c40c-47a2-971b-c612c06e0906" providerId="ADAL" clId="{4C56122D-C267-4AA5-B2AB-CAAC7D036D6C}" dt="2024-06-06T04:44:42.623" v="522" actId="20577"/>
        <pc:sldMkLst>
          <pc:docMk/>
          <pc:sldMk cId="2377744435" sldId="2141412313"/>
        </pc:sldMkLst>
      </pc:sldChg>
      <pc:sldChg chg="modSp mod">
        <pc:chgData name="Kanduru, Raghava" userId="cf8c09de-c40c-47a2-971b-c612c06e0906" providerId="ADAL" clId="{4C56122D-C267-4AA5-B2AB-CAAC7D036D6C}" dt="2024-06-05T17:41:21.453" v="495" actId="313"/>
        <pc:sldMkLst>
          <pc:docMk/>
          <pc:sldMk cId="4268486508" sldId="2141412314"/>
        </pc:sldMkLst>
      </pc:sldChg>
      <pc:sldChg chg="modSp mod">
        <pc:chgData name="Kanduru, Raghava" userId="cf8c09de-c40c-47a2-971b-c612c06e0906" providerId="ADAL" clId="{4C56122D-C267-4AA5-B2AB-CAAC7D036D6C}" dt="2024-06-05T17:41:50.070" v="507" actId="313"/>
        <pc:sldMkLst>
          <pc:docMk/>
          <pc:sldMk cId="1754236133" sldId="2141412320"/>
        </pc:sldMkLst>
      </pc:sldChg>
      <pc:sldChg chg="modSp mod">
        <pc:chgData name="Kanduru, Raghava" userId="cf8c09de-c40c-47a2-971b-c612c06e0906" providerId="ADAL" clId="{4C56122D-C267-4AA5-B2AB-CAAC7D036D6C}" dt="2024-06-05T17:41:04.623" v="491" actId="313"/>
        <pc:sldMkLst>
          <pc:docMk/>
          <pc:sldMk cId="3414426561" sldId="2141412321"/>
        </pc:sldMkLst>
      </pc:sldChg>
      <pc:sldChg chg="modSp mod">
        <pc:chgData name="Kanduru, Raghava" userId="cf8c09de-c40c-47a2-971b-c612c06e0906" providerId="ADAL" clId="{4C56122D-C267-4AA5-B2AB-CAAC7D036D6C}" dt="2024-06-05T17:37:47.374" v="460" actId="313"/>
        <pc:sldMkLst>
          <pc:docMk/>
          <pc:sldMk cId="1881052012" sldId="2141412324"/>
        </pc:sldMkLst>
      </pc:sldChg>
      <pc:sldChg chg="modSp mod">
        <pc:chgData name="Kanduru, Raghava" userId="cf8c09de-c40c-47a2-971b-c612c06e0906" providerId="ADAL" clId="{4C56122D-C267-4AA5-B2AB-CAAC7D036D6C}" dt="2024-06-05T17:42:00.873" v="511" actId="313"/>
        <pc:sldMkLst>
          <pc:docMk/>
          <pc:sldMk cId="2075032058" sldId="2141412334"/>
        </pc:sldMkLst>
      </pc:sldChg>
      <pc:sldChg chg="modSp mod">
        <pc:chgData name="Kanduru, Raghava" userId="cf8c09de-c40c-47a2-971b-c612c06e0906" providerId="ADAL" clId="{4C56122D-C267-4AA5-B2AB-CAAC7D036D6C}" dt="2024-06-05T17:40:57.480" v="488" actId="313"/>
        <pc:sldMkLst>
          <pc:docMk/>
          <pc:sldMk cId="2878614302" sldId="2147229685"/>
        </pc:sldMkLst>
      </pc:sldChg>
      <pc:sldChg chg="modSp mod">
        <pc:chgData name="Kanduru, Raghava" userId="cf8c09de-c40c-47a2-971b-c612c06e0906" providerId="ADAL" clId="{4C56122D-C267-4AA5-B2AB-CAAC7D036D6C}" dt="2024-06-05T17:35:48.195" v="443" actId="313"/>
        <pc:sldMkLst>
          <pc:docMk/>
          <pc:sldMk cId="1414742847" sldId="2147474160"/>
        </pc:sldMkLst>
      </pc:sldChg>
      <pc:sldChg chg="modSp mod">
        <pc:chgData name="Kanduru, Raghava" userId="cf8c09de-c40c-47a2-971b-c612c06e0906" providerId="ADAL" clId="{4C56122D-C267-4AA5-B2AB-CAAC7D036D6C}" dt="2024-06-05T17:35:45.753" v="442" actId="313"/>
        <pc:sldMkLst>
          <pc:docMk/>
          <pc:sldMk cId="885501633" sldId="2147474161"/>
        </pc:sldMkLst>
      </pc:sldChg>
      <pc:sldChg chg="modSp">
        <pc:chgData name="Kanduru, Raghava" userId="cf8c09de-c40c-47a2-971b-c612c06e0906" providerId="ADAL" clId="{4C56122D-C267-4AA5-B2AB-CAAC7D036D6C}" dt="2024-06-05T17:35:56.957" v="445" actId="313"/>
        <pc:sldMkLst>
          <pc:docMk/>
          <pc:sldMk cId="1322890075" sldId="2147474179"/>
        </pc:sldMkLst>
      </pc:sldChg>
      <pc:sldChg chg="modSp mod">
        <pc:chgData name="Kanduru, Raghava" userId="cf8c09de-c40c-47a2-971b-c612c06e0906" providerId="ADAL" clId="{4C56122D-C267-4AA5-B2AB-CAAC7D036D6C}" dt="2024-06-05T17:40:49.577" v="484" actId="313"/>
        <pc:sldMkLst>
          <pc:docMk/>
          <pc:sldMk cId="1600209829" sldId="2147474180"/>
        </pc:sldMkLst>
      </pc:sldChg>
      <pc:sldChg chg="modSp mod">
        <pc:chgData name="Kanduru, Raghava" userId="cf8c09de-c40c-47a2-971b-c612c06e0906" providerId="ADAL" clId="{4C56122D-C267-4AA5-B2AB-CAAC7D036D6C}" dt="2024-06-05T17:35:52.370" v="444" actId="313"/>
        <pc:sldMkLst>
          <pc:docMk/>
          <pc:sldMk cId="2644422550" sldId="2147474183"/>
        </pc:sldMkLst>
      </pc:sldChg>
      <pc:sldChg chg="modSp mod">
        <pc:chgData name="Kanduru, Raghava" userId="cf8c09de-c40c-47a2-971b-c612c06e0906" providerId="ADAL" clId="{4C56122D-C267-4AA5-B2AB-CAAC7D036D6C}" dt="2024-06-05T17:40:45.296" v="483" actId="313"/>
        <pc:sldMkLst>
          <pc:docMk/>
          <pc:sldMk cId="590396206" sldId="2147474186"/>
        </pc:sldMkLst>
      </pc:sldChg>
      <pc:sldChg chg="modSp mod">
        <pc:chgData name="Kanduru, Raghava" userId="cf8c09de-c40c-47a2-971b-c612c06e0906" providerId="ADAL" clId="{4C56122D-C267-4AA5-B2AB-CAAC7D036D6C}" dt="2024-06-05T17:40:55.748" v="487" actId="313"/>
        <pc:sldMkLst>
          <pc:docMk/>
          <pc:sldMk cId="4112435908" sldId="2147475721"/>
        </pc:sldMkLst>
      </pc:sldChg>
      <pc:sldChg chg="modSp mod">
        <pc:chgData name="Kanduru, Raghava" userId="cf8c09de-c40c-47a2-971b-c612c06e0906" providerId="ADAL" clId="{4C56122D-C267-4AA5-B2AB-CAAC7D036D6C}" dt="2024-06-05T17:41:39.761" v="501" actId="313"/>
        <pc:sldMkLst>
          <pc:docMk/>
          <pc:sldMk cId="3460164977" sldId="2147475789"/>
        </pc:sldMkLst>
      </pc:sldChg>
      <pc:sldChg chg="mod ord modShow">
        <pc:chgData name="Kanduru, Raghava" userId="cf8c09de-c40c-47a2-971b-c612c06e0906" providerId="ADAL" clId="{4C56122D-C267-4AA5-B2AB-CAAC7D036D6C}" dt="2024-06-06T07:37:27.933" v="1021"/>
        <pc:sldMkLst>
          <pc:docMk/>
          <pc:sldMk cId="982538659" sldId="2147475797"/>
        </pc:sldMkLst>
      </pc:sldChg>
      <pc:sldChg chg="addSp delSp modSp add mod">
        <pc:chgData name="Kanduru, Raghava" userId="cf8c09de-c40c-47a2-971b-c612c06e0906" providerId="ADAL" clId="{4C56122D-C267-4AA5-B2AB-CAAC7D036D6C}" dt="2024-06-06T05:28:33.736" v="531" actId="20577"/>
        <pc:sldMkLst>
          <pc:docMk/>
          <pc:sldMk cId="2957828277" sldId="2147475800"/>
        </pc:sldMkLst>
      </pc:sldChg>
      <pc:sldChg chg="addSp delSp modSp add mod modAnim modShow">
        <pc:chgData name="Kanduru, Raghava" userId="cf8c09de-c40c-47a2-971b-c612c06e0906" providerId="ADAL" clId="{4C56122D-C267-4AA5-B2AB-CAAC7D036D6C}" dt="2024-06-06T08:46:37.977" v="1414" actId="1076"/>
        <pc:sldMkLst>
          <pc:docMk/>
          <pc:sldMk cId="2720965184" sldId="2147475802"/>
        </pc:sldMkLst>
      </pc:sldChg>
      <pc:sldMasterChg chg="addSp modSp mod modSldLayout">
        <pc:chgData name="Kanduru, Raghava" userId="cf8c09de-c40c-47a2-971b-c612c06e0906" providerId="ADAL" clId="{4C56122D-C267-4AA5-B2AB-CAAC7D036D6C}" dt="2024-06-06T08:48:23.588" v="1434" actId="108"/>
        <pc:sldMasterMkLst>
          <pc:docMk/>
          <pc:sldMasterMk cId="3148905397" sldId="2147483899"/>
        </pc:sldMasterMkLst>
        <pc:sldLayoutChg chg="modSp mod">
          <pc:chgData name="Kanduru, Raghava" userId="cf8c09de-c40c-47a2-971b-c612c06e0906" providerId="ADAL" clId="{4C56122D-C267-4AA5-B2AB-CAAC7D036D6C}" dt="2024-06-06T08:41:19.253" v="1413" actId="20577"/>
          <pc:sldLayoutMkLst>
            <pc:docMk/>
            <pc:sldMasterMk cId="3148905397" sldId="2147483899"/>
            <pc:sldLayoutMk cId="140181552" sldId="2147484097"/>
          </pc:sldLayoutMkLst>
        </pc:sldLayoutChg>
        <pc:sldLayoutChg chg="modSp mod">
          <pc:chgData name="Kanduru, Raghava" userId="cf8c09de-c40c-47a2-971b-c612c06e0906" providerId="ADAL" clId="{4C56122D-C267-4AA5-B2AB-CAAC7D036D6C}" dt="2024-06-06T08:40:37.575" v="1412" actId="6549"/>
          <pc:sldLayoutMkLst>
            <pc:docMk/>
            <pc:sldMasterMk cId="3148905397" sldId="2147483899"/>
            <pc:sldLayoutMk cId="45015724" sldId="2147484155"/>
          </pc:sldLayoutMkLst>
        </pc:sldLayoutChg>
      </pc:sldMasterChg>
    </pc:docChg>
  </pc:docChgLst>
  <pc:docChgLst>
    <pc:chgData name="Marik, Gourab" userId="99ff5f7e-dc4c-44ca-87ff-fde9faab1658" providerId="ADAL" clId="{8AE99654-A07D-49B8-824D-CEB6D6E2D10A}"/>
    <pc:docChg chg="custSel modSld">
      <pc:chgData name="Marik, Gourab" userId="99ff5f7e-dc4c-44ca-87ff-fde9faab1658" providerId="ADAL" clId="{8AE99654-A07D-49B8-824D-CEB6D6E2D10A}" dt="2024-06-21T05:18:16.138" v="400" actId="2056"/>
      <pc:docMkLst>
        <pc:docMk/>
      </pc:docMkLst>
      <pc:sldChg chg="modCm">
        <pc:chgData name="Marik, Gourab" userId="99ff5f7e-dc4c-44ca-87ff-fde9faab1658" providerId="ADAL" clId="{8AE99654-A07D-49B8-824D-CEB6D6E2D10A}" dt="2024-06-21T05:18:16.138" v="400" actId="2056"/>
        <pc:sldMkLst>
          <pc:docMk/>
          <pc:sldMk cId="1001885555" sldId="2147475796"/>
        </pc:sldMkLst>
        <pc:extLst>
          <p:ext xmlns:p="http://schemas.openxmlformats.org/presentationml/2006/main" uri="{D6D511B9-2390-475A-947B-AFAB55BFBCF1}">
            <pc226:cmChg xmlns:pc226="http://schemas.microsoft.com/office/powerpoint/2022/06/main/command" chg="mod">
              <pc226:chgData name="Marik, Gourab" userId="99ff5f7e-dc4c-44ca-87ff-fde9faab1658" providerId="ADAL" clId="{8AE99654-A07D-49B8-824D-CEB6D6E2D10A}" dt="2024-06-21T05:18:16.138" v="400" actId="2056"/>
              <pc2:cmMkLst xmlns:pc2="http://schemas.microsoft.com/office/powerpoint/2019/9/main/command">
                <pc:docMk/>
                <pc:sldMk cId="1001885555" sldId="2147475796"/>
                <pc2:cmMk id="{6187E47D-BBEA-4C72-87DA-B268F556C1BE}"/>
              </pc2:cmMkLst>
            </pc226:cmChg>
          </p:ext>
        </pc:extLst>
      </pc:sldChg>
      <pc:sldChg chg="modSp mod">
        <pc:chgData name="Marik, Gourab" userId="99ff5f7e-dc4c-44ca-87ff-fde9faab1658" providerId="ADAL" clId="{8AE99654-A07D-49B8-824D-CEB6D6E2D10A}" dt="2024-06-21T04:19:42.933" v="196" actId="20577"/>
        <pc:sldMkLst>
          <pc:docMk/>
          <pc:sldMk cId="3468048512" sldId="2147475818"/>
        </pc:sldMkLst>
      </pc:sldChg>
      <pc:sldChg chg="modSp mod">
        <pc:chgData name="Marik, Gourab" userId="99ff5f7e-dc4c-44ca-87ff-fde9faab1658" providerId="ADAL" clId="{8AE99654-A07D-49B8-824D-CEB6D6E2D10A}" dt="2024-06-21T04:24:35.834" v="399" actId="20577"/>
        <pc:sldMkLst>
          <pc:docMk/>
          <pc:sldMk cId="3204792641" sldId="2147475819"/>
        </pc:sldMkLst>
      </pc:sldChg>
    </pc:docChg>
  </pc:docChgLst>
  <pc:docChgLst>
    <pc:chgData name="Kavanagh, Sarah" userId="S::sarah.kavanagh@capgemini.com::48611c9d-48bb-44eb-bdf4-1905d85d7307" providerId="AD" clId="Web-{A50A7406-3B4D-DF4F-E1E3-5211FFB16231}"/>
    <pc:docChg chg="modSld">
      <pc:chgData name="Kavanagh, Sarah" userId="S::sarah.kavanagh@capgemini.com::48611c9d-48bb-44eb-bdf4-1905d85d7307" providerId="AD" clId="Web-{A50A7406-3B4D-DF4F-E1E3-5211FFB16231}" dt="2025-01-28T11:54:29.989" v="3"/>
      <pc:docMkLst>
        <pc:docMk/>
      </pc:docMkLst>
      <pc:sldChg chg="modSp">
        <pc:chgData name="Kavanagh, Sarah" userId="S::sarah.kavanagh@capgemini.com::48611c9d-48bb-44eb-bdf4-1905d85d7307" providerId="AD" clId="Web-{A50A7406-3B4D-DF4F-E1E3-5211FFB16231}" dt="2025-01-28T11:54:29.989" v="3"/>
        <pc:sldMkLst>
          <pc:docMk/>
          <pc:sldMk cId="1817871902" sldId="961"/>
        </pc:sldMkLst>
        <pc:graphicFrameChg chg="mod modGraphic">
          <ac:chgData name="Kavanagh, Sarah" userId="S::sarah.kavanagh@capgemini.com::48611c9d-48bb-44eb-bdf4-1905d85d7307" providerId="AD" clId="Web-{A50A7406-3B4D-DF4F-E1E3-5211FFB16231}" dt="2025-01-28T11:54:29.989" v="3"/>
          <ac:graphicFrameMkLst>
            <pc:docMk/>
            <pc:sldMk cId="1817871902" sldId="961"/>
            <ac:graphicFrameMk id="6" creationId="{CDC4454F-925B-FCBE-0BBE-1CFCBD4B1904}"/>
          </ac:graphicFrameMkLst>
        </pc:graphicFrameChg>
      </pc:sldChg>
    </pc:docChg>
  </pc:docChgLst>
  <pc:docChgLst>
    <pc:chgData name="Kanduru, Raghava" userId="S::raghava.kanduru@capgemini.com::cf8c09de-c40c-47a2-971b-c612c06e0906" providerId="AD" clId="Web-{3A3AA7DB-D610-F9D2-1EE9-959A4A03FAB4}"/>
    <pc:docChg chg="addSld">
      <pc:chgData name="Kanduru, Raghava" userId="S::raghava.kanduru@capgemini.com::cf8c09de-c40c-47a2-971b-c612c06e0906" providerId="AD" clId="Web-{3A3AA7DB-D610-F9D2-1EE9-959A4A03FAB4}" dt="2024-05-30T05:19:58.317" v="0"/>
      <pc:docMkLst>
        <pc:docMk/>
      </pc:docMkLst>
      <pc:sldChg chg="add">
        <pc:chgData name="Kanduru, Raghava" userId="S::raghava.kanduru@capgemini.com::cf8c09de-c40c-47a2-971b-c612c06e0906" providerId="AD" clId="Web-{3A3AA7DB-D610-F9D2-1EE9-959A4A03FAB4}" dt="2024-05-30T05:19:58.317" v="0"/>
        <pc:sldMkLst>
          <pc:docMk/>
          <pc:sldMk cId="982538659" sldId="2147475797"/>
        </pc:sldMkLst>
      </pc:sldChg>
    </pc:docChg>
  </pc:docChgLst>
  <pc:docChgLst>
    <pc:chgData name="Goundu, Ramesh" userId="S::ramesh.goundu@capgemini.com::26e4ecc0-474c-4e51-8678-139134653597" providerId="AD" clId="Web-{086E88AE-7B29-4EDC-949D-4372394FF491}"/>
    <pc:docChg chg="modSld">
      <pc:chgData name="Goundu, Ramesh" userId="S::ramesh.goundu@capgemini.com::26e4ecc0-474c-4e51-8678-139134653597" providerId="AD" clId="Web-{086E88AE-7B29-4EDC-949D-4372394FF491}" dt="2024-05-22T03:10:39.053" v="108" actId="20577"/>
      <pc:docMkLst>
        <pc:docMk/>
      </pc:docMkLst>
      <pc:sldChg chg="modSp">
        <pc:chgData name="Goundu, Ramesh" userId="S::ramesh.goundu@capgemini.com::26e4ecc0-474c-4e51-8678-139134653597" providerId="AD" clId="Web-{086E88AE-7B29-4EDC-949D-4372394FF491}" dt="2024-05-22T03:10:39.053" v="108" actId="20577"/>
        <pc:sldMkLst>
          <pc:docMk/>
          <pc:sldMk cId="2815566877" sldId="2076137832"/>
        </pc:sldMkLst>
      </pc:sldChg>
    </pc:docChg>
  </pc:docChgLst>
  <pc:docChgLst>
    <pc:chgData name="Bandaru, Muralidhara Rao" userId="f3e341c2-313f-4fed-808d-d330c8250b02" providerId="ADAL" clId="{83646F0D-176D-46C4-9AB2-629397A25B3E}"/>
    <pc:docChg chg="undo redo custSel modSld">
      <pc:chgData name="Bandaru, Muralidhara Rao" userId="f3e341c2-313f-4fed-808d-d330c8250b02" providerId="ADAL" clId="{83646F0D-176D-46C4-9AB2-629397A25B3E}" dt="2024-07-04T11:51:25.106" v="515" actId="1076"/>
      <pc:docMkLst>
        <pc:docMk/>
      </pc:docMkLst>
      <pc:sldChg chg="addSp delSp modSp mod">
        <pc:chgData name="Bandaru, Muralidhara Rao" userId="f3e341c2-313f-4fed-808d-d330c8250b02" providerId="ADAL" clId="{83646F0D-176D-46C4-9AB2-629397A25B3E}" dt="2024-07-04T11:51:25.106" v="515" actId="1076"/>
        <pc:sldMkLst>
          <pc:docMk/>
          <pc:sldMk cId="2042885715" sldId="2147474192"/>
        </pc:sldMkLst>
      </pc:sldChg>
      <pc:sldChg chg="addSp delSp modSp mod">
        <pc:chgData name="Bandaru, Muralidhara Rao" userId="f3e341c2-313f-4fed-808d-d330c8250b02" providerId="ADAL" clId="{83646F0D-176D-46C4-9AB2-629397A25B3E}" dt="2024-07-04T05:31:28.372" v="496" actId="1076"/>
        <pc:sldMkLst>
          <pc:docMk/>
          <pc:sldMk cId="3450465591" sldId="2147474193"/>
        </pc:sldMkLst>
      </pc:sldChg>
    </pc:docChg>
  </pc:docChgLst>
  <pc:docChgLst>
    <pc:chgData name="Gudla, Natraj" userId="1b097815-ad51-435d-a557-eb69be7a0b69" providerId="ADAL" clId="{AF44D828-071E-44F8-8E4E-4971C61F34FB}"/>
    <pc:docChg chg="undo custSel addSld delSld modSld">
      <pc:chgData name="Gudla, Natraj" userId="1b097815-ad51-435d-a557-eb69be7a0b69" providerId="ADAL" clId="{AF44D828-071E-44F8-8E4E-4971C61F34FB}" dt="2024-07-05T09:46:34.901" v="2129" actId="20577"/>
      <pc:docMkLst>
        <pc:docMk/>
      </pc:docMkLst>
      <pc:sldChg chg="modSp mod">
        <pc:chgData name="Gudla, Natraj" userId="1b097815-ad51-435d-a557-eb69be7a0b69" providerId="ADAL" clId="{AF44D828-071E-44F8-8E4E-4971C61F34FB}" dt="2024-06-26T14:59:30.445" v="95" actId="20577"/>
        <pc:sldMkLst>
          <pc:docMk/>
          <pc:sldMk cId="2815566877" sldId="2076137832"/>
        </pc:sldMkLst>
      </pc:sldChg>
      <pc:sldChg chg="modSp mod">
        <pc:chgData name="Gudla, Natraj" userId="1b097815-ad51-435d-a557-eb69be7a0b69" providerId="ADAL" clId="{AF44D828-071E-44F8-8E4E-4971C61F34FB}" dt="2024-07-05T03:31:30.355" v="1898" actId="1076"/>
        <pc:sldMkLst>
          <pc:docMk/>
          <pc:sldMk cId="2001861423" sldId="2147474153"/>
        </pc:sldMkLst>
      </pc:sldChg>
      <pc:sldChg chg="modSp del mod">
        <pc:chgData name="Gudla, Natraj" userId="1b097815-ad51-435d-a557-eb69be7a0b69" providerId="ADAL" clId="{AF44D828-071E-44F8-8E4E-4971C61F34FB}" dt="2024-07-05T03:38:14.761" v="1992" actId="47"/>
        <pc:sldMkLst>
          <pc:docMk/>
          <pc:sldMk cId="3447131155" sldId="2147474155"/>
        </pc:sldMkLst>
      </pc:sldChg>
      <pc:sldChg chg="addSp modSp mod">
        <pc:chgData name="Gudla, Natraj" userId="1b097815-ad51-435d-a557-eb69be7a0b69" providerId="ADAL" clId="{AF44D828-071E-44F8-8E4E-4971C61F34FB}" dt="2024-07-04T14:14:23.927" v="1892" actId="20577"/>
        <pc:sldMkLst>
          <pc:docMk/>
          <pc:sldMk cId="3571720637" sldId="2147474170"/>
        </pc:sldMkLst>
      </pc:sldChg>
      <pc:sldChg chg="delSp modSp mod">
        <pc:chgData name="Gudla, Natraj" userId="1b097815-ad51-435d-a557-eb69be7a0b69" providerId="ADAL" clId="{AF44D828-071E-44F8-8E4E-4971C61F34FB}" dt="2024-06-27T10:20:40.507" v="100" actId="14100"/>
        <pc:sldMkLst>
          <pc:docMk/>
          <pc:sldMk cId="3429204321" sldId="2147474174"/>
        </pc:sldMkLst>
      </pc:sldChg>
      <pc:sldChg chg="modSp mod">
        <pc:chgData name="Gudla, Natraj" userId="1b097815-ad51-435d-a557-eb69be7a0b69" providerId="ADAL" clId="{AF44D828-071E-44F8-8E4E-4971C61F34FB}" dt="2024-07-04T14:03:36.997" v="1786" actId="403"/>
        <pc:sldMkLst>
          <pc:docMk/>
          <pc:sldMk cId="2042885715" sldId="2147474192"/>
        </pc:sldMkLst>
      </pc:sldChg>
      <pc:sldChg chg="modSp mod">
        <pc:chgData name="Gudla, Natraj" userId="1b097815-ad51-435d-a557-eb69be7a0b69" providerId="ADAL" clId="{AF44D828-071E-44F8-8E4E-4971C61F34FB}" dt="2024-07-05T03:34:39.712" v="1929" actId="2161"/>
        <pc:sldMkLst>
          <pc:docMk/>
          <pc:sldMk cId="3332527972" sldId="2147475815"/>
        </pc:sldMkLst>
      </pc:sldChg>
      <pc:sldChg chg="modSp add mod">
        <pc:chgData name="Gudla, Natraj" userId="1b097815-ad51-435d-a557-eb69be7a0b69" providerId="ADAL" clId="{AF44D828-071E-44F8-8E4E-4971C61F34FB}" dt="2024-07-05T09:46:34.901" v="2129" actId="20577"/>
        <pc:sldMkLst>
          <pc:docMk/>
          <pc:sldMk cId="2621471946" sldId="2147475821"/>
        </pc:sldMkLst>
      </pc:sldChg>
    </pc:docChg>
  </pc:docChgLst>
  <pc:docChgLst>
    <pc:chgData name="Kanduru, Raghava" userId="S::raghava.kanduru@capgemini.com::cf8c09de-c40c-47a2-971b-c612c06e0906" providerId="AD" clId="Web-{0A21888D-C4D9-B994-9670-B8838EDD0DCC}"/>
    <pc:docChg chg="delSld">
      <pc:chgData name="Kanduru, Raghava" userId="S::raghava.kanduru@capgemini.com::cf8c09de-c40c-47a2-971b-c612c06e0906" providerId="AD" clId="Web-{0A21888D-C4D9-B994-9670-B8838EDD0DCC}" dt="2024-05-28T05:21:36.201" v="0"/>
      <pc:docMkLst>
        <pc:docMk/>
      </pc:docMkLst>
      <pc:sldChg chg="del">
        <pc:chgData name="Kanduru, Raghava" userId="S::raghava.kanduru@capgemini.com::cf8c09de-c40c-47a2-971b-c612c06e0906" providerId="AD" clId="Web-{0A21888D-C4D9-B994-9670-B8838EDD0DCC}" dt="2024-05-28T05:21:36.201" v="0"/>
        <pc:sldMkLst>
          <pc:docMk/>
          <pc:sldMk cId="2584685373" sldId="621"/>
        </pc:sldMkLst>
      </pc:sldChg>
    </pc:docChg>
  </pc:docChgLst>
  <pc:docChgLst>
    <pc:chgData name="Kanduru, Raghava" userId="cf8c09de-c40c-47a2-971b-c612c06e0906" providerId="ADAL" clId="{BC96D61C-5A37-43DA-839D-6F4ADFB8DD64}"/>
    <pc:docChg chg="undo custSel addSld delSld modSld sldOrd delMainMaster">
      <pc:chgData name="Kanduru, Raghava" userId="cf8c09de-c40c-47a2-971b-c612c06e0906" providerId="ADAL" clId="{BC96D61C-5A37-43DA-839D-6F4ADFB8DD64}" dt="2024-07-22T10:28:52.073" v="326" actId="20577"/>
      <pc:docMkLst>
        <pc:docMk/>
      </pc:docMkLst>
      <pc:sldChg chg="modSp">
        <pc:chgData name="Kanduru, Raghava" userId="cf8c09de-c40c-47a2-971b-c612c06e0906" providerId="ADAL" clId="{BC96D61C-5A37-43DA-839D-6F4ADFB8DD64}" dt="2024-07-18T09:42:10.070" v="155"/>
        <pc:sldMkLst>
          <pc:docMk/>
          <pc:sldMk cId="1411463970" sldId="2147474152"/>
        </pc:sldMkLst>
      </pc:sldChg>
      <pc:sldChg chg="addSp delSp modSp del mod">
        <pc:chgData name="Kanduru, Raghava" userId="cf8c09de-c40c-47a2-971b-c612c06e0906" providerId="ADAL" clId="{BC96D61C-5A37-43DA-839D-6F4ADFB8DD64}" dt="2024-07-22T10:28:15.717" v="318" actId="47"/>
        <pc:sldMkLst>
          <pc:docMk/>
          <pc:sldMk cId="3125609614" sldId="2147474189"/>
        </pc:sldMkLst>
      </pc:sldChg>
      <pc:sldChg chg="modSp mod">
        <pc:chgData name="Kanduru, Raghava" userId="cf8c09de-c40c-47a2-971b-c612c06e0906" providerId="ADAL" clId="{BC96D61C-5A37-43DA-839D-6F4ADFB8DD64}" dt="2024-07-19T11:36:56.580" v="236" actId="6549"/>
        <pc:sldMkLst>
          <pc:docMk/>
          <pc:sldMk cId="293913670" sldId="2147474190"/>
        </pc:sldMkLst>
      </pc:sldChg>
      <pc:sldChg chg="modSp mod">
        <pc:chgData name="Kanduru, Raghava" userId="cf8c09de-c40c-47a2-971b-c612c06e0906" providerId="ADAL" clId="{BC96D61C-5A37-43DA-839D-6F4ADFB8DD64}" dt="2024-07-18T09:42:25.337" v="156" actId="2165"/>
        <pc:sldMkLst>
          <pc:docMk/>
          <pc:sldMk cId="215030971" sldId="2147475814"/>
        </pc:sldMkLst>
      </pc:sldChg>
      <pc:sldChg chg="modSp mod">
        <pc:chgData name="Kanduru, Raghava" userId="cf8c09de-c40c-47a2-971b-c612c06e0906" providerId="ADAL" clId="{BC96D61C-5A37-43DA-839D-6F4ADFB8DD64}" dt="2024-07-22T10:28:52.073" v="326" actId="20577"/>
        <pc:sldMkLst>
          <pc:docMk/>
          <pc:sldMk cId="3332527972" sldId="2147475815"/>
        </pc:sldMkLst>
      </pc:sldChg>
      <pc:sldChg chg="addSp delSp modSp add mod ord">
        <pc:chgData name="Kanduru, Raghava" userId="cf8c09de-c40c-47a2-971b-c612c06e0906" providerId="ADAL" clId="{BC96D61C-5A37-43DA-839D-6F4ADFB8DD64}" dt="2024-07-22T10:28:18.338" v="320"/>
        <pc:sldMkLst>
          <pc:docMk/>
          <pc:sldMk cId="2240575885" sldId="2147475824"/>
        </pc:sldMkLst>
      </pc:sldChg>
      <pc:sldMasterChg chg="del delSldLayout">
        <pc:chgData name="Kanduru, Raghava" userId="cf8c09de-c40c-47a2-971b-c612c06e0906" providerId="ADAL" clId="{BC96D61C-5A37-43DA-839D-6F4ADFB8DD64}" dt="2024-07-22T10:28:15.717" v="318" actId="47"/>
        <pc:sldMasterMkLst>
          <pc:docMk/>
          <pc:sldMasterMk cId="3224598341" sldId="2147484098"/>
        </pc:sldMasterMkLst>
        <pc:sldLayoutChg chg="del">
          <pc:chgData name="Kanduru, Raghava" userId="cf8c09de-c40c-47a2-971b-c612c06e0906" providerId="ADAL" clId="{BC96D61C-5A37-43DA-839D-6F4ADFB8DD64}" dt="2024-07-22T10:28:15.717" v="318" actId="47"/>
          <pc:sldLayoutMkLst>
            <pc:docMk/>
            <pc:sldMasterMk cId="3224598341" sldId="2147484098"/>
            <pc:sldLayoutMk cId="2382441145" sldId="2147484099"/>
          </pc:sldLayoutMkLst>
        </pc:sldLayoutChg>
      </pc:sldMasterChg>
    </pc:docChg>
  </pc:docChgLst>
  <pc:docChgLst>
    <pc:chgData name="Akula, Kiran" userId="4edd7db3-3f5e-4d95-b6aa-837b0f56c970" providerId="ADAL" clId="{D94FC437-D2EC-4400-A69C-51604DEDBE92}"/>
    <pc:docChg chg="undo custSel addSld delSld modSld">
      <pc:chgData name="Akula, Kiran" userId="4edd7db3-3f5e-4d95-b6aa-837b0f56c970" providerId="ADAL" clId="{D94FC437-D2EC-4400-A69C-51604DEDBE92}" dt="2024-07-12T11:18:05.808" v="1583" actId="20577"/>
      <pc:docMkLst>
        <pc:docMk/>
      </pc:docMkLst>
      <pc:sldChg chg="del">
        <pc:chgData name="Akula, Kiran" userId="4edd7db3-3f5e-4d95-b6aa-837b0f56c970" providerId="ADAL" clId="{D94FC437-D2EC-4400-A69C-51604DEDBE92}" dt="2024-07-12T11:07:38.074" v="1469" actId="2696"/>
        <pc:sldMkLst>
          <pc:docMk/>
          <pc:sldMk cId="1531364721" sldId="2141412306"/>
        </pc:sldMkLst>
      </pc:sldChg>
      <pc:sldChg chg="modSp mod">
        <pc:chgData name="Akula, Kiran" userId="4edd7db3-3f5e-4d95-b6aa-837b0f56c970" providerId="ADAL" clId="{D94FC437-D2EC-4400-A69C-51604DEDBE92}" dt="2024-07-12T08:55:07.119" v="418" actId="20577"/>
        <pc:sldMkLst>
          <pc:docMk/>
          <pc:sldMk cId="3314845531" sldId="2147474195"/>
        </pc:sldMkLst>
      </pc:sldChg>
      <pc:sldChg chg="modSp mod">
        <pc:chgData name="Akula, Kiran" userId="4edd7db3-3f5e-4d95-b6aa-837b0f56c970" providerId="ADAL" clId="{D94FC437-D2EC-4400-A69C-51604DEDBE92}" dt="2024-07-12T11:10:45.351" v="1498" actId="20577"/>
        <pc:sldMkLst>
          <pc:docMk/>
          <pc:sldMk cId="2759881903" sldId="2147474196"/>
        </pc:sldMkLst>
      </pc:sldChg>
      <pc:sldChg chg="addSp delSp modSp mod">
        <pc:chgData name="Akula, Kiran" userId="4edd7db3-3f5e-4d95-b6aa-837b0f56c970" providerId="ADAL" clId="{D94FC437-D2EC-4400-A69C-51604DEDBE92}" dt="2024-07-12T10:40:59.438" v="1171" actId="1076"/>
        <pc:sldMkLst>
          <pc:docMk/>
          <pc:sldMk cId="3319730112" sldId="2147474197"/>
        </pc:sldMkLst>
      </pc:sldChg>
      <pc:sldChg chg="delSp modSp mod">
        <pc:chgData name="Akula, Kiran" userId="4edd7db3-3f5e-4d95-b6aa-837b0f56c970" providerId="ADAL" clId="{D94FC437-D2EC-4400-A69C-51604DEDBE92}" dt="2024-07-12T10:40:45.581" v="1169" actId="21"/>
        <pc:sldMkLst>
          <pc:docMk/>
          <pc:sldMk cId="1906058678" sldId="2147474198"/>
        </pc:sldMkLst>
      </pc:sldChg>
      <pc:sldChg chg="modSp mod">
        <pc:chgData name="Akula, Kiran" userId="4edd7db3-3f5e-4d95-b6aa-837b0f56c970" providerId="ADAL" clId="{D94FC437-D2EC-4400-A69C-51604DEDBE92}" dt="2024-07-12T11:04:04.840" v="1468"/>
        <pc:sldMkLst>
          <pc:docMk/>
          <pc:sldMk cId="3214550514" sldId="2147474201"/>
        </pc:sldMkLst>
      </pc:sldChg>
      <pc:sldChg chg="modSp mod">
        <pc:chgData name="Akula, Kiran" userId="4edd7db3-3f5e-4d95-b6aa-837b0f56c970" providerId="ADAL" clId="{D94FC437-D2EC-4400-A69C-51604DEDBE92}" dt="2024-07-12T11:18:05.808" v="1583" actId="20577"/>
        <pc:sldMkLst>
          <pc:docMk/>
          <pc:sldMk cId="35875273" sldId="2147475793"/>
        </pc:sldMkLst>
      </pc:sldChg>
      <pc:sldChg chg="delSp modSp mod">
        <pc:chgData name="Akula, Kiran" userId="4edd7db3-3f5e-4d95-b6aa-837b0f56c970" providerId="ADAL" clId="{D94FC437-D2EC-4400-A69C-51604DEDBE92}" dt="2024-07-12T09:47:43.171" v="1154" actId="20577"/>
        <pc:sldMkLst>
          <pc:docMk/>
          <pc:sldMk cId="2145220705" sldId="2147475794"/>
        </pc:sldMkLst>
      </pc:sldChg>
      <pc:sldChg chg="modSp del mod">
        <pc:chgData name="Akula, Kiran" userId="4edd7db3-3f5e-4d95-b6aa-837b0f56c970" providerId="ADAL" clId="{D94FC437-D2EC-4400-A69C-51604DEDBE92}" dt="2024-07-12T11:09:39.335" v="1471" actId="2696"/>
        <pc:sldMkLst>
          <pc:docMk/>
          <pc:sldMk cId="1001885555" sldId="2147475796"/>
        </pc:sldMkLst>
      </pc:sldChg>
      <pc:sldChg chg="new del">
        <pc:chgData name="Akula, Kiran" userId="4edd7db3-3f5e-4d95-b6aa-837b0f56c970" providerId="ADAL" clId="{D94FC437-D2EC-4400-A69C-51604DEDBE92}" dt="2024-07-11T17:13:43.147" v="1" actId="2696"/>
        <pc:sldMkLst>
          <pc:docMk/>
          <pc:sldMk cId="3836723365" sldId="2147475823"/>
        </pc:sldMkLst>
      </pc:sldChg>
    </pc:docChg>
  </pc:docChgLst>
  <pc:docChgLst>
    <pc:chgData name="Gudla, Natraj" userId="1b097815-ad51-435d-a557-eb69be7a0b69" providerId="ADAL" clId="{60544C51-D2DE-4E8F-A955-10AD2D1E820D}"/>
    <pc:docChg chg="undo custSel addSld delSld modSld sldOrd">
      <pc:chgData name="Gudla, Natraj" userId="1b097815-ad51-435d-a557-eb69be7a0b69" providerId="ADAL" clId="{60544C51-D2DE-4E8F-A955-10AD2D1E820D}" dt="2024-07-19T11:38:48.092" v="458" actId="20577"/>
      <pc:docMkLst>
        <pc:docMk/>
      </pc:docMkLst>
      <pc:sldChg chg="modSp mod">
        <pc:chgData name="Gudla, Natraj" userId="1b097815-ad51-435d-a557-eb69be7a0b69" providerId="ADAL" clId="{60544C51-D2DE-4E8F-A955-10AD2D1E820D}" dt="2024-07-19T08:55:22.139" v="5" actId="1076"/>
        <pc:sldMkLst>
          <pc:docMk/>
          <pc:sldMk cId="2476050727" sldId="2141412297"/>
        </pc:sldMkLst>
      </pc:sldChg>
      <pc:sldChg chg="modSp mod">
        <pc:chgData name="Gudla, Natraj" userId="1b097815-ad51-435d-a557-eb69be7a0b69" providerId="ADAL" clId="{60544C51-D2DE-4E8F-A955-10AD2D1E820D}" dt="2024-07-19T11:38:48.092" v="458" actId="20577"/>
        <pc:sldMkLst>
          <pc:docMk/>
          <pc:sldMk cId="1923745520" sldId="2147474097"/>
        </pc:sldMkLst>
      </pc:sldChg>
      <pc:sldChg chg="modSp mod">
        <pc:chgData name="Gudla, Natraj" userId="1b097815-ad51-435d-a557-eb69be7a0b69" providerId="ADAL" clId="{60544C51-D2DE-4E8F-A955-10AD2D1E820D}" dt="2024-07-19T11:37:29.317" v="445" actId="6549"/>
        <pc:sldMkLst>
          <pc:docMk/>
          <pc:sldMk cId="293913670" sldId="2147474190"/>
        </pc:sldMkLst>
      </pc:sldChg>
      <pc:sldChg chg="addSp modSp add mod ord">
        <pc:chgData name="Gudla, Natraj" userId="1b097815-ad51-435d-a557-eb69be7a0b69" providerId="ADAL" clId="{60544C51-D2DE-4E8F-A955-10AD2D1E820D}" dt="2024-07-19T11:34:36.966" v="409" actId="20577"/>
        <pc:sldMkLst>
          <pc:docMk/>
          <pc:sldMk cId="1306505502" sldId="2147475823"/>
        </pc:sldMkLst>
      </pc:sldChg>
      <pc:sldChg chg="modSp add del mod ord">
        <pc:chgData name="Gudla, Natraj" userId="1b097815-ad51-435d-a557-eb69be7a0b69" providerId="ADAL" clId="{60544C51-D2DE-4E8F-A955-10AD2D1E820D}" dt="2024-07-19T08:54:50.433" v="4" actId="47"/>
        <pc:sldMkLst>
          <pc:docMk/>
          <pc:sldMk cId="1851626469" sldId="2147475823"/>
        </pc:sldMkLst>
      </pc:sldChg>
    </pc:docChg>
  </pc:docChgLst>
  <pc:docChgLst>
    <pc:chgData name="Kanduru, Raghava" userId="S::raghava.kanduru@capgemini.com::cf8c09de-c40c-47a2-971b-c612c06e0906" providerId="AD" clId="Web-{B5B2875C-A9CE-976F-E497-C52B266A04B6}"/>
    <pc:docChg chg="addSld modSld">
      <pc:chgData name="Kanduru, Raghava" userId="S::raghava.kanduru@capgemini.com::cf8c09de-c40c-47a2-971b-c612c06e0906" providerId="AD" clId="Web-{B5B2875C-A9CE-976F-E497-C52B266A04B6}" dt="2024-06-10T10:37:13.396" v="1"/>
      <pc:docMkLst>
        <pc:docMk/>
      </pc:docMkLst>
      <pc:sldChg chg="modSp add">
        <pc:chgData name="Kanduru, Raghava" userId="S::raghava.kanduru@capgemini.com::cf8c09de-c40c-47a2-971b-c612c06e0906" providerId="AD" clId="Web-{B5B2875C-A9CE-976F-E497-C52B266A04B6}" dt="2024-06-10T10:37:13.396" v="1"/>
        <pc:sldMkLst>
          <pc:docMk/>
          <pc:sldMk cId="1092716136" sldId="2147475805"/>
        </pc:sldMkLst>
      </pc:sldChg>
    </pc:docChg>
  </pc:docChgLst>
  <pc:docChgLst>
    <pc:chgData name="Sivaramakrishnan, Narayanan" userId="S::narayanan.sivaramakrishnan@capgemini.com::341b1ffd-5577-42b1-9704-45069781f0b3" providerId="AD" clId="Web-{C2DF83BA-440F-FE77-C278-A76A3F0470F5}"/>
    <pc:docChg chg="modSld">
      <pc:chgData name="Sivaramakrishnan, Narayanan" userId="S::narayanan.sivaramakrishnan@capgemini.com::341b1ffd-5577-42b1-9704-45069781f0b3" providerId="AD" clId="Web-{C2DF83BA-440F-FE77-C278-A76A3F0470F5}" dt="2024-05-21T12:21:42.950" v="5"/>
      <pc:docMkLst>
        <pc:docMk/>
      </pc:docMkLst>
      <pc:sldChg chg="modSp">
        <pc:chgData name="Sivaramakrishnan, Narayanan" userId="S::narayanan.sivaramakrishnan@capgemini.com::341b1ffd-5577-42b1-9704-45069781f0b3" providerId="AD" clId="Web-{C2DF83BA-440F-FE77-C278-A76A3F0470F5}" dt="2024-05-21T12:21:42.950" v="5"/>
        <pc:sldMkLst>
          <pc:docMk/>
          <pc:sldMk cId="3447131155" sldId="2147474155"/>
        </pc:sldMkLst>
      </pc:sldChg>
    </pc:docChg>
  </pc:docChgLst>
  <pc:docChgLst>
    <pc:chgData name="Goundu, Ramesh" userId="S::ramesh.goundu@capgemini.com::26e4ecc0-474c-4e51-8678-139134653597" providerId="AD" clId="Web-{3CB0EDCE-AA44-4C6C-B8B5-B1AC1A324F9D}"/>
    <pc:docChg chg="modSld">
      <pc:chgData name="Goundu, Ramesh" userId="S::ramesh.goundu@capgemini.com::26e4ecc0-474c-4e51-8678-139134653597" providerId="AD" clId="Web-{3CB0EDCE-AA44-4C6C-B8B5-B1AC1A324F9D}" dt="2024-05-22T10:00:15.200" v="105" actId="20577"/>
      <pc:docMkLst>
        <pc:docMk/>
      </pc:docMkLst>
      <pc:sldChg chg="modSp">
        <pc:chgData name="Goundu, Ramesh" userId="S::ramesh.goundu@capgemini.com::26e4ecc0-474c-4e51-8678-139134653597" providerId="AD" clId="Web-{3CB0EDCE-AA44-4C6C-B8B5-B1AC1A324F9D}" dt="2024-05-22T10:00:15.200" v="105" actId="20577"/>
        <pc:sldMkLst>
          <pc:docMk/>
          <pc:sldMk cId="4240461515" sldId="2076137833"/>
        </pc:sldMkLst>
      </pc:sldChg>
    </pc:docChg>
  </pc:docChgLst>
  <pc:docChgLst>
    <pc:chgData name="Gudla, Natraj" userId="1b097815-ad51-435d-a557-eb69be7a0b69" providerId="ADAL" clId="{FE402C3C-A956-4AE1-8BD2-A3AC0C1129F3}"/>
    <pc:docChg chg="undo custSel addSld delSld modSld sldOrd">
      <pc:chgData name="Gudla, Natraj" userId="1b097815-ad51-435d-a557-eb69be7a0b69" providerId="ADAL" clId="{FE402C3C-A956-4AE1-8BD2-A3AC0C1129F3}" dt="2024-05-29T08:55:02.111" v="14966" actId="20577"/>
      <pc:docMkLst>
        <pc:docMk/>
      </pc:docMkLst>
      <pc:sldChg chg="modSp add ord">
        <pc:chgData name="Gudla, Natraj" userId="1b097815-ad51-435d-a557-eb69be7a0b69" providerId="ADAL" clId="{FE402C3C-A956-4AE1-8BD2-A3AC0C1129F3}" dt="2024-05-28T06:31:36.149" v="13083"/>
        <pc:sldMkLst>
          <pc:docMk/>
          <pc:sldMk cId="1641999006" sldId="256"/>
        </pc:sldMkLst>
      </pc:sldChg>
      <pc:sldChg chg="add ord">
        <pc:chgData name="Gudla, Natraj" userId="1b097815-ad51-435d-a557-eb69be7a0b69" providerId="ADAL" clId="{FE402C3C-A956-4AE1-8BD2-A3AC0C1129F3}" dt="2024-05-28T05:54:48.146" v="13014"/>
        <pc:sldMkLst>
          <pc:docMk/>
          <pc:sldMk cId="2636672410" sldId="257"/>
        </pc:sldMkLst>
      </pc:sldChg>
      <pc:sldChg chg="modSp add mod ord">
        <pc:chgData name="Gudla, Natraj" userId="1b097815-ad51-435d-a557-eb69be7a0b69" providerId="ADAL" clId="{FE402C3C-A956-4AE1-8BD2-A3AC0C1129F3}" dt="2024-05-28T05:55:45.058" v="13082" actId="20577"/>
        <pc:sldMkLst>
          <pc:docMk/>
          <pc:sldMk cId="168597767" sldId="258"/>
        </pc:sldMkLst>
      </pc:sldChg>
      <pc:sldChg chg="modSp add mod">
        <pc:chgData name="Gudla, Natraj" userId="1b097815-ad51-435d-a557-eb69be7a0b69" providerId="ADAL" clId="{FE402C3C-A956-4AE1-8BD2-A3AC0C1129F3}" dt="2024-05-23T03:43:24.949" v="11494" actId="20578"/>
        <pc:sldMkLst>
          <pc:docMk/>
          <pc:sldMk cId="2584685373" sldId="621"/>
        </pc:sldMkLst>
      </pc:sldChg>
      <pc:sldChg chg="addSp delSp modSp add mod">
        <pc:chgData name="Gudla, Natraj" userId="1b097815-ad51-435d-a557-eb69be7a0b69" providerId="ADAL" clId="{FE402C3C-A956-4AE1-8BD2-A3AC0C1129F3}" dt="2024-05-29T05:13:01.428" v="14179" actId="1035"/>
        <pc:sldMkLst>
          <pc:docMk/>
          <pc:sldMk cId="1817871902" sldId="961"/>
        </pc:sldMkLst>
      </pc:sldChg>
      <pc:sldChg chg="modSp mod">
        <pc:chgData name="Gudla, Natraj" userId="1b097815-ad51-435d-a557-eb69be7a0b69" providerId="ADAL" clId="{FE402C3C-A956-4AE1-8BD2-A3AC0C1129F3}" dt="2024-05-20T01:54:10.401" v="112" actId="13926"/>
        <pc:sldMkLst>
          <pc:docMk/>
          <pc:sldMk cId="1236684026" sldId="2076137828"/>
        </pc:sldMkLst>
      </pc:sldChg>
      <pc:sldChg chg="modSp mod">
        <pc:chgData name="Gudla, Natraj" userId="1b097815-ad51-435d-a557-eb69be7a0b69" providerId="ADAL" clId="{FE402C3C-A956-4AE1-8BD2-A3AC0C1129F3}" dt="2024-05-20T01:54:29.464" v="118"/>
        <pc:sldMkLst>
          <pc:docMk/>
          <pc:sldMk cId="1580444266" sldId="2076137829"/>
        </pc:sldMkLst>
      </pc:sldChg>
      <pc:sldChg chg="delSp modSp mod">
        <pc:chgData name="Gudla, Natraj" userId="1b097815-ad51-435d-a557-eb69be7a0b69" providerId="ADAL" clId="{FE402C3C-A956-4AE1-8BD2-A3AC0C1129F3}" dt="2024-05-21T06:36:46.730" v="4885" actId="20577"/>
        <pc:sldMkLst>
          <pc:docMk/>
          <pc:sldMk cId="2462143889" sldId="2076137830"/>
        </pc:sldMkLst>
      </pc:sldChg>
      <pc:sldChg chg="modSp mod">
        <pc:chgData name="Gudla, Natraj" userId="1b097815-ad51-435d-a557-eb69be7a0b69" providerId="ADAL" clId="{FE402C3C-A956-4AE1-8BD2-A3AC0C1129F3}" dt="2024-05-22T08:46:41.558" v="10281" actId="13926"/>
        <pc:sldMkLst>
          <pc:docMk/>
          <pc:sldMk cId="2815566877" sldId="2076137832"/>
        </pc:sldMkLst>
      </pc:sldChg>
      <pc:sldChg chg="modSp mod">
        <pc:chgData name="Gudla, Natraj" userId="1b097815-ad51-435d-a557-eb69be7a0b69" providerId="ADAL" clId="{FE402C3C-A956-4AE1-8BD2-A3AC0C1129F3}" dt="2024-05-23T04:13:41.768" v="11507" actId="6549"/>
        <pc:sldMkLst>
          <pc:docMk/>
          <pc:sldMk cId="4240461515" sldId="2076137833"/>
        </pc:sldMkLst>
      </pc:sldChg>
      <pc:sldChg chg="modSp del mod">
        <pc:chgData name="Gudla, Natraj" userId="1b097815-ad51-435d-a557-eb69be7a0b69" providerId="ADAL" clId="{FE402C3C-A956-4AE1-8BD2-A3AC0C1129F3}" dt="2024-05-20T01:57:52.374" v="122" actId="47"/>
        <pc:sldMkLst>
          <pc:docMk/>
          <pc:sldMk cId="1524223584" sldId="2076137848"/>
        </pc:sldMkLst>
      </pc:sldChg>
      <pc:sldChg chg="del mod modShow">
        <pc:chgData name="Gudla, Natraj" userId="1b097815-ad51-435d-a557-eb69be7a0b69" providerId="ADAL" clId="{FE402C3C-A956-4AE1-8BD2-A3AC0C1129F3}" dt="2024-05-29T06:33:49.265" v="14429" actId="47"/>
        <pc:sldMkLst>
          <pc:docMk/>
          <pc:sldMk cId="1125126731" sldId="2076137877"/>
        </pc:sldMkLst>
      </pc:sldChg>
      <pc:sldChg chg="addSp modSp mod">
        <pc:chgData name="Gudla, Natraj" userId="1b097815-ad51-435d-a557-eb69be7a0b69" providerId="ADAL" clId="{FE402C3C-A956-4AE1-8BD2-A3AC0C1129F3}" dt="2024-05-29T08:52:49.915" v="14835" actId="13926"/>
        <pc:sldMkLst>
          <pc:docMk/>
          <pc:sldMk cId="716975616" sldId="2076137880"/>
        </pc:sldMkLst>
      </pc:sldChg>
      <pc:sldChg chg="modSp mod">
        <pc:chgData name="Gudla, Natraj" userId="1b097815-ad51-435d-a557-eb69be7a0b69" providerId="ADAL" clId="{FE402C3C-A956-4AE1-8BD2-A3AC0C1129F3}" dt="2024-05-20T01:58:04.169" v="157" actId="20577"/>
        <pc:sldMkLst>
          <pc:docMk/>
          <pc:sldMk cId="1871118464" sldId="2141412295"/>
        </pc:sldMkLst>
      </pc:sldChg>
      <pc:sldChg chg="modSp mod">
        <pc:chgData name="Gudla, Natraj" userId="1b097815-ad51-435d-a557-eb69be7a0b69" providerId="ADAL" clId="{FE402C3C-A956-4AE1-8BD2-A3AC0C1129F3}" dt="2024-05-28T05:54:59.613" v="13033" actId="20577"/>
        <pc:sldMkLst>
          <pc:docMk/>
          <pc:sldMk cId="15937896" sldId="2141412303"/>
        </pc:sldMkLst>
      </pc:sldChg>
      <pc:sldChg chg="del mod modShow">
        <pc:chgData name="Gudla, Natraj" userId="1b097815-ad51-435d-a557-eb69be7a0b69" providerId="ADAL" clId="{FE402C3C-A956-4AE1-8BD2-A3AC0C1129F3}" dt="2024-05-28T07:52:14.815" v="13124" actId="47"/>
        <pc:sldMkLst>
          <pc:docMk/>
          <pc:sldMk cId="222090639" sldId="2141412307"/>
        </pc:sldMkLst>
      </pc:sldChg>
      <pc:sldChg chg="delSp modSp mod">
        <pc:chgData name="Gudla, Natraj" userId="1b097815-ad51-435d-a557-eb69be7a0b69" providerId="ADAL" clId="{FE402C3C-A956-4AE1-8BD2-A3AC0C1129F3}" dt="2024-05-29T05:24:23.806" v="14181" actId="478"/>
        <pc:sldMkLst>
          <pc:docMk/>
          <pc:sldMk cId="199444538" sldId="2141412308"/>
        </pc:sldMkLst>
      </pc:sldChg>
      <pc:sldChg chg="modSp mod">
        <pc:chgData name="Gudla, Natraj" userId="1b097815-ad51-435d-a557-eb69be7a0b69" providerId="ADAL" clId="{FE402C3C-A956-4AE1-8BD2-A3AC0C1129F3}" dt="2024-05-23T08:29:27.697" v="11723" actId="20577"/>
        <pc:sldMkLst>
          <pc:docMk/>
          <pc:sldMk cId="1801749126" sldId="2141412312"/>
        </pc:sldMkLst>
      </pc:sldChg>
      <pc:sldChg chg="delSp modSp mod">
        <pc:chgData name="Gudla, Natraj" userId="1b097815-ad51-435d-a557-eb69be7a0b69" providerId="ADAL" clId="{FE402C3C-A956-4AE1-8BD2-A3AC0C1129F3}" dt="2024-05-23T08:51:16.673" v="11786" actId="14100"/>
        <pc:sldMkLst>
          <pc:docMk/>
          <pc:sldMk cId="2377744435" sldId="2141412313"/>
        </pc:sldMkLst>
      </pc:sldChg>
      <pc:sldChg chg="modSp mod">
        <pc:chgData name="Gudla, Natraj" userId="1b097815-ad51-435d-a557-eb69be7a0b69" providerId="ADAL" clId="{FE402C3C-A956-4AE1-8BD2-A3AC0C1129F3}" dt="2024-05-23T08:52:15.721" v="11847" actId="20577"/>
        <pc:sldMkLst>
          <pc:docMk/>
          <pc:sldMk cId="4268486508" sldId="2141412314"/>
        </pc:sldMkLst>
      </pc:sldChg>
      <pc:sldChg chg="modSp mod">
        <pc:chgData name="Gudla, Natraj" userId="1b097815-ad51-435d-a557-eb69be7a0b69" providerId="ADAL" clId="{FE402C3C-A956-4AE1-8BD2-A3AC0C1129F3}" dt="2024-05-23T08:53:41.723" v="12016" actId="14100"/>
        <pc:sldMkLst>
          <pc:docMk/>
          <pc:sldMk cId="2672899342" sldId="2141412315"/>
        </pc:sldMkLst>
      </pc:sldChg>
      <pc:sldChg chg="modSp mod">
        <pc:chgData name="Gudla, Natraj" userId="1b097815-ad51-435d-a557-eb69be7a0b69" providerId="ADAL" clId="{FE402C3C-A956-4AE1-8BD2-A3AC0C1129F3}" dt="2024-05-28T06:34:08.005" v="13123" actId="14100"/>
        <pc:sldMkLst>
          <pc:docMk/>
          <pc:sldMk cId="1754236133" sldId="2141412320"/>
        </pc:sldMkLst>
      </pc:sldChg>
      <pc:sldChg chg="delSp modSp mod">
        <pc:chgData name="Gudla, Natraj" userId="1b097815-ad51-435d-a557-eb69be7a0b69" providerId="ADAL" clId="{FE402C3C-A956-4AE1-8BD2-A3AC0C1129F3}" dt="2024-05-29T08:55:02.111" v="14966" actId="20577"/>
        <pc:sldMkLst>
          <pc:docMk/>
          <pc:sldMk cId="3414426561" sldId="2141412321"/>
        </pc:sldMkLst>
      </pc:sldChg>
      <pc:sldChg chg="delSp modSp mod">
        <pc:chgData name="Gudla, Natraj" userId="1b097815-ad51-435d-a557-eb69be7a0b69" providerId="ADAL" clId="{FE402C3C-A956-4AE1-8BD2-A3AC0C1129F3}" dt="2024-05-28T09:32:27.916" v="13253" actId="14100"/>
        <pc:sldMkLst>
          <pc:docMk/>
          <pc:sldMk cId="1881052012" sldId="2141412324"/>
        </pc:sldMkLst>
      </pc:sldChg>
      <pc:sldChg chg="delSp mod">
        <pc:chgData name="Gudla, Natraj" userId="1b097815-ad51-435d-a557-eb69be7a0b69" providerId="ADAL" clId="{FE402C3C-A956-4AE1-8BD2-A3AC0C1129F3}" dt="2024-05-29T05:14:27.502" v="14180" actId="478"/>
        <pc:sldMkLst>
          <pc:docMk/>
          <pc:sldMk cId="2878614302" sldId="2147229685"/>
        </pc:sldMkLst>
      </pc:sldChg>
      <pc:sldChg chg="delSp modSp del mod">
        <pc:chgData name="Gudla, Natraj" userId="1b097815-ad51-435d-a557-eb69be7a0b69" providerId="ADAL" clId="{FE402C3C-A956-4AE1-8BD2-A3AC0C1129F3}" dt="2024-05-28T09:31:32.645" v="13250" actId="47"/>
        <pc:sldMkLst>
          <pc:docMk/>
          <pc:sldMk cId="2134738043" sldId="2147229686"/>
        </pc:sldMkLst>
      </pc:sldChg>
      <pc:sldChg chg="ord">
        <pc:chgData name="Gudla, Natraj" userId="1b097815-ad51-435d-a557-eb69be7a0b69" providerId="ADAL" clId="{FE402C3C-A956-4AE1-8BD2-A3AC0C1129F3}" dt="2024-05-17T09:49:51.652" v="0" actId="20578"/>
        <pc:sldMkLst>
          <pc:docMk/>
          <pc:sldMk cId="3125609614" sldId="2147474189"/>
        </pc:sldMkLst>
      </pc:sldChg>
      <pc:sldChg chg="addSp modSp mod">
        <pc:chgData name="Gudla, Natraj" userId="1b097815-ad51-435d-a557-eb69be7a0b69" providerId="ADAL" clId="{FE402C3C-A956-4AE1-8BD2-A3AC0C1129F3}" dt="2024-05-29T08:50:16.427" v="14458" actId="20577"/>
        <pc:sldMkLst>
          <pc:docMk/>
          <pc:sldMk cId="293913670" sldId="2147474190"/>
        </pc:sldMkLst>
      </pc:sldChg>
      <pc:sldChg chg="modSp del mod">
        <pc:chgData name="Gudla, Natraj" userId="1b097815-ad51-435d-a557-eb69be7a0b69" providerId="ADAL" clId="{FE402C3C-A956-4AE1-8BD2-A3AC0C1129F3}" dt="2024-05-23T08:20:00.698" v="11508" actId="47"/>
        <pc:sldMkLst>
          <pc:docMk/>
          <pc:sldMk cId="3438276604" sldId="2147474191"/>
        </pc:sldMkLst>
      </pc:sldChg>
      <pc:sldChg chg="modSp mod">
        <pc:chgData name="Gudla, Natraj" userId="1b097815-ad51-435d-a557-eb69be7a0b69" providerId="ADAL" clId="{FE402C3C-A956-4AE1-8BD2-A3AC0C1129F3}" dt="2024-05-20T02:35:02.827" v="1352" actId="20577"/>
        <pc:sldMkLst>
          <pc:docMk/>
          <pc:sldMk cId="2042885715" sldId="2147474192"/>
        </pc:sldMkLst>
      </pc:sldChg>
      <pc:sldChg chg="add del">
        <pc:chgData name="Gudla, Natraj" userId="1b097815-ad51-435d-a557-eb69be7a0b69" providerId="ADAL" clId="{FE402C3C-A956-4AE1-8BD2-A3AC0C1129F3}" dt="2024-05-20T01:35:55.268" v="49"/>
        <pc:sldMkLst>
          <pc:docMk/>
          <pc:sldMk cId="3807773917" sldId="2147474196"/>
        </pc:sldMkLst>
      </pc:sldChg>
      <pc:sldChg chg="add del mod modShow">
        <pc:chgData name="Gudla, Natraj" userId="1b097815-ad51-435d-a557-eb69be7a0b69" providerId="ADAL" clId="{FE402C3C-A956-4AE1-8BD2-A3AC0C1129F3}" dt="2024-05-29T04:22:53.749" v="13630" actId="47"/>
        <pc:sldMkLst>
          <pc:docMk/>
          <pc:sldMk cId="3844007076" sldId="2147475689"/>
        </pc:sldMkLst>
      </pc:sldChg>
      <pc:sldChg chg="modSp add mod">
        <pc:chgData name="Gudla, Natraj" userId="1b097815-ad51-435d-a557-eb69be7a0b69" providerId="ADAL" clId="{FE402C3C-A956-4AE1-8BD2-A3AC0C1129F3}" dt="2024-05-29T04:24:28.237" v="13694" actId="20577"/>
        <pc:sldMkLst>
          <pc:docMk/>
          <pc:sldMk cId="1635902401" sldId="2147475690"/>
        </pc:sldMkLst>
      </pc:sldChg>
      <pc:sldChg chg="delSp modSp add mod">
        <pc:chgData name="Gudla, Natraj" userId="1b097815-ad51-435d-a557-eb69be7a0b69" providerId="ADAL" clId="{FE402C3C-A956-4AE1-8BD2-A3AC0C1129F3}" dt="2024-05-29T06:33:24.779" v="14428" actId="20577"/>
        <pc:sldMkLst>
          <pc:docMk/>
          <pc:sldMk cId="4112435908" sldId="2147475721"/>
        </pc:sldMkLst>
      </pc:sldChg>
      <pc:sldChg chg="addSp delSp modSp add mod">
        <pc:chgData name="Gudla, Natraj" userId="1b097815-ad51-435d-a557-eb69be7a0b69" providerId="ADAL" clId="{FE402C3C-A956-4AE1-8BD2-A3AC0C1129F3}" dt="2024-05-22T15:48:34.663" v="11484" actId="6549"/>
        <pc:sldMkLst>
          <pc:docMk/>
          <pc:sldMk cId="752373959" sldId="2147475731"/>
        </pc:sldMkLst>
      </pc:sldChg>
      <pc:sldChg chg="modSp add mod">
        <pc:chgData name="Gudla, Natraj" userId="1b097815-ad51-435d-a557-eb69be7a0b69" providerId="ADAL" clId="{FE402C3C-A956-4AE1-8BD2-A3AC0C1129F3}" dt="2024-05-22T03:56:09.174" v="8874" actId="207"/>
        <pc:sldMkLst>
          <pc:docMk/>
          <pc:sldMk cId="3460164977" sldId="2147475789"/>
        </pc:sldMkLst>
      </pc:sldChg>
      <pc:sldChg chg="add del">
        <pc:chgData name="Gudla, Natraj" userId="1b097815-ad51-435d-a557-eb69be7a0b69" providerId="ADAL" clId="{FE402C3C-A956-4AE1-8BD2-A3AC0C1129F3}" dt="2024-05-20T01:54:17.862" v="117"/>
        <pc:sldMkLst>
          <pc:docMk/>
          <pc:sldMk cId="2337659026" sldId="2147475790"/>
        </pc:sldMkLst>
      </pc:sldChg>
      <pc:sldChg chg="modSp new mod ord">
        <pc:chgData name="Gudla, Natraj" userId="1b097815-ad51-435d-a557-eb69be7a0b69" providerId="ADAL" clId="{FE402C3C-A956-4AE1-8BD2-A3AC0C1129F3}" dt="2024-05-20T11:59:51.828" v="4132" actId="404"/>
        <pc:sldMkLst>
          <pc:docMk/>
          <pc:sldMk cId="3578317261" sldId="2147475790"/>
        </pc:sldMkLst>
      </pc:sldChg>
      <pc:sldChg chg="addSp delSp modSp new mod">
        <pc:chgData name="Gudla, Natraj" userId="1b097815-ad51-435d-a557-eb69be7a0b69" providerId="ADAL" clId="{FE402C3C-A956-4AE1-8BD2-A3AC0C1129F3}" dt="2024-05-21T06:39:12.378" v="5010" actId="20577"/>
        <pc:sldMkLst>
          <pc:docMk/>
          <pc:sldMk cId="3191873016" sldId="2147475791"/>
        </pc:sldMkLst>
      </pc:sldChg>
      <pc:sldChg chg="addSp modSp mod">
        <pc:chgData name="Gudla, Natraj" userId="1b097815-ad51-435d-a557-eb69be7a0b69" providerId="ADAL" clId="{FE402C3C-A956-4AE1-8BD2-A3AC0C1129F3}" dt="2024-05-28T05:17:12.116" v="13011" actId="20577"/>
        <pc:sldMkLst>
          <pc:docMk/>
          <pc:sldMk cId="415626969" sldId="2147475792"/>
        </pc:sldMkLst>
      </pc:sldChg>
      <pc:sldChg chg="add">
        <pc:chgData name="Gudla, Natraj" userId="1b097815-ad51-435d-a557-eb69be7a0b69" providerId="ADAL" clId="{FE402C3C-A956-4AE1-8BD2-A3AC0C1129F3}" dt="2024-05-29T08:50:30.396" v="14459" actId="2890"/>
        <pc:sldMkLst>
          <pc:docMk/>
          <pc:sldMk cId="4273167052" sldId="2147475795"/>
        </pc:sldMkLst>
      </pc:sldChg>
    </pc:docChg>
  </pc:docChgLst>
  <pc:docChgLst>
    <pc:chgData name="Akula, Kiran" userId="4edd7db3-3f5e-4d95-b6aa-837b0f56c970" providerId="ADAL" clId="{1A5F90A7-A7EF-4911-AA75-E18C3A0BC2AA}"/>
    <pc:docChg chg="undo custSel addSld modSld sldOrd">
      <pc:chgData name="Akula, Kiran" userId="4edd7db3-3f5e-4d95-b6aa-837b0f56c970" providerId="ADAL" clId="{1A5F90A7-A7EF-4911-AA75-E18C3A0BC2AA}" dt="2024-06-07T10:06:10.555" v="391" actId="14100"/>
      <pc:docMkLst>
        <pc:docMk/>
      </pc:docMkLst>
      <pc:sldChg chg="modSp mod">
        <pc:chgData name="Akula, Kiran" userId="4edd7db3-3f5e-4d95-b6aa-837b0f56c970" providerId="ADAL" clId="{1A5F90A7-A7EF-4911-AA75-E18C3A0BC2AA}" dt="2024-06-07T10:06:10.555" v="391" actId="14100"/>
        <pc:sldMkLst>
          <pc:docMk/>
          <pc:sldMk cId="3571720637" sldId="2147474170"/>
        </pc:sldMkLst>
      </pc:sldChg>
      <pc:sldChg chg="modSp mod">
        <pc:chgData name="Akula, Kiran" userId="4edd7db3-3f5e-4d95-b6aa-837b0f56c970" providerId="ADAL" clId="{1A5F90A7-A7EF-4911-AA75-E18C3A0BC2AA}" dt="2024-06-05T08:00:10.335" v="388" actId="20577"/>
        <pc:sldMkLst>
          <pc:docMk/>
          <pc:sldMk cId="3314845531" sldId="2147474195"/>
        </pc:sldMkLst>
      </pc:sldChg>
      <pc:sldChg chg="addSp delSp modSp mod ord">
        <pc:chgData name="Akula, Kiran" userId="4edd7db3-3f5e-4d95-b6aa-837b0f56c970" providerId="ADAL" clId="{1A5F90A7-A7EF-4911-AA75-E18C3A0BC2AA}" dt="2024-06-05T08:09:17.758" v="389" actId="14100"/>
        <pc:sldMkLst>
          <pc:docMk/>
          <pc:sldMk cId="2759881903" sldId="2147474196"/>
        </pc:sldMkLst>
      </pc:sldChg>
      <pc:sldChg chg="addSp delSp modSp add mod">
        <pc:chgData name="Akula, Kiran" userId="4edd7db3-3f5e-4d95-b6aa-837b0f56c970" providerId="ADAL" clId="{1A5F90A7-A7EF-4911-AA75-E18C3A0BC2AA}" dt="2024-06-03T08:16:13.250" v="385" actId="13926"/>
        <pc:sldMkLst>
          <pc:docMk/>
          <pc:sldMk cId="1001885555" sldId="21474757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28/01/2025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28/01/2025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4</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7.xml"/><Relationship Id="rId16" Type="http://schemas.openxmlformats.org/officeDocument/2006/relationships/image" Target="../media/image12.png"/><Relationship Id="rId1" Type="http://schemas.openxmlformats.org/officeDocument/2006/relationships/tags" Target="../tags/tag1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9.emf"/><Relationship Id="rId5" Type="http://schemas.openxmlformats.org/officeDocument/2006/relationships/oleObject" Target="../embeddings/oleObject5.bin"/><Relationship Id="rId4"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28.xml"/><Relationship Id="rId7" Type="http://schemas.openxmlformats.org/officeDocument/2006/relationships/oleObject" Target="../embeddings/oleObject6.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0.xml"/><Relationship Id="rId10" Type="http://schemas.openxmlformats.org/officeDocument/2006/relationships/image" Target="../media/image21.svg"/><Relationship Id="rId4" Type="http://schemas.openxmlformats.org/officeDocument/2006/relationships/tags" Target="../tags/tag29.xml"/><Relationship Id="rId9" Type="http://schemas.openxmlformats.org/officeDocument/2006/relationships/image" Target="../media/image2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22.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9.emf"/><Relationship Id="rId5" Type="http://schemas.openxmlformats.org/officeDocument/2006/relationships/oleObject" Target="../embeddings/oleObject7.bin"/><Relationship Id="rId4"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9.xml"/><Relationship Id="rId16" Type="http://schemas.openxmlformats.org/officeDocument/2006/relationships/image" Target="../media/image12.png"/><Relationship Id="rId1" Type="http://schemas.openxmlformats.org/officeDocument/2006/relationships/tags" Target="../tags/tag3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0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8.xml"/><Relationship Id="rId16" Type="http://schemas.openxmlformats.org/officeDocument/2006/relationships/image" Target="../media/image12.png"/><Relationship Id="rId1" Type="http://schemas.openxmlformats.org/officeDocument/2006/relationships/tags" Target="../tags/tag4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27.png"/></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9.emf"/></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9.emf"/><Relationship Id="rId4" Type="http://schemas.openxmlformats.org/officeDocument/2006/relationships/oleObject" Target="../embeddings/oleObject11.bin"/></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3.xml"/><Relationship Id="rId16" Type="http://schemas.openxmlformats.org/officeDocument/2006/relationships/image" Target="../media/image12.png"/><Relationship Id="rId1" Type="http://schemas.openxmlformats.org/officeDocument/2006/relationships/tags" Target="../tags/tag6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7.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8.xml"/><Relationship Id="rId4" Type="http://schemas.openxmlformats.org/officeDocument/2006/relationships/image" Target="../media/image1.emf"/></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9.xml"/><Relationship Id="rId4" Type="http://schemas.openxmlformats.org/officeDocument/2006/relationships/image" Target="../media/image1.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0.xml"/><Relationship Id="rId4" Type="http://schemas.openxmlformats.org/officeDocument/2006/relationships/image" Target="../media/image1.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1.xml"/><Relationship Id="rId4" Type="http://schemas.openxmlformats.org/officeDocument/2006/relationships/image" Target="../media/image1.emf"/></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6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7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3.xml"/><Relationship Id="rId16" Type="http://schemas.openxmlformats.org/officeDocument/2006/relationships/image" Target="../media/image12.png"/><Relationship Id="rId1" Type="http://schemas.openxmlformats.org/officeDocument/2006/relationships/tags" Target="../tags/tag7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7.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7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7.xml"/><Relationship Id="rId1" Type="http://schemas.openxmlformats.org/officeDocument/2006/relationships/tags" Target="../tags/tag7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8.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8.xml"/><Relationship Id="rId4" Type="http://schemas.openxmlformats.org/officeDocument/2006/relationships/image" Target="../media/image1.emf"/></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9.xml"/><Relationship Id="rId4" Type="http://schemas.openxmlformats.org/officeDocument/2006/relationships/image" Target="../media/image1.emf"/></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8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45015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31955255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28/01/2025</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1/28/2025</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28/01/2025</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28/01/2025</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1/28/2025</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28/01/2025</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54211"/>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26202202"/>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640472697"/>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3465709B-F77B-15A4-A9B6-628056491E0A}"/>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5224209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38AE900-E253-107C-3F81-42084DBB9B9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4635743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3FC99E7A-CC96-CE05-7214-66318339E3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0586682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EA8DCE90-ABAA-F24B-CC1C-7342C37580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7306990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618585B2-96AC-7181-8D7E-D61C723FF4C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36812765"/>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9AEDEFE3-4327-4249-6DB3-5627E113F67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4332084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3EA32169-7F82-5D98-56B3-3EE830E87FD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2749563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E05BE6B-CE3C-D1E7-5CB2-6B625DAC1D2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5664550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903D6BA-0D9C-CE85-405C-FF8E04FBE4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1672145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D61A7A9C-C636-6DD0-2F61-B6D5792225A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595956853"/>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
        <p:nvSpPr>
          <p:cNvPr id="4" name="TextBox 3">
            <a:extLst>
              <a:ext uri="{FF2B5EF4-FFF2-40B4-BE49-F238E27FC236}">
                <a16:creationId xmlns:a16="http://schemas.microsoft.com/office/drawing/2014/main" id="{40173BF7-590A-3DEA-D22F-9C9830AF0A7E}"/>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59125586"/>
      </p:ext>
    </p:extLst>
  </p:cSld>
  <p:clrMapOvr>
    <a:masterClrMapping/>
  </p:clrMapOvr>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
        <p:nvSpPr>
          <p:cNvPr id="3" name="TextBox 2">
            <a:extLst>
              <a:ext uri="{FF2B5EF4-FFF2-40B4-BE49-F238E27FC236}">
                <a16:creationId xmlns:a16="http://schemas.microsoft.com/office/drawing/2014/main" id="{86400A54-7D60-DA91-9F99-DCFB16AFCE6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142577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BE2F7-5F14-945C-0FDD-9115CBD9600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3995214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4824723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2887540"/>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49248999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44768408"/>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5BB18BFA-4F89-E135-E805-26E35F0AFC5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57782906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
        <p:nvSpPr>
          <p:cNvPr id="3" name="TextBox 2">
            <a:extLst>
              <a:ext uri="{FF2B5EF4-FFF2-40B4-BE49-F238E27FC236}">
                <a16:creationId xmlns:a16="http://schemas.microsoft.com/office/drawing/2014/main" id="{0A089CA9-53EA-4DD3-42AA-CEF065AFF50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58977939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28/01/2025</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
        <p:nvSpPr>
          <p:cNvPr id="7" name="TextBox 6">
            <a:extLst>
              <a:ext uri="{FF2B5EF4-FFF2-40B4-BE49-F238E27FC236}">
                <a16:creationId xmlns:a16="http://schemas.microsoft.com/office/drawing/2014/main" id="{931598C7-B2AE-749C-981C-69E255D54B4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70578748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
        <p:nvSpPr>
          <p:cNvPr id="5" name="TextBox 4">
            <a:extLst>
              <a:ext uri="{FF2B5EF4-FFF2-40B4-BE49-F238E27FC236}">
                <a16:creationId xmlns:a16="http://schemas.microsoft.com/office/drawing/2014/main" id="{9B654154-4F5B-FAE9-1AAD-A034E284663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23599593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
        <p:nvSpPr>
          <p:cNvPr id="6" name="TextBox 5">
            <a:extLst>
              <a:ext uri="{FF2B5EF4-FFF2-40B4-BE49-F238E27FC236}">
                <a16:creationId xmlns:a16="http://schemas.microsoft.com/office/drawing/2014/main" id="{50593FF3-EF5C-3210-8289-57EDE718723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529274217"/>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4942288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531328"/>
      </p:ext>
    </p:extLst>
  </p:cSld>
  <p:clrMapOvr>
    <a:masterClrMapping/>
  </p:clrMapOvr>
  <p:extLst>
    <p:ext uri="{DCECCB84-F9BA-43D5-87BE-67443E8EF086}">
      <p15:sldGuideLst xmlns:p15="http://schemas.microsoft.com/office/powerpoint/2012/main"/>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097520"/>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496119629"/>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E82F2702-4C4D-A0C9-D7C5-F23AB977FF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7442233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955A24A-68A6-CF39-3A24-555CF059A8E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899946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D465798-4577-105A-8826-CCD70EE8AF7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8665616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65ADF3D-E852-9EE7-AB31-F21362C143B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9300233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E3A8FEED-E8C1-5824-35D0-9E01DADE75D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1301167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A22FF26E-B171-CAA5-2CE7-4C1B0F913F3B}"/>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70088534"/>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262332A7-30BD-48BD-A8E3-828502307DE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68839396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4E5533E3-4F69-4B23-AFF8-145E90B3342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93818759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E9A186D8-2567-A6A5-1DB5-055CA426FD2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45530250"/>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28-01-2025</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
        <p:nvSpPr>
          <p:cNvPr id="7" name="TextBox 6">
            <a:extLst>
              <a:ext uri="{FF2B5EF4-FFF2-40B4-BE49-F238E27FC236}">
                <a16:creationId xmlns:a16="http://schemas.microsoft.com/office/drawing/2014/main" id="{FC68BD0E-6264-B80A-C6C3-F7FADB05D35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2604377"/>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
        <p:nvSpPr>
          <p:cNvPr id="2" name="TextBox 1">
            <a:extLst>
              <a:ext uri="{FF2B5EF4-FFF2-40B4-BE49-F238E27FC236}">
                <a16:creationId xmlns:a16="http://schemas.microsoft.com/office/drawing/2014/main" id="{4B9E4376-1115-9C1F-5D4D-2ECE8D76641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0545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6.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34" Type="http://schemas.openxmlformats.org/officeDocument/2006/relationships/theme" Target="../theme/theme3.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slideLayout" Target="../slideLayouts/slideLayout55.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image" Target="../media/image1.emf"/><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oleObject" Target="../embeddings/oleObject1.bin"/><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tags" Target="../tags/tag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tags" Target="../tags/tag34.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theme" Target="../theme/theme4.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29" Type="http://schemas.openxmlformats.org/officeDocument/2006/relationships/image" Target="../media/image23.png"/><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image" Target="../media/image1.emf"/><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 Type="http://schemas.openxmlformats.org/officeDocument/2006/relationships/slideLayout" Target="../slideLayouts/slideLayout86.xml"/><Relationship Id="rId21" Type="http://schemas.openxmlformats.org/officeDocument/2006/relationships/slideLayout" Target="../slideLayouts/slideLayout104.xml"/><Relationship Id="rId34" Type="http://schemas.openxmlformats.org/officeDocument/2006/relationships/slideLayout" Target="../slideLayouts/slideLayout117.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slideLayout" Target="../slideLayouts/slideLayout116.xml"/><Relationship Id="rId38" Type="http://schemas.openxmlformats.org/officeDocument/2006/relationships/image" Target="../media/image1.emf"/><Relationship Id="rId2" Type="http://schemas.openxmlformats.org/officeDocument/2006/relationships/slideLayout" Target="../slideLayouts/slideLayout85.xml"/><Relationship Id="rId16" Type="http://schemas.openxmlformats.org/officeDocument/2006/relationships/slideLayout" Target="../slideLayouts/slideLayout99.xml"/><Relationship Id="rId20" Type="http://schemas.openxmlformats.org/officeDocument/2006/relationships/slideLayout" Target="../slideLayouts/slideLayout103.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slideLayout" Target="../slideLayouts/slideLayout115.xml"/><Relationship Id="rId37" Type="http://schemas.openxmlformats.org/officeDocument/2006/relationships/oleObject" Target="../embeddings/oleObject1.bin"/><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36" Type="http://schemas.openxmlformats.org/officeDocument/2006/relationships/tags" Target="../tags/tag43.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slideLayout" Target="../slideLayouts/slideLayout114.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35"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slideLayout" Target="../slideLayouts/slideLayout130.xml"/><Relationship Id="rId18" Type="http://schemas.openxmlformats.org/officeDocument/2006/relationships/slideLayout" Target="../slideLayouts/slideLayout135.xml"/><Relationship Id="rId26" Type="http://schemas.openxmlformats.org/officeDocument/2006/relationships/slideLayout" Target="../slideLayouts/slideLayout143.xml"/><Relationship Id="rId3" Type="http://schemas.openxmlformats.org/officeDocument/2006/relationships/slideLayout" Target="../slideLayouts/slideLayout120.xml"/><Relationship Id="rId21" Type="http://schemas.openxmlformats.org/officeDocument/2006/relationships/slideLayout" Target="../slideLayouts/slideLayout138.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17" Type="http://schemas.openxmlformats.org/officeDocument/2006/relationships/slideLayout" Target="../slideLayouts/slideLayout134.xml"/><Relationship Id="rId25" Type="http://schemas.openxmlformats.org/officeDocument/2006/relationships/slideLayout" Target="../slideLayouts/slideLayout142.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0" Type="http://schemas.openxmlformats.org/officeDocument/2006/relationships/slideLayout" Target="../slideLayouts/slideLayout137.xml"/><Relationship Id="rId29" Type="http://schemas.openxmlformats.org/officeDocument/2006/relationships/tags" Target="../tags/tag57.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24" Type="http://schemas.openxmlformats.org/officeDocument/2006/relationships/slideLayout" Target="../slideLayouts/slideLayout141.xml"/><Relationship Id="rId32" Type="http://schemas.openxmlformats.org/officeDocument/2006/relationships/image" Target="../media/image2.png"/><Relationship Id="rId5" Type="http://schemas.openxmlformats.org/officeDocument/2006/relationships/slideLayout" Target="../slideLayouts/slideLayout122.xml"/><Relationship Id="rId15" Type="http://schemas.openxmlformats.org/officeDocument/2006/relationships/slideLayout" Target="../slideLayouts/slideLayout132.xml"/><Relationship Id="rId23" Type="http://schemas.openxmlformats.org/officeDocument/2006/relationships/slideLayout" Target="../slideLayouts/slideLayout140.xml"/><Relationship Id="rId28" Type="http://schemas.openxmlformats.org/officeDocument/2006/relationships/theme" Target="../theme/theme6.xml"/><Relationship Id="rId10" Type="http://schemas.openxmlformats.org/officeDocument/2006/relationships/slideLayout" Target="../slideLayouts/slideLayout127.xml"/><Relationship Id="rId19" Type="http://schemas.openxmlformats.org/officeDocument/2006/relationships/slideLayout" Target="../slideLayouts/slideLayout136.xml"/><Relationship Id="rId31" Type="http://schemas.openxmlformats.org/officeDocument/2006/relationships/image" Target="../media/image1.emf"/><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slideLayout" Target="../slideLayouts/slideLayout131.xml"/><Relationship Id="rId22" Type="http://schemas.openxmlformats.org/officeDocument/2006/relationships/slideLayout" Target="../slideLayouts/slideLayout139.xml"/><Relationship Id="rId27" Type="http://schemas.openxmlformats.org/officeDocument/2006/relationships/slideLayout" Target="../slideLayouts/slideLayout144.xml"/><Relationship Id="rId30" Type="http://schemas.openxmlformats.org/officeDocument/2006/relationships/oleObject" Target="../embeddings/oleObject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slideLayout" Target="../slideLayouts/slideLayout157.xml"/><Relationship Id="rId18" Type="http://schemas.openxmlformats.org/officeDocument/2006/relationships/slideLayout" Target="../slideLayouts/slideLayout162.xml"/><Relationship Id="rId26" Type="http://schemas.openxmlformats.org/officeDocument/2006/relationships/slideLayout" Target="../slideLayouts/slideLayout170.xml"/><Relationship Id="rId3" Type="http://schemas.openxmlformats.org/officeDocument/2006/relationships/slideLayout" Target="../slideLayouts/slideLayout147.xml"/><Relationship Id="rId21" Type="http://schemas.openxmlformats.org/officeDocument/2006/relationships/slideLayout" Target="../slideLayouts/slideLayout165.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5" Type="http://schemas.openxmlformats.org/officeDocument/2006/relationships/slideLayout" Target="../slideLayouts/slideLayout169.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20" Type="http://schemas.openxmlformats.org/officeDocument/2006/relationships/slideLayout" Target="../slideLayouts/slideLayout164.xml"/><Relationship Id="rId29" Type="http://schemas.openxmlformats.org/officeDocument/2006/relationships/oleObject" Target="../embeddings/oleObject1.bin"/><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24" Type="http://schemas.openxmlformats.org/officeDocument/2006/relationships/slideLayout" Target="../slideLayouts/slideLayout168.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23" Type="http://schemas.openxmlformats.org/officeDocument/2006/relationships/slideLayout" Target="../slideLayouts/slideLayout167.xml"/><Relationship Id="rId28" Type="http://schemas.openxmlformats.org/officeDocument/2006/relationships/tags" Target="../tags/tag67.xml"/><Relationship Id="rId10" Type="http://schemas.openxmlformats.org/officeDocument/2006/relationships/slideLayout" Target="../slideLayouts/slideLayout154.xml"/><Relationship Id="rId19" Type="http://schemas.openxmlformats.org/officeDocument/2006/relationships/slideLayout" Target="../slideLayouts/slideLayout163.xml"/><Relationship Id="rId31" Type="http://schemas.openxmlformats.org/officeDocument/2006/relationships/image" Target="../media/image2.png"/><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 Id="rId22" Type="http://schemas.openxmlformats.org/officeDocument/2006/relationships/slideLayout" Target="../slideLayouts/slideLayout166.xml"/><Relationship Id="rId27" Type="http://schemas.openxmlformats.org/officeDocument/2006/relationships/theme" Target="../theme/theme7.xml"/><Relationship Id="rId30" Type="http://schemas.openxmlformats.org/officeDocument/2006/relationships/image" Target="../media/image1.emf"/></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78.xml"/><Relationship Id="rId13" Type="http://schemas.openxmlformats.org/officeDocument/2006/relationships/slideLayout" Target="../slideLayouts/slideLayout183.xml"/><Relationship Id="rId18" Type="http://schemas.openxmlformats.org/officeDocument/2006/relationships/image" Target="../media/image1.emf"/><Relationship Id="rId3" Type="http://schemas.openxmlformats.org/officeDocument/2006/relationships/slideLayout" Target="../slideLayouts/slideLayout173.xml"/><Relationship Id="rId7" Type="http://schemas.openxmlformats.org/officeDocument/2006/relationships/slideLayout" Target="../slideLayouts/slideLayout177.xml"/><Relationship Id="rId12" Type="http://schemas.openxmlformats.org/officeDocument/2006/relationships/slideLayout" Target="../slideLayouts/slideLayout182.xml"/><Relationship Id="rId17" Type="http://schemas.openxmlformats.org/officeDocument/2006/relationships/oleObject" Target="../embeddings/oleObject1.bin"/><Relationship Id="rId2" Type="http://schemas.openxmlformats.org/officeDocument/2006/relationships/slideLayout" Target="../slideLayouts/slideLayout172.xml"/><Relationship Id="rId16" Type="http://schemas.openxmlformats.org/officeDocument/2006/relationships/tags" Target="../tags/tag77.xml"/><Relationship Id="rId1" Type="http://schemas.openxmlformats.org/officeDocument/2006/relationships/slideLayout" Target="../slideLayouts/slideLayout171.xml"/><Relationship Id="rId6" Type="http://schemas.openxmlformats.org/officeDocument/2006/relationships/slideLayout" Target="../slideLayouts/slideLayout176.xml"/><Relationship Id="rId11" Type="http://schemas.openxmlformats.org/officeDocument/2006/relationships/slideLayout" Target="../slideLayouts/slideLayout181.xml"/><Relationship Id="rId5" Type="http://schemas.openxmlformats.org/officeDocument/2006/relationships/slideLayout" Target="../slideLayouts/slideLayout175.xml"/><Relationship Id="rId15" Type="http://schemas.openxmlformats.org/officeDocument/2006/relationships/theme" Target="../theme/theme8.xml"/><Relationship Id="rId10" Type="http://schemas.openxmlformats.org/officeDocument/2006/relationships/slideLayout" Target="../slideLayouts/slideLayout180.xml"/><Relationship Id="rId19" Type="http://schemas.openxmlformats.org/officeDocument/2006/relationships/image" Target="../media/image2.png"/><Relationship Id="rId4" Type="http://schemas.openxmlformats.org/officeDocument/2006/relationships/slideLayout" Target="../slideLayouts/slideLayout174.xml"/><Relationship Id="rId9" Type="http://schemas.openxmlformats.org/officeDocument/2006/relationships/slideLayout" Target="../slideLayouts/slideLayout179.xml"/><Relationship Id="rId14" Type="http://schemas.openxmlformats.org/officeDocument/2006/relationships/slideLayout" Target="../slideLayouts/slideLayout1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8" imgW="270" imgH="270" progId="TCLayout.ActiveDocument.1">
                  <p:embed/>
                </p:oleObj>
              </mc:Choice>
              <mc:Fallback>
                <p:oleObj name="think-cell Slide" r:id="rId28" imgW="270" imgH="270" progId="TCLayout.ActiveDocument.1">
                  <p:embed/>
                  <p:pic>
                    <p:nvPicPr>
                      <p:cNvPr id="21" name="Object 20" hidden="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0">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 id="2147484155" r:id="rId24"/>
    <p:sldLayoutId id="2147484226" r:id="rId2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CD20865B-54CD-8D7B-ED7C-4D5A15D76942}"/>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6" name="TextBox 5">
            <a:extLst>
              <a:ext uri="{FF2B5EF4-FFF2-40B4-BE49-F238E27FC236}">
                <a16:creationId xmlns:a16="http://schemas.microsoft.com/office/drawing/2014/main" id="{893EBFCC-8079-3C6A-4D0A-BB13BC9E01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A2E19E46-5B16-2699-F2D6-15BCDA7B020F}"/>
              </a:ext>
            </a:extLst>
          </p:cNvPr>
          <p:cNvSpPr txBox="1"/>
          <p:nvPr userDrawn="1"/>
        </p:nvSpPr>
        <p:spPr>
          <a:xfrm>
            <a:off x="2218144" y="6540574"/>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5" name="TextBox 4">
            <a:extLst>
              <a:ext uri="{FF2B5EF4-FFF2-40B4-BE49-F238E27FC236}">
                <a16:creationId xmlns:a16="http://schemas.microsoft.com/office/drawing/2014/main" id="{636D3451-F1B4-430F-E5E4-49B54A3851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2" name="TextBox 1">
            <a:extLst>
              <a:ext uri="{FF2B5EF4-FFF2-40B4-BE49-F238E27FC236}">
                <a16:creationId xmlns:a16="http://schemas.microsoft.com/office/drawing/2014/main" id="{E8A21D90-307F-0583-E4D1-934656AB54E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439821657"/>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 id="2147484170" r:id="rId13"/>
    <p:sldLayoutId id="2147484171" r:id="rId14"/>
    <p:sldLayoutId id="2147484172" r:id="rId15"/>
    <p:sldLayoutId id="2147484173" r:id="rId16"/>
    <p:sldLayoutId id="2147484174" r:id="rId17"/>
    <p:sldLayoutId id="2147484176" r:id="rId18"/>
    <p:sldLayoutId id="2147484177" r:id="rId19"/>
    <p:sldLayoutId id="2147484178" r:id="rId20"/>
    <p:sldLayoutId id="2147484179" r:id="rId21"/>
    <p:sldLayoutId id="2147484180" r:id="rId22"/>
    <p:sldLayoutId id="2147484181" r:id="rId23"/>
    <p:sldLayoutId id="2147484182" r:id="rId24"/>
    <p:sldLayoutId id="2147484183" r:id="rId25"/>
    <p:sldLayoutId id="2147484184"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7" imgW="270" imgH="270" progId="TCLayout.ActiveDocument.1">
                  <p:embed/>
                </p:oleObj>
              </mc:Choice>
              <mc:Fallback>
                <p:oleObj name="think-cell Slide" r:id="rId17" imgW="270" imgH="270" progId="TCLayout.ActiveDocument.1">
                  <p:embed/>
                  <p:pic>
                    <p:nvPicPr>
                      <p:cNvPr id="21" name="Object 20" hidden="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B6A685-1DEF-388E-4DBE-5D0AA158E1E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77162753"/>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208" r:id="rId12"/>
    <p:sldLayoutId id="2147484209" r:id="rId13"/>
    <p:sldLayoutId id="2147484213" r:id="rId1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84.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31.emf"/><Relationship Id="rId4" Type="http://schemas.openxmlformats.org/officeDocument/2006/relationships/oleObject" Target="../embeddings/oleObject13.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84.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31.emf"/><Relationship Id="rId4" Type="http://schemas.openxmlformats.org/officeDocument/2006/relationships/oleObject" Target="../embeddings/oleObject13.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Draft: Jan 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1834852"/>
            <a:ext cx="8849356" cy="2215991"/>
          </a:xfrm>
        </p:spPr>
        <p:txBody>
          <a:bodyPr/>
          <a:lstStyle/>
          <a:p>
            <a:r>
              <a:rPr lang="en-GB"/>
              <a:t>Beazley </a:t>
            </a:r>
            <a:br>
              <a:rPr lang="en-GB"/>
            </a:br>
            <a:r>
              <a:rPr lang="en-GB" sz="4800" err="1"/>
              <a:t>gpas</a:t>
            </a:r>
            <a:r>
              <a:rPr lang="en-GB" sz="4800"/>
              <a:t> and Billing </a:t>
            </a:r>
            <a:br>
              <a:rPr lang="en-GB" sz="4800"/>
            </a:br>
            <a:r>
              <a:rPr lang="en-GB" sz="3000"/>
              <a:t>2-WEEK SPRINT APPROACH</a:t>
            </a:r>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endParaRPr lang="en-GB">
              <a:latin typeface="Ubuntu"/>
            </a:endParaRP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8" name="Title 3">
            <a:extLst>
              <a:ext uri="{FF2B5EF4-FFF2-40B4-BE49-F238E27FC236}">
                <a16:creationId xmlns:a16="http://schemas.microsoft.com/office/drawing/2014/main" id="{E79EF90A-20B5-094A-598F-4C68C58F203A}"/>
              </a:ext>
            </a:extLst>
          </p:cNvPr>
          <p:cNvSpPr txBox="1">
            <a:spLocks/>
          </p:cNvSpPr>
          <p:nvPr/>
        </p:nvSpPr>
        <p:spPr>
          <a:xfrm>
            <a:off x="124261" y="112689"/>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GPAS &amp; Billing: 2 </a:t>
            </a:r>
            <a:r>
              <a:rPr lang="en-US" sz="2800" cap="none">
                <a:solidFill>
                  <a:prstClr val="black"/>
                </a:solidFill>
                <a:latin typeface="Ubuntu Medium"/>
              </a:rPr>
              <a:t>W</a:t>
            </a: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eek </a:t>
            </a:r>
            <a:r>
              <a:rPr lang="en-US" sz="2800" cap="none">
                <a:solidFill>
                  <a:prstClr val="black"/>
                </a:solidFill>
                <a:latin typeface="Ubuntu Medium"/>
              </a:rPr>
              <a:t>S</a:t>
            </a: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print Approach : Initial View</a:t>
            </a:r>
          </a:p>
        </p:txBody>
      </p:sp>
      <p:graphicFrame>
        <p:nvGraphicFramePr>
          <p:cNvPr id="6" name="Table 5">
            <a:extLst>
              <a:ext uri="{FF2B5EF4-FFF2-40B4-BE49-F238E27FC236}">
                <a16:creationId xmlns:a16="http://schemas.microsoft.com/office/drawing/2014/main" id="{CDC4454F-925B-FCBE-0BBE-1CFCBD4B1904}"/>
              </a:ext>
            </a:extLst>
          </p:cNvPr>
          <p:cNvGraphicFramePr>
            <a:graphicFrameLocks noGrp="1"/>
          </p:cNvGraphicFramePr>
          <p:nvPr>
            <p:extLst>
              <p:ext uri="{D42A27DB-BD31-4B8C-83A1-F6EECF244321}">
                <p14:modId xmlns:p14="http://schemas.microsoft.com/office/powerpoint/2010/main" val="703259764"/>
              </p:ext>
            </p:extLst>
          </p:nvPr>
        </p:nvGraphicFramePr>
        <p:xfrm>
          <a:off x="3844287" y="4162426"/>
          <a:ext cx="6414136" cy="2515170"/>
        </p:xfrm>
        <a:graphic>
          <a:graphicData uri="http://schemas.openxmlformats.org/drawingml/2006/table">
            <a:tbl>
              <a:tblPr firstRow="1" bandRow="1">
                <a:tableStyleId>{93296810-A885-4BE3-A3E7-6D5BEEA58F35}</a:tableStyleId>
              </a:tblPr>
              <a:tblGrid>
                <a:gridCol w="1665505">
                  <a:extLst>
                    <a:ext uri="{9D8B030D-6E8A-4147-A177-3AD203B41FA5}">
                      <a16:colId xmlns:a16="http://schemas.microsoft.com/office/drawing/2014/main" val="3954985028"/>
                    </a:ext>
                  </a:extLst>
                </a:gridCol>
                <a:gridCol w="2148047">
                  <a:extLst>
                    <a:ext uri="{9D8B030D-6E8A-4147-A177-3AD203B41FA5}">
                      <a16:colId xmlns:a16="http://schemas.microsoft.com/office/drawing/2014/main" val="3470732781"/>
                    </a:ext>
                  </a:extLst>
                </a:gridCol>
                <a:gridCol w="2600584">
                  <a:extLst>
                    <a:ext uri="{9D8B030D-6E8A-4147-A177-3AD203B41FA5}">
                      <a16:colId xmlns:a16="http://schemas.microsoft.com/office/drawing/2014/main" val="3765134754"/>
                    </a:ext>
                  </a:extLst>
                </a:gridCol>
              </a:tblGrid>
              <a:tr h="208249">
                <a:tc>
                  <a:txBody>
                    <a:bodyPr/>
                    <a:lstStyle/>
                    <a:p>
                      <a:r>
                        <a:rPr lang="en-US" sz="1000"/>
                        <a:t>Area of sprint</a:t>
                      </a:r>
                      <a:endParaRPr lang="en-IN" sz="1000"/>
                    </a:p>
                  </a:txBody>
                  <a:tcPr/>
                </a:tc>
                <a:tc>
                  <a:txBody>
                    <a:bodyPr/>
                    <a:lstStyle/>
                    <a:p>
                      <a:r>
                        <a:rPr lang="en-US" sz="1000"/>
                        <a:t>4-week sprint</a:t>
                      </a:r>
                      <a:endParaRPr lang="en-IN" sz="1000"/>
                    </a:p>
                  </a:txBody>
                  <a:tcPr/>
                </a:tc>
                <a:tc>
                  <a:txBody>
                    <a:bodyPr/>
                    <a:lstStyle/>
                    <a:p>
                      <a:r>
                        <a:rPr lang="en-US" sz="1000"/>
                        <a:t>2-week sprint</a:t>
                      </a:r>
                      <a:endParaRPr lang="en-IN" sz="1000"/>
                    </a:p>
                  </a:txBody>
                  <a:tcPr/>
                </a:tc>
                <a:extLst>
                  <a:ext uri="{0D108BD9-81ED-4DB2-BD59-A6C34878D82A}">
                    <a16:rowId xmlns:a16="http://schemas.microsoft.com/office/drawing/2014/main" val="3742712225"/>
                  </a:ext>
                </a:extLst>
              </a:tr>
              <a:tr h="267636">
                <a:tc>
                  <a:txBody>
                    <a:bodyPr/>
                    <a:lstStyle/>
                    <a:p>
                      <a:r>
                        <a:rPr lang="en-US" sz="1000"/>
                        <a:t>Sprint Days</a:t>
                      </a:r>
                      <a:endParaRPr lang="en-IN" sz="1000">
                        <a:latin typeface="+mn-lt"/>
                      </a:endParaRPr>
                    </a:p>
                  </a:txBody>
                  <a:tcPr/>
                </a:tc>
                <a:tc>
                  <a:txBody>
                    <a:bodyPr/>
                    <a:lstStyle/>
                    <a:p>
                      <a:r>
                        <a:rPr lang="en-US" sz="1000"/>
                        <a:t>20</a:t>
                      </a:r>
                      <a:endParaRPr lang="en-IN" sz="1000">
                        <a:latin typeface="+mn-lt"/>
                      </a:endParaRPr>
                    </a:p>
                  </a:txBody>
                  <a:tcPr/>
                </a:tc>
                <a:tc>
                  <a:txBody>
                    <a:bodyPr/>
                    <a:lstStyle/>
                    <a:p>
                      <a:r>
                        <a:rPr lang="en-US" sz="1000"/>
                        <a:t>10</a:t>
                      </a:r>
                      <a:endParaRPr lang="en-IN" sz="1000">
                        <a:latin typeface="+mn-lt"/>
                      </a:endParaRPr>
                    </a:p>
                  </a:txBody>
                  <a:tcPr/>
                </a:tc>
                <a:extLst>
                  <a:ext uri="{0D108BD9-81ED-4DB2-BD59-A6C34878D82A}">
                    <a16:rowId xmlns:a16="http://schemas.microsoft.com/office/drawing/2014/main" val="1896323920"/>
                  </a:ext>
                </a:extLst>
              </a:tr>
              <a:tr h="338405">
                <a:tc>
                  <a:txBody>
                    <a:bodyPr/>
                    <a:lstStyle/>
                    <a:p>
                      <a:r>
                        <a:rPr lang="en-US" sz="1000"/>
                        <a:t>User story size (story points)</a:t>
                      </a:r>
                      <a:endParaRPr lang="en-IN" sz="1000">
                        <a:latin typeface="+mn-lt"/>
                      </a:endParaRPr>
                    </a:p>
                  </a:txBody>
                  <a:tcPr/>
                </a:tc>
                <a:tc>
                  <a:txBody>
                    <a:bodyPr/>
                    <a:lstStyle/>
                    <a:p>
                      <a:r>
                        <a:rPr lang="en-US" sz="1000"/>
                        <a:t>5, 8 or 13</a:t>
                      </a:r>
                      <a:endParaRPr lang="en-IN" sz="1000">
                        <a:latin typeface="+mn-lt"/>
                      </a:endParaRPr>
                    </a:p>
                  </a:txBody>
                  <a:tcPr/>
                </a:tc>
                <a:tc>
                  <a:txBody>
                    <a:bodyPr/>
                    <a:lstStyle/>
                    <a:p>
                      <a:r>
                        <a:rPr lang="en-US" sz="1000"/>
                        <a:t>3 or 5</a:t>
                      </a:r>
                      <a:endParaRPr lang="en-IN" sz="1000">
                        <a:latin typeface="+mn-lt"/>
                      </a:endParaRPr>
                    </a:p>
                  </a:txBody>
                  <a:tcPr/>
                </a:tc>
                <a:extLst>
                  <a:ext uri="{0D108BD9-81ED-4DB2-BD59-A6C34878D82A}">
                    <a16:rowId xmlns:a16="http://schemas.microsoft.com/office/drawing/2014/main" val="3294981225"/>
                  </a:ext>
                </a:extLst>
              </a:tr>
              <a:tr h="300580">
                <a:tc>
                  <a:txBody>
                    <a:bodyPr/>
                    <a:lstStyle/>
                    <a:p>
                      <a:r>
                        <a:rPr lang="en-US" sz="1000"/>
                        <a:t>User story test execution</a:t>
                      </a:r>
                      <a:endParaRPr lang="en-IN" sz="1000">
                        <a:latin typeface="+mn-lt"/>
                      </a:endParaRPr>
                    </a:p>
                  </a:txBody>
                  <a:tcPr/>
                </a:tc>
                <a:tc>
                  <a:txBody>
                    <a:bodyPr/>
                    <a:lstStyle/>
                    <a:p>
                      <a:r>
                        <a:rPr lang="en-US" sz="1000"/>
                        <a:t>Begins approx. 8</a:t>
                      </a:r>
                      <a:r>
                        <a:rPr lang="en-US" sz="1000" baseline="30000"/>
                        <a:t>th</a:t>
                      </a:r>
                      <a:r>
                        <a:rPr lang="en-US" sz="1000"/>
                        <a:t> day or after</a:t>
                      </a:r>
                      <a:endParaRPr lang="en-IN" sz="1000">
                        <a:latin typeface="+mn-lt"/>
                      </a:endParaRPr>
                    </a:p>
                  </a:txBody>
                  <a:tcPr/>
                </a:tc>
                <a:tc>
                  <a:txBody>
                    <a:bodyPr/>
                    <a:lstStyle/>
                    <a:p>
                      <a:r>
                        <a:rPr lang="en-US" sz="1000"/>
                        <a:t>Begins as early as 3rd or 4</a:t>
                      </a:r>
                      <a:r>
                        <a:rPr lang="en-US" sz="1000" baseline="30000"/>
                        <a:t>th</a:t>
                      </a:r>
                      <a:r>
                        <a:rPr lang="en-US" sz="1000"/>
                        <a:t> day</a:t>
                      </a:r>
                      <a:endParaRPr lang="en-IN" sz="1000">
                        <a:latin typeface="+mn-lt"/>
                      </a:endParaRPr>
                    </a:p>
                  </a:txBody>
                  <a:tcPr/>
                </a:tc>
                <a:extLst>
                  <a:ext uri="{0D108BD9-81ED-4DB2-BD59-A6C34878D82A}">
                    <a16:rowId xmlns:a16="http://schemas.microsoft.com/office/drawing/2014/main" val="3756268404"/>
                  </a:ext>
                </a:extLst>
              </a:tr>
              <a:tr h="338405">
                <a:tc>
                  <a:txBody>
                    <a:bodyPr/>
                    <a:lstStyle/>
                    <a:p>
                      <a:r>
                        <a:rPr lang="en-US" sz="1000"/>
                        <a:t>User story demos &amp; sign-off</a:t>
                      </a:r>
                      <a:endParaRPr lang="en-IN" sz="1000">
                        <a:latin typeface="+mn-lt"/>
                      </a:endParaRPr>
                    </a:p>
                  </a:txBody>
                  <a:tcPr/>
                </a:tc>
                <a:tc>
                  <a:txBody>
                    <a:bodyPr/>
                    <a:lstStyle/>
                    <a:p>
                      <a:r>
                        <a:rPr lang="en-US" sz="1000"/>
                        <a:t>Begins approx. 11</a:t>
                      </a:r>
                      <a:r>
                        <a:rPr lang="en-US" sz="1000" baseline="30000"/>
                        <a:t>th</a:t>
                      </a:r>
                      <a:r>
                        <a:rPr lang="en-US" sz="1000"/>
                        <a:t> day onwards</a:t>
                      </a:r>
                      <a:endParaRPr lang="en-IN" sz="1000" dirty="0">
                        <a:latin typeface="+mn-lt"/>
                      </a:endParaRPr>
                    </a:p>
                  </a:txBody>
                  <a:tcPr/>
                </a:tc>
                <a:tc>
                  <a:txBody>
                    <a:bodyPr/>
                    <a:lstStyle/>
                    <a:p>
                      <a:r>
                        <a:rPr lang="en-US" sz="1000"/>
                        <a:t>Begin as early as 4</a:t>
                      </a:r>
                      <a:r>
                        <a:rPr lang="en-US" sz="1000" baseline="30000"/>
                        <a:t>th</a:t>
                      </a:r>
                      <a:r>
                        <a:rPr lang="en-US" sz="1000"/>
                        <a:t> and 5</a:t>
                      </a:r>
                      <a:r>
                        <a:rPr lang="en-US" sz="1000" baseline="30000"/>
                        <a:t>th</a:t>
                      </a:r>
                      <a:r>
                        <a:rPr lang="en-US" sz="1000"/>
                        <a:t> day</a:t>
                      </a:r>
                      <a:endParaRPr lang="en-IN" sz="1000">
                        <a:latin typeface="+mn-lt"/>
                      </a:endParaRPr>
                    </a:p>
                  </a:txBody>
                  <a:tcPr/>
                </a:tc>
                <a:extLst>
                  <a:ext uri="{0D108BD9-81ED-4DB2-BD59-A6C34878D82A}">
                    <a16:rowId xmlns:a16="http://schemas.microsoft.com/office/drawing/2014/main" val="1465331265"/>
                  </a:ext>
                </a:extLst>
              </a:tr>
              <a:tr h="242497">
                <a:tc>
                  <a:txBody>
                    <a:bodyPr/>
                    <a:lstStyle/>
                    <a:p>
                      <a:r>
                        <a:rPr lang="en-US" sz="1000"/>
                        <a:t>Demo Sign-off</a:t>
                      </a:r>
                      <a:endParaRPr lang="en-IN" sz="1000">
                        <a:latin typeface="+mn-lt"/>
                      </a:endParaRPr>
                    </a:p>
                  </a:txBody>
                  <a:tcPr/>
                </a:tc>
                <a:tc>
                  <a:txBody>
                    <a:bodyPr/>
                    <a:lstStyle/>
                    <a:p>
                      <a:r>
                        <a:rPr lang="en-US" sz="1000"/>
                        <a:t>Is between 1-3 days</a:t>
                      </a:r>
                      <a:endParaRPr lang="en-IN" sz="1000">
                        <a:latin typeface="+mn-lt"/>
                      </a:endParaRPr>
                    </a:p>
                  </a:txBody>
                  <a:tcPr/>
                </a:tc>
                <a:tc>
                  <a:txBody>
                    <a:bodyPr/>
                    <a:lstStyle/>
                    <a:p>
                      <a:r>
                        <a:rPr lang="en-US" sz="1000"/>
                        <a:t>Must be the same day</a:t>
                      </a:r>
                      <a:endParaRPr lang="en-IN" sz="1000">
                        <a:latin typeface="+mn-lt"/>
                      </a:endParaRPr>
                    </a:p>
                  </a:txBody>
                  <a:tcPr/>
                </a:tc>
                <a:extLst>
                  <a:ext uri="{0D108BD9-81ED-4DB2-BD59-A6C34878D82A}">
                    <a16:rowId xmlns:a16="http://schemas.microsoft.com/office/drawing/2014/main" val="2722017312"/>
                  </a:ext>
                </a:extLst>
              </a:tr>
              <a:tr h="333397">
                <a:tc>
                  <a:txBody>
                    <a:bodyPr/>
                    <a:lstStyle/>
                    <a:p>
                      <a:r>
                        <a:rPr lang="en-US" sz="1000"/>
                        <a:t>Business Elaborations</a:t>
                      </a:r>
                      <a:endParaRPr lang="en-IN" sz="1000">
                        <a:latin typeface="+mn-lt"/>
                      </a:endParaRPr>
                    </a:p>
                  </a:txBody>
                  <a:tcPr/>
                </a:tc>
                <a:tc>
                  <a:txBody>
                    <a:bodyPr/>
                    <a:lstStyle/>
                    <a:p>
                      <a:r>
                        <a:rPr lang="en-US" sz="1000"/>
                        <a:t>N-1 sprint</a:t>
                      </a:r>
                      <a:endParaRPr lang="en-IN" sz="1000">
                        <a:latin typeface="+mn-lt"/>
                      </a:endParaRPr>
                    </a:p>
                  </a:txBody>
                  <a:tcPr/>
                </a:tc>
                <a:tc>
                  <a:txBody>
                    <a:bodyPr/>
                    <a:lstStyle/>
                    <a:p>
                      <a:r>
                        <a:rPr lang="en-US" sz="1000"/>
                        <a:t>N-2 sprint</a:t>
                      </a:r>
                      <a:endParaRPr lang="en-IN" sz="1000">
                        <a:latin typeface="+mn-lt"/>
                      </a:endParaRPr>
                    </a:p>
                  </a:txBody>
                  <a:tcPr/>
                </a:tc>
                <a:extLst>
                  <a:ext uri="{0D108BD9-81ED-4DB2-BD59-A6C34878D82A}">
                    <a16:rowId xmlns:a16="http://schemas.microsoft.com/office/drawing/2014/main" val="2535620194"/>
                  </a:ext>
                </a:extLst>
              </a:tr>
              <a:tr h="333397">
                <a:tc>
                  <a:txBody>
                    <a:bodyPr/>
                    <a:lstStyle/>
                    <a:p>
                      <a:r>
                        <a:rPr lang="en-US" sz="1000">
                          <a:latin typeface="+mn-lt"/>
                        </a:rPr>
                        <a:t>User story handovers</a:t>
                      </a:r>
                      <a:endParaRPr lang="en-IN" sz="1000">
                        <a:latin typeface="+mn-lt"/>
                      </a:endParaRPr>
                    </a:p>
                  </a:txBody>
                  <a:tcPr/>
                </a:tc>
                <a:tc>
                  <a:txBody>
                    <a:bodyPr/>
                    <a:lstStyle/>
                    <a:p>
                      <a:r>
                        <a:rPr lang="en-US" sz="1000">
                          <a:latin typeface="+mn-lt"/>
                        </a:rPr>
                        <a:t>N sprint</a:t>
                      </a:r>
                      <a:endParaRPr lang="en-IN" sz="1000">
                        <a:latin typeface="+mn-lt"/>
                      </a:endParaRPr>
                    </a:p>
                  </a:txBody>
                  <a:tcPr/>
                </a:tc>
                <a:tc>
                  <a:txBody>
                    <a:bodyPr/>
                    <a:lstStyle/>
                    <a:p>
                      <a:r>
                        <a:rPr lang="en-US" sz="1000">
                          <a:latin typeface="+mn-lt"/>
                        </a:rPr>
                        <a:t>N-1 sprint</a:t>
                      </a:r>
                      <a:endParaRPr lang="en-IN" sz="1000">
                        <a:latin typeface="+mn-lt"/>
                      </a:endParaRPr>
                    </a:p>
                  </a:txBody>
                  <a:tcPr/>
                </a:tc>
                <a:extLst>
                  <a:ext uri="{0D108BD9-81ED-4DB2-BD59-A6C34878D82A}">
                    <a16:rowId xmlns:a16="http://schemas.microsoft.com/office/drawing/2014/main" val="3582167446"/>
                  </a:ext>
                </a:extLst>
              </a:tr>
            </a:tbl>
          </a:graphicData>
        </a:graphic>
      </p:graphicFrame>
      <p:sp>
        <p:nvSpPr>
          <p:cNvPr id="10" name="Rectangle 9">
            <a:extLst>
              <a:ext uri="{FF2B5EF4-FFF2-40B4-BE49-F238E27FC236}">
                <a16:creationId xmlns:a16="http://schemas.microsoft.com/office/drawing/2014/main" id="{E77F4095-1CAE-0040-B236-F7FAF506B20E}"/>
              </a:ext>
            </a:extLst>
          </p:cNvPr>
          <p:cNvSpPr/>
          <p:nvPr/>
        </p:nvSpPr>
        <p:spPr>
          <a:xfrm>
            <a:off x="152837" y="1352184"/>
            <a:ext cx="5771714" cy="2686416"/>
          </a:xfrm>
          <a:prstGeom prst="rect">
            <a:avLst/>
          </a:prstGeom>
          <a:solidFill>
            <a:schemeClr val="bg1">
              <a:lumMod val="95000"/>
            </a:schemeClr>
          </a:solidFill>
          <a:ln>
            <a:solidFill>
              <a:schemeClr val="accent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a:solidFill>
                  <a:schemeClr val="tx1"/>
                </a:solidFill>
              </a:rPr>
              <a:t>What becomes critical:</a:t>
            </a:r>
          </a:p>
          <a:p>
            <a:pPr marL="171450" indent="-171450">
              <a:spcBef>
                <a:spcPts val="600"/>
              </a:spcBef>
              <a:buFont typeface="Arial" panose="020B0604020202020204" pitchFamily="34" charset="0"/>
              <a:buChar char="•"/>
            </a:pPr>
            <a:r>
              <a:rPr lang="en-US" sz="1200">
                <a:solidFill>
                  <a:schemeClr val="tx1"/>
                </a:solidFill>
              </a:rPr>
              <a:t>Product owners &amp; Business SME availability required on all days of the sprint both for elaboration &amp; development weeks</a:t>
            </a:r>
          </a:p>
          <a:p>
            <a:pPr marL="171450" indent="-171450">
              <a:spcBef>
                <a:spcPts val="600"/>
              </a:spcBef>
              <a:buFont typeface="Arial" panose="020B0604020202020204" pitchFamily="34" charset="0"/>
              <a:buChar char="•"/>
            </a:pPr>
            <a:r>
              <a:rPr lang="en-US" sz="1200">
                <a:solidFill>
                  <a:schemeClr val="tx1"/>
                </a:solidFill>
              </a:rPr>
              <a:t>Turn around times required the same day or day+1</a:t>
            </a:r>
          </a:p>
          <a:p>
            <a:pPr marL="628650" lvl="1" indent="-171450">
              <a:buFont typeface="Arial" panose="020B0604020202020204" pitchFamily="34" charset="0"/>
              <a:buChar char="•"/>
            </a:pPr>
            <a:r>
              <a:rPr lang="en-US" sz="1200">
                <a:solidFill>
                  <a:schemeClr val="tx1"/>
                </a:solidFill>
              </a:rPr>
              <a:t>story sign-off in elaboration</a:t>
            </a:r>
          </a:p>
          <a:p>
            <a:pPr marL="628650" lvl="1" indent="-171450">
              <a:buFont typeface="Arial" panose="020B0604020202020204" pitchFamily="34" charset="0"/>
              <a:buChar char="•"/>
            </a:pPr>
            <a:r>
              <a:rPr lang="en-US" sz="1200">
                <a:solidFill>
                  <a:schemeClr val="tx1"/>
                </a:solidFill>
              </a:rPr>
              <a:t>query resolution </a:t>
            </a:r>
          </a:p>
          <a:p>
            <a:pPr marL="628650" lvl="1" indent="-171450">
              <a:buFont typeface="Arial" panose="020B0604020202020204" pitchFamily="34" charset="0"/>
              <a:buChar char="•"/>
            </a:pPr>
            <a:r>
              <a:rPr lang="en-US" sz="1200">
                <a:solidFill>
                  <a:schemeClr val="tx1"/>
                </a:solidFill>
              </a:rPr>
              <a:t>story sign-off post development</a:t>
            </a:r>
          </a:p>
          <a:p>
            <a:pPr marL="628650" lvl="1" indent="-171450">
              <a:buFont typeface="Arial" panose="020B0604020202020204" pitchFamily="34" charset="0"/>
              <a:buChar char="•"/>
            </a:pPr>
            <a:r>
              <a:rPr lang="en-US" sz="1200">
                <a:solidFill>
                  <a:schemeClr val="tx1"/>
                </a:solidFill>
              </a:rPr>
              <a:t>architecture and design decisions</a:t>
            </a:r>
          </a:p>
          <a:p>
            <a:pPr marL="171450" indent="-171450">
              <a:spcBef>
                <a:spcPts val="600"/>
              </a:spcBef>
              <a:buFont typeface="Arial" panose="020B0604020202020204" pitchFamily="34" charset="0"/>
              <a:buChar char="•"/>
            </a:pPr>
            <a:r>
              <a:rPr lang="en-US" sz="1200">
                <a:solidFill>
                  <a:schemeClr val="tx1"/>
                </a:solidFill>
              </a:rPr>
              <a:t>Strict &amp; Absolute Definition of Ready &amp; Definition of Done compliance for stories part of each sprint</a:t>
            </a:r>
          </a:p>
          <a:p>
            <a:pPr marL="171450" indent="-171450">
              <a:spcBef>
                <a:spcPts val="600"/>
              </a:spcBef>
              <a:buFont typeface="Arial" panose="020B0604020202020204" pitchFamily="34" charset="0"/>
              <a:buChar char="•"/>
            </a:pPr>
            <a:r>
              <a:rPr lang="en-US" sz="1200">
                <a:solidFill>
                  <a:schemeClr val="tx1"/>
                </a:solidFill>
              </a:rPr>
              <a:t>No changes to be made in the story during development weeks</a:t>
            </a:r>
          </a:p>
          <a:p>
            <a:pPr marL="171450" indent="-171450">
              <a:spcBef>
                <a:spcPts val="600"/>
              </a:spcBef>
              <a:buFont typeface="Arial" panose="020B0604020202020204" pitchFamily="34" charset="0"/>
              <a:buChar char="•"/>
            </a:pPr>
            <a:r>
              <a:rPr lang="en-US" sz="1200">
                <a:solidFill>
                  <a:schemeClr val="tx1"/>
                </a:solidFill>
              </a:rPr>
              <a:t>Dependencies delivered and resolution must be achieved in N-1 sprint</a:t>
            </a:r>
          </a:p>
        </p:txBody>
      </p:sp>
      <p:sp>
        <p:nvSpPr>
          <p:cNvPr id="11" name="Rectangle 10">
            <a:extLst>
              <a:ext uri="{FF2B5EF4-FFF2-40B4-BE49-F238E27FC236}">
                <a16:creationId xmlns:a16="http://schemas.microsoft.com/office/drawing/2014/main" id="{6F59E1F5-1877-1FF8-4388-100811A0A815}"/>
              </a:ext>
            </a:extLst>
          </p:cNvPr>
          <p:cNvSpPr/>
          <p:nvPr/>
        </p:nvSpPr>
        <p:spPr>
          <a:xfrm>
            <a:off x="6115049" y="1351818"/>
            <a:ext cx="5886014" cy="2686416"/>
          </a:xfrm>
          <a:prstGeom prst="rect">
            <a:avLst/>
          </a:prstGeom>
          <a:solidFill>
            <a:schemeClr val="bg1">
              <a:lumMod val="95000"/>
            </a:schemeClr>
          </a:solidFill>
          <a:ln>
            <a:solidFill>
              <a:schemeClr val="accent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1">
                <a:solidFill>
                  <a:schemeClr val="tx1"/>
                </a:solidFill>
              </a:rPr>
              <a:t>Other areas of change to be considered:</a:t>
            </a:r>
          </a:p>
          <a:p>
            <a:pPr marL="171450" indent="-171450">
              <a:spcBef>
                <a:spcPts val="600"/>
              </a:spcBef>
              <a:buFont typeface="Arial" panose="020B0604020202020204" pitchFamily="34" charset="0"/>
              <a:buChar char="•"/>
            </a:pPr>
            <a:r>
              <a:rPr lang="en-US" sz="1200">
                <a:solidFill>
                  <a:schemeClr val="tx1"/>
                </a:solidFill>
              </a:rPr>
              <a:t>A master planning session is required every 8 weeks</a:t>
            </a:r>
          </a:p>
          <a:p>
            <a:pPr marL="171450" indent="-171450">
              <a:spcBef>
                <a:spcPts val="600"/>
              </a:spcBef>
              <a:buFont typeface="Arial" panose="020B0604020202020204" pitchFamily="34" charset="0"/>
              <a:buChar char="•"/>
            </a:pPr>
            <a:r>
              <a:rPr lang="en-US" sz="1200">
                <a:solidFill>
                  <a:schemeClr val="tx1"/>
                </a:solidFill>
              </a:rPr>
              <a:t>Orientation session required to teams within GPAS &amp; Billing on new ways of working</a:t>
            </a:r>
          </a:p>
          <a:p>
            <a:pPr marL="171450" indent="-171450">
              <a:spcBef>
                <a:spcPts val="600"/>
              </a:spcBef>
              <a:buFont typeface="Arial" panose="020B0604020202020204" pitchFamily="34" charset="0"/>
              <a:buChar char="•"/>
            </a:pPr>
            <a:r>
              <a:rPr lang="en-US" sz="1200">
                <a:solidFill>
                  <a:schemeClr val="tx1"/>
                </a:solidFill>
              </a:rPr>
              <a:t>Sprint planning and outputs – documented and agreed in JIRA </a:t>
            </a:r>
            <a:endParaRPr lang="en-US" sz="1200">
              <a:solidFill>
                <a:schemeClr val="tx1"/>
              </a:solidFill>
              <a:highlight>
                <a:srgbClr val="FFFF00"/>
              </a:highlight>
            </a:endParaRPr>
          </a:p>
          <a:p>
            <a:pPr marL="171450" indent="-171450">
              <a:spcBef>
                <a:spcPts val="600"/>
              </a:spcBef>
              <a:buFont typeface="Arial" panose="020B0604020202020204" pitchFamily="34" charset="0"/>
              <a:buChar char="•"/>
            </a:pPr>
            <a:r>
              <a:rPr lang="en-US" sz="1200">
                <a:solidFill>
                  <a:schemeClr val="tx1"/>
                </a:solidFill>
              </a:rPr>
              <a:t>Review &amp; alignment of team capacities</a:t>
            </a:r>
          </a:p>
          <a:p>
            <a:pPr marL="171450" indent="-171450">
              <a:spcBef>
                <a:spcPts val="600"/>
              </a:spcBef>
              <a:buFont typeface="Arial" panose="020B0604020202020204" pitchFamily="34" charset="0"/>
              <a:buChar char="•"/>
            </a:pPr>
            <a:r>
              <a:rPr lang="en-US" sz="1200">
                <a:solidFill>
                  <a:schemeClr val="tx1"/>
                </a:solidFill>
              </a:rPr>
              <a:t>Sprint closure reporting and sign-off process to be optimized</a:t>
            </a:r>
          </a:p>
          <a:p>
            <a:pPr marL="171450" indent="-171450">
              <a:spcBef>
                <a:spcPts val="600"/>
              </a:spcBef>
              <a:buFont typeface="Arial" panose="020B0604020202020204" pitchFamily="34" charset="0"/>
              <a:buChar char="•"/>
            </a:pPr>
            <a:r>
              <a:rPr lang="en-US" sz="1200">
                <a:solidFill>
                  <a:schemeClr val="tx1"/>
                </a:solidFill>
              </a:rPr>
              <a:t>Review frequency for more regular governance forums such as architecture, business &amp; leadership</a:t>
            </a:r>
          </a:p>
          <a:p>
            <a:pPr marL="171450" indent="-171450">
              <a:spcBef>
                <a:spcPts val="600"/>
              </a:spcBef>
              <a:buFont typeface="Arial" panose="020B0604020202020204" pitchFamily="34" charset="0"/>
              <a:buChar char="•"/>
            </a:pPr>
            <a:endParaRPr lang="en-US" sz="1200">
              <a:solidFill>
                <a:schemeClr val="tx1"/>
              </a:solidFill>
            </a:endParaRPr>
          </a:p>
          <a:p>
            <a:pPr marL="171450" indent="-171450">
              <a:spcBef>
                <a:spcPts val="600"/>
              </a:spcBef>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endParaRPr lang="en-US" sz="1200">
              <a:solidFill>
                <a:schemeClr val="tx1"/>
              </a:solidFill>
            </a:endParaRPr>
          </a:p>
        </p:txBody>
      </p:sp>
      <p:sp>
        <p:nvSpPr>
          <p:cNvPr id="12" name="Rectangle 11">
            <a:extLst>
              <a:ext uri="{FF2B5EF4-FFF2-40B4-BE49-F238E27FC236}">
                <a16:creationId xmlns:a16="http://schemas.microsoft.com/office/drawing/2014/main" id="{A6FFFD6F-6A66-3586-58F8-A0DC065A0B8C}"/>
              </a:ext>
            </a:extLst>
          </p:cNvPr>
          <p:cNvSpPr/>
          <p:nvPr/>
        </p:nvSpPr>
        <p:spPr>
          <a:xfrm>
            <a:off x="0" y="699101"/>
            <a:ext cx="12192000" cy="48309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a:solidFill>
                  <a:schemeClr val="tx1"/>
                </a:solidFill>
              </a:rPr>
              <a:t>Transitioning from a 4-week Sprint to 2-week Sprint construct requires a mindset change to be more Agile, more Responsive and more Flexible as a team, to achieve its purpose and alignment to the Programme objectives</a:t>
            </a:r>
          </a:p>
        </p:txBody>
      </p:sp>
      <p:sp>
        <p:nvSpPr>
          <p:cNvPr id="13" name="Arrow: Pentagon 12">
            <a:extLst>
              <a:ext uri="{FF2B5EF4-FFF2-40B4-BE49-F238E27FC236}">
                <a16:creationId xmlns:a16="http://schemas.microsoft.com/office/drawing/2014/main" id="{52A7C31A-4E95-5D11-6720-EE235E06E6DD}"/>
              </a:ext>
            </a:extLst>
          </p:cNvPr>
          <p:cNvSpPr/>
          <p:nvPr/>
        </p:nvSpPr>
        <p:spPr>
          <a:xfrm>
            <a:off x="2408137" y="4824363"/>
            <a:ext cx="1280160" cy="1096376"/>
          </a:xfrm>
          <a:prstGeom prst="homePlate">
            <a:avLst/>
          </a:prstGeom>
          <a:solidFill>
            <a:schemeClr val="bg1">
              <a:lumMod val="95000"/>
            </a:schemeClr>
          </a:solidFill>
          <a:ln>
            <a:solidFill>
              <a:schemeClr val="accent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i="1">
                <a:solidFill>
                  <a:schemeClr val="tx1"/>
                </a:solidFill>
              </a:rPr>
              <a:t>Specifics of what will be different</a:t>
            </a:r>
          </a:p>
        </p:txBody>
      </p:sp>
    </p:spTree>
    <p:extLst>
      <p:ext uri="{BB962C8B-B14F-4D97-AF65-F5344CB8AC3E}">
        <p14:creationId xmlns:p14="http://schemas.microsoft.com/office/powerpoint/2010/main" val="1817871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8A589-9448-E8A7-A308-4031CB40DD56}"/>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C0C15B4-EBD7-4195-AA23-96C31912C99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a:extLst>
                          <a:ext uri="{FF2B5EF4-FFF2-40B4-BE49-F238E27FC236}">
                            <a16:creationId xmlns:a16="http://schemas.microsoft.com/office/drawing/2014/main" id="{FC0C15B4-EBD7-4195-AA23-96C31912C99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90B00E46-B0D3-514E-2207-3EF8871D2ED7}"/>
              </a:ext>
            </a:extLst>
          </p:cNvPr>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8" name="Title 3">
            <a:extLst>
              <a:ext uri="{FF2B5EF4-FFF2-40B4-BE49-F238E27FC236}">
                <a16:creationId xmlns:a16="http://schemas.microsoft.com/office/drawing/2014/main" id="{30F02743-B6CC-FE22-EDA6-04DFD0946770}"/>
              </a:ext>
            </a:extLst>
          </p:cNvPr>
          <p:cNvSpPr txBox="1">
            <a:spLocks/>
          </p:cNvSpPr>
          <p:nvPr/>
        </p:nvSpPr>
        <p:spPr>
          <a:xfrm>
            <a:off x="124261" y="112689"/>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GPAS &amp; Billing: 2 </a:t>
            </a:r>
            <a:r>
              <a:rPr lang="en-US" sz="2800" cap="none">
                <a:solidFill>
                  <a:prstClr val="black"/>
                </a:solidFill>
                <a:latin typeface="Ubuntu Medium"/>
              </a:rPr>
              <a:t>W</a:t>
            </a: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eek </a:t>
            </a:r>
            <a:r>
              <a:rPr lang="en-US" sz="2800" cap="none">
                <a:solidFill>
                  <a:prstClr val="black"/>
                </a:solidFill>
                <a:latin typeface="Ubuntu Medium"/>
              </a:rPr>
              <a:t>S</a:t>
            </a: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print Approach : Initial View</a:t>
            </a:r>
          </a:p>
        </p:txBody>
      </p:sp>
      <p:graphicFrame>
        <p:nvGraphicFramePr>
          <p:cNvPr id="2" name="Table 1">
            <a:extLst>
              <a:ext uri="{FF2B5EF4-FFF2-40B4-BE49-F238E27FC236}">
                <a16:creationId xmlns:a16="http://schemas.microsoft.com/office/drawing/2014/main" id="{8EA68C20-393B-0455-10D9-B1CA5B791C7C}"/>
              </a:ext>
            </a:extLst>
          </p:cNvPr>
          <p:cNvGraphicFramePr>
            <a:graphicFrameLocks noGrp="1"/>
          </p:cNvGraphicFramePr>
          <p:nvPr>
            <p:extLst>
              <p:ext uri="{D42A27DB-BD31-4B8C-83A1-F6EECF244321}">
                <p14:modId xmlns:p14="http://schemas.microsoft.com/office/powerpoint/2010/main" val="2056559138"/>
              </p:ext>
            </p:extLst>
          </p:nvPr>
        </p:nvGraphicFramePr>
        <p:xfrm>
          <a:off x="391153" y="984599"/>
          <a:ext cx="11418929" cy="4509046"/>
        </p:xfrm>
        <a:graphic>
          <a:graphicData uri="http://schemas.openxmlformats.org/drawingml/2006/table">
            <a:tbl>
              <a:tblPr firstRow="1" bandRow="1">
                <a:tableStyleId>{5A111915-BE36-4E01-A7E5-04B1672EAD32}</a:tableStyleId>
              </a:tblPr>
              <a:tblGrid>
                <a:gridCol w="4599488">
                  <a:extLst>
                    <a:ext uri="{9D8B030D-6E8A-4147-A177-3AD203B41FA5}">
                      <a16:colId xmlns:a16="http://schemas.microsoft.com/office/drawing/2014/main" val="2284749876"/>
                    </a:ext>
                  </a:extLst>
                </a:gridCol>
                <a:gridCol w="6819441">
                  <a:extLst>
                    <a:ext uri="{9D8B030D-6E8A-4147-A177-3AD203B41FA5}">
                      <a16:colId xmlns:a16="http://schemas.microsoft.com/office/drawing/2014/main" val="327297406"/>
                    </a:ext>
                  </a:extLst>
                </a:gridCol>
              </a:tblGrid>
              <a:tr h="658183">
                <a:tc>
                  <a:txBody>
                    <a:bodyPr/>
                    <a:lstStyle/>
                    <a:p>
                      <a:r>
                        <a:rPr lang="en-US" sz="1400"/>
                        <a:t>RISK</a:t>
                      </a:r>
                      <a:endParaRPr lang="en-IN" sz="1400"/>
                    </a:p>
                  </a:txBody>
                  <a:tcPr/>
                </a:tc>
                <a:tc>
                  <a:txBody>
                    <a:bodyPr/>
                    <a:lstStyle/>
                    <a:p>
                      <a:r>
                        <a:rPr lang="en-US" sz="1400"/>
                        <a:t>Mitigation</a:t>
                      </a:r>
                      <a:endParaRPr lang="en-IN" sz="1400"/>
                    </a:p>
                  </a:txBody>
                  <a:tcPr/>
                </a:tc>
                <a:extLst>
                  <a:ext uri="{0D108BD9-81ED-4DB2-BD59-A6C34878D82A}">
                    <a16:rowId xmlns:a16="http://schemas.microsoft.com/office/drawing/2014/main" val="1884960654"/>
                  </a:ext>
                </a:extLst>
              </a:tr>
              <a:tr h="1123945">
                <a:tc>
                  <a:txBody>
                    <a:bodyPr/>
                    <a:lstStyle/>
                    <a:p>
                      <a:r>
                        <a:rPr lang="en-US" sz="1200" b="1" u="sng" dirty="0">
                          <a:latin typeface="+mn-lt"/>
                        </a:rPr>
                        <a:t>RISK ID – GPAS060</a:t>
                      </a:r>
                    </a:p>
                    <a:p>
                      <a:r>
                        <a:rPr lang="en-US" sz="1200" dirty="0">
                          <a:latin typeface="+mn-lt"/>
                        </a:rPr>
                        <a:t>Unable to secure Product Owners and Business SME availability in the new approach leading to loss of efficiencies for core development teams thereby impacting the release plan</a:t>
                      </a:r>
                      <a:endParaRPr lang="en-IN" sz="1200" dirty="0">
                        <a:latin typeface="+mn-lt"/>
                      </a:endParaRPr>
                    </a:p>
                  </a:txBody>
                  <a:tcPr/>
                </a:tc>
                <a:tc>
                  <a:txBody>
                    <a:bodyPr/>
                    <a:lstStyle/>
                    <a:p>
                      <a:pPr marL="171450" lvl="0" indent="-171450">
                        <a:buFont typeface="Arial" panose="020B0604020202020204" pitchFamily="34" charset="0"/>
                        <a:buChar char="•"/>
                      </a:pPr>
                      <a:endParaRPr lang="en-IN" sz="1200" b="0" i="0" u="none" strike="noStrike" noProof="0"/>
                    </a:p>
                    <a:p>
                      <a:pPr marL="171450" lvl="0" indent="-171450">
                        <a:buFont typeface="Arial" panose="020B0604020202020204" pitchFamily="34" charset="0"/>
                        <a:buChar char="•"/>
                      </a:pPr>
                      <a:r>
                        <a:rPr lang="en-IN" sz="1200" b="0" i="0" u="none" strike="noStrike" noProof="0"/>
                        <a:t>Secure the existing POs dedicated to the programme and gain agreement that SME time is prioritised onto GPAS and Billing when it is required.</a:t>
                      </a:r>
                    </a:p>
                    <a:p>
                      <a:pPr marL="171450" lvl="0" indent="-171450">
                        <a:buFont typeface="Arial" panose="020B0604020202020204" pitchFamily="34" charset="0"/>
                        <a:buChar char="•"/>
                      </a:pPr>
                      <a:r>
                        <a:rPr lang="en-IN" sz="1200" b="0" i="0" u="none" strike="noStrike" noProof="0"/>
                        <a:t>Align PO/SME resource to 9-5pm UK working hours.</a:t>
                      </a:r>
                    </a:p>
                    <a:p>
                      <a:pPr marL="171450" lvl="0" indent="-171450">
                        <a:buFont typeface="Arial" panose="020B0604020202020204" pitchFamily="34" charset="0"/>
                        <a:buChar char="•"/>
                      </a:pPr>
                      <a:r>
                        <a:rPr lang="en-IN" sz="1200" b="0" i="0" u="none" strike="noStrike" noProof="0"/>
                        <a:t>Agree delegated sign-off where PO unavailable to avoid single point of failure and delays.</a:t>
                      </a:r>
                      <a:endParaRPr lang="en-US"/>
                    </a:p>
                    <a:p>
                      <a:pPr marL="171450" lvl="0" indent="-171450">
                        <a:buFont typeface="Arial" panose="020B0604020202020204" pitchFamily="34" charset="0"/>
                        <a:buChar char="•"/>
                      </a:pPr>
                      <a:r>
                        <a:rPr lang="en-IN" sz="1200" b="0" i="0" u="none" strike="noStrike" noProof="0"/>
                        <a:t>Team to continue to provide forewarning on demos, US reviews, sign offs etc.</a:t>
                      </a:r>
                      <a:endParaRPr lang="en-US"/>
                    </a:p>
                  </a:txBody>
                  <a:tcPr/>
                </a:tc>
                <a:extLst>
                  <a:ext uri="{0D108BD9-81ED-4DB2-BD59-A6C34878D82A}">
                    <a16:rowId xmlns:a16="http://schemas.microsoft.com/office/drawing/2014/main" val="3921826264"/>
                  </a:ext>
                </a:extLst>
              </a:tr>
              <a:tr h="715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a:latin typeface="+mn-lt"/>
                        </a:rPr>
                        <a:t>RISK ID – GPAS068</a:t>
                      </a:r>
                      <a:endParaRPr lang="en-US" sz="1200">
                        <a:latin typeface="+mn-lt"/>
                      </a:endParaRPr>
                    </a:p>
                    <a:p>
                      <a:r>
                        <a:rPr lang="en-US" sz="1200">
                          <a:latin typeface="+mn-lt"/>
                        </a:rPr>
                        <a:t>Complex Integration stories cannot be completed in smaller US numbers of 5 story points</a:t>
                      </a:r>
                      <a:endParaRPr lang="en-IN" sz="1200">
                        <a:latin typeface="+mn-lt"/>
                      </a:endParaRPr>
                    </a:p>
                  </a:txBody>
                  <a:tcPr/>
                </a:tc>
                <a:tc>
                  <a:txBody>
                    <a:bodyPr/>
                    <a:lstStyle/>
                    <a:p>
                      <a:pPr marL="171450" indent="-171450">
                        <a:buFont typeface="Arial" panose="020B0604020202020204" pitchFamily="34" charset="0"/>
                        <a:buChar char="•"/>
                      </a:pPr>
                      <a:endParaRPr lang="en-US" sz="1200">
                        <a:latin typeface="+mn-lt"/>
                      </a:endParaRPr>
                    </a:p>
                    <a:p>
                      <a:pPr marL="171450" indent="-171450">
                        <a:buFont typeface="Arial" panose="020B0604020202020204" pitchFamily="34" charset="0"/>
                        <a:buChar char="•"/>
                      </a:pPr>
                      <a:r>
                        <a:rPr lang="en-US" sz="1200">
                          <a:latin typeface="+mn-lt"/>
                        </a:rPr>
                        <a:t>Have separate development &amp; test user stories</a:t>
                      </a:r>
                    </a:p>
                    <a:p>
                      <a:pPr marL="171450" indent="-171450">
                        <a:buFont typeface="Arial" panose="020B0604020202020204" pitchFamily="34" charset="0"/>
                        <a:buChar char="•"/>
                      </a:pPr>
                      <a:r>
                        <a:rPr lang="en-US" sz="1200">
                          <a:latin typeface="+mn-lt"/>
                        </a:rPr>
                        <a:t>Create multiple parts to a single integration story if required</a:t>
                      </a:r>
                    </a:p>
                    <a:p>
                      <a:pPr marL="171450" indent="-171450">
                        <a:buFont typeface="Arial" panose="020B0604020202020204" pitchFamily="34" charset="0"/>
                        <a:buChar char="•"/>
                      </a:pPr>
                      <a:r>
                        <a:rPr lang="en-US" sz="1200">
                          <a:latin typeface="+mn-lt"/>
                        </a:rPr>
                        <a:t>Integration will be showcased when all components of dev and test are complete.</a:t>
                      </a:r>
                      <a:endParaRPr lang="en-IN" sz="1200">
                        <a:latin typeface="+mn-lt"/>
                      </a:endParaRPr>
                    </a:p>
                  </a:txBody>
                  <a:tcPr/>
                </a:tc>
                <a:extLst>
                  <a:ext uri="{0D108BD9-81ED-4DB2-BD59-A6C34878D82A}">
                    <a16:rowId xmlns:a16="http://schemas.microsoft.com/office/drawing/2014/main" val="3862292025"/>
                  </a:ext>
                </a:extLst>
              </a:tr>
              <a:tr h="715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a:latin typeface="+mn-lt"/>
                        </a:rPr>
                        <a:t>RISK ID – GPAS049</a:t>
                      </a:r>
                      <a:endParaRPr lang="en-US" sz="1200">
                        <a:latin typeface="+mn-lt"/>
                      </a:endParaRPr>
                    </a:p>
                    <a:p>
                      <a:r>
                        <a:rPr lang="en-US" sz="1200">
                          <a:latin typeface="+mn-lt"/>
                        </a:rPr>
                        <a:t>Dependencies not delivered to expected timeline, which will lead to significant delays and not achieving sprint goals</a:t>
                      </a:r>
                      <a:endParaRPr lang="en-IN" sz="1200">
                        <a:latin typeface="+mn-lt"/>
                      </a:endParaRPr>
                    </a:p>
                  </a:txBody>
                  <a:tcPr/>
                </a:tc>
                <a:tc>
                  <a:txBody>
                    <a:bodyPr/>
                    <a:lstStyle/>
                    <a:p>
                      <a:pPr marL="171450" indent="-171450">
                        <a:buFont typeface="Arial" panose="020B0604020202020204" pitchFamily="34" charset="0"/>
                        <a:buChar char="•"/>
                      </a:pPr>
                      <a:endParaRPr lang="en-IN" sz="1200">
                        <a:latin typeface="+mn-lt"/>
                      </a:endParaRPr>
                    </a:p>
                    <a:p>
                      <a:pPr marL="171450" indent="-171450">
                        <a:buFont typeface="Arial" panose="020B0604020202020204" pitchFamily="34" charset="0"/>
                        <a:buChar char="•"/>
                      </a:pPr>
                      <a:r>
                        <a:rPr lang="en-IN" sz="1200">
                          <a:latin typeface="+mn-lt"/>
                        </a:rPr>
                        <a:t>Consider bringing later scope forward where possible (opportunities will be limited and focus best placed on securing dependencies on time).</a:t>
                      </a:r>
                    </a:p>
                  </a:txBody>
                  <a:tcPr/>
                </a:tc>
                <a:extLst>
                  <a:ext uri="{0D108BD9-81ED-4DB2-BD59-A6C34878D82A}">
                    <a16:rowId xmlns:a16="http://schemas.microsoft.com/office/drawing/2014/main" val="2966070541"/>
                  </a:ext>
                </a:extLst>
              </a:tr>
              <a:tr h="11239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a:latin typeface="+mn-lt"/>
                        </a:rPr>
                        <a:t>RISK ID – GPAS069</a:t>
                      </a:r>
                      <a:endParaRPr lang="en-US" sz="1200">
                        <a:latin typeface="+mn-lt"/>
                      </a:endParaRPr>
                    </a:p>
                    <a:p>
                      <a:r>
                        <a:rPr lang="en-US" sz="1200">
                          <a:latin typeface="+mn-lt"/>
                        </a:rPr>
                        <a:t>Completion of elaborations in N-2 sprint is a change to the current ways of working and has a risk of not fitting into the new approach, however, compromising on this will impact our velocity and efficiency.</a:t>
                      </a:r>
                      <a:endParaRPr lang="en-IN" sz="1200">
                        <a:latin typeface="+mn-lt"/>
                      </a:endParaRPr>
                    </a:p>
                  </a:txBody>
                  <a:tcPr/>
                </a:tc>
                <a:tc>
                  <a:txBody>
                    <a:bodyPr/>
                    <a:lstStyle/>
                    <a:p>
                      <a:pPr marL="171450" indent="-171450">
                        <a:buFont typeface="Arial" panose="020B0604020202020204" pitchFamily="34" charset="0"/>
                        <a:buChar char="•"/>
                      </a:pPr>
                      <a:endParaRPr lang="en-IN" sz="1200" dirty="0">
                        <a:latin typeface="+mn-lt"/>
                      </a:endParaRPr>
                    </a:p>
                    <a:p>
                      <a:pPr marL="171450" indent="-171450">
                        <a:buFont typeface="Arial" panose="020B0604020202020204" pitchFamily="34" charset="0"/>
                        <a:buChar char="•"/>
                      </a:pPr>
                      <a:r>
                        <a:rPr lang="en-IN" sz="1200" dirty="0">
                          <a:latin typeface="+mn-lt"/>
                        </a:rPr>
                        <a:t>Introduce a checkpoint between N-2 and N-1 to ensure all still valid and correct.</a:t>
                      </a:r>
                    </a:p>
                    <a:p>
                      <a:pPr marL="171450" indent="-171450">
                        <a:buFont typeface="Arial" panose="020B0604020202020204" pitchFamily="34" charset="0"/>
                        <a:buChar char="•"/>
                      </a:pPr>
                      <a:r>
                        <a:rPr lang="en-IN" sz="1200" dirty="0">
                          <a:latin typeface="+mn-lt"/>
                        </a:rPr>
                        <a:t>Actions to be updated and closed in 24 hours.</a:t>
                      </a:r>
                    </a:p>
                  </a:txBody>
                  <a:tcPr/>
                </a:tc>
                <a:extLst>
                  <a:ext uri="{0D108BD9-81ED-4DB2-BD59-A6C34878D82A}">
                    <a16:rowId xmlns:a16="http://schemas.microsoft.com/office/drawing/2014/main" val="1792779081"/>
                  </a:ext>
                </a:extLst>
              </a:tr>
            </a:tbl>
          </a:graphicData>
        </a:graphic>
      </p:graphicFrame>
      <p:sp>
        <p:nvSpPr>
          <p:cNvPr id="5" name="TextBox 4">
            <a:extLst>
              <a:ext uri="{FF2B5EF4-FFF2-40B4-BE49-F238E27FC236}">
                <a16:creationId xmlns:a16="http://schemas.microsoft.com/office/drawing/2014/main" id="{E261109F-E856-5DD4-069F-E4D3D1984549}"/>
              </a:ext>
            </a:extLst>
          </p:cNvPr>
          <p:cNvSpPr txBox="1"/>
          <p:nvPr/>
        </p:nvSpPr>
        <p:spPr>
          <a:xfrm>
            <a:off x="391153" y="5618602"/>
            <a:ext cx="11418929" cy="646331"/>
          </a:xfrm>
          <a:prstGeom prst="rect">
            <a:avLst/>
          </a:prstGeom>
          <a:noFill/>
        </p:spPr>
        <p:txBody>
          <a:bodyPr wrap="square" rtlCol="0">
            <a:spAutoFit/>
          </a:bodyPr>
          <a:lstStyle/>
          <a:p>
            <a:r>
              <a:rPr lang="en-GB"/>
              <a:t>Note:  Failure to follow the approach outlined and mitigate risks will lead to a reduced payload and potentially adversely impact the efficiencies sought from moving to 2-week sprints.</a:t>
            </a:r>
          </a:p>
        </p:txBody>
      </p:sp>
    </p:spTree>
    <p:extLst>
      <p:ext uri="{BB962C8B-B14F-4D97-AF65-F5344CB8AC3E}">
        <p14:creationId xmlns:p14="http://schemas.microsoft.com/office/powerpoint/2010/main" val="28580169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9.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86d0db5-4d18-497d-97ce-51cb0d7fa060">
      <UserInfo>
        <DisplayName>Guttula, Rupesh</DisplayName>
        <AccountId>58</AccountId>
        <AccountType/>
      </UserInfo>
      <UserInfo>
        <DisplayName>Illinda, Sridhar</DisplayName>
        <AccountId>90</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65F6DA-EDFD-4C3F-B2EB-EDE359E124E2}">
  <ds:schemaRefs>
    <ds:schemaRef ds:uri="http://schemas.microsoft.com/office/infopath/2007/PartnerControls"/>
    <ds:schemaRef ds:uri="http://purl.org/dc/elements/1.1/"/>
    <ds:schemaRef ds:uri="http://schemas.microsoft.com/office/2006/metadata/properties"/>
    <ds:schemaRef ds:uri="886d0db5-4d18-497d-97ce-51cb0d7fa060"/>
    <ds:schemaRef ds:uri="http://purl.org/dc/terms/"/>
    <ds:schemaRef ds:uri="e2f04ce6-5625-4773-b511-ff6e32fd78d6"/>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C30A898D-B7F9-46D4-9A21-36A7A3669D18}">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3B09ECE-D1C0-42A5-B69E-8C88764DB9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ppt-Capgemini_MasterTemplate</Template>
  <TotalTime>0</TotalTime>
  <Words>614</Words>
  <Application>Microsoft Office PowerPoint</Application>
  <PresentationFormat>Widescreen</PresentationFormat>
  <Paragraphs>74</Paragraphs>
  <Slides>4</Slides>
  <Notes>1</Notes>
  <HiddenSlides>0</HiddenSlides>
  <MMClips>0</MMClips>
  <ScaleCrop>false</ScaleCrop>
  <HeadingPairs>
    <vt:vector size="8" baseType="variant">
      <vt:variant>
        <vt:lpstr>Fonts Used</vt:lpstr>
      </vt:variant>
      <vt:variant>
        <vt:i4>9</vt:i4>
      </vt:variant>
      <vt:variant>
        <vt:lpstr>Theme</vt:lpstr>
      </vt:variant>
      <vt:variant>
        <vt:i4>8</vt:i4>
      </vt:variant>
      <vt:variant>
        <vt:lpstr>Embedded OLE Servers</vt:lpstr>
      </vt:variant>
      <vt:variant>
        <vt:i4>1</vt:i4>
      </vt:variant>
      <vt:variant>
        <vt:lpstr>Slide Titles</vt:lpstr>
      </vt:variant>
      <vt:variant>
        <vt:i4>4</vt:i4>
      </vt:variant>
    </vt:vector>
  </HeadingPairs>
  <TitlesOfParts>
    <vt:vector size="22" baseType="lpstr">
      <vt:lpstr>Ubuntu Medium</vt:lpstr>
      <vt:lpstr>Franklin Gothic Medium</vt:lpstr>
      <vt:lpstr>Arial</vt:lpstr>
      <vt:lpstr>Trebuchet MS</vt:lpstr>
      <vt:lpstr>Wingdings</vt:lpstr>
      <vt:lpstr>Courier New</vt:lpstr>
      <vt:lpstr>Ubuntu Light</vt:lpstr>
      <vt:lpstr>Ubuntu</vt:lpstr>
      <vt:lpstr>Verdana</vt:lpstr>
      <vt:lpstr>Capgemini Master 2021</vt:lpstr>
      <vt:lpstr>Cover options_Section</vt:lpstr>
      <vt:lpstr>Capgemini Master 2021</vt:lpstr>
      <vt:lpstr>Capgemini Master 2021</vt:lpstr>
      <vt:lpstr>1_Capgemini Master 2021</vt:lpstr>
      <vt:lpstr>2_Capgemini Master 2021</vt:lpstr>
      <vt:lpstr>3_Capgemini Master 2021</vt:lpstr>
      <vt:lpstr>4_Capgemini Master 2021</vt:lpstr>
      <vt:lpstr>think-cell Slide</vt:lpstr>
      <vt:lpstr>Beazley  gpas and Billing  2-WEEK SPRINT APPROACH</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lastModifiedBy>Kavanagh, Sarah</cp:lastModifiedBy>
  <cp:revision>1</cp:revision>
  <cp:lastPrinted>2024-06-26T08:02:41Z</cp:lastPrinted>
  <dcterms:created xsi:type="dcterms:W3CDTF">2021-06-03T11:11:51Z</dcterms:created>
  <dcterms:modified xsi:type="dcterms:W3CDTF">2025-01-28T12:33:43Z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
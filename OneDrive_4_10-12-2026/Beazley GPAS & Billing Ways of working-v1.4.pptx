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7.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6.xml" ContentType="application/vnd.openxmlformats-officedocument.presentationml.slideLayout+xml"/>
  <Override PartName="/ppt/theme/theme7.xml" ContentType="application/vnd.openxmlformats-officedocument.theme+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8.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Override1.xml" ContentType="application/vnd.openxmlformats-officedocument.themeOverrid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9.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Override2.xml" ContentType="application/vnd.openxmlformats-officedocument.themeOverride+xml"/>
  <Override PartName="/ppt/tags/tag80.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81.xml" ContentType="application/vnd.openxmlformats-officedocument.presentationml.tags+xml"/>
  <Override PartName="/ppt/tags/tag82.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098" r:id="rId10"/>
    <p:sldMasterId id="2147484157" r:id="rId11"/>
    <p:sldMasterId id="2147484186" r:id="rId12"/>
  </p:sldMasterIdLst>
  <p:notesMasterIdLst>
    <p:notesMasterId r:id="rId98"/>
  </p:notesMasterIdLst>
  <p:handoutMasterIdLst>
    <p:handoutMasterId r:id="rId99"/>
  </p:handoutMasterIdLst>
  <p:sldIdLst>
    <p:sldId id="2147474097" r:id="rId13"/>
    <p:sldId id="2147474158" r:id="rId14"/>
    <p:sldId id="2147474119" r:id="rId15"/>
    <p:sldId id="2147474186" r:id="rId16"/>
    <p:sldId id="2147474189" r:id="rId17"/>
    <p:sldId id="2076137775" r:id="rId18"/>
    <p:sldId id="2147474165" r:id="rId19"/>
    <p:sldId id="2147475808" r:id="rId20"/>
    <p:sldId id="2147474111" r:id="rId21"/>
    <p:sldId id="2147475813" r:id="rId22"/>
    <p:sldId id="2147474161" r:id="rId23"/>
    <p:sldId id="2147474160" r:id="rId24"/>
    <p:sldId id="2147474170" r:id="rId25"/>
    <p:sldId id="2147474174" r:id="rId26"/>
    <p:sldId id="2147474153" r:id="rId27"/>
    <p:sldId id="2147474152" r:id="rId28"/>
    <p:sldId id="2147475814" r:id="rId29"/>
    <p:sldId id="2147475815" r:id="rId30"/>
    <p:sldId id="2147475821" r:id="rId31"/>
    <p:sldId id="2147474154" r:id="rId32"/>
    <p:sldId id="2147475811" r:id="rId33"/>
    <p:sldId id="2147475809" r:id="rId34"/>
    <p:sldId id="2147475810" r:id="rId35"/>
    <p:sldId id="2147474183" r:id="rId36"/>
    <p:sldId id="2147474164" r:id="rId37"/>
    <p:sldId id="2147475816" r:id="rId38"/>
    <p:sldId id="2147475817" r:id="rId39"/>
    <p:sldId id="2147474184" r:id="rId40"/>
    <p:sldId id="2147474168" r:id="rId41"/>
    <p:sldId id="2147474171" r:id="rId42"/>
    <p:sldId id="2147474190" r:id="rId43"/>
    <p:sldId id="2141412295" r:id="rId44"/>
    <p:sldId id="961" r:id="rId45"/>
    <p:sldId id="2147475690" r:id="rId46"/>
    <p:sldId id="2147475731" r:id="rId47"/>
    <p:sldId id="2147475721" r:id="rId48"/>
    <p:sldId id="2141412331" r:id="rId49"/>
    <p:sldId id="2147229685" r:id="rId50"/>
    <p:sldId id="2147475803" r:id="rId51"/>
    <p:sldId id="2147475804" r:id="rId52"/>
    <p:sldId id="2147475822" r:id="rId53"/>
    <p:sldId id="2147475800" r:id="rId54"/>
    <p:sldId id="2147475802" r:id="rId55"/>
    <p:sldId id="2147475795" r:id="rId56"/>
    <p:sldId id="2141412308" r:id="rId57"/>
    <p:sldId id="2141412312" r:id="rId58"/>
    <p:sldId id="2141412313" r:id="rId59"/>
    <p:sldId id="2141412314" r:id="rId60"/>
    <p:sldId id="2141412315" r:id="rId61"/>
    <p:sldId id="2141412316" r:id="rId62"/>
    <p:sldId id="2141412297" r:id="rId63"/>
    <p:sldId id="2076137828" r:id="rId64"/>
    <p:sldId id="2076137830" r:id="rId65"/>
    <p:sldId id="2147475789" r:id="rId66"/>
    <p:sldId id="2141412298" r:id="rId67"/>
    <p:sldId id="2147475818" r:id="rId68"/>
    <p:sldId id="2147475819" r:id="rId69"/>
    <p:sldId id="2076137833" r:id="rId70"/>
    <p:sldId id="2076137832" r:id="rId71"/>
    <p:sldId id="2147475790" r:id="rId72"/>
    <p:sldId id="2147475791" r:id="rId73"/>
    <p:sldId id="2147474192" r:id="rId74"/>
    <p:sldId id="2147474193" r:id="rId75"/>
    <p:sldId id="2147474194" r:id="rId76"/>
    <p:sldId id="2147475820" r:id="rId77"/>
    <p:sldId id="2141412309" r:id="rId78"/>
    <p:sldId id="2147474195" r:id="rId79"/>
    <p:sldId id="2147474196" r:id="rId80"/>
    <p:sldId id="2147475793" r:id="rId81"/>
    <p:sldId id="2147474201" r:id="rId82"/>
    <p:sldId id="2147474197" r:id="rId83"/>
    <p:sldId id="2147474198" r:id="rId84"/>
    <p:sldId id="2147475794" r:id="rId85"/>
    <p:sldId id="2141412303" r:id="rId86"/>
    <p:sldId id="258" r:id="rId87"/>
    <p:sldId id="256" r:id="rId88"/>
    <p:sldId id="257" r:id="rId89"/>
    <p:sldId id="2141412320" r:id="rId90"/>
    <p:sldId id="2141412322" r:id="rId91"/>
    <p:sldId id="2141412302" r:id="rId92"/>
    <p:sldId id="2141412334" r:id="rId93"/>
    <p:sldId id="2147475792" r:id="rId94"/>
    <p:sldId id="2147475801" r:id="rId95"/>
    <p:sldId id="2147474179" r:id="rId96"/>
    <p:sldId id="2145706627" r:id="rId97"/>
  </p:sldIdLst>
  <p:sldSz cx="12192000" cy="6858000"/>
  <p:notesSz cx="6858000" cy="9144000"/>
  <p:embeddedFontLst>
    <p:embeddedFont>
      <p:font typeface="Avenir Next LT Pro" panose="020B0504020202020204" pitchFamily="34" charset="0"/>
      <p:regular r:id="rId100"/>
      <p:bold r:id="rId101"/>
      <p:italic r:id="rId102"/>
      <p:boldItalic r:id="rId103"/>
    </p:embeddedFont>
    <p:embeddedFont>
      <p:font typeface="Calibri" panose="020F0502020204030204" pitchFamily="34" charset="0"/>
      <p:regular r:id="rId104"/>
      <p:bold r:id="rId105"/>
      <p:italic r:id="rId106"/>
      <p:boldItalic r:id="rId107"/>
    </p:embeddedFont>
    <p:embeddedFont>
      <p:font typeface="Calibri Light" panose="020F0302020204030204" pitchFamily="34" charset="0"/>
      <p:regular r:id="rId108"/>
      <p:italic r:id="rId109"/>
    </p:embeddedFont>
    <p:embeddedFont>
      <p:font typeface="Franklin Gothic Medium" panose="020B0603020102020204" pitchFamily="34" charset="0"/>
      <p:regular r:id="rId110"/>
      <p:italic r:id="rId111"/>
    </p:embeddedFont>
    <p:embeddedFont>
      <p:font typeface="Segoe UI" panose="020B0502040204020203" pitchFamily="34" charset="0"/>
      <p:regular r:id="rId112"/>
      <p:bold r:id="rId113"/>
      <p:italic r:id="rId114"/>
      <p:boldItalic r:id="rId115"/>
    </p:embeddedFont>
    <p:embeddedFont>
      <p:font typeface="Trebuchet MS" panose="020B0603020202020204" pitchFamily="34" charset="0"/>
      <p:regular r:id="rId116"/>
      <p:bold r:id="rId117"/>
      <p:italic r:id="rId118"/>
      <p:boldItalic r:id="rId119"/>
    </p:embeddedFont>
    <p:embeddedFont>
      <p:font typeface="Ubuntu" panose="020B0504030602030204" pitchFamily="34" charset="0"/>
      <p:regular r:id="rId120"/>
      <p:bold r:id="rId121"/>
      <p:italic r:id="rId122"/>
      <p:boldItalic r:id="rId123"/>
    </p:embeddedFont>
    <p:embeddedFont>
      <p:font typeface="Ubuntu Light" panose="020B0304030602030204" pitchFamily="34" charset="0"/>
      <p:regular r:id="rId124"/>
      <p:italic r:id="rId125"/>
    </p:embeddedFont>
    <p:embeddedFont>
      <p:font typeface="Ubuntu Medium" panose="020B0604030602030204" pitchFamily="34" charset="0"/>
      <p:regular r:id="rId126"/>
      <p:italic r:id="rId127"/>
    </p:embeddedFont>
    <p:embeddedFont>
      <p:font typeface="Ubuntu Mono" panose="020B0509030602030204" pitchFamily="49" charset="0"/>
      <p:regular r:id="rId128"/>
      <p:bold r:id="rId129"/>
      <p:italic r:id="rId130"/>
      <p:boldItalic r:id="rId131"/>
    </p:embeddedFont>
    <p:embeddedFont>
      <p:font typeface="Verdana" panose="020B0604030504040204" pitchFamily="34" charset="0"/>
      <p:regular r:id="rId132"/>
      <p:bold r:id="rId133"/>
      <p:italic r:id="rId134"/>
      <p:boldItalic r:id="rId135"/>
    </p:embeddedFont>
  </p:embeddedFontLst>
  <p:custDataLst>
    <p:tags r:id="rId136"/>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99FF"/>
    <a:srgbClr val="FF66FF"/>
    <a:srgbClr val="FF9966"/>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E0F20-54DF-4FC6-8642-3BB87819100F}" v="889" dt="2024-07-14T10:14:55.6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446" y="43"/>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18.fntdata"/><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viewProps" Target="viewProps.xml"/><Relationship Id="rId107" Type="http://schemas.openxmlformats.org/officeDocument/2006/relationships/font" Target="fonts/font8.fntdata"/><Relationship Id="rId11" Type="http://schemas.openxmlformats.org/officeDocument/2006/relationships/slideMaster" Target="slideMasters/slideMaster8.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102" Type="http://schemas.openxmlformats.org/officeDocument/2006/relationships/font" Target="fonts/font3.fntdata"/><Relationship Id="rId123" Type="http://schemas.openxmlformats.org/officeDocument/2006/relationships/font" Target="fonts/font24.fntdata"/><Relationship Id="rId128" Type="http://schemas.openxmlformats.org/officeDocument/2006/relationships/font" Target="fonts/font29.fntdata"/><Relationship Id="rId5" Type="http://schemas.openxmlformats.org/officeDocument/2006/relationships/slideMaster" Target="slideMasters/slideMaster2.xml"/><Relationship Id="rId90" Type="http://schemas.openxmlformats.org/officeDocument/2006/relationships/slide" Target="slides/slide78.xml"/><Relationship Id="rId95" Type="http://schemas.openxmlformats.org/officeDocument/2006/relationships/slide" Target="slides/slide83.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113" Type="http://schemas.openxmlformats.org/officeDocument/2006/relationships/font" Target="fonts/font14.fntdata"/><Relationship Id="rId118" Type="http://schemas.openxmlformats.org/officeDocument/2006/relationships/font" Target="fonts/font19.fntdata"/><Relationship Id="rId134" Type="http://schemas.openxmlformats.org/officeDocument/2006/relationships/font" Target="fonts/font35.fntdata"/><Relationship Id="rId139" Type="http://schemas.openxmlformats.org/officeDocument/2006/relationships/theme" Target="theme/theme1.xml"/><Relationship Id="rId80" Type="http://schemas.openxmlformats.org/officeDocument/2006/relationships/slide" Target="slides/slide68.xml"/><Relationship Id="rId85" Type="http://schemas.openxmlformats.org/officeDocument/2006/relationships/slide" Target="slides/slide73.xml"/><Relationship Id="rId12" Type="http://schemas.openxmlformats.org/officeDocument/2006/relationships/slideMaster" Target="slideMasters/slideMaster9.xml"/><Relationship Id="rId17" Type="http://schemas.openxmlformats.org/officeDocument/2006/relationships/slide" Target="slides/slide5.xml"/><Relationship Id="rId33" Type="http://schemas.openxmlformats.org/officeDocument/2006/relationships/slide" Target="slides/slide21.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font" Target="fonts/font4.fntdata"/><Relationship Id="rId108" Type="http://schemas.openxmlformats.org/officeDocument/2006/relationships/font" Target="fonts/font9.fntdata"/><Relationship Id="rId124" Type="http://schemas.openxmlformats.org/officeDocument/2006/relationships/font" Target="fonts/font25.fntdata"/><Relationship Id="rId129" Type="http://schemas.openxmlformats.org/officeDocument/2006/relationships/font" Target="fonts/font30.fntdata"/><Relationship Id="rId54" Type="http://schemas.openxmlformats.org/officeDocument/2006/relationships/slide" Target="slides/slide42.xml"/><Relationship Id="rId70" Type="http://schemas.openxmlformats.org/officeDocument/2006/relationships/slide" Target="slides/slide58.xml"/><Relationship Id="rId75" Type="http://schemas.openxmlformats.org/officeDocument/2006/relationships/slide" Target="slides/slide63.xml"/><Relationship Id="rId91" Type="http://schemas.openxmlformats.org/officeDocument/2006/relationships/slide" Target="slides/slide79.xml"/><Relationship Id="rId96" Type="http://schemas.openxmlformats.org/officeDocument/2006/relationships/slide" Target="slides/slide84.xml"/><Relationship Id="rId14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font" Target="fonts/font15.fntdata"/><Relationship Id="rId119" Type="http://schemas.openxmlformats.org/officeDocument/2006/relationships/font" Target="fonts/font20.fntdata"/><Relationship Id="rId44" Type="http://schemas.openxmlformats.org/officeDocument/2006/relationships/slide" Target="slides/slide32.xml"/><Relationship Id="rId60" Type="http://schemas.openxmlformats.org/officeDocument/2006/relationships/slide" Target="slides/slide48.xml"/><Relationship Id="rId65" Type="http://schemas.openxmlformats.org/officeDocument/2006/relationships/slide" Target="slides/slide53.xml"/><Relationship Id="rId81" Type="http://schemas.openxmlformats.org/officeDocument/2006/relationships/slide" Target="slides/slide69.xml"/><Relationship Id="rId86" Type="http://schemas.openxmlformats.org/officeDocument/2006/relationships/slide" Target="slides/slide74.xml"/><Relationship Id="rId130" Type="http://schemas.openxmlformats.org/officeDocument/2006/relationships/font" Target="fonts/font31.fntdata"/><Relationship Id="rId135" Type="http://schemas.openxmlformats.org/officeDocument/2006/relationships/font" Target="fonts/font36.fntdata"/><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font" Target="fonts/font10.fntdata"/><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font" Target="fonts/font5.fntdata"/><Relationship Id="rId120" Type="http://schemas.openxmlformats.org/officeDocument/2006/relationships/font" Target="fonts/font21.fntdata"/><Relationship Id="rId125" Type="http://schemas.openxmlformats.org/officeDocument/2006/relationships/font" Target="fonts/font26.fntdata"/><Relationship Id="rId141" Type="http://schemas.microsoft.com/office/2016/11/relationships/changesInfo" Target="changesInfos/changesInfo1.xml"/><Relationship Id="rId7" Type="http://schemas.openxmlformats.org/officeDocument/2006/relationships/slideMaster" Target="slideMasters/slideMaster4.xml"/><Relationship Id="rId71" Type="http://schemas.openxmlformats.org/officeDocument/2006/relationships/slide" Target="slides/slide59.xml"/><Relationship Id="rId92" Type="http://schemas.openxmlformats.org/officeDocument/2006/relationships/slide" Target="slides/slide80.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font" Target="fonts/font11.fntdata"/><Relationship Id="rId115" Type="http://schemas.openxmlformats.org/officeDocument/2006/relationships/font" Target="fonts/font16.fntdata"/><Relationship Id="rId131" Type="http://schemas.openxmlformats.org/officeDocument/2006/relationships/font" Target="fonts/font32.fntdata"/><Relationship Id="rId136" Type="http://schemas.openxmlformats.org/officeDocument/2006/relationships/tags" Target="tags/tag1.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font" Target="fonts/font1.fntdata"/><Relationship Id="rId105" Type="http://schemas.openxmlformats.org/officeDocument/2006/relationships/font" Target="fonts/font6.fntdata"/><Relationship Id="rId126" Type="http://schemas.openxmlformats.org/officeDocument/2006/relationships/font" Target="fonts/font27.fntdata"/><Relationship Id="rId8" Type="http://schemas.openxmlformats.org/officeDocument/2006/relationships/slideMaster" Target="slideMasters/slideMaster5.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notesMaster" Target="notesMasters/notesMaster1.xml"/><Relationship Id="rId121" Type="http://schemas.openxmlformats.org/officeDocument/2006/relationships/font" Target="fonts/font22.fntdata"/><Relationship Id="rId142" Type="http://schemas.microsoft.com/office/2015/10/relationships/revisionInfo" Target="revisionInfo.xml"/><Relationship Id="rId3" Type="http://schemas.openxmlformats.org/officeDocument/2006/relationships/customXml" Target="../customXml/item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font" Target="fonts/font17.fntdata"/><Relationship Id="rId137"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font" Target="fonts/font12.fntdata"/><Relationship Id="rId132" Type="http://schemas.openxmlformats.org/officeDocument/2006/relationships/font" Target="fonts/font33.fntdata"/><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font" Target="fonts/font7.fntdata"/><Relationship Id="rId127" Type="http://schemas.openxmlformats.org/officeDocument/2006/relationships/font" Target="fonts/font28.fntdata"/><Relationship Id="rId10" Type="http://schemas.openxmlformats.org/officeDocument/2006/relationships/slideMaster" Target="slideMasters/slideMaster7.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handoutMaster" Target="handoutMasters/handoutMaster1.xml"/><Relationship Id="rId101" Type="http://schemas.openxmlformats.org/officeDocument/2006/relationships/font" Target="fonts/font2.fntdata"/><Relationship Id="rId122" Type="http://schemas.openxmlformats.org/officeDocument/2006/relationships/font" Target="fonts/font23.fntdata"/><Relationship Id="rId14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font" Target="fonts/font13.fntdata"/><Relationship Id="rId133" Type="http://schemas.openxmlformats.org/officeDocument/2006/relationships/font" Target="fonts/font34.fntdata"/><Relationship Id="rId1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dla, Natraj" userId="1b097815-ad51-435d-a557-eb69be7a0b69" providerId="ADAL" clId="{8D5589CB-43D0-4C79-AE70-BEB7489FDE7D}"/>
    <pc:docChg chg="undo redo custSel addSld delSld modSld sldOrd">
      <pc:chgData name="Gudla, Natraj" userId="1b097815-ad51-435d-a557-eb69be7a0b69" providerId="ADAL" clId="{8D5589CB-43D0-4C79-AE70-BEB7489FDE7D}" dt="2024-06-26T08:29:28.936" v="6750" actId="20577"/>
      <pc:docMkLst>
        <pc:docMk/>
      </pc:docMkLst>
      <pc:sldChg chg="del">
        <pc:chgData name="Gudla, Natraj" userId="1b097815-ad51-435d-a557-eb69be7a0b69" providerId="ADAL" clId="{8D5589CB-43D0-4C79-AE70-BEB7489FDE7D}" dt="2024-06-20T03:36:05.231" v="1736" actId="47"/>
        <pc:sldMkLst>
          <pc:docMk/>
          <pc:sldMk cId="1580444266" sldId="2076137829"/>
        </pc:sldMkLst>
      </pc:sldChg>
      <pc:sldChg chg="modSp mod">
        <pc:chgData name="Gudla, Natraj" userId="1b097815-ad51-435d-a557-eb69be7a0b69" providerId="ADAL" clId="{8D5589CB-43D0-4C79-AE70-BEB7489FDE7D}" dt="2024-06-20T06:07:28.394" v="3908" actId="6549"/>
        <pc:sldMkLst>
          <pc:docMk/>
          <pc:sldMk cId="2815566877" sldId="2076137832"/>
        </pc:sldMkLst>
        <pc:spChg chg="mod">
          <ac:chgData name="Gudla, Natraj" userId="1b097815-ad51-435d-a557-eb69be7a0b69" providerId="ADAL" clId="{8D5589CB-43D0-4C79-AE70-BEB7489FDE7D}" dt="2024-06-20T06:07:28.394" v="3908" actId="6549"/>
          <ac:spMkLst>
            <pc:docMk/>
            <pc:sldMk cId="2815566877" sldId="2076137832"/>
            <ac:spMk id="3" creationId="{155FCA84-4387-498D-8202-97BC1B4142D0}"/>
          </ac:spMkLst>
        </pc:spChg>
      </pc:sldChg>
      <pc:sldChg chg="modSp mod">
        <pc:chgData name="Gudla, Natraj" userId="1b097815-ad51-435d-a557-eb69be7a0b69" providerId="ADAL" clId="{8D5589CB-43D0-4C79-AE70-BEB7489FDE7D}" dt="2024-06-25T03:44:47.342" v="4284" actId="20577"/>
        <pc:sldMkLst>
          <pc:docMk/>
          <pc:sldMk cId="4240461515" sldId="2076137833"/>
        </pc:sldMkLst>
        <pc:spChg chg="mod">
          <ac:chgData name="Gudla, Natraj" userId="1b097815-ad51-435d-a557-eb69be7a0b69" providerId="ADAL" clId="{8D5589CB-43D0-4C79-AE70-BEB7489FDE7D}" dt="2024-06-25T03:44:47.342" v="4284" actId="20577"/>
          <ac:spMkLst>
            <pc:docMk/>
            <pc:sldMk cId="4240461515" sldId="2076137833"/>
            <ac:spMk id="3" creationId="{FC49C433-38DC-42A4-AEF1-D936F52843D7}"/>
          </ac:spMkLst>
        </pc:spChg>
      </pc:sldChg>
      <pc:sldChg chg="modSp del mod">
        <pc:chgData name="Gudla, Natraj" userId="1b097815-ad51-435d-a557-eb69be7a0b69" providerId="ADAL" clId="{8D5589CB-43D0-4C79-AE70-BEB7489FDE7D}" dt="2024-06-14T05:16:46.613" v="363" actId="47"/>
        <pc:sldMkLst>
          <pc:docMk/>
          <pc:sldMk cId="2411987227" sldId="2147474112"/>
        </pc:sldMkLst>
        <pc:spChg chg="mod">
          <ac:chgData name="Gudla, Natraj" userId="1b097815-ad51-435d-a557-eb69be7a0b69" providerId="ADAL" clId="{8D5589CB-43D0-4C79-AE70-BEB7489FDE7D}" dt="2024-06-12T04:43:58.467" v="61" actId="20577"/>
          <ac:spMkLst>
            <pc:docMk/>
            <pc:sldMk cId="2411987227" sldId="2147474112"/>
            <ac:spMk id="206" creationId="{2FD49DFE-19EC-66FC-5C41-D1CFFA9C6481}"/>
          </ac:spMkLst>
        </pc:spChg>
      </pc:sldChg>
      <pc:sldChg chg="modSp del mod">
        <pc:chgData name="Gudla, Natraj" userId="1b097815-ad51-435d-a557-eb69be7a0b69" providerId="ADAL" clId="{8D5589CB-43D0-4C79-AE70-BEB7489FDE7D}" dt="2024-06-26T07:54:17.791" v="6245" actId="47"/>
        <pc:sldMkLst>
          <pc:docMk/>
          <pc:sldMk cId="2479366280" sldId="2147474117"/>
        </pc:sldMkLst>
        <pc:spChg chg="mod">
          <ac:chgData name="Gudla, Natraj" userId="1b097815-ad51-435d-a557-eb69be7a0b69" providerId="ADAL" clId="{8D5589CB-43D0-4C79-AE70-BEB7489FDE7D}" dt="2024-06-18T03:54:12.662" v="614" actId="20577"/>
          <ac:spMkLst>
            <pc:docMk/>
            <pc:sldMk cId="2479366280" sldId="2147474117"/>
            <ac:spMk id="194" creationId="{7CF7844C-39B9-4E6B-EB09-046B05ACC964}"/>
          </ac:spMkLst>
        </pc:spChg>
      </pc:sldChg>
      <pc:sldChg chg="modSp mod">
        <pc:chgData name="Gudla, Natraj" userId="1b097815-ad51-435d-a557-eb69be7a0b69" providerId="ADAL" clId="{8D5589CB-43D0-4C79-AE70-BEB7489FDE7D}" dt="2024-06-12T07:53:22.392" v="91" actId="20577"/>
        <pc:sldMkLst>
          <pc:docMk/>
          <pc:sldMk cId="2001861423" sldId="2147474153"/>
        </pc:sldMkLst>
        <pc:graphicFrameChg chg="modGraphic">
          <ac:chgData name="Gudla, Natraj" userId="1b097815-ad51-435d-a557-eb69be7a0b69" providerId="ADAL" clId="{8D5589CB-43D0-4C79-AE70-BEB7489FDE7D}" dt="2024-06-12T07:53:22.392" v="91" actId="20577"/>
          <ac:graphicFrameMkLst>
            <pc:docMk/>
            <pc:sldMk cId="2001861423" sldId="2147474153"/>
            <ac:graphicFrameMk id="8" creationId="{0449F75F-2706-876C-71DE-D728F38E233D}"/>
          </ac:graphicFrameMkLst>
        </pc:graphicFrameChg>
      </pc:sldChg>
      <pc:sldChg chg="addSp modSp mod">
        <pc:chgData name="Gudla, Natraj" userId="1b097815-ad51-435d-a557-eb69be7a0b69" providerId="ADAL" clId="{8D5589CB-43D0-4C79-AE70-BEB7489FDE7D}" dt="2024-06-21T03:38:09.780" v="4088" actId="20577"/>
        <pc:sldMkLst>
          <pc:docMk/>
          <pc:sldMk cId="2251188276" sldId="2147474154"/>
        </pc:sldMkLst>
        <pc:spChg chg="add mod">
          <ac:chgData name="Gudla, Natraj" userId="1b097815-ad51-435d-a557-eb69be7a0b69" providerId="ADAL" clId="{8D5589CB-43D0-4C79-AE70-BEB7489FDE7D}" dt="2024-06-19T12:18:17.359" v="1556" actId="20577"/>
          <ac:spMkLst>
            <pc:docMk/>
            <pc:sldMk cId="2251188276" sldId="2147474154"/>
            <ac:spMk id="4" creationId="{79ECF27B-342F-3721-BD32-737F7146DDFA}"/>
          </ac:spMkLst>
        </pc:spChg>
        <pc:graphicFrameChg chg="mod modGraphic">
          <ac:chgData name="Gudla, Natraj" userId="1b097815-ad51-435d-a557-eb69be7a0b69" providerId="ADAL" clId="{8D5589CB-43D0-4C79-AE70-BEB7489FDE7D}" dt="2024-06-19T12:20:16.473" v="1609" actId="2062"/>
          <ac:graphicFrameMkLst>
            <pc:docMk/>
            <pc:sldMk cId="2251188276" sldId="2147474154"/>
            <ac:graphicFrameMk id="2" creationId="{F1AF107A-F151-DF54-AA2A-F9C5CDF5B288}"/>
          </ac:graphicFrameMkLst>
        </pc:graphicFrameChg>
        <pc:graphicFrameChg chg="add mod modGraphic">
          <ac:chgData name="Gudla, Natraj" userId="1b097815-ad51-435d-a557-eb69be7a0b69" providerId="ADAL" clId="{8D5589CB-43D0-4C79-AE70-BEB7489FDE7D}" dt="2024-06-21T03:38:09.780" v="4088" actId="20577"/>
          <ac:graphicFrameMkLst>
            <pc:docMk/>
            <pc:sldMk cId="2251188276" sldId="2147474154"/>
            <ac:graphicFrameMk id="5" creationId="{BF963F44-2AF5-0D18-B298-EC70E47829C5}"/>
          </ac:graphicFrameMkLst>
        </pc:graphicFrameChg>
      </pc:sldChg>
      <pc:sldChg chg="del">
        <pc:chgData name="Gudla, Natraj" userId="1b097815-ad51-435d-a557-eb69be7a0b69" providerId="ADAL" clId="{8D5589CB-43D0-4C79-AE70-BEB7489FDE7D}" dt="2024-06-26T07:54:16.864" v="6243" actId="47"/>
        <pc:sldMkLst>
          <pc:docMk/>
          <pc:sldMk cId="2318877968" sldId="2147474163"/>
        </pc:sldMkLst>
      </pc:sldChg>
      <pc:sldChg chg="addSp delSp modSp mod">
        <pc:chgData name="Gudla, Natraj" userId="1b097815-ad51-435d-a557-eb69be7a0b69" providerId="ADAL" clId="{8D5589CB-43D0-4C79-AE70-BEB7489FDE7D}" dt="2024-06-26T08:01:36.732" v="6258" actId="1076"/>
        <pc:sldMkLst>
          <pc:docMk/>
          <pc:sldMk cId="3571720637" sldId="2147474170"/>
        </pc:sldMkLst>
        <pc:spChg chg="mod">
          <ac:chgData name="Gudla, Natraj" userId="1b097815-ad51-435d-a557-eb69be7a0b69" providerId="ADAL" clId="{8D5589CB-43D0-4C79-AE70-BEB7489FDE7D}" dt="2024-06-24T12:26:56.899" v="4097" actId="1076"/>
          <ac:spMkLst>
            <pc:docMk/>
            <pc:sldMk cId="3571720637" sldId="2147474170"/>
            <ac:spMk id="12" creationId="{4D9DB406-FA3E-B835-D389-2A10E6D8909A}"/>
          </ac:spMkLst>
        </pc:spChg>
        <pc:graphicFrameChg chg="del">
          <ac:chgData name="Gudla, Natraj" userId="1b097815-ad51-435d-a557-eb69be7a0b69" providerId="ADAL" clId="{8D5589CB-43D0-4C79-AE70-BEB7489FDE7D}" dt="2024-06-24T12:26:58.688" v="4098" actId="478"/>
          <ac:graphicFrameMkLst>
            <pc:docMk/>
            <pc:sldMk cId="3571720637" sldId="2147474170"/>
            <ac:graphicFrameMk id="4" creationId="{92C95F7B-5896-B5F4-6F5B-44982AD2CE73}"/>
          </ac:graphicFrameMkLst>
        </pc:graphicFrameChg>
        <pc:graphicFrameChg chg="add mod">
          <ac:chgData name="Gudla, Natraj" userId="1b097815-ad51-435d-a557-eb69be7a0b69" providerId="ADAL" clId="{8D5589CB-43D0-4C79-AE70-BEB7489FDE7D}" dt="2024-06-26T08:01:36.732" v="6258" actId="1076"/>
          <ac:graphicFrameMkLst>
            <pc:docMk/>
            <pc:sldMk cId="3571720637" sldId="2147474170"/>
            <ac:graphicFrameMk id="5" creationId="{1C9E509A-046D-B36A-F951-A7D28A00A329}"/>
          </ac:graphicFrameMkLst>
        </pc:graphicFrameChg>
        <pc:graphicFrameChg chg="del mod modGraphic">
          <ac:chgData name="Gudla, Natraj" userId="1b097815-ad51-435d-a557-eb69be7a0b69" providerId="ADAL" clId="{8D5589CB-43D0-4C79-AE70-BEB7489FDE7D}" dt="2024-06-26T08:01:30.741" v="6256" actId="478"/>
          <ac:graphicFrameMkLst>
            <pc:docMk/>
            <pc:sldMk cId="3571720637" sldId="2147474170"/>
            <ac:graphicFrameMk id="6" creationId="{640CD144-1BC9-FD87-CD60-5B1E4D3675A6}"/>
          </ac:graphicFrameMkLst>
        </pc:graphicFrameChg>
        <pc:picChg chg="mod">
          <ac:chgData name="Gudla, Natraj" userId="1b097815-ad51-435d-a557-eb69be7a0b69" providerId="ADAL" clId="{8D5589CB-43D0-4C79-AE70-BEB7489FDE7D}" dt="2024-06-26T07:46:38.774" v="6234" actId="14100"/>
          <ac:picMkLst>
            <pc:docMk/>
            <pc:sldMk cId="3571720637" sldId="2147474170"/>
            <ac:picMk id="2" creationId="{7A03885E-38C4-04C5-4260-E0F5AB7A489E}"/>
          </ac:picMkLst>
        </pc:picChg>
        <pc:picChg chg="mod">
          <ac:chgData name="Gudla, Natraj" userId="1b097815-ad51-435d-a557-eb69be7a0b69" providerId="ADAL" clId="{8D5589CB-43D0-4C79-AE70-BEB7489FDE7D}" dt="2024-06-26T07:46:42.705" v="6236" actId="14100"/>
          <ac:picMkLst>
            <pc:docMk/>
            <pc:sldMk cId="3571720637" sldId="2147474170"/>
            <ac:picMk id="4" creationId="{719DE240-1717-C468-818F-58900D0DE420}"/>
          </ac:picMkLst>
        </pc:picChg>
        <pc:picChg chg="del">
          <ac:chgData name="Gudla, Natraj" userId="1b097815-ad51-435d-a557-eb69be7a0b69" providerId="ADAL" clId="{8D5589CB-43D0-4C79-AE70-BEB7489FDE7D}" dt="2024-06-24T12:26:26.313" v="4090" actId="478"/>
          <ac:picMkLst>
            <pc:docMk/>
            <pc:sldMk cId="3571720637" sldId="2147474170"/>
            <ac:picMk id="5" creationId="{13AB448D-9EA6-3508-6E8D-1CA6A0CBB945}"/>
          </ac:picMkLst>
        </pc:picChg>
        <pc:picChg chg="del mod">
          <ac:chgData name="Gudla, Natraj" userId="1b097815-ad51-435d-a557-eb69be7a0b69" providerId="ADAL" clId="{8D5589CB-43D0-4C79-AE70-BEB7489FDE7D}" dt="2024-06-26T07:44:54.497" v="6226" actId="478"/>
          <ac:picMkLst>
            <pc:docMk/>
            <pc:sldMk cId="3571720637" sldId="2147474170"/>
            <ac:picMk id="7" creationId="{599DDAA1-F6F2-9BB6-E701-61E4F9B155ED}"/>
          </ac:picMkLst>
        </pc:picChg>
      </pc:sldChg>
      <pc:sldChg chg="delSp modSp mod">
        <pc:chgData name="Gudla, Natraj" userId="1b097815-ad51-435d-a557-eb69be7a0b69" providerId="ADAL" clId="{8D5589CB-43D0-4C79-AE70-BEB7489FDE7D}" dt="2024-06-26T08:01:14.665" v="6255" actId="1076"/>
        <pc:sldMkLst>
          <pc:docMk/>
          <pc:sldMk cId="3429204321" sldId="2147474174"/>
        </pc:sldMkLst>
        <pc:graphicFrameChg chg="mod modGraphic">
          <ac:chgData name="Gudla, Natraj" userId="1b097815-ad51-435d-a557-eb69be7a0b69" providerId="ADAL" clId="{8D5589CB-43D0-4C79-AE70-BEB7489FDE7D}" dt="2024-06-26T08:01:14.665" v="6255" actId="1076"/>
          <ac:graphicFrameMkLst>
            <pc:docMk/>
            <pc:sldMk cId="3429204321" sldId="2147474174"/>
            <ac:graphicFrameMk id="6" creationId="{640CD144-1BC9-FD87-CD60-5B1E4D3675A6}"/>
          </ac:graphicFrameMkLst>
        </pc:graphicFrameChg>
        <pc:picChg chg="del mod">
          <ac:chgData name="Gudla, Natraj" userId="1b097815-ad51-435d-a557-eb69be7a0b69" providerId="ADAL" clId="{8D5589CB-43D0-4C79-AE70-BEB7489FDE7D}" dt="2024-06-26T07:47:27.101" v="6237" actId="478"/>
          <ac:picMkLst>
            <pc:docMk/>
            <pc:sldMk cId="3429204321" sldId="2147474174"/>
            <ac:picMk id="2" creationId="{A0F952FC-F6C8-96F8-6C0F-992C8228055B}"/>
          </ac:picMkLst>
        </pc:picChg>
        <pc:picChg chg="mod">
          <ac:chgData name="Gudla, Natraj" userId="1b097815-ad51-435d-a557-eb69be7a0b69" providerId="ADAL" clId="{8D5589CB-43D0-4C79-AE70-BEB7489FDE7D}" dt="2024-06-26T08:00:58.195" v="6251" actId="14100"/>
          <ac:picMkLst>
            <pc:docMk/>
            <pc:sldMk cId="3429204321" sldId="2147474174"/>
            <ac:picMk id="4" creationId="{EBB91477-4389-C7F2-2D17-EA25C187EB59}"/>
          </ac:picMkLst>
        </pc:picChg>
        <pc:picChg chg="mod">
          <ac:chgData name="Gudla, Natraj" userId="1b097815-ad51-435d-a557-eb69be7a0b69" providerId="ADAL" clId="{8D5589CB-43D0-4C79-AE70-BEB7489FDE7D}" dt="2024-06-26T08:00:51.775" v="6249" actId="1076"/>
          <ac:picMkLst>
            <pc:docMk/>
            <pc:sldMk cId="3429204321" sldId="2147474174"/>
            <ac:picMk id="5" creationId="{A1FE8378-75C0-3D18-902D-A7AF66FA4CA0}"/>
          </ac:picMkLst>
        </pc:picChg>
        <pc:picChg chg="del">
          <ac:chgData name="Gudla, Natraj" userId="1b097815-ad51-435d-a557-eb69be7a0b69" providerId="ADAL" clId="{8D5589CB-43D0-4C79-AE70-BEB7489FDE7D}" dt="2024-06-24T12:28:42.179" v="4120" actId="478"/>
          <ac:picMkLst>
            <pc:docMk/>
            <pc:sldMk cId="3429204321" sldId="2147474174"/>
            <ac:picMk id="11" creationId="{D54DFB0D-4450-9624-403D-43E2A6DBAFA1}"/>
          </ac:picMkLst>
        </pc:picChg>
        <pc:picChg chg="del">
          <ac:chgData name="Gudla, Natraj" userId="1b097815-ad51-435d-a557-eb69be7a0b69" providerId="ADAL" clId="{8D5589CB-43D0-4C79-AE70-BEB7489FDE7D}" dt="2024-06-26T08:00:27.571" v="6246" actId="478"/>
          <ac:picMkLst>
            <pc:docMk/>
            <pc:sldMk cId="3429204321" sldId="2147474174"/>
            <ac:picMk id="12" creationId="{CBC98863-6110-6729-257D-7DABA3139C08}"/>
          </ac:picMkLst>
        </pc:picChg>
      </pc:sldChg>
      <pc:sldChg chg="modSp mod">
        <pc:chgData name="Gudla, Natraj" userId="1b097815-ad51-435d-a557-eb69be7a0b69" providerId="ADAL" clId="{8D5589CB-43D0-4C79-AE70-BEB7489FDE7D}" dt="2024-06-19T04:05:36.634" v="936" actId="6549"/>
        <pc:sldMkLst>
          <pc:docMk/>
          <pc:sldMk cId="2644422550" sldId="2147474183"/>
        </pc:sldMkLst>
        <pc:graphicFrameChg chg="modGraphic">
          <ac:chgData name="Gudla, Natraj" userId="1b097815-ad51-435d-a557-eb69be7a0b69" providerId="ADAL" clId="{8D5589CB-43D0-4C79-AE70-BEB7489FDE7D}" dt="2024-06-19T04:05:36.634" v="936" actId="6549"/>
          <ac:graphicFrameMkLst>
            <pc:docMk/>
            <pc:sldMk cId="2644422550" sldId="2147474183"/>
            <ac:graphicFrameMk id="4" creationId="{F708C304-FE42-4ADD-AC50-77DE33B73378}"/>
          </ac:graphicFrameMkLst>
        </pc:graphicFrameChg>
      </pc:sldChg>
      <pc:sldChg chg="modSp mod">
        <pc:chgData name="Gudla, Natraj" userId="1b097815-ad51-435d-a557-eb69be7a0b69" providerId="ADAL" clId="{8D5589CB-43D0-4C79-AE70-BEB7489FDE7D}" dt="2024-06-20T03:46:36.128" v="1937" actId="20577"/>
        <pc:sldMkLst>
          <pc:docMk/>
          <pc:sldMk cId="3450465591" sldId="2147474193"/>
        </pc:sldMkLst>
        <pc:spChg chg="mod">
          <ac:chgData name="Gudla, Natraj" userId="1b097815-ad51-435d-a557-eb69be7a0b69" providerId="ADAL" clId="{8D5589CB-43D0-4C79-AE70-BEB7489FDE7D}" dt="2024-06-20T03:46:36.128" v="1937" actId="20577"/>
          <ac:spMkLst>
            <pc:docMk/>
            <pc:sldMk cId="3450465591" sldId="2147474193"/>
            <ac:spMk id="24" creationId="{DE9F6699-A4EB-E190-A87C-48F569402D5E}"/>
          </ac:spMkLst>
        </pc:spChg>
      </pc:sldChg>
      <pc:sldChg chg="modSp mod">
        <pc:chgData name="Gudla, Natraj" userId="1b097815-ad51-435d-a557-eb69be7a0b69" providerId="ADAL" clId="{8D5589CB-43D0-4C79-AE70-BEB7489FDE7D}" dt="2024-06-20T03:59:08.702" v="2246" actId="6549"/>
        <pc:sldMkLst>
          <pc:docMk/>
          <pc:sldMk cId="374347881" sldId="2147474194"/>
        </pc:sldMkLst>
        <pc:spChg chg="mod">
          <ac:chgData name="Gudla, Natraj" userId="1b097815-ad51-435d-a557-eb69be7a0b69" providerId="ADAL" clId="{8D5589CB-43D0-4C79-AE70-BEB7489FDE7D}" dt="2024-06-20T03:54:44.114" v="1951" actId="1076"/>
          <ac:spMkLst>
            <pc:docMk/>
            <pc:sldMk cId="374347881" sldId="2147474194"/>
            <ac:spMk id="2" creationId="{DB52411C-42EE-C25D-BB6B-78BD55883BCA}"/>
          </ac:spMkLst>
        </pc:spChg>
        <pc:spChg chg="mod">
          <ac:chgData name="Gudla, Natraj" userId="1b097815-ad51-435d-a557-eb69be7a0b69" providerId="ADAL" clId="{8D5589CB-43D0-4C79-AE70-BEB7489FDE7D}" dt="2024-06-20T03:59:08.702" v="2246" actId="6549"/>
          <ac:spMkLst>
            <pc:docMk/>
            <pc:sldMk cId="374347881" sldId="2147474194"/>
            <ac:spMk id="3" creationId="{C90AE33C-F0E6-6FFA-149D-E6FE71B03496}"/>
          </ac:spMkLst>
        </pc:spChg>
        <pc:spChg chg="mod">
          <ac:chgData name="Gudla, Natraj" userId="1b097815-ad51-435d-a557-eb69be7a0b69" providerId="ADAL" clId="{8D5589CB-43D0-4C79-AE70-BEB7489FDE7D}" dt="2024-06-20T03:55:26.436" v="1962" actId="1076"/>
          <ac:spMkLst>
            <pc:docMk/>
            <pc:sldMk cId="374347881" sldId="2147474194"/>
            <ac:spMk id="7" creationId="{0C13EC37-873E-1479-817C-0F603A4A4FDA}"/>
          </ac:spMkLst>
        </pc:spChg>
        <pc:spChg chg="mod">
          <ac:chgData name="Gudla, Natraj" userId="1b097815-ad51-435d-a557-eb69be7a0b69" providerId="ADAL" clId="{8D5589CB-43D0-4C79-AE70-BEB7489FDE7D}" dt="2024-06-20T03:54:40.068" v="1950" actId="1076"/>
          <ac:spMkLst>
            <pc:docMk/>
            <pc:sldMk cId="374347881" sldId="2147474194"/>
            <ac:spMk id="8" creationId="{88C93696-1864-0DC7-4D77-1E8EDFF33956}"/>
          </ac:spMkLst>
        </pc:spChg>
        <pc:spChg chg="mod">
          <ac:chgData name="Gudla, Natraj" userId="1b097815-ad51-435d-a557-eb69be7a0b69" providerId="ADAL" clId="{8D5589CB-43D0-4C79-AE70-BEB7489FDE7D}" dt="2024-06-20T03:58:46.039" v="2242" actId="1076"/>
          <ac:spMkLst>
            <pc:docMk/>
            <pc:sldMk cId="374347881" sldId="2147474194"/>
            <ac:spMk id="19" creationId="{4CB474D8-15F0-D82A-9E0E-DDC6776C875F}"/>
          </ac:spMkLst>
        </pc:spChg>
      </pc:sldChg>
      <pc:sldChg chg="modSp mod">
        <pc:chgData name="Gudla, Natraj" userId="1b097815-ad51-435d-a557-eb69be7a0b69" providerId="ADAL" clId="{8D5589CB-43D0-4C79-AE70-BEB7489FDE7D}" dt="2024-06-12T03:47:05.421" v="27" actId="20577"/>
        <pc:sldMkLst>
          <pc:docMk/>
          <pc:sldMk cId="3191873016" sldId="2147475791"/>
        </pc:sldMkLst>
        <pc:spChg chg="mod">
          <ac:chgData name="Gudla, Natraj" userId="1b097815-ad51-435d-a557-eb69be7a0b69" providerId="ADAL" clId="{8D5589CB-43D0-4C79-AE70-BEB7489FDE7D}" dt="2024-06-12T03:47:05.421" v="27" actId="20577"/>
          <ac:spMkLst>
            <pc:docMk/>
            <pc:sldMk cId="3191873016" sldId="2147475791"/>
            <ac:spMk id="11" creationId="{CD875C97-F7A6-5DD8-CB0C-A8AF4541D2B1}"/>
          </ac:spMkLst>
        </pc:spChg>
      </pc:sldChg>
      <pc:sldChg chg="modSp mod">
        <pc:chgData name="Gudla, Natraj" userId="1b097815-ad51-435d-a557-eb69be7a0b69" providerId="ADAL" clId="{8D5589CB-43D0-4C79-AE70-BEB7489FDE7D}" dt="2024-06-20T04:38:15.098" v="3502" actId="20577"/>
        <pc:sldMkLst>
          <pc:docMk/>
          <pc:sldMk cId="415626969" sldId="2147475792"/>
        </pc:sldMkLst>
        <pc:spChg chg="mod">
          <ac:chgData name="Gudla, Natraj" userId="1b097815-ad51-435d-a557-eb69be7a0b69" providerId="ADAL" clId="{8D5589CB-43D0-4C79-AE70-BEB7489FDE7D}" dt="2024-06-20T04:38:15.098" v="3502" actId="20577"/>
          <ac:spMkLst>
            <pc:docMk/>
            <pc:sldMk cId="415626969" sldId="2147475792"/>
            <ac:spMk id="7" creationId="{08103C3B-ECF5-47A9-E814-20A28BD040C1}"/>
          </ac:spMkLst>
        </pc:spChg>
      </pc:sldChg>
      <pc:sldChg chg="modCm">
        <pc:chgData name="Gudla, Natraj" userId="1b097815-ad51-435d-a557-eb69be7a0b69" providerId="ADAL" clId="{8D5589CB-43D0-4C79-AE70-BEB7489FDE7D}" dt="2024-06-21T05:26:51.789" v="4089"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8D5589CB-43D0-4C79-AE70-BEB7489FDE7D}" dt="2024-06-21T05:26:51.789" v="4089" actId="2056"/>
              <pc2:cmMkLst xmlns:pc2="http://schemas.microsoft.com/office/powerpoint/2019/9/main/command">
                <pc:docMk/>
                <pc:sldMk cId="1001885555" sldId="2147475796"/>
                <pc2:cmMk id="{6187E47D-BBEA-4C72-87DA-B268F556C1BE}"/>
              </pc2:cmMkLst>
            </pc226:cmChg>
          </p:ext>
        </pc:extLst>
      </pc:sldChg>
      <pc:sldChg chg="modSp mod">
        <pc:chgData name="Gudla, Natraj" userId="1b097815-ad51-435d-a557-eb69be7a0b69" providerId="ADAL" clId="{8D5589CB-43D0-4C79-AE70-BEB7489FDE7D}" dt="2024-06-20T04:26:26.710" v="3408" actId="20577"/>
        <pc:sldMkLst>
          <pc:docMk/>
          <pc:sldMk cId="2957828277" sldId="2147475800"/>
        </pc:sldMkLst>
        <pc:spChg chg="mod">
          <ac:chgData name="Gudla, Natraj" userId="1b097815-ad51-435d-a557-eb69be7a0b69" providerId="ADAL" clId="{8D5589CB-43D0-4C79-AE70-BEB7489FDE7D}" dt="2024-06-20T04:26:26.710" v="3408" actId="20577"/>
          <ac:spMkLst>
            <pc:docMk/>
            <pc:sldMk cId="2957828277" sldId="2147475800"/>
            <ac:spMk id="74" creationId="{B8F35326-3745-BD15-0F99-2EFB277E8EF9}"/>
          </ac:spMkLst>
        </pc:spChg>
      </pc:sldChg>
      <pc:sldChg chg="modSp mod">
        <pc:chgData name="Gudla, Natraj" userId="1b097815-ad51-435d-a557-eb69be7a0b69" providerId="ADAL" clId="{8D5589CB-43D0-4C79-AE70-BEB7489FDE7D}" dt="2024-06-20T03:39:03.551" v="1914" actId="20577"/>
        <pc:sldMkLst>
          <pc:docMk/>
          <pc:sldMk cId="35362297" sldId="2147475803"/>
        </pc:sldMkLst>
        <pc:graphicFrameChg chg="mod modGraphic">
          <ac:chgData name="Gudla, Natraj" userId="1b097815-ad51-435d-a557-eb69be7a0b69" providerId="ADAL" clId="{8D5589CB-43D0-4C79-AE70-BEB7489FDE7D}" dt="2024-06-20T03:39:03.551" v="1914" actId="20577"/>
          <ac:graphicFrameMkLst>
            <pc:docMk/>
            <pc:sldMk cId="35362297" sldId="2147475803"/>
            <ac:graphicFrameMk id="3" creationId="{FD56C828-1453-6F9B-E693-F4560ABB5040}"/>
          </ac:graphicFrameMkLst>
        </pc:graphicFrameChg>
      </pc:sldChg>
      <pc:sldChg chg="modSp">
        <pc:chgData name="Gudla, Natraj" userId="1b097815-ad51-435d-a557-eb69be7a0b69" providerId="ADAL" clId="{8D5589CB-43D0-4C79-AE70-BEB7489FDE7D}" dt="2024-06-14T05:14:50.803" v="222"/>
        <pc:sldMkLst>
          <pc:docMk/>
          <pc:sldMk cId="1422036111" sldId="2147475804"/>
        </pc:sldMkLst>
        <pc:graphicFrameChg chg="mod">
          <ac:chgData name="Gudla, Natraj" userId="1b097815-ad51-435d-a557-eb69be7a0b69" providerId="ADAL" clId="{8D5589CB-43D0-4C79-AE70-BEB7489FDE7D}" dt="2024-06-14T05:14:50.803" v="222"/>
          <ac:graphicFrameMkLst>
            <pc:docMk/>
            <pc:sldMk cId="1422036111" sldId="2147475804"/>
            <ac:graphicFrameMk id="5" creationId="{CF6892CF-D00C-EE57-C7AC-17CD8F880C65}"/>
          </ac:graphicFrameMkLst>
        </pc:graphicFrameChg>
      </pc:sldChg>
      <pc:sldChg chg="modSp mod">
        <pc:chgData name="Gudla, Natraj" userId="1b097815-ad51-435d-a557-eb69be7a0b69" providerId="ADAL" clId="{8D5589CB-43D0-4C79-AE70-BEB7489FDE7D}" dt="2024-06-14T05:16:42.933" v="362" actId="20577"/>
        <pc:sldMkLst>
          <pc:docMk/>
          <pc:sldMk cId="4067783145" sldId="2147475808"/>
        </pc:sldMkLst>
        <pc:spChg chg="mod">
          <ac:chgData name="Gudla, Natraj" userId="1b097815-ad51-435d-a557-eb69be7a0b69" providerId="ADAL" clId="{8D5589CB-43D0-4C79-AE70-BEB7489FDE7D}" dt="2024-06-14T05:16:42.933" v="362" actId="20577"/>
          <ac:spMkLst>
            <pc:docMk/>
            <pc:sldMk cId="4067783145" sldId="2147475808"/>
            <ac:spMk id="8" creationId="{0BE1088E-E037-E9AD-698C-A427F2872F5A}"/>
          </ac:spMkLst>
        </pc:spChg>
      </pc:sldChg>
      <pc:sldChg chg="modSp mod">
        <pc:chgData name="Gudla, Natraj" userId="1b097815-ad51-435d-a557-eb69be7a0b69" providerId="ADAL" clId="{8D5589CB-43D0-4C79-AE70-BEB7489FDE7D}" dt="2024-06-17T07:37:25.627" v="556" actId="207"/>
        <pc:sldMkLst>
          <pc:docMk/>
          <pc:sldMk cId="3869446577" sldId="2147475809"/>
        </pc:sldMkLst>
        <pc:spChg chg="mod">
          <ac:chgData name="Gudla, Natraj" userId="1b097815-ad51-435d-a557-eb69be7a0b69" providerId="ADAL" clId="{8D5589CB-43D0-4C79-AE70-BEB7489FDE7D}" dt="2024-06-17T07:37:19.492" v="555" actId="2085"/>
          <ac:spMkLst>
            <pc:docMk/>
            <pc:sldMk cId="3869446577" sldId="2147475809"/>
            <ac:spMk id="40" creationId="{BAD8929A-9F3C-5F5C-EEFB-27089C7A8ED7}"/>
          </ac:spMkLst>
        </pc:spChg>
        <pc:spChg chg="mod">
          <ac:chgData name="Gudla, Natraj" userId="1b097815-ad51-435d-a557-eb69be7a0b69" providerId="ADAL" clId="{8D5589CB-43D0-4C79-AE70-BEB7489FDE7D}" dt="2024-06-17T07:37:25.627" v="556" actId="207"/>
          <ac:spMkLst>
            <pc:docMk/>
            <pc:sldMk cId="3869446577" sldId="2147475809"/>
            <ac:spMk id="48" creationId="{E0424E79-A878-01CF-D1E7-A010098F26AC}"/>
          </ac:spMkLst>
        </pc:spChg>
      </pc:sldChg>
      <pc:sldChg chg="addSp delSp modSp mod">
        <pc:chgData name="Gudla, Natraj" userId="1b097815-ad51-435d-a557-eb69be7a0b69" providerId="ADAL" clId="{8D5589CB-43D0-4C79-AE70-BEB7489FDE7D}" dt="2024-06-19T04:04:52.653" v="932" actId="6549"/>
        <pc:sldMkLst>
          <pc:docMk/>
          <pc:sldMk cId="3252446741" sldId="2147475810"/>
        </pc:sldMkLst>
        <pc:spChg chg="mod">
          <ac:chgData name="Gudla, Natraj" userId="1b097815-ad51-435d-a557-eb69be7a0b69" providerId="ADAL" clId="{8D5589CB-43D0-4C79-AE70-BEB7489FDE7D}" dt="2024-06-17T07:29:24.840" v="365" actId="1076"/>
          <ac:spMkLst>
            <pc:docMk/>
            <pc:sldMk cId="3252446741" sldId="2147475810"/>
            <ac:spMk id="19" creationId="{1A56E2EE-86C7-28B2-65BC-2632803F3ED5}"/>
          </ac:spMkLst>
        </pc:spChg>
        <pc:spChg chg="mod">
          <ac:chgData name="Gudla, Natraj" userId="1b097815-ad51-435d-a557-eb69be7a0b69" providerId="ADAL" clId="{8D5589CB-43D0-4C79-AE70-BEB7489FDE7D}" dt="2024-06-17T13:06:36.627" v="601" actId="20577"/>
          <ac:spMkLst>
            <pc:docMk/>
            <pc:sldMk cId="3252446741" sldId="2147475810"/>
            <ac:spMk id="25" creationId="{21F60C92-9760-4A25-F4DD-7DF64E123E58}"/>
          </ac:spMkLst>
        </pc:spChg>
        <pc:spChg chg="add del mod">
          <ac:chgData name="Gudla, Natraj" userId="1b097815-ad51-435d-a557-eb69be7a0b69" providerId="ADAL" clId="{8D5589CB-43D0-4C79-AE70-BEB7489FDE7D}" dt="2024-06-18T06:52:36.810" v="616" actId="478"/>
          <ac:spMkLst>
            <pc:docMk/>
            <pc:sldMk cId="3252446741" sldId="2147475810"/>
            <ac:spMk id="27" creationId="{6FF8AD68-DDF2-1966-1D06-177808245BE8}"/>
          </ac:spMkLst>
        </pc:spChg>
        <pc:spChg chg="mod">
          <ac:chgData name="Gudla, Natraj" userId="1b097815-ad51-435d-a557-eb69be7a0b69" providerId="ADAL" clId="{8D5589CB-43D0-4C79-AE70-BEB7489FDE7D}" dt="2024-06-19T04:04:44.909" v="930" actId="6549"/>
          <ac:spMkLst>
            <pc:docMk/>
            <pc:sldMk cId="3252446741" sldId="2147475810"/>
            <ac:spMk id="27" creationId="{7BC6F64A-FEEE-7EA3-B2C7-BC461C52C5F0}"/>
          </ac:spMkLst>
        </pc:spChg>
        <pc:spChg chg="add mod">
          <ac:chgData name="Gudla, Natraj" userId="1b097815-ad51-435d-a557-eb69be7a0b69" providerId="ADAL" clId="{8D5589CB-43D0-4C79-AE70-BEB7489FDE7D}" dt="2024-06-18T06:54:48.378" v="928" actId="20577"/>
          <ac:spMkLst>
            <pc:docMk/>
            <pc:sldMk cId="3252446741" sldId="2147475810"/>
            <ac:spMk id="28" creationId="{E089AEA1-D7F9-BB7B-856E-86ED7EC317F6}"/>
          </ac:spMkLst>
        </pc:spChg>
        <pc:spChg chg="mod">
          <ac:chgData name="Gudla, Natraj" userId="1b097815-ad51-435d-a557-eb69be7a0b69" providerId="ADAL" clId="{8D5589CB-43D0-4C79-AE70-BEB7489FDE7D}" dt="2024-06-19T04:04:52.653" v="932" actId="6549"/>
          <ac:spMkLst>
            <pc:docMk/>
            <pc:sldMk cId="3252446741" sldId="2147475810"/>
            <ac:spMk id="33" creationId="{42DFD77E-92B0-8936-16CE-25EA2B12B677}"/>
          </ac:spMkLst>
        </pc:spChg>
        <pc:spChg chg="mod">
          <ac:chgData name="Gudla, Natraj" userId="1b097815-ad51-435d-a557-eb69be7a0b69" providerId="ADAL" clId="{8D5589CB-43D0-4C79-AE70-BEB7489FDE7D}" dt="2024-06-17T07:30:02.550" v="366" actId="14100"/>
          <ac:spMkLst>
            <pc:docMk/>
            <pc:sldMk cId="3252446741" sldId="2147475810"/>
            <ac:spMk id="35" creationId="{E9A46DFF-37AF-1D9A-A94C-1EDAA7435D52}"/>
          </ac:spMkLst>
        </pc:spChg>
      </pc:sldChg>
      <pc:sldChg chg="del">
        <pc:chgData name="Gudla, Natraj" userId="1b097815-ad51-435d-a557-eb69be7a0b69" providerId="ADAL" clId="{8D5589CB-43D0-4C79-AE70-BEB7489FDE7D}" dt="2024-06-26T07:54:17.342" v="6244" actId="47"/>
        <pc:sldMkLst>
          <pc:docMk/>
          <pc:sldMk cId="2908625166" sldId="2147475812"/>
        </pc:sldMkLst>
      </pc:sldChg>
      <pc:sldChg chg="addSp delSp modSp new mod ord">
        <pc:chgData name="Gudla, Natraj" userId="1b097815-ad51-435d-a557-eb69be7a0b69" providerId="ADAL" clId="{8D5589CB-43D0-4C79-AE70-BEB7489FDE7D}" dt="2024-06-20T04:18:52.320" v="3234"/>
        <pc:sldMkLst>
          <pc:docMk/>
          <pc:sldMk cId="2981211752" sldId="2147475813"/>
        </pc:sldMkLst>
        <pc:spChg chg="mod">
          <ac:chgData name="Gudla, Natraj" userId="1b097815-ad51-435d-a557-eb69be7a0b69" providerId="ADAL" clId="{8D5589CB-43D0-4C79-AE70-BEB7489FDE7D}" dt="2024-06-20T04:11:39.461" v="3106" actId="313"/>
          <ac:spMkLst>
            <pc:docMk/>
            <pc:sldMk cId="2981211752" sldId="2147475813"/>
            <ac:spMk id="2" creationId="{03404987-4304-7291-2982-56C2D4C4B7A7}"/>
          </ac:spMkLst>
        </pc:spChg>
        <pc:spChg chg="add mod">
          <ac:chgData name="Gudla, Natraj" userId="1b097815-ad51-435d-a557-eb69be7a0b69" providerId="ADAL" clId="{8D5589CB-43D0-4C79-AE70-BEB7489FDE7D}" dt="2024-06-20T04:13:41.186" v="3232" actId="1076"/>
          <ac:spMkLst>
            <pc:docMk/>
            <pc:sldMk cId="2981211752" sldId="2147475813"/>
            <ac:spMk id="7" creationId="{6EC4EEA7-4420-7104-02B7-4DEC8A3C9FC5}"/>
          </ac:spMkLst>
        </pc:spChg>
        <pc:picChg chg="add del mod">
          <ac:chgData name="Gudla, Natraj" userId="1b097815-ad51-435d-a557-eb69be7a0b69" providerId="ADAL" clId="{8D5589CB-43D0-4C79-AE70-BEB7489FDE7D}" dt="2024-06-20T03:30:10.840" v="1619" actId="478"/>
          <ac:picMkLst>
            <pc:docMk/>
            <pc:sldMk cId="2981211752" sldId="2147475813"/>
            <ac:picMk id="4" creationId="{2BD833ED-3C4A-36BF-8A87-CEBF02242290}"/>
          </ac:picMkLst>
        </pc:picChg>
        <pc:picChg chg="add mod">
          <ac:chgData name="Gudla, Natraj" userId="1b097815-ad51-435d-a557-eb69be7a0b69" providerId="ADAL" clId="{8D5589CB-43D0-4C79-AE70-BEB7489FDE7D}" dt="2024-06-20T03:30:38.689" v="1647" actId="1076"/>
          <ac:picMkLst>
            <pc:docMk/>
            <pc:sldMk cId="2981211752" sldId="2147475813"/>
            <ac:picMk id="6" creationId="{7474EA9D-7102-4E4C-D915-24620E06CB00}"/>
          </ac:picMkLst>
        </pc:picChg>
      </pc:sldChg>
      <pc:sldChg chg="add del">
        <pc:chgData name="Gudla, Natraj" userId="1b097815-ad51-435d-a557-eb69be7a0b69" providerId="ADAL" clId="{8D5589CB-43D0-4C79-AE70-BEB7489FDE7D}" dt="2024-06-20T03:29:25.679" v="1614" actId="47"/>
        <pc:sldMkLst>
          <pc:docMk/>
          <pc:sldMk cId="3575759547" sldId="2147475813"/>
        </pc:sldMkLst>
      </pc:sldChg>
      <pc:sldChg chg="addSp delSp modSp new mod">
        <pc:chgData name="Gudla, Natraj" userId="1b097815-ad51-435d-a557-eb69be7a0b69" providerId="ADAL" clId="{8D5589CB-43D0-4C79-AE70-BEB7489FDE7D}" dt="2024-06-26T08:29:28.936" v="6750" actId="20577"/>
        <pc:sldMkLst>
          <pc:docMk/>
          <pc:sldMk cId="2047081097" sldId="2147475820"/>
        </pc:sldMkLst>
        <pc:spChg chg="mod">
          <ac:chgData name="Gudla, Natraj" userId="1b097815-ad51-435d-a557-eb69be7a0b69" providerId="ADAL" clId="{8D5589CB-43D0-4C79-AE70-BEB7489FDE7D}" dt="2024-06-26T00:15:43.344" v="6222" actId="20577"/>
          <ac:spMkLst>
            <pc:docMk/>
            <pc:sldMk cId="2047081097" sldId="2147475820"/>
            <ac:spMk id="2" creationId="{D185D6F0-BD6E-C6A0-DF40-88329FFE4005}"/>
          </ac:spMkLst>
        </pc:spChg>
        <pc:spChg chg="add mod">
          <ac:chgData name="Gudla, Natraj" userId="1b097815-ad51-435d-a557-eb69be7a0b69" providerId="ADAL" clId="{8D5589CB-43D0-4C79-AE70-BEB7489FDE7D}" dt="2024-06-26T08:29:28.936" v="6750" actId="20577"/>
          <ac:spMkLst>
            <pc:docMk/>
            <pc:sldMk cId="2047081097" sldId="2147475820"/>
            <ac:spMk id="6" creationId="{C3FA89D9-6B2B-2E99-4D46-0B8BADB3E95A}"/>
          </ac:spMkLst>
        </pc:spChg>
        <pc:spChg chg="add del mod">
          <ac:chgData name="Gudla, Natraj" userId="1b097815-ad51-435d-a557-eb69be7a0b69" providerId="ADAL" clId="{8D5589CB-43D0-4C79-AE70-BEB7489FDE7D}" dt="2024-06-25T16:42:48.287" v="5729" actId="478"/>
          <ac:spMkLst>
            <pc:docMk/>
            <pc:sldMk cId="2047081097" sldId="2147475820"/>
            <ac:spMk id="8" creationId="{E073EE4D-918E-FBCB-C06E-3759285485DD}"/>
          </ac:spMkLst>
        </pc:spChg>
        <pc:spChg chg="add mod">
          <ac:chgData name="Gudla, Natraj" userId="1b097815-ad51-435d-a557-eb69be7a0b69" providerId="ADAL" clId="{8D5589CB-43D0-4C79-AE70-BEB7489FDE7D}" dt="2024-06-25T16:43:09.928" v="5734" actId="1076"/>
          <ac:spMkLst>
            <pc:docMk/>
            <pc:sldMk cId="2047081097" sldId="2147475820"/>
            <ac:spMk id="9" creationId="{8EAE1C5E-2848-04B0-B245-270B7F78B942}"/>
          </ac:spMkLst>
        </pc:spChg>
        <pc:spChg chg="add mod">
          <ac:chgData name="Gudla, Natraj" userId="1b097815-ad51-435d-a557-eb69be7a0b69" providerId="ADAL" clId="{8D5589CB-43D0-4C79-AE70-BEB7489FDE7D}" dt="2024-06-26T00:08:10.135" v="5994" actId="1035"/>
          <ac:spMkLst>
            <pc:docMk/>
            <pc:sldMk cId="2047081097" sldId="2147475820"/>
            <ac:spMk id="10" creationId="{F88E1010-514F-997C-4033-AB7CC8EBCB38}"/>
          </ac:spMkLst>
        </pc:spChg>
        <pc:spChg chg="add mod">
          <ac:chgData name="Gudla, Natraj" userId="1b097815-ad51-435d-a557-eb69be7a0b69" providerId="ADAL" clId="{8D5589CB-43D0-4C79-AE70-BEB7489FDE7D}" dt="2024-06-26T00:12:05.708" v="6165" actId="20577"/>
          <ac:spMkLst>
            <pc:docMk/>
            <pc:sldMk cId="2047081097" sldId="2147475820"/>
            <ac:spMk id="11" creationId="{4D6CF719-EFFE-73A1-A683-2514BC931479}"/>
          </ac:spMkLst>
        </pc:spChg>
        <pc:spChg chg="add mod">
          <ac:chgData name="Gudla, Natraj" userId="1b097815-ad51-435d-a557-eb69be7a0b69" providerId="ADAL" clId="{8D5589CB-43D0-4C79-AE70-BEB7489FDE7D}" dt="2024-06-26T00:12:17.784" v="6190" actId="20577"/>
          <ac:spMkLst>
            <pc:docMk/>
            <pc:sldMk cId="2047081097" sldId="2147475820"/>
            <ac:spMk id="12" creationId="{DFCAA548-6752-2C2E-803C-4EFC9B0A501B}"/>
          </ac:spMkLst>
        </pc:spChg>
        <pc:spChg chg="add mod">
          <ac:chgData name="Gudla, Natraj" userId="1b097815-ad51-435d-a557-eb69be7a0b69" providerId="ADAL" clId="{8D5589CB-43D0-4C79-AE70-BEB7489FDE7D}" dt="2024-06-26T00:16:10.894" v="6225" actId="20577"/>
          <ac:spMkLst>
            <pc:docMk/>
            <pc:sldMk cId="2047081097" sldId="2147475820"/>
            <ac:spMk id="13" creationId="{95D14826-D73B-07AB-3902-F91831C3CD51}"/>
          </ac:spMkLst>
        </pc:spChg>
        <pc:picChg chg="add del mod">
          <ac:chgData name="Gudla, Natraj" userId="1b097815-ad51-435d-a557-eb69be7a0b69" providerId="ADAL" clId="{8D5589CB-43D0-4C79-AE70-BEB7489FDE7D}" dt="2024-06-26T08:26:03.836" v="6546" actId="478"/>
          <ac:picMkLst>
            <pc:docMk/>
            <pc:sldMk cId="2047081097" sldId="2147475820"/>
            <ac:picMk id="7" creationId="{0A3FDBFA-BC97-1FB4-9ED7-C9417AC9A96E}"/>
          </ac:picMkLst>
        </pc:picChg>
      </pc:sldChg>
    </pc:docChg>
  </pc:docChgLst>
  <pc:docChgLst>
    <pc:chgData name="Bandaru, Muralidhara Rao" userId="f3e341c2-313f-4fed-808d-d330c8250b02" providerId="ADAL" clId="{3EB277C1-9B87-4E18-93F9-91B57C07B708}"/>
    <pc:docChg chg="undo custSel addSld delSld modSld">
      <pc:chgData name="Bandaru, Muralidhara Rao" userId="f3e341c2-313f-4fed-808d-d330c8250b02" providerId="ADAL" clId="{3EB277C1-9B87-4E18-93F9-91B57C07B708}" dt="2024-05-22T03:13:44.326" v="1510" actId="14100"/>
      <pc:docMkLst>
        <pc:docMk/>
      </pc:docMkLst>
      <pc:sldChg chg="addSp delSp modSp mod">
        <pc:chgData name="Bandaru, Muralidhara Rao" userId="f3e341c2-313f-4fed-808d-d330c8250b02" providerId="ADAL" clId="{3EB277C1-9B87-4E18-93F9-91B57C07B708}" dt="2024-05-20T02:50:56.061" v="675" actId="478"/>
        <pc:sldMkLst>
          <pc:docMk/>
          <pc:sldMk cId="2042885715" sldId="2147474192"/>
        </pc:sldMkLst>
        <pc:spChg chg="add mod">
          <ac:chgData name="Bandaru, Muralidhara Rao" userId="f3e341c2-313f-4fed-808d-d330c8250b02" providerId="ADAL" clId="{3EB277C1-9B87-4E18-93F9-91B57C07B708}" dt="2024-05-20T02:50:40.836" v="673" actId="14100"/>
          <ac:spMkLst>
            <pc:docMk/>
            <pc:sldMk cId="2042885715" sldId="2147474192"/>
            <ac:spMk id="3" creationId="{20BB6379-0285-56F4-3687-3DD0B131A670}"/>
          </ac:spMkLst>
        </pc:spChg>
        <pc:spChg chg="mod">
          <ac:chgData name="Bandaru, Muralidhara Rao" userId="f3e341c2-313f-4fed-808d-d330c8250b02" providerId="ADAL" clId="{3EB277C1-9B87-4E18-93F9-91B57C07B708}" dt="2024-05-20T02:49:52.971" v="668" actId="20577"/>
          <ac:spMkLst>
            <pc:docMk/>
            <pc:sldMk cId="2042885715" sldId="2147474192"/>
            <ac:spMk id="4" creationId="{D3E9CD0C-43D4-8A37-4193-057960911025}"/>
          </ac:spMkLst>
        </pc:spChg>
        <pc:picChg chg="mod">
          <ac:chgData name="Bandaru, Muralidhara Rao" userId="f3e341c2-313f-4fed-808d-d330c8250b02" providerId="ADAL" clId="{3EB277C1-9B87-4E18-93F9-91B57C07B708}" dt="2024-05-19T06:58:08.944" v="102" actId="14861"/>
          <ac:picMkLst>
            <pc:docMk/>
            <pc:sldMk cId="2042885715" sldId="2147474192"/>
            <ac:picMk id="5" creationId="{07475B88-0C45-E660-E469-D94146E616D5}"/>
          </ac:picMkLst>
        </pc:picChg>
        <pc:picChg chg="mod">
          <ac:chgData name="Bandaru, Muralidhara Rao" userId="f3e341c2-313f-4fed-808d-d330c8250b02" providerId="ADAL" clId="{3EB277C1-9B87-4E18-93F9-91B57C07B708}" dt="2024-05-19T05:41:40.802" v="3" actId="1076"/>
          <ac:picMkLst>
            <pc:docMk/>
            <pc:sldMk cId="2042885715" sldId="2147474192"/>
            <ac:picMk id="6" creationId="{8EDE83C2-C2F6-BFA0-C6FB-592939899D63}"/>
          </ac:picMkLst>
        </pc:picChg>
        <pc:picChg chg="mod">
          <ac:chgData name="Bandaru, Muralidhara Rao" userId="f3e341c2-313f-4fed-808d-d330c8250b02" providerId="ADAL" clId="{3EB277C1-9B87-4E18-93F9-91B57C07B708}" dt="2024-05-20T02:48:21.921" v="650" actId="1076"/>
          <ac:picMkLst>
            <pc:docMk/>
            <pc:sldMk cId="2042885715" sldId="2147474192"/>
            <ac:picMk id="8" creationId="{A1634904-F113-1BA2-1EB1-CC1269051B1F}"/>
          </ac:picMkLst>
        </pc:picChg>
        <pc:cxnChg chg="add del">
          <ac:chgData name="Bandaru, Muralidhara Rao" userId="f3e341c2-313f-4fed-808d-d330c8250b02" providerId="ADAL" clId="{3EB277C1-9B87-4E18-93F9-91B57C07B708}" dt="2024-05-20T02:50:56.061" v="675" actId="478"/>
          <ac:cxnSpMkLst>
            <pc:docMk/>
            <pc:sldMk cId="2042885715" sldId="2147474192"/>
            <ac:cxnSpMk id="9" creationId="{C41A0509-6084-A688-E3F0-445F0C3AF62C}"/>
          </ac:cxnSpMkLst>
        </pc:cxnChg>
      </pc:sldChg>
      <pc:sldChg chg="addSp delSp modSp mod">
        <pc:chgData name="Bandaru, Muralidhara Rao" userId="f3e341c2-313f-4fed-808d-d330c8250b02" providerId="ADAL" clId="{3EB277C1-9B87-4E18-93F9-91B57C07B708}" dt="2024-05-19T14:13:46.348" v="446" actId="1076"/>
        <pc:sldMkLst>
          <pc:docMk/>
          <pc:sldMk cId="3450465591" sldId="2147474193"/>
        </pc:sldMkLst>
        <pc:spChg chg="del">
          <ac:chgData name="Bandaru, Muralidhara Rao" userId="f3e341c2-313f-4fed-808d-d330c8250b02" providerId="ADAL" clId="{3EB277C1-9B87-4E18-93F9-91B57C07B708}" dt="2024-05-19T06:55:31.328" v="57" actId="478"/>
          <ac:spMkLst>
            <pc:docMk/>
            <pc:sldMk cId="3450465591" sldId="2147474193"/>
            <ac:spMk id="2" creationId="{CDD8537F-6649-3A4F-FA16-717432C15D40}"/>
          </ac:spMkLst>
        </pc:spChg>
        <pc:spChg chg="add del mod">
          <ac:chgData name="Bandaru, Muralidhara Rao" userId="f3e341c2-313f-4fed-808d-d330c8250b02" providerId="ADAL" clId="{3EB277C1-9B87-4E18-93F9-91B57C07B708}" dt="2024-05-19T14:09:40.037" v="417" actId="478"/>
          <ac:spMkLst>
            <pc:docMk/>
            <pc:sldMk cId="3450465591" sldId="2147474193"/>
            <ac:spMk id="4" creationId="{A78D7F20-BD18-FBC4-3EBB-56D28960E3AB}"/>
          </ac:spMkLst>
        </pc:spChg>
        <pc:spChg chg="add del mod ord">
          <ac:chgData name="Bandaru, Muralidhara Rao" userId="f3e341c2-313f-4fed-808d-d330c8250b02" providerId="ADAL" clId="{3EB277C1-9B87-4E18-93F9-91B57C07B708}" dt="2024-05-19T07:02:31.767" v="113" actId="478"/>
          <ac:spMkLst>
            <pc:docMk/>
            <pc:sldMk cId="3450465591" sldId="2147474193"/>
            <ac:spMk id="5" creationId="{66DD7F77-36D9-D50B-286D-5EA67CAEC83C}"/>
          </ac:spMkLst>
        </pc:spChg>
        <pc:spChg chg="mod">
          <ac:chgData name="Bandaru, Muralidhara Rao" userId="f3e341c2-313f-4fed-808d-d330c8250b02" providerId="ADAL" clId="{3EB277C1-9B87-4E18-93F9-91B57C07B708}" dt="2024-05-19T14:11:03.060" v="426" actId="1076"/>
          <ac:spMkLst>
            <pc:docMk/>
            <pc:sldMk cId="3450465591" sldId="2147474193"/>
            <ac:spMk id="10" creationId="{D725078B-CAAE-427C-A710-816929E536C7}"/>
          </ac:spMkLst>
        </pc:spChg>
        <pc:spChg chg="add mod">
          <ac:chgData name="Bandaru, Muralidhara Rao" userId="f3e341c2-313f-4fed-808d-d330c8250b02" providerId="ADAL" clId="{3EB277C1-9B87-4E18-93F9-91B57C07B708}" dt="2024-05-19T14:12:44.079" v="445" actId="12"/>
          <ac:spMkLst>
            <pc:docMk/>
            <pc:sldMk cId="3450465591" sldId="2147474193"/>
            <ac:spMk id="24" creationId="{DE9F6699-A4EB-E190-A87C-48F569402D5E}"/>
          </ac:spMkLst>
        </pc:spChg>
        <pc:picChg chg="add del mod">
          <ac:chgData name="Bandaru, Muralidhara Rao" userId="f3e341c2-313f-4fed-808d-d330c8250b02" providerId="ADAL" clId="{3EB277C1-9B87-4E18-93F9-91B57C07B708}" dt="2024-05-19T06:39:15.713" v="33" actId="478"/>
          <ac:picMkLst>
            <pc:docMk/>
            <pc:sldMk cId="3450465591" sldId="2147474193"/>
            <ac:picMk id="3" creationId="{2680AF41-9CF3-5E40-76C6-F9FDEE605DF6}"/>
          </ac:picMkLst>
        </pc:picChg>
        <pc:picChg chg="add del mod">
          <ac:chgData name="Bandaru, Muralidhara Rao" userId="f3e341c2-313f-4fed-808d-d330c8250b02" providerId="ADAL" clId="{3EB277C1-9B87-4E18-93F9-91B57C07B708}" dt="2024-05-19T08:26:58.254" v="132" actId="478"/>
          <ac:picMkLst>
            <pc:docMk/>
            <pc:sldMk cId="3450465591" sldId="2147474193"/>
            <ac:picMk id="7" creationId="{183C6AB1-2EEA-F0BD-E889-53EFE4A96509}"/>
          </ac:picMkLst>
        </pc:picChg>
        <pc:picChg chg="add del mod">
          <ac:chgData name="Bandaru, Muralidhara Rao" userId="f3e341c2-313f-4fed-808d-d330c8250b02" providerId="ADAL" clId="{3EB277C1-9B87-4E18-93F9-91B57C07B708}" dt="2024-05-19T08:28:15.521" v="136" actId="478"/>
          <ac:picMkLst>
            <pc:docMk/>
            <pc:sldMk cId="3450465591" sldId="2147474193"/>
            <ac:picMk id="9" creationId="{33A1FD55-5AFE-7F9A-DB8A-267D9CCF8B0C}"/>
          </ac:picMkLst>
        </pc:picChg>
        <pc:picChg chg="add del mod">
          <ac:chgData name="Bandaru, Muralidhara Rao" userId="f3e341c2-313f-4fed-808d-d330c8250b02" providerId="ADAL" clId="{3EB277C1-9B87-4E18-93F9-91B57C07B708}" dt="2024-05-19T08:29:52.307" v="140" actId="478"/>
          <ac:picMkLst>
            <pc:docMk/>
            <pc:sldMk cId="3450465591" sldId="2147474193"/>
            <ac:picMk id="12" creationId="{62D8E30B-41D8-97C3-CAB5-DF212BFD0E38}"/>
          </ac:picMkLst>
        </pc:picChg>
        <pc:picChg chg="add del mod">
          <ac:chgData name="Bandaru, Muralidhara Rao" userId="f3e341c2-313f-4fed-808d-d330c8250b02" providerId="ADAL" clId="{3EB277C1-9B87-4E18-93F9-91B57C07B708}" dt="2024-05-19T08:32:50.291" v="144" actId="478"/>
          <ac:picMkLst>
            <pc:docMk/>
            <pc:sldMk cId="3450465591" sldId="2147474193"/>
            <ac:picMk id="14" creationId="{ED226B03-FDB8-9D79-0A98-893B9A2FE0E2}"/>
          </ac:picMkLst>
        </pc:picChg>
        <pc:picChg chg="add del mod">
          <ac:chgData name="Bandaru, Muralidhara Rao" userId="f3e341c2-313f-4fed-808d-d330c8250b02" providerId="ADAL" clId="{3EB277C1-9B87-4E18-93F9-91B57C07B708}" dt="2024-05-19T08:35:37.620" v="150" actId="478"/>
          <ac:picMkLst>
            <pc:docMk/>
            <pc:sldMk cId="3450465591" sldId="2147474193"/>
            <ac:picMk id="16" creationId="{1831F4D1-4337-B961-4E90-4B59DF5A86C7}"/>
          </ac:picMkLst>
        </pc:picChg>
        <pc:picChg chg="add del mod">
          <ac:chgData name="Bandaru, Muralidhara Rao" userId="f3e341c2-313f-4fed-808d-d330c8250b02" providerId="ADAL" clId="{3EB277C1-9B87-4E18-93F9-91B57C07B708}" dt="2024-05-19T13:56:44.378" v="154" actId="478"/>
          <ac:picMkLst>
            <pc:docMk/>
            <pc:sldMk cId="3450465591" sldId="2147474193"/>
            <ac:picMk id="18" creationId="{BD47641C-A55F-56FF-6E2B-E5C926A95061}"/>
          </ac:picMkLst>
        </pc:picChg>
        <pc:picChg chg="add del mod">
          <ac:chgData name="Bandaru, Muralidhara Rao" userId="f3e341c2-313f-4fed-808d-d330c8250b02" providerId="ADAL" clId="{3EB277C1-9B87-4E18-93F9-91B57C07B708}" dt="2024-05-19T13:57:48.178" v="162" actId="478"/>
          <ac:picMkLst>
            <pc:docMk/>
            <pc:sldMk cId="3450465591" sldId="2147474193"/>
            <ac:picMk id="20" creationId="{8BCFC3B6-E446-7D4C-D63A-5F471A7A5213}"/>
          </ac:picMkLst>
        </pc:picChg>
        <pc:picChg chg="add mod ord">
          <ac:chgData name="Bandaru, Muralidhara Rao" userId="f3e341c2-313f-4fed-808d-d330c8250b02" providerId="ADAL" clId="{3EB277C1-9B87-4E18-93F9-91B57C07B708}" dt="2024-05-19T14:09:38.123" v="416" actId="1076"/>
          <ac:picMkLst>
            <pc:docMk/>
            <pc:sldMk cId="3450465591" sldId="2147474193"/>
            <ac:picMk id="22" creationId="{6018E672-D52D-AF79-2C0C-7E1D6CD0035F}"/>
          </ac:picMkLst>
        </pc:picChg>
        <pc:picChg chg="add del mod">
          <ac:chgData name="Bandaru, Muralidhara Rao" userId="f3e341c2-313f-4fed-808d-d330c8250b02" providerId="ADAL" clId="{3EB277C1-9B87-4E18-93F9-91B57C07B708}" dt="2024-05-19T06:33:10.686" v="27" actId="478"/>
          <ac:picMkLst>
            <pc:docMk/>
            <pc:sldMk cId="3450465591" sldId="2147474193"/>
            <ac:picMk id="1026" creationId="{820B3B32-38C4-43A8-51E5-8A896799DD98}"/>
          </ac:picMkLst>
        </pc:picChg>
        <pc:picChg chg="add del mod">
          <ac:chgData name="Bandaru, Muralidhara Rao" userId="f3e341c2-313f-4fed-808d-d330c8250b02" providerId="ADAL" clId="{3EB277C1-9B87-4E18-93F9-91B57C07B708}" dt="2024-05-19T06:35:48.789" v="31" actId="21"/>
          <ac:picMkLst>
            <pc:docMk/>
            <pc:sldMk cId="3450465591" sldId="2147474193"/>
            <ac:picMk id="1028" creationId="{00C39E48-A1BA-ACE7-BC86-D3DD3BF1429B}"/>
          </ac:picMkLst>
        </pc:picChg>
        <pc:picChg chg="add del mod">
          <ac:chgData name="Bandaru, Muralidhara Rao" userId="f3e341c2-313f-4fed-808d-d330c8250b02" providerId="ADAL" clId="{3EB277C1-9B87-4E18-93F9-91B57C07B708}" dt="2024-05-19T06:40:22.863" v="37" actId="478"/>
          <ac:picMkLst>
            <pc:docMk/>
            <pc:sldMk cId="3450465591" sldId="2147474193"/>
            <ac:picMk id="1030" creationId="{D0D48598-98C9-6042-E0EB-3199210FC264}"/>
          </ac:picMkLst>
        </pc:picChg>
        <pc:picChg chg="add del mod">
          <ac:chgData name="Bandaru, Muralidhara Rao" userId="f3e341c2-313f-4fed-808d-d330c8250b02" providerId="ADAL" clId="{3EB277C1-9B87-4E18-93F9-91B57C07B708}" dt="2024-05-19T06:41:41.847" v="41" actId="478"/>
          <ac:picMkLst>
            <pc:docMk/>
            <pc:sldMk cId="3450465591" sldId="2147474193"/>
            <ac:picMk id="1032" creationId="{11742951-9C2F-6149-F1BB-579A11E1187C}"/>
          </ac:picMkLst>
        </pc:picChg>
        <pc:picChg chg="add del mod">
          <ac:chgData name="Bandaru, Muralidhara Rao" userId="f3e341c2-313f-4fed-808d-d330c8250b02" providerId="ADAL" clId="{3EB277C1-9B87-4E18-93F9-91B57C07B708}" dt="2024-05-19T06:42:34.530" v="45" actId="478"/>
          <ac:picMkLst>
            <pc:docMk/>
            <pc:sldMk cId="3450465591" sldId="2147474193"/>
            <ac:picMk id="1034" creationId="{66968F95-0D62-CBEB-EF2C-D027D58FB266}"/>
          </ac:picMkLst>
        </pc:picChg>
        <pc:picChg chg="add del mod">
          <ac:chgData name="Bandaru, Muralidhara Rao" userId="f3e341c2-313f-4fed-808d-d330c8250b02" providerId="ADAL" clId="{3EB277C1-9B87-4E18-93F9-91B57C07B708}" dt="2024-05-19T06:42:45.226" v="48" actId="478"/>
          <ac:picMkLst>
            <pc:docMk/>
            <pc:sldMk cId="3450465591" sldId="2147474193"/>
            <ac:picMk id="1036" creationId="{3D2CD91B-1F03-0F6E-DA9F-2F7FDA4FBA67}"/>
          </ac:picMkLst>
        </pc:picChg>
        <pc:picChg chg="add del mod">
          <ac:chgData name="Bandaru, Muralidhara Rao" userId="f3e341c2-313f-4fed-808d-d330c8250b02" providerId="ADAL" clId="{3EB277C1-9B87-4E18-93F9-91B57C07B708}" dt="2024-05-19T06:53:53.006" v="52" actId="478"/>
          <ac:picMkLst>
            <pc:docMk/>
            <pc:sldMk cId="3450465591" sldId="2147474193"/>
            <ac:picMk id="1038" creationId="{ADB20E05-42C4-5B4A-6C31-45FC0960B088}"/>
          </ac:picMkLst>
        </pc:picChg>
        <pc:picChg chg="add del mod">
          <ac:chgData name="Bandaru, Muralidhara Rao" userId="f3e341c2-313f-4fed-808d-d330c8250b02" providerId="ADAL" clId="{3EB277C1-9B87-4E18-93F9-91B57C07B708}" dt="2024-05-19T07:01:51.142" v="103" actId="478"/>
          <ac:picMkLst>
            <pc:docMk/>
            <pc:sldMk cId="3450465591" sldId="2147474193"/>
            <ac:picMk id="1040" creationId="{4C2A9652-E3A6-0356-CDC9-AE54D4E6B02C}"/>
          </ac:picMkLst>
        </pc:picChg>
        <pc:picChg chg="add del mod">
          <ac:chgData name="Bandaru, Muralidhara Rao" userId="f3e341c2-313f-4fed-808d-d330c8250b02" providerId="ADAL" clId="{3EB277C1-9B87-4E18-93F9-91B57C07B708}" dt="2024-05-19T08:25:51.511" v="127" actId="478"/>
          <ac:picMkLst>
            <pc:docMk/>
            <pc:sldMk cId="3450465591" sldId="2147474193"/>
            <ac:picMk id="1042" creationId="{F4190274-3EFE-3319-9416-C46E8F9DED71}"/>
          </ac:picMkLst>
        </pc:picChg>
        <pc:picChg chg="add del mod">
          <ac:chgData name="Bandaru, Muralidhara Rao" userId="f3e341c2-313f-4fed-808d-d330c8250b02" providerId="ADAL" clId="{3EB277C1-9B87-4E18-93F9-91B57C07B708}" dt="2024-05-19T07:19:05.559" v="125"/>
          <ac:picMkLst>
            <pc:docMk/>
            <pc:sldMk cId="3450465591" sldId="2147474193"/>
            <ac:picMk id="1044" creationId="{000F149B-4602-FC1D-C7EE-4A00EDE37EC2}"/>
          </ac:picMkLst>
        </pc:picChg>
        <pc:cxnChg chg="add mod">
          <ac:chgData name="Bandaru, Muralidhara Rao" userId="f3e341c2-313f-4fed-808d-d330c8250b02" providerId="ADAL" clId="{3EB277C1-9B87-4E18-93F9-91B57C07B708}" dt="2024-05-19T14:13:46.348" v="446" actId="1076"/>
          <ac:cxnSpMkLst>
            <pc:docMk/>
            <pc:sldMk cId="3450465591" sldId="2147474193"/>
            <ac:cxnSpMk id="26" creationId="{D4CE4E6A-E893-0B83-0644-6B123ECB045A}"/>
          </ac:cxnSpMkLst>
        </pc:cxnChg>
      </pc:sldChg>
      <pc:sldChg chg="addSp delSp modSp add mod">
        <pc:chgData name="Bandaru, Muralidhara Rao" userId="f3e341c2-313f-4fed-808d-d330c8250b02" providerId="ADAL" clId="{3EB277C1-9B87-4E18-93F9-91B57C07B708}" dt="2024-05-20T03:27:21.057" v="1486" actId="255"/>
        <pc:sldMkLst>
          <pc:docMk/>
          <pc:sldMk cId="374347881" sldId="2147474194"/>
        </pc:sldMkLst>
        <pc:spChg chg="add mod">
          <ac:chgData name="Bandaru, Muralidhara Rao" userId="f3e341c2-313f-4fed-808d-d330c8250b02" providerId="ADAL" clId="{3EB277C1-9B87-4E18-93F9-91B57C07B708}" dt="2024-05-20T03:24:13.553" v="1456" actId="1076"/>
          <ac:spMkLst>
            <pc:docMk/>
            <pc:sldMk cId="374347881" sldId="2147474194"/>
            <ac:spMk id="2" creationId="{DB52411C-42EE-C25D-BB6B-78BD55883BCA}"/>
          </ac:spMkLst>
        </pc:spChg>
        <pc:spChg chg="add mod">
          <ac:chgData name="Bandaru, Muralidhara Rao" userId="f3e341c2-313f-4fed-808d-d330c8250b02" providerId="ADAL" clId="{3EB277C1-9B87-4E18-93F9-91B57C07B708}" dt="2024-05-20T03:24:06.698" v="1454" actId="6549"/>
          <ac:spMkLst>
            <pc:docMk/>
            <pc:sldMk cId="374347881" sldId="2147474194"/>
            <ac:spMk id="3" creationId="{C90AE33C-F0E6-6FFA-149D-E6FE71B03496}"/>
          </ac:spMkLst>
        </pc:spChg>
        <pc:spChg chg="add del mod">
          <ac:chgData name="Bandaru, Muralidhara Rao" userId="f3e341c2-313f-4fed-808d-d330c8250b02" providerId="ADAL" clId="{3EB277C1-9B87-4E18-93F9-91B57C07B708}" dt="2024-05-19T15:04:25.252" v="592" actId="21"/>
          <ac:spMkLst>
            <pc:docMk/>
            <pc:sldMk cId="374347881" sldId="2147474194"/>
            <ac:spMk id="6" creationId="{6A86F660-ED2E-5A15-D4C4-1CA77511B0EC}"/>
          </ac:spMkLst>
        </pc:spChg>
        <pc:spChg chg="add mod">
          <ac:chgData name="Bandaru, Muralidhara Rao" userId="f3e341c2-313f-4fed-808d-d330c8250b02" providerId="ADAL" clId="{3EB277C1-9B87-4E18-93F9-91B57C07B708}" dt="2024-05-20T03:24:18.607" v="1458" actId="20577"/>
          <ac:spMkLst>
            <pc:docMk/>
            <pc:sldMk cId="374347881" sldId="2147474194"/>
            <ac:spMk id="7" creationId="{0C13EC37-873E-1479-817C-0F603A4A4FDA}"/>
          </ac:spMkLst>
        </pc:spChg>
        <pc:spChg chg="add mod">
          <ac:chgData name="Bandaru, Muralidhara Rao" userId="f3e341c2-313f-4fed-808d-d330c8250b02" providerId="ADAL" clId="{3EB277C1-9B87-4E18-93F9-91B57C07B708}" dt="2024-05-20T03:24:10.781" v="1455" actId="1076"/>
          <ac:spMkLst>
            <pc:docMk/>
            <pc:sldMk cId="374347881" sldId="2147474194"/>
            <ac:spMk id="8" creationId="{88C93696-1864-0DC7-4D77-1E8EDFF33956}"/>
          </ac:spMkLst>
        </pc:spChg>
        <pc:spChg chg="add mod">
          <ac:chgData name="Bandaru, Muralidhara Rao" userId="f3e341c2-313f-4fed-808d-d330c8250b02" providerId="ADAL" clId="{3EB277C1-9B87-4E18-93F9-91B57C07B708}" dt="2024-05-20T03:20:52.860" v="1369" actId="14100"/>
          <ac:spMkLst>
            <pc:docMk/>
            <pc:sldMk cId="374347881" sldId="2147474194"/>
            <ac:spMk id="9" creationId="{36B397A2-F792-5FB3-C803-0DF4F893B590}"/>
          </ac:spMkLst>
        </pc:spChg>
        <pc:spChg chg="mod">
          <ac:chgData name="Bandaru, Muralidhara Rao" userId="f3e341c2-313f-4fed-808d-d330c8250b02" providerId="ADAL" clId="{3EB277C1-9B87-4E18-93F9-91B57C07B708}" dt="2024-05-19T15:02:15.673" v="587" actId="1076"/>
          <ac:spMkLst>
            <pc:docMk/>
            <pc:sldMk cId="374347881" sldId="2147474194"/>
            <ac:spMk id="10" creationId="{D725078B-CAAE-427C-A710-816929E536C7}"/>
          </ac:spMkLst>
        </pc:spChg>
        <pc:spChg chg="add mod">
          <ac:chgData name="Bandaru, Muralidhara Rao" userId="f3e341c2-313f-4fed-808d-d330c8250b02" providerId="ADAL" clId="{3EB277C1-9B87-4E18-93F9-91B57C07B708}" dt="2024-05-20T03:21:53.355" v="1375" actId="14100"/>
          <ac:spMkLst>
            <pc:docMk/>
            <pc:sldMk cId="374347881" sldId="2147474194"/>
            <ac:spMk id="11" creationId="{37E920BF-BA2B-2454-BD9F-47A76FF32115}"/>
          </ac:spMkLst>
        </pc:spChg>
        <pc:spChg chg="add del mod">
          <ac:chgData name="Bandaru, Muralidhara Rao" userId="f3e341c2-313f-4fed-808d-d330c8250b02" providerId="ADAL" clId="{3EB277C1-9B87-4E18-93F9-91B57C07B708}" dt="2024-05-19T15:04:53.671" v="600" actId="21"/>
          <ac:spMkLst>
            <pc:docMk/>
            <pc:sldMk cId="374347881" sldId="2147474194"/>
            <ac:spMk id="11" creationId="{A33C9B0F-8301-F935-D638-6A2703757C43}"/>
          </ac:spMkLst>
        </pc:spChg>
        <pc:spChg chg="add mod">
          <ac:chgData name="Bandaru, Muralidhara Rao" userId="f3e341c2-313f-4fed-808d-d330c8250b02" providerId="ADAL" clId="{3EB277C1-9B87-4E18-93F9-91B57C07B708}" dt="2024-05-20T03:22:01.903" v="1377" actId="14100"/>
          <ac:spMkLst>
            <pc:docMk/>
            <pc:sldMk cId="374347881" sldId="2147474194"/>
            <ac:spMk id="12" creationId="{CD77A307-7CC8-5493-B604-0E6CDFBF8B16}"/>
          </ac:spMkLst>
        </pc:spChg>
        <pc:spChg chg="add mod">
          <ac:chgData name="Bandaru, Muralidhara Rao" userId="f3e341c2-313f-4fed-808d-d330c8250b02" providerId="ADAL" clId="{3EB277C1-9B87-4E18-93F9-91B57C07B708}" dt="2024-05-20T03:21:58.103" v="1376" actId="14100"/>
          <ac:spMkLst>
            <pc:docMk/>
            <pc:sldMk cId="374347881" sldId="2147474194"/>
            <ac:spMk id="14" creationId="{8E6F847A-195A-3864-1AA1-7FA87B173DDD}"/>
          </ac:spMkLst>
        </pc:spChg>
        <pc:spChg chg="add mod ord">
          <ac:chgData name="Bandaru, Muralidhara Rao" userId="f3e341c2-313f-4fed-808d-d330c8250b02" providerId="ADAL" clId="{3EB277C1-9B87-4E18-93F9-91B57C07B708}" dt="2024-05-20T03:20:33.424" v="1362" actId="14100"/>
          <ac:spMkLst>
            <pc:docMk/>
            <pc:sldMk cId="374347881" sldId="2147474194"/>
            <ac:spMk id="16" creationId="{BB360998-D650-32B3-DC82-7ADAE28B5CA6}"/>
          </ac:spMkLst>
        </pc:spChg>
        <pc:spChg chg="add mod">
          <ac:chgData name="Bandaru, Muralidhara Rao" userId="f3e341c2-313f-4fed-808d-d330c8250b02" providerId="ADAL" clId="{3EB277C1-9B87-4E18-93F9-91B57C07B708}" dt="2024-05-20T03:21:29.295" v="1373" actId="14100"/>
          <ac:spMkLst>
            <pc:docMk/>
            <pc:sldMk cId="374347881" sldId="2147474194"/>
            <ac:spMk id="17" creationId="{470EDCE0-CE9D-C81F-10A4-662AE0A7D140}"/>
          </ac:spMkLst>
        </pc:spChg>
        <pc:spChg chg="add mod">
          <ac:chgData name="Bandaru, Muralidhara Rao" userId="f3e341c2-313f-4fed-808d-d330c8250b02" providerId="ADAL" clId="{3EB277C1-9B87-4E18-93F9-91B57C07B708}" dt="2024-05-20T03:27:21.057" v="1486" actId="255"/>
          <ac:spMkLst>
            <pc:docMk/>
            <pc:sldMk cId="374347881" sldId="2147474194"/>
            <ac:spMk id="19" creationId="{4CB474D8-15F0-D82A-9E0E-DDC6776C875F}"/>
          </ac:spMkLst>
        </pc:spChg>
        <pc:spChg chg="del mod">
          <ac:chgData name="Bandaru, Muralidhara Rao" userId="f3e341c2-313f-4fed-808d-d330c8250b02" providerId="ADAL" clId="{3EB277C1-9B87-4E18-93F9-91B57C07B708}" dt="2024-05-19T14:08:03.344" v="405" actId="478"/>
          <ac:spMkLst>
            <pc:docMk/>
            <pc:sldMk cId="374347881" sldId="2147474194"/>
            <ac:spMk id="24" creationId="{DE9F6699-A4EB-E190-A87C-48F569402D5E}"/>
          </ac:spMkLst>
        </pc:spChg>
        <pc:picChg chg="add mod">
          <ac:chgData name="Bandaru, Muralidhara Rao" userId="f3e341c2-313f-4fed-808d-d330c8250b02" providerId="ADAL" clId="{3EB277C1-9B87-4E18-93F9-91B57C07B708}" dt="2024-05-20T03:18:44.420" v="1344" actId="1076"/>
          <ac:picMkLst>
            <pc:docMk/>
            <pc:sldMk cId="374347881" sldId="2147474194"/>
            <ac:picMk id="5" creationId="{08996741-D2A8-3219-FF6A-4E4D4BEB2C59}"/>
          </ac:picMkLst>
        </pc:picChg>
        <pc:picChg chg="add del mod">
          <ac:chgData name="Bandaru, Muralidhara Rao" userId="f3e341c2-313f-4fed-808d-d330c8250b02" providerId="ADAL" clId="{3EB277C1-9B87-4E18-93F9-91B57C07B708}" dt="2024-05-20T02:53:54.605" v="676" actId="478"/>
          <ac:picMkLst>
            <pc:docMk/>
            <pc:sldMk cId="374347881" sldId="2147474194"/>
            <ac:picMk id="15" creationId="{D9AE491A-10F9-6A52-E674-3531E88259E2}"/>
          </ac:picMkLst>
        </pc:picChg>
        <pc:picChg chg="del">
          <ac:chgData name="Bandaru, Muralidhara Rao" userId="f3e341c2-313f-4fed-808d-d330c8250b02" providerId="ADAL" clId="{3EB277C1-9B87-4E18-93F9-91B57C07B708}" dt="2024-05-19T14:08:04.349" v="406" actId="478"/>
          <ac:picMkLst>
            <pc:docMk/>
            <pc:sldMk cId="374347881" sldId="2147474194"/>
            <ac:picMk id="22" creationId="{6018E672-D52D-AF79-2C0C-7E1D6CD0035F}"/>
          </ac:picMkLst>
        </pc:picChg>
        <pc:cxnChg chg="add del mod">
          <ac:chgData name="Bandaru, Muralidhara Rao" userId="f3e341c2-313f-4fed-808d-d330c8250b02" providerId="ADAL" clId="{3EB277C1-9B87-4E18-93F9-91B57C07B708}" dt="2024-05-20T02:58:55.627" v="722" actId="478"/>
          <ac:cxnSpMkLst>
            <pc:docMk/>
            <pc:sldMk cId="374347881" sldId="2147474194"/>
            <ac:cxnSpMk id="13" creationId="{B01226B8-4767-F43F-CAB5-E7662E95A106}"/>
          </ac:cxnSpMkLst>
        </pc:cxnChg>
      </pc:sldChg>
      <pc:sldChg chg="delSp modSp new del mod">
        <pc:chgData name="Bandaru, Muralidhara Rao" userId="f3e341c2-313f-4fed-808d-d330c8250b02" providerId="ADAL" clId="{3EB277C1-9B87-4E18-93F9-91B57C07B708}" dt="2024-05-19T14:07:52.625" v="402" actId="2696"/>
        <pc:sldMkLst>
          <pc:docMk/>
          <pc:sldMk cId="1125056371" sldId="2147474194"/>
        </pc:sldMkLst>
        <pc:spChg chg="del">
          <ac:chgData name="Bandaru, Muralidhara Rao" userId="f3e341c2-313f-4fed-808d-d330c8250b02" providerId="ADAL" clId="{3EB277C1-9B87-4E18-93F9-91B57C07B708}" dt="2024-05-19T14:07:40.967" v="399" actId="478"/>
          <ac:spMkLst>
            <pc:docMk/>
            <pc:sldMk cId="1125056371" sldId="2147474194"/>
            <ac:spMk id="2" creationId="{D5D4EE6D-C633-1500-3ADD-FE15FA3DAB0B}"/>
          </ac:spMkLst>
        </pc:spChg>
        <pc:spChg chg="mod">
          <ac:chgData name="Bandaru, Muralidhara Rao" userId="f3e341c2-313f-4fed-808d-d330c8250b02" providerId="ADAL" clId="{3EB277C1-9B87-4E18-93F9-91B57C07B708}" dt="2024-05-19T14:07:43.919" v="400" actId="6549"/>
          <ac:spMkLst>
            <pc:docMk/>
            <pc:sldMk cId="1125056371" sldId="2147474194"/>
            <ac:spMk id="4" creationId="{877C87B3-A637-D6E2-5DF6-55D06DBFA30E}"/>
          </ac:spMkLst>
        </pc:spChg>
        <pc:spChg chg="mod">
          <ac:chgData name="Bandaru, Muralidhara Rao" userId="f3e341c2-313f-4fed-808d-d330c8250b02" providerId="ADAL" clId="{3EB277C1-9B87-4E18-93F9-91B57C07B708}" dt="2024-05-19T14:07:47.264" v="401" actId="6549"/>
          <ac:spMkLst>
            <pc:docMk/>
            <pc:sldMk cId="1125056371" sldId="2147474194"/>
            <ac:spMk id="5" creationId="{F6FAFDBF-52EB-FF74-D91B-2F1854409C61}"/>
          </ac:spMkLst>
        </pc:spChg>
      </pc:sldChg>
      <pc:sldChg chg="addSp delSp modSp add del mod">
        <pc:chgData name="Bandaru, Muralidhara Rao" userId="f3e341c2-313f-4fed-808d-d330c8250b02" providerId="ADAL" clId="{3EB277C1-9B87-4E18-93F9-91B57C07B708}" dt="2024-05-20T02:59:28.682" v="737" actId="47"/>
        <pc:sldMkLst>
          <pc:docMk/>
          <pc:sldMk cId="2116471455" sldId="2147474195"/>
        </pc:sldMkLst>
        <pc:spChg chg="add del">
          <ac:chgData name="Bandaru, Muralidhara Rao" userId="f3e341c2-313f-4fed-808d-d330c8250b02" providerId="ADAL" clId="{3EB277C1-9B87-4E18-93F9-91B57C07B708}" dt="2024-05-19T14:56:58.079" v="568" actId="478"/>
          <ac:spMkLst>
            <pc:docMk/>
            <pc:sldMk cId="2116471455" sldId="2147474195"/>
            <ac:spMk id="2" creationId="{D35B6251-F856-F6BD-5051-969A28A86A67}"/>
          </ac:spMkLst>
        </pc:spChg>
        <pc:spChg chg="del mod">
          <ac:chgData name="Bandaru, Muralidhara Rao" userId="f3e341c2-313f-4fed-808d-d330c8250b02" providerId="ADAL" clId="{3EB277C1-9B87-4E18-93F9-91B57C07B708}" dt="2024-05-19T14:56:26.856" v="564" actId="478"/>
          <ac:spMkLst>
            <pc:docMk/>
            <pc:sldMk cId="2116471455" sldId="2147474195"/>
            <ac:spMk id="3" creationId="{C90AE33C-F0E6-6FFA-149D-E6FE71B03496}"/>
          </ac:spMkLst>
        </pc:spChg>
        <pc:spChg chg="add del">
          <ac:chgData name="Bandaru, Muralidhara Rao" userId="f3e341c2-313f-4fed-808d-d330c8250b02" providerId="ADAL" clId="{3EB277C1-9B87-4E18-93F9-91B57C07B708}" dt="2024-05-19T14:57:05.745" v="570" actId="478"/>
          <ac:spMkLst>
            <pc:docMk/>
            <pc:sldMk cId="2116471455" sldId="2147474195"/>
            <ac:spMk id="5" creationId="{52B4D2F3-742F-20A2-CF6D-933584750DA9}"/>
          </ac:spMkLst>
        </pc:spChg>
        <pc:spChg chg="del">
          <ac:chgData name="Bandaru, Muralidhara Rao" userId="f3e341c2-313f-4fed-808d-d330c8250b02" providerId="ADAL" clId="{3EB277C1-9B87-4E18-93F9-91B57C07B708}" dt="2024-05-19T14:56:28.879" v="565" actId="478"/>
          <ac:spMkLst>
            <pc:docMk/>
            <pc:sldMk cId="2116471455" sldId="2147474195"/>
            <ac:spMk id="6" creationId="{6A86F660-ED2E-5A15-D4C4-1CA77511B0EC}"/>
          </ac:spMkLst>
        </pc:spChg>
        <pc:spChg chg="add del">
          <ac:chgData name="Bandaru, Muralidhara Rao" userId="f3e341c2-313f-4fed-808d-d330c8250b02" providerId="ADAL" clId="{3EB277C1-9B87-4E18-93F9-91B57C07B708}" dt="2024-05-19T14:57:14.733" v="572" actId="478"/>
          <ac:spMkLst>
            <pc:docMk/>
            <pc:sldMk cId="2116471455" sldId="2147474195"/>
            <ac:spMk id="7" creationId="{E783031B-C385-D63D-C9C7-82F608D934A2}"/>
          </ac:spMkLst>
        </pc:spChg>
        <pc:spChg chg="del">
          <ac:chgData name="Bandaru, Muralidhara Rao" userId="f3e341c2-313f-4fed-808d-d330c8250b02" providerId="ADAL" clId="{3EB277C1-9B87-4E18-93F9-91B57C07B708}" dt="2024-05-19T14:56:30.762" v="566" actId="478"/>
          <ac:spMkLst>
            <pc:docMk/>
            <pc:sldMk cId="2116471455" sldId="2147474195"/>
            <ac:spMk id="8" creationId="{88C93696-1864-0DC7-4D77-1E8EDFF33956}"/>
          </ac:spMkLst>
        </pc:spChg>
        <pc:spChg chg="del">
          <ac:chgData name="Bandaru, Muralidhara Rao" userId="f3e341c2-313f-4fed-808d-d330c8250b02" providerId="ADAL" clId="{3EB277C1-9B87-4E18-93F9-91B57C07B708}" dt="2024-05-19T15:03:26.396" v="591" actId="478"/>
          <ac:spMkLst>
            <pc:docMk/>
            <pc:sldMk cId="2116471455" sldId="2147474195"/>
            <ac:spMk id="11" creationId="{A33C9B0F-8301-F935-D638-6A2703757C43}"/>
          </ac:spMkLst>
        </pc:spChg>
        <pc:spChg chg="add del mod">
          <ac:chgData name="Bandaru, Muralidhara Rao" userId="f3e341c2-313f-4fed-808d-d330c8250b02" providerId="ADAL" clId="{3EB277C1-9B87-4E18-93F9-91B57C07B708}" dt="2024-05-19T15:04:32.644" v="594" actId="21"/>
          <ac:spMkLst>
            <pc:docMk/>
            <pc:sldMk cId="2116471455" sldId="2147474195"/>
            <ac:spMk id="16" creationId="{38812D4D-8C0C-BA8B-12A3-63C77CF68B85}"/>
          </ac:spMkLst>
        </pc:spChg>
        <pc:spChg chg="add mod">
          <ac:chgData name="Bandaru, Muralidhara Rao" userId="f3e341c2-313f-4fed-808d-d330c8250b02" providerId="ADAL" clId="{3EB277C1-9B87-4E18-93F9-91B57C07B708}" dt="2024-05-20T01:46:48.794" v="636" actId="20577"/>
          <ac:spMkLst>
            <pc:docMk/>
            <pc:sldMk cId="2116471455" sldId="2147474195"/>
            <ac:spMk id="17" creationId="{ED571732-6B97-3FDE-C608-491CE5962770}"/>
          </ac:spMkLst>
        </pc:spChg>
        <pc:spChg chg="add mod">
          <ac:chgData name="Bandaru, Muralidhara Rao" userId="f3e341c2-313f-4fed-808d-d330c8250b02" providerId="ADAL" clId="{3EB277C1-9B87-4E18-93F9-91B57C07B708}" dt="2024-05-19T15:04:56.797" v="601"/>
          <ac:spMkLst>
            <pc:docMk/>
            <pc:sldMk cId="2116471455" sldId="2147474195"/>
            <ac:spMk id="18" creationId="{3C694F64-86B4-5DE7-DAFB-7FA2997C1B08}"/>
          </ac:spMkLst>
        </pc:spChg>
        <pc:picChg chg="add del mod">
          <ac:chgData name="Bandaru, Muralidhara Rao" userId="f3e341c2-313f-4fed-808d-d330c8250b02" providerId="ADAL" clId="{3EB277C1-9B87-4E18-93F9-91B57C07B708}" dt="2024-05-19T15:03:19.413" v="588" actId="478"/>
          <ac:picMkLst>
            <pc:docMk/>
            <pc:sldMk cId="2116471455" sldId="2147474195"/>
            <ac:picMk id="12" creationId="{6ECFDCC2-498A-CA66-2FDD-D5E598E06CC4}"/>
          </ac:picMkLst>
        </pc:picChg>
        <pc:picChg chg="add mod">
          <ac:chgData name="Bandaru, Muralidhara Rao" userId="f3e341c2-313f-4fed-808d-d330c8250b02" providerId="ADAL" clId="{3EB277C1-9B87-4E18-93F9-91B57C07B708}" dt="2024-05-19T15:04:45.720" v="599" actId="1076"/>
          <ac:picMkLst>
            <pc:docMk/>
            <pc:sldMk cId="2116471455" sldId="2147474195"/>
            <ac:picMk id="15" creationId="{B5A71E74-910F-EC88-AECA-250E5FA81AC2}"/>
          </ac:picMkLst>
        </pc:picChg>
      </pc:sldChg>
      <pc:sldChg chg="modSp mod">
        <pc:chgData name="Bandaru, Muralidhara Rao" userId="f3e341c2-313f-4fed-808d-d330c8250b02" providerId="ADAL" clId="{3EB277C1-9B87-4E18-93F9-91B57C07B708}" dt="2024-05-22T03:13:44.326" v="1510" actId="14100"/>
        <pc:sldMkLst>
          <pc:docMk/>
          <pc:sldMk cId="3191873016" sldId="2147475791"/>
        </pc:sldMkLst>
        <pc:spChg chg="mod">
          <ac:chgData name="Bandaru, Muralidhara Rao" userId="f3e341c2-313f-4fed-808d-d330c8250b02" providerId="ADAL" clId="{3EB277C1-9B87-4E18-93F9-91B57C07B708}" dt="2024-05-20T13:39:28.973" v="1501" actId="1076"/>
          <ac:spMkLst>
            <pc:docMk/>
            <pc:sldMk cId="3191873016" sldId="2147475791"/>
            <ac:spMk id="2" creationId="{719614AD-B611-D048-15DC-1EA375A98276}"/>
          </ac:spMkLst>
        </pc:spChg>
        <pc:spChg chg="mod">
          <ac:chgData name="Bandaru, Muralidhara Rao" userId="f3e341c2-313f-4fed-808d-d330c8250b02" providerId="ADAL" clId="{3EB277C1-9B87-4E18-93F9-91B57C07B708}" dt="2024-05-20T12:19:07.138" v="1487" actId="6549"/>
          <ac:spMkLst>
            <pc:docMk/>
            <pc:sldMk cId="3191873016" sldId="2147475791"/>
            <ac:spMk id="5" creationId="{5F28BB75-9760-1FC8-5011-6456E7634A5B}"/>
          </ac:spMkLst>
        </pc:spChg>
        <pc:spChg chg="mod">
          <ac:chgData name="Bandaru, Muralidhara Rao" userId="f3e341c2-313f-4fed-808d-d330c8250b02" providerId="ADAL" clId="{3EB277C1-9B87-4E18-93F9-91B57C07B708}" dt="2024-05-20T13:38:48.250" v="1500" actId="1076"/>
          <ac:spMkLst>
            <pc:docMk/>
            <pc:sldMk cId="3191873016" sldId="2147475791"/>
            <ac:spMk id="7" creationId="{26070EA2-1A33-D57A-5739-9057832D322C}"/>
          </ac:spMkLst>
        </pc:spChg>
        <pc:spChg chg="mod">
          <ac:chgData name="Bandaru, Muralidhara Rao" userId="f3e341c2-313f-4fed-808d-d330c8250b02" providerId="ADAL" clId="{3EB277C1-9B87-4E18-93F9-91B57C07B708}" dt="2024-05-22T03:13:44.326" v="1510" actId="14100"/>
          <ac:spMkLst>
            <pc:docMk/>
            <pc:sldMk cId="3191873016" sldId="2147475791"/>
            <ac:spMk id="11" creationId="{CD875C97-F7A6-5DD8-CB0C-A8AF4541D2B1}"/>
          </ac:spMkLst>
        </pc:spChg>
        <pc:spChg chg="mod">
          <ac:chgData name="Bandaru, Muralidhara Rao" userId="f3e341c2-313f-4fed-808d-d330c8250b02" providerId="ADAL" clId="{3EB277C1-9B87-4E18-93F9-91B57C07B708}" dt="2024-05-22T03:13:28.636" v="1509" actId="14100"/>
          <ac:spMkLst>
            <pc:docMk/>
            <pc:sldMk cId="3191873016" sldId="2147475791"/>
            <ac:spMk id="13" creationId="{206585B5-690C-B060-BFA0-AF113395CF4F}"/>
          </ac:spMkLst>
        </pc:spChg>
        <pc:spChg chg="mod">
          <ac:chgData name="Bandaru, Muralidhara Rao" userId="f3e341c2-313f-4fed-808d-d330c8250b02" providerId="ADAL" clId="{3EB277C1-9B87-4E18-93F9-91B57C07B708}" dt="2024-05-20T13:40:18.733" v="1508" actId="1076"/>
          <ac:spMkLst>
            <pc:docMk/>
            <pc:sldMk cId="3191873016" sldId="2147475791"/>
            <ac:spMk id="20" creationId="{60209D52-104F-3F5C-41CB-7730759A57E6}"/>
          </ac:spMkLst>
        </pc:spChg>
        <pc:spChg chg="mod">
          <ac:chgData name="Bandaru, Muralidhara Rao" userId="f3e341c2-313f-4fed-808d-d330c8250b02" providerId="ADAL" clId="{3EB277C1-9B87-4E18-93F9-91B57C07B708}" dt="2024-05-20T13:40:15.360" v="1507" actId="1076"/>
          <ac:spMkLst>
            <pc:docMk/>
            <pc:sldMk cId="3191873016" sldId="2147475791"/>
            <ac:spMk id="22" creationId="{762BDE76-75E5-704F-A9F6-7A490C4D587A}"/>
          </ac:spMkLst>
        </pc:spChg>
        <pc:spChg chg="mod">
          <ac:chgData name="Bandaru, Muralidhara Rao" userId="f3e341c2-313f-4fed-808d-d330c8250b02" providerId="ADAL" clId="{3EB277C1-9B87-4E18-93F9-91B57C07B708}" dt="2024-05-20T13:39:52.558" v="1503" actId="14100"/>
          <ac:spMkLst>
            <pc:docMk/>
            <pc:sldMk cId="3191873016" sldId="2147475791"/>
            <ac:spMk id="29" creationId="{44D652D9-3411-89A5-4E6B-360FFAB58CA7}"/>
          </ac:spMkLst>
        </pc:spChg>
      </pc:sldChg>
    </pc:docChg>
  </pc:docChgLst>
  <pc:docChgLst>
    <pc:chgData name="Marik, Gourab" userId="99ff5f7e-dc4c-44ca-87ff-fde9faab1658" providerId="ADAL" clId="{8AE99654-A07D-49B8-824D-CEB6D6E2D10A}"/>
    <pc:docChg chg="custSel modSld">
      <pc:chgData name="Marik, Gourab" userId="99ff5f7e-dc4c-44ca-87ff-fde9faab1658" providerId="ADAL" clId="{8AE99654-A07D-49B8-824D-CEB6D6E2D10A}" dt="2024-06-21T05:18:16.138" v="400" actId="2056"/>
      <pc:docMkLst>
        <pc:docMk/>
      </pc:docMkLst>
      <pc:sldChg chg="modCm">
        <pc:chgData name="Marik, Gourab" userId="99ff5f7e-dc4c-44ca-87ff-fde9faab1658" providerId="ADAL" clId="{8AE99654-A07D-49B8-824D-CEB6D6E2D10A}" dt="2024-06-21T05:18:16.138" v="400"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Marik, Gourab" userId="99ff5f7e-dc4c-44ca-87ff-fde9faab1658" providerId="ADAL" clId="{8AE99654-A07D-49B8-824D-CEB6D6E2D10A}" dt="2024-06-21T05:18:16.138" v="400" actId="2056"/>
              <pc2:cmMkLst xmlns:pc2="http://schemas.microsoft.com/office/powerpoint/2019/9/main/command">
                <pc:docMk/>
                <pc:sldMk cId="1001885555" sldId="2147475796"/>
                <pc2:cmMk id="{6187E47D-BBEA-4C72-87DA-B268F556C1BE}"/>
              </pc2:cmMkLst>
            </pc226:cmChg>
          </p:ext>
        </pc:extLst>
      </pc:sldChg>
      <pc:sldChg chg="modSp mod">
        <pc:chgData name="Marik, Gourab" userId="99ff5f7e-dc4c-44ca-87ff-fde9faab1658" providerId="ADAL" clId="{8AE99654-A07D-49B8-824D-CEB6D6E2D10A}" dt="2024-06-21T04:19:42.933" v="196" actId="20577"/>
        <pc:sldMkLst>
          <pc:docMk/>
          <pc:sldMk cId="3468048512" sldId="2147475818"/>
        </pc:sldMkLst>
        <pc:spChg chg="mod">
          <ac:chgData name="Marik, Gourab" userId="99ff5f7e-dc4c-44ca-87ff-fde9faab1658" providerId="ADAL" clId="{8AE99654-A07D-49B8-824D-CEB6D6E2D10A}" dt="2024-06-21T04:18:47.471" v="145" actId="20577"/>
          <ac:spMkLst>
            <pc:docMk/>
            <pc:sldMk cId="3468048512" sldId="2147475818"/>
            <ac:spMk id="3" creationId="{155FCA84-4387-498D-8202-97BC1B4142D0}"/>
          </ac:spMkLst>
        </pc:spChg>
        <pc:spChg chg="mod">
          <ac:chgData name="Marik, Gourab" userId="99ff5f7e-dc4c-44ca-87ff-fde9faab1658" providerId="ADAL" clId="{8AE99654-A07D-49B8-824D-CEB6D6E2D10A}" dt="2024-06-21T04:19:42.933" v="196" actId="20577"/>
          <ac:spMkLst>
            <pc:docMk/>
            <pc:sldMk cId="3468048512" sldId="2147475818"/>
            <ac:spMk id="4" creationId="{9DEA6A68-7127-43C5-B571-DE7EA006AD85}"/>
          </ac:spMkLst>
        </pc:spChg>
      </pc:sldChg>
      <pc:sldChg chg="modSp mod">
        <pc:chgData name="Marik, Gourab" userId="99ff5f7e-dc4c-44ca-87ff-fde9faab1658" providerId="ADAL" clId="{8AE99654-A07D-49B8-824D-CEB6D6E2D10A}" dt="2024-06-21T04:24:35.834" v="399" actId="20577"/>
        <pc:sldMkLst>
          <pc:docMk/>
          <pc:sldMk cId="3204792641" sldId="2147475819"/>
        </pc:sldMkLst>
        <pc:spChg chg="mod">
          <ac:chgData name="Marik, Gourab" userId="99ff5f7e-dc4c-44ca-87ff-fde9faab1658" providerId="ADAL" clId="{8AE99654-A07D-49B8-824D-CEB6D6E2D10A}" dt="2024-06-21T04:21:58.221" v="331" actId="20577"/>
          <ac:spMkLst>
            <pc:docMk/>
            <pc:sldMk cId="3204792641" sldId="2147475819"/>
            <ac:spMk id="3" creationId="{155FCA84-4387-498D-8202-97BC1B4142D0}"/>
          </ac:spMkLst>
        </pc:spChg>
        <pc:spChg chg="mod">
          <ac:chgData name="Marik, Gourab" userId="99ff5f7e-dc4c-44ca-87ff-fde9faab1658" providerId="ADAL" clId="{8AE99654-A07D-49B8-824D-CEB6D6E2D10A}" dt="2024-06-21T04:24:35.834" v="399" actId="20577"/>
          <ac:spMkLst>
            <pc:docMk/>
            <pc:sldMk cId="3204792641" sldId="2147475819"/>
            <ac:spMk id="4" creationId="{9DEA6A68-7127-43C5-B571-DE7EA006AD85}"/>
          </ac:spMkLst>
        </pc:spChg>
      </pc:sldChg>
    </pc:docChg>
  </pc:docChgLst>
  <pc:docChgLst>
    <pc:chgData name="Bandaru, Muralidhara Rao" userId="S::muralidhara-rao.bandaru@capgemini.com::f3e341c2-313f-4fed-808d-d330c8250b02" providerId="AD" clId="Web-{83BE147E-898B-6055-782F-3D52895CD137}"/>
    <pc:docChg chg="modSld">
      <pc:chgData name="Bandaru, Muralidhara Rao" userId="S::muralidhara-rao.bandaru@capgemini.com::f3e341c2-313f-4fed-808d-d330c8250b02" providerId="AD" clId="Web-{83BE147E-898B-6055-782F-3D52895CD137}" dt="2024-05-19T05:37:48.673" v="185" actId="14100"/>
      <pc:docMkLst>
        <pc:docMk/>
      </pc:docMkLst>
      <pc:sldChg chg="addSp delSp modSp">
        <pc:chgData name="Bandaru, Muralidhara Rao" userId="S::muralidhara-rao.bandaru@capgemini.com::f3e341c2-313f-4fed-808d-d330c8250b02" providerId="AD" clId="Web-{83BE147E-898B-6055-782F-3D52895CD137}" dt="2024-05-19T05:37:48.673" v="185" actId="14100"/>
        <pc:sldMkLst>
          <pc:docMk/>
          <pc:sldMk cId="2042885715" sldId="2147474192"/>
        </pc:sldMkLst>
        <pc:spChg chg="del">
          <ac:chgData name="Bandaru, Muralidhara Rao" userId="S::muralidhara-rao.bandaru@capgemini.com::f3e341c2-313f-4fed-808d-d330c8250b02" providerId="AD" clId="Web-{83BE147E-898B-6055-782F-3D52895CD137}" dt="2024-05-19T05:11:27.979" v="0"/>
          <ac:spMkLst>
            <pc:docMk/>
            <pc:sldMk cId="2042885715" sldId="2147474192"/>
            <ac:spMk id="2" creationId="{0610AA5B-8FCA-7BAF-C077-D887A6D80199}"/>
          </ac:spMkLst>
        </pc:spChg>
        <pc:spChg chg="add del mod">
          <ac:chgData name="Bandaru, Muralidhara Rao" userId="S::muralidhara-rao.bandaru@capgemini.com::f3e341c2-313f-4fed-808d-d330c8250b02" providerId="AD" clId="Web-{83BE147E-898B-6055-782F-3D52895CD137}" dt="2024-05-19T05:12:46.183" v="6"/>
          <ac:spMkLst>
            <pc:docMk/>
            <pc:sldMk cId="2042885715" sldId="2147474192"/>
            <ac:spMk id="3" creationId="{C9510CCF-B619-89F0-BE7A-FC90DF394E49}"/>
          </ac:spMkLst>
        </pc:spChg>
        <pc:spChg chg="add mod">
          <ac:chgData name="Bandaru, Muralidhara Rao" userId="S::muralidhara-rao.bandaru@capgemini.com::f3e341c2-313f-4fed-808d-d330c8250b02" providerId="AD" clId="Web-{83BE147E-898B-6055-782F-3D52895CD137}" dt="2024-05-19T05:30:42.552" v="164" actId="20577"/>
          <ac:spMkLst>
            <pc:docMk/>
            <pc:sldMk cId="2042885715" sldId="2147474192"/>
            <ac:spMk id="4" creationId="{D3E9CD0C-43D4-8A37-4193-057960911025}"/>
          </ac:spMkLst>
        </pc:spChg>
        <pc:spChg chg="mod">
          <ac:chgData name="Bandaru, Muralidhara Rao" userId="S::muralidhara-rao.bandaru@capgemini.com::f3e341c2-313f-4fed-808d-d330c8250b02" providerId="AD" clId="Web-{83BE147E-898B-6055-782F-3D52895CD137}" dt="2024-05-19T05:30:09.176" v="159" actId="20577"/>
          <ac:spMkLst>
            <pc:docMk/>
            <pc:sldMk cId="2042885715" sldId="2147474192"/>
            <ac:spMk id="10" creationId="{D725078B-CAAE-427C-A710-816929E536C7}"/>
          </ac:spMkLst>
        </pc:spChg>
        <pc:picChg chg="add mod">
          <ac:chgData name="Bandaru, Muralidhara Rao" userId="S::muralidhara-rao.bandaru@capgemini.com::f3e341c2-313f-4fed-808d-d330c8250b02" providerId="AD" clId="Web-{83BE147E-898B-6055-782F-3D52895CD137}" dt="2024-05-19T05:17:57.797" v="59" actId="1076"/>
          <ac:picMkLst>
            <pc:docMk/>
            <pc:sldMk cId="2042885715" sldId="2147474192"/>
            <ac:picMk id="5" creationId="{07475B88-0C45-E660-E469-D94146E616D5}"/>
          </ac:picMkLst>
        </pc:picChg>
        <pc:picChg chg="add mod">
          <ac:chgData name="Bandaru, Muralidhara Rao" userId="S::muralidhara-rao.bandaru@capgemini.com::f3e341c2-313f-4fed-808d-d330c8250b02" providerId="AD" clId="Web-{83BE147E-898B-6055-782F-3D52895CD137}" dt="2024-05-19T05:36:12.797" v="167" actId="1076"/>
          <ac:picMkLst>
            <pc:docMk/>
            <pc:sldMk cId="2042885715" sldId="2147474192"/>
            <ac:picMk id="6" creationId="{8EDE83C2-C2F6-BFA0-C6FB-592939899D63}"/>
          </ac:picMkLst>
        </pc:picChg>
        <pc:picChg chg="add del mod">
          <ac:chgData name="Bandaru, Muralidhara Rao" userId="S::muralidhara-rao.bandaru@capgemini.com::f3e341c2-313f-4fed-808d-d330c8250b02" providerId="AD" clId="Web-{83BE147E-898B-6055-782F-3D52895CD137}" dt="2024-05-19T05:37:04" v="171"/>
          <ac:picMkLst>
            <pc:docMk/>
            <pc:sldMk cId="2042885715" sldId="2147474192"/>
            <ac:picMk id="7" creationId="{3037EF4E-262E-5AFF-A9F8-B25D6353B903}"/>
          </ac:picMkLst>
        </pc:picChg>
        <pc:picChg chg="add mod">
          <ac:chgData name="Bandaru, Muralidhara Rao" userId="S::muralidhara-rao.bandaru@capgemini.com::f3e341c2-313f-4fed-808d-d330c8250b02" providerId="AD" clId="Web-{83BE147E-898B-6055-782F-3D52895CD137}" dt="2024-05-19T05:37:48.673" v="185" actId="14100"/>
          <ac:picMkLst>
            <pc:docMk/>
            <pc:sldMk cId="2042885715" sldId="2147474192"/>
            <ac:picMk id="8" creationId="{A1634904-F113-1BA2-1EB1-CC1269051B1F}"/>
          </ac:picMkLst>
        </pc:picChg>
      </pc:sldChg>
    </pc:docChg>
  </pc:docChgLst>
  <pc:docChgLst>
    <pc:chgData name="Goundu, Ramesh" userId="S::ramesh.goundu@capgemini.com::26e4ecc0-474c-4e51-8678-139134653597" providerId="AD" clId="Web-{90340A39-F993-2F91-2A0D-5E102E96735A}"/>
    <pc:docChg chg="modSld">
      <pc:chgData name="Goundu, Ramesh" userId="S::ramesh.goundu@capgemini.com::26e4ecc0-474c-4e51-8678-139134653597" providerId="AD" clId="Web-{90340A39-F993-2F91-2A0D-5E102E96735A}" dt="2024-05-22T13:10:36.260" v="442" actId="1076"/>
      <pc:docMkLst>
        <pc:docMk/>
      </pc:docMkLst>
      <pc:sldChg chg="modSp">
        <pc:chgData name="Goundu, Ramesh" userId="S::ramesh.goundu@capgemini.com::26e4ecc0-474c-4e51-8678-139134653597" providerId="AD" clId="Web-{90340A39-F993-2F91-2A0D-5E102E96735A}" dt="2024-05-22T10:21:32.618" v="326" actId="20577"/>
        <pc:sldMkLst>
          <pc:docMk/>
          <pc:sldMk cId="4240461515" sldId="2076137833"/>
        </pc:sldMkLst>
        <pc:spChg chg="mod">
          <ac:chgData name="Goundu, Ramesh" userId="S::ramesh.goundu@capgemini.com::26e4ecc0-474c-4e51-8678-139134653597" providerId="AD" clId="Web-{90340A39-F993-2F91-2A0D-5E102E96735A}" dt="2024-05-22T10:21:32.618" v="326" actId="20577"/>
          <ac:spMkLst>
            <pc:docMk/>
            <pc:sldMk cId="4240461515" sldId="2076137833"/>
            <ac:spMk id="3" creationId="{FC49C433-38DC-42A4-AEF1-D936F52843D7}"/>
          </ac:spMkLst>
        </pc:spChg>
        <pc:spChg chg="mod">
          <ac:chgData name="Goundu, Ramesh" userId="S::ramesh.goundu@capgemini.com::26e4ecc0-474c-4e51-8678-139134653597" providerId="AD" clId="Web-{90340A39-F993-2F91-2A0D-5E102E96735A}" dt="2024-05-22T10:18:28.194" v="210" actId="20577"/>
          <ac:spMkLst>
            <pc:docMk/>
            <pc:sldMk cId="4240461515" sldId="2076137833"/>
            <ac:spMk id="4" creationId="{6A9D0897-80A0-45C9-B608-935DC2E7176D}"/>
          </ac:spMkLst>
        </pc:spChg>
      </pc:sldChg>
      <pc:sldChg chg="modSp">
        <pc:chgData name="Goundu, Ramesh" userId="S::ramesh.goundu@capgemini.com::26e4ecc0-474c-4e51-8678-139134653597" providerId="AD" clId="Web-{90340A39-F993-2F91-2A0D-5E102E96735A}" dt="2024-05-22T13:10:36.260" v="442" actId="1076"/>
        <pc:sldMkLst>
          <pc:docMk/>
          <pc:sldMk cId="1801749126" sldId="2141412312"/>
        </pc:sldMkLst>
        <pc:spChg chg="mod">
          <ac:chgData name="Goundu, Ramesh" userId="S::ramesh.goundu@capgemini.com::26e4ecc0-474c-4e51-8678-139134653597" providerId="AD" clId="Web-{90340A39-F993-2F91-2A0D-5E102E96735A}" dt="2024-05-22T13:00:50.269" v="389" actId="20577"/>
          <ac:spMkLst>
            <pc:docMk/>
            <pc:sldMk cId="1801749126" sldId="2141412312"/>
            <ac:spMk id="3" creationId="{26D97378-0239-4D29-83AF-B9AC2A1F1436}"/>
          </ac:spMkLst>
        </pc:spChg>
        <pc:spChg chg="mod">
          <ac:chgData name="Goundu, Ramesh" userId="S::ramesh.goundu@capgemini.com::26e4ecc0-474c-4e51-8678-139134653597" providerId="AD" clId="Web-{90340A39-F993-2F91-2A0D-5E102E96735A}" dt="2024-05-22T13:06:07.413" v="392" actId="20577"/>
          <ac:spMkLst>
            <pc:docMk/>
            <pc:sldMk cId="1801749126" sldId="2141412312"/>
            <ac:spMk id="50" creationId="{7B597488-9EB8-4809-BCAA-5807C3442D54}"/>
          </ac:spMkLst>
        </pc:spChg>
        <pc:spChg chg="mod">
          <ac:chgData name="Goundu, Ramesh" userId="S::ramesh.goundu@capgemini.com::26e4ecc0-474c-4e51-8678-139134653597" providerId="AD" clId="Web-{90340A39-F993-2F91-2A0D-5E102E96735A}" dt="2024-05-22T13:07:11.305" v="408" actId="20577"/>
          <ac:spMkLst>
            <pc:docMk/>
            <pc:sldMk cId="1801749126" sldId="2141412312"/>
            <ac:spMk id="51" creationId="{36CCF0BC-FA73-489E-92B7-F27488F8431A}"/>
          </ac:spMkLst>
        </pc:spChg>
        <pc:spChg chg="mod">
          <ac:chgData name="Goundu, Ramesh" userId="S::ramesh.goundu@capgemini.com::26e4ecc0-474c-4e51-8678-139134653597" providerId="AD" clId="Web-{90340A39-F993-2F91-2A0D-5E102E96735A}" dt="2024-05-22T13:08:47.587" v="420" actId="20577"/>
          <ac:spMkLst>
            <pc:docMk/>
            <pc:sldMk cId="1801749126" sldId="2141412312"/>
            <ac:spMk id="53" creationId="{EC0C2A1E-791A-4676-94BB-450CD8E94C6C}"/>
          </ac:spMkLst>
        </pc:spChg>
        <pc:spChg chg="mod">
          <ac:chgData name="Goundu, Ramesh" userId="S::ramesh.goundu@capgemini.com::26e4ecc0-474c-4e51-8678-139134653597" providerId="AD" clId="Web-{90340A39-F993-2F91-2A0D-5E102E96735A}" dt="2024-05-22T13:10:22.260" v="440" actId="20577"/>
          <ac:spMkLst>
            <pc:docMk/>
            <pc:sldMk cId="1801749126" sldId="2141412312"/>
            <ac:spMk id="54" creationId="{0A98119E-FD4B-4DD8-B86B-C9C79817CA95}"/>
          </ac:spMkLst>
        </pc:spChg>
        <pc:cxnChg chg="mod">
          <ac:chgData name="Goundu, Ramesh" userId="S::ramesh.goundu@capgemini.com::26e4ecc0-474c-4e51-8678-139134653597" providerId="AD" clId="Web-{90340A39-F993-2F91-2A0D-5E102E96735A}" dt="2024-05-22T13:09:15.587" v="422" actId="1076"/>
          <ac:cxnSpMkLst>
            <pc:docMk/>
            <pc:sldMk cId="1801749126" sldId="2141412312"/>
            <ac:cxnSpMk id="65" creationId="{685C4E71-EB6C-404A-83D1-7F9299085BF4}"/>
          </ac:cxnSpMkLst>
        </pc:cxnChg>
        <pc:cxnChg chg="mod">
          <ac:chgData name="Goundu, Ramesh" userId="S::ramesh.goundu@capgemini.com::26e4ecc0-474c-4e51-8678-139134653597" providerId="AD" clId="Web-{90340A39-F993-2F91-2A0D-5E102E96735A}" dt="2024-05-22T13:10:36.260" v="442" actId="1076"/>
          <ac:cxnSpMkLst>
            <pc:docMk/>
            <pc:sldMk cId="1801749126" sldId="2141412312"/>
            <ac:cxnSpMk id="69" creationId="{8A4CBD68-5692-43A8-9353-EA6083CF6CCA}"/>
          </ac:cxnSpMkLst>
        </pc:cxnChg>
      </pc:sldChg>
      <pc:sldChg chg="modSp">
        <pc:chgData name="Goundu, Ramesh" userId="S::ramesh.goundu@capgemini.com::26e4ecc0-474c-4e51-8678-139134653597" providerId="AD" clId="Web-{90340A39-F993-2F91-2A0D-5E102E96735A}" dt="2024-05-22T10:15:52.161" v="147" actId="20577"/>
        <pc:sldMkLst>
          <pc:docMk/>
          <pc:sldMk cId="4268486508" sldId="2141412314"/>
        </pc:sldMkLst>
        <pc:spChg chg="mod">
          <ac:chgData name="Goundu, Ramesh" userId="S::ramesh.goundu@capgemini.com::26e4ecc0-474c-4e51-8678-139134653597" providerId="AD" clId="Web-{90340A39-F993-2F91-2A0D-5E102E96735A}" dt="2024-05-22T10:12:41.627" v="19" actId="20577"/>
          <ac:spMkLst>
            <pc:docMk/>
            <pc:sldMk cId="4268486508" sldId="2141412314"/>
            <ac:spMk id="3" creationId="{26D97378-0239-4D29-83AF-B9AC2A1F1436}"/>
          </ac:spMkLst>
        </pc:spChg>
        <pc:spChg chg="mod">
          <ac:chgData name="Goundu, Ramesh" userId="S::ramesh.goundu@capgemini.com::26e4ecc0-474c-4e51-8678-139134653597" providerId="AD" clId="Web-{90340A39-F993-2F91-2A0D-5E102E96735A}" dt="2024-05-22T10:14:35.676" v="97" actId="20577"/>
          <ac:spMkLst>
            <pc:docMk/>
            <pc:sldMk cId="4268486508" sldId="2141412314"/>
            <ac:spMk id="50" creationId="{7B597488-9EB8-4809-BCAA-5807C3442D54}"/>
          </ac:spMkLst>
        </pc:spChg>
        <pc:spChg chg="mod">
          <ac:chgData name="Goundu, Ramesh" userId="S::ramesh.goundu@capgemini.com::26e4ecc0-474c-4e51-8678-139134653597" providerId="AD" clId="Web-{90340A39-F993-2F91-2A0D-5E102E96735A}" dt="2024-05-22T10:15:52.161" v="147" actId="20577"/>
          <ac:spMkLst>
            <pc:docMk/>
            <pc:sldMk cId="4268486508" sldId="2141412314"/>
            <ac:spMk id="51" creationId="{36CCF0BC-FA73-489E-92B7-F27488F8431A}"/>
          </ac:spMkLst>
        </pc:spChg>
      </pc:sldChg>
      <pc:sldChg chg="modSp">
        <pc:chgData name="Goundu, Ramesh" userId="S::ramesh.goundu@capgemini.com::26e4ecc0-474c-4e51-8678-139134653597" providerId="AD" clId="Web-{90340A39-F993-2F91-2A0D-5E102E96735A}" dt="2024-05-22T12:59:54.174" v="387" actId="20577"/>
        <pc:sldMkLst>
          <pc:docMk/>
          <pc:sldMk cId="2672899342" sldId="2141412315"/>
        </pc:sldMkLst>
        <pc:spChg chg="mod">
          <ac:chgData name="Goundu, Ramesh" userId="S::ramesh.goundu@capgemini.com::26e4ecc0-474c-4e51-8678-139134653597" providerId="AD" clId="Web-{90340A39-F993-2F91-2A0D-5E102E96735A}" dt="2024-05-22T12:59:54.174" v="387" actId="20577"/>
          <ac:spMkLst>
            <pc:docMk/>
            <pc:sldMk cId="2672899342" sldId="2141412315"/>
            <ac:spMk id="35" creationId="{07FC16DC-6215-4E60-A81D-50F96F9F2913}"/>
          </ac:spMkLst>
        </pc:spChg>
        <pc:spChg chg="mod">
          <ac:chgData name="Goundu, Ramesh" userId="S::ramesh.goundu@capgemini.com::26e4ecc0-474c-4e51-8678-139134653597" providerId="AD" clId="Web-{90340A39-F993-2F91-2A0D-5E102E96735A}" dt="2024-05-22T12:58:45.877" v="345" actId="20577"/>
          <ac:spMkLst>
            <pc:docMk/>
            <pc:sldMk cId="2672899342" sldId="2141412315"/>
            <ac:spMk id="50" creationId="{7B597488-9EB8-4809-BCAA-5807C3442D54}"/>
          </ac:spMkLst>
        </pc:spChg>
      </pc:sldChg>
    </pc:docChg>
  </pc:docChgLst>
  <pc:docChgLst>
    <pc:chgData name="Cartwright, Max" userId="4fdaca64-157b-4f34-aebd-58f672b6a20c" providerId="ADAL" clId="{0138A51F-E4E2-4A39-A876-DA6796B5118D}"/>
    <pc:docChg chg="modSld sldOrd">
      <pc:chgData name="Cartwright, Max" userId="4fdaca64-157b-4f34-aebd-58f672b6a20c" providerId="ADAL" clId="{0138A51F-E4E2-4A39-A876-DA6796B5118D}" dt="2024-07-05T09:58:08.274" v="1"/>
      <pc:docMkLst>
        <pc:docMk/>
      </pc:docMkLst>
      <pc:sldChg chg="ord">
        <pc:chgData name="Cartwright, Max" userId="4fdaca64-157b-4f34-aebd-58f672b6a20c" providerId="ADAL" clId="{0138A51F-E4E2-4A39-A876-DA6796B5118D}" dt="2024-07-05T09:58:08.274" v="1"/>
        <pc:sldMkLst>
          <pc:docMk/>
          <pc:sldMk cId="336240612" sldId="2147474119"/>
        </pc:sldMkLst>
      </pc:sldChg>
    </pc:docChg>
  </pc:docChgLst>
  <pc:docChgLst>
    <pc:chgData name="Goundu, Ramesh" userId="S::ramesh.goundu@capgemini.com::26e4ecc0-474c-4e51-8678-139134653597" providerId="AD" clId="Web-{3CB0EDCE-AA44-4C6C-B8B5-B1AC1A324F9D}"/>
    <pc:docChg chg="modSld">
      <pc:chgData name="Goundu, Ramesh" userId="S::ramesh.goundu@capgemini.com::26e4ecc0-474c-4e51-8678-139134653597" providerId="AD" clId="Web-{3CB0EDCE-AA44-4C6C-B8B5-B1AC1A324F9D}" dt="2024-05-22T10:00:15.200" v="105" actId="20577"/>
      <pc:docMkLst>
        <pc:docMk/>
      </pc:docMkLst>
      <pc:sldChg chg="modSp">
        <pc:chgData name="Goundu, Ramesh" userId="S::ramesh.goundu@capgemini.com::26e4ecc0-474c-4e51-8678-139134653597" providerId="AD" clId="Web-{3CB0EDCE-AA44-4C6C-B8B5-B1AC1A324F9D}" dt="2024-05-22T10:00:15.200" v="105" actId="20577"/>
        <pc:sldMkLst>
          <pc:docMk/>
          <pc:sldMk cId="4240461515" sldId="2076137833"/>
        </pc:sldMkLst>
        <pc:spChg chg="mod">
          <ac:chgData name="Goundu, Ramesh" userId="S::ramesh.goundu@capgemini.com::26e4ecc0-474c-4e51-8678-139134653597" providerId="AD" clId="Web-{3CB0EDCE-AA44-4C6C-B8B5-B1AC1A324F9D}" dt="2024-05-22T10:00:15.200" v="105" actId="20577"/>
          <ac:spMkLst>
            <pc:docMk/>
            <pc:sldMk cId="4240461515" sldId="2076137833"/>
            <ac:spMk id="4" creationId="{6A9D0897-80A0-45C9-B608-935DC2E7176D}"/>
          </ac:spMkLst>
        </pc:spChg>
      </pc:sldChg>
    </pc:docChg>
  </pc:docChgLst>
  <pc:docChgLst>
    <pc:chgData name="Kanduru, Raghava" userId="S::raghava.kanduru@capgemini.com::cf8c09de-c40c-47a2-971b-c612c06e0906" providerId="AD" clId="Web-{3A3AA7DB-D610-F9D2-1EE9-959A4A03FAB4}"/>
    <pc:docChg chg="addSld">
      <pc:chgData name="Kanduru, Raghava" userId="S::raghava.kanduru@capgemini.com::cf8c09de-c40c-47a2-971b-c612c06e0906" providerId="AD" clId="Web-{3A3AA7DB-D610-F9D2-1EE9-959A4A03FAB4}" dt="2024-05-30T05:19:58.317" v="0"/>
      <pc:docMkLst>
        <pc:docMk/>
      </pc:docMkLst>
      <pc:sldChg chg="add">
        <pc:chgData name="Kanduru, Raghava" userId="S::raghava.kanduru@capgemini.com::cf8c09de-c40c-47a2-971b-c612c06e0906" providerId="AD" clId="Web-{3A3AA7DB-D610-F9D2-1EE9-959A4A03FAB4}" dt="2024-05-30T05:19:58.317" v="0"/>
        <pc:sldMkLst>
          <pc:docMk/>
          <pc:sldMk cId="982538659" sldId="2147475797"/>
        </pc:sldMkLst>
      </pc:sldChg>
    </pc:docChg>
  </pc:docChgLst>
  <pc:docChgLst>
    <pc:chgData name="Kanduru, Raghava" userId="cf8c09de-c40c-47a2-971b-c612c06e0906" providerId="ADAL" clId="{26AFC52D-BF93-4271-A7A4-3AF00AA0CD30}"/>
    <pc:docChg chg="undo custSel addSld delSld modSld sldOrd">
      <pc:chgData name="Kanduru, Raghava" userId="cf8c09de-c40c-47a2-971b-c612c06e0906" providerId="ADAL" clId="{26AFC52D-BF93-4271-A7A4-3AF00AA0CD30}" dt="2024-05-29T09:59:42.859" v="1212" actId="20577"/>
      <pc:docMkLst>
        <pc:docMk/>
      </pc:docMkLst>
      <pc:sldChg chg="addSp modSp mod">
        <pc:chgData name="Kanduru, Raghava" userId="cf8c09de-c40c-47a2-971b-c612c06e0906" providerId="ADAL" clId="{26AFC52D-BF93-4271-A7A4-3AF00AA0CD30}" dt="2024-05-23T06:48:04.320" v="528" actId="207"/>
        <pc:sldMkLst>
          <pc:docMk/>
          <pc:sldMk cId="2584685373" sldId="621"/>
        </pc:sldMkLst>
        <pc:spChg chg="add mod">
          <ac:chgData name="Kanduru, Raghava" userId="cf8c09de-c40c-47a2-971b-c612c06e0906" providerId="ADAL" clId="{26AFC52D-BF93-4271-A7A4-3AF00AA0CD30}" dt="2024-05-23T06:48:04.320" v="528" actId="207"/>
          <ac:spMkLst>
            <pc:docMk/>
            <pc:sldMk cId="2584685373" sldId="621"/>
            <ac:spMk id="2" creationId="{4326539A-9CAA-C9EE-D6B3-9BCF09A38A59}"/>
          </ac:spMkLst>
        </pc:spChg>
        <pc:spChg chg="mod">
          <ac:chgData name="Kanduru, Raghava" userId="cf8c09de-c40c-47a2-971b-c612c06e0906" providerId="ADAL" clId="{26AFC52D-BF93-4271-A7A4-3AF00AA0CD30}" dt="2024-05-23T06:01:15.636" v="442" actId="14100"/>
          <ac:spMkLst>
            <pc:docMk/>
            <pc:sldMk cId="2584685373" sldId="621"/>
            <ac:spMk id="93" creationId="{00000000-0000-0000-0000-000000000000}"/>
          </ac:spMkLst>
        </pc:spChg>
        <pc:spChg chg="mod">
          <ac:chgData name="Kanduru, Raghava" userId="cf8c09de-c40c-47a2-971b-c612c06e0906" providerId="ADAL" clId="{26AFC52D-BF93-4271-A7A4-3AF00AA0CD30}" dt="2024-05-23T06:43:26.811" v="450" actId="20577"/>
          <ac:spMkLst>
            <pc:docMk/>
            <pc:sldMk cId="2584685373" sldId="621"/>
            <ac:spMk id="94" creationId="{00000000-0000-0000-0000-000000000000}"/>
          </ac:spMkLst>
        </pc:spChg>
      </pc:sldChg>
      <pc:sldChg chg="modSp mod">
        <pc:chgData name="Kanduru, Raghava" userId="cf8c09de-c40c-47a2-971b-c612c06e0906" providerId="ADAL" clId="{26AFC52D-BF93-4271-A7A4-3AF00AA0CD30}" dt="2024-05-23T08:40:20.006" v="717" actId="108"/>
        <pc:sldMkLst>
          <pc:docMk/>
          <pc:sldMk cId="1817871902" sldId="961"/>
        </pc:sldMkLst>
        <pc:spChg chg="mod">
          <ac:chgData name="Kanduru, Raghava" userId="cf8c09de-c40c-47a2-971b-c612c06e0906" providerId="ADAL" clId="{26AFC52D-BF93-4271-A7A4-3AF00AA0CD30}" dt="2024-05-23T08:40:20.006" v="717" actId="108"/>
          <ac:spMkLst>
            <pc:docMk/>
            <pc:sldMk cId="1817871902" sldId="961"/>
            <ac:spMk id="149" creationId="{00000000-0000-0000-0000-000000000000}"/>
          </ac:spMkLst>
        </pc:spChg>
      </pc:sldChg>
      <pc:sldChg chg="addSp modSp mod">
        <pc:chgData name="Kanduru, Raghava" userId="cf8c09de-c40c-47a2-971b-c612c06e0906" providerId="ADAL" clId="{26AFC52D-BF93-4271-A7A4-3AF00AA0CD30}" dt="2024-05-16T07:11:28.406" v="155" actId="1076"/>
        <pc:sldMkLst>
          <pc:docMk/>
          <pc:sldMk cId="1236684026" sldId="2076137828"/>
        </pc:sldMkLst>
        <pc:spChg chg="add mod">
          <ac:chgData name="Kanduru, Raghava" userId="cf8c09de-c40c-47a2-971b-c612c06e0906" providerId="ADAL" clId="{26AFC52D-BF93-4271-A7A4-3AF00AA0CD30}" dt="2024-05-16T07:11:28.406" v="155" actId="1076"/>
          <ac:spMkLst>
            <pc:docMk/>
            <pc:sldMk cId="1236684026" sldId="2076137828"/>
            <ac:spMk id="2" creationId="{7732F6CB-DB91-C12A-158B-5CDC315ED8A5}"/>
          </ac:spMkLst>
        </pc:spChg>
      </pc:sldChg>
      <pc:sldChg chg="addSp modSp">
        <pc:chgData name="Kanduru, Raghava" userId="cf8c09de-c40c-47a2-971b-c612c06e0906" providerId="ADAL" clId="{26AFC52D-BF93-4271-A7A4-3AF00AA0CD30}" dt="2024-05-16T07:11:30.593" v="156"/>
        <pc:sldMkLst>
          <pc:docMk/>
          <pc:sldMk cId="1580444266" sldId="2076137829"/>
        </pc:sldMkLst>
        <pc:spChg chg="add mod">
          <ac:chgData name="Kanduru, Raghava" userId="cf8c09de-c40c-47a2-971b-c612c06e0906" providerId="ADAL" clId="{26AFC52D-BF93-4271-A7A4-3AF00AA0CD30}" dt="2024-05-16T07:11:30.593" v="156"/>
          <ac:spMkLst>
            <pc:docMk/>
            <pc:sldMk cId="1580444266" sldId="2076137829"/>
            <ac:spMk id="2" creationId="{1956936D-8C33-ED48-4667-A545162AC522}"/>
          </ac:spMkLst>
        </pc:spChg>
      </pc:sldChg>
      <pc:sldChg chg="addSp modSp">
        <pc:chgData name="Kanduru, Raghava" userId="cf8c09de-c40c-47a2-971b-c612c06e0906" providerId="ADAL" clId="{26AFC52D-BF93-4271-A7A4-3AF00AA0CD30}" dt="2024-05-16T07:11:35.067" v="157"/>
        <pc:sldMkLst>
          <pc:docMk/>
          <pc:sldMk cId="2462143889" sldId="2076137830"/>
        </pc:sldMkLst>
        <pc:spChg chg="add mod">
          <ac:chgData name="Kanduru, Raghava" userId="cf8c09de-c40c-47a2-971b-c612c06e0906" providerId="ADAL" clId="{26AFC52D-BF93-4271-A7A4-3AF00AA0CD30}" dt="2024-05-16T07:11:35.067" v="157"/>
          <ac:spMkLst>
            <pc:docMk/>
            <pc:sldMk cId="2462143889" sldId="2076137830"/>
            <ac:spMk id="2" creationId="{FED16459-1BB9-6F13-FE1E-CB7F4B11C7EF}"/>
          </ac:spMkLst>
        </pc:spChg>
      </pc:sldChg>
      <pc:sldChg chg="addSp delSp modSp mod">
        <pc:chgData name="Kanduru, Raghava" userId="cf8c09de-c40c-47a2-971b-c612c06e0906" providerId="ADAL" clId="{26AFC52D-BF93-4271-A7A4-3AF00AA0CD30}" dt="2024-05-17T09:53:04.107" v="261" actId="478"/>
        <pc:sldMkLst>
          <pc:docMk/>
          <pc:sldMk cId="2815566877" sldId="2076137832"/>
        </pc:sldMkLst>
        <pc:spChg chg="add del mod">
          <ac:chgData name="Kanduru, Raghava" userId="cf8c09de-c40c-47a2-971b-c612c06e0906" providerId="ADAL" clId="{26AFC52D-BF93-4271-A7A4-3AF00AA0CD30}" dt="2024-05-17T09:53:04.107" v="261" actId="478"/>
          <ac:spMkLst>
            <pc:docMk/>
            <pc:sldMk cId="2815566877" sldId="2076137832"/>
            <ac:spMk id="2" creationId="{42853729-FA1F-BDBF-7A92-49F31110FDE1}"/>
          </ac:spMkLst>
        </pc:spChg>
        <pc:spChg chg="mod">
          <ac:chgData name="Kanduru, Raghava" userId="cf8c09de-c40c-47a2-971b-c612c06e0906" providerId="ADAL" clId="{26AFC52D-BF93-4271-A7A4-3AF00AA0CD30}" dt="2024-05-17T09:43:57.486" v="255" actId="20577"/>
          <ac:spMkLst>
            <pc:docMk/>
            <pc:sldMk cId="2815566877" sldId="2076137832"/>
            <ac:spMk id="3" creationId="{155FCA84-4387-498D-8202-97BC1B4142D0}"/>
          </ac:spMkLst>
        </pc:spChg>
        <pc:spChg chg="mod">
          <ac:chgData name="Kanduru, Raghava" userId="cf8c09de-c40c-47a2-971b-c612c06e0906" providerId="ADAL" clId="{26AFC52D-BF93-4271-A7A4-3AF00AA0CD30}" dt="2024-05-17T09:43:21.493" v="253" actId="1076"/>
          <ac:spMkLst>
            <pc:docMk/>
            <pc:sldMk cId="2815566877" sldId="2076137832"/>
            <ac:spMk id="8" creationId="{20E5B043-E319-4C82-8422-81E7B7A9AAFD}"/>
          </ac:spMkLst>
        </pc:spChg>
      </pc:sldChg>
      <pc:sldChg chg="addSp delSp modSp mod">
        <pc:chgData name="Kanduru, Raghava" userId="cf8c09de-c40c-47a2-971b-c612c06e0906" providerId="ADAL" clId="{26AFC52D-BF93-4271-A7A4-3AF00AA0CD30}" dt="2024-05-17T09:52:57.410" v="260" actId="478"/>
        <pc:sldMkLst>
          <pc:docMk/>
          <pc:sldMk cId="4240461515" sldId="2076137833"/>
        </pc:sldMkLst>
        <pc:spChg chg="add del mod">
          <ac:chgData name="Kanduru, Raghava" userId="cf8c09de-c40c-47a2-971b-c612c06e0906" providerId="ADAL" clId="{26AFC52D-BF93-4271-A7A4-3AF00AA0CD30}" dt="2024-05-17T09:52:57.410" v="260" actId="478"/>
          <ac:spMkLst>
            <pc:docMk/>
            <pc:sldMk cId="4240461515" sldId="2076137833"/>
            <ac:spMk id="2" creationId="{2EEF3E5A-6D4F-F31D-F7AE-BD37B0BCA025}"/>
          </ac:spMkLst>
        </pc:spChg>
        <pc:spChg chg="mod">
          <ac:chgData name="Kanduru, Raghava" userId="cf8c09de-c40c-47a2-971b-c612c06e0906" providerId="ADAL" clId="{26AFC52D-BF93-4271-A7A4-3AF00AA0CD30}" dt="2024-05-17T09:52:16.563" v="258" actId="6549"/>
          <ac:spMkLst>
            <pc:docMk/>
            <pc:sldMk cId="4240461515" sldId="2076137833"/>
            <ac:spMk id="3" creationId="{FC49C433-38DC-42A4-AEF1-D936F52843D7}"/>
          </ac:spMkLst>
        </pc:spChg>
        <pc:spChg chg="mod">
          <ac:chgData name="Kanduru, Raghava" userId="cf8c09de-c40c-47a2-971b-c612c06e0906" providerId="ADAL" clId="{26AFC52D-BF93-4271-A7A4-3AF00AA0CD30}" dt="2024-05-17T09:52:40.175" v="259" actId="6549"/>
          <ac:spMkLst>
            <pc:docMk/>
            <pc:sldMk cId="4240461515" sldId="2076137833"/>
            <ac:spMk id="4" creationId="{6A9D0897-80A0-45C9-B608-935DC2E7176D}"/>
          </ac:spMkLst>
        </pc:spChg>
      </pc:sldChg>
      <pc:sldChg chg="addSp modSp mod">
        <pc:chgData name="Kanduru, Raghava" userId="cf8c09de-c40c-47a2-971b-c612c06e0906" providerId="ADAL" clId="{26AFC52D-BF93-4271-A7A4-3AF00AA0CD30}" dt="2024-05-16T07:07:40.357" v="67" actId="1076"/>
        <pc:sldMkLst>
          <pc:docMk/>
          <pc:sldMk cId="1125126731" sldId="2076137877"/>
        </pc:sldMkLst>
        <pc:spChg chg="add mod">
          <ac:chgData name="Kanduru, Raghava" userId="cf8c09de-c40c-47a2-971b-c612c06e0906" providerId="ADAL" clId="{26AFC52D-BF93-4271-A7A4-3AF00AA0CD30}" dt="2024-05-16T07:07:40.357" v="67" actId="1076"/>
          <ac:spMkLst>
            <pc:docMk/>
            <pc:sldMk cId="1125126731" sldId="2076137877"/>
            <ac:spMk id="4" creationId="{E9F54010-5CCC-8B0E-5446-7A49B2969D6F}"/>
          </ac:spMkLst>
        </pc:spChg>
      </pc:sldChg>
      <pc:sldChg chg="addSp modSp">
        <pc:chgData name="Kanduru, Raghava" userId="cf8c09de-c40c-47a2-971b-c612c06e0906" providerId="ADAL" clId="{26AFC52D-BF93-4271-A7A4-3AF00AA0CD30}" dt="2024-05-16T07:11:51.171" v="163"/>
        <pc:sldMkLst>
          <pc:docMk/>
          <pc:sldMk cId="3624280880" sldId="2141412305"/>
        </pc:sldMkLst>
        <pc:spChg chg="add mod">
          <ac:chgData name="Kanduru, Raghava" userId="cf8c09de-c40c-47a2-971b-c612c06e0906" providerId="ADAL" clId="{26AFC52D-BF93-4271-A7A4-3AF00AA0CD30}" dt="2024-05-16T07:11:51.171" v="163"/>
          <ac:spMkLst>
            <pc:docMk/>
            <pc:sldMk cId="3624280880" sldId="2141412305"/>
            <ac:spMk id="7" creationId="{D2AE988E-8B1D-C263-F1E0-C53A2207CE4E}"/>
          </ac:spMkLst>
        </pc:spChg>
      </pc:sldChg>
      <pc:sldChg chg="addSp modSp">
        <pc:chgData name="Kanduru, Raghava" userId="cf8c09de-c40c-47a2-971b-c612c06e0906" providerId="ADAL" clId="{26AFC52D-BF93-4271-A7A4-3AF00AA0CD30}" dt="2024-05-16T07:11:48.350" v="162"/>
        <pc:sldMkLst>
          <pc:docMk/>
          <pc:sldMk cId="1531364721" sldId="2141412306"/>
        </pc:sldMkLst>
        <pc:spChg chg="add mod">
          <ac:chgData name="Kanduru, Raghava" userId="cf8c09de-c40c-47a2-971b-c612c06e0906" providerId="ADAL" clId="{26AFC52D-BF93-4271-A7A4-3AF00AA0CD30}" dt="2024-05-16T07:11:48.350" v="162"/>
          <ac:spMkLst>
            <pc:docMk/>
            <pc:sldMk cId="1531364721" sldId="2141412306"/>
            <ac:spMk id="2" creationId="{7F6124A2-17CC-3AE9-42DA-2584BD303CCF}"/>
          </ac:spMkLst>
        </pc:spChg>
      </pc:sldChg>
      <pc:sldChg chg="addSp modSp mod">
        <pc:chgData name="Kanduru, Raghava" userId="cf8c09de-c40c-47a2-971b-c612c06e0906" providerId="ADAL" clId="{26AFC52D-BF93-4271-A7A4-3AF00AA0CD30}" dt="2024-05-16T08:25:32.437" v="192" actId="20577"/>
        <pc:sldMkLst>
          <pc:docMk/>
          <pc:sldMk cId="222090639" sldId="2141412307"/>
        </pc:sldMkLst>
        <pc:spChg chg="add mod">
          <ac:chgData name="Kanduru, Raghava" userId="cf8c09de-c40c-47a2-971b-c612c06e0906" providerId="ADAL" clId="{26AFC52D-BF93-4271-A7A4-3AF00AA0CD30}" dt="2024-05-16T07:07:53.500" v="69" actId="1076"/>
          <ac:spMkLst>
            <pc:docMk/>
            <pc:sldMk cId="222090639" sldId="2141412307"/>
            <ac:spMk id="3" creationId="{254039CF-6302-BB70-3813-91F24E692FE3}"/>
          </ac:spMkLst>
        </pc:spChg>
        <pc:spChg chg="mod">
          <ac:chgData name="Kanduru, Raghava" userId="cf8c09de-c40c-47a2-971b-c612c06e0906" providerId="ADAL" clId="{26AFC52D-BF93-4271-A7A4-3AF00AA0CD30}" dt="2024-05-16T08:25:32.437" v="192" actId="20577"/>
          <ac:spMkLst>
            <pc:docMk/>
            <pc:sldMk cId="222090639" sldId="2141412307"/>
            <ac:spMk id="16" creationId="{BCC44CD1-0A30-4D62-9489-450AA537EAAB}"/>
          </ac:spMkLst>
        </pc:spChg>
      </pc:sldChg>
      <pc:sldChg chg="addSp modSp mod">
        <pc:chgData name="Kanduru, Raghava" userId="cf8c09de-c40c-47a2-971b-c612c06e0906" providerId="ADAL" clId="{26AFC52D-BF93-4271-A7A4-3AF00AA0CD30}" dt="2024-05-16T07:10:02.846" v="153" actId="1076"/>
        <pc:sldMkLst>
          <pc:docMk/>
          <pc:sldMk cId="199444538" sldId="2141412308"/>
        </pc:sldMkLst>
        <pc:spChg chg="add mod">
          <ac:chgData name="Kanduru, Raghava" userId="cf8c09de-c40c-47a2-971b-c612c06e0906" providerId="ADAL" clId="{26AFC52D-BF93-4271-A7A4-3AF00AA0CD30}" dt="2024-05-16T07:10:02.846" v="153" actId="1076"/>
          <ac:spMkLst>
            <pc:docMk/>
            <pc:sldMk cId="199444538" sldId="2141412308"/>
            <ac:spMk id="2" creationId="{975EECEF-59DC-F14A-86B5-E772A8BE4986}"/>
          </ac:spMkLst>
        </pc:spChg>
      </pc:sldChg>
      <pc:sldChg chg="ord">
        <pc:chgData name="Kanduru, Raghava" userId="cf8c09de-c40c-47a2-971b-c612c06e0906" providerId="ADAL" clId="{26AFC52D-BF93-4271-A7A4-3AF00AA0CD30}" dt="2024-05-17T06:05:25.606" v="209" actId="20578"/>
        <pc:sldMkLst>
          <pc:docMk/>
          <pc:sldMk cId="3917365489" sldId="2141412309"/>
        </pc:sldMkLst>
      </pc:sldChg>
      <pc:sldChg chg="addSp delSp modSp mod">
        <pc:chgData name="Kanduru, Raghava" userId="cf8c09de-c40c-47a2-971b-c612c06e0906" providerId="ADAL" clId="{26AFC52D-BF93-4271-A7A4-3AF00AA0CD30}" dt="2024-05-17T10:59:40.158" v="284" actId="20577"/>
        <pc:sldMkLst>
          <pc:docMk/>
          <pc:sldMk cId="1801749126" sldId="2141412312"/>
        </pc:sldMkLst>
        <pc:spChg chg="add del mod">
          <ac:chgData name="Kanduru, Raghava" userId="cf8c09de-c40c-47a2-971b-c612c06e0906" providerId="ADAL" clId="{26AFC52D-BF93-4271-A7A4-3AF00AA0CD30}" dt="2024-05-16T07:08:41.764" v="77" actId="478"/>
          <ac:spMkLst>
            <pc:docMk/>
            <pc:sldMk cId="1801749126" sldId="2141412312"/>
            <ac:spMk id="2" creationId="{9A1477E5-D438-5E13-36D1-603C028A2E7B}"/>
          </ac:spMkLst>
        </pc:spChg>
        <pc:spChg chg="mod">
          <ac:chgData name="Kanduru, Raghava" userId="cf8c09de-c40c-47a2-971b-c612c06e0906" providerId="ADAL" clId="{26AFC52D-BF93-4271-A7A4-3AF00AA0CD30}" dt="2024-05-17T10:59:40.158" v="284" actId="20577"/>
          <ac:spMkLst>
            <pc:docMk/>
            <pc:sldMk cId="1801749126" sldId="2141412312"/>
            <ac:spMk id="51" creationId="{36CCF0BC-FA73-489E-92B7-F27488F8431A}"/>
          </ac:spMkLst>
        </pc:spChg>
      </pc:sldChg>
      <pc:sldChg chg="modSp mod">
        <pc:chgData name="Kanduru, Raghava" userId="cf8c09de-c40c-47a2-971b-c612c06e0906" providerId="ADAL" clId="{26AFC52D-BF93-4271-A7A4-3AF00AA0CD30}" dt="2024-05-29T09:59:42.859" v="1212" actId="20577"/>
        <pc:sldMkLst>
          <pc:docMk/>
          <pc:sldMk cId="2377744435" sldId="2141412313"/>
        </pc:sldMkLst>
        <pc:spChg chg="mod">
          <ac:chgData name="Kanduru, Raghava" userId="cf8c09de-c40c-47a2-971b-c612c06e0906" providerId="ADAL" clId="{26AFC52D-BF93-4271-A7A4-3AF00AA0CD30}" dt="2024-05-29T09:59:17.094" v="1208" actId="20577"/>
          <ac:spMkLst>
            <pc:docMk/>
            <pc:sldMk cId="2377744435" sldId="2141412313"/>
            <ac:spMk id="55" creationId="{92A95930-3900-4E10-8AD6-AC417B7A1DA0}"/>
          </ac:spMkLst>
        </pc:spChg>
        <pc:spChg chg="mod">
          <ac:chgData name="Kanduru, Raghava" userId="cf8c09de-c40c-47a2-971b-c612c06e0906" providerId="ADAL" clId="{26AFC52D-BF93-4271-A7A4-3AF00AA0CD30}" dt="2024-05-29T09:59:42.859" v="1212" actId="20577"/>
          <ac:spMkLst>
            <pc:docMk/>
            <pc:sldMk cId="2377744435" sldId="2141412313"/>
            <ac:spMk id="57" creationId="{6D039DC6-9A7E-454D-842B-16071E26CCD9}"/>
          </ac:spMkLst>
        </pc:spChg>
      </pc:sldChg>
      <pc:sldChg chg="modSp mod">
        <pc:chgData name="Kanduru, Raghava" userId="cf8c09de-c40c-47a2-971b-c612c06e0906" providerId="ADAL" clId="{26AFC52D-BF93-4271-A7A4-3AF00AA0CD30}" dt="2024-05-22T05:33:23.976" v="435" actId="20577"/>
        <pc:sldMkLst>
          <pc:docMk/>
          <pc:sldMk cId="4268486508" sldId="2141412314"/>
        </pc:sldMkLst>
        <pc:spChg chg="mod">
          <ac:chgData name="Kanduru, Raghava" userId="cf8c09de-c40c-47a2-971b-c612c06e0906" providerId="ADAL" clId="{26AFC52D-BF93-4271-A7A4-3AF00AA0CD30}" dt="2024-05-22T05:33:08.535" v="426" actId="20577"/>
          <ac:spMkLst>
            <pc:docMk/>
            <pc:sldMk cId="4268486508" sldId="2141412314"/>
            <ac:spMk id="50" creationId="{7B597488-9EB8-4809-BCAA-5807C3442D54}"/>
          </ac:spMkLst>
        </pc:spChg>
        <pc:spChg chg="mod">
          <ac:chgData name="Kanduru, Raghava" userId="cf8c09de-c40c-47a2-971b-c612c06e0906" providerId="ADAL" clId="{26AFC52D-BF93-4271-A7A4-3AF00AA0CD30}" dt="2024-05-22T05:33:23.976" v="435" actId="20577"/>
          <ac:spMkLst>
            <pc:docMk/>
            <pc:sldMk cId="4268486508" sldId="2141412314"/>
            <ac:spMk id="51" creationId="{36CCF0BC-FA73-489E-92B7-F27488F8431A}"/>
          </ac:spMkLst>
        </pc:spChg>
      </pc:sldChg>
      <pc:sldChg chg="addSp delSp modSp mod">
        <pc:chgData name="Kanduru, Raghava" userId="cf8c09de-c40c-47a2-971b-c612c06e0906" providerId="ADAL" clId="{26AFC52D-BF93-4271-A7A4-3AF00AA0CD30}" dt="2024-05-17T09:35:13.531" v="251" actId="478"/>
        <pc:sldMkLst>
          <pc:docMk/>
          <pc:sldMk cId="1754236133" sldId="2141412320"/>
        </pc:sldMkLst>
        <pc:spChg chg="add del mod">
          <ac:chgData name="Kanduru, Raghava" userId="cf8c09de-c40c-47a2-971b-c612c06e0906" providerId="ADAL" clId="{26AFC52D-BF93-4271-A7A4-3AF00AA0CD30}" dt="2024-05-17T09:35:13.531" v="251" actId="478"/>
          <ac:spMkLst>
            <pc:docMk/>
            <pc:sldMk cId="1754236133" sldId="2141412320"/>
            <ac:spMk id="2" creationId="{D997CE49-208C-61C6-82D0-565DCE32F640}"/>
          </ac:spMkLst>
        </pc:spChg>
        <pc:spChg chg="mod">
          <ac:chgData name="Kanduru, Raghava" userId="cf8c09de-c40c-47a2-971b-c612c06e0906" providerId="ADAL" clId="{26AFC52D-BF93-4271-A7A4-3AF00AA0CD30}" dt="2024-05-17T09:33:40.448" v="224" actId="108"/>
          <ac:spMkLst>
            <pc:docMk/>
            <pc:sldMk cId="1754236133" sldId="2141412320"/>
            <ac:spMk id="11" creationId="{B3700D3C-2BCB-4862-A27B-6CC1D3C13531}"/>
          </ac:spMkLst>
        </pc:spChg>
        <pc:spChg chg="mod">
          <ac:chgData name="Kanduru, Raghava" userId="cf8c09de-c40c-47a2-971b-c612c06e0906" providerId="ADAL" clId="{26AFC52D-BF93-4271-A7A4-3AF00AA0CD30}" dt="2024-05-17T09:34:03.114" v="244" actId="20577"/>
          <ac:spMkLst>
            <pc:docMk/>
            <pc:sldMk cId="1754236133" sldId="2141412320"/>
            <ac:spMk id="17" creationId="{FBEC106A-C334-4465-9000-AAB271239614}"/>
          </ac:spMkLst>
        </pc:spChg>
        <pc:spChg chg="mod">
          <ac:chgData name="Kanduru, Raghava" userId="cf8c09de-c40c-47a2-971b-c612c06e0906" providerId="ADAL" clId="{26AFC52D-BF93-4271-A7A4-3AF00AA0CD30}" dt="2024-05-17T09:34:28.730" v="245" actId="20577"/>
          <ac:spMkLst>
            <pc:docMk/>
            <pc:sldMk cId="1754236133" sldId="2141412320"/>
            <ac:spMk id="19" creationId="{CB277B04-CB73-4CB4-ADFE-BD823E467FF7}"/>
          </ac:spMkLst>
        </pc:spChg>
        <pc:spChg chg="mod">
          <ac:chgData name="Kanduru, Raghava" userId="cf8c09de-c40c-47a2-971b-c612c06e0906" providerId="ADAL" clId="{26AFC52D-BF93-4271-A7A4-3AF00AA0CD30}" dt="2024-05-17T09:34:49.902" v="248" actId="6549"/>
          <ac:spMkLst>
            <pc:docMk/>
            <pc:sldMk cId="1754236133" sldId="2141412320"/>
            <ac:spMk id="20" creationId="{3E357247-09D4-4C08-BBB9-87BE17B412AA}"/>
          </ac:spMkLst>
        </pc:spChg>
        <pc:spChg chg="mod">
          <ac:chgData name="Kanduru, Raghava" userId="cf8c09de-c40c-47a2-971b-c612c06e0906" providerId="ADAL" clId="{26AFC52D-BF93-4271-A7A4-3AF00AA0CD30}" dt="2024-05-17T09:34:38.564" v="246" actId="6549"/>
          <ac:spMkLst>
            <pc:docMk/>
            <pc:sldMk cId="1754236133" sldId="2141412320"/>
            <ac:spMk id="35" creationId="{F2431FCF-AB6D-4F1B-9C60-27A9B4F0A332}"/>
          </ac:spMkLst>
        </pc:spChg>
        <pc:spChg chg="mod">
          <ac:chgData name="Kanduru, Raghava" userId="cf8c09de-c40c-47a2-971b-c612c06e0906" providerId="ADAL" clId="{26AFC52D-BF93-4271-A7A4-3AF00AA0CD30}" dt="2024-05-17T09:35:03.646" v="250" actId="1076"/>
          <ac:spMkLst>
            <pc:docMk/>
            <pc:sldMk cId="1754236133" sldId="2141412320"/>
            <ac:spMk id="45" creationId="{E54521F5-5C8C-4B55-9633-5B242ACC99A7}"/>
          </ac:spMkLst>
        </pc:spChg>
        <pc:cxnChg chg="mod">
          <ac:chgData name="Kanduru, Raghava" userId="cf8c09de-c40c-47a2-971b-c612c06e0906" providerId="ADAL" clId="{26AFC52D-BF93-4271-A7A4-3AF00AA0CD30}" dt="2024-05-17T09:33:46.663" v="225" actId="6549"/>
          <ac:cxnSpMkLst>
            <pc:docMk/>
            <pc:sldMk cId="1754236133" sldId="2141412320"/>
            <ac:cxnSpMk id="56" creationId="{5F332CCB-BE2E-424B-9321-7E0005A636B3}"/>
          </ac:cxnSpMkLst>
        </pc:cxnChg>
        <pc:cxnChg chg="mod">
          <ac:chgData name="Kanduru, Raghava" userId="cf8c09de-c40c-47a2-971b-c612c06e0906" providerId="ADAL" clId="{26AFC52D-BF93-4271-A7A4-3AF00AA0CD30}" dt="2024-05-17T09:34:49.902" v="248" actId="6549"/>
          <ac:cxnSpMkLst>
            <pc:docMk/>
            <pc:sldMk cId="1754236133" sldId="2141412320"/>
            <ac:cxnSpMk id="65" creationId="{A79D8597-4C7E-456C-851A-8B5F941A3A59}"/>
          </ac:cxnSpMkLst>
        </pc:cxnChg>
      </pc:sldChg>
      <pc:sldChg chg="addSp modSp mod">
        <pc:chgData name="Kanduru, Raghava" userId="cf8c09de-c40c-47a2-971b-c612c06e0906" providerId="ADAL" clId="{26AFC52D-BF93-4271-A7A4-3AF00AA0CD30}" dt="2024-05-28T08:17:31.103" v="1122" actId="20577"/>
        <pc:sldMkLst>
          <pc:docMk/>
          <pc:sldMk cId="3414426561" sldId="2141412321"/>
        </pc:sldMkLst>
        <pc:spChg chg="add mod">
          <ac:chgData name="Kanduru, Raghava" userId="cf8c09de-c40c-47a2-971b-c612c06e0906" providerId="ADAL" clId="{26AFC52D-BF93-4271-A7A4-3AF00AA0CD30}" dt="2024-05-16T07:07:57.728" v="70"/>
          <ac:spMkLst>
            <pc:docMk/>
            <pc:sldMk cId="3414426561" sldId="2141412321"/>
            <ac:spMk id="2" creationId="{32A020B9-FAEF-C240-06BE-3A22CFF94D4C}"/>
          </ac:spMkLst>
        </pc:spChg>
        <pc:graphicFrameChg chg="modGraphic">
          <ac:chgData name="Kanduru, Raghava" userId="cf8c09de-c40c-47a2-971b-c612c06e0906" providerId="ADAL" clId="{26AFC52D-BF93-4271-A7A4-3AF00AA0CD30}" dt="2024-05-28T08:17:31.103" v="1122" actId="20577"/>
          <ac:graphicFrameMkLst>
            <pc:docMk/>
            <pc:sldMk cId="3414426561" sldId="2141412321"/>
            <ac:graphicFrameMk id="3" creationId="{91A6E857-1EF2-486C-A171-821E92D3D2A3}"/>
          </ac:graphicFrameMkLst>
        </pc:graphicFrameChg>
      </pc:sldChg>
      <pc:sldChg chg="addSp delSp modSp mod">
        <pc:chgData name="Kanduru, Raghava" userId="cf8c09de-c40c-47a2-971b-c612c06e0906" providerId="ADAL" clId="{26AFC52D-BF93-4271-A7A4-3AF00AA0CD30}" dt="2024-05-17T09:35:29.883" v="252" actId="478"/>
        <pc:sldMkLst>
          <pc:docMk/>
          <pc:sldMk cId="1607761073" sldId="2141412322"/>
        </pc:sldMkLst>
        <pc:spChg chg="add del mod">
          <ac:chgData name="Kanduru, Raghava" userId="cf8c09de-c40c-47a2-971b-c612c06e0906" providerId="ADAL" clId="{26AFC52D-BF93-4271-A7A4-3AF00AA0CD30}" dt="2024-05-17T09:35:29.883" v="252" actId="478"/>
          <ac:spMkLst>
            <pc:docMk/>
            <pc:sldMk cId="1607761073" sldId="2141412322"/>
            <ac:spMk id="2" creationId="{D3EBE953-8342-C9C8-5403-0D1E2015354C}"/>
          </ac:spMkLst>
        </pc:spChg>
      </pc:sldChg>
      <pc:sldChg chg="addSp modSp">
        <pc:chgData name="Kanduru, Raghava" userId="cf8c09de-c40c-47a2-971b-c612c06e0906" providerId="ADAL" clId="{26AFC52D-BF93-4271-A7A4-3AF00AA0CD30}" dt="2024-05-16T07:08:00.097" v="71"/>
        <pc:sldMkLst>
          <pc:docMk/>
          <pc:sldMk cId="1881052012" sldId="2141412324"/>
        </pc:sldMkLst>
        <pc:spChg chg="add mod">
          <ac:chgData name="Kanduru, Raghava" userId="cf8c09de-c40c-47a2-971b-c612c06e0906" providerId="ADAL" clId="{26AFC52D-BF93-4271-A7A4-3AF00AA0CD30}" dt="2024-05-16T07:08:00.097" v="71"/>
          <ac:spMkLst>
            <pc:docMk/>
            <pc:sldMk cId="1881052012" sldId="2141412324"/>
            <ac:spMk id="2" creationId="{2D032602-6BA1-053B-5239-C703B401610F}"/>
          </ac:spMkLst>
        </pc:spChg>
      </pc:sldChg>
      <pc:sldChg chg="addSp modSp">
        <pc:chgData name="Kanduru, Raghava" userId="cf8c09de-c40c-47a2-971b-c612c06e0906" providerId="ADAL" clId="{26AFC52D-BF93-4271-A7A4-3AF00AA0CD30}" dt="2024-05-16T07:11:53.122" v="164"/>
        <pc:sldMkLst>
          <pc:docMk/>
          <pc:sldMk cId="1989688419" sldId="2141412328"/>
        </pc:sldMkLst>
        <pc:spChg chg="add mod">
          <ac:chgData name="Kanduru, Raghava" userId="cf8c09de-c40c-47a2-971b-c612c06e0906" providerId="ADAL" clId="{26AFC52D-BF93-4271-A7A4-3AF00AA0CD30}" dt="2024-05-16T07:11:53.122" v="164"/>
          <ac:spMkLst>
            <pc:docMk/>
            <pc:sldMk cId="1989688419" sldId="2141412328"/>
            <ac:spMk id="2" creationId="{B3F05568-1D4A-7FD9-49D9-BDB588A60486}"/>
          </ac:spMkLst>
        </pc:spChg>
      </pc:sldChg>
      <pc:sldChg chg="addSp modSp mod">
        <pc:chgData name="Kanduru, Raghava" userId="cf8c09de-c40c-47a2-971b-c612c06e0906" providerId="ADAL" clId="{26AFC52D-BF93-4271-A7A4-3AF00AA0CD30}" dt="2024-05-23T08:01:20.752" v="715" actId="14100"/>
        <pc:sldMkLst>
          <pc:docMk/>
          <pc:sldMk cId="2075032058" sldId="2141412334"/>
        </pc:sldMkLst>
        <pc:spChg chg="add mod">
          <ac:chgData name="Kanduru, Raghava" userId="cf8c09de-c40c-47a2-971b-c612c06e0906" providerId="ADAL" clId="{26AFC52D-BF93-4271-A7A4-3AF00AA0CD30}" dt="2024-05-23T08:01:20.752" v="715" actId="14100"/>
          <ac:spMkLst>
            <pc:docMk/>
            <pc:sldMk cId="2075032058" sldId="2141412334"/>
            <ac:spMk id="2" creationId="{8949F255-B385-E426-C303-190570749C53}"/>
          </ac:spMkLst>
        </pc:spChg>
        <pc:spChg chg="mod">
          <ac:chgData name="Kanduru, Raghava" userId="cf8c09de-c40c-47a2-971b-c612c06e0906" providerId="ADAL" clId="{26AFC52D-BF93-4271-A7A4-3AF00AA0CD30}" dt="2024-05-23T08:01:10.734" v="714" actId="14100"/>
          <ac:spMkLst>
            <pc:docMk/>
            <pc:sldMk cId="2075032058" sldId="2141412334"/>
            <ac:spMk id="3" creationId="{2AF865AE-0F78-49F3-A0CB-D4F57A104432}"/>
          </ac:spMkLst>
        </pc:spChg>
        <pc:graphicFrameChg chg="mod">
          <ac:chgData name="Kanduru, Raghava" userId="cf8c09de-c40c-47a2-971b-c612c06e0906" providerId="ADAL" clId="{26AFC52D-BF93-4271-A7A4-3AF00AA0CD30}" dt="2024-05-23T08:00:46.100" v="671" actId="20577"/>
          <ac:graphicFrameMkLst>
            <pc:docMk/>
            <pc:sldMk cId="2075032058" sldId="2141412334"/>
            <ac:graphicFrameMk id="4" creationId="{B10DAC52-42A1-42F3-9DE7-D08C6FF1A103}"/>
          </ac:graphicFrameMkLst>
        </pc:graphicFrameChg>
      </pc:sldChg>
      <pc:sldChg chg="addSp delSp modSp mod">
        <pc:chgData name="Kanduru, Raghava" userId="cf8c09de-c40c-47a2-971b-c612c06e0906" providerId="ADAL" clId="{26AFC52D-BF93-4271-A7A4-3AF00AA0CD30}" dt="2024-05-16T08:20:20.962" v="170" actId="478"/>
        <pc:sldMkLst>
          <pc:docMk/>
          <pc:sldMk cId="2878614302" sldId="2147229685"/>
        </pc:sldMkLst>
        <pc:spChg chg="add del mod">
          <ac:chgData name="Kanduru, Raghava" userId="cf8c09de-c40c-47a2-971b-c612c06e0906" providerId="ADAL" clId="{26AFC52D-BF93-4271-A7A4-3AF00AA0CD30}" dt="2024-05-16T08:20:20.962" v="170" actId="478"/>
          <ac:spMkLst>
            <pc:docMk/>
            <pc:sldMk cId="2878614302" sldId="2147229685"/>
            <ac:spMk id="2" creationId="{0857298E-1822-CCF6-CDEA-5A28E901EAE6}"/>
          </ac:spMkLst>
        </pc:spChg>
      </pc:sldChg>
      <pc:sldChg chg="addSp modSp">
        <pc:chgData name="Kanduru, Raghava" userId="cf8c09de-c40c-47a2-971b-c612c06e0906" providerId="ADAL" clId="{26AFC52D-BF93-4271-A7A4-3AF00AA0CD30}" dt="2024-05-16T07:08:11.379" v="72"/>
        <pc:sldMkLst>
          <pc:docMk/>
          <pc:sldMk cId="2134738043" sldId="2147229686"/>
        </pc:sldMkLst>
        <pc:spChg chg="add mod">
          <ac:chgData name="Kanduru, Raghava" userId="cf8c09de-c40c-47a2-971b-c612c06e0906" providerId="ADAL" clId="{26AFC52D-BF93-4271-A7A4-3AF00AA0CD30}" dt="2024-05-16T07:08:11.379" v="72"/>
          <ac:spMkLst>
            <pc:docMk/>
            <pc:sldMk cId="2134738043" sldId="2147229686"/>
            <ac:spMk id="2" creationId="{DA561ED7-8491-BFC8-B668-36DB90FED5C7}"/>
          </ac:spMkLst>
        </pc:spChg>
      </pc:sldChg>
      <pc:sldChg chg="ord">
        <pc:chgData name="Kanduru, Raghava" userId="cf8c09de-c40c-47a2-971b-c612c06e0906" providerId="ADAL" clId="{26AFC52D-BF93-4271-A7A4-3AF00AA0CD30}" dt="2024-05-16T04:57:15.137" v="0" actId="20578"/>
        <pc:sldMkLst>
          <pc:docMk/>
          <pc:sldMk cId="1923745520" sldId="2147474097"/>
        </pc:sldMkLst>
      </pc:sldChg>
      <pc:sldChg chg="add del">
        <pc:chgData name="Kanduru, Raghava" userId="cf8c09de-c40c-47a2-971b-c612c06e0906" providerId="ADAL" clId="{26AFC52D-BF93-4271-A7A4-3AF00AA0CD30}" dt="2024-05-22T05:24:39.274" v="287" actId="47"/>
        <pc:sldMkLst>
          <pc:docMk/>
          <pc:sldMk cId="1583568345" sldId="2147474098"/>
        </pc:sldMkLst>
      </pc:sldChg>
      <pc:sldChg chg="del">
        <pc:chgData name="Kanduru, Raghava" userId="cf8c09de-c40c-47a2-971b-c612c06e0906" providerId="ADAL" clId="{26AFC52D-BF93-4271-A7A4-3AF00AA0CD30}" dt="2024-05-16T07:12:17.173" v="168" actId="47"/>
        <pc:sldMkLst>
          <pc:docMk/>
          <pc:sldMk cId="3590382306" sldId="2147474169"/>
        </pc:sldMkLst>
      </pc:sldChg>
      <pc:sldChg chg="addSp modSp">
        <pc:chgData name="Kanduru, Raghava" userId="cf8c09de-c40c-47a2-971b-c612c06e0906" providerId="ADAL" clId="{26AFC52D-BF93-4271-A7A4-3AF00AA0CD30}" dt="2024-05-16T07:11:44.580" v="160"/>
        <pc:sldMkLst>
          <pc:docMk/>
          <pc:sldMk cId="2042885715" sldId="2147474192"/>
        </pc:sldMkLst>
        <pc:spChg chg="add mod">
          <ac:chgData name="Kanduru, Raghava" userId="cf8c09de-c40c-47a2-971b-c612c06e0906" providerId="ADAL" clId="{26AFC52D-BF93-4271-A7A4-3AF00AA0CD30}" dt="2024-05-16T07:11:44.580" v="160"/>
          <ac:spMkLst>
            <pc:docMk/>
            <pc:sldMk cId="2042885715" sldId="2147474192"/>
            <ac:spMk id="2" creationId="{0610AA5B-8FCA-7BAF-C077-D887A6D80199}"/>
          </ac:spMkLst>
        </pc:spChg>
      </pc:sldChg>
      <pc:sldChg chg="addSp modSp add mod">
        <pc:chgData name="Kanduru, Raghava" userId="cf8c09de-c40c-47a2-971b-c612c06e0906" providerId="ADAL" clId="{26AFC52D-BF93-4271-A7A4-3AF00AA0CD30}" dt="2024-05-16T07:11:46.315" v="161"/>
        <pc:sldMkLst>
          <pc:docMk/>
          <pc:sldMk cId="3450465591" sldId="2147474193"/>
        </pc:sldMkLst>
        <pc:spChg chg="add mod">
          <ac:chgData name="Kanduru, Raghava" userId="cf8c09de-c40c-47a2-971b-c612c06e0906" providerId="ADAL" clId="{26AFC52D-BF93-4271-A7A4-3AF00AA0CD30}" dt="2024-05-16T07:11:46.315" v="161"/>
          <ac:spMkLst>
            <pc:docMk/>
            <pc:sldMk cId="3450465591" sldId="2147474193"/>
            <ac:spMk id="2" creationId="{CDD8537F-6649-3A4F-FA16-717432C15D40}"/>
          </ac:spMkLst>
        </pc:spChg>
        <pc:spChg chg="mod">
          <ac:chgData name="Kanduru, Raghava" userId="cf8c09de-c40c-47a2-971b-c612c06e0906" providerId="ADAL" clId="{26AFC52D-BF93-4271-A7A4-3AF00AA0CD30}" dt="2024-05-16T06:54:37.640" v="26" actId="20577"/>
          <ac:spMkLst>
            <pc:docMk/>
            <pc:sldMk cId="3450465591" sldId="2147474193"/>
            <ac:spMk id="10" creationId="{D725078B-CAAE-427C-A710-816929E536C7}"/>
          </ac:spMkLst>
        </pc:spChg>
      </pc:sldChg>
      <pc:sldChg chg="addSp delSp modSp mod">
        <pc:chgData name="Kanduru, Raghava" userId="cf8c09de-c40c-47a2-971b-c612c06e0906" providerId="ADAL" clId="{26AFC52D-BF93-4271-A7A4-3AF00AA0CD30}" dt="2024-05-24T09:26:37.928" v="1096" actId="6549"/>
        <pc:sldMkLst>
          <pc:docMk/>
          <pc:sldMk cId="4112435908" sldId="2147475721"/>
        </pc:sldMkLst>
        <pc:spChg chg="del mod">
          <ac:chgData name="Kanduru, Raghava" userId="cf8c09de-c40c-47a2-971b-c612c06e0906" providerId="ADAL" clId="{26AFC52D-BF93-4271-A7A4-3AF00AA0CD30}" dt="2024-05-23T07:43:31.368" v="546" actId="478"/>
          <ac:spMkLst>
            <pc:docMk/>
            <pc:sldMk cId="4112435908" sldId="2147475721"/>
            <ac:spMk id="3" creationId="{663D18CE-9F18-5E9F-EB01-9C74D070D915}"/>
          </ac:spMkLst>
        </pc:spChg>
        <pc:spChg chg="mod">
          <ac:chgData name="Kanduru, Raghava" userId="cf8c09de-c40c-47a2-971b-c612c06e0906" providerId="ADAL" clId="{26AFC52D-BF93-4271-A7A4-3AF00AA0CD30}" dt="2024-05-23T07:50:18.288" v="623" actId="14100"/>
          <ac:spMkLst>
            <pc:docMk/>
            <pc:sldMk cId="4112435908" sldId="2147475721"/>
            <ac:spMk id="4" creationId="{A72AB8A9-FDD7-0AF0-D95B-276629D32266}"/>
          </ac:spMkLst>
        </pc:spChg>
        <pc:spChg chg="mod">
          <ac:chgData name="Kanduru, Raghava" userId="cf8c09de-c40c-47a2-971b-c612c06e0906" providerId="ADAL" clId="{26AFC52D-BF93-4271-A7A4-3AF00AA0CD30}" dt="2024-05-23T07:47:37.852" v="597" actId="1076"/>
          <ac:spMkLst>
            <pc:docMk/>
            <pc:sldMk cId="4112435908" sldId="2147475721"/>
            <ac:spMk id="7" creationId="{6917DEC1-C53C-B096-2D18-7C766ED15DE0}"/>
          </ac:spMkLst>
        </pc:spChg>
        <pc:spChg chg="mod">
          <ac:chgData name="Kanduru, Raghava" userId="cf8c09de-c40c-47a2-971b-c612c06e0906" providerId="ADAL" clId="{26AFC52D-BF93-4271-A7A4-3AF00AA0CD30}" dt="2024-05-23T07:47:19.546" v="594" actId="14100"/>
          <ac:spMkLst>
            <pc:docMk/>
            <pc:sldMk cId="4112435908" sldId="2147475721"/>
            <ac:spMk id="9" creationId="{5C315BE7-8ADC-F62F-2E76-4564E117C33B}"/>
          </ac:spMkLst>
        </pc:spChg>
        <pc:spChg chg="mod">
          <ac:chgData name="Kanduru, Raghava" userId="cf8c09de-c40c-47a2-971b-c612c06e0906" providerId="ADAL" clId="{26AFC52D-BF93-4271-A7A4-3AF00AA0CD30}" dt="2024-05-23T07:50:40.821" v="626" actId="1076"/>
          <ac:spMkLst>
            <pc:docMk/>
            <pc:sldMk cId="4112435908" sldId="2147475721"/>
            <ac:spMk id="20" creationId="{77A6F499-3E4E-EF30-B3BA-EE2A121CC89C}"/>
          </ac:spMkLst>
        </pc:spChg>
        <pc:spChg chg="mod">
          <ac:chgData name="Kanduru, Raghava" userId="cf8c09de-c40c-47a2-971b-c612c06e0906" providerId="ADAL" clId="{26AFC52D-BF93-4271-A7A4-3AF00AA0CD30}" dt="2024-05-23T07:54:24.815" v="649" actId="1076"/>
          <ac:spMkLst>
            <pc:docMk/>
            <pc:sldMk cId="4112435908" sldId="2147475721"/>
            <ac:spMk id="24" creationId="{639F521B-A7F2-A5E3-34FF-32A2053939A3}"/>
          </ac:spMkLst>
        </pc:spChg>
        <pc:spChg chg="mod">
          <ac:chgData name="Kanduru, Raghava" userId="cf8c09de-c40c-47a2-971b-c612c06e0906" providerId="ADAL" clId="{26AFC52D-BF93-4271-A7A4-3AF00AA0CD30}" dt="2024-05-24T09:15:57.313" v="1014" actId="20577"/>
          <ac:spMkLst>
            <pc:docMk/>
            <pc:sldMk cId="4112435908" sldId="2147475721"/>
            <ac:spMk id="26" creationId="{6BB44C32-54C0-2D5F-DFD3-5BCC9579321D}"/>
          </ac:spMkLst>
        </pc:spChg>
        <pc:spChg chg="mod">
          <ac:chgData name="Kanduru, Raghava" userId="cf8c09de-c40c-47a2-971b-c612c06e0906" providerId="ADAL" clId="{26AFC52D-BF93-4271-A7A4-3AF00AA0CD30}" dt="2024-05-23T07:51:14.900" v="629" actId="1076"/>
          <ac:spMkLst>
            <pc:docMk/>
            <pc:sldMk cId="4112435908" sldId="2147475721"/>
            <ac:spMk id="32" creationId="{A9B6E3B3-196B-5EC5-04F5-9D3B15D03E50}"/>
          </ac:spMkLst>
        </pc:spChg>
        <pc:spChg chg="mod">
          <ac:chgData name="Kanduru, Raghava" userId="cf8c09de-c40c-47a2-971b-c612c06e0906" providerId="ADAL" clId="{26AFC52D-BF93-4271-A7A4-3AF00AA0CD30}" dt="2024-05-23T07:46:47.899" v="589" actId="14100"/>
          <ac:spMkLst>
            <pc:docMk/>
            <pc:sldMk cId="4112435908" sldId="2147475721"/>
            <ac:spMk id="34" creationId="{685D9A75-EA5D-8BA9-376D-F35D17E45D2B}"/>
          </ac:spMkLst>
        </pc:spChg>
        <pc:spChg chg="mod">
          <ac:chgData name="Kanduru, Raghava" userId="cf8c09de-c40c-47a2-971b-c612c06e0906" providerId="ADAL" clId="{26AFC52D-BF93-4271-A7A4-3AF00AA0CD30}" dt="2024-05-23T07:50:24.783" v="624" actId="1076"/>
          <ac:spMkLst>
            <pc:docMk/>
            <pc:sldMk cId="4112435908" sldId="2147475721"/>
            <ac:spMk id="43" creationId="{3090EDAC-2B71-D042-4771-F250145B1CC1}"/>
          </ac:spMkLst>
        </pc:spChg>
        <pc:spChg chg="mod">
          <ac:chgData name="Kanduru, Raghava" userId="cf8c09de-c40c-47a2-971b-c612c06e0906" providerId="ADAL" clId="{26AFC52D-BF93-4271-A7A4-3AF00AA0CD30}" dt="2024-05-24T09:25:26.343" v="1037" actId="1038"/>
          <ac:spMkLst>
            <pc:docMk/>
            <pc:sldMk cId="4112435908" sldId="2147475721"/>
            <ac:spMk id="45" creationId="{C59080AB-1726-8AA3-E633-16311A629AB5}"/>
          </ac:spMkLst>
        </pc:spChg>
        <pc:spChg chg="mod">
          <ac:chgData name="Kanduru, Raghava" userId="cf8c09de-c40c-47a2-971b-c612c06e0906" providerId="ADAL" clId="{26AFC52D-BF93-4271-A7A4-3AF00AA0CD30}" dt="2024-05-24T09:15:33.693" v="986" actId="20577"/>
          <ac:spMkLst>
            <pc:docMk/>
            <pc:sldMk cId="4112435908" sldId="2147475721"/>
            <ac:spMk id="46" creationId="{C6455E77-D758-56B3-7414-E20FB57CA6E1}"/>
          </ac:spMkLst>
        </pc:spChg>
        <pc:spChg chg="del">
          <ac:chgData name="Kanduru, Raghava" userId="cf8c09de-c40c-47a2-971b-c612c06e0906" providerId="ADAL" clId="{26AFC52D-BF93-4271-A7A4-3AF00AA0CD30}" dt="2024-05-24T09:24:14.439" v="1015" actId="478"/>
          <ac:spMkLst>
            <pc:docMk/>
            <pc:sldMk cId="4112435908" sldId="2147475721"/>
            <ac:spMk id="50" creationId="{39BF3FE1-DB1E-7A7A-0FE2-9FC8858461B1}"/>
          </ac:spMkLst>
        </pc:spChg>
        <pc:spChg chg="del">
          <ac:chgData name="Kanduru, Raghava" userId="cf8c09de-c40c-47a2-971b-c612c06e0906" providerId="ADAL" clId="{26AFC52D-BF93-4271-A7A4-3AF00AA0CD30}" dt="2024-05-24T09:24:18.012" v="1016" actId="478"/>
          <ac:spMkLst>
            <pc:docMk/>
            <pc:sldMk cId="4112435908" sldId="2147475721"/>
            <ac:spMk id="51" creationId="{A71261F2-16F4-F0E5-AAA2-A668E3C92512}"/>
          </ac:spMkLst>
        </pc:spChg>
        <pc:spChg chg="del">
          <ac:chgData name="Kanduru, Raghava" userId="cf8c09de-c40c-47a2-971b-c612c06e0906" providerId="ADAL" clId="{26AFC52D-BF93-4271-A7A4-3AF00AA0CD30}" dt="2024-05-24T09:24:20.683" v="1017" actId="478"/>
          <ac:spMkLst>
            <pc:docMk/>
            <pc:sldMk cId="4112435908" sldId="2147475721"/>
            <ac:spMk id="52" creationId="{92FDED05-9FEC-D8A2-BB06-8BC8571C9F27}"/>
          </ac:spMkLst>
        </pc:spChg>
        <pc:spChg chg="mod">
          <ac:chgData name="Kanduru, Raghava" userId="cf8c09de-c40c-47a2-971b-c612c06e0906" providerId="ADAL" clId="{26AFC52D-BF93-4271-A7A4-3AF00AA0CD30}" dt="2024-05-23T07:55:49.536" v="669" actId="20577"/>
          <ac:spMkLst>
            <pc:docMk/>
            <pc:sldMk cId="4112435908" sldId="2147475721"/>
            <ac:spMk id="54" creationId="{F3D6B933-3166-C837-A1F3-C628723E704F}"/>
          </ac:spMkLst>
        </pc:spChg>
        <pc:spChg chg="mod">
          <ac:chgData name="Kanduru, Raghava" userId="cf8c09de-c40c-47a2-971b-c612c06e0906" providerId="ADAL" clId="{26AFC52D-BF93-4271-A7A4-3AF00AA0CD30}" dt="2024-05-24T09:26:37.928" v="1096" actId="6549"/>
          <ac:spMkLst>
            <pc:docMk/>
            <pc:sldMk cId="4112435908" sldId="2147475721"/>
            <ac:spMk id="56" creationId="{204603B8-01F0-9BF8-1F83-6AA16FB3D804}"/>
          </ac:spMkLst>
        </pc:spChg>
        <pc:spChg chg="del">
          <ac:chgData name="Kanduru, Raghava" userId="cf8c09de-c40c-47a2-971b-c612c06e0906" providerId="ADAL" clId="{26AFC52D-BF93-4271-A7A4-3AF00AA0CD30}" dt="2024-05-23T07:43:51.071" v="550" actId="478"/>
          <ac:spMkLst>
            <pc:docMk/>
            <pc:sldMk cId="4112435908" sldId="2147475721"/>
            <ac:spMk id="61" creationId="{75E7DEAD-AB15-3364-204D-09556FA09F54}"/>
          </ac:spMkLst>
        </pc:spChg>
        <pc:grpChg chg="add mod">
          <ac:chgData name="Kanduru, Raghava" userId="cf8c09de-c40c-47a2-971b-c612c06e0906" providerId="ADAL" clId="{26AFC52D-BF93-4271-A7A4-3AF00AA0CD30}" dt="2024-05-23T07:54:57.929" v="652" actId="1076"/>
          <ac:grpSpMkLst>
            <pc:docMk/>
            <pc:sldMk cId="4112435908" sldId="2147475721"/>
            <ac:grpSpMk id="2" creationId="{595094A7-4AFC-3DC6-2232-9C71A525CC3A}"/>
          </ac:grpSpMkLst>
        </pc:grpChg>
        <pc:grpChg chg="mod">
          <ac:chgData name="Kanduru, Raghava" userId="cf8c09de-c40c-47a2-971b-c612c06e0906" providerId="ADAL" clId="{26AFC52D-BF93-4271-A7A4-3AF00AA0CD30}" dt="2024-05-23T07:50:30.522" v="625" actId="1076"/>
          <ac:grpSpMkLst>
            <pc:docMk/>
            <pc:sldMk cId="4112435908" sldId="2147475721"/>
            <ac:grpSpMk id="6" creationId="{FCECC8D4-35B4-6820-997C-88D37856C2FF}"/>
          </ac:grpSpMkLst>
        </pc:grpChg>
        <pc:grpChg chg="mod">
          <ac:chgData name="Kanduru, Raghava" userId="cf8c09de-c40c-47a2-971b-c612c06e0906" providerId="ADAL" clId="{26AFC52D-BF93-4271-A7A4-3AF00AA0CD30}" dt="2024-05-23T07:51:55.137" v="630" actId="1076"/>
          <ac:grpSpMkLst>
            <pc:docMk/>
            <pc:sldMk cId="4112435908" sldId="2147475721"/>
            <ac:grpSpMk id="10" creationId="{8AFD1997-9E1D-1CC1-779D-38E278954AE0}"/>
          </ac:grpSpMkLst>
        </pc:grpChg>
        <pc:grpChg chg="del">
          <ac:chgData name="Kanduru, Raghava" userId="cf8c09de-c40c-47a2-971b-c612c06e0906" providerId="ADAL" clId="{26AFC52D-BF93-4271-A7A4-3AF00AA0CD30}" dt="2024-05-23T07:43:29.525" v="545" actId="478"/>
          <ac:grpSpMkLst>
            <pc:docMk/>
            <pc:sldMk cId="4112435908" sldId="2147475721"/>
            <ac:grpSpMk id="15" creationId="{CCEA4B57-5B71-0658-9586-49D199DA4CBE}"/>
          </ac:grpSpMkLst>
        </pc:grpChg>
        <pc:grpChg chg="mod">
          <ac:chgData name="Kanduru, Raghava" userId="cf8c09de-c40c-47a2-971b-c612c06e0906" providerId="ADAL" clId="{26AFC52D-BF93-4271-A7A4-3AF00AA0CD30}" dt="2024-05-23T07:45:07.141" v="555" actId="1076"/>
          <ac:grpSpMkLst>
            <pc:docMk/>
            <pc:sldMk cId="4112435908" sldId="2147475721"/>
            <ac:grpSpMk id="19" creationId="{97ACD9B8-DC57-C8B0-C010-809F2AD6786F}"/>
          </ac:grpSpMkLst>
        </pc:grpChg>
        <pc:grpChg chg="mod">
          <ac:chgData name="Kanduru, Raghava" userId="cf8c09de-c40c-47a2-971b-c612c06e0906" providerId="ADAL" clId="{26AFC52D-BF93-4271-A7A4-3AF00AA0CD30}" dt="2024-05-23T07:54:32.013" v="650" actId="1076"/>
          <ac:grpSpMkLst>
            <pc:docMk/>
            <pc:sldMk cId="4112435908" sldId="2147475721"/>
            <ac:grpSpMk id="23" creationId="{5FE07F9D-5773-7E4D-5B88-4495C3510578}"/>
          </ac:grpSpMkLst>
        </pc:grpChg>
        <pc:grpChg chg="mod">
          <ac:chgData name="Kanduru, Raghava" userId="cf8c09de-c40c-47a2-971b-c612c06e0906" providerId="ADAL" clId="{26AFC52D-BF93-4271-A7A4-3AF00AA0CD30}" dt="2024-05-23T07:50:51.369" v="627" actId="1076"/>
          <ac:grpSpMkLst>
            <pc:docMk/>
            <pc:sldMk cId="4112435908" sldId="2147475721"/>
            <ac:grpSpMk id="27" creationId="{DB255357-931B-0A0D-AF11-92059817D5CD}"/>
          </ac:grpSpMkLst>
        </pc:grpChg>
        <pc:grpChg chg="mod">
          <ac:chgData name="Kanduru, Raghava" userId="cf8c09de-c40c-47a2-971b-c612c06e0906" providerId="ADAL" clId="{26AFC52D-BF93-4271-A7A4-3AF00AA0CD30}" dt="2024-05-23T07:51:00.879" v="628" actId="1076"/>
          <ac:grpSpMkLst>
            <pc:docMk/>
            <pc:sldMk cId="4112435908" sldId="2147475721"/>
            <ac:grpSpMk id="31" creationId="{A39109EC-7339-C88C-5F85-33449EE96501}"/>
          </ac:grpSpMkLst>
        </pc:grpChg>
        <pc:grpChg chg="mod">
          <ac:chgData name="Kanduru, Raghava" userId="cf8c09de-c40c-47a2-971b-c612c06e0906" providerId="ADAL" clId="{26AFC52D-BF93-4271-A7A4-3AF00AA0CD30}" dt="2024-05-23T07:49:50.891" v="620" actId="1076"/>
          <ac:grpSpMkLst>
            <pc:docMk/>
            <pc:sldMk cId="4112435908" sldId="2147475721"/>
            <ac:grpSpMk id="44" creationId="{1FF32828-7B48-DB45-074B-50D1F76F62A6}"/>
          </ac:grpSpMkLst>
        </pc:grpChg>
        <pc:picChg chg="mod">
          <ac:chgData name="Kanduru, Raghava" userId="cf8c09de-c40c-47a2-971b-c612c06e0906" providerId="ADAL" clId="{26AFC52D-BF93-4271-A7A4-3AF00AA0CD30}" dt="2024-05-23T07:47:37.852" v="597" actId="1076"/>
          <ac:picMkLst>
            <pc:docMk/>
            <pc:sldMk cId="4112435908" sldId="2147475721"/>
            <ac:picMk id="8" creationId="{07245633-B332-F43F-12A3-43DBDEEEF140}"/>
          </ac:picMkLst>
        </pc:picChg>
        <pc:picChg chg="mod">
          <ac:chgData name="Kanduru, Raghava" userId="cf8c09de-c40c-47a2-971b-c612c06e0906" providerId="ADAL" clId="{26AFC52D-BF93-4271-A7A4-3AF00AA0CD30}" dt="2024-05-24T09:24:36.695" v="1018" actId="207"/>
          <ac:picMkLst>
            <pc:docMk/>
            <pc:sldMk cId="4112435908" sldId="2147475721"/>
            <ac:picMk id="12" creationId="{A88140FA-EBF6-475F-5E73-D7EAC79730C7}"/>
          </ac:picMkLst>
        </pc:picChg>
        <pc:picChg chg="mod">
          <ac:chgData name="Kanduru, Raghava" userId="cf8c09de-c40c-47a2-971b-c612c06e0906" providerId="ADAL" clId="{26AFC52D-BF93-4271-A7A4-3AF00AA0CD30}" dt="2024-05-23T07:50:40.821" v="626" actId="1076"/>
          <ac:picMkLst>
            <pc:docMk/>
            <pc:sldMk cId="4112435908" sldId="2147475721"/>
            <ac:picMk id="21" creationId="{4DAC89CE-47E4-9485-4AB5-47FF7C3EA34C}"/>
          </ac:picMkLst>
        </pc:picChg>
        <pc:picChg chg="mod">
          <ac:chgData name="Kanduru, Raghava" userId="cf8c09de-c40c-47a2-971b-c612c06e0906" providerId="ADAL" clId="{26AFC52D-BF93-4271-A7A4-3AF00AA0CD30}" dt="2024-05-24T09:24:40.836" v="1019" actId="207"/>
          <ac:picMkLst>
            <pc:docMk/>
            <pc:sldMk cId="4112435908" sldId="2147475721"/>
            <ac:picMk id="25" creationId="{027D9965-6BBA-694A-2BDB-421A1D4A3D7A}"/>
          </ac:picMkLst>
        </pc:picChg>
        <pc:picChg chg="mod">
          <ac:chgData name="Kanduru, Raghava" userId="cf8c09de-c40c-47a2-971b-c612c06e0906" providerId="ADAL" clId="{26AFC52D-BF93-4271-A7A4-3AF00AA0CD30}" dt="2024-05-23T07:51:14.900" v="629" actId="1076"/>
          <ac:picMkLst>
            <pc:docMk/>
            <pc:sldMk cId="4112435908" sldId="2147475721"/>
            <ac:picMk id="33" creationId="{850DCB1B-076C-96A3-9DD0-2A073E75ABBC}"/>
          </ac:picMkLst>
        </pc:picChg>
        <pc:picChg chg="mod">
          <ac:chgData name="Kanduru, Raghava" userId="cf8c09de-c40c-47a2-971b-c612c06e0906" providerId="ADAL" clId="{26AFC52D-BF93-4271-A7A4-3AF00AA0CD30}" dt="2024-05-23T07:49:13.466" v="603" actId="1076"/>
          <ac:picMkLst>
            <pc:docMk/>
            <pc:sldMk cId="4112435908" sldId="2147475721"/>
            <ac:picMk id="47" creationId="{1BC17BA2-4469-F881-840C-52F87F499465}"/>
          </ac:picMkLst>
        </pc:picChg>
        <pc:picChg chg="mod">
          <ac:chgData name="Kanduru, Raghava" userId="cf8c09de-c40c-47a2-971b-c612c06e0906" providerId="ADAL" clId="{26AFC52D-BF93-4271-A7A4-3AF00AA0CD30}" dt="2024-05-24T09:25:00.165" v="1024" actId="1076"/>
          <ac:picMkLst>
            <pc:docMk/>
            <pc:sldMk cId="4112435908" sldId="2147475721"/>
            <ac:picMk id="48" creationId="{A43FC586-EA47-C3D7-F619-54F0FE8AAE98}"/>
          </ac:picMkLst>
        </pc:picChg>
        <pc:picChg chg="mod">
          <ac:chgData name="Kanduru, Raghava" userId="cf8c09de-c40c-47a2-971b-c612c06e0906" providerId="ADAL" clId="{26AFC52D-BF93-4271-A7A4-3AF00AA0CD30}" dt="2024-05-24T09:24:44.486" v="1020" actId="207"/>
          <ac:picMkLst>
            <pc:docMk/>
            <pc:sldMk cId="4112435908" sldId="2147475721"/>
            <ac:picMk id="55" creationId="{BFF34183-260E-7081-6378-0CFEAF147D0A}"/>
          </ac:picMkLst>
        </pc:picChg>
      </pc:sldChg>
      <pc:sldChg chg="addSp delSp modSp add mod">
        <pc:chgData name="Kanduru, Raghava" userId="cf8c09de-c40c-47a2-971b-c612c06e0906" providerId="ADAL" clId="{26AFC52D-BF93-4271-A7A4-3AF00AA0CD30}" dt="2024-05-28T10:37:58.298" v="1204" actId="1076"/>
        <pc:sldMkLst>
          <pc:docMk/>
          <pc:sldMk cId="415626969" sldId="2147475792"/>
        </pc:sldMkLst>
        <pc:spChg chg="mod">
          <ac:chgData name="Kanduru, Raghava" userId="cf8c09de-c40c-47a2-971b-c612c06e0906" providerId="ADAL" clId="{26AFC52D-BF93-4271-A7A4-3AF00AA0CD30}" dt="2024-05-28T10:35:23.824" v="1131" actId="1076"/>
          <ac:spMkLst>
            <pc:docMk/>
            <pc:sldMk cId="415626969" sldId="2147475792"/>
            <ac:spMk id="2" creationId="{516B10BD-EA74-37C8-CC12-F7D682501E43}"/>
          </ac:spMkLst>
        </pc:spChg>
        <pc:spChg chg="del">
          <ac:chgData name="Kanduru, Raghava" userId="cf8c09de-c40c-47a2-971b-c612c06e0906" providerId="ADAL" clId="{26AFC52D-BF93-4271-A7A4-3AF00AA0CD30}" dt="2024-05-22T05:25:44.292" v="330" actId="478"/>
          <ac:spMkLst>
            <pc:docMk/>
            <pc:sldMk cId="415626969" sldId="2147475792"/>
            <ac:spMk id="2" creationId="{8949F255-B385-E426-C303-190570749C53}"/>
          </ac:spMkLst>
        </pc:spChg>
        <pc:spChg chg="mod">
          <ac:chgData name="Kanduru, Raghava" userId="cf8c09de-c40c-47a2-971b-c612c06e0906" providerId="ADAL" clId="{26AFC52D-BF93-4271-A7A4-3AF00AA0CD30}" dt="2024-05-22T05:25:52.984" v="332" actId="1076"/>
          <ac:spMkLst>
            <pc:docMk/>
            <pc:sldMk cId="415626969" sldId="2147475792"/>
            <ac:spMk id="3" creationId="{2AF865AE-0F78-49F3-A0CB-D4F57A104432}"/>
          </ac:spMkLst>
        </pc:spChg>
        <pc:spChg chg="mod">
          <ac:chgData name="Kanduru, Raghava" userId="cf8c09de-c40c-47a2-971b-c612c06e0906" providerId="ADAL" clId="{26AFC52D-BF93-4271-A7A4-3AF00AA0CD30}" dt="2024-05-28T10:37:08.426" v="1191" actId="1076"/>
          <ac:spMkLst>
            <pc:docMk/>
            <pc:sldMk cId="415626969" sldId="2147475792"/>
            <ac:spMk id="4" creationId="{4C19DD01-B2A0-22B2-7952-8B0E07ACC120}"/>
          </ac:spMkLst>
        </pc:spChg>
        <pc:spChg chg="mod">
          <ac:chgData name="Kanduru, Raghava" userId="cf8c09de-c40c-47a2-971b-c612c06e0906" providerId="ADAL" clId="{26AFC52D-BF93-4271-A7A4-3AF00AA0CD30}" dt="2024-05-28T05:39:34.215" v="1110" actId="1076"/>
          <ac:spMkLst>
            <pc:docMk/>
            <pc:sldMk cId="415626969" sldId="2147475792"/>
            <ac:spMk id="5" creationId="{6933146C-9175-3137-BC51-046417F6F051}"/>
          </ac:spMkLst>
        </pc:spChg>
        <pc:spChg chg="del">
          <ac:chgData name="Kanduru, Raghava" userId="cf8c09de-c40c-47a2-971b-c612c06e0906" providerId="ADAL" clId="{26AFC52D-BF93-4271-A7A4-3AF00AA0CD30}" dt="2024-05-22T05:24:43.274" v="288" actId="478"/>
          <ac:spMkLst>
            <pc:docMk/>
            <pc:sldMk cId="415626969" sldId="2147475792"/>
            <ac:spMk id="5" creationId="{7D0E4BD8-BE23-492A-BBB8-B96FF0716E0D}"/>
          </ac:spMkLst>
        </pc:spChg>
        <pc:spChg chg="add mod">
          <ac:chgData name="Kanduru, Raghava" userId="cf8c09de-c40c-47a2-971b-c612c06e0906" providerId="ADAL" clId="{26AFC52D-BF93-4271-A7A4-3AF00AA0CD30}" dt="2024-05-23T09:44:47.643" v="826" actId="20577"/>
          <ac:spMkLst>
            <pc:docMk/>
            <pc:sldMk cId="415626969" sldId="2147475792"/>
            <ac:spMk id="7" creationId="{08103C3B-ECF5-47A9-E814-20A28BD040C1}"/>
          </ac:spMkLst>
        </pc:spChg>
        <pc:spChg chg="add del mod">
          <ac:chgData name="Kanduru, Raghava" userId="cf8c09de-c40c-47a2-971b-c612c06e0906" providerId="ADAL" clId="{26AFC52D-BF93-4271-A7A4-3AF00AA0CD30}" dt="2024-05-28T10:37:50.839" v="1201" actId="21"/>
          <ac:spMkLst>
            <pc:docMk/>
            <pc:sldMk cId="415626969" sldId="2147475792"/>
            <ac:spMk id="14" creationId="{E767E500-702F-59B3-C0D9-4D14BD98F576}"/>
          </ac:spMkLst>
        </pc:spChg>
        <pc:spChg chg="add del mod">
          <ac:chgData name="Kanduru, Raghava" userId="cf8c09de-c40c-47a2-971b-c612c06e0906" providerId="ADAL" clId="{26AFC52D-BF93-4271-A7A4-3AF00AA0CD30}" dt="2024-05-28T10:37:50.839" v="1201" actId="21"/>
          <ac:spMkLst>
            <pc:docMk/>
            <pc:sldMk cId="415626969" sldId="2147475792"/>
            <ac:spMk id="16" creationId="{53060C70-858D-1B3A-CA0E-F817C247BB95}"/>
          </ac:spMkLst>
        </pc:spChg>
        <pc:spChg chg="add del">
          <ac:chgData name="Kanduru, Raghava" userId="cf8c09de-c40c-47a2-971b-c612c06e0906" providerId="ADAL" clId="{26AFC52D-BF93-4271-A7A4-3AF00AA0CD30}" dt="2024-05-23T09:32:42.348" v="733" actId="11529"/>
          <ac:spMkLst>
            <pc:docMk/>
            <pc:sldMk cId="415626969" sldId="2147475792"/>
            <ac:spMk id="16" creationId="{F3B75DEF-2F5D-C3B6-0E4F-A30A76D07073}"/>
          </ac:spMkLst>
        </pc:spChg>
        <pc:spChg chg="add del mod">
          <ac:chgData name="Kanduru, Raghava" userId="cf8c09de-c40c-47a2-971b-c612c06e0906" providerId="ADAL" clId="{26AFC52D-BF93-4271-A7A4-3AF00AA0CD30}" dt="2024-05-23T09:35:32.951" v="811" actId="21"/>
          <ac:spMkLst>
            <pc:docMk/>
            <pc:sldMk cId="415626969" sldId="2147475792"/>
            <ac:spMk id="17" creationId="{18840A3A-20D8-4E7E-20F5-E398A36E9BBE}"/>
          </ac:spMkLst>
        </pc:spChg>
        <pc:spChg chg="add del mod">
          <ac:chgData name="Kanduru, Raghava" userId="cf8c09de-c40c-47a2-971b-c612c06e0906" providerId="ADAL" clId="{26AFC52D-BF93-4271-A7A4-3AF00AA0CD30}" dt="2024-05-28T10:37:50.839" v="1201" actId="21"/>
          <ac:spMkLst>
            <pc:docMk/>
            <pc:sldMk cId="415626969" sldId="2147475792"/>
            <ac:spMk id="17" creationId="{91FDF146-05EF-E2B0-2E70-66D78C9E72B8}"/>
          </ac:spMkLst>
        </pc:spChg>
        <pc:spChg chg="add del mod">
          <ac:chgData name="Kanduru, Raghava" userId="cf8c09de-c40c-47a2-971b-c612c06e0906" providerId="ADAL" clId="{26AFC52D-BF93-4271-A7A4-3AF00AA0CD30}" dt="2024-05-23T09:35:32.951" v="811" actId="21"/>
          <ac:spMkLst>
            <pc:docMk/>
            <pc:sldMk cId="415626969" sldId="2147475792"/>
            <ac:spMk id="18" creationId="{7A1EDBD9-011A-917D-EDF3-74DCA88BADFB}"/>
          </ac:spMkLst>
        </pc:spChg>
        <pc:spChg chg="add del mod">
          <ac:chgData name="Kanduru, Raghava" userId="cf8c09de-c40c-47a2-971b-c612c06e0906" providerId="ADAL" clId="{26AFC52D-BF93-4271-A7A4-3AF00AA0CD30}" dt="2024-05-23T09:35:32.951" v="811" actId="21"/>
          <ac:spMkLst>
            <pc:docMk/>
            <pc:sldMk cId="415626969" sldId="2147475792"/>
            <ac:spMk id="19" creationId="{3FD8AE1C-250A-5F43-5D38-A0D29416EE72}"/>
          </ac:spMkLst>
        </pc:spChg>
        <pc:graphicFrameChg chg="del">
          <ac:chgData name="Kanduru, Raghava" userId="cf8c09de-c40c-47a2-971b-c612c06e0906" providerId="ADAL" clId="{26AFC52D-BF93-4271-A7A4-3AF00AA0CD30}" dt="2024-05-22T05:24:46.238" v="289" actId="478"/>
          <ac:graphicFrameMkLst>
            <pc:docMk/>
            <pc:sldMk cId="415626969" sldId="2147475792"/>
            <ac:graphicFrameMk id="4" creationId="{B10DAC52-42A1-42F3-9DE7-D08C6FF1A103}"/>
          </ac:graphicFrameMkLst>
        </pc:graphicFrameChg>
        <pc:picChg chg="add mod">
          <ac:chgData name="Kanduru, Raghava" userId="cf8c09de-c40c-47a2-971b-c612c06e0906" providerId="ADAL" clId="{26AFC52D-BF93-4271-A7A4-3AF00AA0CD30}" dt="2024-05-28T10:35:23.824" v="1131" actId="1076"/>
          <ac:picMkLst>
            <pc:docMk/>
            <pc:sldMk cId="415626969" sldId="2147475792"/>
            <ac:picMk id="8" creationId="{63FCA822-283D-F42F-DAC6-272CE3EFF04F}"/>
          </ac:picMkLst>
        </pc:picChg>
        <pc:picChg chg="add del mod">
          <ac:chgData name="Kanduru, Raghava" userId="cf8c09de-c40c-47a2-971b-c612c06e0906" providerId="ADAL" clId="{26AFC52D-BF93-4271-A7A4-3AF00AA0CD30}" dt="2024-05-28T05:26:53.986" v="1097" actId="478"/>
          <ac:picMkLst>
            <pc:docMk/>
            <pc:sldMk cId="415626969" sldId="2147475792"/>
            <ac:picMk id="9" creationId="{82C79FF6-1EB2-7809-2571-D71B8B22296B}"/>
          </ac:picMkLst>
        </pc:picChg>
        <pc:picChg chg="add del">
          <ac:chgData name="Kanduru, Raghava" userId="cf8c09de-c40c-47a2-971b-c612c06e0906" providerId="ADAL" clId="{26AFC52D-BF93-4271-A7A4-3AF00AA0CD30}" dt="2024-05-23T09:30:34.586" v="723" actId="22"/>
          <ac:picMkLst>
            <pc:docMk/>
            <pc:sldMk cId="415626969" sldId="2147475792"/>
            <ac:picMk id="11" creationId="{15F31D75-286A-6BDA-4106-538ECAEAE670}"/>
          </ac:picMkLst>
        </pc:picChg>
        <pc:picChg chg="add mod">
          <ac:chgData name="Kanduru, Raghava" userId="cf8c09de-c40c-47a2-971b-c612c06e0906" providerId="ADAL" clId="{26AFC52D-BF93-4271-A7A4-3AF00AA0CD30}" dt="2024-05-28T05:39:28.843" v="1109" actId="1076"/>
          <ac:picMkLst>
            <pc:docMk/>
            <pc:sldMk cId="415626969" sldId="2147475792"/>
            <ac:picMk id="11" creationId="{D2CFED04-C675-0C5F-1EB5-A3C0F5F6FF35}"/>
          </ac:picMkLst>
        </pc:picChg>
        <pc:picChg chg="add del mod">
          <ac:chgData name="Kanduru, Raghava" userId="cf8c09de-c40c-47a2-971b-c612c06e0906" providerId="ADAL" clId="{26AFC52D-BF93-4271-A7A4-3AF00AA0CD30}" dt="2024-05-23T09:35:32.951" v="811" actId="21"/>
          <ac:picMkLst>
            <pc:docMk/>
            <pc:sldMk cId="415626969" sldId="2147475792"/>
            <ac:picMk id="13" creationId="{09058327-0FA9-B978-DAAB-9ECD2DB3D9C1}"/>
          </ac:picMkLst>
        </pc:picChg>
        <pc:picChg chg="add del mod">
          <ac:chgData name="Kanduru, Raghava" userId="cf8c09de-c40c-47a2-971b-c612c06e0906" providerId="ADAL" clId="{26AFC52D-BF93-4271-A7A4-3AF00AA0CD30}" dt="2024-05-28T10:37:50.839" v="1201" actId="21"/>
          <ac:picMkLst>
            <pc:docMk/>
            <pc:sldMk cId="415626969" sldId="2147475792"/>
            <ac:picMk id="13" creationId="{E469283F-3D7E-BA78-A447-BD0DE917F504}"/>
          </ac:picMkLst>
        </pc:picChg>
        <pc:picChg chg="add del mod">
          <ac:chgData name="Kanduru, Raghava" userId="cf8c09de-c40c-47a2-971b-c612c06e0906" providerId="ADAL" clId="{26AFC52D-BF93-4271-A7A4-3AF00AA0CD30}" dt="2024-05-28T10:35:08.527" v="1128" actId="478"/>
          <ac:picMkLst>
            <pc:docMk/>
            <pc:sldMk cId="415626969" sldId="2147475792"/>
            <ac:picMk id="15" creationId="{8C462D76-441B-9370-0024-7F3F6F657816}"/>
          </ac:picMkLst>
        </pc:picChg>
        <pc:picChg chg="add del mod">
          <ac:chgData name="Kanduru, Raghava" userId="cf8c09de-c40c-47a2-971b-c612c06e0906" providerId="ADAL" clId="{26AFC52D-BF93-4271-A7A4-3AF00AA0CD30}" dt="2024-05-28T10:37:21.620" v="1196"/>
          <ac:picMkLst>
            <pc:docMk/>
            <pc:sldMk cId="415626969" sldId="2147475792"/>
            <ac:picMk id="18" creationId="{9243CBFD-3100-8B4E-AF16-8BAD9AACA785}"/>
          </ac:picMkLst>
        </pc:picChg>
        <pc:picChg chg="add mod">
          <ac:chgData name="Kanduru, Raghava" userId="cf8c09de-c40c-47a2-971b-c612c06e0906" providerId="ADAL" clId="{26AFC52D-BF93-4271-A7A4-3AF00AA0CD30}" dt="2024-05-28T10:37:58.298" v="1204" actId="1076"/>
          <ac:picMkLst>
            <pc:docMk/>
            <pc:sldMk cId="415626969" sldId="2147475792"/>
            <ac:picMk id="19" creationId="{C7DF511A-810B-8C03-2239-A91C6F5F9479}"/>
          </ac:picMkLst>
        </pc:picChg>
        <pc:picChg chg="add del mod">
          <ac:chgData name="Kanduru, Raghava" userId="cf8c09de-c40c-47a2-971b-c612c06e0906" providerId="ADAL" clId="{26AFC52D-BF93-4271-A7A4-3AF00AA0CD30}" dt="2024-05-28T10:33:57.748" v="1124" actId="478"/>
          <ac:picMkLst>
            <pc:docMk/>
            <pc:sldMk cId="415626969" sldId="2147475792"/>
            <ac:picMk id="20" creationId="{09633401-86BC-0E8F-6953-5A59635A408D}"/>
          </ac:picMkLst>
        </pc:picChg>
        <pc:picChg chg="add del mod">
          <ac:chgData name="Kanduru, Raghava" userId="cf8c09de-c40c-47a2-971b-c612c06e0906" providerId="ADAL" clId="{26AFC52D-BF93-4271-A7A4-3AF00AA0CD30}" dt="2024-05-28T05:39:11.582" v="1104" actId="478"/>
          <ac:picMkLst>
            <pc:docMk/>
            <pc:sldMk cId="415626969" sldId="2147475792"/>
            <ac:picMk id="22" creationId="{2B343ED8-0B5F-E287-8799-F87366F01C90}"/>
          </ac:picMkLst>
        </pc:picChg>
      </pc:sldChg>
      <pc:sldChg chg="add del mod modShow">
        <pc:chgData name="Kanduru, Raghava" userId="cf8c09de-c40c-47a2-971b-c612c06e0906" providerId="ADAL" clId="{26AFC52D-BF93-4271-A7A4-3AF00AA0CD30}" dt="2024-05-23T09:46:16.919" v="849" actId="47"/>
        <pc:sldMkLst>
          <pc:docMk/>
          <pc:sldMk cId="2834992667" sldId="2147475793"/>
        </pc:sldMkLst>
      </pc:sldChg>
      <pc:sldMasterChg chg="delSldLayout">
        <pc:chgData name="Kanduru, Raghava" userId="cf8c09de-c40c-47a2-971b-c612c06e0906" providerId="ADAL" clId="{26AFC52D-BF93-4271-A7A4-3AF00AA0CD30}" dt="2024-05-23T09:46:16.919" v="849" actId="47"/>
        <pc:sldMasterMkLst>
          <pc:docMk/>
          <pc:sldMasterMk cId="3148905397" sldId="2147483899"/>
        </pc:sldMasterMkLst>
        <pc:sldLayoutChg chg="del">
          <pc:chgData name="Kanduru, Raghava" userId="cf8c09de-c40c-47a2-971b-c612c06e0906" providerId="ADAL" clId="{26AFC52D-BF93-4271-A7A4-3AF00AA0CD30}" dt="2024-05-23T09:46:16.919" v="849" actId="47"/>
          <pc:sldLayoutMkLst>
            <pc:docMk/>
            <pc:sldMasterMk cId="3148905397" sldId="2147483899"/>
            <pc:sldLayoutMk cId="845861458" sldId="2147484214"/>
          </pc:sldLayoutMkLst>
        </pc:sldLayoutChg>
      </pc:sldMasterChg>
    </pc:docChg>
  </pc:docChgLst>
  <pc:docChgLst>
    <pc:chgData name="Akula, Kiran" userId="4edd7db3-3f5e-4d95-b6aa-837b0f56c970" providerId="ADAL" clId="{74D9B0F1-A397-490B-9FF6-E22C373F145C}"/>
    <pc:docChg chg="undo custSel addSld delSld modSld sldOrd">
      <pc:chgData name="Akula, Kiran" userId="4edd7db3-3f5e-4d95-b6aa-837b0f56c970" providerId="ADAL" clId="{74D9B0F1-A397-490B-9FF6-E22C373F145C}" dt="2024-06-26T07:31:13.546" v="1113" actId="20577"/>
      <pc:docMkLst>
        <pc:docMk/>
      </pc:docMkLst>
      <pc:sldChg chg="modSp mod ord">
        <pc:chgData name="Akula, Kiran" userId="4edd7db3-3f5e-4d95-b6aa-837b0f56c970" providerId="ADAL" clId="{74D9B0F1-A397-490B-9FF6-E22C373F145C}" dt="2024-06-14T09:19:01.082" v="5" actId="1035"/>
        <pc:sldMkLst>
          <pc:docMk/>
          <pc:sldMk cId="3571720637" sldId="2147474170"/>
        </pc:sldMkLst>
        <pc:graphicFrameChg chg="mod">
          <ac:chgData name="Akula, Kiran" userId="4edd7db3-3f5e-4d95-b6aa-837b0f56c970" providerId="ADAL" clId="{74D9B0F1-A397-490B-9FF6-E22C373F145C}" dt="2024-06-13T11:26:24.472" v="1"/>
          <ac:graphicFrameMkLst>
            <pc:docMk/>
            <pc:sldMk cId="3571720637" sldId="2147474170"/>
            <ac:graphicFrameMk id="4" creationId="{92C95F7B-5896-B5F4-6F5B-44982AD2CE73}"/>
          </ac:graphicFrameMkLst>
        </pc:graphicFrameChg>
        <pc:picChg chg="mod">
          <ac:chgData name="Akula, Kiran" userId="4edd7db3-3f5e-4d95-b6aa-837b0f56c970" providerId="ADAL" clId="{74D9B0F1-A397-490B-9FF6-E22C373F145C}" dt="2024-06-14T09:19:01.082" v="5" actId="1035"/>
          <ac:picMkLst>
            <pc:docMk/>
            <pc:sldMk cId="3571720637" sldId="2147474170"/>
            <ac:picMk id="2" creationId="{7A03885E-38C4-04C5-4260-E0F5AB7A489E}"/>
          </ac:picMkLst>
        </pc:picChg>
      </pc:sldChg>
      <pc:sldChg chg="modSp mod">
        <pc:chgData name="Akula, Kiran" userId="4edd7db3-3f5e-4d95-b6aa-837b0f56c970" providerId="ADAL" clId="{74D9B0F1-A397-490B-9FF6-E22C373F145C}" dt="2024-06-21T07:41:31.604" v="647" actId="6549"/>
        <pc:sldMkLst>
          <pc:docMk/>
          <pc:sldMk cId="3314845531" sldId="2147474195"/>
        </pc:sldMkLst>
        <pc:spChg chg="mod">
          <ac:chgData name="Akula, Kiran" userId="4edd7db3-3f5e-4d95-b6aa-837b0f56c970" providerId="ADAL" clId="{74D9B0F1-A397-490B-9FF6-E22C373F145C}" dt="2024-06-21T07:41:31.604" v="647" actId="6549"/>
          <ac:spMkLst>
            <pc:docMk/>
            <pc:sldMk cId="3314845531" sldId="2147474195"/>
            <ac:spMk id="7" creationId="{DB6F70B5-642E-E428-E2B9-E4ADAE527FBE}"/>
          </ac:spMkLst>
        </pc:spChg>
        <pc:spChg chg="mod">
          <ac:chgData name="Akula, Kiran" userId="4edd7db3-3f5e-4d95-b6aa-837b0f56c970" providerId="ADAL" clId="{74D9B0F1-A397-490B-9FF6-E22C373F145C}" dt="2024-06-17T08:24:19.475" v="67" actId="6549"/>
          <ac:spMkLst>
            <pc:docMk/>
            <pc:sldMk cId="3314845531" sldId="2147474195"/>
            <ac:spMk id="10" creationId="{2D2AF330-23A5-254C-D45F-71CCE51D3C15}"/>
          </ac:spMkLst>
        </pc:spChg>
      </pc:sldChg>
      <pc:sldChg chg="addSp delSp modSp mod">
        <pc:chgData name="Akula, Kiran" userId="4edd7db3-3f5e-4d95-b6aa-837b0f56c970" providerId="ADAL" clId="{74D9B0F1-A397-490B-9FF6-E22C373F145C}" dt="2024-06-21T14:46:29.867" v="1056" actId="20577"/>
        <pc:sldMkLst>
          <pc:docMk/>
          <pc:sldMk cId="2759881903" sldId="2147474196"/>
        </pc:sldMkLst>
        <pc:spChg chg="mod">
          <ac:chgData name="Akula, Kiran" userId="4edd7db3-3f5e-4d95-b6aa-837b0f56c970" providerId="ADAL" clId="{74D9B0F1-A397-490B-9FF6-E22C373F145C}" dt="2024-06-17T08:34:56.262" v="160" actId="1076"/>
          <ac:spMkLst>
            <pc:docMk/>
            <pc:sldMk cId="2759881903" sldId="2147474196"/>
            <ac:spMk id="11" creationId="{49782297-8701-32AA-E181-1F11F0B26B41}"/>
          </ac:spMkLst>
        </pc:spChg>
        <pc:spChg chg="mod">
          <ac:chgData name="Akula, Kiran" userId="4edd7db3-3f5e-4d95-b6aa-837b0f56c970" providerId="ADAL" clId="{74D9B0F1-A397-490B-9FF6-E22C373F145C}" dt="2024-06-21T04:41:16.529" v="615" actId="20577"/>
          <ac:spMkLst>
            <pc:docMk/>
            <pc:sldMk cId="2759881903" sldId="2147474196"/>
            <ac:spMk id="17" creationId="{27DF19F2-A2C9-2AB4-4779-2CC5BFD977EE}"/>
          </ac:spMkLst>
        </pc:spChg>
        <pc:spChg chg="mod">
          <ac:chgData name="Akula, Kiran" userId="4edd7db3-3f5e-4d95-b6aa-837b0f56c970" providerId="ADAL" clId="{74D9B0F1-A397-490B-9FF6-E22C373F145C}" dt="2024-06-21T04:41:38.533" v="627" actId="5793"/>
          <ac:spMkLst>
            <pc:docMk/>
            <pc:sldMk cId="2759881903" sldId="2147474196"/>
            <ac:spMk id="23" creationId="{F41F6C11-121F-FB9F-CA43-AE1640376333}"/>
          </ac:spMkLst>
        </pc:spChg>
        <pc:spChg chg="mod">
          <ac:chgData name="Akula, Kiran" userId="4edd7db3-3f5e-4d95-b6aa-837b0f56c970" providerId="ADAL" clId="{74D9B0F1-A397-490B-9FF6-E22C373F145C}" dt="2024-06-21T14:46:29.867" v="1056" actId="20577"/>
          <ac:spMkLst>
            <pc:docMk/>
            <pc:sldMk cId="2759881903" sldId="2147474196"/>
            <ac:spMk id="62" creationId="{8A9A5BC5-9701-3144-35CC-08AA4D5AB0AB}"/>
          </ac:spMkLst>
        </pc:spChg>
        <pc:picChg chg="add del">
          <ac:chgData name="Akula, Kiran" userId="4edd7db3-3f5e-4d95-b6aa-837b0f56c970" providerId="ADAL" clId="{74D9B0F1-A397-490B-9FF6-E22C373F145C}" dt="2024-06-17T08:36:50.551" v="189"/>
          <ac:picMkLst>
            <pc:docMk/>
            <pc:sldMk cId="2759881903" sldId="2147474196"/>
            <ac:picMk id="1026" creationId="{E86545B8-345A-7F15-729A-0032397988A0}"/>
          </ac:picMkLst>
        </pc:picChg>
      </pc:sldChg>
      <pc:sldChg chg="modSp mod">
        <pc:chgData name="Akula, Kiran" userId="4edd7db3-3f5e-4d95-b6aa-837b0f56c970" providerId="ADAL" clId="{74D9B0F1-A397-490B-9FF6-E22C373F145C}" dt="2024-06-21T14:54:02.039" v="1087" actId="20577"/>
        <pc:sldMkLst>
          <pc:docMk/>
          <pc:sldMk cId="3319730112" sldId="2147474197"/>
        </pc:sldMkLst>
        <pc:graphicFrameChg chg="modGraphic">
          <ac:chgData name="Akula, Kiran" userId="4edd7db3-3f5e-4d95-b6aa-837b0f56c970" providerId="ADAL" clId="{74D9B0F1-A397-490B-9FF6-E22C373F145C}" dt="2024-06-21T14:54:02.039" v="1087" actId="20577"/>
          <ac:graphicFrameMkLst>
            <pc:docMk/>
            <pc:sldMk cId="3319730112" sldId="2147474197"/>
            <ac:graphicFrameMk id="15" creationId="{DC388D56-E830-41BE-7B25-DF1AA6918424}"/>
          </ac:graphicFrameMkLst>
        </pc:graphicFrameChg>
      </pc:sldChg>
      <pc:sldChg chg="modSp mod">
        <pc:chgData name="Akula, Kiran" userId="4edd7db3-3f5e-4d95-b6aa-837b0f56c970" providerId="ADAL" clId="{74D9B0F1-A397-490B-9FF6-E22C373F145C}" dt="2024-06-21T14:55:08.978" v="1104" actId="20577"/>
        <pc:sldMkLst>
          <pc:docMk/>
          <pc:sldMk cId="1906058678" sldId="2147474198"/>
        </pc:sldMkLst>
        <pc:graphicFrameChg chg="mod modGraphic">
          <ac:chgData name="Akula, Kiran" userId="4edd7db3-3f5e-4d95-b6aa-837b0f56c970" providerId="ADAL" clId="{74D9B0F1-A397-490B-9FF6-E22C373F145C}" dt="2024-06-21T14:55:08.978" v="1104" actId="20577"/>
          <ac:graphicFrameMkLst>
            <pc:docMk/>
            <pc:sldMk cId="1906058678" sldId="2147474198"/>
            <ac:graphicFrameMk id="4" creationId="{5A98F1A9-E976-7196-9F52-25A6610526EA}"/>
          </ac:graphicFrameMkLst>
        </pc:graphicFrameChg>
        <pc:graphicFrameChg chg="mod modGraphic">
          <ac:chgData name="Akula, Kiran" userId="4edd7db3-3f5e-4d95-b6aa-837b0f56c970" providerId="ADAL" clId="{74D9B0F1-A397-490B-9FF6-E22C373F145C}" dt="2024-06-20T17:14:18.125" v="457" actId="1076"/>
          <ac:graphicFrameMkLst>
            <pc:docMk/>
            <pc:sldMk cId="1906058678" sldId="2147474198"/>
            <ac:graphicFrameMk id="5" creationId="{5E658667-5B80-7E8D-0F4B-BC96CC1C1609}"/>
          </ac:graphicFrameMkLst>
        </pc:graphicFrameChg>
      </pc:sldChg>
      <pc:sldChg chg="modSp mod">
        <pc:chgData name="Akula, Kiran" userId="4edd7db3-3f5e-4d95-b6aa-837b0f56c970" providerId="ADAL" clId="{74D9B0F1-A397-490B-9FF6-E22C373F145C}" dt="2024-06-21T14:50:15.248" v="1077" actId="20577"/>
        <pc:sldMkLst>
          <pc:docMk/>
          <pc:sldMk cId="3214550514" sldId="2147474201"/>
        </pc:sldMkLst>
        <pc:graphicFrameChg chg="mod modGraphic">
          <ac:chgData name="Akula, Kiran" userId="4edd7db3-3f5e-4d95-b6aa-837b0f56c970" providerId="ADAL" clId="{74D9B0F1-A397-490B-9FF6-E22C373F145C}" dt="2024-06-21T14:50:15.248" v="1077" actId="20577"/>
          <ac:graphicFrameMkLst>
            <pc:docMk/>
            <pc:sldMk cId="3214550514" sldId="2147474201"/>
            <ac:graphicFrameMk id="5" creationId="{0FF2AB5B-189E-0A66-27A2-3A85CBF0E408}"/>
          </ac:graphicFrameMkLst>
        </pc:graphicFrameChg>
      </pc:sldChg>
      <pc:sldChg chg="modSp mod">
        <pc:chgData name="Akula, Kiran" userId="4edd7db3-3f5e-4d95-b6aa-837b0f56c970" providerId="ADAL" clId="{74D9B0F1-A397-490B-9FF6-E22C373F145C}" dt="2024-06-26T07:31:13.546" v="1113" actId="20577"/>
        <pc:sldMkLst>
          <pc:docMk/>
          <pc:sldMk cId="35875273" sldId="2147475793"/>
        </pc:sldMkLst>
        <pc:spChg chg="mod">
          <ac:chgData name="Akula, Kiran" userId="4edd7db3-3f5e-4d95-b6aa-837b0f56c970" providerId="ADAL" clId="{74D9B0F1-A397-490B-9FF6-E22C373F145C}" dt="2024-06-26T07:31:13.546" v="1113" actId="20577"/>
          <ac:spMkLst>
            <pc:docMk/>
            <pc:sldMk cId="35875273" sldId="2147475793"/>
            <ac:spMk id="6" creationId="{DBF12C14-EF12-4ED5-9B62-8D1F4F53C626}"/>
          </ac:spMkLst>
        </pc:spChg>
      </pc:sldChg>
      <pc:sldChg chg="modSp mod">
        <pc:chgData name="Akula, Kiran" userId="4edd7db3-3f5e-4d95-b6aa-837b0f56c970" providerId="ADAL" clId="{74D9B0F1-A397-490B-9FF6-E22C373F145C}" dt="2024-06-21T09:08:23.693" v="1051" actId="313"/>
        <pc:sldMkLst>
          <pc:docMk/>
          <pc:sldMk cId="2145220705" sldId="2147475794"/>
        </pc:sldMkLst>
        <pc:graphicFrameChg chg="mod modGraphic">
          <ac:chgData name="Akula, Kiran" userId="4edd7db3-3f5e-4d95-b6aa-837b0f56c970" providerId="ADAL" clId="{74D9B0F1-A397-490B-9FF6-E22C373F145C}" dt="2024-06-21T09:08:23.693" v="1051" actId="313"/>
          <ac:graphicFrameMkLst>
            <pc:docMk/>
            <pc:sldMk cId="2145220705" sldId="2147475794"/>
            <ac:graphicFrameMk id="8" creationId="{84F68552-B897-7EF6-ECBF-8F0EDF077AA8}"/>
          </ac:graphicFrameMkLst>
        </pc:graphicFrameChg>
      </pc:sldChg>
      <pc:sldChg chg="addSp delSp modSp mod addCm modCm">
        <pc:chgData name="Akula, Kiran" userId="4edd7db3-3f5e-4d95-b6aa-837b0f56c970" providerId="ADAL" clId="{74D9B0F1-A397-490B-9FF6-E22C373F145C}" dt="2024-06-21T08:59:04.244" v="824" actId="20577"/>
        <pc:sldMkLst>
          <pc:docMk/>
          <pc:sldMk cId="1001885555" sldId="2147475796"/>
        </pc:sldMkLst>
        <pc:spChg chg="add del mod">
          <ac:chgData name="Akula, Kiran" userId="4edd7db3-3f5e-4d95-b6aa-837b0f56c970" providerId="ADAL" clId="{74D9B0F1-A397-490B-9FF6-E22C373F145C}" dt="2024-06-17T08:41:28.410" v="216"/>
          <ac:spMkLst>
            <pc:docMk/>
            <pc:sldMk cId="1001885555" sldId="2147475796"/>
            <ac:spMk id="2" creationId="{6F1A7989-5CDE-84F2-9101-35551CCCF4E7}"/>
          </ac:spMkLst>
        </pc:spChg>
        <pc:spChg chg="add mod">
          <ac:chgData name="Akula, Kiran" userId="4edd7db3-3f5e-4d95-b6aa-837b0f56c970" providerId="ADAL" clId="{74D9B0F1-A397-490B-9FF6-E22C373F145C}" dt="2024-06-17T08:40:42.568" v="213" actId="122"/>
          <ac:spMkLst>
            <pc:docMk/>
            <pc:sldMk cId="1001885555" sldId="2147475796"/>
            <ac:spMk id="6" creationId="{9A4829DD-7F10-A038-9B52-C8D0A49E2B8F}"/>
          </ac:spMkLst>
        </pc:spChg>
        <pc:spChg chg="add del mod">
          <ac:chgData name="Akula, Kiran" userId="4edd7db3-3f5e-4d95-b6aa-837b0f56c970" providerId="ADAL" clId="{74D9B0F1-A397-490B-9FF6-E22C373F145C}" dt="2024-06-21T07:46:33.277" v="655" actId="478"/>
          <ac:spMkLst>
            <pc:docMk/>
            <pc:sldMk cId="1001885555" sldId="2147475796"/>
            <ac:spMk id="7" creationId="{671831C3-55A7-8198-3A44-09068AA44ADE}"/>
          </ac:spMkLst>
        </pc:spChg>
        <pc:spChg chg="mod">
          <ac:chgData name="Akula, Kiran" userId="4edd7db3-3f5e-4d95-b6aa-837b0f56c970" providerId="ADAL" clId="{74D9B0F1-A397-490B-9FF6-E22C373F145C}" dt="2024-06-21T07:45:00.483" v="651" actId="20577"/>
          <ac:spMkLst>
            <pc:docMk/>
            <pc:sldMk cId="1001885555" sldId="2147475796"/>
            <ac:spMk id="11" creationId="{49782297-8701-32AA-E181-1F11F0B26B41}"/>
          </ac:spMkLst>
        </pc:spChg>
        <pc:spChg chg="mod">
          <ac:chgData name="Akula, Kiran" userId="4edd7db3-3f5e-4d95-b6aa-837b0f56c970" providerId="ADAL" clId="{74D9B0F1-A397-490B-9FF6-E22C373F145C}" dt="2024-06-21T08:59:04.244" v="824" actId="20577"/>
          <ac:spMkLst>
            <pc:docMk/>
            <pc:sldMk cId="1001885555" sldId="2147475796"/>
            <ac:spMk id="23" creationId="{F41F6C11-121F-FB9F-CA43-AE1640376333}"/>
          </ac:spMkLst>
        </pc:spChg>
        <pc:extLst>
          <p:ext xmlns:p="http://schemas.openxmlformats.org/presentationml/2006/main" uri="{D6D511B9-2390-475A-947B-AFAB55BFBCF1}">
            <pc226:cmChg xmlns:pc226="http://schemas.microsoft.com/office/powerpoint/2022/06/main/command" chg="add mod">
              <pc226:chgData name="Akula, Kiran" userId="4edd7db3-3f5e-4d95-b6aa-837b0f56c970" providerId="ADAL" clId="{74D9B0F1-A397-490B-9FF6-E22C373F145C}" dt="2024-06-21T05:18:24.717" v="645" actId="2056"/>
              <pc2:cmMkLst xmlns:pc2="http://schemas.microsoft.com/office/powerpoint/2019/9/main/command">
                <pc:docMk/>
                <pc:sldMk cId="1001885555" sldId="2147475796"/>
                <pc2:cmMk id="{6187E47D-BBEA-4C72-87DA-B268F556C1BE}"/>
              </pc2:cmMkLst>
            </pc226:cmChg>
          </p:ext>
        </pc:extLst>
      </pc:sldChg>
      <pc:sldChg chg="modSp mod">
        <pc:chgData name="Akula, Kiran" userId="4edd7db3-3f5e-4d95-b6aa-837b0f56c970" providerId="ADAL" clId="{74D9B0F1-A397-490B-9FF6-E22C373F145C}" dt="2024-06-20T18:02:47.460" v="483" actId="1036"/>
        <pc:sldMkLst>
          <pc:docMk/>
          <pc:sldMk cId="2720965184" sldId="2147475802"/>
        </pc:sldMkLst>
        <pc:picChg chg="mod">
          <ac:chgData name="Akula, Kiran" userId="4edd7db3-3f5e-4d95-b6aa-837b0f56c970" providerId="ADAL" clId="{74D9B0F1-A397-490B-9FF6-E22C373F145C}" dt="2024-06-20T18:02:47.460" v="483" actId="1036"/>
          <ac:picMkLst>
            <pc:docMk/>
            <pc:sldMk cId="2720965184" sldId="2147475802"/>
            <ac:picMk id="163" creationId="{1AA2A080-5914-D332-6965-057C31C40E98}"/>
          </ac:picMkLst>
        </pc:picChg>
      </pc:sldChg>
      <pc:sldChg chg="modSp new del mod">
        <pc:chgData name="Akula, Kiran" userId="4edd7db3-3f5e-4d95-b6aa-837b0f56c970" providerId="ADAL" clId="{74D9B0F1-A397-490B-9FF6-E22C373F145C}" dt="2024-06-17T08:38:22.769" v="203" actId="2696"/>
        <pc:sldMkLst>
          <pc:docMk/>
          <pc:sldMk cId="3831812213" sldId="2147475811"/>
        </pc:sldMkLst>
        <pc:spChg chg="mod">
          <ac:chgData name="Akula, Kiran" userId="4edd7db3-3f5e-4d95-b6aa-837b0f56c970" providerId="ADAL" clId="{74D9B0F1-A397-490B-9FF6-E22C373F145C}" dt="2024-06-17T08:35:40.303" v="180" actId="20577"/>
          <ac:spMkLst>
            <pc:docMk/>
            <pc:sldMk cId="3831812213" sldId="2147475811"/>
            <ac:spMk id="6" creationId="{A343E9AB-4195-8EFF-1A2C-3EA889DE724F}"/>
          </ac:spMkLst>
        </pc:spChg>
      </pc:sldChg>
      <pc:sldChg chg="delSp add del mod">
        <pc:chgData name="Akula, Kiran" userId="4edd7db3-3f5e-4d95-b6aa-837b0f56c970" providerId="ADAL" clId="{74D9B0F1-A397-490B-9FF6-E22C373F145C}" dt="2024-06-21T10:41:38.688" v="1052" actId="2696"/>
        <pc:sldMkLst>
          <pc:docMk/>
          <pc:sldMk cId="2488638451" sldId="2147475820"/>
        </pc:sldMkLst>
        <pc:graphicFrameChg chg="del">
          <ac:chgData name="Akula, Kiran" userId="4edd7db3-3f5e-4d95-b6aa-837b0f56c970" providerId="ADAL" clId="{74D9B0F1-A397-490B-9FF6-E22C373F145C}" dt="2024-06-21T08:00:52.982" v="778" actId="478"/>
          <ac:graphicFrameMkLst>
            <pc:docMk/>
            <pc:sldMk cId="2488638451" sldId="2147475820"/>
            <ac:graphicFrameMk id="8" creationId="{84F68552-B897-7EF6-ECBF-8F0EDF077AA8}"/>
          </ac:graphicFrameMkLst>
        </pc:graphicFrameChg>
      </pc:sldChg>
      <pc:sldChg chg="addSp delSp modSp add del mod">
        <pc:chgData name="Akula, Kiran" userId="4edd7db3-3f5e-4d95-b6aa-837b0f56c970" providerId="ADAL" clId="{74D9B0F1-A397-490B-9FF6-E22C373F145C}" dt="2024-06-21T10:41:41.711" v="1053" actId="2696"/>
        <pc:sldMkLst>
          <pc:docMk/>
          <pc:sldMk cId="3476328695" sldId="2147475821"/>
        </pc:sldMkLst>
        <pc:spChg chg="add mod">
          <ac:chgData name="Akula, Kiran" userId="4edd7db3-3f5e-4d95-b6aa-837b0f56c970" providerId="ADAL" clId="{74D9B0F1-A397-490B-9FF6-E22C373F145C}" dt="2024-06-21T08:01:29.222" v="783" actId="1076"/>
          <ac:spMkLst>
            <pc:docMk/>
            <pc:sldMk cId="3476328695" sldId="2147475821"/>
            <ac:spMk id="5" creationId="{4DFE0DD6-617B-1906-A245-124FCE597258}"/>
          </ac:spMkLst>
        </pc:spChg>
        <pc:graphicFrameChg chg="del modGraphic">
          <ac:chgData name="Akula, Kiran" userId="4edd7db3-3f5e-4d95-b6aa-837b0f56c970" providerId="ADAL" clId="{74D9B0F1-A397-490B-9FF6-E22C373F145C}" dt="2024-06-21T08:01:21.241" v="781" actId="478"/>
          <ac:graphicFrameMkLst>
            <pc:docMk/>
            <pc:sldMk cId="3476328695" sldId="2147475821"/>
            <ac:graphicFrameMk id="8" creationId="{84F68552-B897-7EF6-ECBF-8F0EDF077AA8}"/>
          </ac:graphicFrameMkLst>
        </pc:graphicFrameChg>
      </pc:sldChg>
    </pc:docChg>
  </pc:docChgLst>
  <pc:docChgLst>
    <pc:chgData name="Sivaramakrishnan, Narayanan" userId="S::narayanan.sivaramakrishnan@capgemini.com::341b1ffd-5577-42b1-9704-45069781f0b3" providerId="AD" clId="Web-{F58DB6CF-EEC2-287D-8978-E8FE7FEA3E6F}"/>
    <pc:docChg chg="modSld sldOrd">
      <pc:chgData name="Sivaramakrishnan, Narayanan" userId="S::narayanan.sivaramakrishnan@capgemini.com::341b1ffd-5577-42b1-9704-45069781f0b3" providerId="AD" clId="Web-{F58DB6CF-EEC2-287D-8978-E8FE7FEA3E6F}" dt="2024-06-04T17:08:16.088" v="899" actId="14100"/>
      <pc:docMkLst>
        <pc:docMk/>
      </pc:docMkLst>
      <pc:sldChg chg="modSp">
        <pc:chgData name="Sivaramakrishnan, Narayanan" userId="S::narayanan.sivaramakrishnan@capgemini.com::341b1ffd-5577-42b1-9704-45069781f0b3" providerId="AD" clId="Web-{F58DB6CF-EEC2-287D-8978-E8FE7FEA3E6F}" dt="2024-06-04T17:05:53.943" v="871" actId="20577"/>
        <pc:sldMkLst>
          <pc:docMk/>
          <pc:sldMk cId="3314845531" sldId="2147474195"/>
        </pc:sldMkLst>
        <pc:spChg chg="mod">
          <ac:chgData name="Sivaramakrishnan, Narayanan" userId="S::narayanan.sivaramakrishnan@capgemini.com::341b1ffd-5577-42b1-9704-45069781f0b3" providerId="AD" clId="Web-{F58DB6CF-EEC2-287D-8978-E8FE7FEA3E6F}" dt="2024-06-04T17:05:53.943" v="871" actId="20577"/>
          <ac:spMkLst>
            <pc:docMk/>
            <pc:sldMk cId="3314845531" sldId="2147474195"/>
            <ac:spMk id="7" creationId="{DB6F70B5-642E-E428-E2B9-E4ADAE527FBE}"/>
          </ac:spMkLst>
        </pc:spChg>
        <pc:spChg chg="mod">
          <ac:chgData name="Sivaramakrishnan, Narayanan" userId="S::narayanan.sivaramakrishnan@capgemini.com::341b1ffd-5577-42b1-9704-45069781f0b3" providerId="AD" clId="Web-{F58DB6CF-EEC2-287D-8978-E8FE7FEA3E6F}" dt="2024-06-03T11:41:25.481" v="90" actId="20577"/>
          <ac:spMkLst>
            <pc:docMk/>
            <pc:sldMk cId="3314845531" sldId="2147474195"/>
            <ac:spMk id="10" creationId="{2D2AF330-23A5-254C-D45F-71CCE51D3C15}"/>
          </ac:spMkLst>
        </pc:spChg>
      </pc:sldChg>
      <pc:sldChg chg="addSp delSp modSp">
        <pc:chgData name="Sivaramakrishnan, Narayanan" userId="S::narayanan.sivaramakrishnan@capgemini.com::341b1ffd-5577-42b1-9704-45069781f0b3" providerId="AD" clId="Web-{F58DB6CF-EEC2-287D-8978-E8FE7FEA3E6F}" dt="2024-06-04T17:08:16.088" v="899" actId="14100"/>
        <pc:sldMkLst>
          <pc:docMk/>
          <pc:sldMk cId="2759881903" sldId="2147474196"/>
        </pc:sldMkLst>
        <pc:spChg chg="add del mod">
          <ac:chgData name="Sivaramakrishnan, Narayanan" userId="S::narayanan.sivaramakrishnan@capgemini.com::341b1ffd-5577-42b1-9704-45069781f0b3" providerId="AD" clId="Web-{F58DB6CF-EEC2-287D-8978-E8FE7FEA3E6F}" dt="2024-06-03T14:36:15.861" v="182"/>
          <ac:spMkLst>
            <pc:docMk/>
            <pc:sldMk cId="2759881903" sldId="2147474196"/>
            <ac:spMk id="6" creationId="{46B8DD0A-CCAF-6F65-806A-FB3AA16CBF82}"/>
          </ac:spMkLst>
        </pc:spChg>
        <pc:spChg chg="add del">
          <ac:chgData name="Sivaramakrishnan, Narayanan" userId="S::narayanan.sivaramakrishnan@capgemini.com::341b1ffd-5577-42b1-9704-45069781f0b3" providerId="AD" clId="Web-{F58DB6CF-EEC2-287D-8978-E8FE7FEA3E6F}" dt="2024-06-03T14:38:13.021" v="224"/>
          <ac:spMkLst>
            <pc:docMk/>
            <pc:sldMk cId="2759881903" sldId="2147474196"/>
            <ac:spMk id="10" creationId="{6C98A969-2AC7-CC6B-5B13-041025AA85F7}"/>
          </ac:spMkLst>
        </pc:spChg>
        <pc:spChg chg="add del">
          <ac:chgData name="Sivaramakrishnan, Narayanan" userId="S::narayanan.sivaramakrishnan@capgemini.com::341b1ffd-5577-42b1-9704-45069781f0b3" providerId="AD" clId="Web-{F58DB6CF-EEC2-287D-8978-E8FE7FEA3E6F}" dt="2024-06-03T14:38:13.021" v="223"/>
          <ac:spMkLst>
            <pc:docMk/>
            <pc:sldMk cId="2759881903" sldId="2147474196"/>
            <ac:spMk id="13" creationId="{D5D23567-5EC0-8477-480B-928E53DA9DFA}"/>
          </ac:spMkLst>
        </pc:spChg>
        <pc:spChg chg="add del mod">
          <ac:chgData name="Sivaramakrishnan, Narayanan" userId="S::narayanan.sivaramakrishnan@capgemini.com::341b1ffd-5577-42b1-9704-45069781f0b3" providerId="AD" clId="Web-{F58DB6CF-EEC2-287D-8978-E8FE7FEA3E6F}" dt="2024-06-04T17:08:16.088" v="899" actId="14100"/>
          <ac:spMkLst>
            <pc:docMk/>
            <pc:sldMk cId="2759881903" sldId="2147474196"/>
            <ac:spMk id="17" creationId="{27DF19F2-A2C9-2AB4-4779-2CC5BFD977EE}"/>
          </ac:spMkLst>
        </pc:spChg>
        <pc:spChg chg="add del">
          <ac:chgData name="Sivaramakrishnan, Narayanan" userId="S::narayanan.sivaramakrishnan@capgemini.com::341b1ffd-5577-42b1-9704-45069781f0b3" providerId="AD" clId="Web-{F58DB6CF-EEC2-287D-8978-E8FE7FEA3E6F}" dt="2024-06-03T14:38:13.021" v="221"/>
          <ac:spMkLst>
            <pc:docMk/>
            <pc:sldMk cId="2759881903" sldId="2147474196"/>
            <ac:spMk id="18" creationId="{95C29C9C-BB47-F4EF-04A7-503BC2CDDF11}"/>
          </ac:spMkLst>
        </pc:spChg>
        <pc:spChg chg="mod">
          <ac:chgData name="Sivaramakrishnan, Narayanan" userId="S::narayanan.sivaramakrishnan@capgemini.com::341b1ffd-5577-42b1-9704-45069781f0b3" providerId="AD" clId="Web-{F58DB6CF-EEC2-287D-8978-E8FE7FEA3E6F}" dt="2024-06-03T14:39:48.993" v="246" actId="1076"/>
          <ac:spMkLst>
            <pc:docMk/>
            <pc:sldMk cId="2759881903" sldId="2147474196"/>
            <ac:spMk id="19" creationId="{77B7CEB3-302A-C888-7A78-769E8DD0A408}"/>
          </ac:spMkLst>
        </pc:spChg>
        <pc:spChg chg="add del">
          <ac:chgData name="Sivaramakrishnan, Narayanan" userId="S::narayanan.sivaramakrishnan@capgemini.com::341b1ffd-5577-42b1-9704-45069781f0b3" providerId="AD" clId="Web-{F58DB6CF-EEC2-287D-8978-E8FE7FEA3E6F}" dt="2024-06-03T14:38:13.021" v="220"/>
          <ac:spMkLst>
            <pc:docMk/>
            <pc:sldMk cId="2759881903" sldId="2147474196"/>
            <ac:spMk id="21" creationId="{01639017-23A2-25FD-4C0C-C7FB52170161}"/>
          </ac:spMkLst>
        </pc:spChg>
        <pc:spChg chg="mod">
          <ac:chgData name="Sivaramakrishnan, Narayanan" userId="S::narayanan.sivaramakrishnan@capgemini.com::341b1ffd-5577-42b1-9704-45069781f0b3" providerId="AD" clId="Web-{F58DB6CF-EEC2-287D-8978-E8FE7FEA3E6F}" dt="2024-06-04T17:08:05.822" v="897" actId="1076"/>
          <ac:spMkLst>
            <pc:docMk/>
            <pc:sldMk cId="2759881903" sldId="2147474196"/>
            <ac:spMk id="23" creationId="{F41F6C11-121F-FB9F-CA43-AE1640376333}"/>
          </ac:spMkLst>
        </pc:spChg>
        <pc:spChg chg="add del">
          <ac:chgData name="Sivaramakrishnan, Narayanan" userId="S::narayanan.sivaramakrishnan@capgemini.com::341b1ffd-5577-42b1-9704-45069781f0b3" providerId="AD" clId="Web-{F58DB6CF-EEC2-287D-8978-E8FE7FEA3E6F}" dt="2024-06-03T14:38:13.021" v="219"/>
          <ac:spMkLst>
            <pc:docMk/>
            <pc:sldMk cId="2759881903" sldId="2147474196"/>
            <ac:spMk id="24" creationId="{69D872D3-F020-557E-B31C-9113926ED96E}"/>
          </ac:spMkLst>
        </pc:spChg>
        <pc:spChg chg="add del">
          <ac:chgData name="Sivaramakrishnan, Narayanan" userId="S::narayanan.sivaramakrishnan@capgemini.com::341b1ffd-5577-42b1-9704-45069781f0b3" providerId="AD" clId="Web-{F58DB6CF-EEC2-287D-8978-E8FE7FEA3E6F}" dt="2024-06-03T14:38:13.021" v="218"/>
          <ac:spMkLst>
            <pc:docMk/>
            <pc:sldMk cId="2759881903" sldId="2147474196"/>
            <ac:spMk id="26" creationId="{0A4E5E63-D007-4053-FFD4-EE92756C94FF}"/>
          </ac:spMkLst>
        </pc:spChg>
        <pc:spChg chg="add del">
          <ac:chgData name="Sivaramakrishnan, Narayanan" userId="S::narayanan.sivaramakrishnan@capgemini.com::341b1ffd-5577-42b1-9704-45069781f0b3" providerId="AD" clId="Web-{F58DB6CF-EEC2-287D-8978-E8FE7FEA3E6F}" dt="2024-06-03T14:38:13.021" v="217"/>
          <ac:spMkLst>
            <pc:docMk/>
            <pc:sldMk cId="2759881903" sldId="2147474196"/>
            <ac:spMk id="28" creationId="{66EF6C7E-214A-CD86-BD9A-A6E299A20CC1}"/>
          </ac:spMkLst>
        </pc:spChg>
        <pc:spChg chg="add del">
          <ac:chgData name="Sivaramakrishnan, Narayanan" userId="S::narayanan.sivaramakrishnan@capgemini.com::341b1ffd-5577-42b1-9704-45069781f0b3" providerId="AD" clId="Web-{F58DB6CF-EEC2-287D-8978-E8FE7FEA3E6F}" dt="2024-06-03T14:38:13.021" v="216"/>
          <ac:spMkLst>
            <pc:docMk/>
            <pc:sldMk cId="2759881903" sldId="2147474196"/>
            <ac:spMk id="30" creationId="{C4701E39-BAB1-06CD-BCEB-1605C9455D29}"/>
          </ac:spMkLst>
        </pc:spChg>
        <pc:spChg chg="add del">
          <ac:chgData name="Sivaramakrishnan, Narayanan" userId="S::narayanan.sivaramakrishnan@capgemini.com::341b1ffd-5577-42b1-9704-45069781f0b3" providerId="AD" clId="Web-{F58DB6CF-EEC2-287D-8978-E8FE7FEA3E6F}" dt="2024-06-03T14:38:13.021" v="215"/>
          <ac:spMkLst>
            <pc:docMk/>
            <pc:sldMk cId="2759881903" sldId="2147474196"/>
            <ac:spMk id="32" creationId="{EA432F98-F259-7AA8-958A-050498C0D681}"/>
          </ac:spMkLst>
        </pc:spChg>
        <pc:spChg chg="add del">
          <ac:chgData name="Sivaramakrishnan, Narayanan" userId="S::narayanan.sivaramakrishnan@capgemini.com::341b1ffd-5577-42b1-9704-45069781f0b3" providerId="AD" clId="Web-{F58DB6CF-EEC2-287D-8978-E8FE7FEA3E6F}" dt="2024-06-03T14:38:13.021" v="214"/>
          <ac:spMkLst>
            <pc:docMk/>
            <pc:sldMk cId="2759881903" sldId="2147474196"/>
            <ac:spMk id="34" creationId="{AF9950CC-5F77-D4FD-053E-56CBE739A43A}"/>
          </ac:spMkLst>
        </pc:spChg>
        <pc:spChg chg="add del">
          <ac:chgData name="Sivaramakrishnan, Narayanan" userId="S::narayanan.sivaramakrishnan@capgemini.com::341b1ffd-5577-42b1-9704-45069781f0b3" providerId="AD" clId="Web-{F58DB6CF-EEC2-287D-8978-E8FE7FEA3E6F}" dt="2024-06-03T14:38:13.021" v="213"/>
          <ac:spMkLst>
            <pc:docMk/>
            <pc:sldMk cId="2759881903" sldId="2147474196"/>
            <ac:spMk id="36" creationId="{2D663966-B4D1-2EBE-C24B-52CB3AE38ACA}"/>
          </ac:spMkLst>
        </pc:spChg>
        <pc:spChg chg="add del mod">
          <ac:chgData name="Sivaramakrishnan, Narayanan" userId="S::narayanan.sivaramakrishnan@capgemini.com::341b1ffd-5577-42b1-9704-45069781f0b3" providerId="AD" clId="Web-{F58DB6CF-EEC2-287D-8978-E8FE7FEA3E6F}" dt="2024-06-03T14:39:59.571" v="250"/>
          <ac:spMkLst>
            <pc:docMk/>
            <pc:sldMk cId="2759881903" sldId="2147474196"/>
            <ac:spMk id="37" creationId="{765304C0-D2BE-8C85-9593-6273BCC5F00D}"/>
          </ac:spMkLst>
        </pc:spChg>
        <pc:spChg chg="add del mod">
          <ac:chgData name="Sivaramakrishnan, Narayanan" userId="S::narayanan.sivaramakrishnan@capgemini.com::341b1ffd-5577-42b1-9704-45069781f0b3" providerId="AD" clId="Web-{F58DB6CF-EEC2-287D-8978-E8FE7FEA3E6F}" dt="2024-06-03T14:40:08.040" v="253"/>
          <ac:spMkLst>
            <pc:docMk/>
            <pc:sldMk cId="2759881903" sldId="2147474196"/>
            <ac:spMk id="38" creationId="{798AE2CD-AB19-B86C-6C27-AF308EECDB9E}"/>
          </ac:spMkLst>
        </pc:spChg>
        <pc:spChg chg="add del mod">
          <ac:chgData name="Sivaramakrishnan, Narayanan" userId="S::narayanan.sivaramakrishnan@capgemini.com::341b1ffd-5577-42b1-9704-45069781f0b3" providerId="AD" clId="Web-{F58DB6CF-EEC2-287D-8978-E8FE7FEA3E6F}" dt="2024-06-03T15:09:04.004" v="509"/>
          <ac:spMkLst>
            <pc:docMk/>
            <pc:sldMk cId="2759881903" sldId="2147474196"/>
            <ac:spMk id="42" creationId="{BC756779-61C3-023F-5129-694B4A43E7A4}"/>
          </ac:spMkLst>
        </pc:spChg>
        <pc:spChg chg="add mod">
          <ac:chgData name="Sivaramakrishnan, Narayanan" userId="S::narayanan.sivaramakrishnan@capgemini.com::341b1ffd-5577-42b1-9704-45069781f0b3" providerId="AD" clId="Web-{F58DB6CF-EEC2-287D-8978-E8FE7FEA3E6F}" dt="2024-06-03T15:09:50.552" v="524" actId="1076"/>
          <ac:spMkLst>
            <pc:docMk/>
            <pc:sldMk cId="2759881903" sldId="2147474196"/>
            <ac:spMk id="44" creationId="{1F928BFC-5132-3A53-0B80-5D1ADE750FF7}"/>
          </ac:spMkLst>
        </pc:spChg>
        <pc:spChg chg="add mod">
          <ac:chgData name="Sivaramakrishnan, Narayanan" userId="S::narayanan.sivaramakrishnan@capgemini.com::341b1ffd-5577-42b1-9704-45069781f0b3" providerId="AD" clId="Web-{F58DB6CF-EEC2-287D-8978-E8FE7FEA3E6F}" dt="2024-06-03T15:09:50.615" v="525" actId="1076"/>
          <ac:spMkLst>
            <pc:docMk/>
            <pc:sldMk cId="2759881903" sldId="2147474196"/>
            <ac:spMk id="48" creationId="{6E09E182-F970-FBCF-A1A4-2A80A457E6BE}"/>
          </ac:spMkLst>
        </pc:spChg>
        <pc:spChg chg="add mod">
          <ac:chgData name="Sivaramakrishnan, Narayanan" userId="S::narayanan.sivaramakrishnan@capgemini.com::341b1ffd-5577-42b1-9704-45069781f0b3" providerId="AD" clId="Web-{F58DB6CF-EEC2-287D-8978-E8FE7FEA3E6F}" dt="2024-06-03T15:09:50.693" v="526" actId="1076"/>
          <ac:spMkLst>
            <pc:docMk/>
            <pc:sldMk cId="2759881903" sldId="2147474196"/>
            <ac:spMk id="50" creationId="{A9439EB5-8BD3-61A1-328E-19F2AFEE55B2}"/>
          </ac:spMkLst>
        </pc:spChg>
        <pc:spChg chg="add mod">
          <ac:chgData name="Sivaramakrishnan, Narayanan" userId="S::narayanan.sivaramakrishnan@capgemini.com::341b1ffd-5577-42b1-9704-45069781f0b3" providerId="AD" clId="Web-{F58DB6CF-EEC2-287D-8978-E8FE7FEA3E6F}" dt="2024-06-03T15:09:50.755" v="527" actId="1076"/>
          <ac:spMkLst>
            <pc:docMk/>
            <pc:sldMk cId="2759881903" sldId="2147474196"/>
            <ac:spMk id="52" creationId="{B22B7EC9-98E5-E034-FD07-DE81E9FA0681}"/>
          </ac:spMkLst>
        </pc:spChg>
        <pc:spChg chg="add mod">
          <ac:chgData name="Sivaramakrishnan, Narayanan" userId="S::narayanan.sivaramakrishnan@capgemini.com::341b1ffd-5577-42b1-9704-45069781f0b3" providerId="AD" clId="Web-{F58DB6CF-EEC2-287D-8978-E8FE7FEA3E6F}" dt="2024-06-03T15:10:23.303" v="541" actId="14100"/>
          <ac:spMkLst>
            <pc:docMk/>
            <pc:sldMk cId="2759881903" sldId="2147474196"/>
            <ac:spMk id="54" creationId="{A2D9E38B-28BB-C06D-9D5B-924105E27D1F}"/>
          </ac:spMkLst>
        </pc:spChg>
        <pc:spChg chg="add mod">
          <ac:chgData name="Sivaramakrishnan, Narayanan" userId="S::narayanan.sivaramakrishnan@capgemini.com::341b1ffd-5577-42b1-9704-45069781f0b3" providerId="AD" clId="Web-{F58DB6CF-EEC2-287D-8978-E8FE7FEA3E6F}" dt="2024-06-03T15:09:50.880" v="529" actId="1076"/>
          <ac:spMkLst>
            <pc:docMk/>
            <pc:sldMk cId="2759881903" sldId="2147474196"/>
            <ac:spMk id="56" creationId="{EE5A0B43-ACB2-1938-D560-060C6BD81723}"/>
          </ac:spMkLst>
        </pc:spChg>
        <pc:spChg chg="add mod">
          <ac:chgData name="Sivaramakrishnan, Narayanan" userId="S::narayanan.sivaramakrishnan@capgemini.com::341b1ffd-5577-42b1-9704-45069781f0b3" providerId="AD" clId="Web-{F58DB6CF-EEC2-287D-8978-E8FE7FEA3E6F}" dt="2024-06-03T15:10:13.990" v="538" actId="1076"/>
          <ac:spMkLst>
            <pc:docMk/>
            <pc:sldMk cId="2759881903" sldId="2147474196"/>
            <ac:spMk id="58" creationId="{F1C4B105-F37A-4901-BE40-E63D233C4918}"/>
          </ac:spMkLst>
        </pc:spChg>
        <pc:spChg chg="add mod">
          <ac:chgData name="Sivaramakrishnan, Narayanan" userId="S::narayanan.sivaramakrishnan@capgemini.com::341b1ffd-5577-42b1-9704-45069781f0b3" providerId="AD" clId="Web-{F58DB6CF-EEC2-287D-8978-E8FE7FEA3E6F}" dt="2024-06-03T15:09:51.005" v="531" actId="1076"/>
          <ac:spMkLst>
            <pc:docMk/>
            <pc:sldMk cId="2759881903" sldId="2147474196"/>
            <ac:spMk id="60" creationId="{D5C8B4B6-3170-2EF5-91FA-06094867284B}"/>
          </ac:spMkLst>
        </pc:spChg>
        <pc:spChg chg="add mod">
          <ac:chgData name="Sivaramakrishnan, Narayanan" userId="S::narayanan.sivaramakrishnan@capgemini.com::341b1ffd-5577-42b1-9704-45069781f0b3" providerId="AD" clId="Web-{F58DB6CF-EEC2-287D-8978-E8FE7FEA3E6F}" dt="2024-06-04T16:28:18.817" v="639" actId="20577"/>
          <ac:spMkLst>
            <pc:docMk/>
            <pc:sldMk cId="2759881903" sldId="2147474196"/>
            <ac:spMk id="62" creationId="{8A9A5BC5-9701-3144-35CC-08AA4D5AB0AB}"/>
          </ac:spMkLst>
        </pc:spChg>
        <pc:spChg chg="add mod">
          <ac:chgData name="Sivaramakrishnan, Narayanan" userId="S::narayanan.sivaramakrishnan@capgemini.com::341b1ffd-5577-42b1-9704-45069781f0b3" providerId="AD" clId="Web-{F58DB6CF-EEC2-287D-8978-E8FE7FEA3E6F}" dt="2024-06-03T15:09:51.130" v="533" actId="1076"/>
          <ac:spMkLst>
            <pc:docMk/>
            <pc:sldMk cId="2759881903" sldId="2147474196"/>
            <ac:spMk id="64" creationId="{93DF4904-2C0C-CFB5-3162-74C6ADB2EDBA}"/>
          </ac:spMkLst>
        </pc:spChg>
        <pc:spChg chg="add mod">
          <ac:chgData name="Sivaramakrishnan, Narayanan" userId="S::narayanan.sivaramakrishnan@capgemini.com::341b1ffd-5577-42b1-9704-45069781f0b3" providerId="AD" clId="Web-{F58DB6CF-EEC2-287D-8978-E8FE7FEA3E6F}" dt="2024-06-03T15:09:51.255" v="535" actId="1076"/>
          <ac:spMkLst>
            <pc:docMk/>
            <pc:sldMk cId="2759881903" sldId="2147474196"/>
            <ac:spMk id="65" creationId="{A1227A7F-1C23-89B8-819D-F1ECAF207FBA}"/>
          </ac:spMkLst>
        </pc:spChg>
        <pc:graphicFrameChg chg="add del mod">
          <ac:chgData name="Sivaramakrishnan, Narayanan" userId="S::narayanan.sivaramakrishnan@capgemini.com::341b1ffd-5577-42b1-9704-45069781f0b3" providerId="AD" clId="Web-{F58DB6CF-EEC2-287D-8978-E8FE7FEA3E6F}" dt="2024-06-03T14:38:13.021" v="225"/>
          <ac:graphicFrameMkLst>
            <pc:docMk/>
            <pc:sldMk cId="2759881903" sldId="2147474196"/>
            <ac:graphicFrameMk id="8" creationId="{8C2DD976-E74F-799D-F71D-4BB6F2E362B7}"/>
          </ac:graphicFrameMkLst>
        </pc:graphicFrameChg>
        <pc:graphicFrameChg chg="add mod modGraphic">
          <ac:chgData name="Sivaramakrishnan, Narayanan" userId="S::narayanan.sivaramakrishnan@capgemini.com::341b1ffd-5577-42b1-9704-45069781f0b3" providerId="AD" clId="Web-{F58DB6CF-EEC2-287D-8978-E8FE7FEA3E6F}" dt="2024-06-03T15:09:51.193" v="534" actId="1076"/>
          <ac:graphicFrameMkLst>
            <pc:docMk/>
            <pc:sldMk cId="2759881903" sldId="2147474196"/>
            <ac:graphicFrameMk id="40" creationId="{8C76BFE0-7E0C-2BEA-EA90-34B10D67DC01}"/>
          </ac:graphicFrameMkLst>
        </pc:graphicFrameChg>
        <pc:cxnChg chg="add del">
          <ac:chgData name="Sivaramakrishnan, Narayanan" userId="S::narayanan.sivaramakrishnan@capgemini.com::341b1ffd-5577-42b1-9704-45069781f0b3" providerId="AD" clId="Web-{F58DB6CF-EEC2-287D-8978-E8FE7FEA3E6F}" dt="2024-06-03T14:38:13.021" v="222"/>
          <ac:cxnSpMkLst>
            <pc:docMk/>
            <pc:sldMk cId="2759881903" sldId="2147474196"/>
            <ac:cxnSpMk id="15" creationId="{F06B5690-F859-6C6B-C4A8-118B027BBE53}"/>
          </ac:cxnSpMkLst>
        </pc:cxnChg>
        <pc:cxnChg chg="add del mod">
          <ac:chgData name="Sivaramakrishnan, Narayanan" userId="S::narayanan.sivaramakrishnan@capgemini.com::341b1ffd-5577-42b1-9704-45069781f0b3" providerId="AD" clId="Web-{F58DB6CF-EEC2-287D-8978-E8FE7FEA3E6F}" dt="2024-06-03T15:06:20.014" v="489"/>
          <ac:cxnSpMkLst>
            <pc:docMk/>
            <pc:sldMk cId="2759881903" sldId="2147474196"/>
            <ac:cxnSpMk id="46" creationId="{F8BB1F9B-0D95-4086-386C-5757C7F2A22F}"/>
          </ac:cxnSpMkLst>
        </pc:cxnChg>
      </pc:sldChg>
      <pc:sldChg chg="modSp">
        <pc:chgData name="Sivaramakrishnan, Narayanan" userId="S::narayanan.sivaramakrishnan@capgemini.com::341b1ffd-5577-42b1-9704-45069781f0b3" providerId="AD" clId="Web-{F58DB6CF-EEC2-287D-8978-E8FE7FEA3E6F}" dt="2024-06-04T16:41:29.548" v="660"/>
        <pc:sldMkLst>
          <pc:docMk/>
          <pc:sldMk cId="1906058678" sldId="2147474198"/>
        </pc:sldMkLst>
        <pc:spChg chg="mod">
          <ac:chgData name="Sivaramakrishnan, Narayanan" userId="S::narayanan.sivaramakrishnan@capgemini.com::341b1ffd-5577-42b1-9704-45069781f0b3" providerId="AD" clId="Web-{F58DB6CF-EEC2-287D-8978-E8FE7FEA3E6F}" dt="2024-06-03T15:19:50.697" v="623" actId="20577"/>
          <ac:spMkLst>
            <pc:docMk/>
            <pc:sldMk cId="1906058678" sldId="2147474198"/>
            <ac:spMk id="7" creationId="{22DAD999-1CE4-8496-D3EC-84DE3C010352}"/>
          </ac:spMkLst>
        </pc:spChg>
        <pc:graphicFrameChg chg="mod modGraphic">
          <ac:chgData name="Sivaramakrishnan, Narayanan" userId="S::narayanan.sivaramakrishnan@capgemini.com::341b1ffd-5577-42b1-9704-45069781f0b3" providerId="AD" clId="Web-{F58DB6CF-EEC2-287D-8978-E8FE7FEA3E6F}" dt="2024-06-04T16:41:29.548" v="660"/>
          <ac:graphicFrameMkLst>
            <pc:docMk/>
            <pc:sldMk cId="1906058678" sldId="2147474198"/>
            <ac:graphicFrameMk id="5" creationId="{5E658667-5B80-7E8D-0F4B-BC96CC1C1609}"/>
          </ac:graphicFrameMkLst>
        </pc:graphicFrameChg>
      </pc:sldChg>
      <pc:sldChg chg="modSp">
        <pc:chgData name="Sivaramakrishnan, Narayanan" userId="S::narayanan.sivaramakrishnan@capgemini.com::341b1ffd-5577-42b1-9704-45069781f0b3" providerId="AD" clId="Web-{F58DB6CF-EEC2-287D-8978-E8FE7FEA3E6F}" dt="2024-06-03T15:18:38.663" v="603" actId="20577"/>
        <pc:sldMkLst>
          <pc:docMk/>
          <pc:sldMk cId="35875273" sldId="2147475793"/>
        </pc:sldMkLst>
        <pc:spChg chg="mod">
          <ac:chgData name="Sivaramakrishnan, Narayanan" userId="S::narayanan.sivaramakrishnan@capgemini.com::341b1ffd-5577-42b1-9704-45069781f0b3" providerId="AD" clId="Web-{F58DB6CF-EEC2-287D-8978-E8FE7FEA3E6F}" dt="2024-06-03T15:18:38.663" v="603" actId="20577"/>
          <ac:spMkLst>
            <pc:docMk/>
            <pc:sldMk cId="35875273" sldId="2147475793"/>
            <ac:spMk id="6" creationId="{DBF12C14-EF12-4ED5-9B62-8D1F4F53C626}"/>
          </ac:spMkLst>
        </pc:spChg>
      </pc:sldChg>
      <pc:sldChg chg="modSp">
        <pc:chgData name="Sivaramakrishnan, Narayanan" userId="S::narayanan.sivaramakrishnan@capgemini.com::341b1ffd-5577-42b1-9704-45069781f0b3" providerId="AD" clId="Web-{F58DB6CF-EEC2-287D-8978-E8FE7FEA3E6F}" dt="2024-06-04T16:37:54.556" v="644" actId="20577"/>
        <pc:sldMkLst>
          <pc:docMk/>
          <pc:sldMk cId="1001885555" sldId="2147475796"/>
        </pc:sldMkLst>
        <pc:spChg chg="mod">
          <ac:chgData name="Sivaramakrishnan, Narayanan" userId="S::narayanan.sivaramakrishnan@capgemini.com::341b1ffd-5577-42b1-9704-45069781f0b3" providerId="AD" clId="Web-{F58DB6CF-EEC2-287D-8978-E8FE7FEA3E6F}" dt="2024-06-04T16:37:54.556" v="644" actId="20577"/>
          <ac:spMkLst>
            <pc:docMk/>
            <pc:sldMk cId="1001885555" sldId="2147475796"/>
            <ac:spMk id="23" creationId="{F41F6C11-121F-FB9F-CA43-AE1640376333}"/>
          </ac:spMkLst>
        </pc:spChg>
      </pc:sldChg>
      <pc:sldChg chg="mod ord modShow">
        <pc:chgData name="Sivaramakrishnan, Narayanan" userId="S::narayanan.sivaramakrishnan@capgemini.com::341b1ffd-5577-42b1-9704-45069781f0b3" providerId="AD" clId="Web-{F58DB6CF-EEC2-287D-8978-E8FE7FEA3E6F}" dt="2024-06-03T16:24:26.758" v="626"/>
        <pc:sldMkLst>
          <pc:docMk/>
          <pc:sldMk cId="1639103724" sldId="2147475798"/>
        </pc:sldMkLst>
      </pc:sldChg>
      <pc:sldChg chg="modSp mod ord modShow">
        <pc:chgData name="Sivaramakrishnan, Narayanan" userId="S::narayanan.sivaramakrishnan@capgemini.com::341b1ffd-5577-42b1-9704-45069781f0b3" providerId="AD" clId="Web-{F58DB6CF-EEC2-287D-8978-E8FE7FEA3E6F}" dt="2024-06-03T16:24:56.180" v="627"/>
        <pc:sldMkLst>
          <pc:docMk/>
          <pc:sldMk cId="1723140974" sldId="2147475799"/>
        </pc:sldMkLst>
        <pc:graphicFrameChg chg="modGraphic">
          <ac:chgData name="Sivaramakrishnan, Narayanan" userId="S::narayanan.sivaramakrishnan@capgemini.com::341b1ffd-5577-42b1-9704-45069781f0b3" providerId="AD" clId="Web-{F58DB6CF-EEC2-287D-8978-E8FE7FEA3E6F}" dt="2024-06-03T12:52:20.014" v="180"/>
          <ac:graphicFrameMkLst>
            <pc:docMk/>
            <pc:sldMk cId="1723140974" sldId="2147475799"/>
            <ac:graphicFrameMk id="22" creationId="{913B0855-5AC1-4259-556E-3EAAD696C284}"/>
          </ac:graphicFrameMkLst>
        </pc:graphicFrameChg>
      </pc:sldChg>
    </pc:docChg>
  </pc:docChgLst>
  <pc:docChgLst>
    <pc:chgData name="Akula, Kiran" userId="S::kiran.akula@capgemini.com::4edd7db3-3f5e-4d95-b6aa-837b0f56c970" providerId="AD" clId="Web-{581EC650-7E2F-959F-698E-76B98C057297}"/>
    <pc:docChg chg="delSld">
      <pc:chgData name="Akula, Kiran" userId="S::kiran.akula@capgemini.com::4edd7db3-3f5e-4d95-b6aa-837b0f56c970" providerId="AD" clId="Web-{581EC650-7E2F-959F-698E-76B98C057297}" dt="2024-05-16T11:50:12.415" v="0"/>
      <pc:docMkLst>
        <pc:docMk/>
      </pc:docMkLst>
      <pc:sldChg chg="del">
        <pc:chgData name="Akula, Kiran" userId="S::kiran.akula@capgemini.com::4edd7db3-3f5e-4d95-b6aa-837b0f56c970" providerId="AD" clId="Web-{581EC650-7E2F-959F-698E-76B98C057297}" dt="2024-05-16T11:50:12.415" v="0"/>
        <pc:sldMkLst>
          <pc:docMk/>
          <pc:sldMk cId="1853885874" sldId="2141412330"/>
        </pc:sldMkLst>
      </pc:sldChg>
    </pc:docChg>
  </pc:docChgLst>
  <pc:docChgLst>
    <pc:chgData name="Gudla, Natraj" userId="1b097815-ad51-435d-a557-eb69be7a0b69" providerId="ADAL" clId="{83AE0F20-54DF-4FC6-8642-3BB87819100F}"/>
    <pc:docChg chg="undo custSel addSld modSld sldOrd">
      <pc:chgData name="Gudla, Natraj" userId="1b097815-ad51-435d-a557-eb69be7a0b69" providerId="ADAL" clId="{83AE0F20-54DF-4FC6-8642-3BB87819100F}" dt="2024-07-14T10:17:24.064" v="3383" actId="20577"/>
      <pc:docMkLst>
        <pc:docMk/>
      </pc:docMkLst>
      <pc:sldChg chg="modSp mod">
        <pc:chgData name="Gudla, Natraj" userId="1b097815-ad51-435d-a557-eb69be7a0b69" providerId="ADAL" clId="{83AE0F20-54DF-4FC6-8642-3BB87819100F}" dt="2024-07-11T03:45:34.878" v="314" actId="13926"/>
        <pc:sldMkLst>
          <pc:docMk/>
          <pc:sldMk cId="293913670" sldId="2147474190"/>
        </pc:sldMkLst>
        <pc:spChg chg="mod">
          <ac:chgData name="Gudla, Natraj" userId="1b097815-ad51-435d-a557-eb69be7a0b69" providerId="ADAL" clId="{83AE0F20-54DF-4FC6-8642-3BB87819100F}" dt="2024-07-11T03:45:34.878" v="314" actId="13926"/>
          <ac:spMkLst>
            <pc:docMk/>
            <pc:sldMk cId="293913670" sldId="2147474190"/>
            <ac:spMk id="2" creationId="{4463ADE3-87EF-5F3C-6A07-71AD9446AFC9}"/>
          </ac:spMkLst>
        </pc:spChg>
      </pc:sldChg>
      <pc:sldChg chg="modSp mod">
        <pc:chgData name="Gudla, Natraj" userId="1b097815-ad51-435d-a557-eb69be7a0b69" providerId="ADAL" clId="{83AE0F20-54DF-4FC6-8642-3BB87819100F}" dt="2024-07-11T03:43:37.265" v="308" actId="20577"/>
        <pc:sldMkLst>
          <pc:docMk/>
          <pc:sldMk cId="35362297" sldId="2147475803"/>
        </pc:sldMkLst>
        <pc:graphicFrameChg chg="mod modGraphic">
          <ac:chgData name="Gudla, Natraj" userId="1b097815-ad51-435d-a557-eb69be7a0b69" providerId="ADAL" clId="{83AE0F20-54DF-4FC6-8642-3BB87819100F}" dt="2024-07-11T03:43:37.265" v="308" actId="20577"/>
          <ac:graphicFrameMkLst>
            <pc:docMk/>
            <pc:sldMk cId="35362297" sldId="2147475803"/>
            <ac:graphicFrameMk id="3" creationId="{FD56C828-1453-6F9B-E693-F4560ABB5040}"/>
          </ac:graphicFrameMkLst>
        </pc:graphicFrameChg>
      </pc:sldChg>
      <pc:sldChg chg="modSp mod">
        <pc:chgData name="Gudla, Natraj" userId="1b097815-ad51-435d-a557-eb69be7a0b69" providerId="ADAL" clId="{83AE0F20-54DF-4FC6-8642-3BB87819100F}" dt="2024-07-11T03:39:42.593" v="5" actId="14734"/>
        <pc:sldMkLst>
          <pc:docMk/>
          <pc:sldMk cId="1422036111" sldId="2147475804"/>
        </pc:sldMkLst>
        <pc:graphicFrameChg chg="modGraphic">
          <ac:chgData name="Gudla, Natraj" userId="1b097815-ad51-435d-a557-eb69be7a0b69" providerId="ADAL" clId="{83AE0F20-54DF-4FC6-8642-3BB87819100F}" dt="2024-07-11T03:39:42.593" v="5" actId="14734"/>
          <ac:graphicFrameMkLst>
            <pc:docMk/>
            <pc:sldMk cId="1422036111" sldId="2147475804"/>
            <ac:graphicFrameMk id="5" creationId="{CF6892CF-D00C-EE57-C7AC-17CD8F880C65}"/>
          </ac:graphicFrameMkLst>
        </pc:graphicFrameChg>
      </pc:sldChg>
      <pc:sldChg chg="ord">
        <pc:chgData name="Gudla, Natraj" userId="1b097815-ad51-435d-a557-eb69be7a0b69" providerId="ADAL" clId="{83AE0F20-54DF-4FC6-8642-3BB87819100F}" dt="2024-07-10T07:41:31.419" v="1"/>
        <pc:sldMkLst>
          <pc:docMk/>
          <pc:sldMk cId="215030971" sldId="2147475814"/>
        </pc:sldMkLst>
      </pc:sldChg>
      <pc:sldChg chg="addSp delSp modSp new mod ord">
        <pc:chgData name="Gudla, Natraj" userId="1b097815-ad51-435d-a557-eb69be7a0b69" providerId="ADAL" clId="{83AE0F20-54DF-4FC6-8642-3BB87819100F}" dt="2024-07-14T10:17:24.064" v="3383" actId="20577"/>
        <pc:sldMkLst>
          <pc:docMk/>
          <pc:sldMk cId="1074754699" sldId="2147475822"/>
        </pc:sldMkLst>
        <pc:spChg chg="del mod">
          <ac:chgData name="Gudla, Natraj" userId="1b097815-ad51-435d-a557-eb69be7a0b69" providerId="ADAL" clId="{83AE0F20-54DF-4FC6-8642-3BB87819100F}" dt="2024-07-11T04:32:55.964" v="2573" actId="478"/>
          <ac:spMkLst>
            <pc:docMk/>
            <pc:sldMk cId="1074754699" sldId="2147475822"/>
            <ac:spMk id="2" creationId="{A331C405-92D6-93CB-B128-8BA780A3C0F6}"/>
          </ac:spMkLst>
        </pc:spChg>
        <pc:spChg chg="add del mod">
          <ac:chgData name="Gudla, Natraj" userId="1b097815-ad51-435d-a557-eb69be7a0b69" providerId="ADAL" clId="{83AE0F20-54DF-4FC6-8642-3BB87819100F}" dt="2024-07-14T10:09:41.202" v="2964" actId="478"/>
          <ac:spMkLst>
            <pc:docMk/>
            <pc:sldMk cId="1074754699" sldId="2147475822"/>
            <ac:spMk id="6" creationId="{D5E18CFD-D190-CA4F-DDAD-09438BD5C577}"/>
          </ac:spMkLst>
        </pc:spChg>
        <pc:spChg chg="add mod">
          <ac:chgData name="Gudla, Natraj" userId="1b097815-ad51-435d-a557-eb69be7a0b69" providerId="ADAL" clId="{83AE0F20-54DF-4FC6-8642-3BB87819100F}" dt="2024-07-14T10:11:24.617" v="3012" actId="1035"/>
          <ac:spMkLst>
            <pc:docMk/>
            <pc:sldMk cId="1074754699" sldId="2147475822"/>
            <ac:spMk id="9" creationId="{D9FDFD40-CF21-AB68-AE06-AE74524E8CCA}"/>
          </ac:spMkLst>
        </pc:spChg>
        <pc:spChg chg="add mod">
          <ac:chgData name="Gudla, Natraj" userId="1b097815-ad51-435d-a557-eb69be7a0b69" providerId="ADAL" clId="{83AE0F20-54DF-4FC6-8642-3BB87819100F}" dt="2024-07-14T10:11:24.617" v="3012" actId="1035"/>
          <ac:spMkLst>
            <pc:docMk/>
            <pc:sldMk cId="1074754699" sldId="2147475822"/>
            <ac:spMk id="10" creationId="{F099DF28-3B31-1285-E028-4B34C8D2E99F}"/>
          </ac:spMkLst>
        </pc:spChg>
        <pc:spChg chg="add mod">
          <ac:chgData name="Gudla, Natraj" userId="1b097815-ad51-435d-a557-eb69be7a0b69" providerId="ADAL" clId="{83AE0F20-54DF-4FC6-8642-3BB87819100F}" dt="2024-07-14T10:11:24.617" v="3012" actId="1035"/>
          <ac:spMkLst>
            <pc:docMk/>
            <pc:sldMk cId="1074754699" sldId="2147475822"/>
            <ac:spMk id="11" creationId="{297D9422-ABA8-0F88-53A1-B379BCB45DD8}"/>
          </ac:spMkLst>
        </pc:spChg>
        <pc:spChg chg="add mod">
          <ac:chgData name="Gudla, Natraj" userId="1b097815-ad51-435d-a557-eb69be7a0b69" providerId="ADAL" clId="{83AE0F20-54DF-4FC6-8642-3BB87819100F}" dt="2024-07-14T10:11:24.617" v="3012" actId="1035"/>
          <ac:spMkLst>
            <pc:docMk/>
            <pc:sldMk cId="1074754699" sldId="2147475822"/>
            <ac:spMk id="12" creationId="{FD3254CA-A52C-47F8-C815-B332B000FDCC}"/>
          </ac:spMkLst>
        </pc:spChg>
        <pc:spChg chg="add mod">
          <ac:chgData name="Gudla, Natraj" userId="1b097815-ad51-435d-a557-eb69be7a0b69" providerId="ADAL" clId="{83AE0F20-54DF-4FC6-8642-3BB87819100F}" dt="2024-07-11T04:15:22.238" v="1724" actId="571"/>
          <ac:spMkLst>
            <pc:docMk/>
            <pc:sldMk cId="1074754699" sldId="2147475822"/>
            <ac:spMk id="13" creationId="{0A4A8C69-F246-4ED1-C5EE-C17301A8F876}"/>
          </ac:spMkLst>
        </pc:spChg>
        <pc:spChg chg="add mod">
          <ac:chgData name="Gudla, Natraj" userId="1b097815-ad51-435d-a557-eb69be7a0b69" providerId="ADAL" clId="{83AE0F20-54DF-4FC6-8642-3BB87819100F}" dt="2024-07-11T04:15:22.238" v="1724" actId="571"/>
          <ac:spMkLst>
            <pc:docMk/>
            <pc:sldMk cId="1074754699" sldId="2147475822"/>
            <ac:spMk id="14" creationId="{901CA547-B807-7401-8272-41A47A61A7B2}"/>
          </ac:spMkLst>
        </pc:spChg>
        <pc:spChg chg="add mod">
          <ac:chgData name="Gudla, Natraj" userId="1b097815-ad51-435d-a557-eb69be7a0b69" providerId="ADAL" clId="{83AE0F20-54DF-4FC6-8642-3BB87819100F}" dt="2024-07-14T10:11:09.289" v="2982" actId="571"/>
          <ac:spMkLst>
            <pc:docMk/>
            <pc:sldMk cId="1074754699" sldId="2147475822"/>
            <ac:spMk id="14" creationId="{94C84FBB-00BA-5E47-FDE5-70608DC2DF06}"/>
          </ac:spMkLst>
        </pc:spChg>
        <pc:spChg chg="add mod">
          <ac:chgData name="Gudla, Natraj" userId="1b097815-ad51-435d-a557-eb69be7a0b69" providerId="ADAL" clId="{83AE0F20-54DF-4FC6-8642-3BB87819100F}" dt="2024-07-14T10:11:09.289" v="2982" actId="571"/>
          <ac:spMkLst>
            <pc:docMk/>
            <pc:sldMk cId="1074754699" sldId="2147475822"/>
            <ac:spMk id="15" creationId="{BCFF71A7-A990-FED0-A581-0E817F6EEDB4}"/>
          </ac:spMkLst>
        </pc:spChg>
        <pc:spChg chg="add mod">
          <ac:chgData name="Gudla, Natraj" userId="1b097815-ad51-435d-a557-eb69be7a0b69" providerId="ADAL" clId="{83AE0F20-54DF-4FC6-8642-3BB87819100F}" dt="2024-07-11T04:15:22.238" v="1724" actId="571"/>
          <ac:spMkLst>
            <pc:docMk/>
            <pc:sldMk cId="1074754699" sldId="2147475822"/>
            <ac:spMk id="15" creationId="{F14D5FB2-8766-3B94-E8C6-313666BAF48B}"/>
          </ac:spMkLst>
        </pc:spChg>
        <pc:spChg chg="add mod">
          <ac:chgData name="Gudla, Natraj" userId="1b097815-ad51-435d-a557-eb69be7a0b69" providerId="ADAL" clId="{83AE0F20-54DF-4FC6-8642-3BB87819100F}" dt="2024-07-14T10:17:24.064" v="3383" actId="20577"/>
          <ac:spMkLst>
            <pc:docMk/>
            <pc:sldMk cId="1074754699" sldId="2147475822"/>
            <ac:spMk id="16" creationId="{C531ADEE-5A10-4DE7-D2D8-6DD048AE338F}"/>
          </ac:spMkLst>
        </pc:spChg>
        <pc:spChg chg="add mod">
          <ac:chgData name="Gudla, Natraj" userId="1b097815-ad51-435d-a557-eb69be7a0b69" providerId="ADAL" clId="{83AE0F20-54DF-4FC6-8642-3BB87819100F}" dt="2024-07-14T10:11:09.289" v="2982" actId="571"/>
          <ac:spMkLst>
            <pc:docMk/>
            <pc:sldMk cId="1074754699" sldId="2147475822"/>
            <ac:spMk id="17" creationId="{0615E7C3-AEA1-87B0-5FAF-3D6507BB5A21}"/>
          </ac:spMkLst>
        </pc:spChg>
        <pc:spChg chg="add del mod">
          <ac:chgData name="Gudla, Natraj" userId="1b097815-ad51-435d-a557-eb69be7a0b69" providerId="ADAL" clId="{83AE0F20-54DF-4FC6-8642-3BB87819100F}" dt="2024-07-14T10:14:31.473" v="3143" actId="478"/>
          <ac:spMkLst>
            <pc:docMk/>
            <pc:sldMk cId="1074754699" sldId="2147475822"/>
            <ac:spMk id="19" creationId="{E9C8AA3F-E653-C3B8-29B4-E14AEBF5E737}"/>
          </ac:spMkLst>
        </pc:spChg>
        <pc:spChg chg="add del mod">
          <ac:chgData name="Gudla, Natraj" userId="1b097815-ad51-435d-a557-eb69be7a0b69" providerId="ADAL" clId="{83AE0F20-54DF-4FC6-8642-3BB87819100F}" dt="2024-07-14T10:15:43.735" v="3334" actId="478"/>
          <ac:spMkLst>
            <pc:docMk/>
            <pc:sldMk cId="1074754699" sldId="2147475822"/>
            <ac:spMk id="20" creationId="{8DC4DC08-7913-8E48-7198-FF4D8DCFDD88}"/>
          </ac:spMkLst>
        </pc:spChg>
        <pc:spChg chg="add mod">
          <ac:chgData name="Gudla, Natraj" userId="1b097815-ad51-435d-a557-eb69be7a0b69" providerId="ADAL" clId="{83AE0F20-54DF-4FC6-8642-3BB87819100F}" dt="2024-07-14T10:16:59.970" v="3360" actId="1076"/>
          <ac:spMkLst>
            <pc:docMk/>
            <pc:sldMk cId="1074754699" sldId="2147475822"/>
            <ac:spMk id="21" creationId="{201EBB27-067A-70D7-8D2D-EEC4C7DF6735}"/>
          </ac:spMkLst>
        </pc:spChg>
        <pc:spChg chg="add mod">
          <ac:chgData name="Gudla, Natraj" userId="1b097815-ad51-435d-a557-eb69be7a0b69" providerId="ADAL" clId="{83AE0F20-54DF-4FC6-8642-3BB87819100F}" dt="2024-07-14T10:16:59.970" v="3360" actId="1076"/>
          <ac:spMkLst>
            <pc:docMk/>
            <pc:sldMk cId="1074754699" sldId="2147475822"/>
            <ac:spMk id="22" creationId="{0C2E9D8E-38F6-C92C-22E7-B521DB5CA6EE}"/>
          </ac:spMkLst>
        </pc:spChg>
        <pc:spChg chg="add mod">
          <ac:chgData name="Gudla, Natraj" userId="1b097815-ad51-435d-a557-eb69be7a0b69" providerId="ADAL" clId="{83AE0F20-54DF-4FC6-8642-3BB87819100F}" dt="2024-07-14T10:11:57.753" v="3022" actId="1076"/>
          <ac:spMkLst>
            <pc:docMk/>
            <pc:sldMk cId="1074754699" sldId="2147475822"/>
            <ac:spMk id="23" creationId="{9F4F116D-9F0E-FB36-16FF-5A4CFA681B1F}"/>
          </ac:spMkLst>
        </pc:spChg>
        <pc:spChg chg="add del mod">
          <ac:chgData name="Gudla, Natraj" userId="1b097815-ad51-435d-a557-eb69be7a0b69" providerId="ADAL" clId="{83AE0F20-54DF-4FC6-8642-3BB87819100F}" dt="2024-07-11T04:33:07.508" v="2576" actId="478"/>
          <ac:spMkLst>
            <pc:docMk/>
            <pc:sldMk cId="1074754699" sldId="2147475822"/>
            <ac:spMk id="23" creationId="{F794B388-EC81-7931-04AB-4BD775A76271}"/>
          </ac:spMkLst>
        </pc:spChg>
        <pc:spChg chg="add mod">
          <ac:chgData name="Gudla, Natraj" userId="1b097815-ad51-435d-a557-eb69be7a0b69" providerId="ADAL" clId="{83AE0F20-54DF-4FC6-8642-3BB87819100F}" dt="2024-07-11T04:33:37.080" v="2646" actId="20577"/>
          <ac:spMkLst>
            <pc:docMk/>
            <pc:sldMk cId="1074754699" sldId="2147475822"/>
            <ac:spMk id="24" creationId="{46D37943-F476-7ACC-49E0-C331B70ACF42}"/>
          </ac:spMkLst>
        </pc:spChg>
        <pc:spChg chg="add mod">
          <ac:chgData name="Gudla, Natraj" userId="1b097815-ad51-435d-a557-eb69be7a0b69" providerId="ADAL" clId="{83AE0F20-54DF-4FC6-8642-3BB87819100F}" dt="2024-07-14T10:16:04.312" v="3349" actId="1076"/>
          <ac:spMkLst>
            <pc:docMk/>
            <pc:sldMk cId="1074754699" sldId="2147475822"/>
            <ac:spMk id="26" creationId="{9061CED3-96A7-A681-45F8-BDD304EC306F}"/>
          </ac:spMkLst>
        </pc:spChg>
        <pc:spChg chg="add mod">
          <ac:chgData name="Gudla, Natraj" userId="1b097815-ad51-435d-a557-eb69be7a0b69" providerId="ADAL" clId="{83AE0F20-54DF-4FC6-8642-3BB87819100F}" dt="2024-07-14T10:16:59.970" v="3360" actId="1076"/>
          <ac:spMkLst>
            <pc:docMk/>
            <pc:sldMk cId="1074754699" sldId="2147475822"/>
            <ac:spMk id="27" creationId="{9F64C1D0-0F41-BC7A-7A06-E70DA6A86DD0}"/>
          </ac:spMkLst>
        </pc:spChg>
        <pc:graphicFrameChg chg="add del mod modGraphic">
          <ac:chgData name="Gudla, Natraj" userId="1b097815-ad51-435d-a557-eb69be7a0b69" providerId="ADAL" clId="{83AE0F20-54DF-4FC6-8642-3BB87819100F}" dt="2024-07-11T03:56:11.780" v="428" actId="478"/>
          <ac:graphicFrameMkLst>
            <pc:docMk/>
            <pc:sldMk cId="1074754699" sldId="2147475822"/>
            <ac:graphicFrameMk id="6" creationId="{2797F3EB-5DE5-19A4-62AF-9226310A332B}"/>
          </ac:graphicFrameMkLst>
        </pc:graphicFrameChg>
        <pc:graphicFrameChg chg="add del modGraphic">
          <ac:chgData name="Gudla, Natraj" userId="1b097815-ad51-435d-a557-eb69be7a0b69" providerId="ADAL" clId="{83AE0F20-54DF-4FC6-8642-3BB87819100F}" dt="2024-07-11T03:56:09.258" v="427" actId="478"/>
          <ac:graphicFrameMkLst>
            <pc:docMk/>
            <pc:sldMk cId="1074754699" sldId="2147475822"/>
            <ac:graphicFrameMk id="7" creationId="{A4479D2F-8609-1E0D-850B-E77C6D3F0963}"/>
          </ac:graphicFrameMkLst>
        </pc:graphicFrameChg>
        <pc:graphicFrameChg chg="add mod modGraphic">
          <ac:chgData name="Gudla, Natraj" userId="1b097815-ad51-435d-a557-eb69be7a0b69" providerId="ADAL" clId="{83AE0F20-54DF-4FC6-8642-3BB87819100F}" dt="2024-07-14T10:11:18.933" v="2999" actId="1076"/>
          <ac:graphicFrameMkLst>
            <pc:docMk/>
            <pc:sldMk cId="1074754699" sldId="2147475822"/>
            <ac:graphicFrameMk id="8" creationId="{4303A2CA-FD70-C04C-5061-0F508F93E174}"/>
          </ac:graphicFrameMkLst>
        </pc:graphicFrameChg>
        <pc:picChg chg="add mod">
          <ac:chgData name="Gudla, Natraj" userId="1b097815-ad51-435d-a557-eb69be7a0b69" providerId="ADAL" clId="{83AE0F20-54DF-4FC6-8642-3BB87819100F}" dt="2024-07-14T10:15:59.625" v="3347" actId="14100"/>
          <ac:picMkLst>
            <pc:docMk/>
            <pc:sldMk cId="1074754699" sldId="2147475822"/>
            <ac:picMk id="2" creationId="{7F505D31-DAA0-0588-83E7-68CD449C7852}"/>
          </ac:picMkLst>
        </pc:picChg>
        <pc:picChg chg="add mod">
          <ac:chgData name="Gudla, Natraj" userId="1b097815-ad51-435d-a557-eb69be7a0b69" providerId="ADAL" clId="{83AE0F20-54DF-4FC6-8642-3BB87819100F}" dt="2024-07-14T10:16:06.689" v="3350" actId="14100"/>
          <ac:picMkLst>
            <pc:docMk/>
            <pc:sldMk cId="1074754699" sldId="2147475822"/>
            <ac:picMk id="13" creationId="{32DFB0C9-2A30-036A-2E96-1DA6FDDAD648}"/>
          </ac:picMkLst>
        </pc:picChg>
        <pc:picChg chg="add del mod">
          <ac:chgData name="Gudla, Natraj" userId="1b097815-ad51-435d-a557-eb69be7a0b69" providerId="ADAL" clId="{83AE0F20-54DF-4FC6-8642-3BB87819100F}" dt="2024-07-14T10:09:48.588" v="2966" actId="478"/>
          <ac:picMkLst>
            <pc:docMk/>
            <pc:sldMk cId="1074754699" sldId="2147475822"/>
            <ac:picMk id="18" creationId="{4802FD93-743A-5C43-5367-197FC7894714}"/>
          </ac:picMkLst>
        </pc:picChg>
        <pc:picChg chg="add mod">
          <ac:chgData name="Gudla, Natraj" userId="1b097815-ad51-435d-a557-eb69be7a0b69" providerId="ADAL" clId="{83AE0F20-54DF-4FC6-8642-3BB87819100F}" dt="2024-07-14T10:15:49.089" v="3345" actId="1036"/>
          <ac:picMkLst>
            <pc:docMk/>
            <pc:sldMk cId="1074754699" sldId="2147475822"/>
            <ac:picMk id="25" creationId="{810AABEA-71AC-46C1-6079-6A84D42E0149}"/>
          </ac:picMkLst>
        </pc:picChg>
      </pc:sldChg>
    </pc:docChg>
  </pc:docChgLst>
  <pc:docChgLst>
    <pc:chgData name="Cartwright, Max" userId="4fdaca64-157b-4f34-aebd-58f672b6a20c" providerId="ADAL" clId="{00DA6664-0376-4DFD-97D4-F52D9C04461D}"/>
    <pc:docChg chg="sldOrd">
      <pc:chgData name="Cartwright, Max" userId="4fdaca64-157b-4f34-aebd-58f672b6a20c" providerId="ADAL" clId="{00DA6664-0376-4DFD-97D4-F52D9C04461D}" dt="2024-06-14T10:46:21.801" v="0" actId="20578"/>
      <pc:docMkLst>
        <pc:docMk/>
      </pc:docMkLst>
      <pc:sldChg chg="ord">
        <pc:chgData name="Cartwright, Max" userId="4fdaca64-157b-4f34-aebd-58f672b6a20c" providerId="ADAL" clId="{00DA6664-0376-4DFD-97D4-F52D9C04461D}" dt="2024-06-14T10:46:21.801" v="0" actId="20578"/>
        <pc:sldMkLst>
          <pc:docMk/>
          <pc:sldMk cId="885501633" sldId="2147474161"/>
        </pc:sldMkLst>
      </pc:sldChg>
    </pc:docChg>
  </pc:docChgLst>
  <pc:docChgLst>
    <pc:chgData name="Sivaramakrishnan, Narayanan" userId="341b1ffd-5577-42b1-9704-45069781f0b3" providerId="ADAL" clId="{ED76C370-CC92-457C-AA42-89D58658620F}"/>
    <pc:docChg chg="modSld">
      <pc:chgData name="Sivaramakrishnan, Narayanan" userId="341b1ffd-5577-42b1-9704-45069781f0b3" providerId="ADAL" clId="{ED76C370-CC92-457C-AA42-89D58658620F}" dt="2024-07-10T09:46:02.467" v="9" actId="1036"/>
      <pc:docMkLst>
        <pc:docMk/>
      </pc:docMkLst>
      <pc:sldChg chg="modSp mod">
        <pc:chgData name="Sivaramakrishnan, Narayanan" userId="341b1ffd-5577-42b1-9704-45069781f0b3" providerId="ADAL" clId="{ED76C370-CC92-457C-AA42-89D58658620F}" dt="2024-07-10T09:46:02.467" v="9" actId="1036"/>
        <pc:sldMkLst>
          <pc:docMk/>
          <pc:sldMk cId="2759881903" sldId="2147474196"/>
        </pc:sldMkLst>
        <pc:spChg chg="mod">
          <ac:chgData name="Sivaramakrishnan, Narayanan" userId="341b1ffd-5577-42b1-9704-45069781f0b3" providerId="ADAL" clId="{ED76C370-CC92-457C-AA42-89D58658620F}" dt="2024-07-10T09:46:02.467" v="9" actId="1036"/>
          <ac:spMkLst>
            <pc:docMk/>
            <pc:sldMk cId="2759881903" sldId="2147474196"/>
            <ac:spMk id="23" creationId="{F41F6C11-121F-FB9F-CA43-AE1640376333}"/>
          </ac:spMkLst>
        </pc:spChg>
      </pc:sldChg>
      <pc:sldChg chg="delCm">
        <pc:chgData name="Sivaramakrishnan, Narayanan" userId="341b1ffd-5577-42b1-9704-45069781f0b3" providerId="ADAL" clId="{ED76C370-CC92-457C-AA42-89D58658620F}" dt="2024-07-10T09:09:26.441" v="0"/>
        <pc:sldMkLst>
          <pc:docMk/>
          <pc:sldMk cId="1001885555" sldId="2147475796"/>
        </pc:sldMkLst>
        <pc:extLst>
          <p:ext xmlns:p="http://schemas.openxmlformats.org/presentationml/2006/main" uri="{D6D511B9-2390-475A-947B-AFAB55BFBCF1}">
            <pc226:cmChg xmlns:pc226="http://schemas.microsoft.com/office/powerpoint/2022/06/main/command" chg="del">
              <pc226:chgData name="Sivaramakrishnan, Narayanan" userId="341b1ffd-5577-42b1-9704-45069781f0b3" providerId="ADAL" clId="{ED76C370-CC92-457C-AA42-89D58658620F}" dt="2024-07-10T09:09:26.441" v="0"/>
              <pc2:cmMkLst xmlns:pc2="http://schemas.microsoft.com/office/powerpoint/2019/9/main/command">
                <pc:docMk/>
                <pc:sldMk cId="1001885555" sldId="2147475796"/>
                <pc2:cmMk id="{6187E47D-BBEA-4C72-87DA-B268F556C1BE}"/>
              </pc2:cmMkLst>
            </pc226:cmChg>
          </p:ext>
        </pc:extLst>
      </pc:sldChg>
    </pc:docChg>
  </pc:docChgLst>
  <pc:docChgLst>
    <pc:chgData name="Sivaramakrishnan, Narayanan" userId="S::narayanan.sivaramakrishnan@capgemini.com::341b1ffd-5577-42b1-9704-45069781f0b3" providerId="AD" clId="Web-{C2DF83BA-440F-FE77-C278-A76A3F0470F5}"/>
    <pc:docChg chg="modSld">
      <pc:chgData name="Sivaramakrishnan, Narayanan" userId="S::narayanan.sivaramakrishnan@capgemini.com::341b1ffd-5577-42b1-9704-45069781f0b3" providerId="AD" clId="Web-{C2DF83BA-440F-FE77-C278-A76A3F0470F5}" dt="2024-05-21T12:21:42.950" v="5"/>
      <pc:docMkLst>
        <pc:docMk/>
      </pc:docMkLst>
      <pc:sldChg chg="modSp">
        <pc:chgData name="Sivaramakrishnan, Narayanan" userId="S::narayanan.sivaramakrishnan@capgemini.com::341b1ffd-5577-42b1-9704-45069781f0b3" providerId="AD" clId="Web-{C2DF83BA-440F-FE77-C278-A76A3F0470F5}" dt="2024-05-21T12:21:42.950" v="5"/>
        <pc:sldMkLst>
          <pc:docMk/>
          <pc:sldMk cId="3447131155" sldId="2147474155"/>
        </pc:sldMkLst>
        <pc:graphicFrameChg chg="mod modGraphic">
          <ac:chgData name="Sivaramakrishnan, Narayanan" userId="S::narayanan.sivaramakrishnan@capgemini.com::341b1ffd-5577-42b1-9704-45069781f0b3" providerId="AD" clId="Web-{C2DF83BA-440F-FE77-C278-A76A3F0470F5}" dt="2024-05-21T12:21:42.950" v="5"/>
          <ac:graphicFrameMkLst>
            <pc:docMk/>
            <pc:sldMk cId="3447131155" sldId="2147474155"/>
            <ac:graphicFrameMk id="2" creationId="{D0BCB5DE-6896-5F5C-6600-0AA0464C3ADF}"/>
          </ac:graphicFrameMkLst>
        </pc:graphicFrameChg>
      </pc:sldChg>
    </pc:docChg>
  </pc:docChgLst>
  <pc:docChgLst>
    <pc:chgData name="Kanduru, Raghava" userId="S::raghava.kanduru@capgemini.com::cf8c09de-c40c-47a2-971b-c612c06e0906" providerId="AD" clId="Web-{0A21888D-C4D9-B994-9670-B8838EDD0DCC}"/>
    <pc:docChg chg="delSld">
      <pc:chgData name="Kanduru, Raghava" userId="S::raghava.kanduru@capgemini.com::cf8c09de-c40c-47a2-971b-c612c06e0906" providerId="AD" clId="Web-{0A21888D-C4D9-B994-9670-B8838EDD0DCC}" dt="2024-05-28T05:21:36.201" v="0"/>
      <pc:docMkLst>
        <pc:docMk/>
      </pc:docMkLst>
      <pc:sldChg chg="del">
        <pc:chgData name="Kanduru, Raghava" userId="S::raghava.kanduru@capgemini.com::cf8c09de-c40c-47a2-971b-c612c06e0906" providerId="AD" clId="Web-{0A21888D-C4D9-B994-9670-B8838EDD0DCC}" dt="2024-05-28T05:21:36.201" v="0"/>
        <pc:sldMkLst>
          <pc:docMk/>
          <pc:sldMk cId="2584685373" sldId="621"/>
        </pc:sldMkLst>
      </pc:sldChg>
    </pc:docChg>
  </pc:docChgLst>
  <pc:docChgLst>
    <pc:chgData name="Goundu, Ramesh" userId="S::ramesh.goundu@capgemini.com::26e4ecc0-474c-4e51-8678-139134653597" providerId="AD" clId="Web-{086E88AE-7B29-4EDC-949D-4372394FF491}"/>
    <pc:docChg chg="modSld">
      <pc:chgData name="Goundu, Ramesh" userId="S::ramesh.goundu@capgemini.com::26e4ecc0-474c-4e51-8678-139134653597" providerId="AD" clId="Web-{086E88AE-7B29-4EDC-949D-4372394FF491}" dt="2024-05-22T03:10:39.053" v="108" actId="20577"/>
      <pc:docMkLst>
        <pc:docMk/>
      </pc:docMkLst>
      <pc:sldChg chg="modSp">
        <pc:chgData name="Goundu, Ramesh" userId="S::ramesh.goundu@capgemini.com::26e4ecc0-474c-4e51-8678-139134653597" providerId="AD" clId="Web-{086E88AE-7B29-4EDC-949D-4372394FF491}" dt="2024-05-22T03:10:39.053" v="108" actId="20577"/>
        <pc:sldMkLst>
          <pc:docMk/>
          <pc:sldMk cId="2815566877" sldId="2076137832"/>
        </pc:sldMkLst>
        <pc:spChg chg="mod">
          <ac:chgData name="Goundu, Ramesh" userId="S::ramesh.goundu@capgemini.com::26e4ecc0-474c-4e51-8678-139134653597" providerId="AD" clId="Web-{086E88AE-7B29-4EDC-949D-4372394FF491}" dt="2024-05-22T03:06:29.967" v="82" actId="20577"/>
          <ac:spMkLst>
            <pc:docMk/>
            <pc:sldMk cId="2815566877" sldId="2076137832"/>
            <ac:spMk id="3" creationId="{155FCA84-4387-498D-8202-97BC1B4142D0}"/>
          </ac:spMkLst>
        </pc:spChg>
        <pc:spChg chg="mod">
          <ac:chgData name="Goundu, Ramesh" userId="S::ramesh.goundu@capgemini.com::26e4ecc0-474c-4e51-8678-139134653597" providerId="AD" clId="Web-{086E88AE-7B29-4EDC-949D-4372394FF491}" dt="2024-05-22T03:10:39.053" v="108" actId="20577"/>
          <ac:spMkLst>
            <pc:docMk/>
            <pc:sldMk cId="2815566877" sldId="2076137832"/>
            <ac:spMk id="4" creationId="{9DEA6A68-7127-43C5-B571-DE7EA006AD85}"/>
          </ac:spMkLst>
        </pc:spChg>
      </pc:sldChg>
      <pc:sldChg chg="modSp">
        <pc:chgData name="Goundu, Ramesh" userId="S::ramesh.goundu@capgemini.com::26e4ecc0-474c-4e51-8678-139134653597" providerId="AD" clId="Web-{086E88AE-7B29-4EDC-949D-4372394FF491}" dt="2024-05-22T03:08:48.925" v="89" actId="20577"/>
        <pc:sldMkLst>
          <pc:docMk/>
          <pc:sldMk cId="4240461515" sldId="2076137833"/>
        </pc:sldMkLst>
        <pc:spChg chg="mod">
          <ac:chgData name="Goundu, Ramesh" userId="S::ramesh.goundu@capgemini.com::26e4ecc0-474c-4e51-8678-139134653597" providerId="AD" clId="Web-{086E88AE-7B29-4EDC-949D-4372394FF491}" dt="2024-05-22T03:05:33.262" v="70" actId="20577"/>
          <ac:spMkLst>
            <pc:docMk/>
            <pc:sldMk cId="4240461515" sldId="2076137833"/>
            <ac:spMk id="3" creationId="{FC49C433-38DC-42A4-AEF1-D936F52843D7}"/>
          </ac:spMkLst>
        </pc:spChg>
        <pc:spChg chg="mod">
          <ac:chgData name="Goundu, Ramesh" userId="S::ramesh.goundu@capgemini.com::26e4ecc0-474c-4e51-8678-139134653597" providerId="AD" clId="Web-{086E88AE-7B29-4EDC-949D-4372394FF491}" dt="2024-05-22T03:08:48.925" v="89" actId="20577"/>
          <ac:spMkLst>
            <pc:docMk/>
            <pc:sldMk cId="4240461515" sldId="2076137833"/>
            <ac:spMk id="4" creationId="{6A9D0897-80A0-45C9-B608-935DC2E7176D}"/>
          </ac:spMkLst>
        </pc:spChg>
      </pc:sldChg>
    </pc:docChg>
  </pc:docChgLst>
  <pc:docChgLst>
    <pc:chgData name="Kanduru, Raghava" userId="cf8c09de-c40c-47a2-971b-c612c06e0906" providerId="ADAL" clId="{5E3DAF92-3AF4-4FBB-A40F-A08CEB694985}"/>
    <pc:docChg chg="undo custSel addSld delSld modSld sldOrd">
      <pc:chgData name="Kanduru, Raghava" userId="cf8c09de-c40c-47a2-971b-c612c06e0906" providerId="ADAL" clId="{5E3DAF92-3AF4-4FBB-A40F-A08CEB694985}" dt="2024-06-25T06:32:58.123" v="1958"/>
      <pc:docMkLst>
        <pc:docMk/>
      </pc:docMkLst>
      <pc:sldChg chg="addSp delSp modSp mod">
        <pc:chgData name="Kanduru, Raghava" userId="cf8c09de-c40c-47a2-971b-c612c06e0906" providerId="ADAL" clId="{5E3DAF92-3AF4-4FBB-A40F-A08CEB694985}" dt="2024-06-21T05:19:35.028" v="1817" actId="1076"/>
        <pc:sldMkLst>
          <pc:docMk/>
          <pc:sldMk cId="1531364721" sldId="2141412306"/>
        </pc:sldMkLst>
        <pc:spChg chg="del">
          <ac:chgData name="Kanduru, Raghava" userId="cf8c09de-c40c-47a2-971b-c612c06e0906" providerId="ADAL" clId="{5E3DAF92-3AF4-4FBB-A40F-A08CEB694985}" dt="2024-06-21T05:19:31.397" v="1815" actId="478"/>
          <ac:spMkLst>
            <pc:docMk/>
            <pc:sldMk cId="1531364721" sldId="2141412306"/>
            <ac:spMk id="2" creationId="{7F6124A2-17CC-3AE9-42DA-2584BD303CCF}"/>
          </ac:spMkLst>
        </pc:spChg>
        <pc:spChg chg="add mod">
          <ac:chgData name="Kanduru, Raghava" userId="cf8c09de-c40c-47a2-971b-c612c06e0906" providerId="ADAL" clId="{5E3DAF92-3AF4-4FBB-A40F-A08CEB694985}" dt="2024-06-21T05:19:35.028" v="1817" actId="1076"/>
          <ac:spMkLst>
            <pc:docMk/>
            <pc:sldMk cId="1531364721" sldId="2141412306"/>
            <ac:spMk id="3" creationId="{7816CACF-E788-440C-41EC-EC55279EF592}"/>
          </ac:spMkLst>
        </pc:spChg>
      </pc:sldChg>
      <pc:sldChg chg="modSp mod">
        <pc:chgData name="Kanduru, Raghava" userId="cf8c09de-c40c-47a2-971b-c612c06e0906" providerId="ADAL" clId="{5E3DAF92-3AF4-4FBB-A40F-A08CEB694985}" dt="2024-06-12T04:55:22.688" v="48" actId="1076"/>
        <pc:sldMkLst>
          <pc:docMk/>
          <pc:sldMk cId="1754236133" sldId="2141412320"/>
        </pc:sldMkLst>
        <pc:spChg chg="mod">
          <ac:chgData name="Kanduru, Raghava" userId="cf8c09de-c40c-47a2-971b-c612c06e0906" providerId="ADAL" clId="{5E3DAF92-3AF4-4FBB-A40F-A08CEB694985}" dt="2024-06-12T04:55:22.688" v="48" actId="1076"/>
          <ac:spMkLst>
            <pc:docMk/>
            <pc:sldMk cId="1754236133" sldId="2141412320"/>
            <ac:spMk id="42" creationId="{2C73AB5A-1D7B-48E8-8925-50E92522ED50}"/>
          </ac:spMkLst>
        </pc:spChg>
      </pc:sldChg>
      <pc:sldChg chg="mod modShow">
        <pc:chgData name="Kanduru, Raghava" userId="cf8c09de-c40c-47a2-971b-c612c06e0906" providerId="ADAL" clId="{5E3DAF92-3AF4-4FBB-A40F-A08CEB694985}" dt="2024-06-13T10:55:22.808" v="62" actId="729"/>
        <pc:sldMkLst>
          <pc:docMk/>
          <pc:sldMk cId="2411987227" sldId="2147474112"/>
        </pc:sldMkLst>
      </pc:sldChg>
      <pc:sldChg chg="mod ord modShow">
        <pc:chgData name="Kanduru, Raghava" userId="cf8c09de-c40c-47a2-971b-c612c06e0906" providerId="ADAL" clId="{5E3DAF92-3AF4-4FBB-A40F-A08CEB694985}" dt="2024-06-20T09:06:56.797" v="1611"/>
        <pc:sldMkLst>
          <pc:docMk/>
          <pc:sldMk cId="2479366280" sldId="2147474117"/>
        </pc:sldMkLst>
      </pc:sldChg>
      <pc:sldChg chg="modSp mod">
        <pc:chgData name="Kanduru, Raghava" userId="cf8c09de-c40c-47a2-971b-c612c06e0906" providerId="ADAL" clId="{5E3DAF92-3AF4-4FBB-A40F-A08CEB694985}" dt="2024-06-20T08:45:52.944" v="1566"/>
        <pc:sldMkLst>
          <pc:docMk/>
          <pc:sldMk cId="1411463970" sldId="2147474152"/>
        </pc:sldMkLst>
        <pc:graphicFrameChg chg="mod modGraphic">
          <ac:chgData name="Kanduru, Raghava" userId="cf8c09de-c40c-47a2-971b-c612c06e0906" providerId="ADAL" clId="{5E3DAF92-3AF4-4FBB-A40F-A08CEB694985}" dt="2024-06-20T08:45:52.944" v="1566"/>
          <ac:graphicFrameMkLst>
            <pc:docMk/>
            <pc:sldMk cId="1411463970" sldId="2147474152"/>
            <ac:graphicFrameMk id="8" creationId="{0449F75F-2706-876C-71DE-D728F38E233D}"/>
          </ac:graphicFrameMkLst>
        </pc:graphicFrameChg>
      </pc:sldChg>
      <pc:sldChg chg="modSp mod">
        <pc:chgData name="Kanduru, Raghava" userId="cf8c09de-c40c-47a2-971b-c612c06e0906" providerId="ADAL" clId="{5E3DAF92-3AF4-4FBB-A40F-A08CEB694985}" dt="2024-06-20T08:53:13.117" v="1582"/>
        <pc:sldMkLst>
          <pc:docMk/>
          <pc:sldMk cId="2001861423" sldId="2147474153"/>
        </pc:sldMkLst>
        <pc:graphicFrameChg chg="mod modGraphic">
          <ac:chgData name="Kanduru, Raghava" userId="cf8c09de-c40c-47a2-971b-c612c06e0906" providerId="ADAL" clId="{5E3DAF92-3AF4-4FBB-A40F-A08CEB694985}" dt="2024-06-20T08:53:13.117" v="1582"/>
          <ac:graphicFrameMkLst>
            <pc:docMk/>
            <pc:sldMk cId="2001861423" sldId="2147474153"/>
            <ac:graphicFrameMk id="8" creationId="{0449F75F-2706-876C-71DE-D728F38E233D}"/>
          </ac:graphicFrameMkLst>
        </pc:graphicFrameChg>
      </pc:sldChg>
      <pc:sldChg chg="modSp">
        <pc:chgData name="Kanduru, Raghava" userId="cf8c09de-c40c-47a2-971b-c612c06e0906" providerId="ADAL" clId="{5E3DAF92-3AF4-4FBB-A40F-A08CEB694985}" dt="2024-06-21T04:58:05.377" v="1666"/>
        <pc:sldMkLst>
          <pc:docMk/>
          <pc:sldMk cId="2251188276" sldId="2147474154"/>
        </pc:sldMkLst>
        <pc:graphicFrameChg chg="mod">
          <ac:chgData name="Kanduru, Raghava" userId="cf8c09de-c40c-47a2-971b-c612c06e0906" providerId="ADAL" clId="{5E3DAF92-3AF4-4FBB-A40F-A08CEB694985}" dt="2024-06-21T04:58:05.377" v="1666"/>
          <ac:graphicFrameMkLst>
            <pc:docMk/>
            <pc:sldMk cId="2251188276" sldId="2147474154"/>
            <ac:graphicFrameMk id="5" creationId="{BF963F44-2AF5-0D18-B298-EC70E47829C5}"/>
          </ac:graphicFrameMkLst>
        </pc:graphicFrameChg>
      </pc:sldChg>
      <pc:sldChg chg="mod ord modShow">
        <pc:chgData name="Kanduru, Raghava" userId="cf8c09de-c40c-47a2-971b-c612c06e0906" providerId="ADAL" clId="{5E3DAF92-3AF4-4FBB-A40F-A08CEB694985}" dt="2024-06-19T03:57:30.883" v="1345"/>
        <pc:sldMkLst>
          <pc:docMk/>
          <pc:sldMk cId="2318877968" sldId="2147474163"/>
        </pc:sldMkLst>
      </pc:sldChg>
      <pc:sldChg chg="del mod modShow">
        <pc:chgData name="Kanduru, Raghava" userId="cf8c09de-c40c-47a2-971b-c612c06e0906" providerId="ADAL" clId="{5E3DAF92-3AF4-4FBB-A40F-A08CEB694985}" dt="2024-06-17T05:47:11.965" v="102" actId="47"/>
        <pc:sldMkLst>
          <pc:docMk/>
          <pc:sldMk cId="1600209829" sldId="2147474180"/>
        </pc:sldMkLst>
      </pc:sldChg>
      <pc:sldChg chg="addSp delSp modSp mod">
        <pc:chgData name="Kanduru, Raghava" userId="cf8c09de-c40c-47a2-971b-c612c06e0906" providerId="ADAL" clId="{5E3DAF92-3AF4-4FBB-A40F-A08CEB694985}" dt="2024-06-19T03:55:08.722" v="1343" actId="5793"/>
        <pc:sldMkLst>
          <pc:docMk/>
          <pc:sldMk cId="2644422550" sldId="2147474183"/>
        </pc:sldMkLst>
        <pc:spChg chg="add del">
          <ac:chgData name="Kanduru, Raghava" userId="cf8c09de-c40c-47a2-971b-c612c06e0906" providerId="ADAL" clId="{5E3DAF92-3AF4-4FBB-A40F-A08CEB694985}" dt="2024-06-18T13:25:06.330" v="478" actId="478"/>
          <ac:spMkLst>
            <pc:docMk/>
            <pc:sldMk cId="2644422550" sldId="2147474183"/>
            <ac:spMk id="2" creationId="{613AF41D-A39B-6096-C124-6BC28241A9A4}"/>
          </ac:spMkLst>
        </pc:spChg>
        <pc:graphicFrameChg chg="mod modGraphic">
          <ac:chgData name="Kanduru, Raghava" userId="cf8c09de-c40c-47a2-971b-c612c06e0906" providerId="ADAL" clId="{5E3DAF92-3AF4-4FBB-A40F-A08CEB694985}" dt="2024-06-19T03:55:08.722" v="1343" actId="5793"/>
          <ac:graphicFrameMkLst>
            <pc:docMk/>
            <pc:sldMk cId="2644422550" sldId="2147474183"/>
            <ac:graphicFrameMk id="4" creationId="{F708C304-FE42-4ADD-AC50-77DE33B73378}"/>
          </ac:graphicFrameMkLst>
        </pc:graphicFrameChg>
        <pc:picChg chg="add del mod">
          <ac:chgData name="Kanduru, Raghava" userId="cf8c09de-c40c-47a2-971b-c612c06e0906" providerId="ADAL" clId="{5E3DAF92-3AF4-4FBB-A40F-A08CEB694985}" dt="2024-06-18T13:26:51.041" v="493" actId="478"/>
          <ac:picMkLst>
            <pc:docMk/>
            <pc:sldMk cId="2644422550" sldId="2147474183"/>
            <ac:picMk id="5" creationId="{B84A24EC-CB34-5145-8813-29848642BFAD}"/>
          </ac:picMkLst>
        </pc:picChg>
        <pc:picChg chg="add mod">
          <ac:chgData name="Kanduru, Raghava" userId="cf8c09de-c40c-47a2-971b-c612c06e0906" providerId="ADAL" clId="{5E3DAF92-3AF4-4FBB-A40F-A08CEB694985}" dt="2024-06-19T03:49:54.589" v="1148" actId="1037"/>
          <ac:picMkLst>
            <pc:docMk/>
            <pc:sldMk cId="2644422550" sldId="2147474183"/>
            <ac:picMk id="7" creationId="{5E470F88-2734-39D2-C54A-822FDC994388}"/>
          </ac:picMkLst>
        </pc:picChg>
        <pc:picChg chg="add mod">
          <ac:chgData name="Kanduru, Raghava" userId="cf8c09de-c40c-47a2-971b-c612c06e0906" providerId="ADAL" clId="{5E3DAF92-3AF4-4FBB-A40F-A08CEB694985}" dt="2024-06-19T03:50:25.516" v="1197" actId="1037"/>
          <ac:picMkLst>
            <pc:docMk/>
            <pc:sldMk cId="2644422550" sldId="2147474183"/>
            <ac:picMk id="8" creationId="{05DAE736-C0D2-AF9A-F3C0-0BD3BDC3EBAC}"/>
          </ac:picMkLst>
        </pc:picChg>
        <pc:picChg chg="add mod">
          <ac:chgData name="Kanduru, Raghava" userId="cf8c09de-c40c-47a2-971b-c612c06e0906" providerId="ADAL" clId="{5E3DAF92-3AF4-4FBB-A40F-A08CEB694985}" dt="2024-06-19T03:50:29.956" v="1208" actId="1037"/>
          <ac:picMkLst>
            <pc:docMk/>
            <pc:sldMk cId="2644422550" sldId="2147474183"/>
            <ac:picMk id="9" creationId="{E987B812-1815-DF28-A351-6A2A33A6EEBD}"/>
          </ac:picMkLst>
        </pc:picChg>
        <pc:picChg chg="add mod">
          <ac:chgData name="Kanduru, Raghava" userId="cf8c09de-c40c-47a2-971b-c612c06e0906" providerId="ADAL" clId="{5E3DAF92-3AF4-4FBB-A40F-A08CEB694985}" dt="2024-06-19T03:50:38.647" v="1209" actId="1076"/>
          <ac:picMkLst>
            <pc:docMk/>
            <pc:sldMk cId="2644422550" sldId="2147474183"/>
            <ac:picMk id="10" creationId="{3064C823-CF75-78E7-A965-BFA03D16486A}"/>
          </ac:picMkLst>
        </pc:picChg>
        <pc:picChg chg="add mod">
          <ac:chgData name="Kanduru, Raghava" userId="cf8c09de-c40c-47a2-971b-c612c06e0906" providerId="ADAL" clId="{5E3DAF92-3AF4-4FBB-A40F-A08CEB694985}" dt="2024-06-19T03:50:43.542" v="1215" actId="1037"/>
          <ac:picMkLst>
            <pc:docMk/>
            <pc:sldMk cId="2644422550" sldId="2147474183"/>
            <ac:picMk id="11" creationId="{41895E8B-61AD-DE05-33FE-17DC41B47901}"/>
          </ac:picMkLst>
        </pc:picChg>
        <pc:picChg chg="add mod">
          <ac:chgData name="Kanduru, Raghava" userId="cf8c09de-c40c-47a2-971b-c612c06e0906" providerId="ADAL" clId="{5E3DAF92-3AF4-4FBB-A40F-A08CEB694985}" dt="2024-06-19T03:50:10.783" v="1164" actId="1037"/>
          <ac:picMkLst>
            <pc:docMk/>
            <pc:sldMk cId="2644422550" sldId="2147474183"/>
            <ac:picMk id="12" creationId="{F23E7A85-D4B2-DEB2-D84D-E9FE455B53C8}"/>
          </ac:picMkLst>
        </pc:picChg>
        <pc:picChg chg="add mod">
          <ac:chgData name="Kanduru, Raghava" userId="cf8c09de-c40c-47a2-971b-c612c06e0906" providerId="ADAL" clId="{5E3DAF92-3AF4-4FBB-A40F-A08CEB694985}" dt="2024-06-19T03:50:49.391" v="1224" actId="1037"/>
          <ac:picMkLst>
            <pc:docMk/>
            <pc:sldMk cId="2644422550" sldId="2147474183"/>
            <ac:picMk id="13" creationId="{8EDF8F02-F0CE-D703-0BF4-895DC463AC72}"/>
          </ac:picMkLst>
        </pc:picChg>
        <pc:picChg chg="add mod">
          <ac:chgData name="Kanduru, Raghava" userId="cf8c09de-c40c-47a2-971b-c612c06e0906" providerId="ADAL" clId="{5E3DAF92-3AF4-4FBB-A40F-A08CEB694985}" dt="2024-06-19T03:50:56.694" v="1243" actId="1038"/>
          <ac:picMkLst>
            <pc:docMk/>
            <pc:sldMk cId="2644422550" sldId="2147474183"/>
            <ac:picMk id="14" creationId="{B561EAA1-D154-110E-3353-E3EBFD72DF43}"/>
          </ac:picMkLst>
        </pc:picChg>
        <pc:picChg chg="add mod">
          <ac:chgData name="Kanduru, Raghava" userId="cf8c09de-c40c-47a2-971b-c612c06e0906" providerId="ADAL" clId="{5E3DAF92-3AF4-4FBB-A40F-A08CEB694985}" dt="2024-06-19T03:51:01.407" v="1263" actId="1038"/>
          <ac:picMkLst>
            <pc:docMk/>
            <pc:sldMk cId="2644422550" sldId="2147474183"/>
            <ac:picMk id="15" creationId="{960729E7-F12A-9513-EA97-DA0F04EB4A88}"/>
          </ac:picMkLst>
        </pc:picChg>
        <pc:picChg chg="add mod">
          <ac:chgData name="Kanduru, Raghava" userId="cf8c09de-c40c-47a2-971b-c612c06e0906" providerId="ADAL" clId="{5E3DAF92-3AF4-4FBB-A40F-A08CEB694985}" dt="2024-06-19T03:54:00.297" v="1336" actId="1038"/>
          <ac:picMkLst>
            <pc:docMk/>
            <pc:sldMk cId="2644422550" sldId="2147474183"/>
            <ac:picMk id="16" creationId="{A64C92DA-6ED0-5C71-712F-CBA62D0FC95E}"/>
          </ac:picMkLst>
        </pc:picChg>
        <pc:picChg chg="add mod">
          <ac:chgData name="Kanduru, Raghava" userId="cf8c09de-c40c-47a2-971b-c612c06e0906" providerId="ADAL" clId="{5E3DAF92-3AF4-4FBB-A40F-A08CEB694985}" dt="2024-06-19T03:51:36.168" v="1323" actId="1038"/>
          <ac:picMkLst>
            <pc:docMk/>
            <pc:sldMk cId="2644422550" sldId="2147474183"/>
            <ac:picMk id="17" creationId="{BD32EBE4-E5E8-71AB-5086-FB1FFAAAD28C}"/>
          </ac:picMkLst>
        </pc:picChg>
        <pc:picChg chg="add del mod">
          <ac:chgData name="Kanduru, Raghava" userId="cf8c09de-c40c-47a2-971b-c612c06e0906" providerId="ADAL" clId="{5E3DAF92-3AF4-4FBB-A40F-A08CEB694985}" dt="2024-06-19T03:46:57.748" v="1089" actId="478"/>
          <ac:picMkLst>
            <pc:docMk/>
            <pc:sldMk cId="2644422550" sldId="2147474183"/>
            <ac:picMk id="18" creationId="{67FA6B17-CFC6-9A3D-9DDE-6532B30A77C6}"/>
          </ac:picMkLst>
        </pc:picChg>
        <pc:picChg chg="add mod">
          <ac:chgData name="Kanduru, Raghava" userId="cf8c09de-c40c-47a2-971b-c612c06e0906" providerId="ADAL" clId="{5E3DAF92-3AF4-4FBB-A40F-A08CEB694985}" dt="2024-06-19T03:50:17.451" v="1178" actId="1037"/>
          <ac:picMkLst>
            <pc:docMk/>
            <pc:sldMk cId="2644422550" sldId="2147474183"/>
            <ac:picMk id="19" creationId="{53A9E8A5-3E21-BFB8-1647-A9EF7EBE8A69}"/>
          </ac:picMkLst>
        </pc:picChg>
      </pc:sldChg>
      <pc:sldChg chg="addSp delSp modSp mod">
        <pc:chgData name="Kanduru, Raghava" userId="cf8c09de-c40c-47a2-971b-c612c06e0906" providerId="ADAL" clId="{5E3DAF92-3AF4-4FBB-A40F-A08CEB694985}" dt="2024-06-17T13:21:56.401" v="476" actId="1036"/>
        <pc:sldMkLst>
          <pc:docMk/>
          <pc:sldMk cId="3125609614" sldId="2147474189"/>
        </pc:sldMkLst>
        <pc:spChg chg="del">
          <ac:chgData name="Kanduru, Raghava" userId="cf8c09de-c40c-47a2-971b-c612c06e0906" providerId="ADAL" clId="{5E3DAF92-3AF4-4FBB-A40F-A08CEB694985}" dt="2024-06-17T13:21:16.583" v="469" actId="21"/>
          <ac:spMkLst>
            <pc:docMk/>
            <pc:sldMk cId="3125609614" sldId="2147474189"/>
            <ac:spMk id="2" creationId="{D61B3F72-95AC-5CD8-0D78-CB33918135B2}"/>
          </ac:spMkLst>
        </pc:spChg>
        <pc:spChg chg="add del mod">
          <ac:chgData name="Kanduru, Raghava" userId="cf8c09de-c40c-47a2-971b-c612c06e0906" providerId="ADAL" clId="{5E3DAF92-3AF4-4FBB-A40F-A08CEB694985}" dt="2024-06-17T13:21:23.509" v="471"/>
          <ac:spMkLst>
            <pc:docMk/>
            <pc:sldMk cId="3125609614" sldId="2147474189"/>
            <ac:spMk id="7" creationId="{F74F86C5-8AC3-1DB1-6396-E33AB112E620}"/>
          </ac:spMkLst>
        </pc:spChg>
        <pc:spChg chg="add del mod">
          <ac:chgData name="Kanduru, Raghava" userId="cf8c09de-c40c-47a2-971b-c612c06e0906" providerId="ADAL" clId="{5E3DAF92-3AF4-4FBB-A40F-A08CEB694985}" dt="2024-06-17T13:21:23.509" v="471"/>
          <ac:spMkLst>
            <pc:docMk/>
            <pc:sldMk cId="3125609614" sldId="2147474189"/>
            <ac:spMk id="8" creationId="{BDABC74A-ED2C-A933-AD5F-55DB945024A0}"/>
          </ac:spMkLst>
        </pc:spChg>
        <pc:spChg chg="add del mod">
          <ac:chgData name="Kanduru, Raghava" userId="cf8c09de-c40c-47a2-971b-c612c06e0906" providerId="ADAL" clId="{5E3DAF92-3AF4-4FBB-A40F-A08CEB694985}" dt="2024-06-17T13:21:23.509" v="471"/>
          <ac:spMkLst>
            <pc:docMk/>
            <pc:sldMk cId="3125609614" sldId="2147474189"/>
            <ac:spMk id="9" creationId="{940E972E-7211-3963-EC52-F341DA410009}"/>
          </ac:spMkLst>
        </pc:spChg>
        <pc:spChg chg="add del mod">
          <ac:chgData name="Kanduru, Raghava" userId="cf8c09de-c40c-47a2-971b-c612c06e0906" providerId="ADAL" clId="{5E3DAF92-3AF4-4FBB-A40F-A08CEB694985}" dt="2024-06-17T13:21:23.509" v="471"/>
          <ac:spMkLst>
            <pc:docMk/>
            <pc:sldMk cId="3125609614" sldId="2147474189"/>
            <ac:spMk id="10" creationId="{E7C95DE3-02CB-C0C7-400E-9F75A6FF2081}"/>
          </ac:spMkLst>
        </pc:spChg>
        <pc:spChg chg="add del mod">
          <ac:chgData name="Kanduru, Raghava" userId="cf8c09de-c40c-47a2-971b-c612c06e0906" providerId="ADAL" clId="{5E3DAF92-3AF4-4FBB-A40F-A08CEB694985}" dt="2024-06-17T13:21:23.509" v="471"/>
          <ac:spMkLst>
            <pc:docMk/>
            <pc:sldMk cId="3125609614" sldId="2147474189"/>
            <ac:spMk id="11" creationId="{1E9C5816-B17E-3754-174F-CB7A0E387D44}"/>
          </ac:spMkLst>
        </pc:spChg>
        <pc:spChg chg="add del mod">
          <ac:chgData name="Kanduru, Raghava" userId="cf8c09de-c40c-47a2-971b-c612c06e0906" providerId="ADAL" clId="{5E3DAF92-3AF4-4FBB-A40F-A08CEB694985}" dt="2024-06-17T13:21:23.509" v="471"/>
          <ac:spMkLst>
            <pc:docMk/>
            <pc:sldMk cId="3125609614" sldId="2147474189"/>
            <ac:spMk id="12" creationId="{D78BB66F-0360-1FDB-70D6-B4C830BED928}"/>
          </ac:spMkLst>
        </pc:spChg>
        <pc:spChg chg="add del mod">
          <ac:chgData name="Kanduru, Raghava" userId="cf8c09de-c40c-47a2-971b-c612c06e0906" providerId="ADAL" clId="{5E3DAF92-3AF4-4FBB-A40F-A08CEB694985}" dt="2024-06-17T13:21:23.509" v="471"/>
          <ac:spMkLst>
            <pc:docMk/>
            <pc:sldMk cId="3125609614" sldId="2147474189"/>
            <ac:spMk id="13" creationId="{06CFA9CE-85AB-C440-BDDC-D3DCB71ADE69}"/>
          </ac:spMkLst>
        </pc:spChg>
        <pc:spChg chg="del">
          <ac:chgData name="Kanduru, Raghava" userId="cf8c09de-c40c-47a2-971b-c612c06e0906" providerId="ADAL" clId="{5E3DAF92-3AF4-4FBB-A40F-A08CEB694985}" dt="2024-06-17T13:21:16.583" v="469" actId="21"/>
          <ac:spMkLst>
            <pc:docMk/>
            <pc:sldMk cId="3125609614" sldId="2147474189"/>
            <ac:spMk id="14" creationId="{B8AAB77A-CAF9-3367-695F-5D35B6578E11}"/>
          </ac:spMkLst>
        </pc:spChg>
        <pc:spChg chg="add del mod">
          <ac:chgData name="Kanduru, Raghava" userId="cf8c09de-c40c-47a2-971b-c612c06e0906" providerId="ADAL" clId="{5E3DAF92-3AF4-4FBB-A40F-A08CEB694985}" dt="2024-06-17T13:21:23.509" v="471"/>
          <ac:spMkLst>
            <pc:docMk/>
            <pc:sldMk cId="3125609614" sldId="2147474189"/>
            <ac:spMk id="15" creationId="{ABBCC15A-3B89-13D5-FDC3-E3EBE93FDCBE}"/>
          </ac:spMkLst>
        </pc:spChg>
        <pc:spChg chg="del">
          <ac:chgData name="Kanduru, Raghava" userId="cf8c09de-c40c-47a2-971b-c612c06e0906" providerId="ADAL" clId="{5E3DAF92-3AF4-4FBB-A40F-A08CEB694985}" dt="2024-06-17T13:21:16.583" v="469" actId="21"/>
          <ac:spMkLst>
            <pc:docMk/>
            <pc:sldMk cId="3125609614" sldId="2147474189"/>
            <ac:spMk id="16" creationId="{4313714D-ED57-5640-60F4-BEDAC7741DC8}"/>
          </ac:spMkLst>
        </pc:spChg>
        <pc:spChg chg="del">
          <ac:chgData name="Kanduru, Raghava" userId="cf8c09de-c40c-47a2-971b-c612c06e0906" providerId="ADAL" clId="{5E3DAF92-3AF4-4FBB-A40F-A08CEB694985}" dt="2024-06-17T13:21:16.583" v="469" actId="21"/>
          <ac:spMkLst>
            <pc:docMk/>
            <pc:sldMk cId="3125609614" sldId="2147474189"/>
            <ac:spMk id="17" creationId="{D598F693-C3BD-E222-3BF9-443E6CDFF267}"/>
          </ac:spMkLst>
        </pc:spChg>
        <pc:spChg chg="add del mod">
          <ac:chgData name="Kanduru, Raghava" userId="cf8c09de-c40c-47a2-971b-c612c06e0906" providerId="ADAL" clId="{5E3DAF92-3AF4-4FBB-A40F-A08CEB694985}" dt="2024-06-17T13:21:23.509" v="471"/>
          <ac:spMkLst>
            <pc:docMk/>
            <pc:sldMk cId="3125609614" sldId="2147474189"/>
            <ac:spMk id="18" creationId="{26A05ED7-5F2F-5A86-BE52-70A789CEF407}"/>
          </ac:spMkLst>
        </pc:spChg>
        <pc:spChg chg="add del mod">
          <ac:chgData name="Kanduru, Raghava" userId="cf8c09de-c40c-47a2-971b-c612c06e0906" providerId="ADAL" clId="{5E3DAF92-3AF4-4FBB-A40F-A08CEB694985}" dt="2024-06-17T13:21:23.509" v="471"/>
          <ac:spMkLst>
            <pc:docMk/>
            <pc:sldMk cId="3125609614" sldId="2147474189"/>
            <ac:spMk id="19" creationId="{065E8E1D-B133-CE23-3316-3EAA698C9AE6}"/>
          </ac:spMkLst>
        </pc:spChg>
        <pc:spChg chg="add del mod">
          <ac:chgData name="Kanduru, Raghava" userId="cf8c09de-c40c-47a2-971b-c612c06e0906" providerId="ADAL" clId="{5E3DAF92-3AF4-4FBB-A40F-A08CEB694985}" dt="2024-06-17T13:21:23.509" v="471"/>
          <ac:spMkLst>
            <pc:docMk/>
            <pc:sldMk cId="3125609614" sldId="2147474189"/>
            <ac:spMk id="20" creationId="{ED792046-0B5C-17E7-7243-DFB2DD2C2D39}"/>
          </ac:spMkLst>
        </pc:spChg>
        <pc:spChg chg="add del mod">
          <ac:chgData name="Kanduru, Raghava" userId="cf8c09de-c40c-47a2-971b-c612c06e0906" providerId="ADAL" clId="{5E3DAF92-3AF4-4FBB-A40F-A08CEB694985}" dt="2024-06-17T13:21:23.509" v="471"/>
          <ac:spMkLst>
            <pc:docMk/>
            <pc:sldMk cId="3125609614" sldId="2147474189"/>
            <ac:spMk id="21" creationId="{315055B8-71F6-FF2F-B6DC-2A8E0A2CA017}"/>
          </ac:spMkLst>
        </pc:spChg>
        <pc:spChg chg="add del mod">
          <ac:chgData name="Kanduru, Raghava" userId="cf8c09de-c40c-47a2-971b-c612c06e0906" providerId="ADAL" clId="{5E3DAF92-3AF4-4FBB-A40F-A08CEB694985}" dt="2024-06-17T13:21:23.509" v="471"/>
          <ac:spMkLst>
            <pc:docMk/>
            <pc:sldMk cId="3125609614" sldId="2147474189"/>
            <ac:spMk id="22" creationId="{FD2D5293-F483-1B38-6A6F-425CF56AAA59}"/>
          </ac:spMkLst>
        </pc:spChg>
        <pc:spChg chg="del">
          <ac:chgData name="Kanduru, Raghava" userId="cf8c09de-c40c-47a2-971b-c612c06e0906" providerId="ADAL" clId="{5E3DAF92-3AF4-4FBB-A40F-A08CEB694985}" dt="2024-06-17T13:21:16.583" v="469" actId="21"/>
          <ac:spMkLst>
            <pc:docMk/>
            <pc:sldMk cId="3125609614" sldId="2147474189"/>
            <ac:spMk id="23" creationId="{2DD1599B-ED66-2CAA-0038-541B871904DE}"/>
          </ac:spMkLst>
        </pc:spChg>
        <pc:spChg chg="del">
          <ac:chgData name="Kanduru, Raghava" userId="cf8c09de-c40c-47a2-971b-c612c06e0906" providerId="ADAL" clId="{5E3DAF92-3AF4-4FBB-A40F-A08CEB694985}" dt="2024-06-17T13:21:16.583" v="469" actId="21"/>
          <ac:spMkLst>
            <pc:docMk/>
            <pc:sldMk cId="3125609614" sldId="2147474189"/>
            <ac:spMk id="24" creationId="{A4A62038-A37A-9E9C-1B63-1C4A6CA58E46}"/>
          </ac:spMkLst>
        </pc:spChg>
        <pc:spChg chg="del">
          <ac:chgData name="Kanduru, Raghava" userId="cf8c09de-c40c-47a2-971b-c612c06e0906" providerId="ADAL" clId="{5E3DAF92-3AF4-4FBB-A40F-A08CEB694985}" dt="2024-06-17T13:21:16.583" v="469" actId="21"/>
          <ac:spMkLst>
            <pc:docMk/>
            <pc:sldMk cId="3125609614" sldId="2147474189"/>
            <ac:spMk id="25" creationId="{B83017E7-A357-8CDC-F395-14F04C5126A4}"/>
          </ac:spMkLst>
        </pc:spChg>
        <pc:spChg chg="add del mod">
          <ac:chgData name="Kanduru, Raghava" userId="cf8c09de-c40c-47a2-971b-c612c06e0906" providerId="ADAL" clId="{5E3DAF92-3AF4-4FBB-A40F-A08CEB694985}" dt="2024-06-17T13:21:23.509" v="471"/>
          <ac:spMkLst>
            <pc:docMk/>
            <pc:sldMk cId="3125609614" sldId="2147474189"/>
            <ac:spMk id="26" creationId="{F26D04F2-B27F-111E-6AF6-68535EF9A0BC}"/>
          </ac:spMkLst>
        </pc:spChg>
        <pc:spChg chg="add del mod">
          <ac:chgData name="Kanduru, Raghava" userId="cf8c09de-c40c-47a2-971b-c612c06e0906" providerId="ADAL" clId="{5E3DAF92-3AF4-4FBB-A40F-A08CEB694985}" dt="2024-06-17T13:21:23.509" v="471"/>
          <ac:spMkLst>
            <pc:docMk/>
            <pc:sldMk cId="3125609614" sldId="2147474189"/>
            <ac:spMk id="27" creationId="{F560FF68-0B44-6A00-6C49-5DA61C6CBC8B}"/>
          </ac:spMkLst>
        </pc:spChg>
        <pc:spChg chg="add del mod">
          <ac:chgData name="Kanduru, Raghava" userId="cf8c09de-c40c-47a2-971b-c612c06e0906" providerId="ADAL" clId="{5E3DAF92-3AF4-4FBB-A40F-A08CEB694985}" dt="2024-06-17T13:21:23.509" v="471"/>
          <ac:spMkLst>
            <pc:docMk/>
            <pc:sldMk cId="3125609614" sldId="2147474189"/>
            <ac:spMk id="28" creationId="{5388E392-BECE-4519-6591-2321F25B9510}"/>
          </ac:spMkLst>
        </pc:spChg>
        <pc:spChg chg="del">
          <ac:chgData name="Kanduru, Raghava" userId="cf8c09de-c40c-47a2-971b-c612c06e0906" providerId="ADAL" clId="{5E3DAF92-3AF4-4FBB-A40F-A08CEB694985}" dt="2024-06-17T13:21:16.583" v="469" actId="21"/>
          <ac:spMkLst>
            <pc:docMk/>
            <pc:sldMk cId="3125609614" sldId="2147474189"/>
            <ac:spMk id="898" creationId="{FE62040E-7769-BBA6-1771-6D4C924222E8}"/>
          </ac:spMkLst>
        </pc:spChg>
        <pc:spChg chg="del">
          <ac:chgData name="Kanduru, Raghava" userId="cf8c09de-c40c-47a2-971b-c612c06e0906" providerId="ADAL" clId="{5E3DAF92-3AF4-4FBB-A40F-A08CEB694985}" dt="2024-06-17T13:21:16.583" v="469" actId="21"/>
          <ac:spMkLst>
            <pc:docMk/>
            <pc:sldMk cId="3125609614" sldId="2147474189"/>
            <ac:spMk id="900" creationId="{67EAD384-CCD4-507A-9296-1697E55DA838}"/>
          </ac:spMkLst>
        </pc:spChg>
        <pc:spChg chg="del">
          <ac:chgData name="Kanduru, Raghava" userId="cf8c09de-c40c-47a2-971b-c612c06e0906" providerId="ADAL" clId="{5E3DAF92-3AF4-4FBB-A40F-A08CEB694985}" dt="2024-06-17T13:21:16.583" v="469" actId="21"/>
          <ac:spMkLst>
            <pc:docMk/>
            <pc:sldMk cId="3125609614" sldId="2147474189"/>
            <ac:spMk id="901" creationId="{F875705C-3C87-4B51-4604-B1E73F23BC07}"/>
          </ac:spMkLst>
        </pc:spChg>
        <pc:spChg chg="del">
          <ac:chgData name="Kanduru, Raghava" userId="cf8c09de-c40c-47a2-971b-c612c06e0906" providerId="ADAL" clId="{5E3DAF92-3AF4-4FBB-A40F-A08CEB694985}" dt="2024-06-17T13:21:16.583" v="469" actId="21"/>
          <ac:spMkLst>
            <pc:docMk/>
            <pc:sldMk cId="3125609614" sldId="2147474189"/>
            <ac:spMk id="902" creationId="{A6D0AB9A-B436-0C7E-189C-DE9EBF536836}"/>
          </ac:spMkLst>
        </pc:spChg>
        <pc:spChg chg="del">
          <ac:chgData name="Kanduru, Raghava" userId="cf8c09de-c40c-47a2-971b-c612c06e0906" providerId="ADAL" clId="{5E3DAF92-3AF4-4FBB-A40F-A08CEB694985}" dt="2024-06-17T13:21:16.583" v="469" actId="21"/>
          <ac:spMkLst>
            <pc:docMk/>
            <pc:sldMk cId="3125609614" sldId="2147474189"/>
            <ac:spMk id="903" creationId="{7A9B95AC-8DEF-C0E5-304C-1C1120A0F3EA}"/>
          </ac:spMkLst>
        </pc:spChg>
        <pc:spChg chg="del">
          <ac:chgData name="Kanduru, Raghava" userId="cf8c09de-c40c-47a2-971b-c612c06e0906" providerId="ADAL" clId="{5E3DAF92-3AF4-4FBB-A40F-A08CEB694985}" dt="2024-06-17T13:21:16.583" v="469" actId="21"/>
          <ac:spMkLst>
            <pc:docMk/>
            <pc:sldMk cId="3125609614" sldId="2147474189"/>
            <ac:spMk id="906" creationId="{5ECBF880-0EE1-A68A-05CE-582466C6582B}"/>
          </ac:spMkLst>
        </pc:spChg>
        <pc:spChg chg="del">
          <ac:chgData name="Kanduru, Raghava" userId="cf8c09de-c40c-47a2-971b-c612c06e0906" providerId="ADAL" clId="{5E3DAF92-3AF4-4FBB-A40F-A08CEB694985}" dt="2024-06-17T13:21:16.583" v="469" actId="21"/>
          <ac:spMkLst>
            <pc:docMk/>
            <pc:sldMk cId="3125609614" sldId="2147474189"/>
            <ac:spMk id="926" creationId="{00000000-0000-0000-0000-000000000000}"/>
          </ac:spMkLst>
        </pc:spChg>
        <pc:spChg chg="del">
          <ac:chgData name="Kanduru, Raghava" userId="cf8c09de-c40c-47a2-971b-c612c06e0906" providerId="ADAL" clId="{5E3DAF92-3AF4-4FBB-A40F-A08CEB694985}" dt="2024-06-17T13:21:16.583" v="469" actId="21"/>
          <ac:spMkLst>
            <pc:docMk/>
            <pc:sldMk cId="3125609614" sldId="2147474189"/>
            <ac:spMk id="927" creationId="{00000000-0000-0000-0000-000000000000}"/>
          </ac:spMkLst>
        </pc:spChg>
        <pc:spChg chg="del">
          <ac:chgData name="Kanduru, Raghava" userId="cf8c09de-c40c-47a2-971b-c612c06e0906" providerId="ADAL" clId="{5E3DAF92-3AF4-4FBB-A40F-A08CEB694985}" dt="2024-06-17T13:21:16.583" v="469" actId="21"/>
          <ac:spMkLst>
            <pc:docMk/>
            <pc:sldMk cId="3125609614" sldId="2147474189"/>
            <ac:spMk id="928" creationId="{00000000-0000-0000-0000-000000000000}"/>
          </ac:spMkLst>
        </pc:spChg>
        <pc:picChg chg="del">
          <ac:chgData name="Kanduru, Raghava" userId="cf8c09de-c40c-47a2-971b-c612c06e0906" providerId="ADAL" clId="{5E3DAF92-3AF4-4FBB-A40F-A08CEB694985}" dt="2024-06-17T13:21:16.583" v="469" actId="21"/>
          <ac:picMkLst>
            <pc:docMk/>
            <pc:sldMk cId="3125609614" sldId="2147474189"/>
            <ac:picMk id="4" creationId="{B3804598-0467-B660-27EF-D2B743B1C391}"/>
          </ac:picMkLst>
        </pc:picChg>
        <pc:picChg chg="add del mod">
          <ac:chgData name="Kanduru, Raghava" userId="cf8c09de-c40c-47a2-971b-c612c06e0906" providerId="ADAL" clId="{5E3DAF92-3AF4-4FBB-A40F-A08CEB694985}" dt="2024-06-17T13:21:16.583" v="469" actId="21"/>
          <ac:picMkLst>
            <pc:docMk/>
            <pc:sldMk cId="3125609614" sldId="2147474189"/>
            <ac:picMk id="5" creationId="{B5A34D11-A202-2B3F-EE98-0278F16CF06B}"/>
          </ac:picMkLst>
        </pc:picChg>
        <pc:picChg chg="add del mod">
          <ac:chgData name="Kanduru, Raghava" userId="cf8c09de-c40c-47a2-971b-c612c06e0906" providerId="ADAL" clId="{5E3DAF92-3AF4-4FBB-A40F-A08CEB694985}" dt="2024-06-17T13:21:16.583" v="469" actId="21"/>
          <ac:picMkLst>
            <pc:docMk/>
            <pc:sldMk cId="3125609614" sldId="2147474189"/>
            <ac:picMk id="6" creationId="{39961362-B900-1EED-5244-10460FD37A36}"/>
          </ac:picMkLst>
        </pc:picChg>
        <pc:picChg chg="add del mod">
          <ac:chgData name="Kanduru, Raghava" userId="cf8c09de-c40c-47a2-971b-c612c06e0906" providerId="ADAL" clId="{5E3DAF92-3AF4-4FBB-A40F-A08CEB694985}" dt="2024-06-17T13:21:23.509" v="471"/>
          <ac:picMkLst>
            <pc:docMk/>
            <pc:sldMk cId="3125609614" sldId="2147474189"/>
            <ac:picMk id="29" creationId="{FEB8A055-A153-AF1F-BA14-7932CA927B1D}"/>
          </ac:picMkLst>
        </pc:picChg>
        <pc:picChg chg="add del mod">
          <ac:chgData name="Kanduru, Raghava" userId="cf8c09de-c40c-47a2-971b-c612c06e0906" providerId="ADAL" clId="{5E3DAF92-3AF4-4FBB-A40F-A08CEB694985}" dt="2024-06-17T13:21:23.509" v="471"/>
          <ac:picMkLst>
            <pc:docMk/>
            <pc:sldMk cId="3125609614" sldId="2147474189"/>
            <ac:picMk id="30" creationId="{42EEC35F-6BC4-7AFF-A69C-293996D874F0}"/>
          </ac:picMkLst>
        </pc:picChg>
        <pc:picChg chg="add del mod">
          <ac:chgData name="Kanduru, Raghava" userId="cf8c09de-c40c-47a2-971b-c612c06e0906" providerId="ADAL" clId="{5E3DAF92-3AF4-4FBB-A40F-A08CEB694985}" dt="2024-06-17T13:21:23.509" v="471"/>
          <ac:picMkLst>
            <pc:docMk/>
            <pc:sldMk cId="3125609614" sldId="2147474189"/>
            <ac:picMk id="31" creationId="{31868AC8-CFCA-1EB5-BA4C-F612C875B674}"/>
          </ac:picMkLst>
        </pc:picChg>
        <pc:picChg chg="add mod">
          <ac:chgData name="Kanduru, Raghava" userId="cf8c09de-c40c-47a2-971b-c612c06e0906" providerId="ADAL" clId="{5E3DAF92-3AF4-4FBB-A40F-A08CEB694985}" dt="2024-06-17T13:21:56.401" v="476" actId="1036"/>
          <ac:picMkLst>
            <pc:docMk/>
            <pc:sldMk cId="3125609614" sldId="2147474189"/>
            <ac:picMk id="896" creationId="{89FCED60-CDDC-DADC-9C9F-EAFC4A2FC2A3}"/>
          </ac:picMkLst>
        </pc:picChg>
      </pc:sldChg>
      <pc:sldChg chg="ord">
        <pc:chgData name="Kanduru, Raghava" userId="cf8c09de-c40c-47a2-971b-c612c06e0906" providerId="ADAL" clId="{5E3DAF92-3AF4-4FBB-A40F-A08CEB694985}" dt="2024-06-25T06:32:58.123" v="1958"/>
        <pc:sldMkLst>
          <pc:docMk/>
          <pc:sldMk cId="2042885715" sldId="2147474192"/>
        </pc:sldMkLst>
      </pc:sldChg>
      <pc:sldChg chg="addSp modSp mod">
        <pc:chgData name="Kanduru, Raghava" userId="cf8c09de-c40c-47a2-971b-c612c06e0906" providerId="ADAL" clId="{5E3DAF92-3AF4-4FBB-A40F-A08CEB694985}" dt="2024-06-21T05:30:40.401" v="1869" actId="1076"/>
        <pc:sldMkLst>
          <pc:docMk/>
          <pc:sldMk cId="3314845531" sldId="2147474195"/>
        </pc:sldMkLst>
        <pc:spChg chg="add mod">
          <ac:chgData name="Kanduru, Raghava" userId="cf8c09de-c40c-47a2-971b-c612c06e0906" providerId="ADAL" clId="{5E3DAF92-3AF4-4FBB-A40F-A08CEB694985}" dt="2024-06-21T05:21:53.753" v="1841" actId="1076"/>
          <ac:spMkLst>
            <pc:docMk/>
            <pc:sldMk cId="3314845531" sldId="2147474195"/>
            <ac:spMk id="2" creationId="{021791E4-2D4B-E471-7209-2FBAC46FC3EC}"/>
          </ac:spMkLst>
        </pc:spChg>
        <pc:spChg chg="mod">
          <ac:chgData name="Kanduru, Raghava" userId="cf8c09de-c40c-47a2-971b-c612c06e0906" providerId="ADAL" clId="{5E3DAF92-3AF4-4FBB-A40F-A08CEB694985}" dt="2024-06-21T05:21:38.291" v="1839" actId="20577"/>
          <ac:spMkLst>
            <pc:docMk/>
            <pc:sldMk cId="3314845531" sldId="2147474195"/>
            <ac:spMk id="4" creationId="{6445FD7E-7BDD-5A21-99FF-AA600C2F0539}"/>
          </ac:spMkLst>
        </pc:spChg>
        <pc:spChg chg="mod">
          <ac:chgData name="Kanduru, Raghava" userId="cf8c09de-c40c-47a2-971b-c612c06e0906" providerId="ADAL" clId="{5E3DAF92-3AF4-4FBB-A40F-A08CEB694985}" dt="2024-06-21T05:21:51.667" v="1840" actId="1076"/>
          <ac:spMkLst>
            <pc:docMk/>
            <pc:sldMk cId="3314845531" sldId="2147474195"/>
            <ac:spMk id="6" creationId="{F85BE96A-2894-E228-F1BC-6348BE49A5AD}"/>
          </ac:spMkLst>
        </pc:spChg>
        <pc:spChg chg="mod">
          <ac:chgData name="Kanduru, Raghava" userId="cf8c09de-c40c-47a2-971b-c612c06e0906" providerId="ADAL" clId="{5E3DAF92-3AF4-4FBB-A40F-A08CEB694985}" dt="2024-06-21T05:29:58.830" v="1867" actId="2711"/>
          <ac:spMkLst>
            <pc:docMk/>
            <pc:sldMk cId="3314845531" sldId="2147474195"/>
            <ac:spMk id="7" creationId="{DB6F70B5-642E-E428-E2B9-E4ADAE527FBE}"/>
          </ac:spMkLst>
        </pc:spChg>
        <pc:spChg chg="mod">
          <ac:chgData name="Kanduru, Raghava" userId="cf8c09de-c40c-47a2-971b-c612c06e0906" providerId="ADAL" clId="{5E3DAF92-3AF4-4FBB-A40F-A08CEB694985}" dt="2024-06-21T05:30:40.401" v="1869" actId="1076"/>
          <ac:spMkLst>
            <pc:docMk/>
            <pc:sldMk cId="3314845531" sldId="2147474195"/>
            <ac:spMk id="8" creationId="{AC2AC599-5A5D-A025-F194-35BD1008D772}"/>
          </ac:spMkLst>
        </pc:spChg>
        <pc:spChg chg="mod">
          <ac:chgData name="Kanduru, Raghava" userId="cf8c09de-c40c-47a2-971b-c612c06e0906" providerId="ADAL" clId="{5E3DAF92-3AF4-4FBB-A40F-A08CEB694985}" dt="2024-06-21T05:16:46.485" v="1753" actId="1076"/>
          <ac:spMkLst>
            <pc:docMk/>
            <pc:sldMk cId="3314845531" sldId="2147474195"/>
            <ac:spMk id="9" creationId="{F7A7562B-2E8D-3BA1-3209-CE1C8776C84D}"/>
          </ac:spMkLst>
        </pc:spChg>
        <pc:spChg chg="mod">
          <ac:chgData name="Kanduru, Raghava" userId="cf8c09de-c40c-47a2-971b-c612c06e0906" providerId="ADAL" clId="{5E3DAF92-3AF4-4FBB-A40F-A08CEB694985}" dt="2024-06-21T05:21:31.610" v="1835" actId="1076"/>
          <ac:spMkLst>
            <pc:docMk/>
            <pc:sldMk cId="3314845531" sldId="2147474195"/>
            <ac:spMk id="10" creationId="{2D2AF330-23A5-254C-D45F-71CCE51D3C15}"/>
          </ac:spMkLst>
        </pc:spChg>
      </pc:sldChg>
      <pc:sldChg chg="addSp modSp mod">
        <pc:chgData name="Kanduru, Raghava" userId="cf8c09de-c40c-47a2-971b-c612c06e0906" providerId="ADAL" clId="{5E3DAF92-3AF4-4FBB-A40F-A08CEB694985}" dt="2024-06-21T05:31:11.053" v="1870" actId="2711"/>
        <pc:sldMkLst>
          <pc:docMk/>
          <pc:sldMk cId="2759881903" sldId="2147474196"/>
        </pc:sldMkLst>
        <pc:spChg chg="add mod">
          <ac:chgData name="Kanduru, Raghava" userId="cf8c09de-c40c-47a2-971b-c612c06e0906" providerId="ADAL" clId="{5E3DAF92-3AF4-4FBB-A40F-A08CEB694985}" dt="2024-06-21T05:17:15.230" v="1756" actId="1076"/>
          <ac:spMkLst>
            <pc:docMk/>
            <pc:sldMk cId="2759881903" sldId="2147474196"/>
            <ac:spMk id="2" creationId="{323748F5-5454-7667-04EF-20C707AC828B}"/>
          </ac:spMkLst>
        </pc:spChg>
        <pc:spChg chg="mod">
          <ac:chgData name="Kanduru, Raghava" userId="cf8c09de-c40c-47a2-971b-c612c06e0906" providerId="ADAL" clId="{5E3DAF92-3AF4-4FBB-A40F-A08CEB694985}" dt="2024-06-21T05:31:11.053" v="1870" actId="2711"/>
          <ac:spMkLst>
            <pc:docMk/>
            <pc:sldMk cId="2759881903" sldId="2147474196"/>
            <ac:spMk id="17" creationId="{27DF19F2-A2C9-2AB4-4779-2CC5BFD977EE}"/>
          </ac:spMkLst>
        </pc:spChg>
        <pc:spChg chg="mod">
          <ac:chgData name="Kanduru, Raghava" userId="cf8c09de-c40c-47a2-971b-c612c06e0906" providerId="ADAL" clId="{5E3DAF92-3AF4-4FBB-A40F-A08CEB694985}" dt="2024-06-21T05:17:09.413" v="1754" actId="1076"/>
          <ac:spMkLst>
            <pc:docMk/>
            <pc:sldMk cId="2759881903" sldId="2147474196"/>
            <ac:spMk id="19" creationId="{77B7CEB3-302A-C888-7A78-769E8DD0A408}"/>
          </ac:spMkLst>
        </pc:spChg>
        <pc:spChg chg="mod">
          <ac:chgData name="Kanduru, Raghava" userId="cf8c09de-c40c-47a2-971b-c612c06e0906" providerId="ADAL" clId="{5E3DAF92-3AF4-4FBB-A40F-A08CEB694985}" dt="2024-06-21T05:31:11.053" v="1870" actId="2711"/>
          <ac:spMkLst>
            <pc:docMk/>
            <pc:sldMk cId="2759881903" sldId="2147474196"/>
            <ac:spMk id="23" creationId="{F41F6C11-121F-FB9F-CA43-AE1640376333}"/>
          </ac:spMkLst>
        </pc:spChg>
      </pc:sldChg>
      <pc:sldChg chg="addSp modSp mod">
        <pc:chgData name="Kanduru, Raghava" userId="cf8c09de-c40c-47a2-971b-c612c06e0906" providerId="ADAL" clId="{5E3DAF92-3AF4-4FBB-A40F-A08CEB694985}" dt="2024-06-21T05:32:31.121" v="1877" actId="2711"/>
        <pc:sldMkLst>
          <pc:docMk/>
          <pc:sldMk cId="3319730112" sldId="2147474197"/>
        </pc:sldMkLst>
        <pc:spChg chg="add mod">
          <ac:chgData name="Kanduru, Raghava" userId="cf8c09de-c40c-47a2-971b-c612c06e0906" providerId="ADAL" clId="{5E3DAF92-3AF4-4FBB-A40F-A08CEB694985}" dt="2024-06-21T05:20:28.130" v="1828" actId="1076"/>
          <ac:spMkLst>
            <pc:docMk/>
            <pc:sldMk cId="3319730112" sldId="2147474197"/>
            <ac:spMk id="5" creationId="{CC195EBB-57E1-45C8-4A5E-C133D8D767B9}"/>
          </ac:spMkLst>
        </pc:spChg>
        <pc:spChg chg="mod">
          <ac:chgData name="Kanduru, Raghava" userId="cf8c09de-c40c-47a2-971b-c612c06e0906" providerId="ADAL" clId="{5E3DAF92-3AF4-4FBB-A40F-A08CEB694985}" dt="2024-06-21T05:20:21.600" v="1827" actId="108"/>
          <ac:spMkLst>
            <pc:docMk/>
            <pc:sldMk cId="3319730112" sldId="2147474197"/>
            <ac:spMk id="13" creationId="{12616A57-FDCA-0BA4-52A5-7D2973F5DC70}"/>
          </ac:spMkLst>
        </pc:spChg>
        <pc:graphicFrameChg chg="modGraphic">
          <ac:chgData name="Kanduru, Raghava" userId="cf8c09de-c40c-47a2-971b-c612c06e0906" providerId="ADAL" clId="{5E3DAF92-3AF4-4FBB-A40F-A08CEB694985}" dt="2024-06-21T05:32:31.121" v="1877" actId="2711"/>
          <ac:graphicFrameMkLst>
            <pc:docMk/>
            <pc:sldMk cId="3319730112" sldId="2147474197"/>
            <ac:graphicFrameMk id="15" creationId="{DC388D56-E830-41BE-7B25-DF1AA6918424}"/>
          </ac:graphicFrameMkLst>
        </pc:graphicFrameChg>
      </pc:sldChg>
      <pc:sldChg chg="addSp modSp mod">
        <pc:chgData name="Kanduru, Raghava" userId="cf8c09de-c40c-47a2-971b-c612c06e0906" providerId="ADAL" clId="{5E3DAF92-3AF4-4FBB-A40F-A08CEB694985}" dt="2024-06-21T05:33:53.255" v="1893" actId="14734"/>
        <pc:sldMkLst>
          <pc:docMk/>
          <pc:sldMk cId="1906058678" sldId="2147474198"/>
        </pc:sldMkLst>
        <pc:spChg chg="add mod">
          <ac:chgData name="Kanduru, Raghava" userId="cf8c09de-c40c-47a2-971b-c612c06e0906" providerId="ADAL" clId="{5E3DAF92-3AF4-4FBB-A40F-A08CEB694985}" dt="2024-06-21T05:20:35.286" v="1830" actId="1076"/>
          <ac:spMkLst>
            <pc:docMk/>
            <pc:sldMk cId="1906058678" sldId="2147474198"/>
            <ac:spMk id="2" creationId="{A221F6CB-7665-9672-77E5-A7F4826CACE8}"/>
          </ac:spMkLst>
        </pc:spChg>
        <pc:graphicFrameChg chg="modGraphic">
          <ac:chgData name="Kanduru, Raghava" userId="cf8c09de-c40c-47a2-971b-c612c06e0906" providerId="ADAL" clId="{5E3DAF92-3AF4-4FBB-A40F-A08CEB694985}" dt="2024-06-21T05:33:49.560" v="1892" actId="14734"/>
          <ac:graphicFrameMkLst>
            <pc:docMk/>
            <pc:sldMk cId="1906058678" sldId="2147474198"/>
            <ac:graphicFrameMk id="4" creationId="{5A98F1A9-E976-7196-9F52-25A6610526EA}"/>
          </ac:graphicFrameMkLst>
        </pc:graphicFrameChg>
        <pc:graphicFrameChg chg="modGraphic">
          <ac:chgData name="Kanduru, Raghava" userId="cf8c09de-c40c-47a2-971b-c612c06e0906" providerId="ADAL" clId="{5E3DAF92-3AF4-4FBB-A40F-A08CEB694985}" dt="2024-06-21T05:33:53.255" v="1893" actId="14734"/>
          <ac:graphicFrameMkLst>
            <pc:docMk/>
            <pc:sldMk cId="1906058678" sldId="2147474198"/>
            <ac:graphicFrameMk id="5" creationId="{5E658667-5B80-7E8D-0F4B-BC96CC1C1609}"/>
          </ac:graphicFrameMkLst>
        </pc:graphicFrameChg>
      </pc:sldChg>
      <pc:sldChg chg="addSp modSp mod">
        <pc:chgData name="Kanduru, Raghava" userId="cf8c09de-c40c-47a2-971b-c612c06e0906" providerId="ADAL" clId="{5E3DAF92-3AF4-4FBB-A40F-A08CEB694985}" dt="2024-06-21T05:32:36.719" v="1878" actId="2711"/>
        <pc:sldMkLst>
          <pc:docMk/>
          <pc:sldMk cId="3214550514" sldId="2147474201"/>
        </pc:sldMkLst>
        <pc:spChg chg="add mod">
          <ac:chgData name="Kanduru, Raghava" userId="cf8c09de-c40c-47a2-971b-c612c06e0906" providerId="ADAL" clId="{5E3DAF92-3AF4-4FBB-A40F-A08CEB694985}" dt="2024-06-21T05:20:09.991" v="1824" actId="14100"/>
          <ac:spMkLst>
            <pc:docMk/>
            <pc:sldMk cId="3214550514" sldId="2147474201"/>
            <ac:spMk id="2" creationId="{8108EE3A-DA95-60CD-75A5-D1116DF7F6F6}"/>
          </ac:spMkLst>
        </pc:spChg>
        <pc:graphicFrameChg chg="modGraphic">
          <ac:chgData name="Kanduru, Raghava" userId="cf8c09de-c40c-47a2-971b-c612c06e0906" providerId="ADAL" clId="{5E3DAF92-3AF4-4FBB-A40F-A08CEB694985}" dt="2024-06-21T05:32:36.719" v="1878" actId="2711"/>
          <ac:graphicFrameMkLst>
            <pc:docMk/>
            <pc:sldMk cId="3214550514" sldId="2147474201"/>
            <ac:graphicFrameMk id="5" creationId="{0FF2AB5B-189E-0A66-27A2-3A85CBF0E408}"/>
          </ac:graphicFrameMkLst>
        </pc:graphicFrameChg>
      </pc:sldChg>
      <pc:sldChg chg="addSp modSp mod">
        <pc:chgData name="Kanduru, Raghava" userId="cf8c09de-c40c-47a2-971b-c612c06e0906" providerId="ADAL" clId="{5E3DAF92-3AF4-4FBB-A40F-A08CEB694985}" dt="2024-06-21T05:31:56.236" v="1874" actId="1076"/>
        <pc:sldMkLst>
          <pc:docMk/>
          <pc:sldMk cId="35875273" sldId="2147475793"/>
        </pc:sldMkLst>
        <pc:spChg chg="add mod">
          <ac:chgData name="Kanduru, Raghava" userId="cf8c09de-c40c-47a2-971b-c612c06e0906" providerId="ADAL" clId="{5E3DAF92-3AF4-4FBB-A40F-A08CEB694985}" dt="2024-06-21T05:19:42.481" v="1819" actId="1076"/>
          <ac:spMkLst>
            <pc:docMk/>
            <pc:sldMk cId="35875273" sldId="2147475793"/>
            <ac:spMk id="2" creationId="{A92312B2-839E-3341-FEEA-33205852B8B9}"/>
          </ac:spMkLst>
        </pc:spChg>
        <pc:spChg chg="mod">
          <ac:chgData name="Kanduru, Raghava" userId="cf8c09de-c40c-47a2-971b-c612c06e0906" providerId="ADAL" clId="{5E3DAF92-3AF4-4FBB-A40F-A08CEB694985}" dt="2024-06-21T05:31:56.236" v="1874" actId="1076"/>
          <ac:spMkLst>
            <pc:docMk/>
            <pc:sldMk cId="35875273" sldId="2147475793"/>
            <ac:spMk id="6" creationId="{DBF12C14-EF12-4ED5-9B62-8D1F4F53C626}"/>
          </ac:spMkLst>
        </pc:spChg>
      </pc:sldChg>
      <pc:sldChg chg="addSp modSp mod">
        <pc:chgData name="Kanduru, Raghava" userId="cf8c09de-c40c-47a2-971b-c612c06e0906" providerId="ADAL" clId="{5E3DAF92-3AF4-4FBB-A40F-A08CEB694985}" dt="2024-06-21T05:34:14.663" v="1895" actId="2711"/>
        <pc:sldMkLst>
          <pc:docMk/>
          <pc:sldMk cId="2145220705" sldId="2147475794"/>
        </pc:sldMkLst>
        <pc:spChg chg="add mod">
          <ac:chgData name="Kanduru, Raghava" userId="cf8c09de-c40c-47a2-971b-c612c06e0906" providerId="ADAL" clId="{5E3DAF92-3AF4-4FBB-A40F-A08CEB694985}" dt="2024-06-21T05:20:53.382" v="1834" actId="1076"/>
          <ac:spMkLst>
            <pc:docMk/>
            <pc:sldMk cId="2145220705" sldId="2147475794"/>
            <ac:spMk id="2" creationId="{0584B5A5-E601-A267-2E30-E3EA414B4134}"/>
          </ac:spMkLst>
        </pc:spChg>
        <pc:spChg chg="mod">
          <ac:chgData name="Kanduru, Raghava" userId="cf8c09de-c40c-47a2-971b-c612c06e0906" providerId="ADAL" clId="{5E3DAF92-3AF4-4FBB-A40F-A08CEB694985}" dt="2024-06-21T05:20:49.927" v="1833" actId="108"/>
          <ac:spMkLst>
            <pc:docMk/>
            <pc:sldMk cId="2145220705" sldId="2147475794"/>
            <ac:spMk id="3" creationId="{607EB63D-A643-0259-B9CE-5D2050E3FD49}"/>
          </ac:spMkLst>
        </pc:spChg>
        <pc:spChg chg="mod">
          <ac:chgData name="Kanduru, Raghava" userId="cf8c09de-c40c-47a2-971b-c612c06e0906" providerId="ADAL" clId="{5E3DAF92-3AF4-4FBB-A40F-A08CEB694985}" dt="2024-06-21T05:34:14.663" v="1895" actId="2711"/>
          <ac:spMkLst>
            <pc:docMk/>
            <pc:sldMk cId="2145220705" sldId="2147475794"/>
            <ac:spMk id="15" creationId="{D8C53EC2-7C6E-7B1D-367F-E703133ED801}"/>
          </ac:spMkLst>
        </pc:spChg>
        <pc:graphicFrameChg chg="modGraphic">
          <ac:chgData name="Kanduru, Raghava" userId="cf8c09de-c40c-47a2-971b-c612c06e0906" providerId="ADAL" clId="{5E3DAF92-3AF4-4FBB-A40F-A08CEB694985}" dt="2024-06-21T05:34:05.830" v="1894" actId="2711"/>
          <ac:graphicFrameMkLst>
            <pc:docMk/>
            <pc:sldMk cId="2145220705" sldId="2147475794"/>
            <ac:graphicFrameMk id="8" creationId="{84F68552-B897-7EF6-ECBF-8F0EDF077AA8}"/>
          </ac:graphicFrameMkLst>
        </pc:graphicFrameChg>
      </pc:sldChg>
      <pc:sldChg chg="addSp delSp modSp mod modCm">
        <pc:chgData name="Kanduru, Raghava" userId="cf8c09de-c40c-47a2-971b-c612c06e0906" providerId="ADAL" clId="{5E3DAF92-3AF4-4FBB-A40F-A08CEB694985}" dt="2024-06-21T05:31:29.654" v="1871" actId="2711"/>
        <pc:sldMkLst>
          <pc:docMk/>
          <pc:sldMk cId="1001885555" sldId="2147475796"/>
        </pc:sldMkLst>
        <pc:spChg chg="add mod">
          <ac:chgData name="Kanduru, Raghava" userId="cf8c09de-c40c-47a2-971b-c612c06e0906" providerId="ADAL" clId="{5E3DAF92-3AF4-4FBB-A40F-A08CEB694985}" dt="2024-06-21T05:18:10.291" v="1764" actId="1076"/>
          <ac:spMkLst>
            <pc:docMk/>
            <pc:sldMk cId="1001885555" sldId="2147475796"/>
            <ac:spMk id="2" creationId="{960083A2-56B3-170A-924C-052EBEC303B3}"/>
          </ac:spMkLst>
        </pc:spChg>
        <pc:spChg chg="mod">
          <ac:chgData name="Kanduru, Raghava" userId="cf8c09de-c40c-47a2-971b-c612c06e0906" providerId="ADAL" clId="{5E3DAF92-3AF4-4FBB-A40F-A08CEB694985}" dt="2024-06-21T05:19:15.790" v="1814" actId="20577"/>
          <ac:spMkLst>
            <pc:docMk/>
            <pc:sldMk cId="1001885555" sldId="2147475796"/>
            <ac:spMk id="4" creationId="{5A65C4CF-DD3B-1250-AABC-95144320AE39}"/>
          </ac:spMkLst>
        </pc:spChg>
        <pc:spChg chg="del mod">
          <ac:chgData name="Kanduru, Raghava" userId="cf8c09de-c40c-47a2-971b-c612c06e0906" providerId="ADAL" clId="{5E3DAF92-3AF4-4FBB-A40F-A08CEB694985}" dt="2024-06-21T05:17:59.118" v="1761"/>
          <ac:spMkLst>
            <pc:docMk/>
            <pc:sldMk cId="1001885555" sldId="2147475796"/>
            <ac:spMk id="6" creationId="{9A4829DD-7F10-A038-9B52-C8D0A49E2B8F}"/>
          </ac:spMkLst>
        </pc:spChg>
        <pc:spChg chg="mod">
          <ac:chgData name="Kanduru, Raghava" userId="cf8c09de-c40c-47a2-971b-c612c06e0906" providerId="ADAL" clId="{5E3DAF92-3AF4-4FBB-A40F-A08CEB694985}" dt="2024-06-21T05:31:29.654" v="1871" actId="2711"/>
          <ac:spMkLst>
            <pc:docMk/>
            <pc:sldMk cId="1001885555" sldId="2147475796"/>
            <ac:spMk id="23" creationId="{F41F6C11-121F-FB9F-CA43-AE1640376333}"/>
          </ac:spMkLst>
        </pc:spChg>
        <pc:extLst>
          <p:ext xmlns:p="http://schemas.openxmlformats.org/presentationml/2006/main" uri="{D6D511B9-2390-475A-947B-AFAB55BFBCF1}">
            <pc226:cmChg xmlns:pc226="http://schemas.microsoft.com/office/powerpoint/2022/06/main/command" chg="mod">
              <pc226:chgData name="Kanduru, Raghava" userId="cf8c09de-c40c-47a2-971b-c612c06e0906" providerId="ADAL" clId="{5E3DAF92-3AF4-4FBB-A40F-A08CEB694985}" dt="2024-06-21T05:17:59.215" v="1762" actId="2056"/>
              <pc2:cmMkLst xmlns:pc2="http://schemas.microsoft.com/office/powerpoint/2019/9/main/command">
                <pc:docMk/>
                <pc:sldMk cId="1001885555" sldId="2147475796"/>
                <pc2:cmMk id="{6187E47D-BBEA-4C72-87DA-B268F556C1BE}"/>
              </pc2:cmMkLst>
            </pc226:cmChg>
          </p:ext>
        </pc:extLst>
      </pc:sldChg>
      <pc:sldChg chg="modSp mod">
        <pc:chgData name="Kanduru, Raghava" userId="cf8c09de-c40c-47a2-971b-c612c06e0906" providerId="ADAL" clId="{5E3DAF92-3AF4-4FBB-A40F-A08CEB694985}" dt="2024-06-13T11:59:58.922" v="100" actId="20577"/>
        <pc:sldMkLst>
          <pc:docMk/>
          <pc:sldMk cId="35362297" sldId="2147475803"/>
        </pc:sldMkLst>
        <pc:graphicFrameChg chg="modGraphic">
          <ac:chgData name="Kanduru, Raghava" userId="cf8c09de-c40c-47a2-971b-c612c06e0906" providerId="ADAL" clId="{5E3DAF92-3AF4-4FBB-A40F-A08CEB694985}" dt="2024-06-13T11:59:58.922" v="100" actId="20577"/>
          <ac:graphicFrameMkLst>
            <pc:docMk/>
            <pc:sldMk cId="35362297" sldId="2147475803"/>
            <ac:graphicFrameMk id="3" creationId="{FD56C828-1453-6F9B-E693-F4560ABB5040}"/>
          </ac:graphicFrameMkLst>
        </pc:graphicFrameChg>
      </pc:sldChg>
      <pc:sldChg chg="modSp">
        <pc:chgData name="Kanduru, Raghava" userId="cf8c09de-c40c-47a2-971b-c612c06e0906" providerId="ADAL" clId="{5E3DAF92-3AF4-4FBB-A40F-A08CEB694985}" dt="2024-06-13T12:00:07.410" v="101"/>
        <pc:sldMkLst>
          <pc:docMk/>
          <pc:sldMk cId="1422036111" sldId="2147475804"/>
        </pc:sldMkLst>
        <pc:graphicFrameChg chg="mod">
          <ac:chgData name="Kanduru, Raghava" userId="cf8c09de-c40c-47a2-971b-c612c06e0906" providerId="ADAL" clId="{5E3DAF92-3AF4-4FBB-A40F-A08CEB694985}" dt="2024-06-13T12:00:07.410" v="101"/>
          <ac:graphicFrameMkLst>
            <pc:docMk/>
            <pc:sldMk cId="1422036111" sldId="2147475804"/>
            <ac:graphicFrameMk id="5" creationId="{CF6892CF-D00C-EE57-C7AC-17CD8F880C65}"/>
          </ac:graphicFrameMkLst>
        </pc:graphicFrameChg>
      </pc:sldChg>
      <pc:sldChg chg="modSp del mod">
        <pc:chgData name="Kanduru, Raghava" userId="cf8c09de-c40c-47a2-971b-c612c06e0906" providerId="ADAL" clId="{5E3DAF92-3AF4-4FBB-A40F-A08CEB694985}" dt="2024-06-17T05:47:51.541" v="105" actId="47"/>
        <pc:sldMkLst>
          <pc:docMk/>
          <pc:sldMk cId="1092716136" sldId="2147475805"/>
        </pc:sldMkLst>
        <pc:spChg chg="mod">
          <ac:chgData name="Kanduru, Raghava" userId="cf8c09de-c40c-47a2-971b-c612c06e0906" providerId="ADAL" clId="{5E3DAF92-3AF4-4FBB-A40F-A08CEB694985}" dt="2024-06-10T10:38:20.658" v="31" actId="1036"/>
          <ac:spMkLst>
            <pc:docMk/>
            <pc:sldMk cId="1092716136" sldId="2147475805"/>
            <ac:spMk id="3" creationId="{347D1049-2A47-1D2F-78BF-34E7238AA0A5}"/>
          </ac:spMkLst>
        </pc:spChg>
        <pc:spChg chg="mod">
          <ac:chgData name="Kanduru, Raghava" userId="cf8c09de-c40c-47a2-971b-c612c06e0906" providerId="ADAL" clId="{5E3DAF92-3AF4-4FBB-A40F-A08CEB694985}" dt="2024-06-10T10:39:12.307" v="46" actId="1076"/>
          <ac:spMkLst>
            <pc:docMk/>
            <pc:sldMk cId="1092716136" sldId="2147475805"/>
            <ac:spMk id="13" creationId="{D71D4E5A-B7AF-4B6B-41A4-1BE7597A7790}"/>
          </ac:spMkLst>
        </pc:spChg>
        <pc:spChg chg="mod">
          <ac:chgData name="Kanduru, Raghava" userId="cf8c09de-c40c-47a2-971b-c612c06e0906" providerId="ADAL" clId="{5E3DAF92-3AF4-4FBB-A40F-A08CEB694985}" dt="2024-06-10T10:38:20.658" v="31" actId="1036"/>
          <ac:spMkLst>
            <pc:docMk/>
            <pc:sldMk cId="1092716136" sldId="2147475805"/>
            <ac:spMk id="14" creationId="{9638DDE8-8F49-CFB5-BBF3-687ACF559495}"/>
          </ac:spMkLst>
        </pc:spChg>
        <pc:spChg chg="mod">
          <ac:chgData name="Kanduru, Raghava" userId="cf8c09de-c40c-47a2-971b-c612c06e0906" providerId="ADAL" clId="{5E3DAF92-3AF4-4FBB-A40F-A08CEB694985}" dt="2024-06-10T10:38:20.658" v="31" actId="1036"/>
          <ac:spMkLst>
            <pc:docMk/>
            <pc:sldMk cId="1092716136" sldId="2147475805"/>
            <ac:spMk id="15" creationId="{AC86CC28-982D-25CD-24E1-D0070C23151C}"/>
          </ac:spMkLst>
        </pc:spChg>
        <pc:spChg chg="mod">
          <ac:chgData name="Kanduru, Raghava" userId="cf8c09de-c40c-47a2-971b-c612c06e0906" providerId="ADAL" clId="{5E3DAF92-3AF4-4FBB-A40F-A08CEB694985}" dt="2024-06-10T10:38:20.658" v="31" actId="1036"/>
          <ac:spMkLst>
            <pc:docMk/>
            <pc:sldMk cId="1092716136" sldId="2147475805"/>
            <ac:spMk id="16" creationId="{983EB2A9-1227-7FC3-FE76-CBF5100842D4}"/>
          </ac:spMkLst>
        </pc:spChg>
        <pc:spChg chg="mod">
          <ac:chgData name="Kanduru, Raghava" userId="cf8c09de-c40c-47a2-971b-c612c06e0906" providerId="ADAL" clId="{5E3DAF92-3AF4-4FBB-A40F-A08CEB694985}" dt="2024-06-10T10:38:20.658" v="31" actId="1036"/>
          <ac:spMkLst>
            <pc:docMk/>
            <pc:sldMk cId="1092716136" sldId="2147475805"/>
            <ac:spMk id="19" creationId="{1A56E2EE-86C7-28B2-65BC-2632803F3ED5}"/>
          </ac:spMkLst>
        </pc:spChg>
        <pc:spChg chg="mod">
          <ac:chgData name="Kanduru, Raghava" userId="cf8c09de-c40c-47a2-971b-c612c06e0906" providerId="ADAL" clId="{5E3DAF92-3AF4-4FBB-A40F-A08CEB694985}" dt="2024-06-10T10:39:09.483" v="45" actId="1076"/>
          <ac:spMkLst>
            <pc:docMk/>
            <pc:sldMk cId="1092716136" sldId="2147475805"/>
            <ac:spMk id="22" creationId="{35DABB51-F3E9-C215-96A2-418603063BEB}"/>
          </ac:spMkLst>
        </pc:spChg>
        <pc:spChg chg="mod">
          <ac:chgData name="Kanduru, Raghava" userId="cf8c09de-c40c-47a2-971b-c612c06e0906" providerId="ADAL" clId="{5E3DAF92-3AF4-4FBB-A40F-A08CEB694985}" dt="2024-06-10T10:39:03.900" v="44" actId="1076"/>
          <ac:spMkLst>
            <pc:docMk/>
            <pc:sldMk cId="1092716136" sldId="2147475805"/>
            <ac:spMk id="25" creationId="{BEC6D911-E009-4A3D-8964-02E81C567913}"/>
          </ac:spMkLst>
        </pc:spChg>
        <pc:spChg chg="mod">
          <ac:chgData name="Kanduru, Raghava" userId="cf8c09de-c40c-47a2-971b-c612c06e0906" providerId="ADAL" clId="{5E3DAF92-3AF4-4FBB-A40F-A08CEB694985}" dt="2024-06-10T10:38:55.671" v="43" actId="1076"/>
          <ac:spMkLst>
            <pc:docMk/>
            <pc:sldMk cId="1092716136" sldId="2147475805"/>
            <ac:spMk id="28" creationId="{8BF7F4A1-9DFB-DF28-FC40-019C565E96CC}"/>
          </ac:spMkLst>
        </pc:spChg>
        <pc:spChg chg="mod">
          <ac:chgData name="Kanduru, Raghava" userId="cf8c09de-c40c-47a2-971b-c612c06e0906" providerId="ADAL" clId="{5E3DAF92-3AF4-4FBB-A40F-A08CEB694985}" dt="2024-06-10T10:38:51.552" v="42" actId="1076"/>
          <ac:spMkLst>
            <pc:docMk/>
            <pc:sldMk cId="1092716136" sldId="2147475805"/>
            <ac:spMk id="31" creationId="{8F0EBF5B-88AE-0471-D5B6-148529CF66D1}"/>
          </ac:spMkLst>
        </pc:spChg>
        <pc:spChg chg="mod">
          <ac:chgData name="Kanduru, Raghava" userId="cf8c09de-c40c-47a2-971b-c612c06e0906" providerId="ADAL" clId="{5E3DAF92-3AF4-4FBB-A40F-A08CEB694985}" dt="2024-06-10T10:38:20.658" v="31" actId="1036"/>
          <ac:spMkLst>
            <pc:docMk/>
            <pc:sldMk cId="1092716136" sldId="2147475805"/>
            <ac:spMk id="33" creationId="{42DFD77E-92B0-8936-16CE-25EA2B12B677}"/>
          </ac:spMkLst>
        </pc:spChg>
        <pc:spChg chg="mod">
          <ac:chgData name="Kanduru, Raghava" userId="cf8c09de-c40c-47a2-971b-c612c06e0906" providerId="ADAL" clId="{5E3DAF92-3AF4-4FBB-A40F-A08CEB694985}" dt="2024-06-10T10:38:33.515" v="40" actId="1035"/>
          <ac:spMkLst>
            <pc:docMk/>
            <pc:sldMk cId="1092716136" sldId="2147475805"/>
            <ac:spMk id="34" creationId="{DB8E821D-5B03-5DB9-D85C-C3A734572F84}"/>
          </ac:spMkLst>
        </pc:spChg>
        <pc:spChg chg="mod">
          <ac:chgData name="Kanduru, Raghava" userId="cf8c09de-c40c-47a2-971b-c612c06e0906" providerId="ADAL" clId="{5E3DAF92-3AF4-4FBB-A40F-A08CEB694985}" dt="2024-06-10T10:38:40.109" v="41" actId="1076"/>
          <ac:spMkLst>
            <pc:docMk/>
            <pc:sldMk cId="1092716136" sldId="2147475805"/>
            <ac:spMk id="35" creationId="{E9A46DFF-37AF-1D9A-A94C-1EDAA7435D52}"/>
          </ac:spMkLst>
        </pc:spChg>
        <pc:spChg chg="mod">
          <ac:chgData name="Kanduru, Raghava" userId="cf8c09de-c40c-47a2-971b-c612c06e0906" providerId="ADAL" clId="{5E3DAF92-3AF4-4FBB-A40F-A08CEB694985}" dt="2024-06-10T10:38:20.658" v="31" actId="1036"/>
          <ac:spMkLst>
            <pc:docMk/>
            <pc:sldMk cId="1092716136" sldId="2147475805"/>
            <ac:spMk id="36" creationId="{7E61375C-4A8F-82E9-C6BF-BF54FFB1696B}"/>
          </ac:spMkLst>
        </pc:spChg>
        <pc:graphicFrameChg chg="modGraphic">
          <ac:chgData name="Kanduru, Raghava" userId="cf8c09de-c40c-47a2-971b-c612c06e0906" providerId="ADAL" clId="{5E3DAF92-3AF4-4FBB-A40F-A08CEB694985}" dt="2024-06-13T04:12:08.446" v="60" actId="20577"/>
          <ac:graphicFrameMkLst>
            <pc:docMk/>
            <pc:sldMk cId="1092716136" sldId="2147475805"/>
            <ac:graphicFrameMk id="6" creationId="{90F47839-8A78-F80B-6AB1-950C093ECF8D}"/>
          </ac:graphicFrameMkLst>
        </pc:graphicFrameChg>
      </pc:sldChg>
      <pc:sldChg chg="modSp add del mod ord modShow">
        <pc:chgData name="Kanduru, Raghava" userId="cf8c09de-c40c-47a2-971b-c612c06e0906" providerId="ADAL" clId="{5E3DAF92-3AF4-4FBB-A40F-A08CEB694985}" dt="2024-06-17T05:47:16.058" v="103" actId="47"/>
        <pc:sldMkLst>
          <pc:docMk/>
          <pc:sldMk cId="4028499765" sldId="2147475807"/>
        </pc:sldMkLst>
        <pc:spChg chg="mod">
          <ac:chgData name="Kanduru, Raghava" userId="cf8c09de-c40c-47a2-971b-c612c06e0906" providerId="ADAL" clId="{5E3DAF92-3AF4-4FBB-A40F-A08CEB694985}" dt="2024-06-13T04:10:59.522" v="53" actId="1076"/>
          <ac:spMkLst>
            <pc:docMk/>
            <pc:sldMk cId="4028499765" sldId="2147475807"/>
            <ac:spMk id="29" creationId="{02EB2998-0B90-41C7-529C-C71FBADC76D1}"/>
          </ac:spMkLst>
        </pc:spChg>
      </pc:sldChg>
      <pc:sldChg chg="add">
        <pc:chgData name="Kanduru, Raghava" userId="cf8c09de-c40c-47a2-971b-c612c06e0906" providerId="ADAL" clId="{5E3DAF92-3AF4-4FBB-A40F-A08CEB694985}" dt="2024-06-13T10:55:18.344" v="61"/>
        <pc:sldMkLst>
          <pc:docMk/>
          <pc:sldMk cId="4067783145" sldId="2147475808"/>
        </pc:sldMkLst>
      </pc:sldChg>
      <pc:sldChg chg="modSp add mod">
        <pc:chgData name="Kanduru, Raghava" userId="cf8c09de-c40c-47a2-971b-c612c06e0906" providerId="ADAL" clId="{5E3DAF92-3AF4-4FBB-A40F-A08CEB694985}" dt="2024-06-17T13:06:54.669" v="389" actId="20577"/>
        <pc:sldMkLst>
          <pc:docMk/>
          <pc:sldMk cId="3869446577" sldId="2147475809"/>
        </pc:sldMkLst>
        <pc:spChg chg="mod">
          <ac:chgData name="Kanduru, Raghava" userId="cf8c09de-c40c-47a2-971b-c612c06e0906" providerId="ADAL" clId="{5E3DAF92-3AF4-4FBB-A40F-A08CEB694985}" dt="2024-06-17T13:06:54.669" v="389" actId="20577"/>
          <ac:spMkLst>
            <pc:docMk/>
            <pc:sldMk cId="3869446577" sldId="2147475809"/>
            <ac:spMk id="43" creationId="{82A8419B-4F72-D57C-01E3-87DB297E303D}"/>
          </ac:spMkLst>
        </pc:spChg>
        <pc:graphicFrameChg chg="modGraphic">
          <ac:chgData name="Kanduru, Raghava" userId="cf8c09de-c40c-47a2-971b-c612c06e0906" providerId="ADAL" clId="{5E3DAF92-3AF4-4FBB-A40F-A08CEB694985}" dt="2024-06-17T12:19:18.676" v="111" actId="20577"/>
          <ac:graphicFrameMkLst>
            <pc:docMk/>
            <pc:sldMk cId="3869446577" sldId="2147475809"/>
            <ac:graphicFrameMk id="6" creationId="{90F47839-8A78-F80B-6AB1-950C093ECF8D}"/>
          </ac:graphicFrameMkLst>
        </pc:graphicFrameChg>
      </pc:sldChg>
      <pc:sldChg chg="addSp delSp modSp add mod">
        <pc:chgData name="Kanduru, Raghava" userId="cf8c09de-c40c-47a2-971b-c612c06e0906" providerId="ADAL" clId="{5E3DAF92-3AF4-4FBB-A40F-A08CEB694985}" dt="2024-06-19T03:58:24.363" v="1346" actId="478"/>
        <pc:sldMkLst>
          <pc:docMk/>
          <pc:sldMk cId="3252446741" sldId="2147475810"/>
        </pc:sldMkLst>
        <pc:spChg chg="mod">
          <ac:chgData name="Kanduru, Raghava" userId="cf8c09de-c40c-47a2-971b-c612c06e0906" providerId="ADAL" clId="{5E3DAF92-3AF4-4FBB-A40F-A08CEB694985}" dt="2024-06-17T12:22:48.660" v="166" actId="14100"/>
          <ac:spMkLst>
            <pc:docMk/>
            <pc:sldMk cId="3252446741" sldId="2147475810"/>
            <ac:spMk id="3" creationId="{347D1049-2A47-1D2F-78BF-34E7238AA0A5}"/>
          </ac:spMkLst>
        </pc:spChg>
        <pc:spChg chg="add mod">
          <ac:chgData name="Kanduru, Raghava" userId="cf8c09de-c40c-47a2-971b-c612c06e0906" providerId="ADAL" clId="{5E3DAF92-3AF4-4FBB-A40F-A08CEB694985}" dt="2024-06-17T13:03:01.205" v="265" actId="20577"/>
          <ac:spMkLst>
            <pc:docMk/>
            <pc:sldMk cId="3252446741" sldId="2147475810"/>
            <ac:spMk id="7" creationId="{A7594C23-7AA6-50F3-71B8-C08A1C56B3F2}"/>
          </ac:spMkLst>
        </pc:spChg>
        <pc:spChg chg="add mod">
          <ac:chgData name="Kanduru, Raghava" userId="cf8c09de-c40c-47a2-971b-c612c06e0906" providerId="ADAL" clId="{5E3DAF92-3AF4-4FBB-A40F-A08CEB694985}" dt="2024-06-17T13:03:09.043" v="266"/>
          <ac:spMkLst>
            <pc:docMk/>
            <pc:sldMk cId="3252446741" sldId="2147475810"/>
            <ac:spMk id="13" creationId="{FF738030-538D-7807-C0D4-D181F0CE54C5}"/>
          </ac:spMkLst>
        </pc:spChg>
        <pc:spChg chg="mod">
          <ac:chgData name="Kanduru, Raghava" userId="cf8c09de-c40c-47a2-971b-c612c06e0906" providerId="ADAL" clId="{5E3DAF92-3AF4-4FBB-A40F-A08CEB694985}" dt="2024-06-18T13:45:15.356" v="612" actId="207"/>
          <ac:spMkLst>
            <pc:docMk/>
            <pc:sldMk cId="3252446741" sldId="2147475810"/>
            <ac:spMk id="14" creationId="{9638DDE8-8F49-CFB5-BBF3-687ACF559495}"/>
          </ac:spMkLst>
        </pc:spChg>
        <pc:spChg chg="mod">
          <ac:chgData name="Kanduru, Raghava" userId="cf8c09de-c40c-47a2-971b-c612c06e0906" providerId="ADAL" clId="{5E3DAF92-3AF4-4FBB-A40F-A08CEB694985}" dt="2024-06-18T13:45:15.356" v="612" actId="207"/>
          <ac:spMkLst>
            <pc:docMk/>
            <pc:sldMk cId="3252446741" sldId="2147475810"/>
            <ac:spMk id="15" creationId="{AC86CC28-982D-25CD-24E1-D0070C23151C}"/>
          </ac:spMkLst>
        </pc:spChg>
        <pc:spChg chg="mod">
          <ac:chgData name="Kanduru, Raghava" userId="cf8c09de-c40c-47a2-971b-c612c06e0906" providerId="ADAL" clId="{5E3DAF92-3AF4-4FBB-A40F-A08CEB694985}" dt="2024-06-18T13:45:26.858" v="613" actId="108"/>
          <ac:spMkLst>
            <pc:docMk/>
            <pc:sldMk cId="3252446741" sldId="2147475810"/>
            <ac:spMk id="16" creationId="{983EB2A9-1227-7FC3-FE76-CBF5100842D4}"/>
          </ac:spMkLst>
        </pc:spChg>
        <pc:spChg chg="mod">
          <ac:chgData name="Kanduru, Raghava" userId="cf8c09de-c40c-47a2-971b-c612c06e0906" providerId="ADAL" clId="{5E3DAF92-3AF4-4FBB-A40F-A08CEB694985}" dt="2024-06-18T13:45:15.356" v="612" actId="207"/>
          <ac:spMkLst>
            <pc:docMk/>
            <pc:sldMk cId="3252446741" sldId="2147475810"/>
            <ac:spMk id="19" creationId="{1A56E2EE-86C7-28B2-65BC-2632803F3ED5}"/>
          </ac:spMkLst>
        </pc:spChg>
        <pc:spChg chg="add mod">
          <ac:chgData name="Kanduru, Raghava" userId="cf8c09de-c40c-47a2-971b-c612c06e0906" providerId="ADAL" clId="{5E3DAF92-3AF4-4FBB-A40F-A08CEB694985}" dt="2024-06-17T13:03:11.396" v="267"/>
          <ac:spMkLst>
            <pc:docMk/>
            <pc:sldMk cId="3252446741" sldId="2147475810"/>
            <ac:spMk id="21" creationId="{78EA80FE-F19E-F6A3-ADA9-F2EE5A438A53}"/>
          </ac:spMkLst>
        </pc:spChg>
        <pc:spChg chg="add mod">
          <ac:chgData name="Kanduru, Raghava" userId="cf8c09de-c40c-47a2-971b-c612c06e0906" providerId="ADAL" clId="{5E3DAF92-3AF4-4FBB-A40F-A08CEB694985}" dt="2024-06-17T13:03:13.947" v="268"/>
          <ac:spMkLst>
            <pc:docMk/>
            <pc:sldMk cId="3252446741" sldId="2147475810"/>
            <ac:spMk id="22" creationId="{36BD00B8-EBEF-0C0F-6F4F-293A468C91EA}"/>
          </ac:spMkLst>
        </pc:spChg>
        <pc:spChg chg="add mod">
          <ac:chgData name="Kanduru, Raghava" userId="cf8c09de-c40c-47a2-971b-c612c06e0906" providerId="ADAL" clId="{5E3DAF92-3AF4-4FBB-A40F-A08CEB694985}" dt="2024-06-17T13:03:16.433" v="269"/>
          <ac:spMkLst>
            <pc:docMk/>
            <pc:sldMk cId="3252446741" sldId="2147475810"/>
            <ac:spMk id="24" creationId="{0747832B-85E5-8DBB-3FF1-E242348B7505}"/>
          </ac:spMkLst>
        </pc:spChg>
        <pc:spChg chg="add mod">
          <ac:chgData name="Kanduru, Raghava" userId="cf8c09de-c40c-47a2-971b-c612c06e0906" providerId="ADAL" clId="{5E3DAF92-3AF4-4FBB-A40F-A08CEB694985}" dt="2024-06-17T13:05:04.629" v="375" actId="1076"/>
          <ac:spMkLst>
            <pc:docMk/>
            <pc:sldMk cId="3252446741" sldId="2147475810"/>
            <ac:spMk id="25" creationId="{21F60C92-9760-4A25-F4DD-7DF64E123E58}"/>
          </ac:spMkLst>
        </pc:spChg>
        <pc:spChg chg="add mod">
          <ac:chgData name="Kanduru, Raghava" userId="cf8c09de-c40c-47a2-971b-c612c06e0906" providerId="ADAL" clId="{5E3DAF92-3AF4-4FBB-A40F-A08CEB694985}" dt="2024-06-18T13:42:08.523" v="611" actId="20577"/>
          <ac:spMkLst>
            <pc:docMk/>
            <pc:sldMk cId="3252446741" sldId="2147475810"/>
            <ac:spMk id="27" creationId="{7BC6F64A-FEEE-7EA3-B2C7-BC461C52C5F0}"/>
          </ac:spMkLst>
        </pc:spChg>
        <pc:spChg chg="mod">
          <ac:chgData name="Kanduru, Raghava" userId="cf8c09de-c40c-47a2-971b-c612c06e0906" providerId="ADAL" clId="{5E3DAF92-3AF4-4FBB-A40F-A08CEB694985}" dt="2024-06-17T12:22:37.934" v="164" actId="1076"/>
          <ac:spMkLst>
            <pc:docMk/>
            <pc:sldMk cId="3252446741" sldId="2147475810"/>
            <ac:spMk id="33" creationId="{42DFD77E-92B0-8936-16CE-25EA2B12B677}"/>
          </ac:spMkLst>
        </pc:spChg>
        <pc:spChg chg="del">
          <ac:chgData name="Kanduru, Raghava" userId="cf8c09de-c40c-47a2-971b-c612c06e0906" providerId="ADAL" clId="{5E3DAF92-3AF4-4FBB-A40F-A08CEB694985}" dt="2024-06-19T03:58:24.363" v="1346" actId="478"/>
          <ac:spMkLst>
            <pc:docMk/>
            <pc:sldMk cId="3252446741" sldId="2147475810"/>
            <ac:spMk id="34" creationId="{DB8E821D-5B03-5DB9-D85C-C3A734572F84}"/>
          </ac:spMkLst>
        </pc:spChg>
        <pc:spChg chg="del mod">
          <ac:chgData name="Kanduru, Raghava" userId="cf8c09de-c40c-47a2-971b-c612c06e0906" providerId="ADAL" clId="{5E3DAF92-3AF4-4FBB-A40F-A08CEB694985}" dt="2024-06-17T12:20:27.891" v="117" actId="478"/>
          <ac:spMkLst>
            <pc:docMk/>
            <pc:sldMk cId="3252446741" sldId="2147475810"/>
            <ac:spMk id="35" creationId="{E9A46DFF-37AF-1D9A-A94C-1EDAA7435D52}"/>
          </ac:spMkLst>
        </pc:spChg>
        <pc:spChg chg="mod">
          <ac:chgData name="Kanduru, Raghava" userId="cf8c09de-c40c-47a2-971b-c612c06e0906" providerId="ADAL" clId="{5E3DAF92-3AF4-4FBB-A40F-A08CEB694985}" dt="2024-06-17T12:25:45.465" v="231" actId="1076"/>
          <ac:spMkLst>
            <pc:docMk/>
            <pc:sldMk cId="3252446741" sldId="2147475810"/>
            <ac:spMk id="36" creationId="{7E61375C-4A8F-82E9-C6BF-BF54FFB1696B}"/>
          </ac:spMkLst>
        </pc:spChg>
        <pc:graphicFrameChg chg="mod modGraphic">
          <ac:chgData name="Kanduru, Raghava" userId="cf8c09de-c40c-47a2-971b-c612c06e0906" providerId="ADAL" clId="{5E3DAF92-3AF4-4FBB-A40F-A08CEB694985}" dt="2024-06-17T12:26:43.547" v="232" actId="20577"/>
          <ac:graphicFrameMkLst>
            <pc:docMk/>
            <pc:sldMk cId="3252446741" sldId="2147475810"/>
            <ac:graphicFrameMk id="6" creationId="{90F47839-8A78-F80B-6AB1-950C093ECF8D}"/>
          </ac:graphicFrameMkLst>
        </pc:graphicFrameChg>
      </pc:sldChg>
      <pc:sldChg chg="addSp delSp modSp add mod modShow">
        <pc:chgData name="Kanduru, Raghava" userId="cf8c09de-c40c-47a2-971b-c612c06e0906" providerId="ADAL" clId="{5E3DAF92-3AF4-4FBB-A40F-A08CEB694985}" dt="2024-06-19T03:40:50.027" v="1075" actId="1036"/>
        <pc:sldMkLst>
          <pc:docMk/>
          <pc:sldMk cId="3408105490" sldId="2147475811"/>
        </pc:sldMkLst>
        <pc:spChg chg="mod">
          <ac:chgData name="Kanduru, Raghava" userId="cf8c09de-c40c-47a2-971b-c612c06e0906" providerId="ADAL" clId="{5E3DAF92-3AF4-4FBB-A40F-A08CEB694985}" dt="2024-06-19T03:31:37.212" v="827" actId="1076"/>
          <ac:spMkLst>
            <pc:docMk/>
            <pc:sldMk cId="3408105490" sldId="2147475811"/>
            <ac:spMk id="5" creationId="{AC7B2EB2-2211-2FD0-16CC-072B7D154625}"/>
          </ac:spMkLst>
        </pc:spChg>
        <pc:spChg chg="mod">
          <ac:chgData name="Kanduru, Raghava" userId="cf8c09de-c40c-47a2-971b-c612c06e0906" providerId="ADAL" clId="{5E3DAF92-3AF4-4FBB-A40F-A08CEB694985}" dt="2024-06-19T03:36:16.305" v="1045" actId="1076"/>
          <ac:spMkLst>
            <pc:docMk/>
            <pc:sldMk cId="3408105490" sldId="2147475811"/>
            <ac:spMk id="6" creationId="{BCD3ECD2-8C2E-B16C-F5FD-2CCB12EAA2D1}"/>
          </ac:spMkLst>
        </pc:spChg>
        <pc:spChg chg="mod">
          <ac:chgData name="Kanduru, Raghava" userId="cf8c09de-c40c-47a2-971b-c612c06e0906" providerId="ADAL" clId="{5E3DAF92-3AF4-4FBB-A40F-A08CEB694985}" dt="2024-06-19T03:29:59.414" v="813" actId="1076"/>
          <ac:spMkLst>
            <pc:docMk/>
            <pc:sldMk cId="3408105490" sldId="2147475811"/>
            <ac:spMk id="8" creationId="{40588A26-1292-75E2-932D-729CAD6A6B77}"/>
          </ac:spMkLst>
        </pc:spChg>
        <pc:spChg chg="mod">
          <ac:chgData name="Kanduru, Raghava" userId="cf8c09de-c40c-47a2-971b-c612c06e0906" providerId="ADAL" clId="{5E3DAF92-3AF4-4FBB-A40F-A08CEB694985}" dt="2024-06-19T03:30:33.113" v="817" actId="14100"/>
          <ac:spMkLst>
            <pc:docMk/>
            <pc:sldMk cId="3408105490" sldId="2147475811"/>
            <ac:spMk id="9" creationId="{09891D90-93D5-D31D-AED6-36E11D9E9FA9}"/>
          </ac:spMkLst>
        </pc:spChg>
        <pc:spChg chg="mod">
          <ac:chgData name="Kanduru, Raghava" userId="cf8c09de-c40c-47a2-971b-c612c06e0906" providerId="ADAL" clId="{5E3DAF92-3AF4-4FBB-A40F-A08CEB694985}" dt="2024-06-19T03:36:49.513" v="1048" actId="1076"/>
          <ac:spMkLst>
            <pc:docMk/>
            <pc:sldMk cId="3408105490" sldId="2147475811"/>
            <ac:spMk id="14" creationId="{2D098589-0D81-6D04-CCCD-01CEC592A327}"/>
          </ac:spMkLst>
        </pc:spChg>
        <pc:spChg chg="mod">
          <ac:chgData name="Kanduru, Raghava" userId="cf8c09de-c40c-47a2-971b-c612c06e0906" providerId="ADAL" clId="{5E3DAF92-3AF4-4FBB-A40F-A08CEB694985}" dt="2024-06-19T03:36:38.144" v="1047" actId="1076"/>
          <ac:spMkLst>
            <pc:docMk/>
            <pc:sldMk cId="3408105490" sldId="2147475811"/>
            <ac:spMk id="15" creationId="{63CAC485-2128-A839-BB8D-A694C5A783E1}"/>
          </ac:spMkLst>
        </pc:spChg>
        <pc:spChg chg="mod">
          <ac:chgData name="Kanduru, Raghava" userId="cf8c09de-c40c-47a2-971b-c612c06e0906" providerId="ADAL" clId="{5E3DAF92-3AF4-4FBB-A40F-A08CEB694985}" dt="2024-06-19T03:31:03.809" v="822" actId="14100"/>
          <ac:spMkLst>
            <pc:docMk/>
            <pc:sldMk cId="3408105490" sldId="2147475811"/>
            <ac:spMk id="16" creationId="{C4A40917-4AAB-1E46-69C0-002C65571A8D}"/>
          </ac:spMkLst>
        </pc:spChg>
        <pc:spChg chg="mod">
          <ac:chgData name="Kanduru, Raghava" userId="cf8c09de-c40c-47a2-971b-c612c06e0906" providerId="ADAL" clId="{5E3DAF92-3AF4-4FBB-A40F-A08CEB694985}" dt="2024-06-19T03:32:30.811" v="831" actId="1076"/>
          <ac:spMkLst>
            <pc:docMk/>
            <pc:sldMk cId="3408105490" sldId="2147475811"/>
            <ac:spMk id="19" creationId="{74BF8699-E291-2FF4-1A6D-81713EB8426F}"/>
          </ac:spMkLst>
        </pc:spChg>
        <pc:spChg chg="mod">
          <ac:chgData name="Kanduru, Raghava" userId="cf8c09de-c40c-47a2-971b-c612c06e0906" providerId="ADAL" clId="{5E3DAF92-3AF4-4FBB-A40F-A08CEB694985}" dt="2024-06-19T03:33:47.898" v="917" actId="6549"/>
          <ac:spMkLst>
            <pc:docMk/>
            <pc:sldMk cId="3408105490" sldId="2147475811"/>
            <ac:spMk id="22" creationId="{32F33D33-3B71-D6F2-87FF-38BCD08830B6}"/>
          </ac:spMkLst>
        </pc:spChg>
        <pc:spChg chg="mod">
          <ac:chgData name="Kanduru, Raghava" userId="cf8c09de-c40c-47a2-971b-c612c06e0906" providerId="ADAL" clId="{5E3DAF92-3AF4-4FBB-A40F-A08CEB694985}" dt="2024-06-19T03:34:33.968" v="1012" actId="1035"/>
          <ac:spMkLst>
            <pc:docMk/>
            <pc:sldMk cId="3408105490" sldId="2147475811"/>
            <ac:spMk id="23" creationId="{2F9ECD8C-EBC2-82B4-F88C-27771F3B4E39}"/>
          </ac:spMkLst>
        </pc:spChg>
        <pc:spChg chg="mod">
          <ac:chgData name="Kanduru, Raghava" userId="cf8c09de-c40c-47a2-971b-c612c06e0906" providerId="ADAL" clId="{5E3DAF92-3AF4-4FBB-A40F-A08CEB694985}" dt="2024-06-19T03:40:50.027" v="1075" actId="1036"/>
          <ac:spMkLst>
            <pc:docMk/>
            <pc:sldMk cId="3408105490" sldId="2147475811"/>
            <ac:spMk id="24" creationId="{E6751B55-0BCE-41F2-0052-4EA9918D9EF0}"/>
          </ac:spMkLst>
        </pc:spChg>
        <pc:spChg chg="del">
          <ac:chgData name="Kanduru, Raghava" userId="cf8c09de-c40c-47a2-971b-c612c06e0906" providerId="ADAL" clId="{5E3DAF92-3AF4-4FBB-A40F-A08CEB694985}" dt="2024-06-19T03:32:59.736" v="886" actId="478"/>
          <ac:spMkLst>
            <pc:docMk/>
            <pc:sldMk cId="3408105490" sldId="2147475811"/>
            <ac:spMk id="25" creationId="{8BD94D11-69C7-92DF-E698-C65C65FD8706}"/>
          </ac:spMkLst>
        </pc:spChg>
        <pc:spChg chg="mod">
          <ac:chgData name="Kanduru, Raghava" userId="cf8c09de-c40c-47a2-971b-c612c06e0906" providerId="ADAL" clId="{5E3DAF92-3AF4-4FBB-A40F-A08CEB694985}" dt="2024-06-19T03:33:09.851" v="907" actId="1036"/>
          <ac:spMkLst>
            <pc:docMk/>
            <pc:sldMk cId="3408105490" sldId="2147475811"/>
            <ac:spMk id="26" creationId="{303C2924-2252-5A40-E2D8-C4C3EA903FD1}"/>
          </ac:spMkLst>
        </pc:spChg>
        <pc:spChg chg="del">
          <ac:chgData name="Kanduru, Raghava" userId="cf8c09de-c40c-47a2-971b-c612c06e0906" providerId="ADAL" clId="{5E3DAF92-3AF4-4FBB-A40F-A08CEB694985}" dt="2024-06-19T03:32:59.736" v="886" actId="478"/>
          <ac:spMkLst>
            <pc:docMk/>
            <pc:sldMk cId="3408105490" sldId="2147475811"/>
            <ac:spMk id="27" creationId="{A9C7F449-282B-B975-5597-EC520CB3980B}"/>
          </ac:spMkLst>
        </pc:spChg>
        <pc:spChg chg="mod">
          <ac:chgData name="Kanduru, Raghava" userId="cf8c09de-c40c-47a2-971b-c612c06e0906" providerId="ADAL" clId="{5E3DAF92-3AF4-4FBB-A40F-A08CEB694985}" dt="2024-06-19T03:33:23.978" v="914" actId="1037"/>
          <ac:spMkLst>
            <pc:docMk/>
            <pc:sldMk cId="3408105490" sldId="2147475811"/>
            <ac:spMk id="28" creationId="{22FBD93E-C8E0-C047-0679-C585C5540EEB}"/>
          </ac:spMkLst>
        </pc:spChg>
        <pc:spChg chg="mod">
          <ac:chgData name="Kanduru, Raghava" userId="cf8c09de-c40c-47a2-971b-c612c06e0906" providerId="ADAL" clId="{5E3DAF92-3AF4-4FBB-A40F-A08CEB694985}" dt="2024-06-19T03:38:19.254" v="1053" actId="1076"/>
          <ac:spMkLst>
            <pc:docMk/>
            <pc:sldMk cId="3408105490" sldId="2147475811"/>
            <ac:spMk id="65" creationId="{489EA980-524E-04BD-60C5-F2ECDCB77B22}"/>
          </ac:spMkLst>
        </pc:spChg>
        <pc:spChg chg="mod">
          <ac:chgData name="Kanduru, Raghava" userId="cf8c09de-c40c-47a2-971b-c612c06e0906" providerId="ADAL" clId="{5E3DAF92-3AF4-4FBB-A40F-A08CEB694985}" dt="2024-06-19T03:37:16.447" v="1051" actId="1076"/>
          <ac:spMkLst>
            <pc:docMk/>
            <pc:sldMk cId="3408105490" sldId="2147475811"/>
            <ac:spMk id="66" creationId="{C51E25C6-5C5A-B185-4A54-21394942F53F}"/>
          </ac:spMkLst>
        </pc:spChg>
        <pc:spChg chg="mod">
          <ac:chgData name="Kanduru, Raghava" userId="cf8c09de-c40c-47a2-971b-c612c06e0906" providerId="ADAL" clId="{5E3DAF92-3AF4-4FBB-A40F-A08CEB694985}" dt="2024-06-19T03:37:19.938" v="1052" actId="6549"/>
          <ac:spMkLst>
            <pc:docMk/>
            <pc:sldMk cId="3408105490" sldId="2147475811"/>
            <ac:spMk id="67" creationId="{5141090A-F480-EF7C-AB71-F388F98EA23E}"/>
          </ac:spMkLst>
        </pc:spChg>
        <pc:spChg chg="del">
          <ac:chgData name="Kanduru, Raghava" userId="cf8c09de-c40c-47a2-971b-c612c06e0906" providerId="ADAL" clId="{5E3DAF92-3AF4-4FBB-A40F-A08CEB694985}" dt="2024-06-19T03:37:07.863" v="1050" actId="478"/>
          <ac:spMkLst>
            <pc:docMk/>
            <pc:sldMk cId="3408105490" sldId="2147475811"/>
            <ac:spMk id="68" creationId="{BE662BE7-CF85-18C7-7AE6-6DE25EFEF5C7}"/>
          </ac:spMkLst>
        </pc:spChg>
        <pc:spChg chg="del mod">
          <ac:chgData name="Kanduru, Raghava" userId="cf8c09de-c40c-47a2-971b-c612c06e0906" providerId="ADAL" clId="{5E3DAF92-3AF4-4FBB-A40F-A08CEB694985}" dt="2024-06-19T03:39:01.984" v="1056" actId="478"/>
          <ac:spMkLst>
            <pc:docMk/>
            <pc:sldMk cId="3408105490" sldId="2147475811"/>
            <ac:spMk id="69" creationId="{DFB62DB8-782F-EA2B-F8CE-EB8601893B28}"/>
          </ac:spMkLst>
        </pc:spChg>
        <pc:spChg chg="mod">
          <ac:chgData name="Kanduru, Raghava" userId="cf8c09de-c40c-47a2-971b-c612c06e0906" providerId="ADAL" clId="{5E3DAF92-3AF4-4FBB-A40F-A08CEB694985}" dt="2024-06-19T03:36:30.474" v="1046" actId="1076"/>
          <ac:spMkLst>
            <pc:docMk/>
            <pc:sldMk cId="3408105490" sldId="2147475811"/>
            <ac:spMk id="70" creationId="{113E0F0A-DCED-DF3E-661E-5DE5AE0D8980}"/>
          </ac:spMkLst>
        </pc:spChg>
        <pc:spChg chg="add mod">
          <ac:chgData name="Kanduru, Raghava" userId="cf8c09de-c40c-47a2-971b-c612c06e0906" providerId="ADAL" clId="{5E3DAF92-3AF4-4FBB-A40F-A08CEB694985}" dt="2024-06-19T03:36:04.659" v="1044" actId="1076"/>
          <ac:spMkLst>
            <pc:docMk/>
            <pc:sldMk cId="3408105490" sldId="2147475811"/>
            <ac:spMk id="71" creationId="{B5ACEF82-EE39-E5A0-1D6C-97A8C0DE3BEB}"/>
          </ac:spMkLst>
        </pc:spChg>
        <pc:grpChg chg="del">
          <ac:chgData name="Kanduru, Raghava" userId="cf8c09de-c40c-47a2-971b-c612c06e0906" providerId="ADAL" clId="{5E3DAF92-3AF4-4FBB-A40F-A08CEB694985}" dt="2024-06-19T03:33:52.474" v="918" actId="478"/>
          <ac:grpSpMkLst>
            <pc:docMk/>
            <pc:sldMk cId="3408105490" sldId="2147475811"/>
            <ac:grpSpMk id="20" creationId="{B14E38CE-DA1A-05AA-F9E2-D0FEAF3F3FC2}"/>
          </ac:grpSpMkLst>
        </pc:grpChg>
        <pc:cxnChg chg="mod">
          <ac:chgData name="Kanduru, Raghava" userId="cf8c09de-c40c-47a2-971b-c612c06e0906" providerId="ADAL" clId="{5E3DAF92-3AF4-4FBB-A40F-A08CEB694985}" dt="2024-06-19T03:40:14.078" v="1061" actId="14100"/>
          <ac:cxnSpMkLst>
            <pc:docMk/>
            <pc:sldMk cId="3408105490" sldId="2147475811"/>
            <ac:cxnSpMk id="7" creationId="{F54A4E13-17C9-6659-9FA7-9105C57A35F1}"/>
          </ac:cxnSpMkLst>
        </pc:cxnChg>
        <pc:cxnChg chg="del">
          <ac:chgData name="Kanduru, Raghava" userId="cf8c09de-c40c-47a2-971b-c612c06e0906" providerId="ADAL" clId="{5E3DAF92-3AF4-4FBB-A40F-A08CEB694985}" dt="2024-06-19T03:33:37.585" v="915" actId="478"/>
          <ac:cxnSpMkLst>
            <pc:docMk/>
            <pc:sldMk cId="3408105490" sldId="2147475811"/>
            <ac:cxnSpMk id="10" creationId="{0B3CA05F-DABA-A334-4AAD-5D548C91D99E}"/>
          </ac:cxnSpMkLst>
        </pc:cxnChg>
        <pc:cxnChg chg="del">
          <ac:chgData name="Kanduru, Raghava" userId="cf8c09de-c40c-47a2-971b-c612c06e0906" providerId="ADAL" clId="{5E3DAF92-3AF4-4FBB-A40F-A08CEB694985}" dt="2024-06-19T03:32:59.736" v="886" actId="478"/>
          <ac:cxnSpMkLst>
            <pc:docMk/>
            <pc:sldMk cId="3408105490" sldId="2147475811"/>
            <ac:cxnSpMk id="11" creationId="{C637C575-84C4-6E7E-27B9-5E660D69088E}"/>
          </ac:cxnSpMkLst>
        </pc:cxnChg>
        <pc:cxnChg chg="add del">
          <ac:chgData name="Kanduru, Raghava" userId="cf8c09de-c40c-47a2-971b-c612c06e0906" providerId="ADAL" clId="{5E3DAF92-3AF4-4FBB-A40F-A08CEB694985}" dt="2024-06-19T03:37:02.345" v="1049" actId="478"/>
          <ac:cxnSpMkLst>
            <pc:docMk/>
            <pc:sldMk cId="3408105490" sldId="2147475811"/>
            <ac:cxnSpMk id="12" creationId="{492FFC53-DEBC-AAB6-C4BF-C1D47F687D30}"/>
          </ac:cxnSpMkLst>
        </pc:cxnChg>
        <pc:cxnChg chg="mod">
          <ac:chgData name="Kanduru, Raghava" userId="cf8c09de-c40c-47a2-971b-c612c06e0906" providerId="ADAL" clId="{5E3DAF92-3AF4-4FBB-A40F-A08CEB694985}" dt="2024-06-19T03:40:20.180" v="1062" actId="14100"/>
          <ac:cxnSpMkLst>
            <pc:docMk/>
            <pc:sldMk cId="3408105490" sldId="2147475811"/>
            <ac:cxnSpMk id="13" creationId="{55585004-C969-B46F-5274-12CF6020F2B2}"/>
          </ac:cxnSpMkLst>
        </pc:cxnChg>
        <pc:cxnChg chg="mod">
          <ac:chgData name="Kanduru, Raghava" userId="cf8c09de-c40c-47a2-971b-c612c06e0906" providerId="ADAL" clId="{5E3DAF92-3AF4-4FBB-A40F-A08CEB694985}" dt="2024-06-19T03:39:57.771" v="1059" actId="14100"/>
          <ac:cxnSpMkLst>
            <pc:docMk/>
            <pc:sldMk cId="3408105490" sldId="2147475811"/>
            <ac:cxnSpMk id="30" creationId="{95FDF548-067A-B9C0-8861-1DD7822842C9}"/>
          </ac:cxnSpMkLst>
        </pc:cxnChg>
      </pc:sldChg>
      <pc:sldChg chg="add mod ord modShow">
        <pc:chgData name="Kanduru, Raghava" userId="cf8c09de-c40c-47a2-971b-c612c06e0906" providerId="ADAL" clId="{5E3DAF92-3AF4-4FBB-A40F-A08CEB694985}" dt="2024-06-19T03:42:16.106" v="1079"/>
        <pc:sldMkLst>
          <pc:docMk/>
          <pc:sldMk cId="2908625166" sldId="2147475812"/>
        </pc:sldMkLst>
      </pc:sldChg>
      <pc:sldChg chg="modSp add mod">
        <pc:chgData name="Kanduru, Raghava" userId="cf8c09de-c40c-47a2-971b-c612c06e0906" providerId="ADAL" clId="{5E3DAF92-3AF4-4FBB-A40F-A08CEB694985}" dt="2024-06-20T08:48:58.769" v="1578" actId="20577"/>
        <pc:sldMkLst>
          <pc:docMk/>
          <pc:sldMk cId="215030971" sldId="2147475814"/>
        </pc:sldMkLst>
        <pc:graphicFrameChg chg="mod modGraphic">
          <ac:chgData name="Kanduru, Raghava" userId="cf8c09de-c40c-47a2-971b-c612c06e0906" providerId="ADAL" clId="{5E3DAF92-3AF4-4FBB-A40F-A08CEB694985}" dt="2024-06-20T08:48:58.769" v="1578" actId="20577"/>
          <ac:graphicFrameMkLst>
            <pc:docMk/>
            <pc:sldMk cId="215030971" sldId="2147475814"/>
            <ac:graphicFrameMk id="8" creationId="{0449F75F-2706-876C-71DE-D728F38E233D}"/>
          </ac:graphicFrameMkLst>
        </pc:graphicFrameChg>
      </pc:sldChg>
      <pc:sldChg chg="modSp add mod">
        <pc:chgData name="Kanduru, Raghava" userId="cf8c09de-c40c-47a2-971b-c612c06e0906" providerId="ADAL" clId="{5E3DAF92-3AF4-4FBB-A40F-A08CEB694985}" dt="2024-06-20T08:45:49.940" v="1565" actId="21"/>
        <pc:sldMkLst>
          <pc:docMk/>
          <pc:sldMk cId="3332527972" sldId="2147475815"/>
        </pc:sldMkLst>
        <pc:graphicFrameChg chg="mod modGraphic">
          <ac:chgData name="Kanduru, Raghava" userId="cf8c09de-c40c-47a2-971b-c612c06e0906" providerId="ADAL" clId="{5E3DAF92-3AF4-4FBB-A40F-A08CEB694985}" dt="2024-06-20T08:45:49.940" v="1565" actId="21"/>
          <ac:graphicFrameMkLst>
            <pc:docMk/>
            <pc:sldMk cId="3332527972" sldId="2147475815"/>
            <ac:graphicFrameMk id="8" creationId="{0449F75F-2706-876C-71DE-D728F38E233D}"/>
          </ac:graphicFrameMkLst>
        </pc:graphicFrameChg>
      </pc:sldChg>
      <pc:sldChg chg="addSp delSp modSp add mod">
        <pc:chgData name="Kanduru, Raghava" userId="cf8c09de-c40c-47a2-971b-c612c06e0906" providerId="ADAL" clId="{5E3DAF92-3AF4-4FBB-A40F-A08CEB694985}" dt="2024-06-20T09:04:11.490" v="1601" actId="1076"/>
        <pc:sldMkLst>
          <pc:docMk/>
          <pc:sldMk cId="834678745" sldId="2147475816"/>
        </pc:sldMkLst>
        <pc:spChg chg="del">
          <ac:chgData name="Kanduru, Raghava" userId="cf8c09de-c40c-47a2-971b-c612c06e0906" providerId="ADAL" clId="{5E3DAF92-3AF4-4FBB-A40F-A08CEB694985}" dt="2024-06-20T09:02:08.903" v="1585" actId="478"/>
          <ac:spMkLst>
            <pc:docMk/>
            <pc:sldMk cId="834678745" sldId="2147475816"/>
            <ac:spMk id="2" creationId="{BEC31744-CE7A-05D4-89AF-C16B200F5199}"/>
          </ac:spMkLst>
        </pc:spChg>
        <pc:spChg chg="del">
          <ac:chgData name="Kanduru, Raghava" userId="cf8c09de-c40c-47a2-971b-c612c06e0906" providerId="ADAL" clId="{5E3DAF92-3AF4-4FBB-A40F-A08CEB694985}" dt="2024-06-20T09:02:08.903" v="1585" actId="478"/>
          <ac:spMkLst>
            <pc:docMk/>
            <pc:sldMk cId="834678745" sldId="2147475816"/>
            <ac:spMk id="4" creationId="{98D300A8-7745-BEBA-D7F2-7A7116E36062}"/>
          </ac:spMkLst>
        </pc:spChg>
        <pc:spChg chg="add del mod">
          <ac:chgData name="Kanduru, Raghava" userId="cf8c09de-c40c-47a2-971b-c612c06e0906" providerId="ADAL" clId="{5E3DAF92-3AF4-4FBB-A40F-A08CEB694985}" dt="2024-06-20T09:03:13.874" v="1589"/>
          <ac:spMkLst>
            <pc:docMk/>
            <pc:sldMk cId="834678745" sldId="2147475816"/>
            <ac:spMk id="6" creationId="{C45CA0CD-FB34-0170-E7E7-F097826D19F8}"/>
          </ac:spMkLst>
        </pc:spChg>
        <pc:spChg chg="add del mod">
          <ac:chgData name="Kanduru, Raghava" userId="cf8c09de-c40c-47a2-971b-c612c06e0906" providerId="ADAL" clId="{5E3DAF92-3AF4-4FBB-A40F-A08CEB694985}" dt="2024-06-20T09:03:13.874" v="1589"/>
          <ac:spMkLst>
            <pc:docMk/>
            <pc:sldMk cId="834678745" sldId="2147475816"/>
            <ac:spMk id="7" creationId="{0C1C7737-2222-274F-6F07-BA8ABEC62A6A}"/>
          </ac:spMkLst>
        </pc:spChg>
        <pc:spChg chg="add del mod">
          <ac:chgData name="Kanduru, Raghava" userId="cf8c09de-c40c-47a2-971b-c612c06e0906" providerId="ADAL" clId="{5E3DAF92-3AF4-4FBB-A40F-A08CEB694985}" dt="2024-06-20T09:03:13.874" v="1589"/>
          <ac:spMkLst>
            <pc:docMk/>
            <pc:sldMk cId="834678745" sldId="2147475816"/>
            <ac:spMk id="8" creationId="{05AF2AA9-681D-DBF0-376D-CF713E5DD61F}"/>
          </ac:spMkLst>
        </pc:spChg>
        <pc:spChg chg="add del mod">
          <ac:chgData name="Kanduru, Raghava" userId="cf8c09de-c40c-47a2-971b-c612c06e0906" providerId="ADAL" clId="{5E3DAF92-3AF4-4FBB-A40F-A08CEB694985}" dt="2024-06-20T09:03:13.874" v="1589"/>
          <ac:spMkLst>
            <pc:docMk/>
            <pc:sldMk cId="834678745" sldId="2147475816"/>
            <ac:spMk id="9" creationId="{6AF7F14D-F2B9-5EDD-AC65-EAA8B4172A3F}"/>
          </ac:spMkLst>
        </pc:spChg>
        <pc:spChg chg="add del mod">
          <ac:chgData name="Kanduru, Raghava" userId="cf8c09de-c40c-47a2-971b-c612c06e0906" providerId="ADAL" clId="{5E3DAF92-3AF4-4FBB-A40F-A08CEB694985}" dt="2024-06-20T09:03:13.874" v="1589"/>
          <ac:spMkLst>
            <pc:docMk/>
            <pc:sldMk cId="834678745" sldId="2147475816"/>
            <ac:spMk id="10" creationId="{4A44C4A0-4ED0-65EB-4BD9-68FFC64DF67C}"/>
          </ac:spMkLst>
        </pc:spChg>
        <pc:spChg chg="add del mod">
          <ac:chgData name="Kanduru, Raghava" userId="cf8c09de-c40c-47a2-971b-c612c06e0906" providerId="ADAL" clId="{5E3DAF92-3AF4-4FBB-A40F-A08CEB694985}" dt="2024-06-20T09:03:13.874" v="1589"/>
          <ac:spMkLst>
            <pc:docMk/>
            <pc:sldMk cId="834678745" sldId="2147475816"/>
            <ac:spMk id="11" creationId="{9884F2A1-F266-C786-59F2-CF9BBD4F09FE}"/>
          </ac:spMkLst>
        </pc:spChg>
        <pc:spChg chg="add del mod">
          <ac:chgData name="Kanduru, Raghava" userId="cf8c09de-c40c-47a2-971b-c612c06e0906" providerId="ADAL" clId="{5E3DAF92-3AF4-4FBB-A40F-A08CEB694985}" dt="2024-06-20T09:03:13.874" v="1589"/>
          <ac:spMkLst>
            <pc:docMk/>
            <pc:sldMk cId="834678745" sldId="2147475816"/>
            <ac:spMk id="12" creationId="{71D86250-E149-86EA-85B1-01800C21678D}"/>
          </ac:spMkLst>
        </pc:spChg>
        <pc:spChg chg="add del mod">
          <ac:chgData name="Kanduru, Raghava" userId="cf8c09de-c40c-47a2-971b-c612c06e0906" providerId="ADAL" clId="{5E3DAF92-3AF4-4FBB-A40F-A08CEB694985}" dt="2024-06-20T09:03:13.874" v="1589"/>
          <ac:spMkLst>
            <pc:docMk/>
            <pc:sldMk cId="834678745" sldId="2147475816"/>
            <ac:spMk id="13" creationId="{464A0A40-FF14-4104-774B-D5A62EF50834}"/>
          </ac:spMkLst>
        </pc:spChg>
        <pc:spChg chg="add del mod">
          <ac:chgData name="Kanduru, Raghava" userId="cf8c09de-c40c-47a2-971b-c612c06e0906" providerId="ADAL" clId="{5E3DAF92-3AF4-4FBB-A40F-A08CEB694985}" dt="2024-06-20T09:03:13.874" v="1589"/>
          <ac:spMkLst>
            <pc:docMk/>
            <pc:sldMk cId="834678745" sldId="2147475816"/>
            <ac:spMk id="14" creationId="{26E01DC9-8222-9064-6286-546EC4C0D17B}"/>
          </ac:spMkLst>
        </pc:spChg>
        <pc:spChg chg="add del mod">
          <ac:chgData name="Kanduru, Raghava" userId="cf8c09de-c40c-47a2-971b-c612c06e0906" providerId="ADAL" clId="{5E3DAF92-3AF4-4FBB-A40F-A08CEB694985}" dt="2024-06-20T09:03:13.874" v="1589"/>
          <ac:spMkLst>
            <pc:docMk/>
            <pc:sldMk cId="834678745" sldId="2147475816"/>
            <ac:spMk id="15" creationId="{7A866373-935A-E0F6-3625-8F9F6A2FAA65}"/>
          </ac:spMkLst>
        </pc:spChg>
        <pc:spChg chg="add del mod">
          <ac:chgData name="Kanduru, Raghava" userId="cf8c09de-c40c-47a2-971b-c612c06e0906" providerId="ADAL" clId="{5E3DAF92-3AF4-4FBB-A40F-A08CEB694985}" dt="2024-06-20T09:03:13.874" v="1589"/>
          <ac:spMkLst>
            <pc:docMk/>
            <pc:sldMk cId="834678745" sldId="2147475816"/>
            <ac:spMk id="16" creationId="{02BB8B29-473B-7C5C-6AB7-E4CCD91E7F14}"/>
          </ac:spMkLst>
        </pc:spChg>
        <pc:spChg chg="add del mod">
          <ac:chgData name="Kanduru, Raghava" userId="cf8c09de-c40c-47a2-971b-c612c06e0906" providerId="ADAL" clId="{5E3DAF92-3AF4-4FBB-A40F-A08CEB694985}" dt="2024-06-20T09:03:13.874" v="1589"/>
          <ac:spMkLst>
            <pc:docMk/>
            <pc:sldMk cId="834678745" sldId="2147475816"/>
            <ac:spMk id="17" creationId="{1B562DFF-AE14-307A-2B73-427C42296452}"/>
          </ac:spMkLst>
        </pc:spChg>
        <pc:spChg chg="add del mod">
          <ac:chgData name="Kanduru, Raghava" userId="cf8c09de-c40c-47a2-971b-c612c06e0906" providerId="ADAL" clId="{5E3DAF92-3AF4-4FBB-A40F-A08CEB694985}" dt="2024-06-20T09:03:13.874" v="1589"/>
          <ac:spMkLst>
            <pc:docMk/>
            <pc:sldMk cId="834678745" sldId="2147475816"/>
            <ac:spMk id="18" creationId="{B41E227F-1408-370D-EA8B-1DDA91174D5A}"/>
          </ac:spMkLst>
        </pc:spChg>
        <pc:spChg chg="add del mod">
          <ac:chgData name="Kanduru, Raghava" userId="cf8c09de-c40c-47a2-971b-c612c06e0906" providerId="ADAL" clId="{5E3DAF92-3AF4-4FBB-A40F-A08CEB694985}" dt="2024-06-20T09:03:13.874" v="1589"/>
          <ac:spMkLst>
            <pc:docMk/>
            <pc:sldMk cId="834678745" sldId="2147475816"/>
            <ac:spMk id="19" creationId="{581435AC-6017-2150-D499-1F139F7819E4}"/>
          </ac:spMkLst>
        </pc:spChg>
        <pc:spChg chg="add del mod">
          <ac:chgData name="Kanduru, Raghava" userId="cf8c09de-c40c-47a2-971b-c612c06e0906" providerId="ADAL" clId="{5E3DAF92-3AF4-4FBB-A40F-A08CEB694985}" dt="2024-06-20T09:03:13.874" v="1589"/>
          <ac:spMkLst>
            <pc:docMk/>
            <pc:sldMk cId="834678745" sldId="2147475816"/>
            <ac:spMk id="20" creationId="{20120CC0-DEE6-3DAD-B4F8-15F01BF138DC}"/>
          </ac:spMkLst>
        </pc:spChg>
        <pc:spChg chg="add del mod">
          <ac:chgData name="Kanduru, Raghava" userId="cf8c09de-c40c-47a2-971b-c612c06e0906" providerId="ADAL" clId="{5E3DAF92-3AF4-4FBB-A40F-A08CEB694985}" dt="2024-06-20T09:03:13.874" v="1589"/>
          <ac:spMkLst>
            <pc:docMk/>
            <pc:sldMk cId="834678745" sldId="2147475816"/>
            <ac:spMk id="21" creationId="{A8FDB460-F611-BBF2-4DAB-FE74A9EC4EB5}"/>
          </ac:spMkLst>
        </pc:spChg>
        <pc:spChg chg="add del mod">
          <ac:chgData name="Kanduru, Raghava" userId="cf8c09de-c40c-47a2-971b-c612c06e0906" providerId="ADAL" clId="{5E3DAF92-3AF4-4FBB-A40F-A08CEB694985}" dt="2024-06-20T09:03:13.874" v="1589"/>
          <ac:spMkLst>
            <pc:docMk/>
            <pc:sldMk cId="834678745" sldId="2147475816"/>
            <ac:spMk id="22" creationId="{A700871C-8EDF-EB70-AA6C-F36FE23D4B25}"/>
          </ac:spMkLst>
        </pc:spChg>
        <pc:spChg chg="add del mod">
          <ac:chgData name="Kanduru, Raghava" userId="cf8c09de-c40c-47a2-971b-c612c06e0906" providerId="ADAL" clId="{5E3DAF92-3AF4-4FBB-A40F-A08CEB694985}" dt="2024-06-20T09:03:13.874" v="1589"/>
          <ac:spMkLst>
            <pc:docMk/>
            <pc:sldMk cId="834678745" sldId="2147475816"/>
            <ac:spMk id="23" creationId="{31730BFB-BEFB-BD7E-97AF-45921B271B07}"/>
          </ac:spMkLst>
        </pc:spChg>
        <pc:spChg chg="add del mod">
          <ac:chgData name="Kanduru, Raghava" userId="cf8c09de-c40c-47a2-971b-c612c06e0906" providerId="ADAL" clId="{5E3DAF92-3AF4-4FBB-A40F-A08CEB694985}" dt="2024-06-20T09:03:13.874" v="1589"/>
          <ac:spMkLst>
            <pc:docMk/>
            <pc:sldMk cId="834678745" sldId="2147475816"/>
            <ac:spMk id="24" creationId="{EA60C80B-52E7-34DC-C821-3531C8F2D835}"/>
          </ac:spMkLst>
        </pc:spChg>
        <pc:spChg chg="add del mod">
          <ac:chgData name="Kanduru, Raghava" userId="cf8c09de-c40c-47a2-971b-c612c06e0906" providerId="ADAL" clId="{5E3DAF92-3AF4-4FBB-A40F-A08CEB694985}" dt="2024-06-20T09:03:13.874" v="1589"/>
          <ac:spMkLst>
            <pc:docMk/>
            <pc:sldMk cId="834678745" sldId="2147475816"/>
            <ac:spMk id="25" creationId="{65150B16-9504-C240-7EEE-8CE1F4AEE001}"/>
          </ac:spMkLst>
        </pc:spChg>
        <pc:spChg chg="add del mod">
          <ac:chgData name="Kanduru, Raghava" userId="cf8c09de-c40c-47a2-971b-c612c06e0906" providerId="ADAL" clId="{5E3DAF92-3AF4-4FBB-A40F-A08CEB694985}" dt="2024-06-20T09:03:13.874" v="1589"/>
          <ac:spMkLst>
            <pc:docMk/>
            <pc:sldMk cId="834678745" sldId="2147475816"/>
            <ac:spMk id="26" creationId="{6470C6A7-B317-A409-65C7-2C4EA2B217BE}"/>
          </ac:spMkLst>
        </pc:spChg>
        <pc:spChg chg="add del mod">
          <ac:chgData name="Kanduru, Raghava" userId="cf8c09de-c40c-47a2-971b-c612c06e0906" providerId="ADAL" clId="{5E3DAF92-3AF4-4FBB-A40F-A08CEB694985}" dt="2024-06-20T09:03:13.874" v="1589"/>
          <ac:spMkLst>
            <pc:docMk/>
            <pc:sldMk cId="834678745" sldId="2147475816"/>
            <ac:spMk id="27" creationId="{25365F78-8F58-80E8-6056-D632751799E9}"/>
          </ac:spMkLst>
        </pc:spChg>
        <pc:spChg chg="add del mod">
          <ac:chgData name="Kanduru, Raghava" userId="cf8c09de-c40c-47a2-971b-c612c06e0906" providerId="ADAL" clId="{5E3DAF92-3AF4-4FBB-A40F-A08CEB694985}" dt="2024-06-20T09:03:13.874" v="1589"/>
          <ac:spMkLst>
            <pc:docMk/>
            <pc:sldMk cId="834678745" sldId="2147475816"/>
            <ac:spMk id="28" creationId="{5A9DCA30-3FDE-06B7-6AA0-8364F7713A0D}"/>
          </ac:spMkLst>
        </pc:spChg>
        <pc:spChg chg="add del mod">
          <ac:chgData name="Kanduru, Raghava" userId="cf8c09de-c40c-47a2-971b-c612c06e0906" providerId="ADAL" clId="{5E3DAF92-3AF4-4FBB-A40F-A08CEB694985}" dt="2024-06-20T09:03:13.874" v="1589"/>
          <ac:spMkLst>
            <pc:docMk/>
            <pc:sldMk cId="834678745" sldId="2147475816"/>
            <ac:spMk id="29" creationId="{5859B0C5-FC08-24F0-044B-207E68B67BBC}"/>
          </ac:spMkLst>
        </pc:spChg>
        <pc:spChg chg="add del mod">
          <ac:chgData name="Kanduru, Raghava" userId="cf8c09de-c40c-47a2-971b-c612c06e0906" providerId="ADAL" clId="{5E3DAF92-3AF4-4FBB-A40F-A08CEB694985}" dt="2024-06-20T09:03:13.874" v="1589"/>
          <ac:spMkLst>
            <pc:docMk/>
            <pc:sldMk cId="834678745" sldId="2147475816"/>
            <ac:spMk id="30" creationId="{8DCDE4A3-BECD-B948-705D-DA8481006C92}"/>
          </ac:spMkLst>
        </pc:spChg>
        <pc:spChg chg="add del mod">
          <ac:chgData name="Kanduru, Raghava" userId="cf8c09de-c40c-47a2-971b-c612c06e0906" providerId="ADAL" clId="{5E3DAF92-3AF4-4FBB-A40F-A08CEB694985}" dt="2024-06-20T09:03:13.874" v="1589"/>
          <ac:spMkLst>
            <pc:docMk/>
            <pc:sldMk cId="834678745" sldId="2147475816"/>
            <ac:spMk id="31" creationId="{E8782FB4-44B5-DFC4-BD1C-8FBE36BAD777}"/>
          </ac:spMkLst>
        </pc:spChg>
        <pc:spChg chg="del">
          <ac:chgData name="Kanduru, Raghava" userId="cf8c09de-c40c-47a2-971b-c612c06e0906" providerId="ADAL" clId="{5E3DAF92-3AF4-4FBB-A40F-A08CEB694985}" dt="2024-06-20T09:02:08.903" v="1585" actId="478"/>
          <ac:spMkLst>
            <pc:docMk/>
            <pc:sldMk cId="834678745" sldId="2147475816"/>
            <ac:spMk id="213" creationId="{A0C2A1E6-D645-C681-9650-AFAB79DAB0A6}"/>
          </ac:spMkLst>
        </pc:spChg>
        <pc:spChg chg="del">
          <ac:chgData name="Kanduru, Raghava" userId="cf8c09de-c40c-47a2-971b-c612c06e0906" providerId="ADAL" clId="{5E3DAF92-3AF4-4FBB-A40F-A08CEB694985}" dt="2024-06-20T09:02:08.903" v="1585" actId="478"/>
          <ac:spMkLst>
            <pc:docMk/>
            <pc:sldMk cId="834678745" sldId="2147475816"/>
            <ac:spMk id="216" creationId="{8533B157-4669-60C0-EA65-A9501FC3C32B}"/>
          </ac:spMkLst>
        </pc:spChg>
        <pc:spChg chg="del">
          <ac:chgData name="Kanduru, Raghava" userId="cf8c09de-c40c-47a2-971b-c612c06e0906" providerId="ADAL" clId="{5E3DAF92-3AF4-4FBB-A40F-A08CEB694985}" dt="2024-06-20T09:02:08.903" v="1585" actId="478"/>
          <ac:spMkLst>
            <pc:docMk/>
            <pc:sldMk cId="834678745" sldId="2147475816"/>
            <ac:spMk id="218" creationId="{2E4AB39C-EFE1-B9AB-6582-A7A0F0C3B671}"/>
          </ac:spMkLst>
        </pc:spChg>
        <pc:spChg chg="del">
          <ac:chgData name="Kanduru, Raghava" userId="cf8c09de-c40c-47a2-971b-c612c06e0906" providerId="ADAL" clId="{5E3DAF92-3AF4-4FBB-A40F-A08CEB694985}" dt="2024-06-20T09:02:08.903" v="1585" actId="478"/>
          <ac:spMkLst>
            <pc:docMk/>
            <pc:sldMk cId="834678745" sldId="2147475816"/>
            <ac:spMk id="219" creationId="{181CBA81-3DE9-24E3-83B4-C9D3B2ED7D7A}"/>
          </ac:spMkLst>
        </pc:spChg>
        <pc:spChg chg="del">
          <ac:chgData name="Kanduru, Raghava" userId="cf8c09de-c40c-47a2-971b-c612c06e0906" providerId="ADAL" clId="{5E3DAF92-3AF4-4FBB-A40F-A08CEB694985}" dt="2024-06-20T09:02:08.903" v="1585" actId="478"/>
          <ac:spMkLst>
            <pc:docMk/>
            <pc:sldMk cId="834678745" sldId="2147475816"/>
            <ac:spMk id="220" creationId="{118B2BE8-325A-B246-FDC0-945DA5741EA2}"/>
          </ac:spMkLst>
        </pc:spChg>
        <pc:spChg chg="del">
          <ac:chgData name="Kanduru, Raghava" userId="cf8c09de-c40c-47a2-971b-c612c06e0906" providerId="ADAL" clId="{5E3DAF92-3AF4-4FBB-A40F-A08CEB694985}" dt="2024-06-20T09:02:08.903" v="1585" actId="478"/>
          <ac:spMkLst>
            <pc:docMk/>
            <pc:sldMk cId="834678745" sldId="2147475816"/>
            <ac:spMk id="221" creationId="{1FB6392F-5C23-44FB-A26B-6B90225218F5}"/>
          </ac:spMkLst>
        </pc:spChg>
        <pc:spChg chg="del">
          <ac:chgData name="Kanduru, Raghava" userId="cf8c09de-c40c-47a2-971b-c612c06e0906" providerId="ADAL" clId="{5E3DAF92-3AF4-4FBB-A40F-A08CEB694985}" dt="2024-06-20T09:02:08.903" v="1585" actId="478"/>
          <ac:spMkLst>
            <pc:docMk/>
            <pc:sldMk cId="834678745" sldId="2147475816"/>
            <ac:spMk id="222" creationId="{37740886-E24D-A6E7-7963-F18CD2A08F68}"/>
          </ac:spMkLst>
        </pc:spChg>
        <pc:spChg chg="del">
          <ac:chgData name="Kanduru, Raghava" userId="cf8c09de-c40c-47a2-971b-c612c06e0906" providerId="ADAL" clId="{5E3DAF92-3AF4-4FBB-A40F-A08CEB694985}" dt="2024-06-20T09:02:08.903" v="1585" actId="478"/>
          <ac:spMkLst>
            <pc:docMk/>
            <pc:sldMk cId="834678745" sldId="2147475816"/>
            <ac:spMk id="223" creationId="{9BB350E5-1C37-BFD0-492D-CE40864217D7}"/>
          </ac:spMkLst>
        </pc:spChg>
        <pc:spChg chg="del">
          <ac:chgData name="Kanduru, Raghava" userId="cf8c09de-c40c-47a2-971b-c612c06e0906" providerId="ADAL" clId="{5E3DAF92-3AF4-4FBB-A40F-A08CEB694985}" dt="2024-06-20T09:02:08.903" v="1585" actId="478"/>
          <ac:spMkLst>
            <pc:docMk/>
            <pc:sldMk cId="834678745" sldId="2147475816"/>
            <ac:spMk id="224" creationId="{7D9038E8-ED98-D910-B87D-897813FE178B}"/>
          </ac:spMkLst>
        </pc:spChg>
        <pc:spChg chg="del">
          <ac:chgData name="Kanduru, Raghava" userId="cf8c09de-c40c-47a2-971b-c612c06e0906" providerId="ADAL" clId="{5E3DAF92-3AF4-4FBB-A40F-A08CEB694985}" dt="2024-06-20T09:02:08.903" v="1585" actId="478"/>
          <ac:spMkLst>
            <pc:docMk/>
            <pc:sldMk cId="834678745" sldId="2147475816"/>
            <ac:spMk id="226" creationId="{372B9C91-D4DD-D208-128A-E3C28B69C022}"/>
          </ac:spMkLst>
        </pc:spChg>
        <pc:spChg chg="del">
          <ac:chgData name="Kanduru, Raghava" userId="cf8c09de-c40c-47a2-971b-c612c06e0906" providerId="ADAL" clId="{5E3DAF92-3AF4-4FBB-A40F-A08CEB694985}" dt="2024-06-20T09:02:08.903" v="1585" actId="478"/>
          <ac:spMkLst>
            <pc:docMk/>
            <pc:sldMk cId="834678745" sldId="2147475816"/>
            <ac:spMk id="227" creationId="{BC701842-F695-867F-F2FF-C27498C70CE8}"/>
          </ac:spMkLst>
        </pc:spChg>
        <pc:spChg chg="del">
          <ac:chgData name="Kanduru, Raghava" userId="cf8c09de-c40c-47a2-971b-c612c06e0906" providerId="ADAL" clId="{5E3DAF92-3AF4-4FBB-A40F-A08CEB694985}" dt="2024-06-20T09:02:08.903" v="1585" actId="478"/>
          <ac:spMkLst>
            <pc:docMk/>
            <pc:sldMk cId="834678745" sldId="2147475816"/>
            <ac:spMk id="237" creationId="{986E05A8-F061-5F32-BB77-D9F69188A2D4}"/>
          </ac:spMkLst>
        </pc:spChg>
        <pc:spChg chg="del">
          <ac:chgData name="Kanduru, Raghava" userId="cf8c09de-c40c-47a2-971b-c612c06e0906" providerId="ADAL" clId="{5E3DAF92-3AF4-4FBB-A40F-A08CEB694985}" dt="2024-06-20T09:02:08.903" v="1585" actId="478"/>
          <ac:spMkLst>
            <pc:docMk/>
            <pc:sldMk cId="834678745" sldId="2147475816"/>
            <ac:spMk id="239" creationId="{68CB47B6-3ECF-FDFF-255E-451B1F42A70D}"/>
          </ac:spMkLst>
        </pc:spChg>
        <pc:spChg chg="del">
          <ac:chgData name="Kanduru, Raghava" userId="cf8c09de-c40c-47a2-971b-c612c06e0906" providerId="ADAL" clId="{5E3DAF92-3AF4-4FBB-A40F-A08CEB694985}" dt="2024-06-20T09:02:08.903" v="1585" actId="478"/>
          <ac:spMkLst>
            <pc:docMk/>
            <pc:sldMk cId="834678745" sldId="2147475816"/>
            <ac:spMk id="241" creationId="{C19EEDD8-0EBF-4719-E873-50525B42895B}"/>
          </ac:spMkLst>
        </pc:spChg>
        <pc:spChg chg="add del mod">
          <ac:chgData name="Kanduru, Raghava" userId="cf8c09de-c40c-47a2-971b-c612c06e0906" providerId="ADAL" clId="{5E3DAF92-3AF4-4FBB-A40F-A08CEB694985}" dt="2024-06-20T09:03:13.874" v="1589"/>
          <ac:spMkLst>
            <pc:docMk/>
            <pc:sldMk cId="834678745" sldId="2147475816"/>
            <ac:spMk id="243" creationId="{2A5D8B98-AB40-570B-91C3-F798645DD9B1}"/>
          </ac:spMkLst>
        </pc:spChg>
        <pc:spChg chg="add del mod">
          <ac:chgData name="Kanduru, Raghava" userId="cf8c09de-c40c-47a2-971b-c612c06e0906" providerId="ADAL" clId="{5E3DAF92-3AF4-4FBB-A40F-A08CEB694985}" dt="2024-06-20T09:03:13.874" v="1589"/>
          <ac:spMkLst>
            <pc:docMk/>
            <pc:sldMk cId="834678745" sldId="2147475816"/>
            <ac:spMk id="245" creationId="{42126C26-718A-3828-BDFA-FAFEBB4F5167}"/>
          </ac:spMkLst>
        </pc:spChg>
        <pc:spChg chg="add del mod">
          <ac:chgData name="Kanduru, Raghava" userId="cf8c09de-c40c-47a2-971b-c612c06e0906" providerId="ADAL" clId="{5E3DAF92-3AF4-4FBB-A40F-A08CEB694985}" dt="2024-06-20T09:03:13.874" v="1589"/>
          <ac:spMkLst>
            <pc:docMk/>
            <pc:sldMk cId="834678745" sldId="2147475816"/>
            <ac:spMk id="256" creationId="{BDA33EFD-9C46-556E-739E-F979D5620BBF}"/>
          </ac:spMkLst>
        </pc:spChg>
        <pc:spChg chg="add del mod">
          <ac:chgData name="Kanduru, Raghava" userId="cf8c09de-c40c-47a2-971b-c612c06e0906" providerId="ADAL" clId="{5E3DAF92-3AF4-4FBB-A40F-A08CEB694985}" dt="2024-06-20T09:03:13.874" v="1589"/>
          <ac:spMkLst>
            <pc:docMk/>
            <pc:sldMk cId="834678745" sldId="2147475816"/>
            <ac:spMk id="257" creationId="{AA6467ED-E461-BFAF-F547-463850448765}"/>
          </ac:spMkLst>
        </pc:spChg>
        <pc:spChg chg="add del mod">
          <ac:chgData name="Kanduru, Raghava" userId="cf8c09de-c40c-47a2-971b-c612c06e0906" providerId="ADAL" clId="{5E3DAF92-3AF4-4FBB-A40F-A08CEB694985}" dt="2024-06-20T09:03:13.874" v="1589"/>
          <ac:spMkLst>
            <pc:docMk/>
            <pc:sldMk cId="834678745" sldId="2147475816"/>
            <ac:spMk id="258" creationId="{2DB40C13-0CFA-A316-0B18-7749A29FA442}"/>
          </ac:spMkLst>
        </pc:spChg>
        <pc:spChg chg="add del mod">
          <ac:chgData name="Kanduru, Raghava" userId="cf8c09de-c40c-47a2-971b-c612c06e0906" providerId="ADAL" clId="{5E3DAF92-3AF4-4FBB-A40F-A08CEB694985}" dt="2024-06-20T09:03:13.874" v="1589"/>
          <ac:spMkLst>
            <pc:docMk/>
            <pc:sldMk cId="834678745" sldId="2147475816"/>
            <ac:spMk id="259" creationId="{0C0A572B-85B4-93EC-29C6-DFC8AE52D102}"/>
          </ac:spMkLst>
        </pc:spChg>
        <pc:spChg chg="add del mod">
          <ac:chgData name="Kanduru, Raghava" userId="cf8c09de-c40c-47a2-971b-c612c06e0906" providerId="ADAL" clId="{5E3DAF92-3AF4-4FBB-A40F-A08CEB694985}" dt="2024-06-20T09:03:13.874" v="1589"/>
          <ac:spMkLst>
            <pc:docMk/>
            <pc:sldMk cId="834678745" sldId="2147475816"/>
            <ac:spMk id="260" creationId="{D23022A9-4E29-53FD-E4C6-B1076C44BAC2}"/>
          </ac:spMkLst>
        </pc:spChg>
        <pc:spChg chg="add del mod">
          <ac:chgData name="Kanduru, Raghava" userId="cf8c09de-c40c-47a2-971b-c612c06e0906" providerId="ADAL" clId="{5E3DAF92-3AF4-4FBB-A40F-A08CEB694985}" dt="2024-06-20T09:03:30.139" v="1597"/>
          <ac:spMkLst>
            <pc:docMk/>
            <pc:sldMk cId="834678745" sldId="2147475816"/>
            <ac:spMk id="262" creationId="{5B8B911A-C578-82A6-3090-50184F6F6F41}"/>
          </ac:spMkLst>
        </pc:spChg>
        <pc:spChg chg="add del mod">
          <ac:chgData name="Kanduru, Raghava" userId="cf8c09de-c40c-47a2-971b-c612c06e0906" providerId="ADAL" clId="{5E3DAF92-3AF4-4FBB-A40F-A08CEB694985}" dt="2024-06-20T09:03:30.139" v="1597"/>
          <ac:spMkLst>
            <pc:docMk/>
            <pc:sldMk cId="834678745" sldId="2147475816"/>
            <ac:spMk id="263" creationId="{4DDBFA78-C7CD-8377-23B0-2C4222476DAE}"/>
          </ac:spMkLst>
        </pc:spChg>
        <pc:spChg chg="add del mod">
          <ac:chgData name="Kanduru, Raghava" userId="cf8c09de-c40c-47a2-971b-c612c06e0906" providerId="ADAL" clId="{5E3DAF92-3AF4-4FBB-A40F-A08CEB694985}" dt="2024-06-20T09:03:30.139" v="1597"/>
          <ac:spMkLst>
            <pc:docMk/>
            <pc:sldMk cId="834678745" sldId="2147475816"/>
            <ac:spMk id="264" creationId="{685D1E5E-0887-944A-D6BC-CC4CC4E6F576}"/>
          </ac:spMkLst>
        </pc:spChg>
        <pc:spChg chg="add del mod">
          <ac:chgData name="Kanduru, Raghava" userId="cf8c09de-c40c-47a2-971b-c612c06e0906" providerId="ADAL" clId="{5E3DAF92-3AF4-4FBB-A40F-A08CEB694985}" dt="2024-06-20T09:03:30.139" v="1597"/>
          <ac:spMkLst>
            <pc:docMk/>
            <pc:sldMk cId="834678745" sldId="2147475816"/>
            <ac:spMk id="265" creationId="{05183915-3ADB-77EA-8A7E-4DEEA6F3B0B5}"/>
          </ac:spMkLst>
        </pc:spChg>
        <pc:spChg chg="add del mod">
          <ac:chgData name="Kanduru, Raghava" userId="cf8c09de-c40c-47a2-971b-c612c06e0906" providerId="ADAL" clId="{5E3DAF92-3AF4-4FBB-A40F-A08CEB694985}" dt="2024-06-20T09:03:30.139" v="1597"/>
          <ac:spMkLst>
            <pc:docMk/>
            <pc:sldMk cId="834678745" sldId="2147475816"/>
            <ac:spMk id="266" creationId="{FA8D732B-987D-111D-B9F9-26E875842FD3}"/>
          </ac:spMkLst>
        </pc:spChg>
        <pc:spChg chg="add del mod">
          <ac:chgData name="Kanduru, Raghava" userId="cf8c09de-c40c-47a2-971b-c612c06e0906" providerId="ADAL" clId="{5E3DAF92-3AF4-4FBB-A40F-A08CEB694985}" dt="2024-06-20T09:03:30.139" v="1597"/>
          <ac:spMkLst>
            <pc:docMk/>
            <pc:sldMk cId="834678745" sldId="2147475816"/>
            <ac:spMk id="267" creationId="{3F28D245-BD0C-868D-0320-B93FF5B70831}"/>
          </ac:spMkLst>
        </pc:spChg>
        <pc:spChg chg="add del mod">
          <ac:chgData name="Kanduru, Raghava" userId="cf8c09de-c40c-47a2-971b-c612c06e0906" providerId="ADAL" clId="{5E3DAF92-3AF4-4FBB-A40F-A08CEB694985}" dt="2024-06-20T09:03:30.139" v="1597"/>
          <ac:spMkLst>
            <pc:docMk/>
            <pc:sldMk cId="834678745" sldId="2147475816"/>
            <ac:spMk id="268" creationId="{6E56EEB9-D496-F286-9F58-1061FD3E6377}"/>
          </ac:spMkLst>
        </pc:spChg>
        <pc:spChg chg="add del mod">
          <ac:chgData name="Kanduru, Raghava" userId="cf8c09de-c40c-47a2-971b-c612c06e0906" providerId="ADAL" clId="{5E3DAF92-3AF4-4FBB-A40F-A08CEB694985}" dt="2024-06-20T09:03:30.139" v="1597"/>
          <ac:spMkLst>
            <pc:docMk/>
            <pc:sldMk cId="834678745" sldId="2147475816"/>
            <ac:spMk id="269" creationId="{A73BB26B-CF30-E974-40CA-54EAFDF7C84E}"/>
          </ac:spMkLst>
        </pc:spChg>
        <pc:spChg chg="add del mod">
          <ac:chgData name="Kanduru, Raghava" userId="cf8c09de-c40c-47a2-971b-c612c06e0906" providerId="ADAL" clId="{5E3DAF92-3AF4-4FBB-A40F-A08CEB694985}" dt="2024-06-20T09:03:30.139" v="1597"/>
          <ac:spMkLst>
            <pc:docMk/>
            <pc:sldMk cId="834678745" sldId="2147475816"/>
            <ac:spMk id="270" creationId="{6D1E8EF1-CFF8-B42C-F1C3-321AE548F833}"/>
          </ac:spMkLst>
        </pc:spChg>
        <pc:spChg chg="add del mod">
          <ac:chgData name="Kanduru, Raghava" userId="cf8c09de-c40c-47a2-971b-c612c06e0906" providerId="ADAL" clId="{5E3DAF92-3AF4-4FBB-A40F-A08CEB694985}" dt="2024-06-20T09:03:30.139" v="1597"/>
          <ac:spMkLst>
            <pc:docMk/>
            <pc:sldMk cId="834678745" sldId="2147475816"/>
            <ac:spMk id="271" creationId="{3524E8A5-A8DC-A560-A358-5DB6EC51A01D}"/>
          </ac:spMkLst>
        </pc:spChg>
        <pc:spChg chg="add del mod">
          <ac:chgData name="Kanduru, Raghava" userId="cf8c09de-c40c-47a2-971b-c612c06e0906" providerId="ADAL" clId="{5E3DAF92-3AF4-4FBB-A40F-A08CEB694985}" dt="2024-06-20T09:03:30.139" v="1597"/>
          <ac:spMkLst>
            <pc:docMk/>
            <pc:sldMk cId="834678745" sldId="2147475816"/>
            <ac:spMk id="272" creationId="{0D74BD3E-683B-1992-435B-EEB5F38E1E38}"/>
          </ac:spMkLst>
        </pc:spChg>
        <pc:spChg chg="add del mod">
          <ac:chgData name="Kanduru, Raghava" userId="cf8c09de-c40c-47a2-971b-c612c06e0906" providerId="ADAL" clId="{5E3DAF92-3AF4-4FBB-A40F-A08CEB694985}" dt="2024-06-20T09:03:30.139" v="1597"/>
          <ac:spMkLst>
            <pc:docMk/>
            <pc:sldMk cId="834678745" sldId="2147475816"/>
            <ac:spMk id="273" creationId="{9807AC0D-DEB2-5D4B-1CC2-0706CB18C7A7}"/>
          </ac:spMkLst>
        </pc:spChg>
        <pc:spChg chg="add del mod">
          <ac:chgData name="Kanduru, Raghava" userId="cf8c09de-c40c-47a2-971b-c612c06e0906" providerId="ADAL" clId="{5E3DAF92-3AF4-4FBB-A40F-A08CEB694985}" dt="2024-06-20T09:03:30.139" v="1597"/>
          <ac:spMkLst>
            <pc:docMk/>
            <pc:sldMk cId="834678745" sldId="2147475816"/>
            <ac:spMk id="274" creationId="{B6C5B66A-FFC0-7BEF-6443-3AD6D38C8DA4}"/>
          </ac:spMkLst>
        </pc:spChg>
        <pc:spChg chg="add del mod">
          <ac:chgData name="Kanduru, Raghava" userId="cf8c09de-c40c-47a2-971b-c612c06e0906" providerId="ADAL" clId="{5E3DAF92-3AF4-4FBB-A40F-A08CEB694985}" dt="2024-06-20T09:03:30.139" v="1597"/>
          <ac:spMkLst>
            <pc:docMk/>
            <pc:sldMk cId="834678745" sldId="2147475816"/>
            <ac:spMk id="275" creationId="{36B18FCD-64F5-00CA-4FB1-59950FED8A4F}"/>
          </ac:spMkLst>
        </pc:spChg>
        <pc:spChg chg="add del mod">
          <ac:chgData name="Kanduru, Raghava" userId="cf8c09de-c40c-47a2-971b-c612c06e0906" providerId="ADAL" clId="{5E3DAF92-3AF4-4FBB-A40F-A08CEB694985}" dt="2024-06-20T09:03:30.139" v="1597"/>
          <ac:spMkLst>
            <pc:docMk/>
            <pc:sldMk cId="834678745" sldId="2147475816"/>
            <ac:spMk id="276" creationId="{0636A57F-FE64-FAC5-F10D-2FE252BFBAAD}"/>
          </ac:spMkLst>
        </pc:spChg>
        <pc:spChg chg="add del mod">
          <ac:chgData name="Kanduru, Raghava" userId="cf8c09de-c40c-47a2-971b-c612c06e0906" providerId="ADAL" clId="{5E3DAF92-3AF4-4FBB-A40F-A08CEB694985}" dt="2024-06-20T09:03:30.139" v="1597"/>
          <ac:spMkLst>
            <pc:docMk/>
            <pc:sldMk cId="834678745" sldId="2147475816"/>
            <ac:spMk id="277" creationId="{56306BB4-CDD3-F61B-FBAF-1E2EFAEDDDCB}"/>
          </ac:spMkLst>
        </pc:spChg>
        <pc:spChg chg="add del mod">
          <ac:chgData name="Kanduru, Raghava" userId="cf8c09de-c40c-47a2-971b-c612c06e0906" providerId="ADAL" clId="{5E3DAF92-3AF4-4FBB-A40F-A08CEB694985}" dt="2024-06-20T09:03:30.139" v="1597"/>
          <ac:spMkLst>
            <pc:docMk/>
            <pc:sldMk cId="834678745" sldId="2147475816"/>
            <ac:spMk id="278" creationId="{E1C95319-0241-0606-DA51-D49A83620C1D}"/>
          </ac:spMkLst>
        </pc:spChg>
        <pc:spChg chg="add del mod">
          <ac:chgData name="Kanduru, Raghava" userId="cf8c09de-c40c-47a2-971b-c612c06e0906" providerId="ADAL" clId="{5E3DAF92-3AF4-4FBB-A40F-A08CEB694985}" dt="2024-06-20T09:03:30.139" v="1597"/>
          <ac:spMkLst>
            <pc:docMk/>
            <pc:sldMk cId="834678745" sldId="2147475816"/>
            <ac:spMk id="279" creationId="{1954CEE5-271F-659E-7269-2983A33F9CE8}"/>
          </ac:spMkLst>
        </pc:spChg>
        <pc:spChg chg="add del mod">
          <ac:chgData name="Kanduru, Raghava" userId="cf8c09de-c40c-47a2-971b-c612c06e0906" providerId="ADAL" clId="{5E3DAF92-3AF4-4FBB-A40F-A08CEB694985}" dt="2024-06-20T09:03:30.139" v="1597"/>
          <ac:spMkLst>
            <pc:docMk/>
            <pc:sldMk cId="834678745" sldId="2147475816"/>
            <ac:spMk id="280" creationId="{624AC284-9DDA-31E0-67B6-8302289E609D}"/>
          </ac:spMkLst>
        </pc:spChg>
        <pc:spChg chg="add del mod">
          <ac:chgData name="Kanduru, Raghava" userId="cf8c09de-c40c-47a2-971b-c612c06e0906" providerId="ADAL" clId="{5E3DAF92-3AF4-4FBB-A40F-A08CEB694985}" dt="2024-06-20T09:03:30.139" v="1597"/>
          <ac:spMkLst>
            <pc:docMk/>
            <pc:sldMk cId="834678745" sldId="2147475816"/>
            <ac:spMk id="281" creationId="{1BBB9C74-952B-4F4E-085E-F99341503539}"/>
          </ac:spMkLst>
        </pc:spChg>
        <pc:spChg chg="add del mod">
          <ac:chgData name="Kanduru, Raghava" userId="cf8c09de-c40c-47a2-971b-c612c06e0906" providerId="ADAL" clId="{5E3DAF92-3AF4-4FBB-A40F-A08CEB694985}" dt="2024-06-20T09:03:30.139" v="1597"/>
          <ac:spMkLst>
            <pc:docMk/>
            <pc:sldMk cId="834678745" sldId="2147475816"/>
            <ac:spMk id="282" creationId="{02C6797D-6DC0-94D5-4E76-099E8D7B1F7E}"/>
          </ac:spMkLst>
        </pc:spChg>
        <pc:spChg chg="add del mod">
          <ac:chgData name="Kanduru, Raghava" userId="cf8c09de-c40c-47a2-971b-c612c06e0906" providerId="ADAL" clId="{5E3DAF92-3AF4-4FBB-A40F-A08CEB694985}" dt="2024-06-20T09:03:30.139" v="1597"/>
          <ac:spMkLst>
            <pc:docMk/>
            <pc:sldMk cId="834678745" sldId="2147475816"/>
            <ac:spMk id="283" creationId="{984479B3-F58A-B712-A0DD-B8DAC708B96B}"/>
          </ac:spMkLst>
        </pc:spChg>
        <pc:spChg chg="add del mod">
          <ac:chgData name="Kanduru, Raghava" userId="cf8c09de-c40c-47a2-971b-c612c06e0906" providerId="ADAL" clId="{5E3DAF92-3AF4-4FBB-A40F-A08CEB694985}" dt="2024-06-20T09:03:30.139" v="1597"/>
          <ac:spMkLst>
            <pc:docMk/>
            <pc:sldMk cId="834678745" sldId="2147475816"/>
            <ac:spMk id="284" creationId="{9B9BF5DB-7380-714E-C366-84F79214F3B7}"/>
          </ac:spMkLst>
        </pc:spChg>
        <pc:spChg chg="add del mod">
          <ac:chgData name="Kanduru, Raghava" userId="cf8c09de-c40c-47a2-971b-c612c06e0906" providerId="ADAL" clId="{5E3DAF92-3AF4-4FBB-A40F-A08CEB694985}" dt="2024-06-20T09:03:30.139" v="1597"/>
          <ac:spMkLst>
            <pc:docMk/>
            <pc:sldMk cId="834678745" sldId="2147475816"/>
            <ac:spMk id="285" creationId="{4ACF83E8-6FDE-BCB2-58AA-2B16ABEAC9EC}"/>
          </ac:spMkLst>
        </pc:spChg>
        <pc:spChg chg="add del mod">
          <ac:chgData name="Kanduru, Raghava" userId="cf8c09de-c40c-47a2-971b-c612c06e0906" providerId="ADAL" clId="{5E3DAF92-3AF4-4FBB-A40F-A08CEB694985}" dt="2024-06-20T09:03:30.139" v="1597"/>
          <ac:spMkLst>
            <pc:docMk/>
            <pc:sldMk cId="834678745" sldId="2147475816"/>
            <ac:spMk id="286" creationId="{A79A6D1A-3634-8E9F-7C04-B4AD44D8B052}"/>
          </ac:spMkLst>
        </pc:spChg>
        <pc:spChg chg="add del mod">
          <ac:chgData name="Kanduru, Raghava" userId="cf8c09de-c40c-47a2-971b-c612c06e0906" providerId="ADAL" clId="{5E3DAF92-3AF4-4FBB-A40F-A08CEB694985}" dt="2024-06-20T09:03:30.139" v="1597"/>
          <ac:spMkLst>
            <pc:docMk/>
            <pc:sldMk cId="834678745" sldId="2147475816"/>
            <ac:spMk id="287" creationId="{32BF9865-3C20-1302-45F7-AB2F0658A72E}"/>
          </ac:spMkLst>
        </pc:spChg>
        <pc:spChg chg="add del mod">
          <ac:chgData name="Kanduru, Raghava" userId="cf8c09de-c40c-47a2-971b-c612c06e0906" providerId="ADAL" clId="{5E3DAF92-3AF4-4FBB-A40F-A08CEB694985}" dt="2024-06-20T09:03:30.139" v="1597"/>
          <ac:spMkLst>
            <pc:docMk/>
            <pc:sldMk cId="834678745" sldId="2147475816"/>
            <ac:spMk id="288" creationId="{A4DEDBEA-1413-08B3-8CAC-9E739F3A6E9D}"/>
          </ac:spMkLst>
        </pc:spChg>
        <pc:spChg chg="add del mod">
          <ac:chgData name="Kanduru, Raghava" userId="cf8c09de-c40c-47a2-971b-c612c06e0906" providerId="ADAL" clId="{5E3DAF92-3AF4-4FBB-A40F-A08CEB694985}" dt="2024-06-20T09:03:30.139" v="1597"/>
          <ac:spMkLst>
            <pc:docMk/>
            <pc:sldMk cId="834678745" sldId="2147475816"/>
            <ac:spMk id="289" creationId="{07A79044-A282-14E7-3D9C-B4C4D358673A}"/>
          </ac:spMkLst>
        </pc:spChg>
        <pc:spChg chg="add del mod">
          <ac:chgData name="Kanduru, Raghava" userId="cf8c09de-c40c-47a2-971b-c612c06e0906" providerId="ADAL" clId="{5E3DAF92-3AF4-4FBB-A40F-A08CEB694985}" dt="2024-06-20T09:03:30.139" v="1597"/>
          <ac:spMkLst>
            <pc:docMk/>
            <pc:sldMk cId="834678745" sldId="2147475816"/>
            <ac:spMk id="321" creationId="{422517F8-CCE5-C57A-5AB0-52BC1B37E321}"/>
          </ac:spMkLst>
        </pc:spChg>
        <pc:spChg chg="add del mod">
          <ac:chgData name="Kanduru, Raghava" userId="cf8c09de-c40c-47a2-971b-c612c06e0906" providerId="ADAL" clId="{5E3DAF92-3AF4-4FBB-A40F-A08CEB694985}" dt="2024-06-20T09:03:30.139" v="1597"/>
          <ac:spMkLst>
            <pc:docMk/>
            <pc:sldMk cId="834678745" sldId="2147475816"/>
            <ac:spMk id="322" creationId="{FB56FE4A-379D-8CC5-8F5C-807D50346048}"/>
          </ac:spMkLst>
        </pc:spChg>
        <pc:spChg chg="add del mod">
          <ac:chgData name="Kanduru, Raghava" userId="cf8c09de-c40c-47a2-971b-c612c06e0906" providerId="ADAL" clId="{5E3DAF92-3AF4-4FBB-A40F-A08CEB694985}" dt="2024-06-20T09:03:30.139" v="1597"/>
          <ac:spMkLst>
            <pc:docMk/>
            <pc:sldMk cId="834678745" sldId="2147475816"/>
            <ac:spMk id="323" creationId="{11A2198E-5E9C-FAFF-BC46-833FC9BCE7FB}"/>
          </ac:spMkLst>
        </pc:spChg>
        <pc:spChg chg="add del mod">
          <ac:chgData name="Kanduru, Raghava" userId="cf8c09de-c40c-47a2-971b-c612c06e0906" providerId="ADAL" clId="{5E3DAF92-3AF4-4FBB-A40F-A08CEB694985}" dt="2024-06-20T09:03:30.139" v="1597"/>
          <ac:spMkLst>
            <pc:docMk/>
            <pc:sldMk cId="834678745" sldId="2147475816"/>
            <ac:spMk id="324" creationId="{55F3C170-67B1-535D-F7CF-2FCF20BB7FF4}"/>
          </ac:spMkLst>
        </pc:spChg>
        <pc:spChg chg="add del mod">
          <ac:chgData name="Kanduru, Raghava" userId="cf8c09de-c40c-47a2-971b-c612c06e0906" providerId="ADAL" clId="{5E3DAF92-3AF4-4FBB-A40F-A08CEB694985}" dt="2024-06-20T09:03:30.139" v="1597"/>
          <ac:spMkLst>
            <pc:docMk/>
            <pc:sldMk cId="834678745" sldId="2147475816"/>
            <ac:spMk id="325" creationId="{0CB3C359-4254-1DF8-F3EE-1637522F9FC0}"/>
          </ac:spMkLst>
        </pc:spChg>
        <pc:grpChg chg="del">
          <ac:chgData name="Kanduru, Raghava" userId="cf8c09de-c40c-47a2-971b-c612c06e0906" providerId="ADAL" clId="{5E3DAF92-3AF4-4FBB-A40F-A08CEB694985}" dt="2024-06-20T09:02:08.903" v="1585" actId="478"/>
          <ac:grpSpMkLst>
            <pc:docMk/>
            <pc:sldMk cId="834678745" sldId="2147475816"/>
            <ac:grpSpMk id="181" creationId="{0D8C28DA-257D-F168-C6ED-4C49573C9B6E}"/>
          </ac:grpSpMkLst>
        </pc:grpChg>
        <pc:graphicFrameChg chg="add del mod">
          <ac:chgData name="Kanduru, Raghava" userId="cf8c09de-c40c-47a2-971b-c612c06e0906" providerId="ADAL" clId="{5E3DAF92-3AF4-4FBB-A40F-A08CEB694985}" dt="2024-06-20T09:03:13.874" v="1589"/>
          <ac:graphicFrameMkLst>
            <pc:docMk/>
            <pc:sldMk cId="834678745" sldId="2147475816"/>
            <ac:graphicFrameMk id="5" creationId="{97EC8F2C-EB41-EAD9-FCC1-E77D9478D77F}"/>
          </ac:graphicFrameMkLst>
        </pc:graphicFrameChg>
        <pc:graphicFrameChg chg="add del mod">
          <ac:chgData name="Kanduru, Raghava" userId="cf8c09de-c40c-47a2-971b-c612c06e0906" providerId="ADAL" clId="{5E3DAF92-3AF4-4FBB-A40F-A08CEB694985}" dt="2024-06-20T09:03:30.139" v="1597"/>
          <ac:graphicFrameMkLst>
            <pc:docMk/>
            <pc:sldMk cId="834678745" sldId="2147475816"/>
            <ac:graphicFrameMk id="261" creationId="{DF294A58-8383-5A84-95FF-E631D48DDC43}"/>
          </ac:graphicFrameMkLst>
        </pc:graphicFrameChg>
        <pc:picChg chg="add mod">
          <ac:chgData name="Kanduru, Raghava" userId="cf8c09de-c40c-47a2-971b-c612c06e0906" providerId="ADAL" clId="{5E3DAF92-3AF4-4FBB-A40F-A08CEB694985}" dt="2024-06-20T09:04:11.490" v="1601" actId="1076"/>
          <ac:picMkLst>
            <pc:docMk/>
            <pc:sldMk cId="834678745" sldId="2147475816"/>
            <ac:picMk id="326" creationId="{180917D3-1689-AC03-CAC8-11249C0F7F19}"/>
          </ac:picMkLst>
        </pc:picChg>
        <pc:cxnChg chg="add del mod">
          <ac:chgData name="Kanduru, Raghava" userId="cf8c09de-c40c-47a2-971b-c612c06e0906" providerId="ADAL" clId="{5E3DAF92-3AF4-4FBB-A40F-A08CEB694985}" dt="2024-06-20T09:03:13.874" v="1589"/>
          <ac:cxnSpMkLst>
            <pc:docMk/>
            <pc:sldMk cId="834678745" sldId="2147475816"/>
            <ac:cxnSpMk id="160" creationId="{CE39C4D8-96E4-BD5E-29C1-92B594618DE1}"/>
          </ac:cxnSpMkLst>
        </pc:cxnChg>
        <pc:cxnChg chg="add del mod">
          <ac:chgData name="Kanduru, Raghava" userId="cf8c09de-c40c-47a2-971b-c612c06e0906" providerId="ADAL" clId="{5E3DAF92-3AF4-4FBB-A40F-A08CEB694985}" dt="2024-06-20T09:03:13.874" v="1589"/>
          <ac:cxnSpMkLst>
            <pc:docMk/>
            <pc:sldMk cId="834678745" sldId="2147475816"/>
            <ac:cxnSpMk id="161" creationId="{220C3260-BA74-592B-B399-627D85F748C4}"/>
          </ac:cxnSpMkLst>
        </pc:cxnChg>
        <pc:cxnChg chg="add del mod">
          <ac:chgData name="Kanduru, Raghava" userId="cf8c09de-c40c-47a2-971b-c612c06e0906" providerId="ADAL" clId="{5E3DAF92-3AF4-4FBB-A40F-A08CEB694985}" dt="2024-06-20T09:03:13.874" v="1589"/>
          <ac:cxnSpMkLst>
            <pc:docMk/>
            <pc:sldMk cId="834678745" sldId="2147475816"/>
            <ac:cxnSpMk id="162" creationId="{28ABF744-8905-5CCC-9D86-EEBA50023A92}"/>
          </ac:cxnSpMkLst>
        </pc:cxnChg>
        <pc:cxnChg chg="add del mod">
          <ac:chgData name="Kanduru, Raghava" userId="cf8c09de-c40c-47a2-971b-c612c06e0906" providerId="ADAL" clId="{5E3DAF92-3AF4-4FBB-A40F-A08CEB694985}" dt="2024-06-20T09:03:13.874" v="1589"/>
          <ac:cxnSpMkLst>
            <pc:docMk/>
            <pc:sldMk cId="834678745" sldId="2147475816"/>
            <ac:cxnSpMk id="163" creationId="{D4759427-27C1-75D1-21E5-6A9DBC8CFC43}"/>
          </ac:cxnSpMkLst>
        </pc:cxnChg>
        <pc:cxnChg chg="add del mod">
          <ac:chgData name="Kanduru, Raghava" userId="cf8c09de-c40c-47a2-971b-c612c06e0906" providerId="ADAL" clId="{5E3DAF92-3AF4-4FBB-A40F-A08CEB694985}" dt="2024-06-20T09:03:13.874" v="1589"/>
          <ac:cxnSpMkLst>
            <pc:docMk/>
            <pc:sldMk cId="834678745" sldId="2147475816"/>
            <ac:cxnSpMk id="164" creationId="{47207FA3-2E8D-119F-5A3F-766E9CE932FD}"/>
          </ac:cxnSpMkLst>
        </pc:cxnChg>
        <pc:cxnChg chg="add del mod">
          <ac:chgData name="Kanduru, Raghava" userId="cf8c09de-c40c-47a2-971b-c612c06e0906" providerId="ADAL" clId="{5E3DAF92-3AF4-4FBB-A40F-A08CEB694985}" dt="2024-06-20T09:03:13.874" v="1589"/>
          <ac:cxnSpMkLst>
            <pc:docMk/>
            <pc:sldMk cId="834678745" sldId="2147475816"/>
            <ac:cxnSpMk id="165" creationId="{5A1183EB-A749-C068-4A42-569ACCDDBD6A}"/>
          </ac:cxnSpMkLst>
        </pc:cxnChg>
        <pc:cxnChg chg="add del mod">
          <ac:chgData name="Kanduru, Raghava" userId="cf8c09de-c40c-47a2-971b-c612c06e0906" providerId="ADAL" clId="{5E3DAF92-3AF4-4FBB-A40F-A08CEB694985}" dt="2024-06-20T09:03:13.874" v="1589"/>
          <ac:cxnSpMkLst>
            <pc:docMk/>
            <pc:sldMk cId="834678745" sldId="2147475816"/>
            <ac:cxnSpMk id="166" creationId="{49439D66-9F88-2531-10BD-6C0B70C3C696}"/>
          </ac:cxnSpMkLst>
        </pc:cxnChg>
        <pc:cxnChg chg="add del mod">
          <ac:chgData name="Kanduru, Raghava" userId="cf8c09de-c40c-47a2-971b-c612c06e0906" providerId="ADAL" clId="{5E3DAF92-3AF4-4FBB-A40F-A08CEB694985}" dt="2024-06-20T09:03:13.874" v="1589"/>
          <ac:cxnSpMkLst>
            <pc:docMk/>
            <pc:sldMk cId="834678745" sldId="2147475816"/>
            <ac:cxnSpMk id="167" creationId="{112C5457-0F26-54BD-1141-8EFC1BE3EBE7}"/>
          </ac:cxnSpMkLst>
        </pc:cxnChg>
        <pc:cxnChg chg="add del mod">
          <ac:chgData name="Kanduru, Raghava" userId="cf8c09de-c40c-47a2-971b-c612c06e0906" providerId="ADAL" clId="{5E3DAF92-3AF4-4FBB-A40F-A08CEB694985}" dt="2024-06-20T09:03:13.874" v="1589"/>
          <ac:cxnSpMkLst>
            <pc:docMk/>
            <pc:sldMk cId="834678745" sldId="2147475816"/>
            <ac:cxnSpMk id="168" creationId="{125931DD-6921-3A29-39D9-478BF78689CF}"/>
          </ac:cxnSpMkLst>
        </pc:cxnChg>
        <pc:cxnChg chg="add del mod">
          <ac:chgData name="Kanduru, Raghava" userId="cf8c09de-c40c-47a2-971b-c612c06e0906" providerId="ADAL" clId="{5E3DAF92-3AF4-4FBB-A40F-A08CEB694985}" dt="2024-06-20T09:03:13.874" v="1589"/>
          <ac:cxnSpMkLst>
            <pc:docMk/>
            <pc:sldMk cId="834678745" sldId="2147475816"/>
            <ac:cxnSpMk id="169" creationId="{041FBFD5-E05D-414B-2586-A6C125AE819B}"/>
          </ac:cxnSpMkLst>
        </pc:cxnChg>
        <pc:cxnChg chg="add del mod">
          <ac:chgData name="Kanduru, Raghava" userId="cf8c09de-c40c-47a2-971b-c612c06e0906" providerId="ADAL" clId="{5E3DAF92-3AF4-4FBB-A40F-A08CEB694985}" dt="2024-06-20T09:03:13.874" v="1589"/>
          <ac:cxnSpMkLst>
            <pc:docMk/>
            <pc:sldMk cId="834678745" sldId="2147475816"/>
            <ac:cxnSpMk id="170" creationId="{DE247BEA-8963-1F43-639F-603AA0AC9B0A}"/>
          </ac:cxnSpMkLst>
        </pc:cxnChg>
        <pc:cxnChg chg="add del mod">
          <ac:chgData name="Kanduru, Raghava" userId="cf8c09de-c40c-47a2-971b-c612c06e0906" providerId="ADAL" clId="{5E3DAF92-3AF4-4FBB-A40F-A08CEB694985}" dt="2024-06-20T09:03:13.874" v="1589"/>
          <ac:cxnSpMkLst>
            <pc:docMk/>
            <pc:sldMk cId="834678745" sldId="2147475816"/>
            <ac:cxnSpMk id="171" creationId="{C5816B74-1BCA-40C2-73FC-9BA9586EDAF2}"/>
          </ac:cxnSpMkLst>
        </pc:cxnChg>
        <pc:cxnChg chg="add del mod">
          <ac:chgData name="Kanduru, Raghava" userId="cf8c09de-c40c-47a2-971b-c612c06e0906" providerId="ADAL" clId="{5E3DAF92-3AF4-4FBB-A40F-A08CEB694985}" dt="2024-06-20T09:03:13.874" v="1589"/>
          <ac:cxnSpMkLst>
            <pc:docMk/>
            <pc:sldMk cId="834678745" sldId="2147475816"/>
            <ac:cxnSpMk id="172" creationId="{84603189-14CC-3119-7546-92C683BEFCF2}"/>
          </ac:cxnSpMkLst>
        </pc:cxnChg>
        <pc:cxnChg chg="add del mod">
          <ac:chgData name="Kanduru, Raghava" userId="cf8c09de-c40c-47a2-971b-c612c06e0906" providerId="ADAL" clId="{5E3DAF92-3AF4-4FBB-A40F-A08CEB694985}" dt="2024-06-20T09:03:13.874" v="1589"/>
          <ac:cxnSpMkLst>
            <pc:docMk/>
            <pc:sldMk cId="834678745" sldId="2147475816"/>
            <ac:cxnSpMk id="173" creationId="{D620CCB7-5309-5D1C-39AC-CAC83EDAD05C}"/>
          </ac:cxnSpMkLst>
        </pc:cxnChg>
        <pc:cxnChg chg="add del mod">
          <ac:chgData name="Kanduru, Raghava" userId="cf8c09de-c40c-47a2-971b-c612c06e0906" providerId="ADAL" clId="{5E3DAF92-3AF4-4FBB-A40F-A08CEB694985}" dt="2024-06-20T09:03:13.874" v="1589"/>
          <ac:cxnSpMkLst>
            <pc:docMk/>
            <pc:sldMk cId="834678745" sldId="2147475816"/>
            <ac:cxnSpMk id="174" creationId="{FAA9E4FD-0C61-DE3C-0531-943D8EC580DC}"/>
          </ac:cxnSpMkLst>
        </pc:cxnChg>
        <pc:cxnChg chg="add del mod">
          <ac:chgData name="Kanduru, Raghava" userId="cf8c09de-c40c-47a2-971b-c612c06e0906" providerId="ADAL" clId="{5E3DAF92-3AF4-4FBB-A40F-A08CEB694985}" dt="2024-06-20T09:03:13.874" v="1589"/>
          <ac:cxnSpMkLst>
            <pc:docMk/>
            <pc:sldMk cId="834678745" sldId="2147475816"/>
            <ac:cxnSpMk id="175" creationId="{0EEC5DE1-13F1-4881-EAEE-F6BF2E336DE9}"/>
          </ac:cxnSpMkLst>
        </pc:cxnChg>
        <pc:cxnChg chg="add del mod">
          <ac:chgData name="Kanduru, Raghava" userId="cf8c09de-c40c-47a2-971b-c612c06e0906" providerId="ADAL" clId="{5E3DAF92-3AF4-4FBB-A40F-A08CEB694985}" dt="2024-06-20T09:03:13.874" v="1589"/>
          <ac:cxnSpMkLst>
            <pc:docMk/>
            <pc:sldMk cId="834678745" sldId="2147475816"/>
            <ac:cxnSpMk id="176" creationId="{19DC58FC-7079-8E2E-91B0-DF86917CC283}"/>
          </ac:cxnSpMkLst>
        </pc:cxnChg>
        <pc:cxnChg chg="add del mod">
          <ac:chgData name="Kanduru, Raghava" userId="cf8c09de-c40c-47a2-971b-c612c06e0906" providerId="ADAL" clId="{5E3DAF92-3AF4-4FBB-A40F-A08CEB694985}" dt="2024-06-20T09:03:13.874" v="1589"/>
          <ac:cxnSpMkLst>
            <pc:docMk/>
            <pc:sldMk cId="834678745" sldId="2147475816"/>
            <ac:cxnSpMk id="177" creationId="{A7DE4519-2E2B-A9B8-F939-43A2B02D7367}"/>
          </ac:cxnSpMkLst>
        </pc:cxnChg>
        <pc:cxnChg chg="add del mod">
          <ac:chgData name="Kanduru, Raghava" userId="cf8c09de-c40c-47a2-971b-c612c06e0906" providerId="ADAL" clId="{5E3DAF92-3AF4-4FBB-A40F-A08CEB694985}" dt="2024-06-20T09:03:13.874" v="1589"/>
          <ac:cxnSpMkLst>
            <pc:docMk/>
            <pc:sldMk cId="834678745" sldId="2147475816"/>
            <ac:cxnSpMk id="178" creationId="{3181611F-D503-9EAA-F633-C0A55D3B34E1}"/>
          </ac:cxnSpMkLst>
        </pc:cxnChg>
        <pc:cxnChg chg="add del mod">
          <ac:chgData name="Kanduru, Raghava" userId="cf8c09de-c40c-47a2-971b-c612c06e0906" providerId="ADAL" clId="{5E3DAF92-3AF4-4FBB-A40F-A08CEB694985}" dt="2024-06-20T09:03:13.874" v="1589"/>
          <ac:cxnSpMkLst>
            <pc:docMk/>
            <pc:sldMk cId="834678745" sldId="2147475816"/>
            <ac:cxnSpMk id="179" creationId="{D32FF1FC-F221-7F30-CFE5-85C0721EB9D0}"/>
          </ac:cxnSpMkLst>
        </pc:cxnChg>
        <pc:cxnChg chg="add del mod">
          <ac:chgData name="Kanduru, Raghava" userId="cf8c09de-c40c-47a2-971b-c612c06e0906" providerId="ADAL" clId="{5E3DAF92-3AF4-4FBB-A40F-A08CEB694985}" dt="2024-06-20T09:03:13.874" v="1589"/>
          <ac:cxnSpMkLst>
            <pc:docMk/>
            <pc:sldMk cId="834678745" sldId="2147475816"/>
            <ac:cxnSpMk id="180" creationId="{79CF189F-EED4-C98B-0DFA-A488A1F6AFA4}"/>
          </ac:cxnSpMkLst>
        </pc:cxnChg>
        <pc:cxnChg chg="mod">
          <ac:chgData name="Kanduru, Raghava" userId="cf8c09de-c40c-47a2-971b-c612c06e0906" providerId="ADAL" clId="{5E3DAF92-3AF4-4FBB-A40F-A08CEB694985}" dt="2024-06-20T09:02:08.903" v="1585" actId="478"/>
          <ac:cxnSpMkLst>
            <pc:docMk/>
            <pc:sldMk cId="834678745" sldId="2147475816"/>
            <ac:cxnSpMk id="196" creationId="{ADA61AF0-3804-15B3-FDF9-1FEC53F80162}"/>
          </ac:cxnSpMkLst>
        </pc:cxnChg>
        <pc:cxnChg chg="mod">
          <ac:chgData name="Kanduru, Raghava" userId="cf8c09de-c40c-47a2-971b-c612c06e0906" providerId="ADAL" clId="{5E3DAF92-3AF4-4FBB-A40F-A08CEB694985}" dt="2024-06-20T09:02:08.903" v="1585" actId="478"/>
          <ac:cxnSpMkLst>
            <pc:docMk/>
            <pc:sldMk cId="834678745" sldId="2147475816"/>
            <ac:cxnSpMk id="201" creationId="{8E4B8292-AC0A-E2CF-593E-5A78E79CD20D}"/>
          </ac:cxnSpMkLst>
        </pc:cxnChg>
        <pc:cxnChg chg="mod">
          <ac:chgData name="Kanduru, Raghava" userId="cf8c09de-c40c-47a2-971b-c612c06e0906" providerId="ADAL" clId="{5E3DAF92-3AF4-4FBB-A40F-A08CEB694985}" dt="2024-06-20T09:02:08.903" v="1585" actId="478"/>
          <ac:cxnSpMkLst>
            <pc:docMk/>
            <pc:sldMk cId="834678745" sldId="2147475816"/>
            <ac:cxnSpMk id="202" creationId="{BC403141-118C-0B84-1AA7-0E4D88E5D124}"/>
          </ac:cxnSpMkLst>
        </pc:cxnChg>
        <pc:cxnChg chg="del mod">
          <ac:chgData name="Kanduru, Raghava" userId="cf8c09de-c40c-47a2-971b-c612c06e0906" providerId="ADAL" clId="{5E3DAF92-3AF4-4FBB-A40F-A08CEB694985}" dt="2024-06-20T09:02:08.903" v="1585" actId="478"/>
          <ac:cxnSpMkLst>
            <pc:docMk/>
            <pc:sldMk cId="834678745" sldId="2147475816"/>
            <ac:cxnSpMk id="214" creationId="{0DD4F487-2EF1-379E-C39B-04090E481059}"/>
          </ac:cxnSpMkLst>
        </pc:cxnChg>
        <pc:cxnChg chg="del mod">
          <ac:chgData name="Kanduru, Raghava" userId="cf8c09de-c40c-47a2-971b-c612c06e0906" providerId="ADAL" clId="{5E3DAF92-3AF4-4FBB-A40F-A08CEB694985}" dt="2024-06-20T09:02:08.903" v="1585" actId="478"/>
          <ac:cxnSpMkLst>
            <pc:docMk/>
            <pc:sldMk cId="834678745" sldId="2147475816"/>
            <ac:cxnSpMk id="215" creationId="{B714E640-0F34-F764-7BD4-BADCC0B6A83E}"/>
          </ac:cxnSpMkLst>
        </pc:cxnChg>
        <pc:cxnChg chg="del mod">
          <ac:chgData name="Kanduru, Raghava" userId="cf8c09de-c40c-47a2-971b-c612c06e0906" providerId="ADAL" clId="{5E3DAF92-3AF4-4FBB-A40F-A08CEB694985}" dt="2024-06-20T09:02:08.903" v="1585" actId="478"/>
          <ac:cxnSpMkLst>
            <pc:docMk/>
            <pc:sldMk cId="834678745" sldId="2147475816"/>
            <ac:cxnSpMk id="217" creationId="{B3D16CCA-47D5-4EC1-AD6A-1601D2E7C245}"/>
          </ac:cxnSpMkLst>
        </pc:cxnChg>
        <pc:cxnChg chg="del mod">
          <ac:chgData name="Kanduru, Raghava" userId="cf8c09de-c40c-47a2-971b-c612c06e0906" providerId="ADAL" clId="{5E3DAF92-3AF4-4FBB-A40F-A08CEB694985}" dt="2024-06-20T09:02:08.903" v="1585" actId="478"/>
          <ac:cxnSpMkLst>
            <pc:docMk/>
            <pc:sldMk cId="834678745" sldId="2147475816"/>
            <ac:cxnSpMk id="225" creationId="{868719C9-E07D-E3D6-7AB6-CB7490E36210}"/>
          </ac:cxnSpMkLst>
        </pc:cxnChg>
        <pc:cxnChg chg="del mod">
          <ac:chgData name="Kanduru, Raghava" userId="cf8c09de-c40c-47a2-971b-c612c06e0906" providerId="ADAL" clId="{5E3DAF92-3AF4-4FBB-A40F-A08CEB694985}" dt="2024-06-20T09:02:08.903" v="1585" actId="478"/>
          <ac:cxnSpMkLst>
            <pc:docMk/>
            <pc:sldMk cId="834678745" sldId="2147475816"/>
            <ac:cxnSpMk id="228" creationId="{4ACBD422-98B5-1789-A8D7-15FB9146B452}"/>
          </ac:cxnSpMkLst>
        </pc:cxnChg>
        <pc:cxnChg chg="del mod">
          <ac:chgData name="Kanduru, Raghava" userId="cf8c09de-c40c-47a2-971b-c612c06e0906" providerId="ADAL" clId="{5E3DAF92-3AF4-4FBB-A40F-A08CEB694985}" dt="2024-06-20T09:02:08.903" v="1585" actId="478"/>
          <ac:cxnSpMkLst>
            <pc:docMk/>
            <pc:sldMk cId="834678745" sldId="2147475816"/>
            <ac:cxnSpMk id="229" creationId="{DB80A816-A98A-85AF-D16D-0DA6F1FEDAA3}"/>
          </ac:cxnSpMkLst>
        </pc:cxnChg>
        <pc:cxnChg chg="del mod">
          <ac:chgData name="Kanduru, Raghava" userId="cf8c09de-c40c-47a2-971b-c612c06e0906" providerId="ADAL" clId="{5E3DAF92-3AF4-4FBB-A40F-A08CEB694985}" dt="2024-06-20T09:02:08.903" v="1585" actId="478"/>
          <ac:cxnSpMkLst>
            <pc:docMk/>
            <pc:sldMk cId="834678745" sldId="2147475816"/>
            <ac:cxnSpMk id="230" creationId="{6084D901-2AAF-537D-1F7D-51D542420927}"/>
          </ac:cxnSpMkLst>
        </pc:cxnChg>
        <pc:cxnChg chg="del mod">
          <ac:chgData name="Kanduru, Raghava" userId="cf8c09de-c40c-47a2-971b-c612c06e0906" providerId="ADAL" clId="{5E3DAF92-3AF4-4FBB-A40F-A08CEB694985}" dt="2024-06-20T09:02:08.903" v="1585" actId="478"/>
          <ac:cxnSpMkLst>
            <pc:docMk/>
            <pc:sldMk cId="834678745" sldId="2147475816"/>
            <ac:cxnSpMk id="231" creationId="{EF141129-037C-17FF-67A4-722D2611C7CA}"/>
          </ac:cxnSpMkLst>
        </pc:cxnChg>
        <pc:cxnChg chg="del mod">
          <ac:chgData name="Kanduru, Raghava" userId="cf8c09de-c40c-47a2-971b-c612c06e0906" providerId="ADAL" clId="{5E3DAF92-3AF4-4FBB-A40F-A08CEB694985}" dt="2024-06-20T09:02:08.903" v="1585" actId="478"/>
          <ac:cxnSpMkLst>
            <pc:docMk/>
            <pc:sldMk cId="834678745" sldId="2147475816"/>
            <ac:cxnSpMk id="232" creationId="{8C9CCC5E-F47A-3B98-6D57-6E5104A243DE}"/>
          </ac:cxnSpMkLst>
        </pc:cxnChg>
        <pc:cxnChg chg="del mod">
          <ac:chgData name="Kanduru, Raghava" userId="cf8c09de-c40c-47a2-971b-c612c06e0906" providerId="ADAL" clId="{5E3DAF92-3AF4-4FBB-A40F-A08CEB694985}" dt="2024-06-20T09:02:08.903" v="1585" actId="478"/>
          <ac:cxnSpMkLst>
            <pc:docMk/>
            <pc:sldMk cId="834678745" sldId="2147475816"/>
            <ac:cxnSpMk id="233" creationId="{438E7357-1976-2359-DF8D-FAD0FE68533C}"/>
          </ac:cxnSpMkLst>
        </pc:cxnChg>
        <pc:cxnChg chg="del mod">
          <ac:chgData name="Kanduru, Raghava" userId="cf8c09de-c40c-47a2-971b-c612c06e0906" providerId="ADAL" clId="{5E3DAF92-3AF4-4FBB-A40F-A08CEB694985}" dt="2024-06-20T09:02:08.903" v="1585" actId="478"/>
          <ac:cxnSpMkLst>
            <pc:docMk/>
            <pc:sldMk cId="834678745" sldId="2147475816"/>
            <ac:cxnSpMk id="234" creationId="{B186A637-0A8D-85A4-9448-4CD0D82D34F1}"/>
          </ac:cxnSpMkLst>
        </pc:cxnChg>
        <pc:cxnChg chg="del mod">
          <ac:chgData name="Kanduru, Raghava" userId="cf8c09de-c40c-47a2-971b-c612c06e0906" providerId="ADAL" clId="{5E3DAF92-3AF4-4FBB-A40F-A08CEB694985}" dt="2024-06-20T09:02:08.903" v="1585" actId="478"/>
          <ac:cxnSpMkLst>
            <pc:docMk/>
            <pc:sldMk cId="834678745" sldId="2147475816"/>
            <ac:cxnSpMk id="235" creationId="{C2F6CD3F-C762-BD44-1C6F-B6ABB2F2F88D}"/>
          </ac:cxnSpMkLst>
        </pc:cxnChg>
        <pc:cxnChg chg="del mod">
          <ac:chgData name="Kanduru, Raghava" userId="cf8c09de-c40c-47a2-971b-c612c06e0906" providerId="ADAL" clId="{5E3DAF92-3AF4-4FBB-A40F-A08CEB694985}" dt="2024-06-20T09:02:08.903" v="1585" actId="478"/>
          <ac:cxnSpMkLst>
            <pc:docMk/>
            <pc:sldMk cId="834678745" sldId="2147475816"/>
            <ac:cxnSpMk id="236" creationId="{1A32BA3C-CFD7-08AE-8842-B1D9135CDD9F}"/>
          </ac:cxnSpMkLst>
        </pc:cxnChg>
        <pc:cxnChg chg="del mod">
          <ac:chgData name="Kanduru, Raghava" userId="cf8c09de-c40c-47a2-971b-c612c06e0906" providerId="ADAL" clId="{5E3DAF92-3AF4-4FBB-A40F-A08CEB694985}" dt="2024-06-20T09:02:08.903" v="1585" actId="478"/>
          <ac:cxnSpMkLst>
            <pc:docMk/>
            <pc:sldMk cId="834678745" sldId="2147475816"/>
            <ac:cxnSpMk id="238" creationId="{408ADA7F-A3A3-B09F-E910-B057E510D210}"/>
          </ac:cxnSpMkLst>
        </pc:cxnChg>
        <pc:cxnChg chg="del mod">
          <ac:chgData name="Kanduru, Raghava" userId="cf8c09de-c40c-47a2-971b-c612c06e0906" providerId="ADAL" clId="{5E3DAF92-3AF4-4FBB-A40F-A08CEB694985}" dt="2024-06-20T09:02:08.903" v="1585" actId="478"/>
          <ac:cxnSpMkLst>
            <pc:docMk/>
            <pc:sldMk cId="834678745" sldId="2147475816"/>
            <ac:cxnSpMk id="240" creationId="{887943AE-8E08-EA94-1CE1-092DFB7C9823}"/>
          </ac:cxnSpMkLst>
        </pc:cxnChg>
        <pc:cxnChg chg="del mod">
          <ac:chgData name="Kanduru, Raghava" userId="cf8c09de-c40c-47a2-971b-c612c06e0906" providerId="ADAL" clId="{5E3DAF92-3AF4-4FBB-A40F-A08CEB694985}" dt="2024-06-20T09:02:08.903" v="1585" actId="478"/>
          <ac:cxnSpMkLst>
            <pc:docMk/>
            <pc:sldMk cId="834678745" sldId="2147475816"/>
            <ac:cxnSpMk id="242" creationId="{09F75986-2B56-9CB5-226C-62DC896B7654}"/>
          </ac:cxnSpMkLst>
        </pc:cxnChg>
        <pc:cxnChg chg="add del mod">
          <ac:chgData name="Kanduru, Raghava" userId="cf8c09de-c40c-47a2-971b-c612c06e0906" providerId="ADAL" clId="{5E3DAF92-3AF4-4FBB-A40F-A08CEB694985}" dt="2024-06-20T09:03:13.874" v="1589"/>
          <ac:cxnSpMkLst>
            <pc:docMk/>
            <pc:sldMk cId="834678745" sldId="2147475816"/>
            <ac:cxnSpMk id="246" creationId="{AF8D86D3-D08C-0FF3-D96D-8BCFD734BE97}"/>
          </ac:cxnSpMkLst>
        </pc:cxnChg>
        <pc:cxnChg chg="add del mod">
          <ac:chgData name="Kanduru, Raghava" userId="cf8c09de-c40c-47a2-971b-c612c06e0906" providerId="ADAL" clId="{5E3DAF92-3AF4-4FBB-A40F-A08CEB694985}" dt="2024-06-20T09:03:13.874" v="1589"/>
          <ac:cxnSpMkLst>
            <pc:docMk/>
            <pc:sldMk cId="834678745" sldId="2147475816"/>
            <ac:cxnSpMk id="247" creationId="{BBF5D35A-E63B-8D1E-3251-D10F40BB41BD}"/>
          </ac:cxnSpMkLst>
        </pc:cxnChg>
        <pc:cxnChg chg="add del mod">
          <ac:chgData name="Kanduru, Raghava" userId="cf8c09de-c40c-47a2-971b-c612c06e0906" providerId="ADAL" clId="{5E3DAF92-3AF4-4FBB-A40F-A08CEB694985}" dt="2024-06-20T09:03:13.874" v="1589"/>
          <ac:cxnSpMkLst>
            <pc:docMk/>
            <pc:sldMk cId="834678745" sldId="2147475816"/>
            <ac:cxnSpMk id="248" creationId="{8CDEA7A4-A9FB-0A0E-2B0D-424CD6733138}"/>
          </ac:cxnSpMkLst>
        </pc:cxnChg>
        <pc:cxnChg chg="add del mod">
          <ac:chgData name="Kanduru, Raghava" userId="cf8c09de-c40c-47a2-971b-c612c06e0906" providerId="ADAL" clId="{5E3DAF92-3AF4-4FBB-A40F-A08CEB694985}" dt="2024-06-20T09:03:13.874" v="1589"/>
          <ac:cxnSpMkLst>
            <pc:docMk/>
            <pc:sldMk cId="834678745" sldId="2147475816"/>
            <ac:cxnSpMk id="249" creationId="{CA0C4460-7DFC-86D5-60E5-978CFA18712D}"/>
          </ac:cxnSpMkLst>
        </pc:cxnChg>
        <pc:cxnChg chg="add del mod">
          <ac:chgData name="Kanduru, Raghava" userId="cf8c09de-c40c-47a2-971b-c612c06e0906" providerId="ADAL" clId="{5E3DAF92-3AF4-4FBB-A40F-A08CEB694985}" dt="2024-06-20T09:03:13.874" v="1589"/>
          <ac:cxnSpMkLst>
            <pc:docMk/>
            <pc:sldMk cId="834678745" sldId="2147475816"/>
            <ac:cxnSpMk id="250" creationId="{DE45BAAE-916D-5E3B-AF6B-34EF4172E747}"/>
          </ac:cxnSpMkLst>
        </pc:cxnChg>
        <pc:cxnChg chg="add del mod">
          <ac:chgData name="Kanduru, Raghava" userId="cf8c09de-c40c-47a2-971b-c612c06e0906" providerId="ADAL" clId="{5E3DAF92-3AF4-4FBB-A40F-A08CEB694985}" dt="2024-06-20T09:03:13.874" v="1589"/>
          <ac:cxnSpMkLst>
            <pc:docMk/>
            <pc:sldMk cId="834678745" sldId="2147475816"/>
            <ac:cxnSpMk id="251" creationId="{3674AB05-DEBD-41CE-FD60-7D50B0C665A5}"/>
          </ac:cxnSpMkLst>
        </pc:cxnChg>
        <pc:cxnChg chg="add del mod">
          <ac:chgData name="Kanduru, Raghava" userId="cf8c09de-c40c-47a2-971b-c612c06e0906" providerId="ADAL" clId="{5E3DAF92-3AF4-4FBB-A40F-A08CEB694985}" dt="2024-06-20T09:03:13.874" v="1589"/>
          <ac:cxnSpMkLst>
            <pc:docMk/>
            <pc:sldMk cId="834678745" sldId="2147475816"/>
            <ac:cxnSpMk id="252" creationId="{378E9A8A-0D49-13E9-26A1-7607166C2F8A}"/>
          </ac:cxnSpMkLst>
        </pc:cxnChg>
        <pc:cxnChg chg="add del mod">
          <ac:chgData name="Kanduru, Raghava" userId="cf8c09de-c40c-47a2-971b-c612c06e0906" providerId="ADAL" clId="{5E3DAF92-3AF4-4FBB-A40F-A08CEB694985}" dt="2024-06-20T09:03:13.874" v="1589"/>
          <ac:cxnSpMkLst>
            <pc:docMk/>
            <pc:sldMk cId="834678745" sldId="2147475816"/>
            <ac:cxnSpMk id="253" creationId="{EE362175-7A9C-BACC-E6C6-5BC65C5F6DE4}"/>
          </ac:cxnSpMkLst>
        </pc:cxnChg>
        <pc:cxnChg chg="add del mod">
          <ac:chgData name="Kanduru, Raghava" userId="cf8c09de-c40c-47a2-971b-c612c06e0906" providerId="ADAL" clId="{5E3DAF92-3AF4-4FBB-A40F-A08CEB694985}" dt="2024-06-20T09:03:13.874" v="1589"/>
          <ac:cxnSpMkLst>
            <pc:docMk/>
            <pc:sldMk cId="834678745" sldId="2147475816"/>
            <ac:cxnSpMk id="254" creationId="{4C982379-CC1D-F4C0-D584-98B737F12AEF}"/>
          </ac:cxnSpMkLst>
        </pc:cxnChg>
        <pc:cxnChg chg="add del mod">
          <ac:chgData name="Kanduru, Raghava" userId="cf8c09de-c40c-47a2-971b-c612c06e0906" providerId="ADAL" clId="{5E3DAF92-3AF4-4FBB-A40F-A08CEB694985}" dt="2024-06-20T09:03:13.874" v="1589"/>
          <ac:cxnSpMkLst>
            <pc:docMk/>
            <pc:sldMk cId="834678745" sldId="2147475816"/>
            <ac:cxnSpMk id="255" creationId="{0F30DF04-B809-3102-B5AE-15D4269F8751}"/>
          </ac:cxnSpMkLst>
        </pc:cxnChg>
        <pc:cxnChg chg="add del mod">
          <ac:chgData name="Kanduru, Raghava" userId="cf8c09de-c40c-47a2-971b-c612c06e0906" providerId="ADAL" clId="{5E3DAF92-3AF4-4FBB-A40F-A08CEB694985}" dt="2024-06-20T09:03:30.139" v="1597"/>
          <ac:cxnSpMkLst>
            <pc:docMk/>
            <pc:sldMk cId="834678745" sldId="2147475816"/>
            <ac:cxnSpMk id="290" creationId="{9176D4B3-3C0A-D5BB-9F16-1C8FB12F4B85}"/>
          </ac:cxnSpMkLst>
        </pc:cxnChg>
        <pc:cxnChg chg="add del mod">
          <ac:chgData name="Kanduru, Raghava" userId="cf8c09de-c40c-47a2-971b-c612c06e0906" providerId="ADAL" clId="{5E3DAF92-3AF4-4FBB-A40F-A08CEB694985}" dt="2024-06-20T09:03:30.139" v="1597"/>
          <ac:cxnSpMkLst>
            <pc:docMk/>
            <pc:sldMk cId="834678745" sldId="2147475816"/>
            <ac:cxnSpMk id="291" creationId="{551E3DF3-22C8-3912-CFC4-715311963F47}"/>
          </ac:cxnSpMkLst>
        </pc:cxnChg>
        <pc:cxnChg chg="add del mod">
          <ac:chgData name="Kanduru, Raghava" userId="cf8c09de-c40c-47a2-971b-c612c06e0906" providerId="ADAL" clId="{5E3DAF92-3AF4-4FBB-A40F-A08CEB694985}" dt="2024-06-20T09:03:30.139" v="1597"/>
          <ac:cxnSpMkLst>
            <pc:docMk/>
            <pc:sldMk cId="834678745" sldId="2147475816"/>
            <ac:cxnSpMk id="292" creationId="{A51E8079-D9F2-1BF4-89F6-6A71A159B5BD}"/>
          </ac:cxnSpMkLst>
        </pc:cxnChg>
        <pc:cxnChg chg="add del mod">
          <ac:chgData name="Kanduru, Raghava" userId="cf8c09de-c40c-47a2-971b-c612c06e0906" providerId="ADAL" clId="{5E3DAF92-3AF4-4FBB-A40F-A08CEB694985}" dt="2024-06-20T09:03:30.139" v="1597"/>
          <ac:cxnSpMkLst>
            <pc:docMk/>
            <pc:sldMk cId="834678745" sldId="2147475816"/>
            <ac:cxnSpMk id="293" creationId="{29581282-71EA-301D-7998-96E99EE55CFE}"/>
          </ac:cxnSpMkLst>
        </pc:cxnChg>
        <pc:cxnChg chg="add del mod">
          <ac:chgData name="Kanduru, Raghava" userId="cf8c09de-c40c-47a2-971b-c612c06e0906" providerId="ADAL" clId="{5E3DAF92-3AF4-4FBB-A40F-A08CEB694985}" dt="2024-06-20T09:03:30.139" v="1597"/>
          <ac:cxnSpMkLst>
            <pc:docMk/>
            <pc:sldMk cId="834678745" sldId="2147475816"/>
            <ac:cxnSpMk id="294" creationId="{24ED0CC6-8A45-8747-BAA5-27402B6FD35F}"/>
          </ac:cxnSpMkLst>
        </pc:cxnChg>
        <pc:cxnChg chg="add del mod">
          <ac:chgData name="Kanduru, Raghava" userId="cf8c09de-c40c-47a2-971b-c612c06e0906" providerId="ADAL" clId="{5E3DAF92-3AF4-4FBB-A40F-A08CEB694985}" dt="2024-06-20T09:03:30.139" v="1597"/>
          <ac:cxnSpMkLst>
            <pc:docMk/>
            <pc:sldMk cId="834678745" sldId="2147475816"/>
            <ac:cxnSpMk id="295" creationId="{2AE55A1E-F0F0-9705-D6B0-62BF08177148}"/>
          </ac:cxnSpMkLst>
        </pc:cxnChg>
        <pc:cxnChg chg="add del mod">
          <ac:chgData name="Kanduru, Raghava" userId="cf8c09de-c40c-47a2-971b-c612c06e0906" providerId="ADAL" clId="{5E3DAF92-3AF4-4FBB-A40F-A08CEB694985}" dt="2024-06-20T09:03:30.139" v="1597"/>
          <ac:cxnSpMkLst>
            <pc:docMk/>
            <pc:sldMk cId="834678745" sldId="2147475816"/>
            <ac:cxnSpMk id="296" creationId="{446E81D3-FD58-DEDD-EBE2-4468CB5132B8}"/>
          </ac:cxnSpMkLst>
        </pc:cxnChg>
        <pc:cxnChg chg="add del mod">
          <ac:chgData name="Kanduru, Raghava" userId="cf8c09de-c40c-47a2-971b-c612c06e0906" providerId="ADAL" clId="{5E3DAF92-3AF4-4FBB-A40F-A08CEB694985}" dt="2024-06-20T09:03:30.139" v="1597"/>
          <ac:cxnSpMkLst>
            <pc:docMk/>
            <pc:sldMk cId="834678745" sldId="2147475816"/>
            <ac:cxnSpMk id="297" creationId="{E886B366-0FEB-00E2-D092-EEF102EDD9BF}"/>
          </ac:cxnSpMkLst>
        </pc:cxnChg>
        <pc:cxnChg chg="add del mod">
          <ac:chgData name="Kanduru, Raghava" userId="cf8c09de-c40c-47a2-971b-c612c06e0906" providerId="ADAL" clId="{5E3DAF92-3AF4-4FBB-A40F-A08CEB694985}" dt="2024-06-20T09:03:30.139" v="1597"/>
          <ac:cxnSpMkLst>
            <pc:docMk/>
            <pc:sldMk cId="834678745" sldId="2147475816"/>
            <ac:cxnSpMk id="298" creationId="{76F4207E-6CB7-4328-D332-A45B628235DD}"/>
          </ac:cxnSpMkLst>
        </pc:cxnChg>
        <pc:cxnChg chg="add del mod">
          <ac:chgData name="Kanduru, Raghava" userId="cf8c09de-c40c-47a2-971b-c612c06e0906" providerId="ADAL" clId="{5E3DAF92-3AF4-4FBB-A40F-A08CEB694985}" dt="2024-06-20T09:03:30.139" v="1597"/>
          <ac:cxnSpMkLst>
            <pc:docMk/>
            <pc:sldMk cId="834678745" sldId="2147475816"/>
            <ac:cxnSpMk id="299" creationId="{E7824554-BED4-C9D0-7D75-3041BB62B7B4}"/>
          </ac:cxnSpMkLst>
        </pc:cxnChg>
        <pc:cxnChg chg="add del mod">
          <ac:chgData name="Kanduru, Raghava" userId="cf8c09de-c40c-47a2-971b-c612c06e0906" providerId="ADAL" clId="{5E3DAF92-3AF4-4FBB-A40F-A08CEB694985}" dt="2024-06-20T09:03:30.139" v="1597"/>
          <ac:cxnSpMkLst>
            <pc:docMk/>
            <pc:sldMk cId="834678745" sldId="2147475816"/>
            <ac:cxnSpMk id="300" creationId="{B4EDDD81-756D-858B-0E18-BF76E9BFC64D}"/>
          </ac:cxnSpMkLst>
        </pc:cxnChg>
        <pc:cxnChg chg="add del mod">
          <ac:chgData name="Kanduru, Raghava" userId="cf8c09de-c40c-47a2-971b-c612c06e0906" providerId="ADAL" clId="{5E3DAF92-3AF4-4FBB-A40F-A08CEB694985}" dt="2024-06-20T09:03:30.139" v="1597"/>
          <ac:cxnSpMkLst>
            <pc:docMk/>
            <pc:sldMk cId="834678745" sldId="2147475816"/>
            <ac:cxnSpMk id="301" creationId="{DA851315-287E-DAE0-D144-14A7B284F4AC}"/>
          </ac:cxnSpMkLst>
        </pc:cxnChg>
        <pc:cxnChg chg="add del mod">
          <ac:chgData name="Kanduru, Raghava" userId="cf8c09de-c40c-47a2-971b-c612c06e0906" providerId="ADAL" clId="{5E3DAF92-3AF4-4FBB-A40F-A08CEB694985}" dt="2024-06-20T09:03:30.139" v="1597"/>
          <ac:cxnSpMkLst>
            <pc:docMk/>
            <pc:sldMk cId="834678745" sldId="2147475816"/>
            <ac:cxnSpMk id="302" creationId="{1257E4DF-EA30-B879-92BB-F9978FB87769}"/>
          </ac:cxnSpMkLst>
        </pc:cxnChg>
        <pc:cxnChg chg="add del mod">
          <ac:chgData name="Kanduru, Raghava" userId="cf8c09de-c40c-47a2-971b-c612c06e0906" providerId="ADAL" clId="{5E3DAF92-3AF4-4FBB-A40F-A08CEB694985}" dt="2024-06-20T09:03:30.139" v="1597"/>
          <ac:cxnSpMkLst>
            <pc:docMk/>
            <pc:sldMk cId="834678745" sldId="2147475816"/>
            <ac:cxnSpMk id="303" creationId="{F47FF022-B0CC-DFD3-6DFC-0DB9A0862715}"/>
          </ac:cxnSpMkLst>
        </pc:cxnChg>
        <pc:cxnChg chg="add del mod">
          <ac:chgData name="Kanduru, Raghava" userId="cf8c09de-c40c-47a2-971b-c612c06e0906" providerId="ADAL" clId="{5E3DAF92-3AF4-4FBB-A40F-A08CEB694985}" dt="2024-06-20T09:03:30.139" v="1597"/>
          <ac:cxnSpMkLst>
            <pc:docMk/>
            <pc:sldMk cId="834678745" sldId="2147475816"/>
            <ac:cxnSpMk id="304" creationId="{BD0771C4-B7F7-5588-C16C-EECD4CFE4D0D}"/>
          </ac:cxnSpMkLst>
        </pc:cxnChg>
        <pc:cxnChg chg="add del mod">
          <ac:chgData name="Kanduru, Raghava" userId="cf8c09de-c40c-47a2-971b-c612c06e0906" providerId="ADAL" clId="{5E3DAF92-3AF4-4FBB-A40F-A08CEB694985}" dt="2024-06-20T09:03:30.139" v="1597"/>
          <ac:cxnSpMkLst>
            <pc:docMk/>
            <pc:sldMk cId="834678745" sldId="2147475816"/>
            <ac:cxnSpMk id="305" creationId="{82AE5F2B-31CC-1CAF-0745-4503FC91D51B}"/>
          </ac:cxnSpMkLst>
        </pc:cxnChg>
        <pc:cxnChg chg="add del mod">
          <ac:chgData name="Kanduru, Raghava" userId="cf8c09de-c40c-47a2-971b-c612c06e0906" providerId="ADAL" clId="{5E3DAF92-3AF4-4FBB-A40F-A08CEB694985}" dt="2024-06-20T09:03:30.139" v="1597"/>
          <ac:cxnSpMkLst>
            <pc:docMk/>
            <pc:sldMk cId="834678745" sldId="2147475816"/>
            <ac:cxnSpMk id="306" creationId="{A7880DFB-9098-D73E-C4FD-F428A7A7537C}"/>
          </ac:cxnSpMkLst>
        </pc:cxnChg>
        <pc:cxnChg chg="add del mod">
          <ac:chgData name="Kanduru, Raghava" userId="cf8c09de-c40c-47a2-971b-c612c06e0906" providerId="ADAL" clId="{5E3DAF92-3AF4-4FBB-A40F-A08CEB694985}" dt="2024-06-20T09:03:30.139" v="1597"/>
          <ac:cxnSpMkLst>
            <pc:docMk/>
            <pc:sldMk cId="834678745" sldId="2147475816"/>
            <ac:cxnSpMk id="307" creationId="{BF7ED7C4-29F4-0A2D-F6AF-D01C374F7644}"/>
          </ac:cxnSpMkLst>
        </pc:cxnChg>
        <pc:cxnChg chg="add del mod">
          <ac:chgData name="Kanduru, Raghava" userId="cf8c09de-c40c-47a2-971b-c612c06e0906" providerId="ADAL" clId="{5E3DAF92-3AF4-4FBB-A40F-A08CEB694985}" dt="2024-06-20T09:03:30.139" v="1597"/>
          <ac:cxnSpMkLst>
            <pc:docMk/>
            <pc:sldMk cId="834678745" sldId="2147475816"/>
            <ac:cxnSpMk id="308" creationId="{717834C0-412D-DDA8-8D17-AFD8B0206D46}"/>
          </ac:cxnSpMkLst>
        </pc:cxnChg>
        <pc:cxnChg chg="add del mod">
          <ac:chgData name="Kanduru, Raghava" userId="cf8c09de-c40c-47a2-971b-c612c06e0906" providerId="ADAL" clId="{5E3DAF92-3AF4-4FBB-A40F-A08CEB694985}" dt="2024-06-20T09:03:30.139" v="1597"/>
          <ac:cxnSpMkLst>
            <pc:docMk/>
            <pc:sldMk cId="834678745" sldId="2147475816"/>
            <ac:cxnSpMk id="309" creationId="{C2B9AB11-93F4-9066-4D84-A96A3CC5228F}"/>
          </ac:cxnSpMkLst>
        </pc:cxnChg>
        <pc:cxnChg chg="add del mod">
          <ac:chgData name="Kanduru, Raghava" userId="cf8c09de-c40c-47a2-971b-c612c06e0906" providerId="ADAL" clId="{5E3DAF92-3AF4-4FBB-A40F-A08CEB694985}" dt="2024-06-20T09:03:30.139" v="1597"/>
          <ac:cxnSpMkLst>
            <pc:docMk/>
            <pc:sldMk cId="834678745" sldId="2147475816"/>
            <ac:cxnSpMk id="310" creationId="{8250DA7D-B789-43ED-E11F-455F97E9EF91}"/>
          </ac:cxnSpMkLst>
        </pc:cxnChg>
        <pc:cxnChg chg="add del mod">
          <ac:chgData name="Kanduru, Raghava" userId="cf8c09de-c40c-47a2-971b-c612c06e0906" providerId="ADAL" clId="{5E3DAF92-3AF4-4FBB-A40F-A08CEB694985}" dt="2024-06-20T09:03:30.139" v="1597"/>
          <ac:cxnSpMkLst>
            <pc:docMk/>
            <pc:sldMk cId="834678745" sldId="2147475816"/>
            <ac:cxnSpMk id="311" creationId="{064250B3-CB8C-A751-518E-9C09CBC291AD}"/>
          </ac:cxnSpMkLst>
        </pc:cxnChg>
        <pc:cxnChg chg="add del mod">
          <ac:chgData name="Kanduru, Raghava" userId="cf8c09de-c40c-47a2-971b-c612c06e0906" providerId="ADAL" clId="{5E3DAF92-3AF4-4FBB-A40F-A08CEB694985}" dt="2024-06-20T09:03:30.139" v="1597"/>
          <ac:cxnSpMkLst>
            <pc:docMk/>
            <pc:sldMk cId="834678745" sldId="2147475816"/>
            <ac:cxnSpMk id="312" creationId="{E1CA9DE2-88E8-48E5-A939-D01C550676FB}"/>
          </ac:cxnSpMkLst>
        </pc:cxnChg>
        <pc:cxnChg chg="add del mod">
          <ac:chgData name="Kanduru, Raghava" userId="cf8c09de-c40c-47a2-971b-c612c06e0906" providerId="ADAL" clId="{5E3DAF92-3AF4-4FBB-A40F-A08CEB694985}" dt="2024-06-20T09:03:30.139" v="1597"/>
          <ac:cxnSpMkLst>
            <pc:docMk/>
            <pc:sldMk cId="834678745" sldId="2147475816"/>
            <ac:cxnSpMk id="313" creationId="{58F5EDFA-9E4E-0D51-B7C8-9BDBDFE408DA}"/>
          </ac:cxnSpMkLst>
        </pc:cxnChg>
        <pc:cxnChg chg="add del mod">
          <ac:chgData name="Kanduru, Raghava" userId="cf8c09de-c40c-47a2-971b-c612c06e0906" providerId="ADAL" clId="{5E3DAF92-3AF4-4FBB-A40F-A08CEB694985}" dt="2024-06-20T09:03:30.139" v="1597"/>
          <ac:cxnSpMkLst>
            <pc:docMk/>
            <pc:sldMk cId="834678745" sldId="2147475816"/>
            <ac:cxnSpMk id="314" creationId="{CAE5B31C-9B6E-B0CB-4E81-F58D9689DAC4}"/>
          </ac:cxnSpMkLst>
        </pc:cxnChg>
        <pc:cxnChg chg="add del mod">
          <ac:chgData name="Kanduru, Raghava" userId="cf8c09de-c40c-47a2-971b-c612c06e0906" providerId="ADAL" clId="{5E3DAF92-3AF4-4FBB-A40F-A08CEB694985}" dt="2024-06-20T09:03:30.139" v="1597"/>
          <ac:cxnSpMkLst>
            <pc:docMk/>
            <pc:sldMk cId="834678745" sldId="2147475816"/>
            <ac:cxnSpMk id="315" creationId="{11D56F70-630F-C7EB-5894-AD165B403251}"/>
          </ac:cxnSpMkLst>
        </pc:cxnChg>
        <pc:cxnChg chg="add del mod">
          <ac:chgData name="Kanduru, Raghava" userId="cf8c09de-c40c-47a2-971b-c612c06e0906" providerId="ADAL" clId="{5E3DAF92-3AF4-4FBB-A40F-A08CEB694985}" dt="2024-06-20T09:03:30.139" v="1597"/>
          <ac:cxnSpMkLst>
            <pc:docMk/>
            <pc:sldMk cId="834678745" sldId="2147475816"/>
            <ac:cxnSpMk id="316" creationId="{E411B95D-FD4C-4BDA-728F-1A590EC07D7E}"/>
          </ac:cxnSpMkLst>
        </pc:cxnChg>
        <pc:cxnChg chg="add del mod">
          <ac:chgData name="Kanduru, Raghava" userId="cf8c09de-c40c-47a2-971b-c612c06e0906" providerId="ADAL" clId="{5E3DAF92-3AF4-4FBB-A40F-A08CEB694985}" dt="2024-06-20T09:03:30.139" v="1597"/>
          <ac:cxnSpMkLst>
            <pc:docMk/>
            <pc:sldMk cId="834678745" sldId="2147475816"/>
            <ac:cxnSpMk id="317" creationId="{E209D52A-B4BE-37D4-FFF3-CB187EAFDE27}"/>
          </ac:cxnSpMkLst>
        </pc:cxnChg>
        <pc:cxnChg chg="add del mod">
          <ac:chgData name="Kanduru, Raghava" userId="cf8c09de-c40c-47a2-971b-c612c06e0906" providerId="ADAL" clId="{5E3DAF92-3AF4-4FBB-A40F-A08CEB694985}" dt="2024-06-20T09:03:30.139" v="1597"/>
          <ac:cxnSpMkLst>
            <pc:docMk/>
            <pc:sldMk cId="834678745" sldId="2147475816"/>
            <ac:cxnSpMk id="318" creationId="{D22F1510-1C3D-0D6C-15B6-95C530677C18}"/>
          </ac:cxnSpMkLst>
        </pc:cxnChg>
        <pc:cxnChg chg="add del mod">
          <ac:chgData name="Kanduru, Raghava" userId="cf8c09de-c40c-47a2-971b-c612c06e0906" providerId="ADAL" clId="{5E3DAF92-3AF4-4FBB-A40F-A08CEB694985}" dt="2024-06-20T09:03:30.139" v="1597"/>
          <ac:cxnSpMkLst>
            <pc:docMk/>
            <pc:sldMk cId="834678745" sldId="2147475816"/>
            <ac:cxnSpMk id="319" creationId="{5C5B8758-1E60-4101-A165-7213137B01BB}"/>
          </ac:cxnSpMkLst>
        </pc:cxnChg>
        <pc:cxnChg chg="add del mod">
          <ac:chgData name="Kanduru, Raghava" userId="cf8c09de-c40c-47a2-971b-c612c06e0906" providerId="ADAL" clId="{5E3DAF92-3AF4-4FBB-A40F-A08CEB694985}" dt="2024-06-20T09:03:30.139" v="1597"/>
          <ac:cxnSpMkLst>
            <pc:docMk/>
            <pc:sldMk cId="834678745" sldId="2147475816"/>
            <ac:cxnSpMk id="320" creationId="{000E54F3-AAA1-F6AA-E2F4-D2040AD4CC8F}"/>
          </ac:cxnSpMkLst>
        </pc:cxnChg>
      </pc:sldChg>
      <pc:sldChg chg="addSp delSp modSp add mod ord">
        <pc:chgData name="Kanduru, Raghava" userId="cf8c09de-c40c-47a2-971b-c612c06e0906" providerId="ADAL" clId="{5E3DAF92-3AF4-4FBB-A40F-A08CEB694985}" dt="2024-06-20T09:09:20.531" v="1659"/>
        <pc:sldMkLst>
          <pc:docMk/>
          <pc:sldMk cId="3050278837" sldId="2147475817"/>
        </pc:sldMkLst>
        <pc:spChg chg="del">
          <ac:chgData name="Kanduru, Raghava" userId="cf8c09de-c40c-47a2-971b-c612c06e0906" providerId="ADAL" clId="{5E3DAF92-3AF4-4FBB-A40F-A08CEB694985}" dt="2024-06-20T09:04:20.983" v="1602" actId="478"/>
          <ac:spMkLst>
            <pc:docMk/>
            <pc:sldMk cId="3050278837" sldId="2147475817"/>
            <ac:spMk id="2" creationId="{BEC31744-CE7A-05D4-89AF-C16B200F5199}"/>
          </ac:spMkLst>
        </pc:spChg>
        <pc:spChg chg="mod">
          <ac:chgData name="Kanduru, Raghava" userId="cf8c09de-c40c-47a2-971b-c612c06e0906" providerId="ADAL" clId="{5E3DAF92-3AF4-4FBB-A40F-A08CEB694985}" dt="2024-06-20T09:09:15.236" v="1657" actId="404"/>
          <ac:spMkLst>
            <pc:docMk/>
            <pc:sldMk cId="3050278837" sldId="2147475817"/>
            <ac:spMk id="3" creationId="{E7A0A04E-4539-76F3-C369-AD07AF8FA944}"/>
          </ac:spMkLst>
        </pc:spChg>
        <pc:spChg chg="del">
          <ac:chgData name="Kanduru, Raghava" userId="cf8c09de-c40c-47a2-971b-c612c06e0906" providerId="ADAL" clId="{5E3DAF92-3AF4-4FBB-A40F-A08CEB694985}" dt="2024-06-20T09:04:20.983" v="1602" actId="478"/>
          <ac:spMkLst>
            <pc:docMk/>
            <pc:sldMk cId="3050278837" sldId="2147475817"/>
            <ac:spMk id="4" creationId="{98D300A8-7745-BEBA-D7F2-7A7116E36062}"/>
          </ac:spMkLst>
        </pc:spChg>
        <pc:spChg chg="del">
          <ac:chgData name="Kanduru, Raghava" userId="cf8c09de-c40c-47a2-971b-c612c06e0906" providerId="ADAL" clId="{5E3DAF92-3AF4-4FBB-A40F-A08CEB694985}" dt="2024-06-20T09:04:20.983" v="1602" actId="478"/>
          <ac:spMkLst>
            <pc:docMk/>
            <pc:sldMk cId="3050278837" sldId="2147475817"/>
            <ac:spMk id="213" creationId="{A0C2A1E6-D645-C681-9650-AFAB79DAB0A6}"/>
          </ac:spMkLst>
        </pc:spChg>
        <pc:spChg chg="del">
          <ac:chgData name="Kanduru, Raghava" userId="cf8c09de-c40c-47a2-971b-c612c06e0906" providerId="ADAL" clId="{5E3DAF92-3AF4-4FBB-A40F-A08CEB694985}" dt="2024-06-20T09:04:20.983" v="1602" actId="478"/>
          <ac:spMkLst>
            <pc:docMk/>
            <pc:sldMk cId="3050278837" sldId="2147475817"/>
            <ac:spMk id="216" creationId="{8533B157-4669-60C0-EA65-A9501FC3C32B}"/>
          </ac:spMkLst>
        </pc:spChg>
        <pc:spChg chg="del">
          <ac:chgData name="Kanduru, Raghava" userId="cf8c09de-c40c-47a2-971b-c612c06e0906" providerId="ADAL" clId="{5E3DAF92-3AF4-4FBB-A40F-A08CEB694985}" dt="2024-06-20T09:04:20.983" v="1602" actId="478"/>
          <ac:spMkLst>
            <pc:docMk/>
            <pc:sldMk cId="3050278837" sldId="2147475817"/>
            <ac:spMk id="218" creationId="{2E4AB39C-EFE1-B9AB-6582-A7A0F0C3B671}"/>
          </ac:spMkLst>
        </pc:spChg>
        <pc:spChg chg="del">
          <ac:chgData name="Kanduru, Raghava" userId="cf8c09de-c40c-47a2-971b-c612c06e0906" providerId="ADAL" clId="{5E3DAF92-3AF4-4FBB-A40F-A08CEB694985}" dt="2024-06-20T09:04:20.983" v="1602" actId="478"/>
          <ac:spMkLst>
            <pc:docMk/>
            <pc:sldMk cId="3050278837" sldId="2147475817"/>
            <ac:spMk id="219" creationId="{181CBA81-3DE9-24E3-83B4-C9D3B2ED7D7A}"/>
          </ac:spMkLst>
        </pc:spChg>
        <pc:spChg chg="del">
          <ac:chgData name="Kanduru, Raghava" userId="cf8c09de-c40c-47a2-971b-c612c06e0906" providerId="ADAL" clId="{5E3DAF92-3AF4-4FBB-A40F-A08CEB694985}" dt="2024-06-20T09:04:20.983" v="1602" actId="478"/>
          <ac:spMkLst>
            <pc:docMk/>
            <pc:sldMk cId="3050278837" sldId="2147475817"/>
            <ac:spMk id="220" creationId="{118B2BE8-325A-B246-FDC0-945DA5741EA2}"/>
          </ac:spMkLst>
        </pc:spChg>
        <pc:spChg chg="del">
          <ac:chgData name="Kanduru, Raghava" userId="cf8c09de-c40c-47a2-971b-c612c06e0906" providerId="ADAL" clId="{5E3DAF92-3AF4-4FBB-A40F-A08CEB694985}" dt="2024-06-20T09:04:20.983" v="1602" actId="478"/>
          <ac:spMkLst>
            <pc:docMk/>
            <pc:sldMk cId="3050278837" sldId="2147475817"/>
            <ac:spMk id="221" creationId="{1FB6392F-5C23-44FB-A26B-6B90225218F5}"/>
          </ac:spMkLst>
        </pc:spChg>
        <pc:spChg chg="del">
          <ac:chgData name="Kanduru, Raghava" userId="cf8c09de-c40c-47a2-971b-c612c06e0906" providerId="ADAL" clId="{5E3DAF92-3AF4-4FBB-A40F-A08CEB694985}" dt="2024-06-20T09:04:20.983" v="1602" actId="478"/>
          <ac:spMkLst>
            <pc:docMk/>
            <pc:sldMk cId="3050278837" sldId="2147475817"/>
            <ac:spMk id="222" creationId="{37740886-E24D-A6E7-7963-F18CD2A08F68}"/>
          </ac:spMkLst>
        </pc:spChg>
        <pc:spChg chg="del">
          <ac:chgData name="Kanduru, Raghava" userId="cf8c09de-c40c-47a2-971b-c612c06e0906" providerId="ADAL" clId="{5E3DAF92-3AF4-4FBB-A40F-A08CEB694985}" dt="2024-06-20T09:04:20.983" v="1602" actId="478"/>
          <ac:spMkLst>
            <pc:docMk/>
            <pc:sldMk cId="3050278837" sldId="2147475817"/>
            <ac:spMk id="223" creationId="{9BB350E5-1C37-BFD0-492D-CE40864217D7}"/>
          </ac:spMkLst>
        </pc:spChg>
        <pc:spChg chg="del">
          <ac:chgData name="Kanduru, Raghava" userId="cf8c09de-c40c-47a2-971b-c612c06e0906" providerId="ADAL" clId="{5E3DAF92-3AF4-4FBB-A40F-A08CEB694985}" dt="2024-06-20T09:04:20.983" v="1602" actId="478"/>
          <ac:spMkLst>
            <pc:docMk/>
            <pc:sldMk cId="3050278837" sldId="2147475817"/>
            <ac:spMk id="224" creationId="{7D9038E8-ED98-D910-B87D-897813FE178B}"/>
          </ac:spMkLst>
        </pc:spChg>
        <pc:spChg chg="del">
          <ac:chgData name="Kanduru, Raghava" userId="cf8c09de-c40c-47a2-971b-c612c06e0906" providerId="ADAL" clId="{5E3DAF92-3AF4-4FBB-A40F-A08CEB694985}" dt="2024-06-20T09:04:20.983" v="1602" actId="478"/>
          <ac:spMkLst>
            <pc:docMk/>
            <pc:sldMk cId="3050278837" sldId="2147475817"/>
            <ac:spMk id="226" creationId="{372B9C91-D4DD-D208-128A-E3C28B69C022}"/>
          </ac:spMkLst>
        </pc:spChg>
        <pc:spChg chg="del">
          <ac:chgData name="Kanduru, Raghava" userId="cf8c09de-c40c-47a2-971b-c612c06e0906" providerId="ADAL" clId="{5E3DAF92-3AF4-4FBB-A40F-A08CEB694985}" dt="2024-06-20T09:04:20.983" v="1602" actId="478"/>
          <ac:spMkLst>
            <pc:docMk/>
            <pc:sldMk cId="3050278837" sldId="2147475817"/>
            <ac:spMk id="227" creationId="{BC701842-F695-867F-F2FF-C27498C70CE8}"/>
          </ac:spMkLst>
        </pc:spChg>
        <pc:spChg chg="del">
          <ac:chgData name="Kanduru, Raghava" userId="cf8c09de-c40c-47a2-971b-c612c06e0906" providerId="ADAL" clId="{5E3DAF92-3AF4-4FBB-A40F-A08CEB694985}" dt="2024-06-20T09:04:20.983" v="1602" actId="478"/>
          <ac:spMkLst>
            <pc:docMk/>
            <pc:sldMk cId="3050278837" sldId="2147475817"/>
            <ac:spMk id="237" creationId="{986E05A8-F061-5F32-BB77-D9F69188A2D4}"/>
          </ac:spMkLst>
        </pc:spChg>
        <pc:spChg chg="del">
          <ac:chgData name="Kanduru, Raghava" userId="cf8c09de-c40c-47a2-971b-c612c06e0906" providerId="ADAL" clId="{5E3DAF92-3AF4-4FBB-A40F-A08CEB694985}" dt="2024-06-20T09:04:20.983" v="1602" actId="478"/>
          <ac:spMkLst>
            <pc:docMk/>
            <pc:sldMk cId="3050278837" sldId="2147475817"/>
            <ac:spMk id="239" creationId="{68CB47B6-3ECF-FDFF-255E-451B1F42A70D}"/>
          </ac:spMkLst>
        </pc:spChg>
        <pc:spChg chg="del">
          <ac:chgData name="Kanduru, Raghava" userId="cf8c09de-c40c-47a2-971b-c612c06e0906" providerId="ADAL" clId="{5E3DAF92-3AF4-4FBB-A40F-A08CEB694985}" dt="2024-06-20T09:04:20.983" v="1602" actId="478"/>
          <ac:spMkLst>
            <pc:docMk/>
            <pc:sldMk cId="3050278837" sldId="2147475817"/>
            <ac:spMk id="241" creationId="{C19EEDD8-0EBF-4719-E873-50525B42895B}"/>
          </ac:spMkLst>
        </pc:spChg>
        <pc:spChg chg="del">
          <ac:chgData name="Kanduru, Raghava" userId="cf8c09de-c40c-47a2-971b-c612c06e0906" providerId="ADAL" clId="{5E3DAF92-3AF4-4FBB-A40F-A08CEB694985}" dt="2024-06-20T09:04:20.983" v="1602" actId="478"/>
          <ac:spMkLst>
            <pc:docMk/>
            <pc:sldMk cId="3050278837" sldId="2147475817"/>
            <ac:spMk id="244" creationId="{7899635A-0504-159A-E37A-54D4A6384C2E}"/>
          </ac:spMkLst>
        </pc:spChg>
        <pc:grpChg chg="del">
          <ac:chgData name="Kanduru, Raghava" userId="cf8c09de-c40c-47a2-971b-c612c06e0906" providerId="ADAL" clId="{5E3DAF92-3AF4-4FBB-A40F-A08CEB694985}" dt="2024-06-20T09:04:20.983" v="1602" actId="478"/>
          <ac:grpSpMkLst>
            <pc:docMk/>
            <pc:sldMk cId="3050278837" sldId="2147475817"/>
            <ac:grpSpMk id="181" creationId="{0D8C28DA-257D-F168-C6ED-4C49573C9B6E}"/>
          </ac:grpSpMkLst>
        </pc:grpChg>
        <pc:graphicFrameChg chg="add del mod">
          <ac:chgData name="Kanduru, Raghava" userId="cf8c09de-c40c-47a2-971b-c612c06e0906" providerId="ADAL" clId="{5E3DAF92-3AF4-4FBB-A40F-A08CEB694985}" dt="2024-06-20T09:04:44.655" v="1606"/>
          <ac:graphicFrameMkLst>
            <pc:docMk/>
            <pc:sldMk cId="3050278837" sldId="2147475817"/>
            <ac:graphicFrameMk id="5" creationId="{C93C4C6E-9C25-A3DC-F65C-12E56045046C}"/>
          </ac:graphicFrameMkLst>
        </pc:graphicFrameChg>
        <pc:picChg chg="add mod">
          <ac:chgData name="Kanduru, Raghava" userId="cf8c09de-c40c-47a2-971b-c612c06e0906" providerId="ADAL" clId="{5E3DAF92-3AF4-4FBB-A40F-A08CEB694985}" dt="2024-06-20T09:04:48.442" v="1608" actId="1076"/>
          <ac:picMkLst>
            <pc:docMk/>
            <pc:sldMk cId="3050278837" sldId="2147475817"/>
            <ac:picMk id="6" creationId="{2CF20FA9-F975-B011-FAF9-7F60FD7621C2}"/>
          </ac:picMkLst>
        </pc:picChg>
        <pc:cxnChg chg="mod">
          <ac:chgData name="Kanduru, Raghava" userId="cf8c09de-c40c-47a2-971b-c612c06e0906" providerId="ADAL" clId="{5E3DAF92-3AF4-4FBB-A40F-A08CEB694985}" dt="2024-06-20T09:04:20.983" v="1602" actId="478"/>
          <ac:cxnSpMkLst>
            <pc:docMk/>
            <pc:sldMk cId="3050278837" sldId="2147475817"/>
            <ac:cxnSpMk id="196" creationId="{ADA61AF0-3804-15B3-FDF9-1FEC53F80162}"/>
          </ac:cxnSpMkLst>
        </pc:cxnChg>
        <pc:cxnChg chg="mod">
          <ac:chgData name="Kanduru, Raghava" userId="cf8c09de-c40c-47a2-971b-c612c06e0906" providerId="ADAL" clId="{5E3DAF92-3AF4-4FBB-A40F-A08CEB694985}" dt="2024-06-20T09:04:20.983" v="1602" actId="478"/>
          <ac:cxnSpMkLst>
            <pc:docMk/>
            <pc:sldMk cId="3050278837" sldId="2147475817"/>
            <ac:cxnSpMk id="201" creationId="{8E4B8292-AC0A-E2CF-593E-5A78E79CD20D}"/>
          </ac:cxnSpMkLst>
        </pc:cxnChg>
        <pc:cxnChg chg="mod">
          <ac:chgData name="Kanduru, Raghava" userId="cf8c09de-c40c-47a2-971b-c612c06e0906" providerId="ADAL" clId="{5E3DAF92-3AF4-4FBB-A40F-A08CEB694985}" dt="2024-06-20T09:04:20.983" v="1602" actId="478"/>
          <ac:cxnSpMkLst>
            <pc:docMk/>
            <pc:sldMk cId="3050278837" sldId="2147475817"/>
            <ac:cxnSpMk id="202" creationId="{BC403141-118C-0B84-1AA7-0E4D88E5D124}"/>
          </ac:cxnSpMkLst>
        </pc:cxnChg>
        <pc:cxnChg chg="del mod">
          <ac:chgData name="Kanduru, Raghava" userId="cf8c09de-c40c-47a2-971b-c612c06e0906" providerId="ADAL" clId="{5E3DAF92-3AF4-4FBB-A40F-A08CEB694985}" dt="2024-06-20T09:04:20.983" v="1602" actId="478"/>
          <ac:cxnSpMkLst>
            <pc:docMk/>
            <pc:sldMk cId="3050278837" sldId="2147475817"/>
            <ac:cxnSpMk id="214" creationId="{0DD4F487-2EF1-379E-C39B-04090E481059}"/>
          </ac:cxnSpMkLst>
        </pc:cxnChg>
        <pc:cxnChg chg="del mod">
          <ac:chgData name="Kanduru, Raghava" userId="cf8c09de-c40c-47a2-971b-c612c06e0906" providerId="ADAL" clId="{5E3DAF92-3AF4-4FBB-A40F-A08CEB694985}" dt="2024-06-20T09:04:20.983" v="1602" actId="478"/>
          <ac:cxnSpMkLst>
            <pc:docMk/>
            <pc:sldMk cId="3050278837" sldId="2147475817"/>
            <ac:cxnSpMk id="215" creationId="{B714E640-0F34-F764-7BD4-BADCC0B6A83E}"/>
          </ac:cxnSpMkLst>
        </pc:cxnChg>
        <pc:cxnChg chg="del mod">
          <ac:chgData name="Kanduru, Raghava" userId="cf8c09de-c40c-47a2-971b-c612c06e0906" providerId="ADAL" clId="{5E3DAF92-3AF4-4FBB-A40F-A08CEB694985}" dt="2024-06-20T09:04:20.983" v="1602" actId="478"/>
          <ac:cxnSpMkLst>
            <pc:docMk/>
            <pc:sldMk cId="3050278837" sldId="2147475817"/>
            <ac:cxnSpMk id="217" creationId="{B3D16CCA-47D5-4EC1-AD6A-1601D2E7C245}"/>
          </ac:cxnSpMkLst>
        </pc:cxnChg>
        <pc:cxnChg chg="del mod">
          <ac:chgData name="Kanduru, Raghava" userId="cf8c09de-c40c-47a2-971b-c612c06e0906" providerId="ADAL" clId="{5E3DAF92-3AF4-4FBB-A40F-A08CEB694985}" dt="2024-06-20T09:04:20.983" v="1602" actId="478"/>
          <ac:cxnSpMkLst>
            <pc:docMk/>
            <pc:sldMk cId="3050278837" sldId="2147475817"/>
            <ac:cxnSpMk id="225" creationId="{868719C9-E07D-E3D6-7AB6-CB7490E36210}"/>
          </ac:cxnSpMkLst>
        </pc:cxnChg>
        <pc:cxnChg chg="del mod">
          <ac:chgData name="Kanduru, Raghava" userId="cf8c09de-c40c-47a2-971b-c612c06e0906" providerId="ADAL" clId="{5E3DAF92-3AF4-4FBB-A40F-A08CEB694985}" dt="2024-06-20T09:04:20.983" v="1602" actId="478"/>
          <ac:cxnSpMkLst>
            <pc:docMk/>
            <pc:sldMk cId="3050278837" sldId="2147475817"/>
            <ac:cxnSpMk id="228" creationId="{4ACBD422-98B5-1789-A8D7-15FB9146B452}"/>
          </ac:cxnSpMkLst>
        </pc:cxnChg>
        <pc:cxnChg chg="del mod">
          <ac:chgData name="Kanduru, Raghava" userId="cf8c09de-c40c-47a2-971b-c612c06e0906" providerId="ADAL" clId="{5E3DAF92-3AF4-4FBB-A40F-A08CEB694985}" dt="2024-06-20T09:04:20.983" v="1602" actId="478"/>
          <ac:cxnSpMkLst>
            <pc:docMk/>
            <pc:sldMk cId="3050278837" sldId="2147475817"/>
            <ac:cxnSpMk id="229" creationId="{DB80A816-A98A-85AF-D16D-0DA6F1FEDAA3}"/>
          </ac:cxnSpMkLst>
        </pc:cxnChg>
        <pc:cxnChg chg="del mod">
          <ac:chgData name="Kanduru, Raghava" userId="cf8c09de-c40c-47a2-971b-c612c06e0906" providerId="ADAL" clId="{5E3DAF92-3AF4-4FBB-A40F-A08CEB694985}" dt="2024-06-20T09:04:20.983" v="1602" actId="478"/>
          <ac:cxnSpMkLst>
            <pc:docMk/>
            <pc:sldMk cId="3050278837" sldId="2147475817"/>
            <ac:cxnSpMk id="230" creationId="{6084D901-2AAF-537D-1F7D-51D542420927}"/>
          </ac:cxnSpMkLst>
        </pc:cxnChg>
        <pc:cxnChg chg="del mod">
          <ac:chgData name="Kanduru, Raghava" userId="cf8c09de-c40c-47a2-971b-c612c06e0906" providerId="ADAL" clId="{5E3DAF92-3AF4-4FBB-A40F-A08CEB694985}" dt="2024-06-20T09:04:20.983" v="1602" actId="478"/>
          <ac:cxnSpMkLst>
            <pc:docMk/>
            <pc:sldMk cId="3050278837" sldId="2147475817"/>
            <ac:cxnSpMk id="231" creationId="{EF141129-037C-17FF-67A4-722D2611C7CA}"/>
          </ac:cxnSpMkLst>
        </pc:cxnChg>
        <pc:cxnChg chg="del mod">
          <ac:chgData name="Kanduru, Raghava" userId="cf8c09de-c40c-47a2-971b-c612c06e0906" providerId="ADAL" clId="{5E3DAF92-3AF4-4FBB-A40F-A08CEB694985}" dt="2024-06-20T09:04:20.983" v="1602" actId="478"/>
          <ac:cxnSpMkLst>
            <pc:docMk/>
            <pc:sldMk cId="3050278837" sldId="2147475817"/>
            <ac:cxnSpMk id="232" creationId="{8C9CCC5E-F47A-3B98-6D57-6E5104A243DE}"/>
          </ac:cxnSpMkLst>
        </pc:cxnChg>
        <pc:cxnChg chg="del mod">
          <ac:chgData name="Kanduru, Raghava" userId="cf8c09de-c40c-47a2-971b-c612c06e0906" providerId="ADAL" clId="{5E3DAF92-3AF4-4FBB-A40F-A08CEB694985}" dt="2024-06-20T09:04:20.983" v="1602" actId="478"/>
          <ac:cxnSpMkLst>
            <pc:docMk/>
            <pc:sldMk cId="3050278837" sldId="2147475817"/>
            <ac:cxnSpMk id="233" creationId="{438E7357-1976-2359-DF8D-FAD0FE68533C}"/>
          </ac:cxnSpMkLst>
        </pc:cxnChg>
        <pc:cxnChg chg="del mod">
          <ac:chgData name="Kanduru, Raghava" userId="cf8c09de-c40c-47a2-971b-c612c06e0906" providerId="ADAL" clId="{5E3DAF92-3AF4-4FBB-A40F-A08CEB694985}" dt="2024-06-20T09:04:20.983" v="1602" actId="478"/>
          <ac:cxnSpMkLst>
            <pc:docMk/>
            <pc:sldMk cId="3050278837" sldId="2147475817"/>
            <ac:cxnSpMk id="234" creationId="{B186A637-0A8D-85A4-9448-4CD0D82D34F1}"/>
          </ac:cxnSpMkLst>
        </pc:cxnChg>
        <pc:cxnChg chg="del mod">
          <ac:chgData name="Kanduru, Raghava" userId="cf8c09de-c40c-47a2-971b-c612c06e0906" providerId="ADAL" clId="{5E3DAF92-3AF4-4FBB-A40F-A08CEB694985}" dt="2024-06-20T09:04:20.983" v="1602" actId="478"/>
          <ac:cxnSpMkLst>
            <pc:docMk/>
            <pc:sldMk cId="3050278837" sldId="2147475817"/>
            <ac:cxnSpMk id="235" creationId="{C2F6CD3F-C762-BD44-1C6F-B6ABB2F2F88D}"/>
          </ac:cxnSpMkLst>
        </pc:cxnChg>
        <pc:cxnChg chg="del mod">
          <ac:chgData name="Kanduru, Raghava" userId="cf8c09de-c40c-47a2-971b-c612c06e0906" providerId="ADAL" clId="{5E3DAF92-3AF4-4FBB-A40F-A08CEB694985}" dt="2024-06-20T09:04:20.983" v="1602" actId="478"/>
          <ac:cxnSpMkLst>
            <pc:docMk/>
            <pc:sldMk cId="3050278837" sldId="2147475817"/>
            <ac:cxnSpMk id="236" creationId="{1A32BA3C-CFD7-08AE-8842-B1D9135CDD9F}"/>
          </ac:cxnSpMkLst>
        </pc:cxnChg>
        <pc:cxnChg chg="del mod">
          <ac:chgData name="Kanduru, Raghava" userId="cf8c09de-c40c-47a2-971b-c612c06e0906" providerId="ADAL" clId="{5E3DAF92-3AF4-4FBB-A40F-A08CEB694985}" dt="2024-06-20T09:04:20.983" v="1602" actId="478"/>
          <ac:cxnSpMkLst>
            <pc:docMk/>
            <pc:sldMk cId="3050278837" sldId="2147475817"/>
            <ac:cxnSpMk id="238" creationId="{408ADA7F-A3A3-B09F-E910-B057E510D210}"/>
          </ac:cxnSpMkLst>
        </pc:cxnChg>
        <pc:cxnChg chg="del mod">
          <ac:chgData name="Kanduru, Raghava" userId="cf8c09de-c40c-47a2-971b-c612c06e0906" providerId="ADAL" clId="{5E3DAF92-3AF4-4FBB-A40F-A08CEB694985}" dt="2024-06-20T09:04:20.983" v="1602" actId="478"/>
          <ac:cxnSpMkLst>
            <pc:docMk/>
            <pc:sldMk cId="3050278837" sldId="2147475817"/>
            <ac:cxnSpMk id="240" creationId="{887943AE-8E08-EA94-1CE1-092DFB7C9823}"/>
          </ac:cxnSpMkLst>
        </pc:cxnChg>
        <pc:cxnChg chg="del mod">
          <ac:chgData name="Kanduru, Raghava" userId="cf8c09de-c40c-47a2-971b-c612c06e0906" providerId="ADAL" clId="{5E3DAF92-3AF4-4FBB-A40F-A08CEB694985}" dt="2024-06-20T09:04:20.983" v="1602" actId="478"/>
          <ac:cxnSpMkLst>
            <pc:docMk/>
            <pc:sldMk cId="3050278837" sldId="2147475817"/>
            <ac:cxnSpMk id="242" creationId="{09F75986-2B56-9CB5-226C-62DC896B7654}"/>
          </ac:cxnSpMkLst>
        </pc:cxnChg>
      </pc:sldChg>
      <pc:sldChg chg="ord">
        <pc:chgData name="Kanduru, Raghava" userId="cf8c09de-c40c-47a2-971b-c612c06e0906" providerId="ADAL" clId="{5E3DAF92-3AF4-4FBB-A40F-A08CEB694985}" dt="2024-06-21T05:37:17.493" v="1897"/>
        <pc:sldMkLst>
          <pc:docMk/>
          <pc:sldMk cId="3468048512" sldId="2147475818"/>
        </pc:sldMkLst>
      </pc:sldChg>
      <pc:sldChg chg="addSp modSp mod ord">
        <pc:chgData name="Kanduru, Raghava" userId="cf8c09de-c40c-47a2-971b-c612c06e0906" providerId="ADAL" clId="{5E3DAF92-3AF4-4FBB-A40F-A08CEB694985}" dt="2024-06-25T03:55:24.023" v="1956" actId="20577"/>
        <pc:sldMkLst>
          <pc:docMk/>
          <pc:sldMk cId="3204792641" sldId="2147475819"/>
        </pc:sldMkLst>
        <pc:spChg chg="add mod">
          <ac:chgData name="Kanduru, Raghava" userId="cf8c09de-c40c-47a2-971b-c612c06e0906" providerId="ADAL" clId="{5E3DAF92-3AF4-4FBB-A40F-A08CEB694985}" dt="2024-06-25T03:55:24.023" v="1956" actId="20577"/>
          <ac:spMkLst>
            <pc:docMk/>
            <pc:sldMk cId="3204792641" sldId="2147475819"/>
            <ac:spMk id="2" creationId="{233C76D0-BB1D-2CE8-8E20-6669952C501B}"/>
          </ac:spMkLst>
        </pc:spChg>
      </pc:sldChg>
    </pc:docChg>
  </pc:docChgLst>
  <pc:docChgLst>
    <pc:chgData name="Solanki, Jigar" userId="3f4ee6f3-26ac-4cf7-b06f-bbc51af815a3" providerId="ADAL" clId="{86E04653-D8A2-4125-982E-B8D94B03A233}"/>
    <pc:docChg chg="custSel addSld modSld">
      <pc:chgData name="Solanki, Jigar" userId="3f4ee6f3-26ac-4cf7-b06f-bbc51af815a3" providerId="ADAL" clId="{86E04653-D8A2-4125-982E-B8D94B03A233}" dt="2024-06-21T16:24:55.287" v="64" actId="20577"/>
      <pc:docMkLst>
        <pc:docMk/>
      </pc:docMkLst>
      <pc:sldChg chg="modCm">
        <pc:chgData name="Solanki, Jigar" userId="3f4ee6f3-26ac-4cf7-b06f-bbc51af815a3" providerId="ADAL" clId="{86E04653-D8A2-4125-982E-B8D94B03A233}" dt="2024-06-21T10:39:30.003" v="58"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Solanki, Jigar" userId="3f4ee6f3-26ac-4cf7-b06f-bbc51af815a3" providerId="ADAL" clId="{86E04653-D8A2-4125-982E-B8D94B03A233}" dt="2024-06-21T10:39:30.003" v="58" actId="2056"/>
              <pc2:cmMkLst xmlns:pc2="http://schemas.microsoft.com/office/powerpoint/2019/9/main/command">
                <pc:docMk/>
                <pc:sldMk cId="1001885555" sldId="2147475796"/>
                <pc2:cmMk id="{6187E47D-BBEA-4C72-87DA-B268F556C1BE}"/>
              </pc2:cmMkLst>
            </pc226:cmChg>
          </p:ext>
        </pc:extLst>
      </pc:sldChg>
      <pc:sldChg chg="delSp modSp add mod">
        <pc:chgData name="Solanki, Jigar" userId="3f4ee6f3-26ac-4cf7-b06f-bbc51af815a3" providerId="ADAL" clId="{86E04653-D8A2-4125-982E-B8D94B03A233}" dt="2024-06-21T16:24:49.414" v="63" actId="20577"/>
        <pc:sldMkLst>
          <pc:docMk/>
          <pc:sldMk cId="3468048512" sldId="2147475818"/>
        </pc:sldMkLst>
        <pc:spChg chg="mod">
          <ac:chgData name="Solanki, Jigar" userId="3f4ee6f3-26ac-4cf7-b06f-bbc51af815a3" providerId="ADAL" clId="{86E04653-D8A2-4125-982E-B8D94B03A233}" dt="2024-06-20T12:56:09.233" v="40" actId="2711"/>
          <ac:spMkLst>
            <pc:docMk/>
            <pc:sldMk cId="3468048512" sldId="2147475818"/>
            <ac:spMk id="3" creationId="{155FCA84-4387-498D-8202-97BC1B4142D0}"/>
          </ac:spMkLst>
        </pc:spChg>
        <pc:spChg chg="mod">
          <ac:chgData name="Solanki, Jigar" userId="3f4ee6f3-26ac-4cf7-b06f-bbc51af815a3" providerId="ADAL" clId="{86E04653-D8A2-4125-982E-B8D94B03A233}" dt="2024-06-21T16:24:49.414" v="63" actId="20577"/>
          <ac:spMkLst>
            <pc:docMk/>
            <pc:sldMk cId="3468048512" sldId="2147475818"/>
            <ac:spMk id="4" creationId="{9DEA6A68-7127-43C5-B571-DE7EA006AD85}"/>
          </ac:spMkLst>
        </pc:spChg>
        <pc:spChg chg="mod">
          <ac:chgData name="Solanki, Jigar" userId="3f4ee6f3-26ac-4cf7-b06f-bbc51af815a3" providerId="ADAL" clId="{86E04653-D8A2-4125-982E-B8D94B03A233}" dt="2024-06-20T12:55:03.362" v="28" actId="20577"/>
          <ac:spMkLst>
            <pc:docMk/>
            <pc:sldMk cId="3468048512" sldId="2147475818"/>
            <ac:spMk id="5" creationId="{A2ABEFE9-D709-461D-BAE6-85FD4C734135}"/>
          </ac:spMkLst>
        </pc:spChg>
        <pc:spChg chg="mod">
          <ac:chgData name="Solanki, Jigar" userId="3f4ee6f3-26ac-4cf7-b06f-bbc51af815a3" providerId="ADAL" clId="{86E04653-D8A2-4125-982E-B8D94B03A233}" dt="2024-06-20T12:55:08.917" v="37" actId="20577"/>
          <ac:spMkLst>
            <pc:docMk/>
            <pc:sldMk cId="3468048512" sldId="2147475818"/>
            <ac:spMk id="6" creationId="{236E91A5-D2D4-4A11-B92A-8D1E8F1F38E0}"/>
          </ac:spMkLst>
        </pc:spChg>
        <pc:spChg chg="del">
          <ac:chgData name="Solanki, Jigar" userId="3f4ee6f3-26ac-4cf7-b06f-bbc51af815a3" providerId="ADAL" clId="{86E04653-D8A2-4125-982E-B8D94B03A233}" dt="2024-06-20T12:55:15.515" v="38" actId="478"/>
          <ac:spMkLst>
            <pc:docMk/>
            <pc:sldMk cId="3468048512" sldId="2147475818"/>
            <ac:spMk id="8" creationId="{20E5B043-E319-4C82-8422-81E7B7A9AAFD}"/>
          </ac:spMkLst>
        </pc:spChg>
        <pc:spChg chg="mod">
          <ac:chgData name="Solanki, Jigar" userId="3f4ee6f3-26ac-4cf7-b06f-bbc51af815a3" providerId="ADAL" clId="{86E04653-D8A2-4125-982E-B8D94B03A233}" dt="2024-06-20T12:54:55.472" v="25" actId="20577"/>
          <ac:spMkLst>
            <pc:docMk/>
            <pc:sldMk cId="3468048512" sldId="2147475818"/>
            <ac:spMk id="10" creationId="{D725078B-CAAE-427C-A710-816929E536C7}"/>
          </ac:spMkLst>
        </pc:spChg>
      </pc:sldChg>
      <pc:sldChg chg="modSp add mod">
        <pc:chgData name="Solanki, Jigar" userId="3f4ee6f3-26ac-4cf7-b06f-bbc51af815a3" providerId="ADAL" clId="{86E04653-D8A2-4125-982E-B8D94B03A233}" dt="2024-06-21T16:24:55.287" v="64" actId="20577"/>
        <pc:sldMkLst>
          <pc:docMk/>
          <pc:sldMk cId="3204792641" sldId="2147475819"/>
        </pc:sldMkLst>
        <pc:spChg chg="mod">
          <ac:chgData name="Solanki, Jigar" userId="3f4ee6f3-26ac-4cf7-b06f-bbc51af815a3" providerId="ADAL" clId="{86E04653-D8A2-4125-982E-B8D94B03A233}" dt="2024-06-20T12:59:21.346" v="54" actId="2711"/>
          <ac:spMkLst>
            <pc:docMk/>
            <pc:sldMk cId="3204792641" sldId="2147475819"/>
            <ac:spMk id="3" creationId="{155FCA84-4387-498D-8202-97BC1B4142D0}"/>
          </ac:spMkLst>
        </pc:spChg>
        <pc:spChg chg="mod">
          <ac:chgData name="Solanki, Jigar" userId="3f4ee6f3-26ac-4cf7-b06f-bbc51af815a3" providerId="ADAL" clId="{86E04653-D8A2-4125-982E-B8D94B03A233}" dt="2024-06-21T16:24:55.287" v="64" actId="20577"/>
          <ac:spMkLst>
            <pc:docMk/>
            <pc:sldMk cId="3204792641" sldId="2147475819"/>
            <ac:spMk id="4" creationId="{9DEA6A68-7127-43C5-B571-DE7EA006AD85}"/>
          </ac:spMkLst>
        </pc:spChg>
        <pc:spChg chg="mod">
          <ac:chgData name="Solanki, Jigar" userId="3f4ee6f3-26ac-4cf7-b06f-bbc51af815a3" providerId="ADAL" clId="{86E04653-D8A2-4125-982E-B8D94B03A233}" dt="2024-06-20T12:58:52.960" v="50" actId="20577"/>
          <ac:spMkLst>
            <pc:docMk/>
            <pc:sldMk cId="3204792641" sldId="2147475819"/>
            <ac:spMk id="5" creationId="{A2ABEFE9-D709-461D-BAE6-85FD4C734135}"/>
          </ac:spMkLst>
        </pc:spChg>
        <pc:spChg chg="mod">
          <ac:chgData name="Solanki, Jigar" userId="3f4ee6f3-26ac-4cf7-b06f-bbc51af815a3" providerId="ADAL" clId="{86E04653-D8A2-4125-982E-B8D94B03A233}" dt="2024-06-20T12:58:56.153" v="52" actId="20577"/>
          <ac:spMkLst>
            <pc:docMk/>
            <pc:sldMk cId="3204792641" sldId="2147475819"/>
            <ac:spMk id="6" creationId="{236E91A5-D2D4-4A11-B92A-8D1E8F1F38E0}"/>
          </ac:spMkLst>
        </pc:spChg>
        <pc:spChg chg="mod">
          <ac:chgData name="Solanki, Jigar" userId="3f4ee6f3-26ac-4cf7-b06f-bbc51af815a3" providerId="ADAL" clId="{86E04653-D8A2-4125-982E-B8D94B03A233}" dt="2024-06-20T12:58:49.188" v="48" actId="20577"/>
          <ac:spMkLst>
            <pc:docMk/>
            <pc:sldMk cId="3204792641" sldId="2147475819"/>
            <ac:spMk id="10" creationId="{D725078B-CAAE-427C-A710-816929E536C7}"/>
          </ac:spMkLst>
        </pc:spChg>
      </pc:sldChg>
    </pc:docChg>
  </pc:docChgLst>
  <pc:docChgLst>
    <pc:chgData name="Kanduru, Raghava" userId="S::raghava.kanduru@capgemini.com::cf8c09de-c40c-47a2-971b-c612c06e0906" providerId="AD" clId="Web-{D2111079-3E7C-B57A-9F4C-0AF77EA2680A}"/>
    <pc:docChg chg="modSld">
      <pc:chgData name="Kanduru, Raghava" userId="S::raghava.kanduru@capgemini.com::cf8c09de-c40c-47a2-971b-c612c06e0906" providerId="AD" clId="Web-{D2111079-3E7C-B57A-9F4C-0AF77EA2680A}" dt="2024-06-10T05:34:42.777" v="3" actId="20577"/>
      <pc:docMkLst>
        <pc:docMk/>
      </pc:docMkLst>
      <pc:sldChg chg="modSp">
        <pc:chgData name="Kanduru, Raghava" userId="S::raghava.kanduru@capgemini.com::cf8c09de-c40c-47a2-971b-c612c06e0906" providerId="AD" clId="Web-{D2111079-3E7C-B57A-9F4C-0AF77EA2680A}" dt="2024-06-10T05:34:42.777" v="3" actId="20577"/>
        <pc:sldMkLst>
          <pc:docMk/>
          <pc:sldMk cId="2815566877" sldId="2076137832"/>
        </pc:sldMkLst>
        <pc:spChg chg="mod">
          <ac:chgData name="Kanduru, Raghava" userId="S::raghava.kanduru@capgemini.com::cf8c09de-c40c-47a2-971b-c612c06e0906" providerId="AD" clId="Web-{D2111079-3E7C-B57A-9F4C-0AF77EA2680A}" dt="2024-06-10T05:34:42.777" v="3" actId="20577"/>
          <ac:spMkLst>
            <pc:docMk/>
            <pc:sldMk cId="2815566877" sldId="2076137832"/>
            <ac:spMk id="8" creationId="{20E5B043-E319-4C82-8422-81E7B7A9AAFD}"/>
          </ac:spMkLst>
        </pc:spChg>
      </pc:sldChg>
    </pc:docChg>
  </pc:docChgLst>
  <pc:docChgLst>
    <pc:chgData name="Kanduru, Raghava" userId="cf8c09de-c40c-47a2-971b-c612c06e0906" providerId="ADAL" clId="{1A566CBA-B784-4B13-B6CE-4269662AC191}"/>
    <pc:docChg chg="custSel addSld delSld modSld sldOrd">
      <pc:chgData name="Kanduru, Raghava" userId="cf8c09de-c40c-47a2-971b-c612c06e0906" providerId="ADAL" clId="{1A566CBA-B784-4B13-B6CE-4269662AC191}" dt="2024-07-12T12:46:41.641" v="11" actId="729"/>
      <pc:docMkLst>
        <pc:docMk/>
      </pc:docMkLst>
      <pc:sldChg chg="mod ord modShow">
        <pc:chgData name="Kanduru, Raghava" userId="cf8c09de-c40c-47a2-971b-c612c06e0906" providerId="ADAL" clId="{1A566CBA-B784-4B13-B6CE-4269662AC191}" dt="2024-07-12T12:46:41.641" v="11" actId="729"/>
        <pc:sldMkLst>
          <pc:docMk/>
          <pc:sldMk cId="3125609614" sldId="2147474189"/>
        </pc:sldMkLst>
      </pc:sldChg>
      <pc:sldChg chg="delSp add del mod modShow">
        <pc:chgData name="Kanduru, Raghava" userId="cf8c09de-c40c-47a2-971b-c612c06e0906" providerId="ADAL" clId="{1A566CBA-B784-4B13-B6CE-4269662AC191}" dt="2024-07-12T12:46:03.389" v="8" actId="47"/>
        <pc:sldMkLst>
          <pc:docMk/>
          <pc:sldMk cId="1357085867" sldId="2147475823"/>
        </pc:sldMkLst>
        <pc:picChg chg="del">
          <ac:chgData name="Kanduru, Raghava" userId="cf8c09de-c40c-47a2-971b-c612c06e0906" providerId="ADAL" clId="{1A566CBA-B784-4B13-B6CE-4269662AC191}" dt="2024-07-12T12:38:13.002" v="5" actId="478"/>
          <ac:picMkLst>
            <pc:docMk/>
            <pc:sldMk cId="1357085867" sldId="2147475823"/>
            <ac:picMk id="896" creationId="{89FCED60-CDDC-DADC-9C9F-EAFC4A2FC2A3}"/>
          </ac:picMkLst>
        </pc:picChg>
      </pc:sldChg>
      <pc:sldChg chg="delSp add del mod">
        <pc:chgData name="Kanduru, Raghava" userId="cf8c09de-c40c-47a2-971b-c612c06e0906" providerId="ADAL" clId="{1A566CBA-B784-4B13-B6CE-4269662AC191}" dt="2024-07-12T12:46:03.389" v="8" actId="47"/>
        <pc:sldMkLst>
          <pc:docMk/>
          <pc:sldMk cId="1273094890" sldId="2147475824"/>
        </pc:sldMkLst>
        <pc:spChg chg="del">
          <ac:chgData name="Kanduru, Raghava" userId="cf8c09de-c40c-47a2-971b-c612c06e0906" providerId="ADAL" clId="{1A566CBA-B784-4B13-B6CE-4269662AC191}" dt="2024-07-12T12:45:02.512" v="7" actId="478"/>
          <ac:spMkLst>
            <pc:docMk/>
            <pc:sldMk cId="1273094890" sldId="2147475824"/>
            <ac:spMk id="3" creationId="{E8D7E566-D0A0-BDA1-692E-AEC1850354BA}"/>
          </ac:spMkLst>
        </pc:spChg>
        <pc:spChg chg="del">
          <ac:chgData name="Kanduru, Raghava" userId="cf8c09de-c40c-47a2-971b-c612c06e0906" providerId="ADAL" clId="{1A566CBA-B784-4B13-B6CE-4269662AC191}" dt="2024-07-12T12:45:02.512" v="7" actId="478"/>
          <ac:spMkLst>
            <pc:docMk/>
            <pc:sldMk cId="1273094890" sldId="2147475824"/>
            <ac:spMk id="7" creationId="{E11ECEF2-9C2A-4D25-707D-105F042E2365}"/>
          </ac:spMkLst>
        </pc:spChg>
        <pc:spChg chg="del">
          <ac:chgData name="Kanduru, Raghava" userId="cf8c09de-c40c-47a2-971b-c612c06e0906" providerId="ADAL" clId="{1A566CBA-B784-4B13-B6CE-4269662AC191}" dt="2024-07-12T12:45:02.512" v="7" actId="478"/>
          <ac:spMkLst>
            <pc:docMk/>
            <pc:sldMk cId="1273094890" sldId="2147475824"/>
            <ac:spMk id="8" creationId="{3DF60BF4-8471-6F8A-A08C-AC619450B681}"/>
          </ac:spMkLst>
        </pc:spChg>
        <pc:spChg chg="del">
          <ac:chgData name="Kanduru, Raghava" userId="cf8c09de-c40c-47a2-971b-c612c06e0906" providerId="ADAL" clId="{1A566CBA-B784-4B13-B6CE-4269662AC191}" dt="2024-07-12T12:45:02.512" v="7" actId="478"/>
          <ac:spMkLst>
            <pc:docMk/>
            <pc:sldMk cId="1273094890" sldId="2147475824"/>
            <ac:spMk id="9" creationId="{E83694F7-709F-E499-3ECD-0339AC00CC39}"/>
          </ac:spMkLst>
        </pc:spChg>
        <pc:spChg chg="del">
          <ac:chgData name="Kanduru, Raghava" userId="cf8c09de-c40c-47a2-971b-c612c06e0906" providerId="ADAL" clId="{1A566CBA-B784-4B13-B6CE-4269662AC191}" dt="2024-07-12T12:45:02.512" v="7" actId="478"/>
          <ac:spMkLst>
            <pc:docMk/>
            <pc:sldMk cId="1273094890" sldId="2147475824"/>
            <ac:spMk id="12" creationId="{50280BEC-25C8-3568-24B3-1FCF36C54A23}"/>
          </ac:spMkLst>
        </pc:spChg>
        <pc:spChg chg="del">
          <ac:chgData name="Kanduru, Raghava" userId="cf8c09de-c40c-47a2-971b-c612c06e0906" providerId="ADAL" clId="{1A566CBA-B784-4B13-B6CE-4269662AC191}" dt="2024-07-12T12:45:02.512" v="7" actId="478"/>
          <ac:spMkLst>
            <pc:docMk/>
            <pc:sldMk cId="1273094890" sldId="2147475824"/>
            <ac:spMk id="13" creationId="{599EEC2C-403D-50AC-F43F-FDECC7125E5F}"/>
          </ac:spMkLst>
        </pc:spChg>
        <pc:graphicFrameChg chg="del">
          <ac:chgData name="Kanduru, Raghava" userId="cf8c09de-c40c-47a2-971b-c612c06e0906" providerId="ADAL" clId="{1A566CBA-B784-4B13-B6CE-4269662AC191}" dt="2024-07-12T12:45:02.512" v="7" actId="478"/>
          <ac:graphicFrameMkLst>
            <pc:docMk/>
            <pc:sldMk cId="1273094890" sldId="2147475824"/>
            <ac:graphicFrameMk id="5" creationId="{896ED968-B0D0-B357-BD13-0D83CFF33D69}"/>
          </ac:graphicFrameMkLst>
        </pc:graphicFrameChg>
        <pc:graphicFrameChg chg="del">
          <ac:chgData name="Kanduru, Raghava" userId="cf8c09de-c40c-47a2-971b-c612c06e0906" providerId="ADAL" clId="{1A566CBA-B784-4B13-B6CE-4269662AC191}" dt="2024-07-12T12:45:02.512" v="7" actId="478"/>
          <ac:graphicFrameMkLst>
            <pc:docMk/>
            <pc:sldMk cId="1273094890" sldId="2147475824"/>
            <ac:graphicFrameMk id="10" creationId="{DCB97072-A0EA-9C39-0B52-293B9025E2D1}"/>
          </ac:graphicFrameMkLst>
        </pc:graphicFrameChg>
      </pc:sldChg>
    </pc:docChg>
  </pc:docChgLst>
  <pc:docChgLst>
    <pc:chgData name="Akula, Kiran" userId="4edd7db3-3f5e-4d95-b6aa-837b0f56c970" providerId="ADAL" clId="{D94FC437-D2EC-4400-A69C-51604DEDBE92}"/>
    <pc:docChg chg="undo custSel addSld delSld modSld">
      <pc:chgData name="Akula, Kiran" userId="4edd7db3-3f5e-4d95-b6aa-837b0f56c970" providerId="ADAL" clId="{D94FC437-D2EC-4400-A69C-51604DEDBE92}" dt="2024-07-12T11:18:05.808" v="1583" actId="20577"/>
      <pc:docMkLst>
        <pc:docMk/>
      </pc:docMkLst>
      <pc:sldChg chg="del">
        <pc:chgData name="Akula, Kiran" userId="4edd7db3-3f5e-4d95-b6aa-837b0f56c970" providerId="ADAL" clId="{D94FC437-D2EC-4400-A69C-51604DEDBE92}" dt="2024-07-12T11:07:38.074" v="1469" actId="2696"/>
        <pc:sldMkLst>
          <pc:docMk/>
          <pc:sldMk cId="1531364721" sldId="2141412306"/>
        </pc:sldMkLst>
      </pc:sldChg>
      <pc:sldChg chg="modSp mod">
        <pc:chgData name="Akula, Kiran" userId="4edd7db3-3f5e-4d95-b6aa-837b0f56c970" providerId="ADAL" clId="{D94FC437-D2EC-4400-A69C-51604DEDBE92}" dt="2024-07-12T08:55:07.119" v="418" actId="20577"/>
        <pc:sldMkLst>
          <pc:docMk/>
          <pc:sldMk cId="3314845531" sldId="2147474195"/>
        </pc:sldMkLst>
        <pc:spChg chg="mod">
          <ac:chgData name="Akula, Kiran" userId="4edd7db3-3f5e-4d95-b6aa-837b0f56c970" providerId="ADAL" clId="{D94FC437-D2EC-4400-A69C-51604DEDBE92}" dt="2024-07-12T08:54:37.683" v="415" actId="1076"/>
          <ac:spMkLst>
            <pc:docMk/>
            <pc:sldMk cId="3314845531" sldId="2147474195"/>
            <ac:spMk id="6" creationId="{F85BE96A-2894-E228-F1BC-6348BE49A5AD}"/>
          </ac:spMkLst>
        </pc:spChg>
        <pc:spChg chg="mod">
          <ac:chgData name="Akula, Kiran" userId="4edd7db3-3f5e-4d95-b6aa-837b0f56c970" providerId="ADAL" clId="{D94FC437-D2EC-4400-A69C-51604DEDBE92}" dt="2024-07-12T08:53:07.001" v="303" actId="14100"/>
          <ac:spMkLst>
            <pc:docMk/>
            <pc:sldMk cId="3314845531" sldId="2147474195"/>
            <ac:spMk id="7" creationId="{DB6F70B5-642E-E428-E2B9-E4ADAE527FBE}"/>
          </ac:spMkLst>
        </pc:spChg>
        <pc:spChg chg="mod">
          <ac:chgData name="Akula, Kiran" userId="4edd7db3-3f5e-4d95-b6aa-837b0f56c970" providerId="ADAL" clId="{D94FC437-D2EC-4400-A69C-51604DEDBE92}" dt="2024-07-12T08:55:07.119" v="418" actId="20577"/>
          <ac:spMkLst>
            <pc:docMk/>
            <pc:sldMk cId="3314845531" sldId="2147474195"/>
            <ac:spMk id="10" creationId="{2D2AF330-23A5-254C-D45F-71CCE51D3C15}"/>
          </ac:spMkLst>
        </pc:spChg>
      </pc:sldChg>
      <pc:sldChg chg="modSp mod">
        <pc:chgData name="Akula, Kiran" userId="4edd7db3-3f5e-4d95-b6aa-837b0f56c970" providerId="ADAL" clId="{D94FC437-D2EC-4400-A69C-51604DEDBE92}" dt="2024-07-12T11:10:45.351" v="1498" actId="20577"/>
        <pc:sldMkLst>
          <pc:docMk/>
          <pc:sldMk cId="2759881903" sldId="2147474196"/>
        </pc:sldMkLst>
        <pc:spChg chg="mod">
          <ac:chgData name="Akula, Kiran" userId="4edd7db3-3f5e-4d95-b6aa-837b0f56c970" providerId="ADAL" clId="{D94FC437-D2EC-4400-A69C-51604DEDBE92}" dt="2024-07-12T11:10:27.539" v="1491" actId="20577"/>
          <ac:spMkLst>
            <pc:docMk/>
            <pc:sldMk cId="2759881903" sldId="2147474196"/>
            <ac:spMk id="11" creationId="{49782297-8701-32AA-E181-1F11F0B26B41}"/>
          </ac:spMkLst>
        </pc:spChg>
        <pc:spChg chg="mod">
          <ac:chgData name="Akula, Kiran" userId="4edd7db3-3f5e-4d95-b6aa-837b0f56c970" providerId="ADAL" clId="{D94FC437-D2EC-4400-A69C-51604DEDBE92}" dt="2024-07-12T09:07:27.798" v="1082" actId="1076"/>
          <ac:spMkLst>
            <pc:docMk/>
            <pc:sldMk cId="2759881903" sldId="2147474196"/>
            <ac:spMk id="17" creationId="{27DF19F2-A2C9-2AB4-4779-2CC5BFD977EE}"/>
          </ac:spMkLst>
        </pc:spChg>
        <pc:spChg chg="mod">
          <ac:chgData name="Akula, Kiran" userId="4edd7db3-3f5e-4d95-b6aa-837b0f56c970" providerId="ADAL" clId="{D94FC437-D2EC-4400-A69C-51604DEDBE92}" dt="2024-07-12T11:10:45.351" v="1498" actId="20577"/>
          <ac:spMkLst>
            <pc:docMk/>
            <pc:sldMk cId="2759881903" sldId="2147474196"/>
            <ac:spMk id="19" creationId="{77B7CEB3-302A-C888-7A78-769E8DD0A408}"/>
          </ac:spMkLst>
        </pc:spChg>
        <pc:spChg chg="mod">
          <ac:chgData name="Akula, Kiran" userId="4edd7db3-3f5e-4d95-b6aa-837b0f56c970" providerId="ADAL" clId="{D94FC437-D2EC-4400-A69C-51604DEDBE92}" dt="2024-07-12T09:07:35.342" v="1083" actId="1076"/>
          <ac:spMkLst>
            <pc:docMk/>
            <pc:sldMk cId="2759881903" sldId="2147474196"/>
            <ac:spMk id="23" creationId="{F41F6C11-121F-FB9F-CA43-AE1640376333}"/>
          </ac:spMkLst>
        </pc:spChg>
        <pc:spChg chg="mod">
          <ac:chgData name="Akula, Kiran" userId="4edd7db3-3f5e-4d95-b6aa-837b0f56c970" providerId="ADAL" clId="{D94FC437-D2EC-4400-A69C-51604DEDBE92}" dt="2024-07-12T09:05:45.060" v="1070" actId="1076"/>
          <ac:spMkLst>
            <pc:docMk/>
            <pc:sldMk cId="2759881903" sldId="2147474196"/>
            <ac:spMk id="44" creationId="{1F928BFC-5132-3A53-0B80-5D1ADE750FF7}"/>
          </ac:spMkLst>
        </pc:spChg>
        <pc:spChg chg="mod">
          <ac:chgData name="Akula, Kiran" userId="4edd7db3-3f5e-4d95-b6aa-837b0f56c970" providerId="ADAL" clId="{D94FC437-D2EC-4400-A69C-51604DEDBE92}" dt="2024-07-12T09:05:49.855" v="1071" actId="1076"/>
          <ac:spMkLst>
            <pc:docMk/>
            <pc:sldMk cId="2759881903" sldId="2147474196"/>
            <ac:spMk id="50" creationId="{A9439EB5-8BD3-61A1-328E-19F2AFEE55B2}"/>
          </ac:spMkLst>
        </pc:spChg>
        <pc:spChg chg="mod">
          <ac:chgData name="Akula, Kiran" userId="4edd7db3-3f5e-4d95-b6aa-837b0f56c970" providerId="ADAL" clId="{D94FC437-D2EC-4400-A69C-51604DEDBE92}" dt="2024-07-12T09:05:54.644" v="1072" actId="1076"/>
          <ac:spMkLst>
            <pc:docMk/>
            <pc:sldMk cId="2759881903" sldId="2147474196"/>
            <ac:spMk id="54" creationId="{A2D9E38B-28BB-C06D-9D5B-924105E27D1F}"/>
          </ac:spMkLst>
        </pc:spChg>
        <pc:spChg chg="mod">
          <ac:chgData name="Akula, Kiran" userId="4edd7db3-3f5e-4d95-b6aa-837b0f56c970" providerId="ADAL" clId="{D94FC437-D2EC-4400-A69C-51604DEDBE92}" dt="2024-07-12T09:05:58.729" v="1073" actId="1076"/>
          <ac:spMkLst>
            <pc:docMk/>
            <pc:sldMk cId="2759881903" sldId="2147474196"/>
            <ac:spMk id="58" creationId="{F1C4B105-F37A-4901-BE40-E63D233C4918}"/>
          </ac:spMkLst>
        </pc:spChg>
        <pc:spChg chg="mod">
          <ac:chgData name="Akula, Kiran" userId="4edd7db3-3f5e-4d95-b6aa-837b0f56c970" providerId="ADAL" clId="{D94FC437-D2EC-4400-A69C-51604DEDBE92}" dt="2024-07-12T09:06:08.691" v="1074" actId="1076"/>
          <ac:spMkLst>
            <pc:docMk/>
            <pc:sldMk cId="2759881903" sldId="2147474196"/>
            <ac:spMk id="62" creationId="{8A9A5BC5-9701-3144-35CC-08AA4D5AB0AB}"/>
          </ac:spMkLst>
        </pc:spChg>
        <pc:spChg chg="mod">
          <ac:chgData name="Akula, Kiran" userId="4edd7db3-3f5e-4d95-b6aa-837b0f56c970" providerId="ADAL" clId="{D94FC437-D2EC-4400-A69C-51604DEDBE92}" dt="2024-07-12T09:05:35.894" v="1068" actId="1076"/>
          <ac:spMkLst>
            <pc:docMk/>
            <pc:sldMk cId="2759881903" sldId="2147474196"/>
            <ac:spMk id="65" creationId="{A1227A7F-1C23-89B8-819D-F1ECAF207FBA}"/>
          </ac:spMkLst>
        </pc:spChg>
        <pc:graphicFrameChg chg="mod">
          <ac:chgData name="Akula, Kiran" userId="4edd7db3-3f5e-4d95-b6aa-837b0f56c970" providerId="ADAL" clId="{D94FC437-D2EC-4400-A69C-51604DEDBE92}" dt="2024-07-12T09:05:40.690" v="1069" actId="1076"/>
          <ac:graphicFrameMkLst>
            <pc:docMk/>
            <pc:sldMk cId="2759881903" sldId="2147474196"/>
            <ac:graphicFrameMk id="40" creationId="{8C76BFE0-7E0C-2BEA-EA90-34B10D67DC01}"/>
          </ac:graphicFrameMkLst>
        </pc:graphicFrameChg>
      </pc:sldChg>
      <pc:sldChg chg="addSp delSp modSp mod">
        <pc:chgData name="Akula, Kiran" userId="4edd7db3-3f5e-4d95-b6aa-837b0f56c970" providerId="ADAL" clId="{D94FC437-D2EC-4400-A69C-51604DEDBE92}" dt="2024-07-12T10:40:59.438" v="1171" actId="1076"/>
        <pc:sldMkLst>
          <pc:docMk/>
          <pc:sldMk cId="3319730112" sldId="2147474197"/>
        </pc:sldMkLst>
        <pc:spChg chg="del">
          <ac:chgData name="Akula, Kiran" userId="4edd7db3-3f5e-4d95-b6aa-837b0f56c970" providerId="ADAL" clId="{D94FC437-D2EC-4400-A69C-51604DEDBE92}" dt="2024-07-12T10:40:19.565" v="1168" actId="478"/>
          <ac:spMkLst>
            <pc:docMk/>
            <pc:sldMk cId="3319730112" sldId="2147474197"/>
            <ac:spMk id="2" creationId="{95C97BBC-35BF-A3C5-2091-7CDC318E25E7}"/>
          </ac:spMkLst>
        </pc:spChg>
        <pc:spChg chg="add mod">
          <ac:chgData name="Akula, Kiran" userId="4edd7db3-3f5e-4d95-b6aa-837b0f56c970" providerId="ADAL" clId="{D94FC437-D2EC-4400-A69C-51604DEDBE92}" dt="2024-07-12T10:40:59.438" v="1171" actId="1076"/>
          <ac:spMkLst>
            <pc:docMk/>
            <pc:sldMk cId="3319730112" sldId="2147474197"/>
            <ac:spMk id="6" creationId="{1425C407-E96A-6BD1-E3D7-16A6793EF726}"/>
          </ac:spMkLst>
        </pc:spChg>
        <pc:graphicFrameChg chg="modGraphic">
          <ac:chgData name="Akula, Kiran" userId="4edd7db3-3f5e-4d95-b6aa-837b0f56c970" providerId="ADAL" clId="{D94FC437-D2EC-4400-A69C-51604DEDBE92}" dt="2024-07-12T09:21:43.974" v="1104" actId="20577"/>
          <ac:graphicFrameMkLst>
            <pc:docMk/>
            <pc:sldMk cId="3319730112" sldId="2147474197"/>
            <ac:graphicFrameMk id="15" creationId="{DC388D56-E830-41BE-7B25-DF1AA6918424}"/>
          </ac:graphicFrameMkLst>
        </pc:graphicFrameChg>
      </pc:sldChg>
      <pc:sldChg chg="delSp modSp mod">
        <pc:chgData name="Akula, Kiran" userId="4edd7db3-3f5e-4d95-b6aa-837b0f56c970" providerId="ADAL" clId="{D94FC437-D2EC-4400-A69C-51604DEDBE92}" dt="2024-07-12T10:40:45.581" v="1169" actId="21"/>
        <pc:sldMkLst>
          <pc:docMk/>
          <pc:sldMk cId="1906058678" sldId="2147474198"/>
        </pc:sldMkLst>
        <pc:spChg chg="del mod">
          <ac:chgData name="Akula, Kiran" userId="4edd7db3-3f5e-4d95-b6aa-837b0f56c970" providerId="ADAL" clId="{D94FC437-D2EC-4400-A69C-51604DEDBE92}" dt="2024-07-12T10:40:45.581" v="1169" actId="21"/>
          <ac:spMkLst>
            <pc:docMk/>
            <pc:sldMk cId="1906058678" sldId="2147474198"/>
            <ac:spMk id="7" creationId="{22DAD999-1CE4-8496-D3EC-84DE3C010352}"/>
          </ac:spMkLst>
        </pc:spChg>
        <pc:graphicFrameChg chg="mod modGraphic">
          <ac:chgData name="Akula, Kiran" userId="4edd7db3-3f5e-4d95-b6aa-837b0f56c970" providerId="ADAL" clId="{D94FC437-D2EC-4400-A69C-51604DEDBE92}" dt="2024-07-12T09:56:00.783" v="1167" actId="20577"/>
          <ac:graphicFrameMkLst>
            <pc:docMk/>
            <pc:sldMk cId="1906058678" sldId="2147474198"/>
            <ac:graphicFrameMk id="5" creationId="{5E658667-5B80-7E8D-0F4B-BC96CC1C1609}"/>
          </ac:graphicFrameMkLst>
        </pc:graphicFrameChg>
      </pc:sldChg>
      <pc:sldChg chg="modSp mod">
        <pc:chgData name="Akula, Kiran" userId="4edd7db3-3f5e-4d95-b6aa-837b0f56c970" providerId="ADAL" clId="{D94FC437-D2EC-4400-A69C-51604DEDBE92}" dt="2024-07-12T11:04:04.840" v="1468"/>
        <pc:sldMkLst>
          <pc:docMk/>
          <pc:sldMk cId="3214550514" sldId="2147474201"/>
        </pc:sldMkLst>
        <pc:graphicFrameChg chg="mod modGraphic">
          <ac:chgData name="Akula, Kiran" userId="4edd7db3-3f5e-4d95-b6aa-837b0f56c970" providerId="ADAL" clId="{D94FC437-D2EC-4400-A69C-51604DEDBE92}" dt="2024-07-12T11:04:04.840" v="1468"/>
          <ac:graphicFrameMkLst>
            <pc:docMk/>
            <pc:sldMk cId="3214550514" sldId="2147474201"/>
            <ac:graphicFrameMk id="5" creationId="{0FF2AB5B-189E-0A66-27A2-3A85CBF0E408}"/>
          </ac:graphicFrameMkLst>
        </pc:graphicFrameChg>
      </pc:sldChg>
      <pc:sldChg chg="modSp mod">
        <pc:chgData name="Akula, Kiran" userId="4edd7db3-3f5e-4d95-b6aa-837b0f56c970" providerId="ADAL" clId="{D94FC437-D2EC-4400-A69C-51604DEDBE92}" dt="2024-07-12T11:18:05.808" v="1583" actId="20577"/>
        <pc:sldMkLst>
          <pc:docMk/>
          <pc:sldMk cId="35875273" sldId="2147475793"/>
        </pc:sldMkLst>
        <pc:spChg chg="mod">
          <ac:chgData name="Akula, Kiran" userId="4edd7db3-3f5e-4d95-b6aa-837b0f56c970" providerId="ADAL" clId="{D94FC437-D2EC-4400-A69C-51604DEDBE92}" dt="2024-07-12T11:18:05.808" v="1583" actId="20577"/>
          <ac:spMkLst>
            <pc:docMk/>
            <pc:sldMk cId="35875273" sldId="2147475793"/>
            <ac:spMk id="6" creationId="{DBF12C14-EF12-4ED5-9B62-8D1F4F53C626}"/>
          </ac:spMkLst>
        </pc:spChg>
      </pc:sldChg>
      <pc:sldChg chg="delSp modSp mod">
        <pc:chgData name="Akula, Kiran" userId="4edd7db3-3f5e-4d95-b6aa-837b0f56c970" providerId="ADAL" clId="{D94FC437-D2EC-4400-A69C-51604DEDBE92}" dt="2024-07-12T09:47:43.171" v="1154" actId="20577"/>
        <pc:sldMkLst>
          <pc:docMk/>
          <pc:sldMk cId="2145220705" sldId="2147475794"/>
        </pc:sldMkLst>
        <pc:spChg chg="del">
          <ac:chgData name="Akula, Kiran" userId="4edd7db3-3f5e-4d95-b6aa-837b0f56c970" providerId="ADAL" clId="{D94FC437-D2EC-4400-A69C-51604DEDBE92}" dt="2024-07-12T09:42:17.688" v="1125" actId="21"/>
          <ac:spMkLst>
            <pc:docMk/>
            <pc:sldMk cId="2145220705" sldId="2147475794"/>
            <ac:spMk id="15" creationId="{D8C53EC2-7C6E-7B1D-367F-E703133ED801}"/>
          </ac:spMkLst>
        </pc:spChg>
        <pc:graphicFrameChg chg="mod modGraphic">
          <ac:chgData name="Akula, Kiran" userId="4edd7db3-3f5e-4d95-b6aa-837b0f56c970" providerId="ADAL" clId="{D94FC437-D2EC-4400-A69C-51604DEDBE92}" dt="2024-07-12T09:47:43.171" v="1154" actId="20577"/>
          <ac:graphicFrameMkLst>
            <pc:docMk/>
            <pc:sldMk cId="2145220705" sldId="2147475794"/>
            <ac:graphicFrameMk id="8" creationId="{84F68552-B897-7EF6-ECBF-8F0EDF077AA8}"/>
          </ac:graphicFrameMkLst>
        </pc:graphicFrameChg>
      </pc:sldChg>
      <pc:sldChg chg="modSp del mod">
        <pc:chgData name="Akula, Kiran" userId="4edd7db3-3f5e-4d95-b6aa-837b0f56c970" providerId="ADAL" clId="{D94FC437-D2EC-4400-A69C-51604DEDBE92}" dt="2024-07-12T11:09:39.335" v="1471" actId="2696"/>
        <pc:sldMkLst>
          <pc:docMk/>
          <pc:sldMk cId="1001885555" sldId="2147475796"/>
        </pc:sldMkLst>
        <pc:spChg chg="mod">
          <ac:chgData name="Akula, Kiran" userId="4edd7db3-3f5e-4d95-b6aa-837b0f56c970" providerId="ADAL" clId="{D94FC437-D2EC-4400-A69C-51604DEDBE92}" dt="2024-07-12T11:08:21.551" v="1470" actId="6549"/>
          <ac:spMkLst>
            <pc:docMk/>
            <pc:sldMk cId="1001885555" sldId="2147475796"/>
            <ac:spMk id="11" creationId="{49782297-8701-32AA-E181-1F11F0B26B41}"/>
          </ac:spMkLst>
        </pc:spChg>
        <pc:spChg chg="mod">
          <ac:chgData name="Akula, Kiran" userId="4edd7db3-3f5e-4d95-b6aa-837b0f56c970" providerId="ADAL" clId="{D94FC437-D2EC-4400-A69C-51604DEDBE92}" dt="2024-07-12T09:10:22.022" v="1097" actId="14100"/>
          <ac:spMkLst>
            <pc:docMk/>
            <pc:sldMk cId="1001885555" sldId="2147475796"/>
            <ac:spMk id="23" creationId="{F41F6C11-121F-FB9F-CA43-AE1640376333}"/>
          </ac:spMkLst>
        </pc:spChg>
      </pc:sldChg>
      <pc:sldChg chg="new del">
        <pc:chgData name="Akula, Kiran" userId="4edd7db3-3f5e-4d95-b6aa-837b0f56c970" providerId="ADAL" clId="{D94FC437-D2EC-4400-A69C-51604DEDBE92}" dt="2024-07-11T17:13:43.147" v="1" actId="2696"/>
        <pc:sldMkLst>
          <pc:docMk/>
          <pc:sldMk cId="3836723365" sldId="2147475823"/>
        </pc:sldMkLst>
      </pc:sldChg>
    </pc:docChg>
  </pc:docChgLst>
  <pc:docChgLst>
    <pc:chgData name="Gudla, Natraj" userId="1b097815-ad51-435d-a557-eb69be7a0b69" providerId="ADAL" clId="{AF44D828-071E-44F8-8E4E-4971C61F34FB}"/>
    <pc:docChg chg="undo custSel addSld delSld modSld">
      <pc:chgData name="Gudla, Natraj" userId="1b097815-ad51-435d-a557-eb69be7a0b69" providerId="ADAL" clId="{AF44D828-071E-44F8-8E4E-4971C61F34FB}" dt="2024-07-05T09:46:34.901" v="2129" actId="20577"/>
      <pc:docMkLst>
        <pc:docMk/>
      </pc:docMkLst>
      <pc:sldChg chg="modSp mod">
        <pc:chgData name="Gudla, Natraj" userId="1b097815-ad51-435d-a557-eb69be7a0b69" providerId="ADAL" clId="{AF44D828-071E-44F8-8E4E-4971C61F34FB}" dt="2024-06-26T14:59:30.445" v="95" actId="20577"/>
        <pc:sldMkLst>
          <pc:docMk/>
          <pc:sldMk cId="2815566877" sldId="2076137832"/>
        </pc:sldMkLst>
        <pc:spChg chg="mod">
          <ac:chgData name="Gudla, Natraj" userId="1b097815-ad51-435d-a557-eb69be7a0b69" providerId="ADAL" clId="{AF44D828-071E-44F8-8E4E-4971C61F34FB}" dt="2024-06-26T14:59:30.445" v="95" actId="20577"/>
          <ac:spMkLst>
            <pc:docMk/>
            <pc:sldMk cId="2815566877" sldId="2076137832"/>
            <ac:spMk id="3" creationId="{155FCA84-4387-498D-8202-97BC1B4142D0}"/>
          </ac:spMkLst>
        </pc:spChg>
      </pc:sldChg>
      <pc:sldChg chg="modSp mod">
        <pc:chgData name="Gudla, Natraj" userId="1b097815-ad51-435d-a557-eb69be7a0b69" providerId="ADAL" clId="{AF44D828-071E-44F8-8E4E-4971C61F34FB}" dt="2024-07-05T03:31:30.355" v="1898" actId="1076"/>
        <pc:sldMkLst>
          <pc:docMk/>
          <pc:sldMk cId="2001861423" sldId="2147474153"/>
        </pc:sldMkLst>
        <pc:graphicFrameChg chg="mod modGraphic">
          <ac:chgData name="Gudla, Natraj" userId="1b097815-ad51-435d-a557-eb69be7a0b69" providerId="ADAL" clId="{AF44D828-071E-44F8-8E4E-4971C61F34FB}" dt="2024-07-05T03:31:30.355" v="1898" actId="1076"/>
          <ac:graphicFrameMkLst>
            <pc:docMk/>
            <pc:sldMk cId="2001861423" sldId="2147474153"/>
            <ac:graphicFrameMk id="8" creationId="{0449F75F-2706-876C-71DE-D728F38E233D}"/>
          </ac:graphicFrameMkLst>
        </pc:graphicFrameChg>
      </pc:sldChg>
      <pc:sldChg chg="modSp del mod">
        <pc:chgData name="Gudla, Natraj" userId="1b097815-ad51-435d-a557-eb69be7a0b69" providerId="ADAL" clId="{AF44D828-071E-44F8-8E4E-4971C61F34FB}" dt="2024-07-05T03:38:14.761" v="1992" actId="47"/>
        <pc:sldMkLst>
          <pc:docMk/>
          <pc:sldMk cId="3447131155" sldId="2147474155"/>
        </pc:sldMkLst>
        <pc:spChg chg="mod">
          <ac:chgData name="Gudla, Natraj" userId="1b097815-ad51-435d-a557-eb69be7a0b69" providerId="ADAL" clId="{AF44D828-071E-44F8-8E4E-4971C61F34FB}" dt="2024-07-05T03:34:09.877" v="1923" actId="1076"/>
          <ac:spMkLst>
            <pc:docMk/>
            <pc:sldMk cId="3447131155" sldId="2147474155"/>
            <ac:spMk id="3" creationId="{E7A0A04E-4539-76F3-C369-AD07AF8FA944}"/>
          </ac:spMkLst>
        </pc:spChg>
        <pc:graphicFrameChg chg="mod modGraphic">
          <ac:chgData name="Gudla, Natraj" userId="1b097815-ad51-435d-a557-eb69be7a0b69" providerId="ADAL" clId="{AF44D828-071E-44F8-8E4E-4971C61F34FB}" dt="2024-07-05T03:35:10.942" v="1933" actId="14734"/>
          <ac:graphicFrameMkLst>
            <pc:docMk/>
            <pc:sldMk cId="3447131155" sldId="2147474155"/>
            <ac:graphicFrameMk id="2" creationId="{D0BCB5DE-6896-5F5C-6600-0AA0464C3ADF}"/>
          </ac:graphicFrameMkLst>
        </pc:graphicFrameChg>
      </pc:sldChg>
      <pc:sldChg chg="addSp modSp mod">
        <pc:chgData name="Gudla, Natraj" userId="1b097815-ad51-435d-a557-eb69be7a0b69" providerId="ADAL" clId="{AF44D828-071E-44F8-8E4E-4971C61F34FB}" dt="2024-07-04T14:14:23.927" v="1892" actId="20577"/>
        <pc:sldMkLst>
          <pc:docMk/>
          <pc:sldMk cId="3571720637" sldId="2147474170"/>
        </pc:sldMkLst>
        <pc:spChg chg="add mod">
          <ac:chgData name="Gudla, Natraj" userId="1b097815-ad51-435d-a557-eb69be7a0b69" providerId="ADAL" clId="{AF44D828-071E-44F8-8E4E-4971C61F34FB}" dt="2024-07-04T14:14:23.927" v="1892" actId="20577"/>
          <ac:spMkLst>
            <pc:docMk/>
            <pc:sldMk cId="3571720637" sldId="2147474170"/>
            <ac:spMk id="6" creationId="{96C22959-683D-D97E-7934-631B507D4100}"/>
          </ac:spMkLst>
        </pc:spChg>
        <pc:graphicFrameChg chg="mod modGraphic">
          <ac:chgData name="Gudla, Natraj" userId="1b097815-ad51-435d-a557-eb69be7a0b69" providerId="ADAL" clId="{AF44D828-071E-44F8-8E4E-4971C61F34FB}" dt="2024-07-04T14:12:50.966" v="1804" actId="1076"/>
          <ac:graphicFrameMkLst>
            <pc:docMk/>
            <pc:sldMk cId="3571720637" sldId="2147474170"/>
            <ac:graphicFrameMk id="5" creationId="{1C9E509A-046D-B36A-F951-A7D28A00A329}"/>
          </ac:graphicFrameMkLst>
        </pc:graphicFrameChg>
      </pc:sldChg>
      <pc:sldChg chg="delSp modSp mod">
        <pc:chgData name="Gudla, Natraj" userId="1b097815-ad51-435d-a557-eb69be7a0b69" providerId="ADAL" clId="{AF44D828-071E-44F8-8E4E-4971C61F34FB}" dt="2024-06-27T10:20:40.507" v="100" actId="14100"/>
        <pc:sldMkLst>
          <pc:docMk/>
          <pc:sldMk cId="3429204321" sldId="2147474174"/>
        </pc:sldMkLst>
        <pc:picChg chg="mod">
          <ac:chgData name="Gudla, Natraj" userId="1b097815-ad51-435d-a557-eb69be7a0b69" providerId="ADAL" clId="{AF44D828-071E-44F8-8E4E-4971C61F34FB}" dt="2024-06-27T10:20:40.507" v="100" actId="14100"/>
          <ac:picMkLst>
            <pc:docMk/>
            <pc:sldMk cId="3429204321" sldId="2147474174"/>
            <ac:picMk id="2" creationId="{AE0DB3AA-4A57-9CBB-E028-4056D2DAB0BA}"/>
          </ac:picMkLst>
        </pc:picChg>
        <pc:picChg chg="del">
          <ac:chgData name="Gudla, Natraj" userId="1b097815-ad51-435d-a557-eb69be7a0b69" providerId="ADAL" clId="{AF44D828-071E-44F8-8E4E-4971C61F34FB}" dt="2024-06-27T10:20:27.395" v="96" actId="478"/>
          <ac:picMkLst>
            <pc:docMk/>
            <pc:sldMk cId="3429204321" sldId="2147474174"/>
            <ac:picMk id="4" creationId="{EBB91477-4389-C7F2-2D17-EA25C187EB59}"/>
          </ac:picMkLst>
        </pc:picChg>
      </pc:sldChg>
      <pc:sldChg chg="modSp mod">
        <pc:chgData name="Gudla, Natraj" userId="1b097815-ad51-435d-a557-eb69be7a0b69" providerId="ADAL" clId="{AF44D828-071E-44F8-8E4E-4971C61F34FB}" dt="2024-07-04T14:03:36.997" v="1786" actId="403"/>
        <pc:sldMkLst>
          <pc:docMk/>
          <pc:sldMk cId="2042885715" sldId="2147474192"/>
        </pc:sldMkLst>
        <pc:spChg chg="mod">
          <ac:chgData name="Gudla, Natraj" userId="1b097815-ad51-435d-a557-eb69be7a0b69" providerId="ADAL" clId="{AF44D828-071E-44F8-8E4E-4971C61F34FB}" dt="2024-07-04T06:02:35.995" v="1510" actId="2711"/>
          <ac:spMkLst>
            <pc:docMk/>
            <pc:sldMk cId="2042885715" sldId="2147474192"/>
            <ac:spMk id="3" creationId="{20BB6379-0285-56F4-3687-3DD0B131A670}"/>
          </ac:spMkLst>
        </pc:spChg>
        <pc:spChg chg="mod">
          <ac:chgData name="Gudla, Natraj" userId="1b097815-ad51-435d-a557-eb69be7a0b69" providerId="ADAL" clId="{AF44D828-071E-44F8-8E4E-4971C61F34FB}" dt="2024-07-04T14:03:36.997" v="1786" actId="403"/>
          <ac:spMkLst>
            <pc:docMk/>
            <pc:sldMk cId="2042885715" sldId="2147474192"/>
            <ac:spMk id="4" creationId="{D3E9CD0C-43D4-8A37-4193-057960911025}"/>
          </ac:spMkLst>
        </pc:spChg>
      </pc:sldChg>
      <pc:sldChg chg="modSp mod">
        <pc:chgData name="Gudla, Natraj" userId="1b097815-ad51-435d-a557-eb69be7a0b69" providerId="ADAL" clId="{AF44D828-071E-44F8-8E4E-4971C61F34FB}" dt="2024-07-05T03:34:39.712" v="1929" actId="2161"/>
        <pc:sldMkLst>
          <pc:docMk/>
          <pc:sldMk cId="3332527972" sldId="2147475815"/>
        </pc:sldMkLst>
        <pc:graphicFrameChg chg="mod modGraphic">
          <ac:chgData name="Gudla, Natraj" userId="1b097815-ad51-435d-a557-eb69be7a0b69" providerId="ADAL" clId="{AF44D828-071E-44F8-8E4E-4971C61F34FB}" dt="2024-07-05T03:34:39.712" v="1929" actId="2161"/>
          <ac:graphicFrameMkLst>
            <pc:docMk/>
            <pc:sldMk cId="3332527972" sldId="2147475815"/>
            <ac:graphicFrameMk id="8" creationId="{0449F75F-2706-876C-71DE-D728F38E233D}"/>
          </ac:graphicFrameMkLst>
        </pc:graphicFrameChg>
      </pc:sldChg>
      <pc:sldChg chg="modSp add mod">
        <pc:chgData name="Gudla, Natraj" userId="1b097815-ad51-435d-a557-eb69be7a0b69" providerId="ADAL" clId="{AF44D828-071E-44F8-8E4E-4971C61F34FB}" dt="2024-07-05T09:46:34.901" v="2129" actId="20577"/>
        <pc:sldMkLst>
          <pc:docMk/>
          <pc:sldMk cId="2621471946" sldId="2147475821"/>
        </pc:sldMkLst>
        <pc:spChg chg="mod">
          <ac:chgData name="Gudla, Natraj" userId="1b097815-ad51-435d-a557-eb69be7a0b69" providerId="ADAL" clId="{AF44D828-071E-44F8-8E4E-4971C61F34FB}" dt="2024-07-05T03:32:49.206" v="1905" actId="1076"/>
          <ac:spMkLst>
            <pc:docMk/>
            <pc:sldMk cId="2621471946" sldId="2147475821"/>
            <ac:spMk id="3" creationId="{E7A0A04E-4539-76F3-C369-AD07AF8FA944}"/>
          </ac:spMkLst>
        </pc:spChg>
        <pc:graphicFrameChg chg="mod modGraphic">
          <ac:chgData name="Gudla, Natraj" userId="1b097815-ad51-435d-a557-eb69be7a0b69" providerId="ADAL" clId="{AF44D828-071E-44F8-8E4E-4971C61F34FB}" dt="2024-07-05T09:46:34.901" v="2129" actId="20577"/>
          <ac:graphicFrameMkLst>
            <pc:docMk/>
            <pc:sldMk cId="2621471946" sldId="2147475821"/>
            <ac:graphicFrameMk id="2" creationId="{D0BCB5DE-6896-5F5C-6600-0AA0464C3ADF}"/>
          </ac:graphicFrameMkLst>
        </pc:graphicFrameChg>
      </pc:sldChg>
    </pc:docChg>
  </pc:docChgLst>
  <pc:docChgLst>
    <pc:chgData name="Kanduru, Raghava" userId="cf8c09de-c40c-47a2-971b-c612c06e0906" providerId="ADAL" clId="{4C56122D-C267-4AA5-B2AB-CAAC7D036D6C}"/>
    <pc:docChg chg="undo custSel addSld modSld sldOrd modMainMaster">
      <pc:chgData name="Kanduru, Raghava" userId="cf8c09de-c40c-47a2-971b-c612c06e0906" providerId="ADAL" clId="{4C56122D-C267-4AA5-B2AB-CAAC7D036D6C}" dt="2024-06-06T08:48:23.588" v="1434" actId="108"/>
      <pc:docMkLst>
        <pc:docMk/>
      </pc:docMkLst>
      <pc:sldChg chg="modSp mod">
        <pc:chgData name="Kanduru, Raghava" userId="cf8c09de-c40c-47a2-971b-c612c06e0906" providerId="ADAL" clId="{4C56122D-C267-4AA5-B2AB-CAAC7D036D6C}" dt="2024-06-05T17:40:03.449" v="482" actId="313"/>
        <pc:sldMkLst>
          <pc:docMk/>
          <pc:sldMk cId="1641999006" sldId="256"/>
        </pc:sldMkLst>
        <pc:spChg chg="mod">
          <ac:chgData name="Kanduru, Raghava" userId="cf8c09de-c40c-47a2-971b-c612c06e0906" providerId="ADAL" clId="{4C56122D-C267-4AA5-B2AB-CAAC7D036D6C}" dt="2024-06-05T17:39:25.566" v="479" actId="313"/>
          <ac:spMkLst>
            <pc:docMk/>
            <pc:sldMk cId="1641999006" sldId="256"/>
            <ac:spMk id="9" creationId="{B377CF75-617E-D0BD-4B85-386A209EC016}"/>
          </ac:spMkLst>
        </pc:spChg>
        <pc:spChg chg="mod">
          <ac:chgData name="Kanduru, Raghava" userId="cf8c09de-c40c-47a2-971b-c612c06e0906" providerId="ADAL" clId="{4C56122D-C267-4AA5-B2AB-CAAC7D036D6C}" dt="2024-06-05T17:39:26.851" v="480" actId="313"/>
          <ac:spMkLst>
            <pc:docMk/>
            <pc:sldMk cId="1641999006" sldId="256"/>
            <ac:spMk id="10" creationId="{8555B5BE-EC73-FC31-AFFA-4CB424755799}"/>
          </ac:spMkLst>
        </pc:spChg>
        <pc:spChg chg="mod">
          <ac:chgData name="Kanduru, Raghava" userId="cf8c09de-c40c-47a2-971b-c612c06e0906" providerId="ADAL" clId="{4C56122D-C267-4AA5-B2AB-CAAC7D036D6C}" dt="2024-06-05T17:31:39.048" v="417" actId="313"/>
          <ac:spMkLst>
            <pc:docMk/>
            <pc:sldMk cId="1641999006" sldId="256"/>
            <ac:spMk id="11" creationId="{CBC6DFDD-18B3-B3B1-E215-E4E760B9BE68}"/>
          </ac:spMkLst>
        </pc:spChg>
        <pc:spChg chg="mod">
          <ac:chgData name="Kanduru, Raghava" userId="cf8c09de-c40c-47a2-971b-c612c06e0906" providerId="ADAL" clId="{4C56122D-C267-4AA5-B2AB-CAAC7D036D6C}" dt="2024-06-05T17:35:06.280" v="437" actId="313"/>
          <ac:spMkLst>
            <pc:docMk/>
            <pc:sldMk cId="1641999006" sldId="256"/>
            <ac:spMk id="16" creationId="{F3A2DF66-68B8-333F-FE3D-5C1415282B14}"/>
          </ac:spMkLst>
        </pc:spChg>
        <pc:spChg chg="mod">
          <ac:chgData name="Kanduru, Raghava" userId="cf8c09de-c40c-47a2-971b-c612c06e0906" providerId="ADAL" clId="{4C56122D-C267-4AA5-B2AB-CAAC7D036D6C}" dt="2024-06-05T17:31:48.297" v="419" actId="313"/>
          <ac:spMkLst>
            <pc:docMk/>
            <pc:sldMk cId="1641999006" sldId="256"/>
            <ac:spMk id="22" creationId="{F79EAC5F-9B7C-E721-79E1-576EDC7F996F}"/>
          </ac:spMkLst>
        </pc:spChg>
        <pc:graphicFrameChg chg="modGraphic">
          <ac:chgData name="Kanduru, Raghava" userId="cf8c09de-c40c-47a2-971b-c612c06e0906" providerId="ADAL" clId="{4C56122D-C267-4AA5-B2AB-CAAC7D036D6C}" dt="2024-06-05T17:40:03.449" v="482" actId="313"/>
          <ac:graphicFrameMkLst>
            <pc:docMk/>
            <pc:sldMk cId="1641999006" sldId="256"/>
            <ac:graphicFrameMk id="7" creationId="{1251754D-DA2E-C1EA-4E43-F75331DFA29A}"/>
          </ac:graphicFrameMkLst>
        </pc:graphicFrameChg>
        <pc:graphicFrameChg chg="modGraphic">
          <ac:chgData name="Kanduru, Raghava" userId="cf8c09de-c40c-47a2-971b-c612c06e0906" providerId="ADAL" clId="{4C56122D-C267-4AA5-B2AB-CAAC7D036D6C}" dt="2024-06-05T17:35:02.204" v="435" actId="313"/>
          <ac:graphicFrameMkLst>
            <pc:docMk/>
            <pc:sldMk cId="1641999006" sldId="256"/>
            <ac:graphicFrameMk id="14" creationId="{00B8AB2B-3979-12DA-E250-EA46C89CCD63}"/>
          </ac:graphicFrameMkLst>
        </pc:graphicFrameChg>
        <pc:graphicFrameChg chg="modGraphic">
          <ac:chgData name="Kanduru, Raghava" userId="cf8c09de-c40c-47a2-971b-c612c06e0906" providerId="ADAL" clId="{4C56122D-C267-4AA5-B2AB-CAAC7D036D6C}" dt="2024-06-05T17:35:09.553" v="438" actId="313"/>
          <ac:graphicFrameMkLst>
            <pc:docMk/>
            <pc:sldMk cId="1641999006" sldId="256"/>
            <ac:graphicFrameMk id="21" creationId="{465BA34C-5399-F407-9FA6-8B90ECF7C420}"/>
          </ac:graphicFrameMkLst>
        </pc:graphicFrameChg>
      </pc:sldChg>
      <pc:sldChg chg="modSp mod">
        <pc:chgData name="Kanduru, Raghava" userId="cf8c09de-c40c-47a2-971b-c612c06e0906" providerId="ADAL" clId="{4C56122D-C267-4AA5-B2AB-CAAC7D036D6C}" dt="2024-06-05T17:34:45.488" v="431" actId="313"/>
        <pc:sldMkLst>
          <pc:docMk/>
          <pc:sldMk cId="168597767" sldId="258"/>
        </pc:sldMkLst>
        <pc:spChg chg="mod">
          <ac:chgData name="Kanduru, Raghava" userId="cf8c09de-c40c-47a2-971b-c612c06e0906" providerId="ADAL" clId="{4C56122D-C267-4AA5-B2AB-CAAC7D036D6C}" dt="2024-06-05T17:34:45.488" v="431" actId="313"/>
          <ac:spMkLst>
            <pc:docMk/>
            <pc:sldMk cId="168597767" sldId="258"/>
            <ac:spMk id="2" creationId="{90DA2FFE-9868-1F0F-8A4E-1DF6A5B07EC9}"/>
          </ac:spMkLst>
        </pc:spChg>
      </pc:sldChg>
      <pc:sldChg chg="modSp mod">
        <pc:chgData name="Kanduru, Raghava" userId="cf8c09de-c40c-47a2-971b-c612c06e0906" providerId="ADAL" clId="{4C56122D-C267-4AA5-B2AB-CAAC7D036D6C}" dt="2024-06-05T17:41:23.168" v="496" actId="313"/>
        <pc:sldMkLst>
          <pc:docMk/>
          <pc:sldMk cId="1236684026" sldId="2076137828"/>
        </pc:sldMkLst>
        <pc:spChg chg="mod">
          <ac:chgData name="Kanduru, Raghava" userId="cf8c09de-c40c-47a2-971b-c612c06e0906" providerId="ADAL" clId="{4C56122D-C267-4AA5-B2AB-CAAC7D036D6C}" dt="2024-06-05T17:41:23.168" v="496" actId="313"/>
          <ac:spMkLst>
            <pc:docMk/>
            <pc:sldMk cId="1236684026" sldId="2076137828"/>
            <ac:spMk id="10" creationId="{2ED5614F-4F0E-4F7B-8EA1-03BBFAA9A1C6}"/>
          </ac:spMkLst>
        </pc:spChg>
        <pc:spChg chg="mod">
          <ac:chgData name="Kanduru, Raghava" userId="cf8c09de-c40c-47a2-971b-c612c06e0906" providerId="ADAL" clId="{4C56122D-C267-4AA5-B2AB-CAAC7D036D6C}" dt="2024-06-05T17:36:00.208" v="446" actId="313"/>
          <ac:spMkLst>
            <pc:docMk/>
            <pc:sldMk cId="1236684026" sldId="2076137828"/>
            <ac:spMk id="93" creationId="{8FB2F3B1-A473-429B-B33E-45621EA72E01}"/>
          </ac:spMkLst>
        </pc:spChg>
        <pc:spChg chg="mod">
          <ac:chgData name="Kanduru, Raghava" userId="cf8c09de-c40c-47a2-971b-c612c06e0906" providerId="ADAL" clId="{4C56122D-C267-4AA5-B2AB-CAAC7D036D6C}" dt="2024-06-05T17:38:07.175" v="467" actId="313"/>
          <ac:spMkLst>
            <pc:docMk/>
            <pc:sldMk cId="1236684026" sldId="2076137828"/>
            <ac:spMk id="96" creationId="{0D7145B8-917E-4E6E-8C0F-E9C208221A73}"/>
          </ac:spMkLst>
        </pc:spChg>
        <pc:graphicFrameChg chg="modGraphic">
          <ac:chgData name="Kanduru, Raghava" userId="cf8c09de-c40c-47a2-971b-c612c06e0906" providerId="ADAL" clId="{4C56122D-C267-4AA5-B2AB-CAAC7D036D6C}" dt="2024-06-05T17:38:05.068" v="466" actId="313"/>
          <ac:graphicFrameMkLst>
            <pc:docMk/>
            <pc:sldMk cId="1236684026" sldId="2076137828"/>
            <ac:graphicFrameMk id="91" creationId="{9054FDD5-2488-465A-BD3E-08E7E0D90DB3}"/>
          </ac:graphicFrameMkLst>
        </pc:graphicFrameChg>
      </pc:sldChg>
      <pc:sldChg chg="modSp mod">
        <pc:chgData name="Kanduru, Raghava" userId="cf8c09de-c40c-47a2-971b-c612c06e0906" providerId="ADAL" clId="{4C56122D-C267-4AA5-B2AB-CAAC7D036D6C}" dt="2024-06-05T17:41:24.901" v="497" actId="313"/>
        <pc:sldMkLst>
          <pc:docMk/>
          <pc:sldMk cId="1580444266" sldId="2076137829"/>
        </pc:sldMkLst>
        <pc:spChg chg="mod">
          <ac:chgData name="Kanduru, Raghava" userId="cf8c09de-c40c-47a2-971b-c612c06e0906" providerId="ADAL" clId="{4C56122D-C267-4AA5-B2AB-CAAC7D036D6C}" dt="2024-06-05T17:33:09.553" v="422" actId="313"/>
          <ac:spMkLst>
            <pc:docMk/>
            <pc:sldMk cId="1580444266" sldId="2076137829"/>
            <ac:spMk id="5" creationId="{E6647112-C5BA-4176-86E9-A002536C02FE}"/>
          </ac:spMkLst>
        </pc:spChg>
        <pc:spChg chg="mod">
          <ac:chgData name="Kanduru, Raghava" userId="cf8c09de-c40c-47a2-971b-c612c06e0906" providerId="ADAL" clId="{4C56122D-C267-4AA5-B2AB-CAAC7D036D6C}" dt="2024-06-05T17:33:13.180" v="423" actId="313"/>
          <ac:spMkLst>
            <pc:docMk/>
            <pc:sldMk cId="1580444266" sldId="2076137829"/>
            <ac:spMk id="6" creationId="{F7ADF7FA-A030-4491-AB0F-A6AE13907664}"/>
          </ac:spMkLst>
        </pc:spChg>
        <pc:spChg chg="mod">
          <ac:chgData name="Kanduru, Raghava" userId="cf8c09de-c40c-47a2-971b-c612c06e0906" providerId="ADAL" clId="{4C56122D-C267-4AA5-B2AB-CAAC7D036D6C}" dt="2024-06-05T17:33:39.125" v="424" actId="313"/>
          <ac:spMkLst>
            <pc:docMk/>
            <pc:sldMk cId="1580444266" sldId="2076137829"/>
            <ac:spMk id="7" creationId="{DA416ACC-7E98-4CB4-9ED4-0130B100A8F1}"/>
          </ac:spMkLst>
        </pc:spChg>
        <pc:spChg chg="mod">
          <ac:chgData name="Kanduru, Raghava" userId="cf8c09de-c40c-47a2-971b-c612c06e0906" providerId="ADAL" clId="{4C56122D-C267-4AA5-B2AB-CAAC7D036D6C}" dt="2024-06-05T17:38:08.489" v="468" actId="313"/>
          <ac:spMkLst>
            <pc:docMk/>
            <pc:sldMk cId="1580444266" sldId="2076137829"/>
            <ac:spMk id="8" creationId="{EEE9BE9A-0216-411D-9AAB-ACDDBB71DBCD}"/>
          </ac:spMkLst>
        </pc:spChg>
        <pc:spChg chg="mod">
          <ac:chgData name="Kanduru, Raghava" userId="cf8c09de-c40c-47a2-971b-c612c06e0906" providerId="ADAL" clId="{4C56122D-C267-4AA5-B2AB-CAAC7D036D6C}" dt="2024-06-05T17:41:24.901" v="497" actId="313"/>
          <ac:spMkLst>
            <pc:docMk/>
            <pc:sldMk cId="1580444266" sldId="2076137829"/>
            <ac:spMk id="10" creationId="{B63CF1E7-0615-4EB2-B535-F32CDD84B3AA}"/>
          </ac:spMkLst>
        </pc:spChg>
        <pc:graphicFrameChg chg="modGraphic">
          <ac:chgData name="Kanduru, Raghava" userId="cf8c09de-c40c-47a2-971b-c612c06e0906" providerId="ADAL" clId="{4C56122D-C267-4AA5-B2AB-CAAC7D036D6C}" dt="2024-06-05T17:33:02.658" v="421" actId="313"/>
          <ac:graphicFrameMkLst>
            <pc:docMk/>
            <pc:sldMk cId="1580444266" sldId="2076137829"/>
            <ac:graphicFrameMk id="4" creationId="{917F5FFF-A6F9-40DE-811E-6E78646B22EA}"/>
          </ac:graphicFrameMkLst>
        </pc:graphicFrameChg>
      </pc:sldChg>
      <pc:sldChg chg="modSp mod">
        <pc:chgData name="Kanduru, Raghava" userId="cf8c09de-c40c-47a2-971b-c612c06e0906" providerId="ADAL" clId="{4C56122D-C267-4AA5-B2AB-CAAC7D036D6C}" dt="2024-06-05T17:41:30.938" v="499" actId="313"/>
        <pc:sldMkLst>
          <pc:docMk/>
          <pc:sldMk cId="2462143889" sldId="2076137830"/>
        </pc:sldMkLst>
        <pc:spChg chg="mod">
          <ac:chgData name="Kanduru, Raghava" userId="cf8c09de-c40c-47a2-971b-c612c06e0906" providerId="ADAL" clId="{4C56122D-C267-4AA5-B2AB-CAAC7D036D6C}" dt="2024-06-05T17:29:34.366" v="411" actId="313"/>
          <ac:spMkLst>
            <pc:docMk/>
            <pc:sldMk cId="2462143889" sldId="2076137830"/>
            <ac:spMk id="6" creationId="{DBF12C14-EF12-4ED5-9B62-8D1F4F53C626}"/>
          </ac:spMkLst>
        </pc:spChg>
        <pc:spChg chg="mod">
          <ac:chgData name="Kanduru, Raghava" userId="cf8c09de-c40c-47a2-971b-c612c06e0906" providerId="ADAL" clId="{4C56122D-C267-4AA5-B2AB-CAAC7D036D6C}" dt="2024-06-05T17:41:30.938" v="499" actId="313"/>
          <ac:spMkLst>
            <pc:docMk/>
            <pc:sldMk cId="2462143889" sldId="2076137830"/>
            <ac:spMk id="8" creationId="{67FC2665-4723-420E-8059-CA2735495D61}"/>
          </ac:spMkLst>
        </pc:spChg>
        <pc:graphicFrameChg chg="modGraphic">
          <ac:chgData name="Kanduru, Raghava" userId="cf8c09de-c40c-47a2-971b-c612c06e0906" providerId="ADAL" clId="{4C56122D-C267-4AA5-B2AB-CAAC7D036D6C}" dt="2024-06-05T17:41:27.221" v="498" actId="313"/>
          <ac:graphicFrameMkLst>
            <pc:docMk/>
            <pc:sldMk cId="2462143889" sldId="2076137830"/>
            <ac:graphicFrameMk id="4" creationId="{6EB7C3B9-542F-44E4-8EC3-CA871A2D464A}"/>
          </ac:graphicFrameMkLst>
        </pc:graphicFrameChg>
      </pc:sldChg>
      <pc:sldChg chg="modSp mod">
        <pc:chgData name="Kanduru, Raghava" userId="cf8c09de-c40c-47a2-971b-c612c06e0906" providerId="ADAL" clId="{4C56122D-C267-4AA5-B2AB-CAAC7D036D6C}" dt="2024-06-05T17:34:27.931" v="428" actId="313"/>
        <pc:sldMkLst>
          <pc:docMk/>
          <pc:sldMk cId="2815566877" sldId="2076137832"/>
        </pc:sldMkLst>
        <pc:spChg chg="mod">
          <ac:chgData name="Kanduru, Raghava" userId="cf8c09de-c40c-47a2-971b-c612c06e0906" providerId="ADAL" clId="{4C56122D-C267-4AA5-B2AB-CAAC7D036D6C}" dt="2024-06-05T17:34:27.931" v="428" actId="313"/>
          <ac:spMkLst>
            <pc:docMk/>
            <pc:sldMk cId="2815566877" sldId="2076137832"/>
            <ac:spMk id="3" creationId="{155FCA84-4387-498D-8202-97BC1B4142D0}"/>
          </ac:spMkLst>
        </pc:spChg>
      </pc:sldChg>
      <pc:sldChg chg="modSp mod">
        <pc:chgData name="Kanduru, Raghava" userId="cf8c09de-c40c-47a2-971b-c612c06e0906" providerId="ADAL" clId="{4C56122D-C267-4AA5-B2AB-CAAC7D036D6C}" dt="2024-06-05T17:41:09.033" v="492" actId="313"/>
        <pc:sldMkLst>
          <pc:docMk/>
          <pc:sldMk cId="199444538" sldId="2141412308"/>
        </pc:sldMkLst>
        <pc:spChg chg="mod">
          <ac:chgData name="Kanduru, Raghava" userId="cf8c09de-c40c-47a2-971b-c612c06e0906" providerId="ADAL" clId="{4C56122D-C267-4AA5-B2AB-CAAC7D036D6C}" dt="2024-06-05T17:41:09.033" v="492" actId="313"/>
          <ac:spMkLst>
            <pc:docMk/>
            <pc:sldMk cId="199444538" sldId="2141412308"/>
            <ac:spMk id="5" creationId="{ABF9F3CD-AA3F-4507-9769-2810EA11C225}"/>
          </ac:spMkLst>
        </pc:spChg>
      </pc:sldChg>
      <pc:sldChg chg="addSp modSp mod">
        <pc:chgData name="Kanduru, Raghava" userId="cf8c09de-c40c-47a2-971b-c612c06e0906" providerId="ADAL" clId="{4C56122D-C267-4AA5-B2AB-CAAC7D036D6C}" dt="2024-06-06T04:44:42.623" v="522" actId="20577"/>
        <pc:sldMkLst>
          <pc:docMk/>
          <pc:sldMk cId="2377744435" sldId="2141412313"/>
        </pc:sldMkLst>
        <pc:spChg chg="add mod">
          <ac:chgData name="Kanduru, Raghava" userId="cf8c09de-c40c-47a2-971b-c612c06e0906" providerId="ADAL" clId="{4C56122D-C267-4AA5-B2AB-CAAC7D036D6C}" dt="2024-06-06T04:44:29.672" v="521" actId="33524"/>
          <ac:spMkLst>
            <pc:docMk/>
            <pc:sldMk cId="2377744435" sldId="2141412313"/>
            <ac:spMk id="6" creationId="{01849744-D068-2C37-3877-5FC78DFF8767}"/>
          </ac:spMkLst>
        </pc:spChg>
        <pc:spChg chg="mod">
          <ac:chgData name="Kanduru, Raghava" userId="cf8c09de-c40c-47a2-971b-c612c06e0906" providerId="ADAL" clId="{4C56122D-C267-4AA5-B2AB-CAAC7D036D6C}" dt="2024-06-05T17:37:50.550" v="461" actId="313"/>
          <ac:spMkLst>
            <pc:docMk/>
            <pc:sldMk cId="2377744435" sldId="2141412313"/>
            <ac:spMk id="53" creationId="{EC0C2A1E-791A-4676-94BB-450CD8E94C6C}"/>
          </ac:spMkLst>
        </pc:spChg>
        <pc:spChg chg="mod">
          <ac:chgData name="Kanduru, Raghava" userId="cf8c09de-c40c-47a2-971b-c612c06e0906" providerId="ADAL" clId="{4C56122D-C267-4AA5-B2AB-CAAC7D036D6C}" dt="2024-06-06T04:44:42.623" v="522" actId="20577"/>
          <ac:spMkLst>
            <pc:docMk/>
            <pc:sldMk cId="2377744435" sldId="2141412313"/>
            <ac:spMk id="55" creationId="{92A95930-3900-4E10-8AD6-AC417B7A1DA0}"/>
          </ac:spMkLst>
        </pc:spChg>
      </pc:sldChg>
      <pc:sldChg chg="modSp mod">
        <pc:chgData name="Kanduru, Raghava" userId="cf8c09de-c40c-47a2-971b-c612c06e0906" providerId="ADAL" clId="{4C56122D-C267-4AA5-B2AB-CAAC7D036D6C}" dt="2024-06-05T17:41:21.453" v="495" actId="313"/>
        <pc:sldMkLst>
          <pc:docMk/>
          <pc:sldMk cId="4268486508" sldId="2141412314"/>
        </pc:sldMkLst>
        <pc:spChg chg="mod">
          <ac:chgData name="Kanduru, Raghava" userId="cf8c09de-c40c-47a2-971b-c612c06e0906" providerId="ADAL" clId="{4C56122D-C267-4AA5-B2AB-CAAC7D036D6C}" dt="2024-06-05T17:41:18.142" v="493" actId="313"/>
          <ac:spMkLst>
            <pc:docMk/>
            <pc:sldMk cId="4268486508" sldId="2141412314"/>
            <ac:spMk id="4" creationId="{2321A9E0-221C-4358-B2C7-BB322FBD777F}"/>
          </ac:spMkLst>
        </pc:spChg>
        <pc:spChg chg="mod">
          <ac:chgData name="Kanduru, Raghava" userId="cf8c09de-c40c-47a2-971b-c612c06e0906" providerId="ADAL" clId="{4C56122D-C267-4AA5-B2AB-CAAC7D036D6C}" dt="2024-06-05T17:41:19.486" v="494" actId="313"/>
          <ac:spMkLst>
            <pc:docMk/>
            <pc:sldMk cId="4268486508" sldId="2141412314"/>
            <ac:spMk id="51" creationId="{36CCF0BC-FA73-489E-92B7-F27488F8431A}"/>
          </ac:spMkLst>
        </pc:spChg>
        <pc:spChg chg="mod">
          <ac:chgData name="Kanduru, Raghava" userId="cf8c09de-c40c-47a2-971b-c612c06e0906" providerId="ADAL" clId="{4C56122D-C267-4AA5-B2AB-CAAC7D036D6C}" dt="2024-06-05T17:41:21.453" v="495" actId="313"/>
          <ac:spMkLst>
            <pc:docMk/>
            <pc:sldMk cId="4268486508" sldId="2141412314"/>
            <ac:spMk id="53" creationId="{EC0C2A1E-791A-4676-94BB-450CD8E94C6C}"/>
          </ac:spMkLst>
        </pc:spChg>
      </pc:sldChg>
      <pc:sldChg chg="modSp mod">
        <pc:chgData name="Kanduru, Raghava" userId="cf8c09de-c40c-47a2-971b-c612c06e0906" providerId="ADAL" clId="{4C56122D-C267-4AA5-B2AB-CAAC7D036D6C}" dt="2024-06-05T17:41:50.070" v="507" actId="313"/>
        <pc:sldMkLst>
          <pc:docMk/>
          <pc:sldMk cId="1754236133" sldId="2141412320"/>
        </pc:sldMkLst>
        <pc:spChg chg="mod">
          <ac:chgData name="Kanduru, Raghava" userId="cf8c09de-c40c-47a2-971b-c612c06e0906" providerId="ADAL" clId="{4C56122D-C267-4AA5-B2AB-CAAC7D036D6C}" dt="2024-06-05T17:41:41.944" v="502" actId="313"/>
          <ac:spMkLst>
            <pc:docMk/>
            <pc:sldMk cId="1754236133" sldId="2141412320"/>
            <ac:spMk id="10" creationId="{90CD1261-F78D-45F4-84D7-609CE97DDA20}"/>
          </ac:spMkLst>
        </pc:spChg>
        <pc:spChg chg="mod">
          <ac:chgData name="Kanduru, Raghava" userId="cf8c09de-c40c-47a2-971b-c612c06e0906" providerId="ADAL" clId="{4C56122D-C267-4AA5-B2AB-CAAC7D036D6C}" dt="2024-06-05T17:41:45.586" v="503" actId="313"/>
          <ac:spMkLst>
            <pc:docMk/>
            <pc:sldMk cId="1754236133" sldId="2141412320"/>
            <ac:spMk id="42" creationId="{2C73AB5A-1D7B-48E8-8925-50E92522ED50}"/>
          </ac:spMkLst>
        </pc:spChg>
        <pc:spChg chg="mod">
          <ac:chgData name="Kanduru, Raghava" userId="cf8c09de-c40c-47a2-971b-c612c06e0906" providerId="ADAL" clId="{4C56122D-C267-4AA5-B2AB-CAAC7D036D6C}" dt="2024-06-05T17:41:46.634" v="504" actId="313"/>
          <ac:spMkLst>
            <pc:docMk/>
            <pc:sldMk cId="1754236133" sldId="2141412320"/>
            <ac:spMk id="43" creationId="{9DCFA583-BDA3-44C3-B2F5-DCEF3D29F503}"/>
          </ac:spMkLst>
        </pc:spChg>
        <pc:spChg chg="mod">
          <ac:chgData name="Kanduru, Raghava" userId="cf8c09de-c40c-47a2-971b-c612c06e0906" providerId="ADAL" clId="{4C56122D-C267-4AA5-B2AB-CAAC7D036D6C}" dt="2024-06-05T17:41:47.795" v="505" actId="313"/>
          <ac:spMkLst>
            <pc:docMk/>
            <pc:sldMk cId="1754236133" sldId="2141412320"/>
            <ac:spMk id="44" creationId="{EE863DC6-6693-4BEE-B851-5FC67115CC0A}"/>
          </ac:spMkLst>
        </pc:spChg>
        <pc:spChg chg="mod">
          <ac:chgData name="Kanduru, Raghava" userId="cf8c09de-c40c-47a2-971b-c612c06e0906" providerId="ADAL" clId="{4C56122D-C267-4AA5-B2AB-CAAC7D036D6C}" dt="2024-06-05T17:41:49.003" v="506" actId="313"/>
          <ac:spMkLst>
            <pc:docMk/>
            <pc:sldMk cId="1754236133" sldId="2141412320"/>
            <ac:spMk id="45" creationId="{E54521F5-5C8C-4B55-9633-5B242ACC99A7}"/>
          </ac:spMkLst>
        </pc:spChg>
        <pc:spChg chg="mod">
          <ac:chgData name="Kanduru, Raghava" userId="cf8c09de-c40c-47a2-971b-c612c06e0906" providerId="ADAL" clId="{4C56122D-C267-4AA5-B2AB-CAAC7D036D6C}" dt="2024-06-05T17:41:50.070" v="507" actId="313"/>
          <ac:spMkLst>
            <pc:docMk/>
            <pc:sldMk cId="1754236133" sldId="2141412320"/>
            <ac:spMk id="47" creationId="{E4746BB3-3B64-4D62-918E-F949F6C0A08A}"/>
          </ac:spMkLst>
        </pc:spChg>
      </pc:sldChg>
      <pc:sldChg chg="modSp mod">
        <pc:chgData name="Kanduru, Raghava" userId="cf8c09de-c40c-47a2-971b-c612c06e0906" providerId="ADAL" clId="{4C56122D-C267-4AA5-B2AB-CAAC7D036D6C}" dt="2024-06-05T17:41:04.623" v="491" actId="313"/>
        <pc:sldMkLst>
          <pc:docMk/>
          <pc:sldMk cId="3414426561" sldId="2141412321"/>
        </pc:sldMkLst>
        <pc:graphicFrameChg chg="modGraphic">
          <ac:chgData name="Kanduru, Raghava" userId="cf8c09de-c40c-47a2-971b-c612c06e0906" providerId="ADAL" clId="{4C56122D-C267-4AA5-B2AB-CAAC7D036D6C}" dt="2024-06-05T17:41:04.623" v="491" actId="313"/>
          <ac:graphicFrameMkLst>
            <pc:docMk/>
            <pc:sldMk cId="3414426561" sldId="2141412321"/>
            <ac:graphicFrameMk id="3" creationId="{91A6E857-1EF2-486C-A171-821E92D3D2A3}"/>
          </ac:graphicFrameMkLst>
        </pc:graphicFrameChg>
      </pc:sldChg>
      <pc:sldChg chg="modSp mod">
        <pc:chgData name="Kanduru, Raghava" userId="cf8c09de-c40c-47a2-971b-c612c06e0906" providerId="ADAL" clId="{4C56122D-C267-4AA5-B2AB-CAAC7D036D6C}" dt="2024-06-05T17:37:47.374" v="460" actId="313"/>
        <pc:sldMkLst>
          <pc:docMk/>
          <pc:sldMk cId="1881052012" sldId="2141412324"/>
        </pc:sldMkLst>
        <pc:graphicFrameChg chg="modGraphic">
          <ac:chgData name="Kanduru, Raghava" userId="cf8c09de-c40c-47a2-971b-c612c06e0906" providerId="ADAL" clId="{4C56122D-C267-4AA5-B2AB-CAAC7D036D6C}" dt="2024-06-05T17:37:47.374" v="460" actId="313"/>
          <ac:graphicFrameMkLst>
            <pc:docMk/>
            <pc:sldMk cId="1881052012" sldId="2141412324"/>
            <ac:graphicFrameMk id="3" creationId="{91A6E857-1EF2-486C-A171-821E92D3D2A3}"/>
          </ac:graphicFrameMkLst>
        </pc:graphicFrameChg>
      </pc:sldChg>
      <pc:sldChg chg="modSp mod">
        <pc:chgData name="Kanduru, Raghava" userId="cf8c09de-c40c-47a2-971b-c612c06e0906" providerId="ADAL" clId="{4C56122D-C267-4AA5-B2AB-CAAC7D036D6C}" dt="2024-06-05T17:42:00.873" v="511" actId="313"/>
        <pc:sldMkLst>
          <pc:docMk/>
          <pc:sldMk cId="2075032058" sldId="2141412334"/>
        </pc:sldMkLst>
        <pc:spChg chg="mod">
          <ac:chgData name="Kanduru, Raghava" userId="cf8c09de-c40c-47a2-971b-c612c06e0906" providerId="ADAL" clId="{4C56122D-C267-4AA5-B2AB-CAAC7D036D6C}" dt="2024-06-05T17:39:38.869" v="481" actId="313"/>
          <ac:spMkLst>
            <pc:docMk/>
            <pc:sldMk cId="2075032058" sldId="2141412334"/>
            <ac:spMk id="5" creationId="{7D0E4BD8-BE23-492A-BBB8-B96FF0716E0D}"/>
          </ac:spMkLst>
        </pc:spChg>
        <pc:graphicFrameChg chg="mod">
          <ac:chgData name="Kanduru, Raghava" userId="cf8c09de-c40c-47a2-971b-c612c06e0906" providerId="ADAL" clId="{4C56122D-C267-4AA5-B2AB-CAAC7D036D6C}" dt="2024-06-05T17:42:00.873" v="511" actId="313"/>
          <ac:graphicFrameMkLst>
            <pc:docMk/>
            <pc:sldMk cId="2075032058" sldId="2141412334"/>
            <ac:graphicFrameMk id="4" creationId="{B10DAC52-42A1-42F3-9DE7-D08C6FF1A103}"/>
          </ac:graphicFrameMkLst>
        </pc:graphicFrameChg>
      </pc:sldChg>
      <pc:sldChg chg="modSp mod">
        <pc:chgData name="Kanduru, Raghava" userId="cf8c09de-c40c-47a2-971b-c612c06e0906" providerId="ADAL" clId="{4C56122D-C267-4AA5-B2AB-CAAC7D036D6C}" dt="2024-06-05T17:40:57.480" v="488" actId="313"/>
        <pc:sldMkLst>
          <pc:docMk/>
          <pc:sldMk cId="2878614302" sldId="2147229685"/>
        </pc:sldMkLst>
        <pc:spChg chg="mod">
          <ac:chgData name="Kanduru, Raghava" userId="cf8c09de-c40c-47a2-971b-c612c06e0906" providerId="ADAL" clId="{4C56122D-C267-4AA5-B2AB-CAAC7D036D6C}" dt="2024-06-05T17:40:57.480" v="488" actId="313"/>
          <ac:spMkLst>
            <pc:docMk/>
            <pc:sldMk cId="2878614302" sldId="2147229685"/>
            <ac:spMk id="15" creationId="{834F62E9-EBF4-4CD6-B083-C5E0A5F7D910}"/>
          </ac:spMkLst>
        </pc:spChg>
      </pc:sldChg>
      <pc:sldChg chg="modSp mod">
        <pc:chgData name="Kanduru, Raghava" userId="cf8c09de-c40c-47a2-971b-c612c06e0906" providerId="ADAL" clId="{4C56122D-C267-4AA5-B2AB-CAAC7D036D6C}" dt="2024-06-05T17:35:48.195" v="443" actId="313"/>
        <pc:sldMkLst>
          <pc:docMk/>
          <pc:sldMk cId="1414742847" sldId="2147474160"/>
        </pc:sldMkLst>
        <pc:graphicFrameChg chg="modGraphic">
          <ac:chgData name="Kanduru, Raghava" userId="cf8c09de-c40c-47a2-971b-c612c06e0906" providerId="ADAL" clId="{4C56122D-C267-4AA5-B2AB-CAAC7D036D6C}" dt="2024-06-05T17:35:48.195" v="443" actId="313"/>
          <ac:graphicFrameMkLst>
            <pc:docMk/>
            <pc:sldMk cId="1414742847" sldId="2147474160"/>
            <ac:graphicFrameMk id="7" creationId="{1470A3E6-EED3-B469-6894-7ADF80D74BC2}"/>
          </ac:graphicFrameMkLst>
        </pc:graphicFrameChg>
      </pc:sldChg>
      <pc:sldChg chg="modSp mod">
        <pc:chgData name="Kanduru, Raghava" userId="cf8c09de-c40c-47a2-971b-c612c06e0906" providerId="ADAL" clId="{4C56122D-C267-4AA5-B2AB-CAAC7D036D6C}" dt="2024-06-05T17:35:45.753" v="442" actId="313"/>
        <pc:sldMkLst>
          <pc:docMk/>
          <pc:sldMk cId="885501633" sldId="2147474161"/>
        </pc:sldMkLst>
        <pc:graphicFrameChg chg="modGraphic">
          <ac:chgData name="Kanduru, Raghava" userId="cf8c09de-c40c-47a2-971b-c612c06e0906" providerId="ADAL" clId="{4C56122D-C267-4AA5-B2AB-CAAC7D036D6C}" dt="2024-06-05T17:35:45.753" v="442" actId="313"/>
          <ac:graphicFrameMkLst>
            <pc:docMk/>
            <pc:sldMk cId="885501633" sldId="2147474161"/>
            <ac:graphicFrameMk id="7" creationId="{F09AD3DE-54A7-DD92-2123-3432F75CB9A8}"/>
          </ac:graphicFrameMkLst>
        </pc:graphicFrameChg>
      </pc:sldChg>
      <pc:sldChg chg="modSp">
        <pc:chgData name="Kanduru, Raghava" userId="cf8c09de-c40c-47a2-971b-c612c06e0906" providerId="ADAL" clId="{4C56122D-C267-4AA5-B2AB-CAAC7D036D6C}" dt="2024-06-05T17:35:56.957" v="445" actId="313"/>
        <pc:sldMkLst>
          <pc:docMk/>
          <pc:sldMk cId="1322890075" sldId="2147474179"/>
        </pc:sldMkLst>
        <pc:graphicFrameChg chg="mod">
          <ac:chgData name="Kanduru, Raghava" userId="cf8c09de-c40c-47a2-971b-c612c06e0906" providerId="ADAL" clId="{4C56122D-C267-4AA5-B2AB-CAAC7D036D6C}" dt="2024-06-05T17:35:56.957" v="445" actId="313"/>
          <ac:graphicFrameMkLst>
            <pc:docMk/>
            <pc:sldMk cId="1322890075" sldId="2147474179"/>
            <ac:graphicFrameMk id="3" creationId="{2F44B11B-A71C-812C-B863-05CC98DFF384}"/>
          </ac:graphicFrameMkLst>
        </pc:graphicFrameChg>
      </pc:sldChg>
      <pc:sldChg chg="modSp mod">
        <pc:chgData name="Kanduru, Raghava" userId="cf8c09de-c40c-47a2-971b-c612c06e0906" providerId="ADAL" clId="{4C56122D-C267-4AA5-B2AB-CAAC7D036D6C}" dt="2024-06-05T17:40:49.577" v="484" actId="313"/>
        <pc:sldMkLst>
          <pc:docMk/>
          <pc:sldMk cId="1600209829" sldId="2147474180"/>
        </pc:sldMkLst>
        <pc:spChg chg="mod">
          <ac:chgData name="Kanduru, Raghava" userId="cf8c09de-c40c-47a2-971b-c612c06e0906" providerId="ADAL" clId="{4C56122D-C267-4AA5-B2AB-CAAC7D036D6C}" dt="2024-06-05T17:40:49.577" v="484" actId="313"/>
          <ac:spMkLst>
            <pc:docMk/>
            <pc:sldMk cId="1600209829" sldId="2147474180"/>
            <ac:spMk id="5" creationId="{D36196F6-A46C-D758-E63D-51D4959744B8}"/>
          </ac:spMkLst>
        </pc:spChg>
      </pc:sldChg>
      <pc:sldChg chg="modSp mod">
        <pc:chgData name="Kanduru, Raghava" userId="cf8c09de-c40c-47a2-971b-c612c06e0906" providerId="ADAL" clId="{4C56122D-C267-4AA5-B2AB-CAAC7D036D6C}" dt="2024-06-05T17:35:52.370" v="444" actId="313"/>
        <pc:sldMkLst>
          <pc:docMk/>
          <pc:sldMk cId="2644422550" sldId="2147474183"/>
        </pc:sldMkLst>
        <pc:graphicFrameChg chg="modGraphic">
          <ac:chgData name="Kanduru, Raghava" userId="cf8c09de-c40c-47a2-971b-c612c06e0906" providerId="ADAL" clId="{4C56122D-C267-4AA5-B2AB-CAAC7D036D6C}" dt="2024-06-05T17:35:52.370" v="444" actId="313"/>
          <ac:graphicFrameMkLst>
            <pc:docMk/>
            <pc:sldMk cId="2644422550" sldId="2147474183"/>
            <ac:graphicFrameMk id="4" creationId="{F708C304-FE42-4ADD-AC50-77DE33B73378}"/>
          </ac:graphicFrameMkLst>
        </pc:graphicFrameChg>
      </pc:sldChg>
      <pc:sldChg chg="modSp mod">
        <pc:chgData name="Kanduru, Raghava" userId="cf8c09de-c40c-47a2-971b-c612c06e0906" providerId="ADAL" clId="{4C56122D-C267-4AA5-B2AB-CAAC7D036D6C}" dt="2024-06-05T17:40:45.296" v="483" actId="313"/>
        <pc:sldMkLst>
          <pc:docMk/>
          <pc:sldMk cId="590396206" sldId="2147474186"/>
        </pc:sldMkLst>
        <pc:spChg chg="mod">
          <ac:chgData name="Kanduru, Raghava" userId="cf8c09de-c40c-47a2-971b-c612c06e0906" providerId="ADAL" clId="{4C56122D-C267-4AA5-B2AB-CAAC7D036D6C}" dt="2024-06-05T17:35:36.279" v="440" actId="313"/>
          <ac:spMkLst>
            <pc:docMk/>
            <pc:sldMk cId="590396206" sldId="2147474186"/>
            <ac:spMk id="2" creationId="{88C831B1-828F-E05F-B848-9448F9AD4D5E}"/>
          </ac:spMkLst>
        </pc:spChg>
        <pc:spChg chg="mod">
          <ac:chgData name="Kanduru, Raghava" userId="cf8c09de-c40c-47a2-971b-c612c06e0906" providerId="ADAL" clId="{4C56122D-C267-4AA5-B2AB-CAAC7D036D6C}" dt="2024-06-05T17:35:39.167" v="441" actId="313"/>
          <ac:spMkLst>
            <pc:docMk/>
            <pc:sldMk cId="590396206" sldId="2147474186"/>
            <ac:spMk id="3" creationId="{AFD1B015-EA31-5058-E509-16CDE420C07C}"/>
          </ac:spMkLst>
        </pc:spChg>
        <pc:spChg chg="mod">
          <ac:chgData name="Kanduru, Raghava" userId="cf8c09de-c40c-47a2-971b-c612c06e0906" providerId="ADAL" clId="{4C56122D-C267-4AA5-B2AB-CAAC7D036D6C}" dt="2024-06-05T17:40:45.296" v="483" actId="313"/>
          <ac:spMkLst>
            <pc:docMk/>
            <pc:sldMk cId="590396206" sldId="2147474186"/>
            <ac:spMk id="4" creationId="{0344F1EC-FF45-EC15-E89A-F13EDF8E73C4}"/>
          </ac:spMkLst>
        </pc:spChg>
        <pc:graphicFrameChg chg="mod">
          <ac:chgData name="Kanduru, Raghava" userId="cf8c09de-c40c-47a2-971b-c612c06e0906" providerId="ADAL" clId="{4C56122D-C267-4AA5-B2AB-CAAC7D036D6C}" dt="2024-06-05T17:35:32.556" v="439" actId="313"/>
          <ac:graphicFrameMkLst>
            <pc:docMk/>
            <pc:sldMk cId="590396206" sldId="2147474186"/>
            <ac:graphicFrameMk id="5" creationId="{C87CFD1B-3A84-DA77-0FFD-CCEEF703A9F8}"/>
          </ac:graphicFrameMkLst>
        </pc:graphicFrameChg>
      </pc:sldChg>
      <pc:sldChg chg="modSp mod">
        <pc:chgData name="Kanduru, Raghava" userId="cf8c09de-c40c-47a2-971b-c612c06e0906" providerId="ADAL" clId="{4C56122D-C267-4AA5-B2AB-CAAC7D036D6C}" dt="2024-06-05T17:40:55.748" v="487" actId="313"/>
        <pc:sldMkLst>
          <pc:docMk/>
          <pc:sldMk cId="4112435908" sldId="2147475721"/>
        </pc:sldMkLst>
        <pc:spChg chg="mod">
          <ac:chgData name="Kanduru, Raghava" userId="cf8c09de-c40c-47a2-971b-c612c06e0906" providerId="ADAL" clId="{4C56122D-C267-4AA5-B2AB-CAAC7D036D6C}" dt="2024-06-05T17:40:51.449" v="485" actId="313"/>
          <ac:spMkLst>
            <pc:docMk/>
            <pc:sldMk cId="4112435908" sldId="2147475721"/>
            <ac:spMk id="11" creationId="{9CD52457-6320-0ABD-9A29-173A47D5A2C5}"/>
          </ac:spMkLst>
        </pc:spChg>
        <pc:spChg chg="mod">
          <ac:chgData name="Kanduru, Raghava" userId="cf8c09de-c40c-47a2-971b-c612c06e0906" providerId="ADAL" clId="{4C56122D-C267-4AA5-B2AB-CAAC7D036D6C}" dt="2024-06-05T17:40:55.748" v="487" actId="313"/>
          <ac:spMkLst>
            <pc:docMk/>
            <pc:sldMk cId="4112435908" sldId="2147475721"/>
            <ac:spMk id="53" creationId="{E65706E5-6946-4C8C-FD20-8F273602B74D}"/>
          </ac:spMkLst>
        </pc:spChg>
      </pc:sldChg>
      <pc:sldChg chg="modSp mod">
        <pc:chgData name="Kanduru, Raghava" userId="cf8c09de-c40c-47a2-971b-c612c06e0906" providerId="ADAL" clId="{4C56122D-C267-4AA5-B2AB-CAAC7D036D6C}" dt="2024-06-05T17:41:39.761" v="501" actId="313"/>
        <pc:sldMkLst>
          <pc:docMk/>
          <pc:sldMk cId="3460164977" sldId="2147475789"/>
        </pc:sldMkLst>
        <pc:spChg chg="mod">
          <ac:chgData name="Kanduru, Raghava" userId="cf8c09de-c40c-47a2-971b-c612c06e0906" providerId="ADAL" clId="{4C56122D-C267-4AA5-B2AB-CAAC7D036D6C}" dt="2024-06-05T17:41:35.718" v="500" actId="313"/>
          <ac:spMkLst>
            <pc:docMk/>
            <pc:sldMk cId="3460164977" sldId="2147475789"/>
            <ac:spMk id="895" creationId="{7EF9E9C2-1C4A-F8BC-CBDE-B7CA40BCF6F3}"/>
          </ac:spMkLst>
        </pc:spChg>
        <pc:spChg chg="mod">
          <ac:chgData name="Kanduru, Raghava" userId="cf8c09de-c40c-47a2-971b-c612c06e0906" providerId="ADAL" clId="{4C56122D-C267-4AA5-B2AB-CAAC7D036D6C}" dt="2024-06-05T17:41:39.761" v="501" actId="313"/>
          <ac:spMkLst>
            <pc:docMk/>
            <pc:sldMk cId="3460164977" sldId="2147475789"/>
            <ac:spMk id="899" creationId="{4E486DD8-0E44-9816-0981-43F7F37965C6}"/>
          </ac:spMkLst>
        </pc:spChg>
      </pc:sldChg>
      <pc:sldChg chg="mod ord modShow">
        <pc:chgData name="Kanduru, Raghava" userId="cf8c09de-c40c-47a2-971b-c612c06e0906" providerId="ADAL" clId="{4C56122D-C267-4AA5-B2AB-CAAC7D036D6C}" dt="2024-06-06T07:37:27.933" v="1021"/>
        <pc:sldMkLst>
          <pc:docMk/>
          <pc:sldMk cId="982538659" sldId="2147475797"/>
        </pc:sldMkLst>
      </pc:sldChg>
      <pc:sldChg chg="addSp delSp modSp add mod">
        <pc:chgData name="Kanduru, Raghava" userId="cf8c09de-c40c-47a2-971b-c612c06e0906" providerId="ADAL" clId="{4C56122D-C267-4AA5-B2AB-CAAC7D036D6C}" dt="2024-06-06T05:28:33.736" v="531" actId="20577"/>
        <pc:sldMkLst>
          <pc:docMk/>
          <pc:sldMk cId="2957828277" sldId="2147475800"/>
        </pc:sldMkLst>
        <pc:spChg chg="add del mod">
          <ac:chgData name="Kanduru, Raghava" userId="cf8c09de-c40c-47a2-971b-c612c06e0906" providerId="ADAL" clId="{4C56122D-C267-4AA5-B2AB-CAAC7D036D6C}" dt="2024-06-06T04:52:49.048" v="523" actId="478"/>
          <ac:spMkLst>
            <pc:docMk/>
            <pc:sldMk cId="2957828277" sldId="2147475800"/>
            <ac:spMk id="2" creationId="{2A19AF7F-F83F-A06A-2A4A-987BB53C589C}"/>
          </ac:spMkLst>
        </pc:spChg>
        <pc:spChg chg="mod">
          <ac:chgData name="Kanduru, Raghava" userId="cf8c09de-c40c-47a2-971b-c612c06e0906" providerId="ADAL" clId="{4C56122D-C267-4AA5-B2AB-CAAC7D036D6C}" dt="2024-06-05T14:07:18.887" v="21" actId="20577"/>
          <ac:spMkLst>
            <pc:docMk/>
            <pc:sldMk cId="2957828277" sldId="2147475800"/>
            <ac:spMk id="3" creationId="{2AF865AE-0F78-49F3-A0CB-D4F57A104432}"/>
          </ac:spMkLst>
        </pc:spChg>
        <pc:spChg chg="add del mod">
          <ac:chgData name="Kanduru, Raghava" userId="cf8c09de-c40c-47a2-971b-c612c06e0906" providerId="ADAL" clId="{4C56122D-C267-4AA5-B2AB-CAAC7D036D6C}" dt="2024-06-06T04:52:49.048" v="523" actId="478"/>
          <ac:spMkLst>
            <pc:docMk/>
            <pc:sldMk cId="2957828277" sldId="2147475800"/>
            <ac:spMk id="4" creationId="{E4950E31-47BC-CF53-A896-7394A76AE365}"/>
          </ac:spMkLst>
        </pc:spChg>
        <pc:spChg chg="add del mod">
          <ac:chgData name="Kanduru, Raghava" userId="cf8c09de-c40c-47a2-971b-c612c06e0906" providerId="ADAL" clId="{4C56122D-C267-4AA5-B2AB-CAAC7D036D6C}" dt="2024-06-06T04:52:49.048" v="523" actId="478"/>
          <ac:spMkLst>
            <pc:docMk/>
            <pc:sldMk cId="2957828277" sldId="2147475800"/>
            <ac:spMk id="5" creationId="{F1F3E00D-FA19-295D-9F55-C5D3954E226B}"/>
          </ac:spMkLst>
        </pc:spChg>
        <pc:spChg chg="add del mod">
          <ac:chgData name="Kanduru, Raghava" userId="cf8c09de-c40c-47a2-971b-c612c06e0906" providerId="ADAL" clId="{4C56122D-C267-4AA5-B2AB-CAAC7D036D6C}" dt="2024-06-06T04:52:49.048" v="523" actId="478"/>
          <ac:spMkLst>
            <pc:docMk/>
            <pc:sldMk cId="2957828277" sldId="2147475800"/>
            <ac:spMk id="7" creationId="{10E67784-4E0C-B735-B3E8-7F5C2A59E375}"/>
          </ac:spMkLst>
        </pc:spChg>
        <pc:spChg chg="add del mod">
          <ac:chgData name="Kanduru, Raghava" userId="cf8c09de-c40c-47a2-971b-c612c06e0906" providerId="ADAL" clId="{4C56122D-C267-4AA5-B2AB-CAAC7D036D6C}" dt="2024-06-06T04:52:49.048" v="523" actId="478"/>
          <ac:spMkLst>
            <pc:docMk/>
            <pc:sldMk cId="2957828277" sldId="2147475800"/>
            <ac:spMk id="8" creationId="{76105572-206D-193E-650D-8153CE3B66DB}"/>
          </ac:spMkLst>
        </pc:spChg>
        <pc:spChg chg="mod">
          <ac:chgData name="Kanduru, Raghava" userId="cf8c09de-c40c-47a2-971b-c612c06e0906" providerId="ADAL" clId="{4C56122D-C267-4AA5-B2AB-CAAC7D036D6C}" dt="2024-06-05T14:15:12.206" v="42" actId="1076"/>
          <ac:spMkLst>
            <pc:docMk/>
            <pc:sldMk cId="2957828277" sldId="2147475800"/>
            <ac:spMk id="11" creationId="{1ABD3BB6-B5BF-DFD5-2BED-AA946C3CF916}"/>
          </ac:spMkLst>
        </pc:spChg>
        <pc:spChg chg="mod">
          <ac:chgData name="Kanduru, Raghava" userId="cf8c09de-c40c-47a2-971b-c612c06e0906" providerId="ADAL" clId="{4C56122D-C267-4AA5-B2AB-CAAC7D036D6C}" dt="2024-06-05T14:15:12.206" v="42" actId="1076"/>
          <ac:spMkLst>
            <pc:docMk/>
            <pc:sldMk cId="2957828277" sldId="2147475800"/>
            <ac:spMk id="12" creationId="{7F3DCA97-40E4-56FC-2A60-A752A01670AE}"/>
          </ac:spMkLst>
        </pc:spChg>
        <pc:spChg chg="add del mod">
          <ac:chgData name="Kanduru, Raghava" userId="cf8c09de-c40c-47a2-971b-c612c06e0906" providerId="ADAL" clId="{4C56122D-C267-4AA5-B2AB-CAAC7D036D6C}" dt="2024-06-06T04:52:49.048" v="523" actId="478"/>
          <ac:spMkLst>
            <pc:docMk/>
            <pc:sldMk cId="2957828277" sldId="2147475800"/>
            <ac:spMk id="13" creationId="{EF32E2B7-72F2-0B68-A4D2-5124514E1365}"/>
          </ac:spMkLst>
        </pc:spChg>
        <pc:spChg chg="add del mod">
          <ac:chgData name="Kanduru, Raghava" userId="cf8c09de-c40c-47a2-971b-c612c06e0906" providerId="ADAL" clId="{4C56122D-C267-4AA5-B2AB-CAAC7D036D6C}" dt="2024-06-06T04:52:49.048" v="523" actId="478"/>
          <ac:spMkLst>
            <pc:docMk/>
            <pc:sldMk cId="2957828277" sldId="2147475800"/>
            <ac:spMk id="14" creationId="{4CB31863-A3E0-B28F-6B75-8701ABF5D559}"/>
          </ac:spMkLst>
        </pc:spChg>
        <pc:spChg chg="add del mod">
          <ac:chgData name="Kanduru, Raghava" userId="cf8c09de-c40c-47a2-971b-c612c06e0906" providerId="ADAL" clId="{4C56122D-C267-4AA5-B2AB-CAAC7D036D6C}" dt="2024-06-06T04:52:49.048" v="523" actId="478"/>
          <ac:spMkLst>
            <pc:docMk/>
            <pc:sldMk cId="2957828277" sldId="2147475800"/>
            <ac:spMk id="15" creationId="{67DB161F-A65E-DDCD-785C-7ED42BF6074A}"/>
          </ac:spMkLst>
        </pc:spChg>
        <pc:spChg chg="del">
          <ac:chgData name="Kanduru, Raghava" userId="cf8c09de-c40c-47a2-971b-c612c06e0906" providerId="ADAL" clId="{4C56122D-C267-4AA5-B2AB-CAAC7D036D6C}" dt="2024-06-05T14:07:25.384" v="22" actId="478"/>
          <ac:spMkLst>
            <pc:docMk/>
            <pc:sldMk cId="2957828277" sldId="2147475800"/>
            <ac:spMk id="16" creationId="{DA2CD3A9-F886-BE92-3054-47578B43895A}"/>
          </ac:spMkLst>
        </pc:spChg>
        <pc:spChg chg="del">
          <ac:chgData name="Kanduru, Raghava" userId="cf8c09de-c40c-47a2-971b-c612c06e0906" providerId="ADAL" clId="{4C56122D-C267-4AA5-B2AB-CAAC7D036D6C}" dt="2024-06-05T14:07:25.384" v="22" actId="478"/>
          <ac:spMkLst>
            <pc:docMk/>
            <pc:sldMk cId="2957828277" sldId="2147475800"/>
            <ac:spMk id="17" creationId="{10F72F29-DBF6-2394-68A5-183CB5AD2624}"/>
          </ac:spMkLst>
        </pc:spChg>
        <pc:spChg chg="add del mod">
          <ac:chgData name="Kanduru, Raghava" userId="cf8c09de-c40c-47a2-971b-c612c06e0906" providerId="ADAL" clId="{4C56122D-C267-4AA5-B2AB-CAAC7D036D6C}" dt="2024-06-06T04:52:49.048" v="523" actId="478"/>
          <ac:spMkLst>
            <pc:docMk/>
            <pc:sldMk cId="2957828277" sldId="2147475800"/>
            <ac:spMk id="18" creationId="{2F9EF20E-C69B-8AED-7BE3-9E5DC63706CE}"/>
          </ac:spMkLst>
        </pc:spChg>
        <pc:spChg chg="add del mod">
          <ac:chgData name="Kanduru, Raghava" userId="cf8c09de-c40c-47a2-971b-c612c06e0906" providerId="ADAL" clId="{4C56122D-C267-4AA5-B2AB-CAAC7D036D6C}" dt="2024-06-06T04:52:49.048" v="523" actId="478"/>
          <ac:spMkLst>
            <pc:docMk/>
            <pc:sldMk cId="2957828277" sldId="2147475800"/>
            <ac:spMk id="19" creationId="{DDF7AECC-6B04-43A3-28A9-B9DE5A539796}"/>
          </ac:spMkLst>
        </pc:spChg>
        <pc:spChg chg="add del mod">
          <ac:chgData name="Kanduru, Raghava" userId="cf8c09de-c40c-47a2-971b-c612c06e0906" providerId="ADAL" clId="{4C56122D-C267-4AA5-B2AB-CAAC7D036D6C}" dt="2024-06-06T04:52:49.048" v="523" actId="478"/>
          <ac:spMkLst>
            <pc:docMk/>
            <pc:sldMk cId="2957828277" sldId="2147475800"/>
            <ac:spMk id="20" creationId="{B82A828D-BE74-6FB7-4141-FE88A5E11A80}"/>
          </ac:spMkLst>
        </pc:spChg>
        <pc:spChg chg="add del mod">
          <ac:chgData name="Kanduru, Raghava" userId="cf8c09de-c40c-47a2-971b-c612c06e0906" providerId="ADAL" clId="{4C56122D-C267-4AA5-B2AB-CAAC7D036D6C}" dt="2024-06-06T04:52:49.048" v="523" actId="478"/>
          <ac:spMkLst>
            <pc:docMk/>
            <pc:sldMk cId="2957828277" sldId="2147475800"/>
            <ac:spMk id="21" creationId="{F1B2D48A-1517-A05E-0D32-198FED3D4D7A}"/>
          </ac:spMkLst>
        </pc:spChg>
        <pc:spChg chg="del">
          <ac:chgData name="Kanduru, Raghava" userId="cf8c09de-c40c-47a2-971b-c612c06e0906" providerId="ADAL" clId="{4C56122D-C267-4AA5-B2AB-CAAC7D036D6C}" dt="2024-06-05T14:07:25.384" v="22" actId="478"/>
          <ac:spMkLst>
            <pc:docMk/>
            <pc:sldMk cId="2957828277" sldId="2147475800"/>
            <ac:spMk id="23" creationId="{19718FB8-A388-7CBA-6DAF-22D739FEB8CB}"/>
          </ac:spMkLst>
        </pc:spChg>
        <pc:spChg chg="add del mod">
          <ac:chgData name="Kanduru, Raghava" userId="cf8c09de-c40c-47a2-971b-c612c06e0906" providerId="ADAL" clId="{4C56122D-C267-4AA5-B2AB-CAAC7D036D6C}" dt="2024-06-06T04:52:49.048" v="523" actId="478"/>
          <ac:spMkLst>
            <pc:docMk/>
            <pc:sldMk cId="2957828277" sldId="2147475800"/>
            <ac:spMk id="24" creationId="{E90BF991-E242-05FB-D777-F4EE7B901E74}"/>
          </ac:spMkLst>
        </pc:spChg>
        <pc:spChg chg="del">
          <ac:chgData name="Kanduru, Raghava" userId="cf8c09de-c40c-47a2-971b-c612c06e0906" providerId="ADAL" clId="{4C56122D-C267-4AA5-B2AB-CAAC7D036D6C}" dt="2024-06-05T14:07:25.384" v="22" actId="478"/>
          <ac:spMkLst>
            <pc:docMk/>
            <pc:sldMk cId="2957828277" sldId="2147475800"/>
            <ac:spMk id="26" creationId="{811EF166-D4DC-931C-1543-5E5E4CC7E0B9}"/>
          </ac:spMkLst>
        </pc:spChg>
        <pc:spChg chg="add del mod">
          <ac:chgData name="Kanduru, Raghava" userId="cf8c09de-c40c-47a2-971b-c612c06e0906" providerId="ADAL" clId="{4C56122D-C267-4AA5-B2AB-CAAC7D036D6C}" dt="2024-06-06T04:52:49.048" v="523" actId="478"/>
          <ac:spMkLst>
            <pc:docMk/>
            <pc:sldMk cId="2957828277" sldId="2147475800"/>
            <ac:spMk id="27" creationId="{DDA18EEA-9739-2B8D-6DC3-8F4D1D25A89A}"/>
          </ac:spMkLst>
        </pc:spChg>
        <pc:spChg chg="add del mod">
          <ac:chgData name="Kanduru, Raghava" userId="cf8c09de-c40c-47a2-971b-c612c06e0906" providerId="ADAL" clId="{4C56122D-C267-4AA5-B2AB-CAAC7D036D6C}" dt="2024-06-06T04:52:49.048" v="523" actId="478"/>
          <ac:spMkLst>
            <pc:docMk/>
            <pc:sldMk cId="2957828277" sldId="2147475800"/>
            <ac:spMk id="29" creationId="{662B86EE-570B-640B-AA7D-DE4849F1E3E3}"/>
          </ac:spMkLst>
        </pc:spChg>
        <pc:spChg chg="add del mod">
          <ac:chgData name="Kanduru, Raghava" userId="cf8c09de-c40c-47a2-971b-c612c06e0906" providerId="ADAL" clId="{4C56122D-C267-4AA5-B2AB-CAAC7D036D6C}" dt="2024-06-06T04:52:49.048" v="523" actId="478"/>
          <ac:spMkLst>
            <pc:docMk/>
            <pc:sldMk cId="2957828277" sldId="2147475800"/>
            <ac:spMk id="30" creationId="{9E32E14E-C139-D3FB-8BC0-C3D4723F2796}"/>
          </ac:spMkLst>
        </pc:spChg>
        <pc:spChg chg="del">
          <ac:chgData name="Kanduru, Raghava" userId="cf8c09de-c40c-47a2-971b-c612c06e0906" providerId="ADAL" clId="{4C56122D-C267-4AA5-B2AB-CAAC7D036D6C}" dt="2024-06-05T14:07:25.384" v="22" actId="478"/>
          <ac:spMkLst>
            <pc:docMk/>
            <pc:sldMk cId="2957828277" sldId="2147475800"/>
            <ac:spMk id="31" creationId="{ED5A9685-9D80-3926-1251-7D68A778CD53}"/>
          </ac:spMkLst>
        </pc:spChg>
        <pc:spChg chg="add del mod">
          <ac:chgData name="Kanduru, Raghava" userId="cf8c09de-c40c-47a2-971b-c612c06e0906" providerId="ADAL" clId="{4C56122D-C267-4AA5-B2AB-CAAC7D036D6C}" dt="2024-06-06T04:52:49.048" v="523" actId="478"/>
          <ac:spMkLst>
            <pc:docMk/>
            <pc:sldMk cId="2957828277" sldId="2147475800"/>
            <ac:spMk id="33" creationId="{1180B0AC-D56B-404D-3C03-88831102B01E}"/>
          </ac:spMkLst>
        </pc:spChg>
        <pc:spChg chg="del">
          <ac:chgData name="Kanduru, Raghava" userId="cf8c09de-c40c-47a2-971b-c612c06e0906" providerId="ADAL" clId="{4C56122D-C267-4AA5-B2AB-CAAC7D036D6C}" dt="2024-06-05T14:07:25.384" v="22" actId="478"/>
          <ac:spMkLst>
            <pc:docMk/>
            <pc:sldMk cId="2957828277" sldId="2147475800"/>
            <ac:spMk id="34" creationId="{8EA7D47E-9A08-2FDD-4050-B9A0530BDCEA}"/>
          </ac:spMkLst>
        </pc:spChg>
        <pc:spChg chg="add del mod">
          <ac:chgData name="Kanduru, Raghava" userId="cf8c09de-c40c-47a2-971b-c612c06e0906" providerId="ADAL" clId="{4C56122D-C267-4AA5-B2AB-CAAC7D036D6C}" dt="2024-06-06T04:52:49.048" v="523" actId="478"/>
          <ac:spMkLst>
            <pc:docMk/>
            <pc:sldMk cId="2957828277" sldId="2147475800"/>
            <ac:spMk id="35" creationId="{065DCCBF-4309-AE3F-7122-682096D34B2B}"/>
          </ac:spMkLst>
        </pc:spChg>
        <pc:spChg chg="add del mod">
          <ac:chgData name="Kanduru, Raghava" userId="cf8c09de-c40c-47a2-971b-c612c06e0906" providerId="ADAL" clId="{4C56122D-C267-4AA5-B2AB-CAAC7D036D6C}" dt="2024-06-06T04:52:49.048" v="523" actId="478"/>
          <ac:spMkLst>
            <pc:docMk/>
            <pc:sldMk cId="2957828277" sldId="2147475800"/>
            <ac:spMk id="37" creationId="{545A8DC7-3C41-60FC-5305-78BCEFD429D5}"/>
          </ac:spMkLst>
        </pc:spChg>
        <pc:spChg chg="del">
          <ac:chgData name="Kanduru, Raghava" userId="cf8c09de-c40c-47a2-971b-c612c06e0906" providerId="ADAL" clId="{4C56122D-C267-4AA5-B2AB-CAAC7D036D6C}" dt="2024-06-05T14:07:25.384" v="22" actId="478"/>
          <ac:spMkLst>
            <pc:docMk/>
            <pc:sldMk cId="2957828277" sldId="2147475800"/>
            <ac:spMk id="39" creationId="{CB7B5346-8242-1EA4-FD1E-A05C15C694F2}"/>
          </ac:spMkLst>
        </pc:spChg>
        <pc:spChg chg="mod">
          <ac:chgData name="Kanduru, Raghava" userId="cf8c09de-c40c-47a2-971b-c612c06e0906" providerId="ADAL" clId="{4C56122D-C267-4AA5-B2AB-CAAC7D036D6C}" dt="2024-06-05T14:15:12.206" v="42" actId="1076"/>
          <ac:spMkLst>
            <pc:docMk/>
            <pc:sldMk cId="2957828277" sldId="2147475800"/>
            <ac:spMk id="42" creationId="{16FB6470-090C-52CE-DF7B-479335B96FA8}"/>
          </ac:spMkLst>
        </pc:spChg>
        <pc:spChg chg="mod">
          <ac:chgData name="Kanduru, Raghava" userId="cf8c09de-c40c-47a2-971b-c612c06e0906" providerId="ADAL" clId="{4C56122D-C267-4AA5-B2AB-CAAC7D036D6C}" dt="2024-06-05T14:15:12.206" v="42" actId="1076"/>
          <ac:spMkLst>
            <pc:docMk/>
            <pc:sldMk cId="2957828277" sldId="2147475800"/>
            <ac:spMk id="43" creationId="{FCC47BE6-0C84-7C34-16E8-BE645AC9D6F7}"/>
          </ac:spMkLst>
        </pc:spChg>
        <pc:spChg chg="del">
          <ac:chgData name="Kanduru, Raghava" userId="cf8c09de-c40c-47a2-971b-c612c06e0906" providerId="ADAL" clId="{4C56122D-C267-4AA5-B2AB-CAAC7D036D6C}" dt="2024-06-05T14:07:25.384" v="22" actId="478"/>
          <ac:spMkLst>
            <pc:docMk/>
            <pc:sldMk cId="2957828277" sldId="2147475800"/>
            <ac:spMk id="44" creationId="{980F3C88-B994-94DC-3FB2-7D1C65868F4C}"/>
          </ac:spMkLst>
        </pc:spChg>
        <pc:spChg chg="del">
          <ac:chgData name="Kanduru, Raghava" userId="cf8c09de-c40c-47a2-971b-c612c06e0906" providerId="ADAL" clId="{4C56122D-C267-4AA5-B2AB-CAAC7D036D6C}" dt="2024-06-05T14:07:25.384" v="22" actId="478"/>
          <ac:spMkLst>
            <pc:docMk/>
            <pc:sldMk cId="2957828277" sldId="2147475800"/>
            <ac:spMk id="46" creationId="{3DA69DCC-85C3-729A-D060-68D2FDE2138C}"/>
          </ac:spMkLst>
        </pc:spChg>
        <pc:spChg chg="del">
          <ac:chgData name="Kanduru, Raghava" userId="cf8c09de-c40c-47a2-971b-c612c06e0906" providerId="ADAL" clId="{4C56122D-C267-4AA5-B2AB-CAAC7D036D6C}" dt="2024-06-05T14:07:25.384" v="22" actId="478"/>
          <ac:spMkLst>
            <pc:docMk/>
            <pc:sldMk cId="2957828277" sldId="2147475800"/>
            <ac:spMk id="47" creationId="{BE049BEB-071C-21E2-E855-21C88E236726}"/>
          </ac:spMkLst>
        </pc:spChg>
        <pc:spChg chg="del">
          <ac:chgData name="Kanduru, Raghava" userId="cf8c09de-c40c-47a2-971b-c612c06e0906" providerId="ADAL" clId="{4C56122D-C267-4AA5-B2AB-CAAC7D036D6C}" dt="2024-06-05T14:07:25.384" v="22" actId="478"/>
          <ac:spMkLst>
            <pc:docMk/>
            <pc:sldMk cId="2957828277" sldId="2147475800"/>
            <ac:spMk id="48" creationId="{FDEEDC16-89F5-C9BC-D975-3B4C060F7975}"/>
          </ac:spMkLst>
        </pc:spChg>
        <pc:spChg chg="mod">
          <ac:chgData name="Kanduru, Raghava" userId="cf8c09de-c40c-47a2-971b-c612c06e0906" providerId="ADAL" clId="{4C56122D-C267-4AA5-B2AB-CAAC7D036D6C}" dt="2024-06-05T14:15:12.206" v="42" actId="1076"/>
          <ac:spMkLst>
            <pc:docMk/>
            <pc:sldMk cId="2957828277" sldId="2147475800"/>
            <ac:spMk id="49" creationId="{40BCD6B6-E7D6-B73D-ECE4-8BCF22B8E991}"/>
          </ac:spMkLst>
        </pc:spChg>
        <pc:spChg chg="del">
          <ac:chgData name="Kanduru, Raghava" userId="cf8c09de-c40c-47a2-971b-c612c06e0906" providerId="ADAL" clId="{4C56122D-C267-4AA5-B2AB-CAAC7D036D6C}" dt="2024-06-05T14:07:25.384" v="22" actId="478"/>
          <ac:spMkLst>
            <pc:docMk/>
            <pc:sldMk cId="2957828277" sldId="2147475800"/>
            <ac:spMk id="50" creationId="{94D20D2F-6DFA-A6A2-96D7-D0279D96BEFB}"/>
          </ac:spMkLst>
        </pc:spChg>
        <pc:spChg chg="mod">
          <ac:chgData name="Kanduru, Raghava" userId="cf8c09de-c40c-47a2-971b-c612c06e0906" providerId="ADAL" clId="{4C56122D-C267-4AA5-B2AB-CAAC7D036D6C}" dt="2024-06-05T14:15:12.206" v="42" actId="1076"/>
          <ac:spMkLst>
            <pc:docMk/>
            <pc:sldMk cId="2957828277" sldId="2147475800"/>
            <ac:spMk id="51" creationId="{696F86F9-D4D0-CE54-F63E-3F0F28C93107}"/>
          </ac:spMkLst>
        </pc:spChg>
        <pc:spChg chg="del">
          <ac:chgData name="Kanduru, Raghava" userId="cf8c09de-c40c-47a2-971b-c612c06e0906" providerId="ADAL" clId="{4C56122D-C267-4AA5-B2AB-CAAC7D036D6C}" dt="2024-06-05T14:07:25.384" v="22" actId="478"/>
          <ac:spMkLst>
            <pc:docMk/>
            <pc:sldMk cId="2957828277" sldId="2147475800"/>
            <ac:spMk id="53" creationId="{FBA4FE68-A515-EDCA-BC35-5913B7882425}"/>
          </ac:spMkLst>
        </pc:spChg>
        <pc:spChg chg="del">
          <ac:chgData name="Kanduru, Raghava" userId="cf8c09de-c40c-47a2-971b-c612c06e0906" providerId="ADAL" clId="{4C56122D-C267-4AA5-B2AB-CAAC7D036D6C}" dt="2024-06-05T14:07:25.384" v="22" actId="478"/>
          <ac:spMkLst>
            <pc:docMk/>
            <pc:sldMk cId="2957828277" sldId="2147475800"/>
            <ac:spMk id="54" creationId="{75990B78-7C97-7800-50E9-DB77C036164D}"/>
          </ac:spMkLst>
        </pc:spChg>
        <pc:spChg chg="del">
          <ac:chgData name="Kanduru, Raghava" userId="cf8c09de-c40c-47a2-971b-c612c06e0906" providerId="ADAL" clId="{4C56122D-C267-4AA5-B2AB-CAAC7D036D6C}" dt="2024-06-05T14:07:25.384" v="22" actId="478"/>
          <ac:spMkLst>
            <pc:docMk/>
            <pc:sldMk cId="2957828277" sldId="2147475800"/>
            <ac:spMk id="55" creationId="{3C4BC7F0-0E82-683B-478C-0B39A048E918}"/>
          </ac:spMkLst>
        </pc:spChg>
        <pc:spChg chg="del">
          <ac:chgData name="Kanduru, Raghava" userId="cf8c09de-c40c-47a2-971b-c612c06e0906" providerId="ADAL" clId="{4C56122D-C267-4AA5-B2AB-CAAC7D036D6C}" dt="2024-06-05T14:07:25.384" v="22" actId="478"/>
          <ac:spMkLst>
            <pc:docMk/>
            <pc:sldMk cId="2957828277" sldId="2147475800"/>
            <ac:spMk id="56" creationId="{93A12186-FC8C-958E-5428-4E4061CFA397}"/>
          </ac:spMkLst>
        </pc:spChg>
        <pc:spChg chg="mod">
          <ac:chgData name="Kanduru, Raghava" userId="cf8c09de-c40c-47a2-971b-c612c06e0906" providerId="ADAL" clId="{4C56122D-C267-4AA5-B2AB-CAAC7D036D6C}" dt="2024-06-05T14:15:12.206" v="42" actId="1076"/>
          <ac:spMkLst>
            <pc:docMk/>
            <pc:sldMk cId="2957828277" sldId="2147475800"/>
            <ac:spMk id="57" creationId="{EAD26FBA-1C91-4D18-1414-B3BF07AC2F3B}"/>
          </ac:spMkLst>
        </pc:spChg>
        <pc:spChg chg="mod">
          <ac:chgData name="Kanduru, Raghava" userId="cf8c09de-c40c-47a2-971b-c612c06e0906" providerId="ADAL" clId="{4C56122D-C267-4AA5-B2AB-CAAC7D036D6C}" dt="2024-06-05T14:15:12.206" v="42" actId="1076"/>
          <ac:spMkLst>
            <pc:docMk/>
            <pc:sldMk cId="2957828277" sldId="2147475800"/>
            <ac:spMk id="58" creationId="{C879996F-AA70-EDF9-89C4-D9D8C340EC6F}"/>
          </ac:spMkLst>
        </pc:spChg>
        <pc:spChg chg="mod">
          <ac:chgData name="Kanduru, Raghava" userId="cf8c09de-c40c-47a2-971b-c612c06e0906" providerId="ADAL" clId="{4C56122D-C267-4AA5-B2AB-CAAC7D036D6C}" dt="2024-06-05T14:15:12.206" v="42" actId="1076"/>
          <ac:spMkLst>
            <pc:docMk/>
            <pc:sldMk cId="2957828277" sldId="2147475800"/>
            <ac:spMk id="59" creationId="{C941D25C-95C1-CF95-03AC-33A31A735E96}"/>
          </ac:spMkLst>
        </pc:spChg>
        <pc:spChg chg="mod">
          <ac:chgData name="Kanduru, Raghava" userId="cf8c09de-c40c-47a2-971b-c612c06e0906" providerId="ADAL" clId="{4C56122D-C267-4AA5-B2AB-CAAC7D036D6C}" dt="2024-06-05T14:15:12.206" v="42" actId="1076"/>
          <ac:spMkLst>
            <pc:docMk/>
            <pc:sldMk cId="2957828277" sldId="2147475800"/>
            <ac:spMk id="60" creationId="{0BD69B8D-01D0-56BC-0F56-96AE53C220F2}"/>
          </ac:spMkLst>
        </pc:spChg>
        <pc:spChg chg="mod">
          <ac:chgData name="Kanduru, Raghava" userId="cf8c09de-c40c-47a2-971b-c612c06e0906" providerId="ADAL" clId="{4C56122D-C267-4AA5-B2AB-CAAC7D036D6C}" dt="2024-06-05T14:15:12.206" v="42" actId="1076"/>
          <ac:spMkLst>
            <pc:docMk/>
            <pc:sldMk cId="2957828277" sldId="2147475800"/>
            <ac:spMk id="61" creationId="{56072609-7B3F-1374-7644-FC445AF28A41}"/>
          </ac:spMkLst>
        </pc:spChg>
        <pc:spChg chg="mod">
          <ac:chgData name="Kanduru, Raghava" userId="cf8c09de-c40c-47a2-971b-c612c06e0906" providerId="ADAL" clId="{4C56122D-C267-4AA5-B2AB-CAAC7D036D6C}" dt="2024-06-05T14:15:12.206" v="42" actId="1076"/>
          <ac:spMkLst>
            <pc:docMk/>
            <pc:sldMk cId="2957828277" sldId="2147475800"/>
            <ac:spMk id="62" creationId="{BDEEB49F-5C3B-AECE-6C2B-69F5085C695C}"/>
          </ac:spMkLst>
        </pc:spChg>
        <pc:spChg chg="mod">
          <ac:chgData name="Kanduru, Raghava" userId="cf8c09de-c40c-47a2-971b-c612c06e0906" providerId="ADAL" clId="{4C56122D-C267-4AA5-B2AB-CAAC7D036D6C}" dt="2024-06-05T14:15:12.206" v="42" actId="1076"/>
          <ac:spMkLst>
            <pc:docMk/>
            <pc:sldMk cId="2957828277" sldId="2147475800"/>
            <ac:spMk id="63" creationId="{8564EB36-6CB9-B39E-FA82-D464F20DE62A}"/>
          </ac:spMkLst>
        </pc:spChg>
        <pc:spChg chg="mod">
          <ac:chgData name="Kanduru, Raghava" userId="cf8c09de-c40c-47a2-971b-c612c06e0906" providerId="ADAL" clId="{4C56122D-C267-4AA5-B2AB-CAAC7D036D6C}" dt="2024-06-05T14:15:12.206" v="42" actId="1076"/>
          <ac:spMkLst>
            <pc:docMk/>
            <pc:sldMk cId="2957828277" sldId="2147475800"/>
            <ac:spMk id="64" creationId="{4BB2F8FD-FFC5-4A48-3891-0EDAEC0FF4E1}"/>
          </ac:spMkLst>
        </pc:spChg>
        <pc:spChg chg="mod">
          <ac:chgData name="Kanduru, Raghava" userId="cf8c09de-c40c-47a2-971b-c612c06e0906" providerId="ADAL" clId="{4C56122D-C267-4AA5-B2AB-CAAC7D036D6C}" dt="2024-06-05T14:15:12.206" v="42" actId="1076"/>
          <ac:spMkLst>
            <pc:docMk/>
            <pc:sldMk cId="2957828277" sldId="2147475800"/>
            <ac:spMk id="65" creationId="{BB61055D-381E-6341-CD64-EF3E3F58F2FB}"/>
          </ac:spMkLst>
        </pc:spChg>
        <pc:spChg chg="mod">
          <ac:chgData name="Kanduru, Raghava" userId="cf8c09de-c40c-47a2-971b-c612c06e0906" providerId="ADAL" clId="{4C56122D-C267-4AA5-B2AB-CAAC7D036D6C}" dt="2024-06-05T14:15:12.206" v="42" actId="1076"/>
          <ac:spMkLst>
            <pc:docMk/>
            <pc:sldMk cId="2957828277" sldId="2147475800"/>
            <ac:spMk id="66" creationId="{FFD26242-B046-15AC-996C-E2C78778CC19}"/>
          </ac:spMkLst>
        </pc:spChg>
        <pc:spChg chg="mod">
          <ac:chgData name="Kanduru, Raghava" userId="cf8c09de-c40c-47a2-971b-c612c06e0906" providerId="ADAL" clId="{4C56122D-C267-4AA5-B2AB-CAAC7D036D6C}" dt="2024-06-05T14:15:12.206" v="42" actId="1076"/>
          <ac:spMkLst>
            <pc:docMk/>
            <pc:sldMk cId="2957828277" sldId="2147475800"/>
            <ac:spMk id="67" creationId="{E38408EE-D674-82E9-91A3-189E99F04B82}"/>
          </ac:spMkLst>
        </pc:spChg>
        <pc:spChg chg="mod">
          <ac:chgData name="Kanduru, Raghava" userId="cf8c09de-c40c-47a2-971b-c612c06e0906" providerId="ADAL" clId="{4C56122D-C267-4AA5-B2AB-CAAC7D036D6C}" dt="2024-06-05T14:15:12.206" v="42" actId="1076"/>
          <ac:spMkLst>
            <pc:docMk/>
            <pc:sldMk cId="2957828277" sldId="2147475800"/>
            <ac:spMk id="68" creationId="{FA18793C-31BF-9AA7-00BC-CBBE19B43A41}"/>
          </ac:spMkLst>
        </pc:spChg>
        <pc:spChg chg="add del mod">
          <ac:chgData name="Kanduru, Raghava" userId="cf8c09de-c40c-47a2-971b-c612c06e0906" providerId="ADAL" clId="{4C56122D-C267-4AA5-B2AB-CAAC7D036D6C}" dt="2024-06-06T04:52:49.048" v="523" actId="478"/>
          <ac:spMkLst>
            <pc:docMk/>
            <pc:sldMk cId="2957828277" sldId="2147475800"/>
            <ac:spMk id="69" creationId="{61FAA0D3-DD4E-3DAE-9685-626E31A05D8E}"/>
          </ac:spMkLst>
        </pc:spChg>
        <pc:spChg chg="add del mod">
          <ac:chgData name="Kanduru, Raghava" userId="cf8c09de-c40c-47a2-971b-c612c06e0906" providerId="ADAL" clId="{4C56122D-C267-4AA5-B2AB-CAAC7D036D6C}" dt="2024-06-05T14:15:28.956" v="46" actId="478"/>
          <ac:spMkLst>
            <pc:docMk/>
            <pc:sldMk cId="2957828277" sldId="2147475800"/>
            <ac:spMk id="71" creationId="{5A7CB24D-BD3D-788B-D24E-C2F993009551}"/>
          </ac:spMkLst>
        </pc:spChg>
        <pc:spChg chg="add del mod">
          <ac:chgData name="Kanduru, Raghava" userId="cf8c09de-c40c-47a2-971b-c612c06e0906" providerId="ADAL" clId="{4C56122D-C267-4AA5-B2AB-CAAC7D036D6C}" dt="2024-06-06T05:27:42.808" v="528" actId="478"/>
          <ac:spMkLst>
            <pc:docMk/>
            <pc:sldMk cId="2957828277" sldId="2147475800"/>
            <ac:spMk id="72" creationId="{4C81A672-E0AE-C28F-F8A9-424FB0996780}"/>
          </ac:spMkLst>
        </pc:spChg>
        <pc:spChg chg="add del mod">
          <ac:chgData name="Kanduru, Raghava" userId="cf8c09de-c40c-47a2-971b-c612c06e0906" providerId="ADAL" clId="{4C56122D-C267-4AA5-B2AB-CAAC7D036D6C}" dt="2024-06-06T05:27:42.808" v="528" actId="478"/>
          <ac:spMkLst>
            <pc:docMk/>
            <pc:sldMk cId="2957828277" sldId="2147475800"/>
            <ac:spMk id="73" creationId="{5BB1392C-DDD7-36C3-8AA7-8038FADB9DB2}"/>
          </ac:spMkLst>
        </pc:spChg>
        <pc:spChg chg="add mod">
          <ac:chgData name="Kanduru, Raghava" userId="cf8c09de-c40c-47a2-971b-c612c06e0906" providerId="ADAL" clId="{4C56122D-C267-4AA5-B2AB-CAAC7D036D6C}" dt="2024-06-06T05:28:33.736" v="531" actId="20577"/>
          <ac:spMkLst>
            <pc:docMk/>
            <pc:sldMk cId="2957828277" sldId="2147475800"/>
            <ac:spMk id="74" creationId="{B8F35326-3745-BD15-0F99-2EFB277E8EF9}"/>
          </ac:spMkLst>
        </pc:spChg>
        <pc:grpChg chg="add del mod">
          <ac:chgData name="Kanduru, Raghava" userId="cf8c09de-c40c-47a2-971b-c612c06e0906" providerId="ADAL" clId="{4C56122D-C267-4AA5-B2AB-CAAC7D036D6C}" dt="2024-06-06T04:52:49.048" v="523" actId="478"/>
          <ac:grpSpMkLst>
            <pc:docMk/>
            <pc:sldMk cId="2957828277" sldId="2147475800"/>
            <ac:grpSpMk id="10" creationId="{E0855547-F081-1E85-A1BD-0C96363CED6C}"/>
          </ac:grpSpMkLst>
        </pc:grpChg>
        <pc:grpChg chg="add del mod">
          <ac:chgData name="Kanduru, Raghava" userId="cf8c09de-c40c-47a2-971b-c612c06e0906" providerId="ADAL" clId="{4C56122D-C267-4AA5-B2AB-CAAC7D036D6C}" dt="2024-06-06T04:52:49.048" v="523" actId="478"/>
          <ac:grpSpMkLst>
            <pc:docMk/>
            <pc:sldMk cId="2957828277" sldId="2147475800"/>
            <ac:grpSpMk id="40" creationId="{5453119B-7B3A-D45F-6851-6EBBBF2703C7}"/>
          </ac:grpSpMkLst>
        </pc:grpChg>
        <pc:picChg chg="del">
          <ac:chgData name="Kanduru, Raghava" userId="cf8c09de-c40c-47a2-971b-c612c06e0906" providerId="ADAL" clId="{4C56122D-C267-4AA5-B2AB-CAAC7D036D6C}" dt="2024-06-05T14:07:25.384" v="22" actId="478"/>
          <ac:picMkLst>
            <pc:docMk/>
            <pc:sldMk cId="2957828277" sldId="2147475800"/>
            <ac:picMk id="22" creationId="{355F1750-401F-44A8-DB4A-FEE1156328A9}"/>
          </ac:picMkLst>
        </pc:picChg>
        <pc:picChg chg="del">
          <ac:chgData name="Kanduru, Raghava" userId="cf8c09de-c40c-47a2-971b-c612c06e0906" providerId="ADAL" clId="{4C56122D-C267-4AA5-B2AB-CAAC7D036D6C}" dt="2024-06-05T14:07:25.384" v="22" actId="478"/>
          <ac:picMkLst>
            <pc:docMk/>
            <pc:sldMk cId="2957828277" sldId="2147475800"/>
            <ac:picMk id="25" creationId="{26261AF2-EBB0-C89D-445C-501C1EBE5AA2}"/>
          </ac:picMkLst>
        </pc:picChg>
        <pc:picChg chg="del">
          <ac:chgData name="Kanduru, Raghava" userId="cf8c09de-c40c-47a2-971b-c612c06e0906" providerId="ADAL" clId="{4C56122D-C267-4AA5-B2AB-CAAC7D036D6C}" dt="2024-06-05T14:07:25.384" v="22" actId="478"/>
          <ac:picMkLst>
            <pc:docMk/>
            <pc:sldMk cId="2957828277" sldId="2147475800"/>
            <ac:picMk id="28" creationId="{9BD7E383-1A67-C2AF-40BC-706EA670C9CC}"/>
          </ac:picMkLst>
        </pc:picChg>
        <pc:picChg chg="del">
          <ac:chgData name="Kanduru, Raghava" userId="cf8c09de-c40c-47a2-971b-c612c06e0906" providerId="ADAL" clId="{4C56122D-C267-4AA5-B2AB-CAAC7D036D6C}" dt="2024-06-05T14:07:25.384" v="22" actId="478"/>
          <ac:picMkLst>
            <pc:docMk/>
            <pc:sldMk cId="2957828277" sldId="2147475800"/>
            <ac:picMk id="36" creationId="{99CE3311-A22C-9A6C-DF6C-5312AEBC04E9}"/>
          </ac:picMkLst>
        </pc:picChg>
        <pc:picChg chg="del">
          <ac:chgData name="Kanduru, Raghava" userId="cf8c09de-c40c-47a2-971b-c612c06e0906" providerId="ADAL" clId="{4C56122D-C267-4AA5-B2AB-CAAC7D036D6C}" dt="2024-06-05T14:07:25.384" v="22" actId="478"/>
          <ac:picMkLst>
            <pc:docMk/>
            <pc:sldMk cId="2957828277" sldId="2147475800"/>
            <ac:picMk id="38" creationId="{65A5D3E0-6AE1-15B4-E359-DFC04CC38E85}"/>
          </ac:picMkLst>
        </pc:picChg>
        <pc:picChg chg="del">
          <ac:chgData name="Kanduru, Raghava" userId="cf8c09de-c40c-47a2-971b-c612c06e0906" providerId="ADAL" clId="{4C56122D-C267-4AA5-B2AB-CAAC7D036D6C}" dt="2024-06-05T14:07:25.384" v="22" actId="478"/>
          <ac:picMkLst>
            <pc:docMk/>
            <pc:sldMk cId="2957828277" sldId="2147475800"/>
            <ac:picMk id="41" creationId="{87945CD3-E960-08A9-0592-3C5E8EA7A6BA}"/>
          </ac:picMkLst>
        </pc:picChg>
        <pc:picChg chg="del">
          <ac:chgData name="Kanduru, Raghava" userId="cf8c09de-c40c-47a2-971b-c612c06e0906" providerId="ADAL" clId="{4C56122D-C267-4AA5-B2AB-CAAC7D036D6C}" dt="2024-06-05T14:07:25.384" v="22" actId="478"/>
          <ac:picMkLst>
            <pc:docMk/>
            <pc:sldMk cId="2957828277" sldId="2147475800"/>
            <ac:picMk id="52" creationId="{5292FF7F-010F-D879-040E-DEBBA7636D92}"/>
          </ac:picMkLst>
        </pc:picChg>
        <pc:cxnChg chg="add del mod">
          <ac:chgData name="Kanduru, Raghava" userId="cf8c09de-c40c-47a2-971b-c612c06e0906" providerId="ADAL" clId="{4C56122D-C267-4AA5-B2AB-CAAC7D036D6C}" dt="2024-06-06T04:52:49.048" v="523" actId="478"/>
          <ac:cxnSpMkLst>
            <pc:docMk/>
            <pc:sldMk cId="2957828277" sldId="2147475800"/>
            <ac:cxnSpMk id="6" creationId="{DB2F0BDA-4983-09B7-5A9A-0281C10E6A99}"/>
          </ac:cxnSpMkLst>
        </pc:cxnChg>
        <pc:cxnChg chg="del">
          <ac:chgData name="Kanduru, Raghava" userId="cf8c09de-c40c-47a2-971b-c612c06e0906" providerId="ADAL" clId="{4C56122D-C267-4AA5-B2AB-CAAC7D036D6C}" dt="2024-06-05T14:07:25.384" v="22" actId="478"/>
          <ac:cxnSpMkLst>
            <pc:docMk/>
            <pc:sldMk cId="2957828277" sldId="2147475800"/>
            <ac:cxnSpMk id="9" creationId="{317B1094-E11C-5CD4-FA23-3353134633AD}"/>
          </ac:cxnSpMkLst>
        </pc:cxnChg>
        <pc:cxnChg chg="del">
          <ac:chgData name="Kanduru, Raghava" userId="cf8c09de-c40c-47a2-971b-c612c06e0906" providerId="ADAL" clId="{4C56122D-C267-4AA5-B2AB-CAAC7D036D6C}" dt="2024-06-05T14:07:25.384" v="22" actId="478"/>
          <ac:cxnSpMkLst>
            <pc:docMk/>
            <pc:sldMk cId="2957828277" sldId="2147475800"/>
            <ac:cxnSpMk id="32" creationId="{ECE5A8EA-1AAA-C105-4572-5C35D103A7C3}"/>
          </ac:cxnSpMkLst>
        </pc:cxnChg>
        <pc:cxnChg chg="del">
          <ac:chgData name="Kanduru, Raghava" userId="cf8c09de-c40c-47a2-971b-c612c06e0906" providerId="ADAL" clId="{4C56122D-C267-4AA5-B2AB-CAAC7D036D6C}" dt="2024-06-05T14:07:25.384" v="22" actId="478"/>
          <ac:cxnSpMkLst>
            <pc:docMk/>
            <pc:sldMk cId="2957828277" sldId="2147475800"/>
            <ac:cxnSpMk id="45" creationId="{E8479C54-AAB0-14AE-4935-18738F415F2B}"/>
          </ac:cxnSpMkLst>
        </pc:cxnChg>
      </pc:sldChg>
      <pc:sldChg chg="addSp delSp modSp add mod modAnim modShow">
        <pc:chgData name="Kanduru, Raghava" userId="cf8c09de-c40c-47a2-971b-c612c06e0906" providerId="ADAL" clId="{4C56122D-C267-4AA5-B2AB-CAAC7D036D6C}" dt="2024-06-06T08:46:37.977" v="1414" actId="1076"/>
        <pc:sldMkLst>
          <pc:docMk/>
          <pc:sldMk cId="2720965184" sldId="2147475802"/>
        </pc:sldMkLst>
        <pc:spChg chg="mod">
          <ac:chgData name="Kanduru, Raghava" userId="cf8c09de-c40c-47a2-971b-c612c06e0906" providerId="ADAL" clId="{4C56122D-C267-4AA5-B2AB-CAAC7D036D6C}" dt="2024-06-06T06:55:13.857" v="535" actId="20577"/>
          <ac:spMkLst>
            <pc:docMk/>
            <pc:sldMk cId="2720965184" sldId="2147475802"/>
            <ac:spMk id="3" creationId="{2AF865AE-0F78-49F3-A0CB-D4F57A104432}"/>
          </ac:spMkLst>
        </pc:spChg>
        <pc:spChg chg="add del mod">
          <ac:chgData name="Kanduru, Raghava" userId="cf8c09de-c40c-47a2-971b-c612c06e0906" providerId="ADAL" clId="{4C56122D-C267-4AA5-B2AB-CAAC7D036D6C}" dt="2024-06-06T07:36:56.020" v="1015" actId="478"/>
          <ac:spMkLst>
            <pc:docMk/>
            <pc:sldMk cId="2720965184" sldId="2147475802"/>
            <ac:spMk id="5" creationId="{DD2B2607-AED6-A68E-9808-EB422D940514}"/>
          </ac:spMkLst>
        </pc:spChg>
        <pc:spChg chg="add del mod">
          <ac:chgData name="Kanduru, Raghava" userId="cf8c09de-c40c-47a2-971b-c612c06e0906" providerId="ADAL" clId="{4C56122D-C267-4AA5-B2AB-CAAC7D036D6C}" dt="2024-06-06T07:36:56.020" v="1015" actId="478"/>
          <ac:spMkLst>
            <pc:docMk/>
            <pc:sldMk cId="2720965184" sldId="2147475802"/>
            <ac:spMk id="6" creationId="{C62A6C64-CED9-52E3-61AF-070A7466AA64}"/>
          </ac:spMkLst>
        </pc:spChg>
        <pc:spChg chg="mod">
          <ac:chgData name="Kanduru, Raghava" userId="cf8c09de-c40c-47a2-971b-c612c06e0906" providerId="ADAL" clId="{4C56122D-C267-4AA5-B2AB-CAAC7D036D6C}" dt="2024-06-06T06:58:26.882" v="587"/>
          <ac:spMkLst>
            <pc:docMk/>
            <pc:sldMk cId="2720965184" sldId="2147475802"/>
            <ac:spMk id="8" creationId="{332BC397-A56E-4F74-49EC-4034433B9E5A}"/>
          </ac:spMkLst>
        </pc:spChg>
        <pc:spChg chg="mod">
          <ac:chgData name="Kanduru, Raghava" userId="cf8c09de-c40c-47a2-971b-c612c06e0906" providerId="ADAL" clId="{4C56122D-C267-4AA5-B2AB-CAAC7D036D6C}" dt="2024-06-06T06:58:26.882" v="587"/>
          <ac:spMkLst>
            <pc:docMk/>
            <pc:sldMk cId="2720965184" sldId="2147475802"/>
            <ac:spMk id="12" creationId="{8D85F27A-EFC2-6484-6401-C6E0BE0EEDE6}"/>
          </ac:spMkLst>
        </pc:spChg>
        <pc:spChg chg="del">
          <ac:chgData name="Kanduru, Raghava" userId="cf8c09de-c40c-47a2-971b-c612c06e0906" providerId="ADAL" clId="{4C56122D-C267-4AA5-B2AB-CAAC7D036D6C}" dt="2024-06-06T06:54:38.494" v="534" actId="478"/>
          <ac:spMkLst>
            <pc:docMk/>
            <pc:sldMk cId="2720965184" sldId="2147475802"/>
            <ac:spMk id="16" creationId="{DA2CD3A9-F886-BE92-3054-47578B43895A}"/>
          </ac:spMkLst>
        </pc:spChg>
        <pc:spChg chg="del">
          <ac:chgData name="Kanduru, Raghava" userId="cf8c09de-c40c-47a2-971b-c612c06e0906" providerId="ADAL" clId="{4C56122D-C267-4AA5-B2AB-CAAC7D036D6C}" dt="2024-06-06T06:54:38.494" v="534" actId="478"/>
          <ac:spMkLst>
            <pc:docMk/>
            <pc:sldMk cId="2720965184" sldId="2147475802"/>
            <ac:spMk id="17" creationId="{10F72F29-DBF6-2394-68A5-183CB5AD2624}"/>
          </ac:spMkLst>
        </pc:spChg>
        <pc:spChg chg="mod">
          <ac:chgData name="Kanduru, Raghava" userId="cf8c09de-c40c-47a2-971b-c612c06e0906" providerId="ADAL" clId="{4C56122D-C267-4AA5-B2AB-CAAC7D036D6C}" dt="2024-06-06T06:58:26.882" v="587"/>
          <ac:spMkLst>
            <pc:docMk/>
            <pc:sldMk cId="2720965184" sldId="2147475802"/>
            <ac:spMk id="19" creationId="{345F6D87-09FC-A06A-F7EC-35BA1F1485F4}"/>
          </ac:spMkLst>
        </pc:spChg>
        <pc:spChg chg="mod">
          <ac:chgData name="Kanduru, Raghava" userId="cf8c09de-c40c-47a2-971b-c612c06e0906" providerId="ADAL" clId="{4C56122D-C267-4AA5-B2AB-CAAC7D036D6C}" dt="2024-06-06T06:58:26.882" v="587"/>
          <ac:spMkLst>
            <pc:docMk/>
            <pc:sldMk cId="2720965184" sldId="2147475802"/>
            <ac:spMk id="20" creationId="{4CCAECDF-4214-2795-FCEC-E24405120B63}"/>
          </ac:spMkLst>
        </pc:spChg>
        <pc:spChg chg="mod">
          <ac:chgData name="Kanduru, Raghava" userId="cf8c09de-c40c-47a2-971b-c612c06e0906" providerId="ADAL" clId="{4C56122D-C267-4AA5-B2AB-CAAC7D036D6C}" dt="2024-06-06T06:58:26.882" v="587"/>
          <ac:spMkLst>
            <pc:docMk/>
            <pc:sldMk cId="2720965184" sldId="2147475802"/>
            <ac:spMk id="21" creationId="{0BB71345-2018-CEF1-9F89-7766252D4074}"/>
          </ac:spMkLst>
        </pc:spChg>
        <pc:spChg chg="del">
          <ac:chgData name="Kanduru, Raghava" userId="cf8c09de-c40c-47a2-971b-c612c06e0906" providerId="ADAL" clId="{4C56122D-C267-4AA5-B2AB-CAAC7D036D6C}" dt="2024-06-06T06:54:38.494" v="534" actId="478"/>
          <ac:spMkLst>
            <pc:docMk/>
            <pc:sldMk cId="2720965184" sldId="2147475802"/>
            <ac:spMk id="23" creationId="{19718FB8-A388-7CBA-6DAF-22D739FEB8CB}"/>
          </ac:spMkLst>
        </pc:spChg>
        <pc:spChg chg="mod">
          <ac:chgData name="Kanduru, Raghava" userId="cf8c09de-c40c-47a2-971b-c612c06e0906" providerId="ADAL" clId="{4C56122D-C267-4AA5-B2AB-CAAC7D036D6C}" dt="2024-06-06T06:58:26.882" v="587"/>
          <ac:spMkLst>
            <pc:docMk/>
            <pc:sldMk cId="2720965184" sldId="2147475802"/>
            <ac:spMk id="24" creationId="{FE80FACE-90A9-3E73-0F9D-B1011A382986}"/>
          </ac:spMkLst>
        </pc:spChg>
        <pc:spChg chg="del">
          <ac:chgData name="Kanduru, Raghava" userId="cf8c09de-c40c-47a2-971b-c612c06e0906" providerId="ADAL" clId="{4C56122D-C267-4AA5-B2AB-CAAC7D036D6C}" dt="2024-06-06T06:54:38.494" v="534" actId="478"/>
          <ac:spMkLst>
            <pc:docMk/>
            <pc:sldMk cId="2720965184" sldId="2147475802"/>
            <ac:spMk id="26" creationId="{811EF166-D4DC-931C-1543-5E5E4CC7E0B9}"/>
          </ac:spMkLst>
        </pc:spChg>
        <pc:spChg chg="mod">
          <ac:chgData name="Kanduru, Raghava" userId="cf8c09de-c40c-47a2-971b-c612c06e0906" providerId="ADAL" clId="{4C56122D-C267-4AA5-B2AB-CAAC7D036D6C}" dt="2024-06-06T06:58:26.882" v="587"/>
          <ac:spMkLst>
            <pc:docMk/>
            <pc:sldMk cId="2720965184" sldId="2147475802"/>
            <ac:spMk id="27" creationId="{4256AA03-B6CA-C007-9146-4E91A4A55E9C}"/>
          </ac:spMkLst>
        </pc:spChg>
        <pc:spChg chg="mod">
          <ac:chgData name="Kanduru, Raghava" userId="cf8c09de-c40c-47a2-971b-c612c06e0906" providerId="ADAL" clId="{4C56122D-C267-4AA5-B2AB-CAAC7D036D6C}" dt="2024-06-06T06:58:26.882" v="587"/>
          <ac:spMkLst>
            <pc:docMk/>
            <pc:sldMk cId="2720965184" sldId="2147475802"/>
            <ac:spMk id="29" creationId="{37CD3BFC-DBDB-9F7D-B898-45E0267E04D2}"/>
          </ac:spMkLst>
        </pc:spChg>
        <pc:spChg chg="mod">
          <ac:chgData name="Kanduru, Raghava" userId="cf8c09de-c40c-47a2-971b-c612c06e0906" providerId="ADAL" clId="{4C56122D-C267-4AA5-B2AB-CAAC7D036D6C}" dt="2024-06-06T06:58:26.882" v="587"/>
          <ac:spMkLst>
            <pc:docMk/>
            <pc:sldMk cId="2720965184" sldId="2147475802"/>
            <ac:spMk id="30" creationId="{06FBF9E8-696F-5E96-482B-C490E5F9F3F3}"/>
          </ac:spMkLst>
        </pc:spChg>
        <pc:spChg chg="del">
          <ac:chgData name="Kanduru, Raghava" userId="cf8c09de-c40c-47a2-971b-c612c06e0906" providerId="ADAL" clId="{4C56122D-C267-4AA5-B2AB-CAAC7D036D6C}" dt="2024-06-06T06:54:38.494" v="534" actId="478"/>
          <ac:spMkLst>
            <pc:docMk/>
            <pc:sldMk cId="2720965184" sldId="2147475802"/>
            <ac:spMk id="31" creationId="{ED5A9685-9D80-3926-1251-7D68A778CD53}"/>
          </ac:spMkLst>
        </pc:spChg>
        <pc:spChg chg="mod">
          <ac:chgData name="Kanduru, Raghava" userId="cf8c09de-c40c-47a2-971b-c612c06e0906" providerId="ADAL" clId="{4C56122D-C267-4AA5-B2AB-CAAC7D036D6C}" dt="2024-06-06T06:58:26.882" v="587"/>
          <ac:spMkLst>
            <pc:docMk/>
            <pc:sldMk cId="2720965184" sldId="2147475802"/>
            <ac:spMk id="33" creationId="{E942531A-5DFA-AA12-A0DF-50ABA3E9686F}"/>
          </ac:spMkLst>
        </pc:spChg>
        <pc:spChg chg="del">
          <ac:chgData name="Kanduru, Raghava" userId="cf8c09de-c40c-47a2-971b-c612c06e0906" providerId="ADAL" clId="{4C56122D-C267-4AA5-B2AB-CAAC7D036D6C}" dt="2024-06-06T06:54:38.494" v="534" actId="478"/>
          <ac:spMkLst>
            <pc:docMk/>
            <pc:sldMk cId="2720965184" sldId="2147475802"/>
            <ac:spMk id="34" creationId="{8EA7D47E-9A08-2FDD-4050-B9A0530BDCEA}"/>
          </ac:spMkLst>
        </pc:spChg>
        <pc:spChg chg="mod">
          <ac:chgData name="Kanduru, Raghava" userId="cf8c09de-c40c-47a2-971b-c612c06e0906" providerId="ADAL" clId="{4C56122D-C267-4AA5-B2AB-CAAC7D036D6C}" dt="2024-06-06T06:58:26.882" v="587"/>
          <ac:spMkLst>
            <pc:docMk/>
            <pc:sldMk cId="2720965184" sldId="2147475802"/>
            <ac:spMk id="35" creationId="{8FF5DB1A-75E5-6F08-AAAA-024FC3131EEB}"/>
          </ac:spMkLst>
        </pc:spChg>
        <pc:spChg chg="mod">
          <ac:chgData name="Kanduru, Raghava" userId="cf8c09de-c40c-47a2-971b-c612c06e0906" providerId="ADAL" clId="{4C56122D-C267-4AA5-B2AB-CAAC7D036D6C}" dt="2024-06-06T06:58:26.882" v="587"/>
          <ac:spMkLst>
            <pc:docMk/>
            <pc:sldMk cId="2720965184" sldId="2147475802"/>
            <ac:spMk id="37" creationId="{D759808E-0981-A767-7F45-3B4C010D3A7F}"/>
          </ac:spMkLst>
        </pc:spChg>
        <pc:spChg chg="del">
          <ac:chgData name="Kanduru, Raghava" userId="cf8c09de-c40c-47a2-971b-c612c06e0906" providerId="ADAL" clId="{4C56122D-C267-4AA5-B2AB-CAAC7D036D6C}" dt="2024-06-06T06:54:38.494" v="534" actId="478"/>
          <ac:spMkLst>
            <pc:docMk/>
            <pc:sldMk cId="2720965184" sldId="2147475802"/>
            <ac:spMk id="39" creationId="{CB7B5346-8242-1EA4-FD1E-A05C15C694F2}"/>
          </ac:spMkLst>
        </pc:spChg>
        <pc:spChg chg="mod">
          <ac:chgData name="Kanduru, Raghava" userId="cf8c09de-c40c-47a2-971b-c612c06e0906" providerId="ADAL" clId="{4C56122D-C267-4AA5-B2AB-CAAC7D036D6C}" dt="2024-06-06T06:58:40.906" v="591"/>
          <ac:spMkLst>
            <pc:docMk/>
            <pc:sldMk cId="2720965184" sldId="2147475802"/>
            <ac:spMk id="43" creationId="{DC8CB22A-CC92-94F2-77F5-5E3C810D2505}"/>
          </ac:spMkLst>
        </pc:spChg>
        <pc:spChg chg="del">
          <ac:chgData name="Kanduru, Raghava" userId="cf8c09de-c40c-47a2-971b-c612c06e0906" providerId="ADAL" clId="{4C56122D-C267-4AA5-B2AB-CAAC7D036D6C}" dt="2024-06-06T06:54:38.494" v="534" actId="478"/>
          <ac:spMkLst>
            <pc:docMk/>
            <pc:sldMk cId="2720965184" sldId="2147475802"/>
            <ac:spMk id="44" creationId="{980F3C88-B994-94DC-3FB2-7D1C65868F4C}"/>
          </ac:spMkLst>
        </pc:spChg>
        <pc:spChg chg="del">
          <ac:chgData name="Kanduru, Raghava" userId="cf8c09de-c40c-47a2-971b-c612c06e0906" providerId="ADAL" clId="{4C56122D-C267-4AA5-B2AB-CAAC7D036D6C}" dt="2024-06-06T06:54:38.494" v="534" actId="478"/>
          <ac:spMkLst>
            <pc:docMk/>
            <pc:sldMk cId="2720965184" sldId="2147475802"/>
            <ac:spMk id="46" creationId="{3DA69DCC-85C3-729A-D060-68D2FDE2138C}"/>
          </ac:spMkLst>
        </pc:spChg>
        <pc:spChg chg="del">
          <ac:chgData name="Kanduru, Raghava" userId="cf8c09de-c40c-47a2-971b-c612c06e0906" providerId="ADAL" clId="{4C56122D-C267-4AA5-B2AB-CAAC7D036D6C}" dt="2024-06-06T06:54:38.494" v="534" actId="478"/>
          <ac:spMkLst>
            <pc:docMk/>
            <pc:sldMk cId="2720965184" sldId="2147475802"/>
            <ac:spMk id="47" creationId="{BE049BEB-071C-21E2-E855-21C88E236726}"/>
          </ac:spMkLst>
        </pc:spChg>
        <pc:spChg chg="del">
          <ac:chgData name="Kanduru, Raghava" userId="cf8c09de-c40c-47a2-971b-c612c06e0906" providerId="ADAL" clId="{4C56122D-C267-4AA5-B2AB-CAAC7D036D6C}" dt="2024-06-06T06:54:38.494" v="534" actId="478"/>
          <ac:spMkLst>
            <pc:docMk/>
            <pc:sldMk cId="2720965184" sldId="2147475802"/>
            <ac:spMk id="48" creationId="{FDEEDC16-89F5-C9BC-D975-3B4C060F7975}"/>
          </ac:spMkLst>
        </pc:spChg>
        <pc:spChg chg="del">
          <ac:chgData name="Kanduru, Raghava" userId="cf8c09de-c40c-47a2-971b-c612c06e0906" providerId="ADAL" clId="{4C56122D-C267-4AA5-B2AB-CAAC7D036D6C}" dt="2024-06-06T06:54:38.494" v="534" actId="478"/>
          <ac:spMkLst>
            <pc:docMk/>
            <pc:sldMk cId="2720965184" sldId="2147475802"/>
            <ac:spMk id="50" creationId="{94D20D2F-6DFA-A6A2-96D7-D0279D96BEFB}"/>
          </ac:spMkLst>
        </pc:spChg>
        <pc:spChg chg="del">
          <ac:chgData name="Kanduru, Raghava" userId="cf8c09de-c40c-47a2-971b-c612c06e0906" providerId="ADAL" clId="{4C56122D-C267-4AA5-B2AB-CAAC7D036D6C}" dt="2024-06-06T06:54:38.494" v="534" actId="478"/>
          <ac:spMkLst>
            <pc:docMk/>
            <pc:sldMk cId="2720965184" sldId="2147475802"/>
            <ac:spMk id="53" creationId="{FBA4FE68-A515-EDCA-BC35-5913B7882425}"/>
          </ac:spMkLst>
        </pc:spChg>
        <pc:spChg chg="del">
          <ac:chgData name="Kanduru, Raghava" userId="cf8c09de-c40c-47a2-971b-c612c06e0906" providerId="ADAL" clId="{4C56122D-C267-4AA5-B2AB-CAAC7D036D6C}" dt="2024-06-06T06:54:38.494" v="534" actId="478"/>
          <ac:spMkLst>
            <pc:docMk/>
            <pc:sldMk cId="2720965184" sldId="2147475802"/>
            <ac:spMk id="54" creationId="{75990B78-7C97-7800-50E9-DB77C036164D}"/>
          </ac:spMkLst>
        </pc:spChg>
        <pc:spChg chg="del">
          <ac:chgData name="Kanduru, Raghava" userId="cf8c09de-c40c-47a2-971b-c612c06e0906" providerId="ADAL" clId="{4C56122D-C267-4AA5-B2AB-CAAC7D036D6C}" dt="2024-06-06T06:54:38.494" v="534" actId="478"/>
          <ac:spMkLst>
            <pc:docMk/>
            <pc:sldMk cId="2720965184" sldId="2147475802"/>
            <ac:spMk id="55" creationId="{3C4BC7F0-0E82-683B-478C-0B39A048E918}"/>
          </ac:spMkLst>
        </pc:spChg>
        <pc:spChg chg="del">
          <ac:chgData name="Kanduru, Raghava" userId="cf8c09de-c40c-47a2-971b-c612c06e0906" providerId="ADAL" clId="{4C56122D-C267-4AA5-B2AB-CAAC7D036D6C}" dt="2024-06-06T06:54:38.494" v="534" actId="478"/>
          <ac:spMkLst>
            <pc:docMk/>
            <pc:sldMk cId="2720965184" sldId="2147475802"/>
            <ac:spMk id="56" creationId="{93A12186-FC8C-958E-5428-4E4061CFA397}"/>
          </ac:spMkLst>
        </pc:spChg>
        <pc:spChg chg="mod">
          <ac:chgData name="Kanduru, Raghava" userId="cf8c09de-c40c-47a2-971b-c612c06e0906" providerId="ADAL" clId="{4C56122D-C267-4AA5-B2AB-CAAC7D036D6C}" dt="2024-06-06T06:58:40.906" v="591"/>
          <ac:spMkLst>
            <pc:docMk/>
            <pc:sldMk cId="2720965184" sldId="2147475802"/>
            <ac:spMk id="57" creationId="{7C27DF2A-9C34-5E2E-D503-5FDE42364DD3}"/>
          </ac:spMkLst>
        </pc:spChg>
        <pc:spChg chg="mod">
          <ac:chgData name="Kanduru, Raghava" userId="cf8c09de-c40c-47a2-971b-c612c06e0906" providerId="ADAL" clId="{4C56122D-C267-4AA5-B2AB-CAAC7D036D6C}" dt="2024-06-06T06:58:40.906" v="591"/>
          <ac:spMkLst>
            <pc:docMk/>
            <pc:sldMk cId="2720965184" sldId="2147475802"/>
            <ac:spMk id="62" creationId="{74308C74-9AA3-EDE7-BF7F-5CD8964DE58B}"/>
          </ac:spMkLst>
        </pc:spChg>
        <pc:spChg chg="mod">
          <ac:chgData name="Kanduru, Raghava" userId="cf8c09de-c40c-47a2-971b-c612c06e0906" providerId="ADAL" clId="{4C56122D-C267-4AA5-B2AB-CAAC7D036D6C}" dt="2024-06-06T06:58:40.906" v="591"/>
          <ac:spMkLst>
            <pc:docMk/>
            <pc:sldMk cId="2720965184" sldId="2147475802"/>
            <ac:spMk id="63" creationId="{2589615C-7C40-4CC0-FD5D-1625B1EFF4A0}"/>
          </ac:spMkLst>
        </pc:spChg>
        <pc:spChg chg="mod">
          <ac:chgData name="Kanduru, Raghava" userId="cf8c09de-c40c-47a2-971b-c612c06e0906" providerId="ADAL" clId="{4C56122D-C267-4AA5-B2AB-CAAC7D036D6C}" dt="2024-06-06T06:58:40.906" v="591"/>
          <ac:spMkLst>
            <pc:docMk/>
            <pc:sldMk cId="2720965184" sldId="2147475802"/>
            <ac:spMk id="64" creationId="{DFD997F1-BC31-2A54-7754-B90977C4ABBA}"/>
          </ac:spMkLst>
        </pc:spChg>
        <pc:spChg chg="mod">
          <ac:chgData name="Kanduru, Raghava" userId="cf8c09de-c40c-47a2-971b-c612c06e0906" providerId="ADAL" clId="{4C56122D-C267-4AA5-B2AB-CAAC7D036D6C}" dt="2024-06-06T06:58:40.906" v="591"/>
          <ac:spMkLst>
            <pc:docMk/>
            <pc:sldMk cId="2720965184" sldId="2147475802"/>
            <ac:spMk id="65" creationId="{E9061FE1-7AC0-7FEA-F0F9-78E10A407E0F}"/>
          </ac:spMkLst>
        </pc:spChg>
        <pc:spChg chg="mod">
          <ac:chgData name="Kanduru, Raghava" userId="cf8c09de-c40c-47a2-971b-c612c06e0906" providerId="ADAL" clId="{4C56122D-C267-4AA5-B2AB-CAAC7D036D6C}" dt="2024-06-06T06:58:40.906" v="591"/>
          <ac:spMkLst>
            <pc:docMk/>
            <pc:sldMk cId="2720965184" sldId="2147475802"/>
            <ac:spMk id="66" creationId="{6424523B-F6F7-12F1-153E-AAE30D065ACF}"/>
          </ac:spMkLst>
        </pc:spChg>
        <pc:spChg chg="mod">
          <ac:chgData name="Kanduru, Raghava" userId="cf8c09de-c40c-47a2-971b-c612c06e0906" providerId="ADAL" clId="{4C56122D-C267-4AA5-B2AB-CAAC7D036D6C}" dt="2024-06-06T06:58:40.906" v="591"/>
          <ac:spMkLst>
            <pc:docMk/>
            <pc:sldMk cId="2720965184" sldId="2147475802"/>
            <ac:spMk id="67" creationId="{886F5669-ED31-8E1E-8BFD-B48387153C3D}"/>
          </ac:spMkLst>
        </pc:spChg>
        <pc:spChg chg="mod">
          <ac:chgData name="Kanduru, Raghava" userId="cf8c09de-c40c-47a2-971b-c612c06e0906" providerId="ADAL" clId="{4C56122D-C267-4AA5-B2AB-CAAC7D036D6C}" dt="2024-06-06T06:58:40.906" v="591"/>
          <ac:spMkLst>
            <pc:docMk/>
            <pc:sldMk cId="2720965184" sldId="2147475802"/>
            <ac:spMk id="68" creationId="{BAED7562-7ECD-4B43-D6B9-563615193D92}"/>
          </ac:spMkLst>
        </pc:spChg>
        <pc:spChg chg="mod">
          <ac:chgData name="Kanduru, Raghava" userId="cf8c09de-c40c-47a2-971b-c612c06e0906" providerId="ADAL" clId="{4C56122D-C267-4AA5-B2AB-CAAC7D036D6C}" dt="2024-06-06T06:58:40.906" v="591"/>
          <ac:spMkLst>
            <pc:docMk/>
            <pc:sldMk cId="2720965184" sldId="2147475802"/>
            <ac:spMk id="69" creationId="{4029EE3B-EEDD-5CA1-AF0A-6CADE15027FD}"/>
          </ac:spMkLst>
        </pc:spChg>
        <pc:spChg chg="mod">
          <ac:chgData name="Kanduru, Raghava" userId="cf8c09de-c40c-47a2-971b-c612c06e0906" providerId="ADAL" clId="{4C56122D-C267-4AA5-B2AB-CAAC7D036D6C}" dt="2024-06-06T06:58:40.906" v="591"/>
          <ac:spMkLst>
            <pc:docMk/>
            <pc:sldMk cId="2720965184" sldId="2147475802"/>
            <ac:spMk id="70" creationId="{01542DF9-7937-DA08-0BFC-666E807FAC86}"/>
          </ac:spMkLst>
        </pc:spChg>
        <pc:spChg chg="mod">
          <ac:chgData name="Kanduru, Raghava" userId="cf8c09de-c40c-47a2-971b-c612c06e0906" providerId="ADAL" clId="{4C56122D-C267-4AA5-B2AB-CAAC7D036D6C}" dt="2024-06-06T06:58:40.906" v="591"/>
          <ac:spMkLst>
            <pc:docMk/>
            <pc:sldMk cId="2720965184" sldId="2147475802"/>
            <ac:spMk id="71" creationId="{5BF2889B-1305-A16B-6C8B-552B858016F0}"/>
          </ac:spMkLst>
        </pc:spChg>
        <pc:spChg chg="add del mod">
          <ac:chgData name="Kanduru, Raghava" userId="cf8c09de-c40c-47a2-971b-c612c06e0906" providerId="ADAL" clId="{4C56122D-C267-4AA5-B2AB-CAAC7D036D6C}" dt="2024-06-06T07:36:56.020" v="1015" actId="478"/>
          <ac:spMkLst>
            <pc:docMk/>
            <pc:sldMk cId="2720965184" sldId="2147475802"/>
            <ac:spMk id="75" creationId="{8FA35E40-2F80-6640-495F-2998857EE747}"/>
          </ac:spMkLst>
        </pc:spChg>
        <pc:spChg chg="add del mod">
          <ac:chgData name="Kanduru, Raghava" userId="cf8c09de-c40c-47a2-971b-c612c06e0906" providerId="ADAL" clId="{4C56122D-C267-4AA5-B2AB-CAAC7D036D6C}" dt="2024-06-06T07:36:56.020" v="1015" actId="478"/>
          <ac:spMkLst>
            <pc:docMk/>
            <pc:sldMk cId="2720965184" sldId="2147475802"/>
            <ac:spMk id="76" creationId="{E49F41A0-62EC-2465-F237-D5DEBB5FC575}"/>
          </ac:spMkLst>
        </pc:spChg>
        <pc:spChg chg="add del mod">
          <ac:chgData name="Kanduru, Raghava" userId="cf8c09de-c40c-47a2-971b-c612c06e0906" providerId="ADAL" clId="{4C56122D-C267-4AA5-B2AB-CAAC7D036D6C}" dt="2024-06-06T07:12:38.717" v="797"/>
          <ac:spMkLst>
            <pc:docMk/>
            <pc:sldMk cId="2720965184" sldId="2147475802"/>
            <ac:spMk id="80" creationId="{A345BF47-DEA2-5176-132B-2F9DF4EB7634}"/>
          </ac:spMkLst>
        </pc:spChg>
        <pc:spChg chg="mod">
          <ac:chgData name="Kanduru, Raghava" userId="cf8c09de-c40c-47a2-971b-c612c06e0906" providerId="ADAL" clId="{4C56122D-C267-4AA5-B2AB-CAAC7D036D6C}" dt="2024-06-06T07:12:34.136" v="796"/>
          <ac:spMkLst>
            <pc:docMk/>
            <pc:sldMk cId="2720965184" sldId="2147475802"/>
            <ac:spMk id="82" creationId="{50984A28-D44D-A431-A34B-F82FD7E2C50F}"/>
          </ac:spMkLst>
        </pc:spChg>
        <pc:spChg chg="mod">
          <ac:chgData name="Kanduru, Raghava" userId="cf8c09de-c40c-47a2-971b-c612c06e0906" providerId="ADAL" clId="{4C56122D-C267-4AA5-B2AB-CAAC7D036D6C}" dt="2024-06-06T07:12:34.136" v="796"/>
          <ac:spMkLst>
            <pc:docMk/>
            <pc:sldMk cId="2720965184" sldId="2147475802"/>
            <ac:spMk id="83" creationId="{8ACA8DEE-43E2-62F7-E783-A89D20B64E06}"/>
          </ac:spMkLst>
        </pc:spChg>
        <pc:spChg chg="mod">
          <ac:chgData name="Kanduru, Raghava" userId="cf8c09de-c40c-47a2-971b-c612c06e0906" providerId="ADAL" clId="{4C56122D-C267-4AA5-B2AB-CAAC7D036D6C}" dt="2024-06-06T07:12:34.136" v="796"/>
          <ac:spMkLst>
            <pc:docMk/>
            <pc:sldMk cId="2720965184" sldId="2147475802"/>
            <ac:spMk id="85" creationId="{92E52BBD-2C34-70BC-1523-A7D53C9C62FE}"/>
          </ac:spMkLst>
        </pc:spChg>
        <pc:spChg chg="mod">
          <ac:chgData name="Kanduru, Raghava" userId="cf8c09de-c40c-47a2-971b-c612c06e0906" providerId="ADAL" clId="{4C56122D-C267-4AA5-B2AB-CAAC7D036D6C}" dt="2024-06-06T07:12:34.136" v="796"/>
          <ac:spMkLst>
            <pc:docMk/>
            <pc:sldMk cId="2720965184" sldId="2147475802"/>
            <ac:spMk id="86" creationId="{D1A4D2F2-8891-466F-7836-3C2D3F4F70D5}"/>
          </ac:spMkLst>
        </pc:spChg>
        <pc:spChg chg="mod">
          <ac:chgData name="Kanduru, Raghava" userId="cf8c09de-c40c-47a2-971b-c612c06e0906" providerId="ADAL" clId="{4C56122D-C267-4AA5-B2AB-CAAC7D036D6C}" dt="2024-06-06T07:12:34.136" v="796"/>
          <ac:spMkLst>
            <pc:docMk/>
            <pc:sldMk cId="2720965184" sldId="2147475802"/>
            <ac:spMk id="88" creationId="{C702068C-E9FE-5BF4-00DB-02E5584C40EB}"/>
          </ac:spMkLst>
        </pc:spChg>
        <pc:spChg chg="mod">
          <ac:chgData name="Kanduru, Raghava" userId="cf8c09de-c40c-47a2-971b-c612c06e0906" providerId="ADAL" clId="{4C56122D-C267-4AA5-B2AB-CAAC7D036D6C}" dt="2024-06-06T07:12:34.136" v="796"/>
          <ac:spMkLst>
            <pc:docMk/>
            <pc:sldMk cId="2720965184" sldId="2147475802"/>
            <ac:spMk id="90" creationId="{63E4F2E8-CF27-98D8-9F36-C97F7B17B4E5}"/>
          </ac:spMkLst>
        </pc:spChg>
        <pc:spChg chg="mod">
          <ac:chgData name="Kanduru, Raghava" userId="cf8c09de-c40c-47a2-971b-c612c06e0906" providerId="ADAL" clId="{4C56122D-C267-4AA5-B2AB-CAAC7D036D6C}" dt="2024-06-06T07:12:34.136" v="796"/>
          <ac:spMkLst>
            <pc:docMk/>
            <pc:sldMk cId="2720965184" sldId="2147475802"/>
            <ac:spMk id="92" creationId="{8A4009F9-9120-CD6D-444F-FB5250036B96}"/>
          </ac:spMkLst>
        </pc:spChg>
        <pc:spChg chg="mod">
          <ac:chgData name="Kanduru, Raghava" userId="cf8c09de-c40c-47a2-971b-c612c06e0906" providerId="ADAL" clId="{4C56122D-C267-4AA5-B2AB-CAAC7D036D6C}" dt="2024-06-06T07:12:34.136" v="796"/>
          <ac:spMkLst>
            <pc:docMk/>
            <pc:sldMk cId="2720965184" sldId="2147475802"/>
            <ac:spMk id="93" creationId="{D109FBAD-A008-385D-DB87-41C41319DEC7}"/>
          </ac:spMkLst>
        </pc:spChg>
        <pc:spChg chg="mod">
          <ac:chgData name="Kanduru, Raghava" userId="cf8c09de-c40c-47a2-971b-c612c06e0906" providerId="ADAL" clId="{4C56122D-C267-4AA5-B2AB-CAAC7D036D6C}" dt="2024-06-06T07:12:34.136" v="796"/>
          <ac:spMkLst>
            <pc:docMk/>
            <pc:sldMk cId="2720965184" sldId="2147475802"/>
            <ac:spMk id="95" creationId="{7CC17CBD-8C9F-255D-9C85-CB195749EE18}"/>
          </ac:spMkLst>
        </pc:spChg>
        <pc:spChg chg="mod">
          <ac:chgData name="Kanduru, Raghava" userId="cf8c09de-c40c-47a2-971b-c612c06e0906" providerId="ADAL" clId="{4C56122D-C267-4AA5-B2AB-CAAC7D036D6C}" dt="2024-06-06T07:12:34.136" v="796"/>
          <ac:spMkLst>
            <pc:docMk/>
            <pc:sldMk cId="2720965184" sldId="2147475802"/>
            <ac:spMk id="97" creationId="{353190A8-D9B3-9D90-F20F-616185C46430}"/>
          </ac:spMkLst>
        </pc:spChg>
        <pc:spChg chg="mod">
          <ac:chgData name="Kanduru, Raghava" userId="cf8c09de-c40c-47a2-971b-c612c06e0906" providerId="ADAL" clId="{4C56122D-C267-4AA5-B2AB-CAAC7D036D6C}" dt="2024-06-06T07:12:34.136" v="796"/>
          <ac:spMkLst>
            <pc:docMk/>
            <pc:sldMk cId="2720965184" sldId="2147475802"/>
            <ac:spMk id="98" creationId="{AC8E24BD-3F11-AA60-237E-85467D6A2392}"/>
          </ac:spMkLst>
        </pc:spChg>
        <pc:spChg chg="mod">
          <ac:chgData name="Kanduru, Raghava" userId="cf8c09de-c40c-47a2-971b-c612c06e0906" providerId="ADAL" clId="{4C56122D-C267-4AA5-B2AB-CAAC7D036D6C}" dt="2024-06-06T07:12:34.136" v="796"/>
          <ac:spMkLst>
            <pc:docMk/>
            <pc:sldMk cId="2720965184" sldId="2147475802"/>
            <ac:spMk id="99" creationId="{83AE4580-0EE6-F459-9126-8D27369659C5}"/>
          </ac:spMkLst>
        </pc:spChg>
        <pc:spChg chg="mod">
          <ac:chgData name="Kanduru, Raghava" userId="cf8c09de-c40c-47a2-971b-c612c06e0906" providerId="ADAL" clId="{4C56122D-C267-4AA5-B2AB-CAAC7D036D6C}" dt="2024-06-06T07:12:34.136" v="796"/>
          <ac:spMkLst>
            <pc:docMk/>
            <pc:sldMk cId="2720965184" sldId="2147475802"/>
            <ac:spMk id="101" creationId="{9965AEA2-2B7B-F5A8-76F8-FC1D4797DC4E}"/>
          </ac:spMkLst>
        </pc:spChg>
        <pc:spChg chg="mod">
          <ac:chgData name="Kanduru, Raghava" userId="cf8c09de-c40c-47a2-971b-c612c06e0906" providerId="ADAL" clId="{4C56122D-C267-4AA5-B2AB-CAAC7D036D6C}" dt="2024-06-06T07:12:34.136" v="796"/>
          <ac:spMkLst>
            <pc:docMk/>
            <pc:sldMk cId="2720965184" sldId="2147475802"/>
            <ac:spMk id="103" creationId="{108B8424-C500-53F9-998B-3F67DEF39338}"/>
          </ac:spMkLst>
        </pc:spChg>
        <pc:spChg chg="mod">
          <ac:chgData name="Kanduru, Raghava" userId="cf8c09de-c40c-47a2-971b-c612c06e0906" providerId="ADAL" clId="{4C56122D-C267-4AA5-B2AB-CAAC7D036D6C}" dt="2024-06-06T07:12:34.136" v="796"/>
          <ac:spMkLst>
            <pc:docMk/>
            <pc:sldMk cId="2720965184" sldId="2147475802"/>
            <ac:spMk id="104" creationId="{89FC8892-796D-45B8-0429-5EDE555A6E24}"/>
          </ac:spMkLst>
        </pc:spChg>
        <pc:spChg chg="mod">
          <ac:chgData name="Kanduru, Raghava" userId="cf8c09de-c40c-47a2-971b-c612c06e0906" providerId="ADAL" clId="{4C56122D-C267-4AA5-B2AB-CAAC7D036D6C}" dt="2024-06-06T07:12:34.136" v="796"/>
          <ac:spMkLst>
            <pc:docMk/>
            <pc:sldMk cId="2720965184" sldId="2147475802"/>
            <ac:spMk id="105" creationId="{F8C85FAE-745C-B851-985A-64F6298138F9}"/>
          </ac:spMkLst>
        </pc:spChg>
        <pc:spChg chg="add del mod">
          <ac:chgData name="Kanduru, Raghava" userId="cf8c09de-c40c-47a2-971b-c612c06e0906" providerId="ADAL" clId="{4C56122D-C267-4AA5-B2AB-CAAC7D036D6C}" dt="2024-06-06T07:22:35.749" v="909" actId="478"/>
          <ac:spMkLst>
            <pc:docMk/>
            <pc:sldMk cId="2720965184" sldId="2147475802"/>
            <ac:spMk id="106" creationId="{9A3DFB98-2022-2958-5606-6BFA07F30E59}"/>
          </ac:spMkLst>
        </pc:spChg>
        <pc:spChg chg="mod">
          <ac:chgData name="Kanduru, Raghava" userId="cf8c09de-c40c-47a2-971b-c612c06e0906" providerId="ADAL" clId="{4C56122D-C267-4AA5-B2AB-CAAC7D036D6C}" dt="2024-06-06T07:18:39.351" v="861" actId="1076"/>
          <ac:spMkLst>
            <pc:docMk/>
            <pc:sldMk cId="2720965184" sldId="2147475802"/>
            <ac:spMk id="108" creationId="{E534B734-C284-F02B-260D-7BC5C45BFA25}"/>
          </ac:spMkLst>
        </pc:spChg>
        <pc:spChg chg="mod">
          <ac:chgData name="Kanduru, Raghava" userId="cf8c09de-c40c-47a2-971b-c612c06e0906" providerId="ADAL" clId="{4C56122D-C267-4AA5-B2AB-CAAC7D036D6C}" dt="2024-06-06T07:18:39.351" v="861" actId="1076"/>
          <ac:spMkLst>
            <pc:docMk/>
            <pc:sldMk cId="2720965184" sldId="2147475802"/>
            <ac:spMk id="109" creationId="{F11F0692-838B-F693-CB85-C47BBA33F183}"/>
          </ac:spMkLst>
        </pc:spChg>
        <pc:spChg chg="mod">
          <ac:chgData name="Kanduru, Raghava" userId="cf8c09de-c40c-47a2-971b-c612c06e0906" providerId="ADAL" clId="{4C56122D-C267-4AA5-B2AB-CAAC7D036D6C}" dt="2024-06-06T07:18:39.351" v="861" actId="1076"/>
          <ac:spMkLst>
            <pc:docMk/>
            <pc:sldMk cId="2720965184" sldId="2147475802"/>
            <ac:spMk id="111" creationId="{99632D84-81E3-6095-3BD8-13CFDC37D69B}"/>
          </ac:spMkLst>
        </pc:spChg>
        <pc:spChg chg="mod">
          <ac:chgData name="Kanduru, Raghava" userId="cf8c09de-c40c-47a2-971b-c612c06e0906" providerId="ADAL" clId="{4C56122D-C267-4AA5-B2AB-CAAC7D036D6C}" dt="2024-06-06T07:18:39.351" v="861" actId="1076"/>
          <ac:spMkLst>
            <pc:docMk/>
            <pc:sldMk cId="2720965184" sldId="2147475802"/>
            <ac:spMk id="112" creationId="{EBD11699-5961-3CC3-C14A-2DFD4EE37654}"/>
          </ac:spMkLst>
        </pc:spChg>
        <pc:spChg chg="mod">
          <ac:chgData name="Kanduru, Raghava" userId="cf8c09de-c40c-47a2-971b-c612c06e0906" providerId="ADAL" clId="{4C56122D-C267-4AA5-B2AB-CAAC7D036D6C}" dt="2024-06-06T07:18:39.351" v="861" actId="1076"/>
          <ac:spMkLst>
            <pc:docMk/>
            <pc:sldMk cId="2720965184" sldId="2147475802"/>
            <ac:spMk id="114" creationId="{851A50B5-E231-474D-1B4F-ACE833113684}"/>
          </ac:spMkLst>
        </pc:spChg>
        <pc:spChg chg="mod">
          <ac:chgData name="Kanduru, Raghava" userId="cf8c09de-c40c-47a2-971b-c612c06e0906" providerId="ADAL" clId="{4C56122D-C267-4AA5-B2AB-CAAC7D036D6C}" dt="2024-06-06T07:18:39.351" v="861" actId="1076"/>
          <ac:spMkLst>
            <pc:docMk/>
            <pc:sldMk cId="2720965184" sldId="2147475802"/>
            <ac:spMk id="116" creationId="{E3D7E950-BB19-68BC-8153-B1DAE9529FC5}"/>
          </ac:spMkLst>
        </pc:spChg>
        <pc:spChg chg="mod">
          <ac:chgData name="Kanduru, Raghava" userId="cf8c09de-c40c-47a2-971b-c612c06e0906" providerId="ADAL" clId="{4C56122D-C267-4AA5-B2AB-CAAC7D036D6C}" dt="2024-06-06T07:18:39.351" v="861" actId="1076"/>
          <ac:spMkLst>
            <pc:docMk/>
            <pc:sldMk cId="2720965184" sldId="2147475802"/>
            <ac:spMk id="118" creationId="{B24E3AB4-F33D-2EB6-0D51-2B27FDD0E97F}"/>
          </ac:spMkLst>
        </pc:spChg>
        <pc:spChg chg="mod">
          <ac:chgData name="Kanduru, Raghava" userId="cf8c09de-c40c-47a2-971b-c612c06e0906" providerId="ADAL" clId="{4C56122D-C267-4AA5-B2AB-CAAC7D036D6C}" dt="2024-06-06T07:18:39.351" v="861" actId="1076"/>
          <ac:spMkLst>
            <pc:docMk/>
            <pc:sldMk cId="2720965184" sldId="2147475802"/>
            <ac:spMk id="119" creationId="{798BDF14-E037-CDAE-8A7E-B80F7AAFFDAC}"/>
          </ac:spMkLst>
        </pc:spChg>
        <pc:spChg chg="mod">
          <ac:chgData name="Kanduru, Raghava" userId="cf8c09de-c40c-47a2-971b-c612c06e0906" providerId="ADAL" clId="{4C56122D-C267-4AA5-B2AB-CAAC7D036D6C}" dt="2024-06-06T07:18:39.351" v="861" actId="1076"/>
          <ac:spMkLst>
            <pc:docMk/>
            <pc:sldMk cId="2720965184" sldId="2147475802"/>
            <ac:spMk id="121" creationId="{4A93F927-CF94-2D79-37B3-AC4907889AD0}"/>
          </ac:spMkLst>
        </pc:spChg>
        <pc:spChg chg="mod">
          <ac:chgData name="Kanduru, Raghava" userId="cf8c09de-c40c-47a2-971b-c612c06e0906" providerId="ADAL" clId="{4C56122D-C267-4AA5-B2AB-CAAC7D036D6C}" dt="2024-06-06T07:18:39.351" v="861" actId="1076"/>
          <ac:spMkLst>
            <pc:docMk/>
            <pc:sldMk cId="2720965184" sldId="2147475802"/>
            <ac:spMk id="123" creationId="{E8EF794A-5ACD-94DA-044B-293126BB993D}"/>
          </ac:spMkLst>
        </pc:spChg>
        <pc:spChg chg="mod">
          <ac:chgData name="Kanduru, Raghava" userId="cf8c09de-c40c-47a2-971b-c612c06e0906" providerId="ADAL" clId="{4C56122D-C267-4AA5-B2AB-CAAC7D036D6C}" dt="2024-06-06T07:18:39.351" v="861" actId="1076"/>
          <ac:spMkLst>
            <pc:docMk/>
            <pc:sldMk cId="2720965184" sldId="2147475802"/>
            <ac:spMk id="124" creationId="{A88F8808-D151-F3E8-C79A-DC7CFCF614D8}"/>
          </ac:spMkLst>
        </pc:spChg>
        <pc:spChg chg="mod">
          <ac:chgData name="Kanduru, Raghava" userId="cf8c09de-c40c-47a2-971b-c612c06e0906" providerId="ADAL" clId="{4C56122D-C267-4AA5-B2AB-CAAC7D036D6C}" dt="2024-06-06T07:18:39.351" v="861" actId="1076"/>
          <ac:spMkLst>
            <pc:docMk/>
            <pc:sldMk cId="2720965184" sldId="2147475802"/>
            <ac:spMk id="125" creationId="{106B7A5A-E2D1-C6D1-ED33-3DDC389035C3}"/>
          </ac:spMkLst>
        </pc:spChg>
        <pc:spChg chg="mod">
          <ac:chgData name="Kanduru, Raghava" userId="cf8c09de-c40c-47a2-971b-c612c06e0906" providerId="ADAL" clId="{4C56122D-C267-4AA5-B2AB-CAAC7D036D6C}" dt="2024-06-06T07:18:39.351" v="861" actId="1076"/>
          <ac:spMkLst>
            <pc:docMk/>
            <pc:sldMk cId="2720965184" sldId="2147475802"/>
            <ac:spMk id="127" creationId="{E06ABA83-2AF3-D584-7DC0-9CBAD010B705}"/>
          </ac:spMkLst>
        </pc:spChg>
        <pc:spChg chg="mod">
          <ac:chgData name="Kanduru, Raghava" userId="cf8c09de-c40c-47a2-971b-c612c06e0906" providerId="ADAL" clId="{4C56122D-C267-4AA5-B2AB-CAAC7D036D6C}" dt="2024-06-06T07:18:39.351" v="861" actId="1076"/>
          <ac:spMkLst>
            <pc:docMk/>
            <pc:sldMk cId="2720965184" sldId="2147475802"/>
            <ac:spMk id="129" creationId="{468B3F68-2DFF-D6AB-E1FA-AF25203CA804}"/>
          </ac:spMkLst>
        </pc:spChg>
        <pc:spChg chg="mod">
          <ac:chgData name="Kanduru, Raghava" userId="cf8c09de-c40c-47a2-971b-c612c06e0906" providerId="ADAL" clId="{4C56122D-C267-4AA5-B2AB-CAAC7D036D6C}" dt="2024-06-06T07:18:39.351" v="861" actId="1076"/>
          <ac:spMkLst>
            <pc:docMk/>
            <pc:sldMk cId="2720965184" sldId="2147475802"/>
            <ac:spMk id="130" creationId="{AC3EABDE-8D93-265C-8E4D-DE6438FC97BB}"/>
          </ac:spMkLst>
        </pc:spChg>
        <pc:spChg chg="mod">
          <ac:chgData name="Kanduru, Raghava" userId="cf8c09de-c40c-47a2-971b-c612c06e0906" providerId="ADAL" clId="{4C56122D-C267-4AA5-B2AB-CAAC7D036D6C}" dt="2024-06-06T07:18:39.351" v="861" actId="1076"/>
          <ac:spMkLst>
            <pc:docMk/>
            <pc:sldMk cId="2720965184" sldId="2147475802"/>
            <ac:spMk id="131" creationId="{20398D0A-9D60-31AE-4717-FD9BFCBCE491}"/>
          </ac:spMkLst>
        </pc:spChg>
        <pc:spChg chg="add del mod">
          <ac:chgData name="Kanduru, Raghava" userId="cf8c09de-c40c-47a2-971b-c612c06e0906" providerId="ADAL" clId="{4C56122D-C267-4AA5-B2AB-CAAC7D036D6C}" dt="2024-06-06T07:22:39.219" v="910" actId="478"/>
          <ac:spMkLst>
            <pc:docMk/>
            <pc:sldMk cId="2720965184" sldId="2147475802"/>
            <ac:spMk id="132" creationId="{15CE39DA-60EC-62BF-2E25-8C29742C6477}"/>
          </ac:spMkLst>
        </pc:spChg>
        <pc:spChg chg="mod">
          <ac:chgData name="Kanduru, Raghava" userId="cf8c09de-c40c-47a2-971b-c612c06e0906" providerId="ADAL" clId="{4C56122D-C267-4AA5-B2AB-CAAC7D036D6C}" dt="2024-06-06T07:18:18.065" v="860" actId="1076"/>
          <ac:spMkLst>
            <pc:docMk/>
            <pc:sldMk cId="2720965184" sldId="2147475802"/>
            <ac:spMk id="134" creationId="{D9833C74-89A9-2EB5-1758-A69AA0001632}"/>
          </ac:spMkLst>
        </pc:spChg>
        <pc:spChg chg="mod">
          <ac:chgData name="Kanduru, Raghava" userId="cf8c09de-c40c-47a2-971b-c612c06e0906" providerId="ADAL" clId="{4C56122D-C267-4AA5-B2AB-CAAC7D036D6C}" dt="2024-06-06T07:18:18.065" v="860" actId="1076"/>
          <ac:spMkLst>
            <pc:docMk/>
            <pc:sldMk cId="2720965184" sldId="2147475802"/>
            <ac:spMk id="135" creationId="{384CC802-ACFA-1A71-859D-06BA6513FFC8}"/>
          </ac:spMkLst>
        </pc:spChg>
        <pc:spChg chg="mod">
          <ac:chgData name="Kanduru, Raghava" userId="cf8c09de-c40c-47a2-971b-c612c06e0906" providerId="ADAL" clId="{4C56122D-C267-4AA5-B2AB-CAAC7D036D6C}" dt="2024-06-06T07:18:18.065" v="860" actId="1076"/>
          <ac:spMkLst>
            <pc:docMk/>
            <pc:sldMk cId="2720965184" sldId="2147475802"/>
            <ac:spMk id="137" creationId="{75912309-9EE0-F27F-4BCC-4071622C5142}"/>
          </ac:spMkLst>
        </pc:spChg>
        <pc:spChg chg="mod">
          <ac:chgData name="Kanduru, Raghava" userId="cf8c09de-c40c-47a2-971b-c612c06e0906" providerId="ADAL" clId="{4C56122D-C267-4AA5-B2AB-CAAC7D036D6C}" dt="2024-06-06T07:18:18.065" v="860" actId="1076"/>
          <ac:spMkLst>
            <pc:docMk/>
            <pc:sldMk cId="2720965184" sldId="2147475802"/>
            <ac:spMk id="138" creationId="{AAD1760F-6293-046F-E3D9-7D1F0F61254C}"/>
          </ac:spMkLst>
        </pc:spChg>
        <pc:spChg chg="mod">
          <ac:chgData name="Kanduru, Raghava" userId="cf8c09de-c40c-47a2-971b-c612c06e0906" providerId="ADAL" clId="{4C56122D-C267-4AA5-B2AB-CAAC7D036D6C}" dt="2024-06-06T07:18:18.065" v="860" actId="1076"/>
          <ac:spMkLst>
            <pc:docMk/>
            <pc:sldMk cId="2720965184" sldId="2147475802"/>
            <ac:spMk id="140" creationId="{754C1398-7226-289D-8DC3-A905878DC787}"/>
          </ac:spMkLst>
        </pc:spChg>
        <pc:spChg chg="mod">
          <ac:chgData name="Kanduru, Raghava" userId="cf8c09de-c40c-47a2-971b-c612c06e0906" providerId="ADAL" clId="{4C56122D-C267-4AA5-B2AB-CAAC7D036D6C}" dt="2024-06-06T07:18:18.065" v="860" actId="1076"/>
          <ac:spMkLst>
            <pc:docMk/>
            <pc:sldMk cId="2720965184" sldId="2147475802"/>
            <ac:spMk id="142" creationId="{72A65814-B6A3-6581-2C3F-F6C11676FD72}"/>
          </ac:spMkLst>
        </pc:spChg>
        <pc:spChg chg="mod">
          <ac:chgData name="Kanduru, Raghava" userId="cf8c09de-c40c-47a2-971b-c612c06e0906" providerId="ADAL" clId="{4C56122D-C267-4AA5-B2AB-CAAC7D036D6C}" dt="2024-06-06T07:18:18.065" v="860" actId="1076"/>
          <ac:spMkLst>
            <pc:docMk/>
            <pc:sldMk cId="2720965184" sldId="2147475802"/>
            <ac:spMk id="144" creationId="{3984BB10-CDB4-9EB4-BC2B-479A6280B0C9}"/>
          </ac:spMkLst>
        </pc:spChg>
        <pc:spChg chg="mod">
          <ac:chgData name="Kanduru, Raghava" userId="cf8c09de-c40c-47a2-971b-c612c06e0906" providerId="ADAL" clId="{4C56122D-C267-4AA5-B2AB-CAAC7D036D6C}" dt="2024-06-06T07:18:18.065" v="860" actId="1076"/>
          <ac:spMkLst>
            <pc:docMk/>
            <pc:sldMk cId="2720965184" sldId="2147475802"/>
            <ac:spMk id="145" creationId="{A1E0FBD7-0E0D-D93E-B169-DDAD0F5236B0}"/>
          </ac:spMkLst>
        </pc:spChg>
        <pc:spChg chg="mod">
          <ac:chgData name="Kanduru, Raghava" userId="cf8c09de-c40c-47a2-971b-c612c06e0906" providerId="ADAL" clId="{4C56122D-C267-4AA5-B2AB-CAAC7D036D6C}" dt="2024-06-06T07:18:18.065" v="860" actId="1076"/>
          <ac:spMkLst>
            <pc:docMk/>
            <pc:sldMk cId="2720965184" sldId="2147475802"/>
            <ac:spMk id="147" creationId="{82DD5FDE-CCA0-6F82-2BEC-2C05F3FB9939}"/>
          </ac:spMkLst>
        </pc:spChg>
        <pc:spChg chg="mod">
          <ac:chgData name="Kanduru, Raghava" userId="cf8c09de-c40c-47a2-971b-c612c06e0906" providerId="ADAL" clId="{4C56122D-C267-4AA5-B2AB-CAAC7D036D6C}" dt="2024-06-06T07:18:18.065" v="860" actId="1076"/>
          <ac:spMkLst>
            <pc:docMk/>
            <pc:sldMk cId="2720965184" sldId="2147475802"/>
            <ac:spMk id="149" creationId="{5E57EB35-AC35-81B8-989A-BAC521A65836}"/>
          </ac:spMkLst>
        </pc:spChg>
        <pc:spChg chg="mod">
          <ac:chgData name="Kanduru, Raghava" userId="cf8c09de-c40c-47a2-971b-c612c06e0906" providerId="ADAL" clId="{4C56122D-C267-4AA5-B2AB-CAAC7D036D6C}" dt="2024-06-06T07:18:18.065" v="860" actId="1076"/>
          <ac:spMkLst>
            <pc:docMk/>
            <pc:sldMk cId="2720965184" sldId="2147475802"/>
            <ac:spMk id="150" creationId="{F8FA8C5A-A3B1-B10E-18D8-BF9BD5B4DFD3}"/>
          </ac:spMkLst>
        </pc:spChg>
        <pc:spChg chg="mod">
          <ac:chgData name="Kanduru, Raghava" userId="cf8c09de-c40c-47a2-971b-c612c06e0906" providerId="ADAL" clId="{4C56122D-C267-4AA5-B2AB-CAAC7D036D6C}" dt="2024-06-06T07:18:18.065" v="860" actId="1076"/>
          <ac:spMkLst>
            <pc:docMk/>
            <pc:sldMk cId="2720965184" sldId="2147475802"/>
            <ac:spMk id="151" creationId="{E62EC097-4820-E529-73B1-65A6850E227B}"/>
          </ac:spMkLst>
        </pc:spChg>
        <pc:spChg chg="mod">
          <ac:chgData name="Kanduru, Raghava" userId="cf8c09de-c40c-47a2-971b-c612c06e0906" providerId="ADAL" clId="{4C56122D-C267-4AA5-B2AB-CAAC7D036D6C}" dt="2024-06-06T07:18:18.065" v="860" actId="1076"/>
          <ac:spMkLst>
            <pc:docMk/>
            <pc:sldMk cId="2720965184" sldId="2147475802"/>
            <ac:spMk id="153" creationId="{B62599A9-3E81-B7D6-5920-997D3F808F9F}"/>
          </ac:spMkLst>
        </pc:spChg>
        <pc:spChg chg="mod">
          <ac:chgData name="Kanduru, Raghava" userId="cf8c09de-c40c-47a2-971b-c612c06e0906" providerId="ADAL" clId="{4C56122D-C267-4AA5-B2AB-CAAC7D036D6C}" dt="2024-06-06T07:18:18.065" v="860" actId="1076"/>
          <ac:spMkLst>
            <pc:docMk/>
            <pc:sldMk cId="2720965184" sldId="2147475802"/>
            <ac:spMk id="155" creationId="{CAE76BA0-160A-11CA-D6A7-D7508792CA5C}"/>
          </ac:spMkLst>
        </pc:spChg>
        <pc:spChg chg="mod">
          <ac:chgData name="Kanduru, Raghava" userId="cf8c09de-c40c-47a2-971b-c612c06e0906" providerId="ADAL" clId="{4C56122D-C267-4AA5-B2AB-CAAC7D036D6C}" dt="2024-06-06T07:18:18.065" v="860" actId="1076"/>
          <ac:spMkLst>
            <pc:docMk/>
            <pc:sldMk cId="2720965184" sldId="2147475802"/>
            <ac:spMk id="156" creationId="{F50EF845-43AF-8204-E81D-8CAB986C5B4B}"/>
          </ac:spMkLst>
        </pc:spChg>
        <pc:spChg chg="mod">
          <ac:chgData name="Kanduru, Raghava" userId="cf8c09de-c40c-47a2-971b-c612c06e0906" providerId="ADAL" clId="{4C56122D-C267-4AA5-B2AB-CAAC7D036D6C}" dt="2024-06-06T07:18:18.065" v="860" actId="1076"/>
          <ac:spMkLst>
            <pc:docMk/>
            <pc:sldMk cId="2720965184" sldId="2147475802"/>
            <ac:spMk id="157" creationId="{613DBE4E-05A6-704B-648D-05C8E9399A88}"/>
          </ac:spMkLst>
        </pc:spChg>
        <pc:spChg chg="add del mod">
          <ac:chgData name="Kanduru, Raghava" userId="cf8c09de-c40c-47a2-971b-c612c06e0906" providerId="ADAL" clId="{4C56122D-C267-4AA5-B2AB-CAAC7D036D6C}" dt="2024-06-06T07:36:56.020" v="1015" actId="478"/>
          <ac:spMkLst>
            <pc:docMk/>
            <pc:sldMk cId="2720965184" sldId="2147475802"/>
            <ac:spMk id="158" creationId="{34C2DF26-8ED3-2D4D-97A9-957FBC3CFBA8}"/>
          </ac:spMkLst>
        </pc:spChg>
        <pc:spChg chg="add del mod">
          <ac:chgData name="Kanduru, Raghava" userId="cf8c09de-c40c-47a2-971b-c612c06e0906" providerId="ADAL" clId="{4C56122D-C267-4AA5-B2AB-CAAC7D036D6C}" dt="2024-06-06T07:36:56.020" v="1015" actId="478"/>
          <ac:spMkLst>
            <pc:docMk/>
            <pc:sldMk cId="2720965184" sldId="2147475802"/>
            <ac:spMk id="159" creationId="{98C1B734-E308-415A-4213-C8CB58612187}"/>
          </ac:spMkLst>
        </pc:spChg>
        <pc:spChg chg="add mod">
          <ac:chgData name="Kanduru, Raghava" userId="cf8c09de-c40c-47a2-971b-c612c06e0906" providerId="ADAL" clId="{4C56122D-C267-4AA5-B2AB-CAAC7D036D6C}" dt="2024-06-06T07:37:05.910" v="1017"/>
          <ac:spMkLst>
            <pc:docMk/>
            <pc:sldMk cId="2720965184" sldId="2147475802"/>
            <ac:spMk id="161" creationId="{D9672B36-56E2-B6FA-2711-EB61A22BC675}"/>
          </ac:spMkLst>
        </pc:spChg>
        <pc:spChg chg="add mod">
          <ac:chgData name="Kanduru, Raghava" userId="cf8c09de-c40c-47a2-971b-c612c06e0906" providerId="ADAL" clId="{4C56122D-C267-4AA5-B2AB-CAAC7D036D6C}" dt="2024-06-06T07:37:05.910" v="1017"/>
          <ac:spMkLst>
            <pc:docMk/>
            <pc:sldMk cId="2720965184" sldId="2147475802"/>
            <ac:spMk id="162" creationId="{710EF47A-BE43-8338-B86A-A421466C42C0}"/>
          </ac:spMkLst>
        </pc:spChg>
        <pc:spChg chg="add mod">
          <ac:chgData name="Kanduru, Raghava" userId="cf8c09de-c40c-47a2-971b-c612c06e0906" providerId="ADAL" clId="{4C56122D-C267-4AA5-B2AB-CAAC7D036D6C}" dt="2024-06-06T07:37:05.910" v="1017"/>
          <ac:spMkLst>
            <pc:docMk/>
            <pc:sldMk cId="2720965184" sldId="2147475802"/>
            <ac:spMk id="165" creationId="{29EFD10C-E24F-7477-2FFD-7E3578E3F28F}"/>
          </ac:spMkLst>
        </pc:spChg>
        <pc:spChg chg="add mod">
          <ac:chgData name="Kanduru, Raghava" userId="cf8c09de-c40c-47a2-971b-c612c06e0906" providerId="ADAL" clId="{4C56122D-C267-4AA5-B2AB-CAAC7D036D6C}" dt="2024-06-06T08:31:22.851" v="1054" actId="20577"/>
          <ac:spMkLst>
            <pc:docMk/>
            <pc:sldMk cId="2720965184" sldId="2147475802"/>
            <ac:spMk id="166" creationId="{36923CEA-8A27-0FE8-2C93-6B7BC044D208}"/>
          </ac:spMkLst>
        </pc:spChg>
        <pc:spChg chg="add mod">
          <ac:chgData name="Kanduru, Raghava" userId="cf8c09de-c40c-47a2-971b-c612c06e0906" providerId="ADAL" clId="{4C56122D-C267-4AA5-B2AB-CAAC7D036D6C}" dt="2024-06-06T08:35:29.440" v="1298" actId="20577"/>
          <ac:spMkLst>
            <pc:docMk/>
            <pc:sldMk cId="2720965184" sldId="2147475802"/>
            <ac:spMk id="167" creationId="{18E39404-F392-E884-27B6-7220A78985CC}"/>
          </ac:spMkLst>
        </pc:spChg>
        <pc:spChg chg="add mod">
          <ac:chgData name="Kanduru, Raghava" userId="cf8c09de-c40c-47a2-971b-c612c06e0906" providerId="ADAL" clId="{4C56122D-C267-4AA5-B2AB-CAAC7D036D6C}" dt="2024-06-06T08:36:04.124" v="1307" actId="1076"/>
          <ac:spMkLst>
            <pc:docMk/>
            <pc:sldMk cId="2720965184" sldId="2147475802"/>
            <ac:spMk id="168" creationId="{B3F3B66A-4E36-0B8C-C1B5-D7FF093518E6}"/>
          </ac:spMkLst>
        </pc:spChg>
        <pc:spChg chg="add mod">
          <ac:chgData name="Kanduru, Raghava" userId="cf8c09de-c40c-47a2-971b-c612c06e0906" providerId="ADAL" clId="{4C56122D-C267-4AA5-B2AB-CAAC7D036D6C}" dt="2024-06-06T07:37:05.910" v="1017"/>
          <ac:spMkLst>
            <pc:docMk/>
            <pc:sldMk cId="2720965184" sldId="2147475802"/>
            <ac:spMk id="169" creationId="{DF677468-2A85-BD0D-CE4C-F483E8DC4F4B}"/>
          </ac:spMkLst>
        </pc:spChg>
        <pc:spChg chg="add mod">
          <ac:chgData name="Kanduru, Raghava" userId="cf8c09de-c40c-47a2-971b-c612c06e0906" providerId="ADAL" clId="{4C56122D-C267-4AA5-B2AB-CAAC7D036D6C}" dt="2024-06-06T08:30:36.768" v="1050" actId="6549"/>
          <ac:spMkLst>
            <pc:docMk/>
            <pc:sldMk cId="2720965184" sldId="2147475802"/>
            <ac:spMk id="170" creationId="{5A113194-9A35-4212-44E0-E339A4B4D015}"/>
          </ac:spMkLst>
        </pc:spChg>
        <pc:spChg chg="add del mod">
          <ac:chgData name="Kanduru, Raghava" userId="cf8c09de-c40c-47a2-971b-c612c06e0906" providerId="ADAL" clId="{4C56122D-C267-4AA5-B2AB-CAAC7D036D6C}" dt="2024-06-06T07:51:53.034" v="1023" actId="478"/>
          <ac:spMkLst>
            <pc:docMk/>
            <pc:sldMk cId="2720965184" sldId="2147475802"/>
            <ac:spMk id="171" creationId="{081C1712-B410-1D7E-0488-0F2202DB0373}"/>
          </ac:spMkLst>
        </pc:spChg>
        <pc:spChg chg="add mod">
          <ac:chgData name="Kanduru, Raghava" userId="cf8c09de-c40c-47a2-971b-c612c06e0906" providerId="ADAL" clId="{4C56122D-C267-4AA5-B2AB-CAAC7D036D6C}" dt="2024-06-06T07:51:53.371" v="1024"/>
          <ac:spMkLst>
            <pc:docMk/>
            <pc:sldMk cId="2720965184" sldId="2147475802"/>
            <ac:spMk id="172" creationId="{D84B2AB8-5CD4-2E32-61AB-CAEBD0074C0F}"/>
          </ac:spMkLst>
        </pc:spChg>
        <pc:spChg chg="add mod">
          <ac:chgData name="Kanduru, Raghava" userId="cf8c09de-c40c-47a2-971b-c612c06e0906" providerId="ADAL" clId="{4C56122D-C267-4AA5-B2AB-CAAC7D036D6C}" dt="2024-06-06T08:46:37.977" v="1414" actId="1076"/>
          <ac:spMkLst>
            <pc:docMk/>
            <pc:sldMk cId="2720965184" sldId="2147475802"/>
            <ac:spMk id="173" creationId="{064CB3CA-496A-DEB3-3FF2-66485FF24C2C}"/>
          </ac:spMkLst>
        </pc:spChg>
        <pc:grpChg chg="add del mod">
          <ac:chgData name="Kanduru, Raghava" userId="cf8c09de-c40c-47a2-971b-c612c06e0906" providerId="ADAL" clId="{4C56122D-C267-4AA5-B2AB-CAAC7D036D6C}" dt="2024-06-06T06:58:39.876" v="590"/>
          <ac:grpSpMkLst>
            <pc:docMk/>
            <pc:sldMk cId="2720965184" sldId="2147475802"/>
            <ac:grpSpMk id="7" creationId="{8A62F637-E37C-CDA0-F2D0-38C2A005C97C}"/>
          </ac:grpSpMkLst>
        </pc:grpChg>
        <pc:grpChg chg="mod">
          <ac:chgData name="Kanduru, Raghava" userId="cf8c09de-c40c-47a2-971b-c612c06e0906" providerId="ADAL" clId="{4C56122D-C267-4AA5-B2AB-CAAC7D036D6C}" dt="2024-06-06T06:58:26.882" v="587"/>
          <ac:grpSpMkLst>
            <pc:docMk/>
            <pc:sldMk cId="2720965184" sldId="2147475802"/>
            <ac:grpSpMk id="10" creationId="{ECA681F0-19CA-1DF7-C258-B62B89E32F4E}"/>
          </ac:grpSpMkLst>
        </pc:grpChg>
        <pc:grpChg chg="mod">
          <ac:chgData name="Kanduru, Raghava" userId="cf8c09de-c40c-47a2-971b-c612c06e0906" providerId="ADAL" clId="{4C56122D-C267-4AA5-B2AB-CAAC7D036D6C}" dt="2024-06-06T06:58:26.882" v="587"/>
          <ac:grpSpMkLst>
            <pc:docMk/>
            <pc:sldMk cId="2720965184" sldId="2147475802"/>
            <ac:grpSpMk id="11" creationId="{0C143FC3-94C4-6E62-8BD3-2DF611FAF495}"/>
          </ac:grpSpMkLst>
        </pc:grpChg>
        <pc:grpChg chg="add del mod">
          <ac:chgData name="Kanduru, Raghava" userId="cf8c09de-c40c-47a2-971b-c612c06e0906" providerId="ADAL" clId="{4C56122D-C267-4AA5-B2AB-CAAC7D036D6C}" dt="2024-06-06T06:58:43.775" v="592"/>
          <ac:grpSpMkLst>
            <pc:docMk/>
            <pc:sldMk cId="2720965184" sldId="2147475802"/>
            <ac:grpSpMk id="42" creationId="{CB0D0D6A-3E1F-EC91-1900-4E090612F98A}"/>
          </ac:grpSpMkLst>
        </pc:grpChg>
        <pc:grpChg chg="mod">
          <ac:chgData name="Kanduru, Raghava" userId="cf8c09de-c40c-47a2-971b-c612c06e0906" providerId="ADAL" clId="{4C56122D-C267-4AA5-B2AB-CAAC7D036D6C}" dt="2024-06-06T06:58:40.906" v="591"/>
          <ac:grpSpMkLst>
            <pc:docMk/>
            <pc:sldMk cId="2720965184" sldId="2147475802"/>
            <ac:grpSpMk id="49" creationId="{74ED74E6-0BBF-8C6C-B066-B97AA004F482}"/>
          </ac:grpSpMkLst>
        </pc:grpChg>
        <pc:grpChg chg="mod">
          <ac:chgData name="Kanduru, Raghava" userId="cf8c09de-c40c-47a2-971b-c612c06e0906" providerId="ADAL" clId="{4C56122D-C267-4AA5-B2AB-CAAC7D036D6C}" dt="2024-06-06T06:58:40.906" v="591"/>
          <ac:grpSpMkLst>
            <pc:docMk/>
            <pc:sldMk cId="2720965184" sldId="2147475802"/>
            <ac:grpSpMk id="51" creationId="{AAAD82BD-3065-99F7-45E6-51B86F16B134}"/>
          </ac:grpSpMkLst>
        </pc:grpChg>
        <pc:grpChg chg="add del mod">
          <ac:chgData name="Kanduru, Raghava" userId="cf8c09de-c40c-47a2-971b-c612c06e0906" providerId="ADAL" clId="{4C56122D-C267-4AA5-B2AB-CAAC7D036D6C}" dt="2024-06-06T07:12:38.717" v="797"/>
          <ac:grpSpMkLst>
            <pc:docMk/>
            <pc:sldMk cId="2720965184" sldId="2147475802"/>
            <ac:grpSpMk id="81" creationId="{67171EAA-C1B0-E6D1-3F04-9B916524E332}"/>
          </ac:grpSpMkLst>
        </pc:grpChg>
        <pc:grpChg chg="add del mod">
          <ac:chgData name="Kanduru, Raghava" userId="cf8c09de-c40c-47a2-971b-c612c06e0906" providerId="ADAL" clId="{4C56122D-C267-4AA5-B2AB-CAAC7D036D6C}" dt="2024-06-06T07:12:38.717" v="797"/>
          <ac:grpSpMkLst>
            <pc:docMk/>
            <pc:sldMk cId="2720965184" sldId="2147475802"/>
            <ac:grpSpMk id="84" creationId="{F1D2FBF7-C990-1903-3A57-D9A9850255F3}"/>
          </ac:grpSpMkLst>
        </pc:grpChg>
        <pc:grpChg chg="add del mod">
          <ac:chgData name="Kanduru, Raghava" userId="cf8c09de-c40c-47a2-971b-c612c06e0906" providerId="ADAL" clId="{4C56122D-C267-4AA5-B2AB-CAAC7D036D6C}" dt="2024-06-06T07:12:38.717" v="797"/>
          <ac:grpSpMkLst>
            <pc:docMk/>
            <pc:sldMk cId="2720965184" sldId="2147475802"/>
            <ac:grpSpMk id="87" creationId="{DC8D3390-137D-FF01-7053-FB143502E5ED}"/>
          </ac:grpSpMkLst>
        </pc:grpChg>
        <pc:grpChg chg="mod">
          <ac:chgData name="Kanduru, Raghava" userId="cf8c09de-c40c-47a2-971b-c612c06e0906" providerId="ADAL" clId="{4C56122D-C267-4AA5-B2AB-CAAC7D036D6C}" dt="2024-06-06T07:12:34.136" v="796"/>
          <ac:grpSpMkLst>
            <pc:docMk/>
            <pc:sldMk cId="2720965184" sldId="2147475802"/>
            <ac:grpSpMk id="89" creationId="{0B9ED44D-5497-CD32-D0AD-C6F9F3E53BCD}"/>
          </ac:grpSpMkLst>
        </pc:grpChg>
        <pc:grpChg chg="mod">
          <ac:chgData name="Kanduru, Raghava" userId="cf8c09de-c40c-47a2-971b-c612c06e0906" providerId="ADAL" clId="{4C56122D-C267-4AA5-B2AB-CAAC7D036D6C}" dt="2024-06-06T07:12:34.136" v="796"/>
          <ac:grpSpMkLst>
            <pc:docMk/>
            <pc:sldMk cId="2720965184" sldId="2147475802"/>
            <ac:grpSpMk id="91" creationId="{0E7574B0-9368-1366-7F18-DCC44C60FA42}"/>
          </ac:grpSpMkLst>
        </pc:grpChg>
        <pc:grpChg chg="add del mod">
          <ac:chgData name="Kanduru, Raghava" userId="cf8c09de-c40c-47a2-971b-c612c06e0906" providerId="ADAL" clId="{4C56122D-C267-4AA5-B2AB-CAAC7D036D6C}" dt="2024-06-06T07:12:38.717" v="797"/>
          <ac:grpSpMkLst>
            <pc:docMk/>
            <pc:sldMk cId="2720965184" sldId="2147475802"/>
            <ac:grpSpMk id="94" creationId="{2DACDF6E-74AF-BC56-CDCD-ADEBC7E154CB}"/>
          </ac:grpSpMkLst>
        </pc:grpChg>
        <pc:grpChg chg="mod">
          <ac:chgData name="Kanduru, Raghava" userId="cf8c09de-c40c-47a2-971b-c612c06e0906" providerId="ADAL" clId="{4C56122D-C267-4AA5-B2AB-CAAC7D036D6C}" dt="2024-06-06T07:12:34.136" v="796"/>
          <ac:grpSpMkLst>
            <pc:docMk/>
            <pc:sldMk cId="2720965184" sldId="2147475802"/>
            <ac:grpSpMk id="96" creationId="{B51C258F-74F8-B7C7-55E7-3C96882D31BC}"/>
          </ac:grpSpMkLst>
        </pc:grpChg>
        <pc:grpChg chg="add del mod">
          <ac:chgData name="Kanduru, Raghava" userId="cf8c09de-c40c-47a2-971b-c612c06e0906" providerId="ADAL" clId="{4C56122D-C267-4AA5-B2AB-CAAC7D036D6C}" dt="2024-06-06T07:12:38.717" v="797"/>
          <ac:grpSpMkLst>
            <pc:docMk/>
            <pc:sldMk cId="2720965184" sldId="2147475802"/>
            <ac:grpSpMk id="100" creationId="{0FBEC311-D86A-ECA4-7274-76D22AD457AB}"/>
          </ac:grpSpMkLst>
        </pc:grpChg>
        <pc:grpChg chg="mod">
          <ac:chgData name="Kanduru, Raghava" userId="cf8c09de-c40c-47a2-971b-c612c06e0906" providerId="ADAL" clId="{4C56122D-C267-4AA5-B2AB-CAAC7D036D6C}" dt="2024-06-06T07:12:34.136" v="796"/>
          <ac:grpSpMkLst>
            <pc:docMk/>
            <pc:sldMk cId="2720965184" sldId="2147475802"/>
            <ac:grpSpMk id="102" creationId="{956FB2C9-93FA-FF81-43F5-3A2E271A450B}"/>
          </ac:grpSpMkLst>
        </pc:grpChg>
        <pc:grpChg chg="add del mod">
          <ac:chgData name="Kanduru, Raghava" userId="cf8c09de-c40c-47a2-971b-c612c06e0906" providerId="ADAL" clId="{4C56122D-C267-4AA5-B2AB-CAAC7D036D6C}" dt="2024-06-06T07:22:32.553" v="908" actId="478"/>
          <ac:grpSpMkLst>
            <pc:docMk/>
            <pc:sldMk cId="2720965184" sldId="2147475802"/>
            <ac:grpSpMk id="107" creationId="{E3B8648D-31A7-315D-C8E3-4594A8D9561A}"/>
          </ac:grpSpMkLst>
        </pc:grpChg>
        <pc:grpChg chg="add del mod">
          <ac:chgData name="Kanduru, Raghava" userId="cf8c09de-c40c-47a2-971b-c612c06e0906" providerId="ADAL" clId="{4C56122D-C267-4AA5-B2AB-CAAC7D036D6C}" dt="2024-06-06T07:22:32.553" v="908" actId="478"/>
          <ac:grpSpMkLst>
            <pc:docMk/>
            <pc:sldMk cId="2720965184" sldId="2147475802"/>
            <ac:grpSpMk id="110" creationId="{6D2D355E-E74E-A610-C027-C37558B8246E}"/>
          </ac:grpSpMkLst>
        </pc:grpChg>
        <pc:grpChg chg="add del mod">
          <ac:chgData name="Kanduru, Raghava" userId="cf8c09de-c40c-47a2-971b-c612c06e0906" providerId="ADAL" clId="{4C56122D-C267-4AA5-B2AB-CAAC7D036D6C}" dt="2024-06-06T07:22:32.553" v="908" actId="478"/>
          <ac:grpSpMkLst>
            <pc:docMk/>
            <pc:sldMk cId="2720965184" sldId="2147475802"/>
            <ac:grpSpMk id="113" creationId="{49B0823B-C2F3-5367-664A-FC3E3B7F6BCA}"/>
          </ac:grpSpMkLst>
        </pc:grpChg>
        <pc:grpChg chg="mod">
          <ac:chgData name="Kanduru, Raghava" userId="cf8c09de-c40c-47a2-971b-c612c06e0906" providerId="ADAL" clId="{4C56122D-C267-4AA5-B2AB-CAAC7D036D6C}" dt="2024-06-06T07:18:39.351" v="861" actId="1076"/>
          <ac:grpSpMkLst>
            <pc:docMk/>
            <pc:sldMk cId="2720965184" sldId="2147475802"/>
            <ac:grpSpMk id="115" creationId="{B27F7AF7-27F0-1314-CF05-9EF26342102A}"/>
          </ac:grpSpMkLst>
        </pc:grpChg>
        <pc:grpChg chg="mod">
          <ac:chgData name="Kanduru, Raghava" userId="cf8c09de-c40c-47a2-971b-c612c06e0906" providerId="ADAL" clId="{4C56122D-C267-4AA5-B2AB-CAAC7D036D6C}" dt="2024-06-06T07:18:39.351" v="861" actId="1076"/>
          <ac:grpSpMkLst>
            <pc:docMk/>
            <pc:sldMk cId="2720965184" sldId="2147475802"/>
            <ac:grpSpMk id="117" creationId="{862CDC3B-FF3D-DED9-7B8A-C21F3911543D}"/>
          </ac:grpSpMkLst>
        </pc:grpChg>
        <pc:grpChg chg="add del mod">
          <ac:chgData name="Kanduru, Raghava" userId="cf8c09de-c40c-47a2-971b-c612c06e0906" providerId="ADAL" clId="{4C56122D-C267-4AA5-B2AB-CAAC7D036D6C}" dt="2024-06-06T07:22:32.553" v="908" actId="478"/>
          <ac:grpSpMkLst>
            <pc:docMk/>
            <pc:sldMk cId="2720965184" sldId="2147475802"/>
            <ac:grpSpMk id="120" creationId="{D6FB8A0D-D991-2279-A642-8474279784B1}"/>
          </ac:grpSpMkLst>
        </pc:grpChg>
        <pc:grpChg chg="mod">
          <ac:chgData name="Kanduru, Raghava" userId="cf8c09de-c40c-47a2-971b-c612c06e0906" providerId="ADAL" clId="{4C56122D-C267-4AA5-B2AB-CAAC7D036D6C}" dt="2024-06-06T07:18:39.351" v="861" actId="1076"/>
          <ac:grpSpMkLst>
            <pc:docMk/>
            <pc:sldMk cId="2720965184" sldId="2147475802"/>
            <ac:grpSpMk id="122" creationId="{0A47F515-3756-5846-C819-AD2F992971D0}"/>
          </ac:grpSpMkLst>
        </pc:grpChg>
        <pc:grpChg chg="add del mod">
          <ac:chgData name="Kanduru, Raghava" userId="cf8c09de-c40c-47a2-971b-c612c06e0906" providerId="ADAL" clId="{4C56122D-C267-4AA5-B2AB-CAAC7D036D6C}" dt="2024-06-06T07:22:32.553" v="908" actId="478"/>
          <ac:grpSpMkLst>
            <pc:docMk/>
            <pc:sldMk cId="2720965184" sldId="2147475802"/>
            <ac:grpSpMk id="126" creationId="{F4194FC7-798B-F19E-BD76-C3F98AFAE019}"/>
          </ac:grpSpMkLst>
        </pc:grpChg>
        <pc:grpChg chg="mod">
          <ac:chgData name="Kanduru, Raghava" userId="cf8c09de-c40c-47a2-971b-c612c06e0906" providerId="ADAL" clId="{4C56122D-C267-4AA5-B2AB-CAAC7D036D6C}" dt="2024-06-06T07:18:39.351" v="861" actId="1076"/>
          <ac:grpSpMkLst>
            <pc:docMk/>
            <pc:sldMk cId="2720965184" sldId="2147475802"/>
            <ac:grpSpMk id="128" creationId="{742A8911-9202-C222-EB98-EB3E766E9F99}"/>
          </ac:grpSpMkLst>
        </pc:grpChg>
        <pc:grpChg chg="add del mod">
          <ac:chgData name="Kanduru, Raghava" userId="cf8c09de-c40c-47a2-971b-c612c06e0906" providerId="ADAL" clId="{4C56122D-C267-4AA5-B2AB-CAAC7D036D6C}" dt="2024-06-06T07:22:39.219" v="910" actId="478"/>
          <ac:grpSpMkLst>
            <pc:docMk/>
            <pc:sldMk cId="2720965184" sldId="2147475802"/>
            <ac:grpSpMk id="133" creationId="{E4F7F4D7-55D2-41C2-F8ED-0B3DE6C6ED75}"/>
          </ac:grpSpMkLst>
        </pc:grpChg>
        <pc:grpChg chg="add del mod">
          <ac:chgData name="Kanduru, Raghava" userId="cf8c09de-c40c-47a2-971b-c612c06e0906" providerId="ADAL" clId="{4C56122D-C267-4AA5-B2AB-CAAC7D036D6C}" dt="2024-06-06T07:22:39.219" v="910" actId="478"/>
          <ac:grpSpMkLst>
            <pc:docMk/>
            <pc:sldMk cId="2720965184" sldId="2147475802"/>
            <ac:grpSpMk id="136" creationId="{CE8A680B-63EC-48F2-8A63-1B800F162E64}"/>
          </ac:grpSpMkLst>
        </pc:grpChg>
        <pc:grpChg chg="add del mod">
          <ac:chgData name="Kanduru, Raghava" userId="cf8c09de-c40c-47a2-971b-c612c06e0906" providerId="ADAL" clId="{4C56122D-C267-4AA5-B2AB-CAAC7D036D6C}" dt="2024-06-06T07:22:39.219" v="910" actId="478"/>
          <ac:grpSpMkLst>
            <pc:docMk/>
            <pc:sldMk cId="2720965184" sldId="2147475802"/>
            <ac:grpSpMk id="139" creationId="{D0762CDC-9849-FC6C-D7E5-C0C2AC760DC5}"/>
          </ac:grpSpMkLst>
        </pc:grpChg>
        <pc:grpChg chg="mod">
          <ac:chgData name="Kanduru, Raghava" userId="cf8c09de-c40c-47a2-971b-c612c06e0906" providerId="ADAL" clId="{4C56122D-C267-4AA5-B2AB-CAAC7D036D6C}" dt="2024-06-06T07:18:18.065" v="860" actId="1076"/>
          <ac:grpSpMkLst>
            <pc:docMk/>
            <pc:sldMk cId="2720965184" sldId="2147475802"/>
            <ac:grpSpMk id="141" creationId="{ACF109C2-4C97-23A1-2447-B47C225FFD45}"/>
          </ac:grpSpMkLst>
        </pc:grpChg>
        <pc:grpChg chg="mod">
          <ac:chgData name="Kanduru, Raghava" userId="cf8c09de-c40c-47a2-971b-c612c06e0906" providerId="ADAL" clId="{4C56122D-C267-4AA5-B2AB-CAAC7D036D6C}" dt="2024-06-06T07:18:18.065" v="860" actId="1076"/>
          <ac:grpSpMkLst>
            <pc:docMk/>
            <pc:sldMk cId="2720965184" sldId="2147475802"/>
            <ac:grpSpMk id="143" creationId="{11E09E6B-5B49-AC3C-8D76-09357BF61140}"/>
          </ac:grpSpMkLst>
        </pc:grpChg>
        <pc:grpChg chg="add del mod">
          <ac:chgData name="Kanduru, Raghava" userId="cf8c09de-c40c-47a2-971b-c612c06e0906" providerId="ADAL" clId="{4C56122D-C267-4AA5-B2AB-CAAC7D036D6C}" dt="2024-06-06T07:22:39.219" v="910" actId="478"/>
          <ac:grpSpMkLst>
            <pc:docMk/>
            <pc:sldMk cId="2720965184" sldId="2147475802"/>
            <ac:grpSpMk id="146" creationId="{6A5153AA-8E51-05A1-D25A-C4CB692FDF33}"/>
          </ac:grpSpMkLst>
        </pc:grpChg>
        <pc:grpChg chg="mod">
          <ac:chgData name="Kanduru, Raghava" userId="cf8c09de-c40c-47a2-971b-c612c06e0906" providerId="ADAL" clId="{4C56122D-C267-4AA5-B2AB-CAAC7D036D6C}" dt="2024-06-06T07:18:18.065" v="860" actId="1076"/>
          <ac:grpSpMkLst>
            <pc:docMk/>
            <pc:sldMk cId="2720965184" sldId="2147475802"/>
            <ac:grpSpMk id="148" creationId="{8888A70D-A6EA-F11B-A4C7-7F53BAD457B9}"/>
          </ac:grpSpMkLst>
        </pc:grpChg>
        <pc:grpChg chg="add del mod">
          <ac:chgData name="Kanduru, Raghava" userId="cf8c09de-c40c-47a2-971b-c612c06e0906" providerId="ADAL" clId="{4C56122D-C267-4AA5-B2AB-CAAC7D036D6C}" dt="2024-06-06T07:22:39.219" v="910" actId="478"/>
          <ac:grpSpMkLst>
            <pc:docMk/>
            <pc:sldMk cId="2720965184" sldId="2147475802"/>
            <ac:grpSpMk id="152" creationId="{4FE788A6-3413-70ED-159A-C383FAA3AE44}"/>
          </ac:grpSpMkLst>
        </pc:grpChg>
        <pc:grpChg chg="mod">
          <ac:chgData name="Kanduru, Raghava" userId="cf8c09de-c40c-47a2-971b-c612c06e0906" providerId="ADAL" clId="{4C56122D-C267-4AA5-B2AB-CAAC7D036D6C}" dt="2024-06-06T07:18:18.065" v="860" actId="1076"/>
          <ac:grpSpMkLst>
            <pc:docMk/>
            <pc:sldMk cId="2720965184" sldId="2147475802"/>
            <ac:grpSpMk id="154" creationId="{A8F259B0-A5D3-1D93-19E0-625FF2ABFA22}"/>
          </ac:grpSpMkLst>
        </pc:grpChg>
        <pc:picChg chg="mod">
          <ac:chgData name="Kanduru, Raghava" userId="cf8c09de-c40c-47a2-971b-c612c06e0906" providerId="ADAL" clId="{4C56122D-C267-4AA5-B2AB-CAAC7D036D6C}" dt="2024-06-06T06:58:26.882" v="587"/>
          <ac:picMkLst>
            <pc:docMk/>
            <pc:sldMk cId="2720965184" sldId="2147475802"/>
            <ac:picMk id="13" creationId="{EC6948AE-46CE-61E8-249D-93EF721D7A35}"/>
          </ac:picMkLst>
        </pc:picChg>
        <pc:picChg chg="mod">
          <ac:chgData name="Kanduru, Raghava" userId="cf8c09de-c40c-47a2-971b-c612c06e0906" providerId="ADAL" clId="{4C56122D-C267-4AA5-B2AB-CAAC7D036D6C}" dt="2024-06-06T06:58:26.882" v="587"/>
          <ac:picMkLst>
            <pc:docMk/>
            <pc:sldMk cId="2720965184" sldId="2147475802"/>
            <ac:picMk id="14" creationId="{A2CDC69D-7E07-E33B-76CF-4E8942E1B1B8}"/>
          </ac:picMkLst>
        </pc:picChg>
        <pc:picChg chg="mod">
          <ac:chgData name="Kanduru, Raghava" userId="cf8c09de-c40c-47a2-971b-c612c06e0906" providerId="ADAL" clId="{4C56122D-C267-4AA5-B2AB-CAAC7D036D6C}" dt="2024-06-06T06:58:26.882" v="587"/>
          <ac:picMkLst>
            <pc:docMk/>
            <pc:sldMk cId="2720965184" sldId="2147475802"/>
            <ac:picMk id="15" creationId="{9D2F9065-DBB8-A7B5-AC8B-1C9CB5DE5DF5}"/>
          </ac:picMkLst>
        </pc:picChg>
        <pc:picChg chg="mod">
          <ac:chgData name="Kanduru, Raghava" userId="cf8c09de-c40c-47a2-971b-c612c06e0906" providerId="ADAL" clId="{4C56122D-C267-4AA5-B2AB-CAAC7D036D6C}" dt="2024-06-06T06:58:26.882" v="587"/>
          <ac:picMkLst>
            <pc:docMk/>
            <pc:sldMk cId="2720965184" sldId="2147475802"/>
            <ac:picMk id="18" creationId="{AFE6001B-8D78-E327-6E92-1A1E89EAF3D5}"/>
          </ac:picMkLst>
        </pc:picChg>
        <pc:picChg chg="del">
          <ac:chgData name="Kanduru, Raghava" userId="cf8c09de-c40c-47a2-971b-c612c06e0906" providerId="ADAL" clId="{4C56122D-C267-4AA5-B2AB-CAAC7D036D6C}" dt="2024-06-06T06:54:38.494" v="534" actId="478"/>
          <ac:picMkLst>
            <pc:docMk/>
            <pc:sldMk cId="2720965184" sldId="2147475802"/>
            <ac:picMk id="22" creationId="{355F1750-401F-44A8-DB4A-FEE1156328A9}"/>
          </ac:picMkLst>
        </pc:picChg>
        <pc:picChg chg="del">
          <ac:chgData name="Kanduru, Raghava" userId="cf8c09de-c40c-47a2-971b-c612c06e0906" providerId="ADAL" clId="{4C56122D-C267-4AA5-B2AB-CAAC7D036D6C}" dt="2024-06-06T06:54:38.494" v="534" actId="478"/>
          <ac:picMkLst>
            <pc:docMk/>
            <pc:sldMk cId="2720965184" sldId="2147475802"/>
            <ac:picMk id="25" creationId="{26261AF2-EBB0-C89D-445C-501C1EBE5AA2}"/>
          </ac:picMkLst>
        </pc:picChg>
        <pc:picChg chg="del">
          <ac:chgData name="Kanduru, Raghava" userId="cf8c09de-c40c-47a2-971b-c612c06e0906" providerId="ADAL" clId="{4C56122D-C267-4AA5-B2AB-CAAC7D036D6C}" dt="2024-06-06T06:54:38.494" v="534" actId="478"/>
          <ac:picMkLst>
            <pc:docMk/>
            <pc:sldMk cId="2720965184" sldId="2147475802"/>
            <ac:picMk id="28" creationId="{9BD7E383-1A67-C2AF-40BC-706EA670C9CC}"/>
          </ac:picMkLst>
        </pc:picChg>
        <pc:picChg chg="del">
          <ac:chgData name="Kanduru, Raghava" userId="cf8c09de-c40c-47a2-971b-c612c06e0906" providerId="ADAL" clId="{4C56122D-C267-4AA5-B2AB-CAAC7D036D6C}" dt="2024-06-06T06:54:38.494" v="534" actId="478"/>
          <ac:picMkLst>
            <pc:docMk/>
            <pc:sldMk cId="2720965184" sldId="2147475802"/>
            <ac:picMk id="36" creationId="{99CE3311-A22C-9A6C-DF6C-5312AEBC04E9}"/>
          </ac:picMkLst>
        </pc:picChg>
        <pc:picChg chg="del">
          <ac:chgData name="Kanduru, Raghava" userId="cf8c09de-c40c-47a2-971b-c612c06e0906" providerId="ADAL" clId="{4C56122D-C267-4AA5-B2AB-CAAC7D036D6C}" dt="2024-06-06T06:54:38.494" v="534" actId="478"/>
          <ac:picMkLst>
            <pc:docMk/>
            <pc:sldMk cId="2720965184" sldId="2147475802"/>
            <ac:picMk id="38" creationId="{65A5D3E0-6AE1-15B4-E359-DFC04CC38E85}"/>
          </ac:picMkLst>
        </pc:picChg>
        <pc:picChg chg="add del mod">
          <ac:chgData name="Kanduru, Raghava" userId="cf8c09de-c40c-47a2-971b-c612c06e0906" providerId="ADAL" clId="{4C56122D-C267-4AA5-B2AB-CAAC7D036D6C}" dt="2024-06-06T06:58:39.876" v="590"/>
          <ac:picMkLst>
            <pc:docMk/>
            <pc:sldMk cId="2720965184" sldId="2147475802"/>
            <ac:picMk id="40" creationId="{AF9A71A0-DD7E-72EB-C32A-C2DE47344077}"/>
          </ac:picMkLst>
        </pc:picChg>
        <pc:picChg chg="del">
          <ac:chgData name="Kanduru, Raghava" userId="cf8c09de-c40c-47a2-971b-c612c06e0906" providerId="ADAL" clId="{4C56122D-C267-4AA5-B2AB-CAAC7D036D6C}" dt="2024-06-06T06:54:38.494" v="534" actId="478"/>
          <ac:picMkLst>
            <pc:docMk/>
            <pc:sldMk cId="2720965184" sldId="2147475802"/>
            <ac:picMk id="41" creationId="{87945CD3-E960-08A9-0592-3C5E8EA7A6BA}"/>
          </ac:picMkLst>
        </pc:picChg>
        <pc:picChg chg="del">
          <ac:chgData name="Kanduru, Raghava" userId="cf8c09de-c40c-47a2-971b-c612c06e0906" providerId="ADAL" clId="{4C56122D-C267-4AA5-B2AB-CAAC7D036D6C}" dt="2024-06-06T06:54:38.494" v="534" actId="478"/>
          <ac:picMkLst>
            <pc:docMk/>
            <pc:sldMk cId="2720965184" sldId="2147475802"/>
            <ac:picMk id="52" creationId="{5292FF7F-010F-D879-040E-DEBBA7636D92}"/>
          </ac:picMkLst>
        </pc:picChg>
        <pc:picChg chg="mod">
          <ac:chgData name="Kanduru, Raghava" userId="cf8c09de-c40c-47a2-971b-c612c06e0906" providerId="ADAL" clId="{4C56122D-C267-4AA5-B2AB-CAAC7D036D6C}" dt="2024-06-06T06:58:40.906" v="591"/>
          <ac:picMkLst>
            <pc:docMk/>
            <pc:sldMk cId="2720965184" sldId="2147475802"/>
            <ac:picMk id="58" creationId="{D01241CB-06AB-4AC7-1687-D044E8982845}"/>
          </ac:picMkLst>
        </pc:picChg>
        <pc:picChg chg="mod">
          <ac:chgData name="Kanduru, Raghava" userId="cf8c09de-c40c-47a2-971b-c612c06e0906" providerId="ADAL" clId="{4C56122D-C267-4AA5-B2AB-CAAC7D036D6C}" dt="2024-06-06T06:58:40.906" v="591"/>
          <ac:picMkLst>
            <pc:docMk/>
            <pc:sldMk cId="2720965184" sldId="2147475802"/>
            <ac:picMk id="59" creationId="{172560DA-2CF6-B87B-5D1D-54C27C7A9947}"/>
          </ac:picMkLst>
        </pc:picChg>
        <pc:picChg chg="mod">
          <ac:chgData name="Kanduru, Raghava" userId="cf8c09de-c40c-47a2-971b-c612c06e0906" providerId="ADAL" clId="{4C56122D-C267-4AA5-B2AB-CAAC7D036D6C}" dt="2024-06-06T06:58:40.906" v="591"/>
          <ac:picMkLst>
            <pc:docMk/>
            <pc:sldMk cId="2720965184" sldId="2147475802"/>
            <ac:picMk id="60" creationId="{1D32E229-9A03-23E5-13C4-7DEAFB863F9B}"/>
          </ac:picMkLst>
        </pc:picChg>
        <pc:picChg chg="mod">
          <ac:chgData name="Kanduru, Raghava" userId="cf8c09de-c40c-47a2-971b-c612c06e0906" providerId="ADAL" clId="{4C56122D-C267-4AA5-B2AB-CAAC7D036D6C}" dt="2024-06-06T06:58:40.906" v="591"/>
          <ac:picMkLst>
            <pc:docMk/>
            <pc:sldMk cId="2720965184" sldId="2147475802"/>
            <ac:picMk id="61" creationId="{85F27880-AE44-57CF-16D7-BBA92C5825ED}"/>
          </ac:picMkLst>
        </pc:picChg>
        <pc:picChg chg="add del mod">
          <ac:chgData name="Kanduru, Raghava" userId="cf8c09de-c40c-47a2-971b-c612c06e0906" providerId="ADAL" clId="{4C56122D-C267-4AA5-B2AB-CAAC7D036D6C}" dt="2024-06-06T06:58:43.775" v="592"/>
          <ac:picMkLst>
            <pc:docMk/>
            <pc:sldMk cId="2720965184" sldId="2147475802"/>
            <ac:picMk id="72" creationId="{9EF7A000-379E-6D0F-74F1-A48DB4B11F56}"/>
          </ac:picMkLst>
        </pc:picChg>
        <pc:picChg chg="add del mod">
          <ac:chgData name="Kanduru, Raghava" userId="cf8c09de-c40c-47a2-971b-c612c06e0906" providerId="ADAL" clId="{4C56122D-C267-4AA5-B2AB-CAAC7D036D6C}" dt="2024-06-06T07:36:56.020" v="1015" actId="478"/>
          <ac:picMkLst>
            <pc:docMk/>
            <pc:sldMk cId="2720965184" sldId="2147475802"/>
            <ac:picMk id="73" creationId="{0DB2838B-5ACA-BE49-FF73-DA66028952B6}"/>
          </ac:picMkLst>
        </pc:picChg>
        <pc:picChg chg="add del mod">
          <ac:chgData name="Kanduru, Raghava" userId="cf8c09de-c40c-47a2-971b-c612c06e0906" providerId="ADAL" clId="{4C56122D-C267-4AA5-B2AB-CAAC7D036D6C}" dt="2024-06-06T07:36:56.020" v="1015" actId="478"/>
          <ac:picMkLst>
            <pc:docMk/>
            <pc:sldMk cId="2720965184" sldId="2147475802"/>
            <ac:picMk id="74" creationId="{809A5DF4-C7D6-DFA1-ECD5-CFADB18EA582}"/>
          </ac:picMkLst>
        </pc:picChg>
        <pc:picChg chg="add mod">
          <ac:chgData name="Kanduru, Raghava" userId="cf8c09de-c40c-47a2-971b-c612c06e0906" providerId="ADAL" clId="{4C56122D-C267-4AA5-B2AB-CAAC7D036D6C}" dt="2024-06-06T07:37:05.910" v="1017"/>
          <ac:picMkLst>
            <pc:docMk/>
            <pc:sldMk cId="2720965184" sldId="2147475802"/>
            <ac:picMk id="163" creationId="{1AA2A080-5914-D332-6965-057C31C40E98}"/>
          </ac:picMkLst>
        </pc:picChg>
        <pc:picChg chg="add mod">
          <ac:chgData name="Kanduru, Raghava" userId="cf8c09de-c40c-47a2-971b-c612c06e0906" providerId="ADAL" clId="{4C56122D-C267-4AA5-B2AB-CAAC7D036D6C}" dt="2024-06-06T07:37:05.910" v="1017"/>
          <ac:picMkLst>
            <pc:docMk/>
            <pc:sldMk cId="2720965184" sldId="2147475802"/>
            <ac:picMk id="164" creationId="{821D6546-ECE0-8F29-4127-55952449C8CB}"/>
          </ac:picMkLst>
        </pc:picChg>
        <pc:cxnChg chg="add del mod">
          <ac:chgData name="Kanduru, Raghava" userId="cf8c09de-c40c-47a2-971b-c612c06e0906" providerId="ADAL" clId="{4C56122D-C267-4AA5-B2AB-CAAC7D036D6C}" dt="2024-06-06T07:36:59.696" v="1016" actId="478"/>
          <ac:cxnSpMkLst>
            <pc:docMk/>
            <pc:sldMk cId="2720965184" sldId="2147475802"/>
            <ac:cxnSpMk id="4" creationId="{2FCD347E-E1EA-E7D8-B3D2-92EE63242D90}"/>
          </ac:cxnSpMkLst>
        </pc:cxnChg>
        <pc:cxnChg chg="del">
          <ac:chgData name="Kanduru, Raghava" userId="cf8c09de-c40c-47a2-971b-c612c06e0906" providerId="ADAL" clId="{4C56122D-C267-4AA5-B2AB-CAAC7D036D6C}" dt="2024-06-06T06:54:38.494" v="534" actId="478"/>
          <ac:cxnSpMkLst>
            <pc:docMk/>
            <pc:sldMk cId="2720965184" sldId="2147475802"/>
            <ac:cxnSpMk id="9" creationId="{317B1094-E11C-5CD4-FA23-3353134633AD}"/>
          </ac:cxnSpMkLst>
        </pc:cxnChg>
        <pc:cxnChg chg="del">
          <ac:chgData name="Kanduru, Raghava" userId="cf8c09de-c40c-47a2-971b-c612c06e0906" providerId="ADAL" clId="{4C56122D-C267-4AA5-B2AB-CAAC7D036D6C}" dt="2024-06-06T06:54:38.494" v="534" actId="478"/>
          <ac:cxnSpMkLst>
            <pc:docMk/>
            <pc:sldMk cId="2720965184" sldId="2147475802"/>
            <ac:cxnSpMk id="32" creationId="{ECE5A8EA-1AAA-C105-4572-5C35D103A7C3}"/>
          </ac:cxnSpMkLst>
        </pc:cxnChg>
        <pc:cxnChg chg="del">
          <ac:chgData name="Kanduru, Raghava" userId="cf8c09de-c40c-47a2-971b-c612c06e0906" providerId="ADAL" clId="{4C56122D-C267-4AA5-B2AB-CAAC7D036D6C}" dt="2024-06-06T06:54:38.494" v="534" actId="478"/>
          <ac:cxnSpMkLst>
            <pc:docMk/>
            <pc:sldMk cId="2720965184" sldId="2147475802"/>
            <ac:cxnSpMk id="45" creationId="{E8479C54-AAB0-14AE-4935-18738F415F2B}"/>
          </ac:cxnSpMkLst>
        </pc:cxnChg>
        <pc:cxnChg chg="add mod">
          <ac:chgData name="Kanduru, Raghava" userId="cf8c09de-c40c-47a2-971b-c612c06e0906" providerId="ADAL" clId="{4C56122D-C267-4AA5-B2AB-CAAC7D036D6C}" dt="2024-06-06T07:37:05.910" v="1017"/>
          <ac:cxnSpMkLst>
            <pc:docMk/>
            <pc:sldMk cId="2720965184" sldId="2147475802"/>
            <ac:cxnSpMk id="160" creationId="{528D6727-320C-979C-AFDE-4714D05041E5}"/>
          </ac:cxnSpMkLst>
        </pc:cxnChg>
      </pc:sldChg>
      <pc:sldMasterChg chg="addSp modSp mod modSldLayout">
        <pc:chgData name="Kanduru, Raghava" userId="cf8c09de-c40c-47a2-971b-c612c06e0906" providerId="ADAL" clId="{4C56122D-C267-4AA5-B2AB-CAAC7D036D6C}" dt="2024-06-06T08:48:23.588" v="1434" actId="108"/>
        <pc:sldMasterMkLst>
          <pc:docMk/>
          <pc:sldMasterMk cId="3148905397" sldId="2147483899"/>
        </pc:sldMasterMkLst>
        <pc:spChg chg="add mod">
          <ac:chgData name="Kanduru, Raghava" userId="cf8c09de-c40c-47a2-971b-c612c06e0906" providerId="ADAL" clId="{4C56122D-C267-4AA5-B2AB-CAAC7D036D6C}" dt="2024-06-06T08:48:23.588" v="1434" actId="108"/>
          <ac:spMkLst>
            <pc:docMk/>
            <pc:sldMasterMk cId="3148905397" sldId="2147483899"/>
            <ac:spMk id="5" creationId="{3FA11B39-3F99-4FEF-9C7B-F4C2A6873C69}"/>
          </ac:spMkLst>
        </pc:spChg>
        <pc:spChg chg="mod">
          <ac:chgData name="Kanduru, Raghava" userId="cf8c09de-c40c-47a2-971b-c612c06e0906" providerId="ADAL" clId="{4C56122D-C267-4AA5-B2AB-CAAC7D036D6C}" dt="2024-06-06T08:48:05.638" v="1432" actId="20577"/>
          <ac:spMkLst>
            <pc:docMk/>
            <pc:sldMasterMk cId="3148905397" sldId="2147483899"/>
            <ac:spMk id="65" creationId="{5B538C81-213B-41EC-BB81-FEF313C9D880}"/>
          </ac:spMkLst>
        </pc:spChg>
        <pc:sldLayoutChg chg="modSp mod">
          <pc:chgData name="Kanduru, Raghava" userId="cf8c09de-c40c-47a2-971b-c612c06e0906" providerId="ADAL" clId="{4C56122D-C267-4AA5-B2AB-CAAC7D036D6C}" dt="2024-06-06T08:41:19.253" v="1413" actId="20577"/>
          <pc:sldLayoutMkLst>
            <pc:docMk/>
            <pc:sldMasterMk cId="3148905397" sldId="2147483899"/>
            <pc:sldLayoutMk cId="140181552" sldId="2147484097"/>
          </pc:sldLayoutMkLst>
          <pc:spChg chg="mod">
            <ac:chgData name="Kanduru, Raghava" userId="cf8c09de-c40c-47a2-971b-c612c06e0906" providerId="ADAL" clId="{4C56122D-C267-4AA5-B2AB-CAAC7D036D6C}" dt="2024-06-06T08:41:19.253" v="1413" actId="20577"/>
            <ac:spMkLst>
              <pc:docMk/>
              <pc:sldMasterMk cId="3148905397" sldId="2147483899"/>
              <pc:sldLayoutMk cId="140181552" sldId="2147484097"/>
              <ac:spMk id="4" creationId="{2D3A384A-808A-4F76-B2EA-38B99153B74E}"/>
            </ac:spMkLst>
          </pc:spChg>
        </pc:sldLayoutChg>
        <pc:sldLayoutChg chg="modSp mod">
          <pc:chgData name="Kanduru, Raghava" userId="cf8c09de-c40c-47a2-971b-c612c06e0906" providerId="ADAL" clId="{4C56122D-C267-4AA5-B2AB-CAAC7D036D6C}" dt="2024-06-06T08:40:37.575" v="1412" actId="6549"/>
          <pc:sldLayoutMkLst>
            <pc:docMk/>
            <pc:sldMasterMk cId="3148905397" sldId="2147483899"/>
            <pc:sldLayoutMk cId="45015724" sldId="2147484155"/>
          </pc:sldLayoutMkLst>
          <pc:spChg chg="mod">
            <ac:chgData name="Kanduru, Raghava" userId="cf8c09de-c40c-47a2-971b-c612c06e0906" providerId="ADAL" clId="{4C56122D-C267-4AA5-B2AB-CAAC7D036D6C}" dt="2024-06-06T08:40:30.274" v="1411" actId="6549"/>
            <ac:spMkLst>
              <pc:docMk/>
              <pc:sldMasterMk cId="3148905397" sldId="2147483899"/>
              <pc:sldLayoutMk cId="45015724" sldId="2147484155"/>
              <ac:spMk id="3" creationId="{D88196A4-F67C-4FA9-BC80-1229B1578153}"/>
            </ac:spMkLst>
          </pc:spChg>
          <pc:spChg chg="mod">
            <ac:chgData name="Kanduru, Raghava" userId="cf8c09de-c40c-47a2-971b-c612c06e0906" providerId="ADAL" clId="{4C56122D-C267-4AA5-B2AB-CAAC7D036D6C}" dt="2024-06-06T08:40:23.499" v="1407" actId="6549"/>
            <ac:spMkLst>
              <pc:docMk/>
              <pc:sldMasterMk cId="3148905397" sldId="2147483899"/>
              <pc:sldLayoutMk cId="45015724" sldId="2147484155"/>
              <ac:spMk id="4" creationId="{64969AD8-CD0C-499B-9BE1-FA6AB8E880B7}"/>
            </ac:spMkLst>
          </pc:spChg>
          <pc:spChg chg="mod">
            <ac:chgData name="Kanduru, Raghava" userId="cf8c09de-c40c-47a2-971b-c612c06e0906" providerId="ADAL" clId="{4C56122D-C267-4AA5-B2AB-CAAC7D036D6C}" dt="2024-06-06T08:40:37.575" v="1412" actId="6549"/>
            <ac:spMkLst>
              <pc:docMk/>
              <pc:sldMasterMk cId="3148905397" sldId="2147483899"/>
              <pc:sldLayoutMk cId="45015724" sldId="2147484155"/>
              <ac:spMk id="5" creationId="{B5332CFB-F65C-46A0-95AF-1C401646AB90}"/>
            </ac:spMkLst>
          </pc:spChg>
        </pc:sldLayoutChg>
      </pc:sldMasterChg>
    </pc:docChg>
  </pc:docChgLst>
  <pc:docChgLst>
    <pc:chgData name="Akula, Kiran" userId="4edd7db3-3f5e-4d95-b6aa-837b0f56c970" providerId="ADAL" clId="{4C49B9B6-ACE1-447B-87EC-03CE5494B992}"/>
    <pc:docChg chg="custSel addSld delSld modSld sldOrd">
      <pc:chgData name="Akula, Kiran" userId="4edd7db3-3f5e-4d95-b6aa-837b0f56c970" providerId="ADAL" clId="{4C49B9B6-ACE1-447B-87EC-03CE5494B992}" dt="2024-05-28T17:15:31.213" v="153" actId="122"/>
      <pc:docMkLst>
        <pc:docMk/>
      </pc:docMkLst>
      <pc:sldChg chg="del">
        <pc:chgData name="Akula, Kiran" userId="4edd7db3-3f5e-4d95-b6aa-837b0f56c970" providerId="ADAL" clId="{4C49B9B6-ACE1-447B-87EC-03CE5494B992}" dt="2024-05-28T12:28:41.775" v="5" actId="47"/>
        <pc:sldMkLst>
          <pc:docMk/>
          <pc:sldMk cId="3624280880" sldId="2141412305"/>
        </pc:sldMkLst>
      </pc:sldChg>
      <pc:sldChg chg="delSp modSp mod addCm">
        <pc:chgData name="Akula, Kiran" userId="4edd7db3-3f5e-4d95-b6aa-837b0f56c970" providerId="ADAL" clId="{4C49B9B6-ACE1-447B-87EC-03CE5494B992}" dt="2024-05-28T12:32:09.511" v="20"/>
        <pc:sldMkLst>
          <pc:docMk/>
          <pc:sldMk cId="1531364721" sldId="2141412306"/>
        </pc:sldMkLst>
        <pc:spChg chg="del mod">
          <ac:chgData name="Akula, Kiran" userId="4edd7db3-3f5e-4d95-b6aa-837b0f56c970" providerId="ADAL" clId="{4C49B9B6-ACE1-447B-87EC-03CE5494B992}" dt="2024-05-28T12:31:27.003" v="11" actId="478"/>
          <ac:spMkLst>
            <pc:docMk/>
            <pc:sldMk cId="1531364721" sldId="2141412306"/>
            <ac:spMk id="12" creationId="{00000000-0000-0000-0000-000000000000}"/>
          </ac:spMkLst>
        </pc:spChg>
        <pc:spChg chg="del">
          <ac:chgData name="Akula, Kiran" userId="4edd7db3-3f5e-4d95-b6aa-837b0f56c970" providerId="ADAL" clId="{4C49B9B6-ACE1-447B-87EC-03CE5494B992}" dt="2024-05-28T12:31:28.957" v="12" actId="478"/>
          <ac:spMkLst>
            <pc:docMk/>
            <pc:sldMk cId="1531364721" sldId="2141412306"/>
            <ac:spMk id="1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19" creationId="{B40AD9DA-A7AA-4A7C-AB14-A4837FEA3307}"/>
          </ac:spMkLst>
        </pc:spChg>
        <pc:spChg chg="del">
          <ac:chgData name="Akula, Kiran" userId="4edd7db3-3f5e-4d95-b6aa-837b0f56c970" providerId="ADAL" clId="{4C49B9B6-ACE1-447B-87EC-03CE5494B992}" dt="2024-05-28T12:31:27.003" v="11" actId="478"/>
          <ac:spMkLst>
            <pc:docMk/>
            <pc:sldMk cId="1531364721" sldId="2141412306"/>
            <ac:spMk id="2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2"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4"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2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2" creationId="{00000000-0000-0000-0000-000000000000}"/>
          </ac:spMkLst>
        </pc:spChg>
        <pc:spChg chg="del">
          <ac:chgData name="Akula, Kiran" userId="4edd7db3-3f5e-4d95-b6aa-837b0f56c970" providerId="ADAL" clId="{4C49B9B6-ACE1-447B-87EC-03CE5494B992}" dt="2024-05-28T12:31:40.239" v="16" actId="478"/>
          <ac:spMkLst>
            <pc:docMk/>
            <pc:sldMk cId="1531364721" sldId="2141412306"/>
            <ac:spMk id="3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6"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7" creationId="{0B344C4A-907A-439D-9FC4-E3078AB4C78F}"/>
          </ac:spMkLst>
        </pc:spChg>
        <pc:spChg chg="del">
          <ac:chgData name="Akula, Kiran" userId="4edd7db3-3f5e-4d95-b6aa-837b0f56c970" providerId="ADAL" clId="{4C49B9B6-ACE1-447B-87EC-03CE5494B992}" dt="2024-05-28T12:31:27.003" v="11" actId="478"/>
          <ac:spMkLst>
            <pc:docMk/>
            <pc:sldMk cId="1531364721" sldId="2141412306"/>
            <ac:spMk id="3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3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4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41" creationId="{50D186EF-A88D-4279-A95A-0ACFF665A6B7}"/>
          </ac:spMkLst>
        </pc:spChg>
        <pc:spChg chg="del">
          <ac:chgData name="Akula, Kiran" userId="4edd7db3-3f5e-4d95-b6aa-837b0f56c970" providerId="ADAL" clId="{4C49B9B6-ACE1-447B-87EC-03CE5494B992}" dt="2024-05-28T12:31:27.003" v="11" actId="478"/>
          <ac:spMkLst>
            <pc:docMk/>
            <pc:sldMk cId="1531364721" sldId="2141412306"/>
            <ac:spMk id="42" creationId="{F9F4E400-A610-49F1-969E-E86D002F662B}"/>
          </ac:spMkLst>
        </pc:spChg>
        <pc:spChg chg="del">
          <ac:chgData name="Akula, Kiran" userId="4edd7db3-3f5e-4d95-b6aa-837b0f56c970" providerId="ADAL" clId="{4C49B9B6-ACE1-447B-87EC-03CE5494B992}" dt="2024-05-28T12:31:27.003" v="11" actId="478"/>
          <ac:spMkLst>
            <pc:docMk/>
            <pc:sldMk cId="1531364721" sldId="2141412306"/>
            <ac:spMk id="43" creationId="{580402F8-D59B-4BB1-9E6A-F7683118C1E7}"/>
          </ac:spMkLst>
        </pc:spChg>
        <pc:spChg chg="del">
          <ac:chgData name="Akula, Kiran" userId="4edd7db3-3f5e-4d95-b6aa-837b0f56c970" providerId="ADAL" clId="{4C49B9B6-ACE1-447B-87EC-03CE5494B992}" dt="2024-05-28T12:31:27.003" v="11" actId="478"/>
          <ac:spMkLst>
            <pc:docMk/>
            <pc:sldMk cId="1531364721" sldId="2141412306"/>
            <ac:spMk id="46" creationId="{8FD40676-52A1-4381-9C97-B6415E503CAA}"/>
          </ac:spMkLst>
        </pc:spChg>
        <pc:spChg chg="del">
          <ac:chgData name="Akula, Kiran" userId="4edd7db3-3f5e-4d95-b6aa-837b0f56c970" providerId="ADAL" clId="{4C49B9B6-ACE1-447B-87EC-03CE5494B992}" dt="2024-05-28T12:31:27.003" v="11" actId="478"/>
          <ac:spMkLst>
            <pc:docMk/>
            <pc:sldMk cId="1531364721" sldId="2141412306"/>
            <ac:spMk id="47" creationId="{430264B7-6302-40E7-98FE-FED7072F82BE}"/>
          </ac:spMkLst>
        </pc:spChg>
        <pc:spChg chg="del">
          <ac:chgData name="Akula, Kiran" userId="4edd7db3-3f5e-4d95-b6aa-837b0f56c970" providerId="ADAL" clId="{4C49B9B6-ACE1-447B-87EC-03CE5494B992}" dt="2024-05-28T12:31:27.003" v="11" actId="478"/>
          <ac:spMkLst>
            <pc:docMk/>
            <pc:sldMk cId="1531364721" sldId="2141412306"/>
            <ac:spMk id="48" creationId="{14E1D85B-66A3-4CF2-A8AC-C4E7FD44B0A0}"/>
          </ac:spMkLst>
        </pc:spChg>
        <pc:spChg chg="del">
          <ac:chgData name="Akula, Kiran" userId="4edd7db3-3f5e-4d95-b6aa-837b0f56c970" providerId="ADAL" clId="{4C49B9B6-ACE1-447B-87EC-03CE5494B992}" dt="2024-05-28T12:31:27.003" v="11" actId="478"/>
          <ac:spMkLst>
            <pc:docMk/>
            <pc:sldMk cId="1531364721" sldId="2141412306"/>
            <ac:spMk id="49"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0"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1"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52"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3" creationId="{0F2AF8A3-8E04-4180-91FF-081211092014}"/>
          </ac:spMkLst>
        </pc:spChg>
        <pc:spChg chg="del">
          <ac:chgData name="Akula, Kiran" userId="4edd7db3-3f5e-4d95-b6aa-837b0f56c970" providerId="ADAL" clId="{4C49B9B6-ACE1-447B-87EC-03CE5494B992}" dt="2024-05-28T12:31:27.003" v="11" actId="478"/>
          <ac:spMkLst>
            <pc:docMk/>
            <pc:sldMk cId="1531364721" sldId="2141412306"/>
            <ac:spMk id="54" creationId="{160CC687-09AE-49CC-B84F-64E8A1B16EF8}"/>
          </ac:spMkLst>
        </pc:spChg>
        <pc:spChg chg="del">
          <ac:chgData name="Akula, Kiran" userId="4edd7db3-3f5e-4d95-b6aa-837b0f56c970" providerId="ADAL" clId="{4C49B9B6-ACE1-447B-87EC-03CE5494B992}" dt="2024-05-28T12:31:27.003" v="11" actId="478"/>
          <ac:spMkLst>
            <pc:docMk/>
            <pc:sldMk cId="1531364721" sldId="2141412306"/>
            <ac:spMk id="55" creationId="{9E222190-47E0-4B87-A262-13AC5CD7031D}"/>
          </ac:spMkLst>
        </pc:spChg>
        <pc:spChg chg="del">
          <ac:chgData name="Akula, Kiran" userId="4edd7db3-3f5e-4d95-b6aa-837b0f56c970" providerId="ADAL" clId="{4C49B9B6-ACE1-447B-87EC-03CE5494B992}" dt="2024-05-28T12:31:27.003" v="11" actId="478"/>
          <ac:spMkLst>
            <pc:docMk/>
            <pc:sldMk cId="1531364721" sldId="2141412306"/>
            <ac:spMk id="56" creationId="{577320B4-B155-424F-A0B6-0F704746EEFB}"/>
          </ac:spMkLst>
        </pc:spChg>
        <pc:spChg chg="del">
          <ac:chgData name="Akula, Kiran" userId="4edd7db3-3f5e-4d95-b6aa-837b0f56c970" providerId="ADAL" clId="{4C49B9B6-ACE1-447B-87EC-03CE5494B992}" dt="2024-05-28T12:31:27.003" v="11" actId="478"/>
          <ac:spMkLst>
            <pc:docMk/>
            <pc:sldMk cId="1531364721" sldId="2141412306"/>
            <ac:spMk id="57"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8" creationId="{A37A0BBE-56AE-41A0-8EFD-5C813ABC3E10}"/>
          </ac:spMkLst>
        </pc:spChg>
        <pc:spChg chg="del">
          <ac:chgData name="Akula, Kiran" userId="4edd7db3-3f5e-4d95-b6aa-837b0f56c970" providerId="ADAL" clId="{4C49B9B6-ACE1-447B-87EC-03CE5494B992}" dt="2024-05-28T12:31:27.003" v="11" actId="478"/>
          <ac:spMkLst>
            <pc:docMk/>
            <pc:sldMk cId="1531364721" sldId="2141412306"/>
            <ac:spMk id="59" creationId="{9E222190-47E0-4B87-A262-13AC5CD7031D}"/>
          </ac:spMkLst>
        </pc:spChg>
        <pc:spChg chg="del">
          <ac:chgData name="Akula, Kiran" userId="4edd7db3-3f5e-4d95-b6aa-837b0f56c970" providerId="ADAL" clId="{4C49B9B6-ACE1-447B-87EC-03CE5494B992}" dt="2024-05-28T12:31:27.003" v="11" actId="478"/>
          <ac:spMkLst>
            <pc:docMk/>
            <pc:sldMk cId="1531364721" sldId="2141412306"/>
            <ac:spMk id="60" creationId="{580402F8-D59B-4BB1-9E6A-F7683118C1E7}"/>
          </ac:spMkLst>
        </pc:spChg>
        <pc:spChg chg="del">
          <ac:chgData name="Akula, Kiran" userId="4edd7db3-3f5e-4d95-b6aa-837b0f56c970" providerId="ADAL" clId="{4C49B9B6-ACE1-447B-87EC-03CE5494B992}" dt="2024-05-28T12:31:42.549" v="18" actId="478"/>
          <ac:spMkLst>
            <pc:docMk/>
            <pc:sldMk cId="1531364721" sldId="2141412306"/>
            <ac:spMk id="63"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4"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5"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6" creationId="{00000000-0000-0000-0000-000000000000}"/>
          </ac:spMkLst>
        </pc:spChg>
        <pc:spChg chg="del mod">
          <ac:chgData name="Akula, Kiran" userId="4edd7db3-3f5e-4d95-b6aa-837b0f56c970" providerId="ADAL" clId="{4C49B9B6-ACE1-447B-87EC-03CE5494B992}" dt="2024-05-28T12:31:41.589" v="17" actId="478"/>
          <ac:spMkLst>
            <pc:docMk/>
            <pc:sldMk cId="1531364721" sldId="2141412306"/>
            <ac:spMk id="67"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8" creationId="{00000000-0000-0000-0000-000000000000}"/>
          </ac:spMkLst>
        </pc:spChg>
        <pc:spChg chg="del">
          <ac:chgData name="Akula, Kiran" userId="4edd7db3-3f5e-4d95-b6aa-837b0f56c970" providerId="ADAL" clId="{4C49B9B6-ACE1-447B-87EC-03CE5494B992}" dt="2024-05-28T12:31:27.003" v="11" actId="478"/>
          <ac:spMkLst>
            <pc:docMk/>
            <pc:sldMk cId="1531364721" sldId="2141412306"/>
            <ac:spMk id="69" creationId="{32684531-E6B8-4218-8F11-F71367B7B7E8}"/>
          </ac:spMkLst>
        </pc:spChg>
        <pc:spChg chg="del">
          <ac:chgData name="Akula, Kiran" userId="4edd7db3-3f5e-4d95-b6aa-837b0f56c970" providerId="ADAL" clId="{4C49B9B6-ACE1-447B-87EC-03CE5494B992}" dt="2024-05-28T12:31:27.003" v="11" actId="478"/>
          <ac:spMkLst>
            <pc:docMk/>
            <pc:sldMk cId="1531364721" sldId="2141412306"/>
            <ac:spMk id="70" creationId="{B9E3C413-94FB-4482-A75E-6A00D1F5D2F5}"/>
          </ac:spMkLst>
        </pc:spChg>
        <pc:spChg chg="del">
          <ac:chgData name="Akula, Kiran" userId="4edd7db3-3f5e-4d95-b6aa-837b0f56c970" providerId="ADAL" clId="{4C49B9B6-ACE1-447B-87EC-03CE5494B992}" dt="2024-05-28T12:31:27.003" v="11" actId="478"/>
          <ac:spMkLst>
            <pc:docMk/>
            <pc:sldMk cId="1531364721" sldId="2141412306"/>
            <ac:spMk id="71" creationId="{6E03BA83-B066-4781-861E-110288108A81}"/>
          </ac:spMkLst>
        </pc:spChg>
        <pc:spChg chg="del">
          <ac:chgData name="Akula, Kiran" userId="4edd7db3-3f5e-4d95-b6aa-837b0f56c970" providerId="ADAL" clId="{4C49B9B6-ACE1-447B-87EC-03CE5494B992}" dt="2024-05-28T12:31:27.003" v="11" actId="478"/>
          <ac:spMkLst>
            <pc:docMk/>
            <pc:sldMk cId="1531364721" sldId="2141412306"/>
            <ac:spMk id="72" creationId="{762DBD7C-D216-4486-8234-5300C591B75C}"/>
          </ac:spMkLst>
        </pc:spChg>
        <pc:spChg chg="del">
          <ac:chgData name="Akula, Kiran" userId="4edd7db3-3f5e-4d95-b6aa-837b0f56c970" providerId="ADAL" clId="{4C49B9B6-ACE1-447B-87EC-03CE5494B992}" dt="2024-05-28T12:31:27.003" v="11" actId="478"/>
          <ac:spMkLst>
            <pc:docMk/>
            <pc:sldMk cId="1531364721" sldId="2141412306"/>
            <ac:spMk id="73" creationId="{A7BBF932-40A5-4443-86DF-033990BAC798}"/>
          </ac:spMkLst>
        </pc:spChg>
        <pc:spChg chg="del">
          <ac:chgData name="Akula, Kiran" userId="4edd7db3-3f5e-4d95-b6aa-837b0f56c970" providerId="ADAL" clId="{4C49B9B6-ACE1-447B-87EC-03CE5494B992}" dt="2024-05-28T12:31:27.003" v="11" actId="478"/>
          <ac:spMkLst>
            <pc:docMk/>
            <pc:sldMk cId="1531364721" sldId="2141412306"/>
            <ac:spMk id="74" creationId="{EE492F87-3CC1-4B4C-A173-5034D7B2D2BC}"/>
          </ac:spMkLst>
        </pc:spChg>
        <pc:spChg chg="del">
          <ac:chgData name="Akula, Kiran" userId="4edd7db3-3f5e-4d95-b6aa-837b0f56c970" providerId="ADAL" clId="{4C49B9B6-ACE1-447B-87EC-03CE5494B992}" dt="2024-05-28T12:31:27.003" v="11" actId="478"/>
          <ac:spMkLst>
            <pc:docMk/>
            <pc:sldMk cId="1531364721" sldId="2141412306"/>
            <ac:spMk id="75" creationId="{780505DA-4F3A-4AA3-A454-AE400594B432}"/>
          </ac:spMkLst>
        </pc:spChg>
        <pc:spChg chg="del">
          <ac:chgData name="Akula, Kiran" userId="4edd7db3-3f5e-4d95-b6aa-837b0f56c970" providerId="ADAL" clId="{4C49B9B6-ACE1-447B-87EC-03CE5494B992}" dt="2024-05-28T12:31:27.003" v="11" actId="478"/>
          <ac:spMkLst>
            <pc:docMk/>
            <pc:sldMk cId="1531364721" sldId="2141412306"/>
            <ac:spMk id="76" creationId="{578E8087-5FB4-4610-B9C6-C109D6BDB1B9}"/>
          </ac:spMkLst>
        </pc:spChg>
        <pc:spChg chg="del">
          <ac:chgData name="Akula, Kiran" userId="4edd7db3-3f5e-4d95-b6aa-837b0f56c970" providerId="ADAL" clId="{4C49B9B6-ACE1-447B-87EC-03CE5494B992}" dt="2024-05-28T12:31:27.003" v="11" actId="478"/>
          <ac:spMkLst>
            <pc:docMk/>
            <pc:sldMk cId="1531364721" sldId="2141412306"/>
            <ac:spMk id="77" creationId="{609206A2-B1C8-4751-B246-B3702D81DA86}"/>
          </ac:spMkLst>
        </pc:spChg>
        <pc:spChg chg="del">
          <ac:chgData name="Akula, Kiran" userId="4edd7db3-3f5e-4d95-b6aa-837b0f56c970" providerId="ADAL" clId="{4C49B9B6-ACE1-447B-87EC-03CE5494B992}" dt="2024-05-28T12:31:27.003" v="11" actId="478"/>
          <ac:spMkLst>
            <pc:docMk/>
            <pc:sldMk cId="1531364721" sldId="2141412306"/>
            <ac:spMk id="78" creationId="{C368C153-6C0D-4272-9A95-2C88E27B9CAE}"/>
          </ac:spMkLst>
        </pc:spChg>
        <pc:spChg chg="del">
          <ac:chgData name="Akula, Kiran" userId="4edd7db3-3f5e-4d95-b6aa-837b0f56c970" providerId="ADAL" clId="{4C49B9B6-ACE1-447B-87EC-03CE5494B992}" dt="2024-05-28T12:31:27.003" v="11" actId="478"/>
          <ac:spMkLst>
            <pc:docMk/>
            <pc:sldMk cId="1531364721" sldId="2141412306"/>
            <ac:spMk id="79" creationId="{755407A1-1A08-40AE-BE20-ED43ADFAD4BA}"/>
          </ac:spMkLst>
        </pc:spChg>
        <pc:spChg chg="del">
          <ac:chgData name="Akula, Kiran" userId="4edd7db3-3f5e-4d95-b6aa-837b0f56c970" providerId="ADAL" clId="{4C49B9B6-ACE1-447B-87EC-03CE5494B992}" dt="2024-05-28T12:31:27.003" v="11" actId="478"/>
          <ac:spMkLst>
            <pc:docMk/>
            <pc:sldMk cId="1531364721" sldId="2141412306"/>
            <ac:spMk id="80" creationId="{78166231-230C-479F-8DE0-8ADF34E1724B}"/>
          </ac:spMkLst>
        </pc:spChg>
        <pc:spChg chg="del">
          <ac:chgData name="Akula, Kiran" userId="4edd7db3-3f5e-4d95-b6aa-837b0f56c970" providerId="ADAL" clId="{4C49B9B6-ACE1-447B-87EC-03CE5494B992}" dt="2024-05-28T12:31:27.003" v="11" actId="478"/>
          <ac:spMkLst>
            <pc:docMk/>
            <pc:sldMk cId="1531364721" sldId="2141412306"/>
            <ac:spMk id="81" creationId="{3B69921C-3AF1-4D1B-B797-B1E943B615F9}"/>
          </ac:spMkLst>
        </pc:spChg>
        <pc:spChg chg="del">
          <ac:chgData name="Akula, Kiran" userId="4edd7db3-3f5e-4d95-b6aa-837b0f56c970" providerId="ADAL" clId="{4C49B9B6-ACE1-447B-87EC-03CE5494B992}" dt="2024-05-28T12:31:43.963" v="19" actId="478"/>
          <ac:spMkLst>
            <pc:docMk/>
            <pc:sldMk cId="1531364721" sldId="2141412306"/>
            <ac:spMk id="82" creationId="{B9E3C413-94FB-4482-A75E-6A00D1F5D2F5}"/>
          </ac:spMkLst>
        </pc:spChg>
        <pc:spChg chg="del">
          <ac:chgData name="Akula, Kiran" userId="4edd7db3-3f5e-4d95-b6aa-837b0f56c970" providerId="ADAL" clId="{4C49B9B6-ACE1-447B-87EC-03CE5494B992}" dt="2024-05-28T12:31:38.051" v="15" actId="21"/>
          <ac:spMkLst>
            <pc:docMk/>
            <pc:sldMk cId="1531364721" sldId="2141412306"/>
            <ac:spMk id="83" creationId="{00000000-0000-0000-0000-000000000000}"/>
          </ac:spMkLst>
        </pc:spChg>
        <pc:cxnChg chg="del">
          <ac:chgData name="Akula, Kiran" userId="4edd7db3-3f5e-4d95-b6aa-837b0f56c970" providerId="ADAL" clId="{4C49B9B6-ACE1-447B-87EC-03CE5494B992}" dt="2024-05-28T12:31:30.729" v="13" actId="478"/>
          <ac:cxnSpMkLst>
            <pc:docMk/>
            <pc:sldMk cId="1531364721" sldId="2141412306"/>
            <ac:cxnSpMk id="61"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5"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6"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7"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89"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90" creationId="{00000000-0000-0000-0000-000000000000}"/>
          </ac:cxnSpMkLst>
        </pc:cxnChg>
        <pc:cxnChg chg="del">
          <ac:chgData name="Akula, Kiran" userId="4edd7db3-3f5e-4d95-b6aa-837b0f56c970" providerId="ADAL" clId="{4C49B9B6-ACE1-447B-87EC-03CE5494B992}" dt="2024-05-28T12:31:27.003" v="11" actId="478"/>
          <ac:cxnSpMkLst>
            <pc:docMk/>
            <pc:sldMk cId="1531364721" sldId="2141412306"/>
            <ac:cxnSpMk id="91" creationId="{00000000-0000-0000-0000-000000000000}"/>
          </ac:cxnSpMkLst>
        </pc:cxnChg>
        <pc:extLst>
          <p:ext xmlns:p="http://schemas.openxmlformats.org/presentationml/2006/main" uri="{D6D511B9-2390-475A-947B-AFAB55BFBCF1}">
            <pc226:cmChg xmlns:pc226="http://schemas.microsoft.com/office/powerpoint/2022/06/main/command" chg="add">
              <pc226:chgData name="Akula, Kiran" userId="4edd7db3-3f5e-4d95-b6aa-837b0f56c970" providerId="ADAL" clId="{4C49B9B6-ACE1-447B-87EC-03CE5494B992}" dt="2024-05-28T12:32:09.511" v="20"/>
              <pc2:cmMkLst xmlns:pc2="http://schemas.microsoft.com/office/powerpoint/2019/9/main/command">
                <pc:docMk/>
                <pc:sldMk cId="1531364721" sldId="2141412306"/>
                <pc2:cmMk id="{8504ED33-874D-47B0-AADD-2E65ADAF0BC8}"/>
              </pc2:cmMkLst>
            </pc226:cmChg>
          </p:ext>
        </pc:extLst>
      </pc:sldChg>
      <pc:sldChg chg="del">
        <pc:chgData name="Akula, Kiran" userId="4edd7db3-3f5e-4d95-b6aa-837b0f56c970" providerId="ADAL" clId="{4C49B9B6-ACE1-447B-87EC-03CE5494B992}" dt="2024-05-28T12:29:00.045" v="7" actId="47"/>
        <pc:sldMkLst>
          <pc:docMk/>
          <pc:sldMk cId="1989688419" sldId="2141412328"/>
        </pc:sldMkLst>
      </pc:sldChg>
      <pc:sldChg chg="add ord">
        <pc:chgData name="Akula, Kiran" userId="4edd7db3-3f5e-4d95-b6aa-837b0f56c970" providerId="ADAL" clId="{4C49B9B6-ACE1-447B-87EC-03CE5494B992}" dt="2024-05-28T12:27:06.582" v="2"/>
        <pc:sldMkLst>
          <pc:docMk/>
          <pc:sldMk cId="3314845531" sldId="2147474195"/>
        </pc:sldMkLst>
      </pc:sldChg>
      <pc:sldChg chg="add">
        <pc:chgData name="Akula, Kiran" userId="4edd7db3-3f5e-4d95-b6aa-837b0f56c970" providerId="ADAL" clId="{4C49B9B6-ACE1-447B-87EC-03CE5494B992}" dt="2024-05-28T12:28:15.103" v="3"/>
        <pc:sldMkLst>
          <pc:docMk/>
          <pc:sldMk cId="2759881903" sldId="2147474196"/>
        </pc:sldMkLst>
      </pc:sldChg>
      <pc:sldChg chg="add">
        <pc:chgData name="Akula, Kiran" userId="4edd7db3-3f5e-4d95-b6aa-837b0f56c970" providerId="ADAL" clId="{4C49B9B6-ACE1-447B-87EC-03CE5494B992}" dt="2024-05-28T12:29:10.856" v="8"/>
        <pc:sldMkLst>
          <pc:docMk/>
          <pc:sldMk cId="3319730112" sldId="2147474197"/>
        </pc:sldMkLst>
      </pc:sldChg>
      <pc:sldChg chg="add">
        <pc:chgData name="Akula, Kiran" userId="4edd7db3-3f5e-4d95-b6aa-837b0f56c970" providerId="ADAL" clId="{4C49B9B6-ACE1-447B-87EC-03CE5494B992}" dt="2024-05-28T12:29:45.119" v="9"/>
        <pc:sldMkLst>
          <pc:docMk/>
          <pc:sldMk cId="1906058678" sldId="2147474198"/>
        </pc:sldMkLst>
      </pc:sldChg>
      <pc:sldChg chg="modSp add mod">
        <pc:chgData name="Akula, Kiran" userId="4edd7db3-3f5e-4d95-b6aa-837b0f56c970" providerId="ADAL" clId="{4C49B9B6-ACE1-447B-87EC-03CE5494B992}" dt="2024-05-28T12:35:34.220" v="152" actId="20577"/>
        <pc:sldMkLst>
          <pc:docMk/>
          <pc:sldMk cId="3214550514" sldId="2147474201"/>
        </pc:sldMkLst>
        <pc:graphicFrameChg chg="modGraphic">
          <ac:chgData name="Akula, Kiran" userId="4edd7db3-3f5e-4d95-b6aa-837b0f56c970" providerId="ADAL" clId="{4C49B9B6-ACE1-447B-87EC-03CE5494B992}" dt="2024-05-28T12:35:34.220" v="152" actId="20577"/>
          <ac:graphicFrameMkLst>
            <pc:docMk/>
            <pc:sldMk cId="3214550514" sldId="2147474201"/>
            <ac:graphicFrameMk id="5" creationId="{0FF2AB5B-189E-0A66-27A2-3A85CBF0E408}"/>
          </ac:graphicFrameMkLst>
        </pc:graphicFrameChg>
      </pc:sldChg>
      <pc:sldChg chg="add">
        <pc:chgData name="Akula, Kiran" userId="4edd7db3-3f5e-4d95-b6aa-837b0f56c970" providerId="ADAL" clId="{4C49B9B6-ACE1-447B-87EC-03CE5494B992}" dt="2024-05-28T12:28:37.201" v="4"/>
        <pc:sldMkLst>
          <pc:docMk/>
          <pc:sldMk cId="35875273" sldId="2147475793"/>
        </pc:sldMkLst>
      </pc:sldChg>
      <pc:sldChg chg="modSp mod">
        <pc:chgData name="Akula, Kiran" userId="4edd7db3-3f5e-4d95-b6aa-837b0f56c970" providerId="ADAL" clId="{4C49B9B6-ACE1-447B-87EC-03CE5494B992}" dt="2024-05-28T17:15:31.213" v="153" actId="122"/>
        <pc:sldMkLst>
          <pc:docMk/>
          <pc:sldMk cId="2145220705" sldId="2147475794"/>
        </pc:sldMkLst>
        <pc:graphicFrameChg chg="modGraphic">
          <ac:chgData name="Akula, Kiran" userId="4edd7db3-3f5e-4d95-b6aa-837b0f56c970" providerId="ADAL" clId="{4C49B9B6-ACE1-447B-87EC-03CE5494B992}" dt="2024-05-28T17:15:31.213" v="153" actId="122"/>
          <ac:graphicFrameMkLst>
            <pc:docMk/>
            <pc:sldMk cId="2145220705" sldId="2147475794"/>
            <ac:graphicFrameMk id="8" creationId="{84F68552-B897-7EF6-ECBF-8F0EDF077AA8}"/>
          </ac:graphicFrameMkLst>
        </pc:graphicFrameChg>
      </pc:sldChg>
    </pc:docChg>
  </pc:docChgLst>
  <pc:docChgLst>
    <pc:chgData name="Bandaru, Muralidhara Rao" userId="f3e341c2-313f-4fed-808d-d330c8250b02" providerId="ADAL" clId="{83646F0D-176D-46C4-9AB2-629397A25B3E}"/>
    <pc:docChg chg="undo redo custSel modSld">
      <pc:chgData name="Bandaru, Muralidhara Rao" userId="f3e341c2-313f-4fed-808d-d330c8250b02" providerId="ADAL" clId="{83646F0D-176D-46C4-9AB2-629397A25B3E}" dt="2024-07-04T11:51:25.106" v="515" actId="1076"/>
      <pc:docMkLst>
        <pc:docMk/>
      </pc:docMkLst>
      <pc:sldChg chg="addSp delSp modSp mod">
        <pc:chgData name="Bandaru, Muralidhara Rao" userId="f3e341c2-313f-4fed-808d-d330c8250b02" providerId="ADAL" clId="{83646F0D-176D-46C4-9AB2-629397A25B3E}" dt="2024-07-04T11:51:25.106" v="515" actId="1076"/>
        <pc:sldMkLst>
          <pc:docMk/>
          <pc:sldMk cId="2042885715" sldId="2147474192"/>
        </pc:sldMkLst>
        <pc:spChg chg="add mod">
          <ac:chgData name="Bandaru, Muralidhara Rao" userId="f3e341c2-313f-4fed-808d-d330c8250b02" providerId="ADAL" clId="{83646F0D-176D-46C4-9AB2-629397A25B3E}" dt="2024-07-04T11:50:57.947" v="504" actId="14100"/>
          <ac:spMkLst>
            <pc:docMk/>
            <pc:sldMk cId="2042885715" sldId="2147474192"/>
            <ac:spMk id="2" creationId="{C4EE46F5-F28B-905A-7C87-5E422074DC8E}"/>
          </ac:spMkLst>
        </pc:spChg>
        <pc:spChg chg="mod">
          <ac:chgData name="Bandaru, Muralidhara Rao" userId="f3e341c2-313f-4fed-808d-d330c8250b02" providerId="ADAL" clId="{83646F0D-176D-46C4-9AB2-629397A25B3E}" dt="2024-07-04T05:03:29.580" v="339" actId="20577"/>
          <ac:spMkLst>
            <pc:docMk/>
            <pc:sldMk cId="2042885715" sldId="2147474192"/>
            <ac:spMk id="3" creationId="{20BB6379-0285-56F4-3687-3DD0B131A670}"/>
          </ac:spMkLst>
        </pc:spChg>
        <pc:spChg chg="mod">
          <ac:chgData name="Bandaru, Muralidhara Rao" userId="f3e341c2-313f-4fed-808d-d330c8250b02" providerId="ADAL" clId="{83646F0D-176D-46C4-9AB2-629397A25B3E}" dt="2024-07-04T11:50:43.216" v="501" actId="1076"/>
          <ac:spMkLst>
            <pc:docMk/>
            <pc:sldMk cId="2042885715" sldId="2147474192"/>
            <ac:spMk id="4" creationId="{D3E9CD0C-43D4-8A37-4193-057960911025}"/>
          </ac:spMkLst>
        </pc:spChg>
        <pc:spChg chg="add mod">
          <ac:chgData name="Bandaru, Muralidhara Rao" userId="f3e341c2-313f-4fed-808d-d330c8250b02" providerId="ADAL" clId="{83646F0D-176D-46C4-9AB2-629397A25B3E}" dt="2024-07-04T04:57:00.670" v="117" actId="1076"/>
          <ac:spMkLst>
            <pc:docMk/>
            <pc:sldMk cId="2042885715" sldId="2147474192"/>
            <ac:spMk id="7" creationId="{805157E9-C057-74BE-43B5-DFF57CC6D423}"/>
          </ac:spMkLst>
        </pc:spChg>
        <pc:spChg chg="add mod">
          <ac:chgData name="Bandaru, Muralidhara Rao" userId="f3e341c2-313f-4fed-808d-d330c8250b02" providerId="ADAL" clId="{83646F0D-176D-46C4-9AB2-629397A25B3E}" dt="2024-07-04T11:51:19.124" v="514" actId="20577"/>
          <ac:spMkLst>
            <pc:docMk/>
            <pc:sldMk cId="2042885715" sldId="2147474192"/>
            <ac:spMk id="9" creationId="{9DA62556-784D-277C-E6D4-42224ADAAF50}"/>
          </ac:spMkLst>
        </pc:spChg>
        <pc:picChg chg="del">
          <ac:chgData name="Bandaru, Muralidhara Rao" userId="f3e341c2-313f-4fed-808d-d330c8250b02" providerId="ADAL" clId="{83646F0D-176D-46C4-9AB2-629397A25B3E}" dt="2024-07-04T04:53:00.099" v="0" actId="478"/>
          <ac:picMkLst>
            <pc:docMk/>
            <pc:sldMk cId="2042885715" sldId="2147474192"/>
            <ac:picMk id="6" creationId="{8EDE83C2-C2F6-BFA0-C6FB-592939899D63}"/>
          </ac:picMkLst>
        </pc:picChg>
        <pc:picChg chg="mod">
          <ac:chgData name="Bandaru, Muralidhara Rao" userId="f3e341c2-313f-4fed-808d-d330c8250b02" providerId="ADAL" clId="{83646F0D-176D-46C4-9AB2-629397A25B3E}" dt="2024-07-04T11:51:25.106" v="515" actId="1076"/>
          <ac:picMkLst>
            <pc:docMk/>
            <pc:sldMk cId="2042885715" sldId="2147474192"/>
            <ac:picMk id="8" creationId="{A1634904-F113-1BA2-1EB1-CC1269051B1F}"/>
          </ac:picMkLst>
        </pc:picChg>
        <pc:picChg chg="add mod">
          <ac:chgData name="Bandaru, Muralidhara Rao" userId="f3e341c2-313f-4fed-808d-d330c8250b02" providerId="ADAL" clId="{83646F0D-176D-46C4-9AB2-629397A25B3E}" dt="2024-07-04T05:19:06.838" v="472" actId="1037"/>
          <ac:picMkLst>
            <pc:docMk/>
            <pc:sldMk cId="2042885715" sldId="2147474192"/>
            <ac:picMk id="12" creationId="{49D6B094-499F-AFF2-75F8-768A25AB6E6D}"/>
          </ac:picMkLst>
        </pc:picChg>
        <pc:picChg chg="add mod">
          <ac:chgData name="Bandaru, Muralidhara Rao" userId="f3e341c2-313f-4fed-808d-d330c8250b02" providerId="ADAL" clId="{83646F0D-176D-46C4-9AB2-629397A25B3E}" dt="2024-07-04T05:18:50.225" v="470" actId="1035"/>
          <ac:picMkLst>
            <pc:docMk/>
            <pc:sldMk cId="2042885715" sldId="2147474192"/>
            <ac:picMk id="14" creationId="{39D16FB6-7BB8-1481-E608-63F987BB59C6}"/>
          </ac:picMkLst>
        </pc:picChg>
        <pc:picChg chg="add mod">
          <ac:chgData name="Bandaru, Muralidhara Rao" userId="f3e341c2-313f-4fed-808d-d330c8250b02" providerId="ADAL" clId="{83646F0D-176D-46C4-9AB2-629397A25B3E}" dt="2024-07-04T11:51:16.522" v="511" actId="1076"/>
          <ac:picMkLst>
            <pc:docMk/>
            <pc:sldMk cId="2042885715" sldId="2147474192"/>
            <ac:picMk id="16" creationId="{E196D3AA-DB5E-E9D2-D4EC-3B48452C6A7F}"/>
          </ac:picMkLst>
        </pc:picChg>
      </pc:sldChg>
      <pc:sldChg chg="addSp delSp modSp mod">
        <pc:chgData name="Bandaru, Muralidhara Rao" userId="f3e341c2-313f-4fed-808d-d330c8250b02" providerId="ADAL" clId="{83646F0D-176D-46C4-9AB2-629397A25B3E}" dt="2024-07-04T05:31:28.372" v="496" actId="1076"/>
        <pc:sldMkLst>
          <pc:docMk/>
          <pc:sldMk cId="3450465591" sldId="2147474193"/>
        </pc:sldMkLst>
        <pc:spChg chg="mod">
          <ac:chgData name="Bandaru, Muralidhara Rao" userId="f3e341c2-313f-4fed-808d-d330c8250b02" providerId="ADAL" clId="{83646F0D-176D-46C4-9AB2-629397A25B3E}" dt="2024-07-04T05:10:54.365" v="442" actId="20577"/>
          <ac:spMkLst>
            <pc:docMk/>
            <pc:sldMk cId="3450465591" sldId="2147474193"/>
            <ac:spMk id="24" creationId="{DE9F6699-A4EB-E190-A87C-48F569402D5E}"/>
          </ac:spMkLst>
        </pc:spChg>
        <pc:picChg chg="add del mod">
          <ac:chgData name="Bandaru, Muralidhara Rao" userId="f3e341c2-313f-4fed-808d-d330c8250b02" providerId="ADAL" clId="{83646F0D-176D-46C4-9AB2-629397A25B3E}" dt="2024-07-04T05:27:51.056" v="489" actId="478"/>
          <ac:picMkLst>
            <pc:docMk/>
            <pc:sldMk cId="3450465591" sldId="2147474193"/>
            <ac:picMk id="3" creationId="{669A020F-557D-0CF9-86E3-9CD86741D997}"/>
          </ac:picMkLst>
        </pc:picChg>
        <pc:picChg chg="add mod">
          <ac:chgData name="Bandaru, Muralidhara Rao" userId="f3e341c2-313f-4fed-808d-d330c8250b02" providerId="ADAL" clId="{83646F0D-176D-46C4-9AB2-629397A25B3E}" dt="2024-07-04T05:31:28.372" v="496" actId="1076"/>
          <ac:picMkLst>
            <pc:docMk/>
            <pc:sldMk cId="3450465591" sldId="2147474193"/>
            <ac:picMk id="5" creationId="{D5C05C0C-8422-2860-7926-5BF3580BF3F2}"/>
          </ac:picMkLst>
        </pc:picChg>
        <pc:picChg chg="del">
          <ac:chgData name="Bandaru, Muralidhara Rao" userId="f3e341c2-313f-4fed-808d-d330c8250b02" providerId="ADAL" clId="{83646F0D-176D-46C4-9AB2-629397A25B3E}" dt="2024-07-04T05:25:44.655" v="473" actId="478"/>
          <ac:picMkLst>
            <pc:docMk/>
            <pc:sldMk cId="3450465591" sldId="2147474193"/>
            <ac:picMk id="22" creationId="{6018E672-D52D-AF79-2C0C-7E1D6CD0035F}"/>
          </ac:picMkLst>
        </pc:picChg>
      </pc:sldChg>
    </pc:docChg>
  </pc:docChgLst>
  <pc:docChgLst>
    <pc:chgData name="Sivaramakrishnan, Narayanan" userId="341b1ffd-5577-42b1-9704-45069781f0b3" providerId="ADAL" clId="{4119E6DF-4461-490F-8993-9E5D3CAD123A}"/>
    <pc:docChg chg="custSel modSld">
      <pc:chgData name="Sivaramakrishnan, Narayanan" userId="341b1ffd-5577-42b1-9704-45069781f0b3" providerId="ADAL" clId="{4119E6DF-4461-490F-8993-9E5D3CAD123A}" dt="2024-06-12T07:35:24.085" v="69"/>
      <pc:docMkLst>
        <pc:docMk/>
      </pc:docMkLst>
      <pc:sldChg chg="modSp mod">
        <pc:chgData name="Sivaramakrishnan, Narayanan" userId="341b1ffd-5577-42b1-9704-45069781f0b3" providerId="ADAL" clId="{4119E6DF-4461-490F-8993-9E5D3CAD123A}" dt="2024-06-11T20:47:59.397" v="68" actId="27636"/>
        <pc:sldMkLst>
          <pc:docMk/>
          <pc:sldMk cId="4240461515" sldId="2076137833"/>
        </pc:sldMkLst>
        <pc:spChg chg="mod">
          <ac:chgData name="Sivaramakrishnan, Narayanan" userId="341b1ffd-5577-42b1-9704-45069781f0b3" providerId="ADAL" clId="{4119E6DF-4461-490F-8993-9E5D3CAD123A}" dt="2024-06-11T20:47:59.397" v="68" actId="27636"/>
          <ac:spMkLst>
            <pc:docMk/>
            <pc:sldMk cId="4240461515" sldId="2076137833"/>
            <ac:spMk id="4" creationId="{6A9D0897-80A0-45C9-B608-935DC2E7176D}"/>
          </ac:spMkLst>
        </pc:spChg>
      </pc:sldChg>
      <pc:sldChg chg="modSp">
        <pc:chgData name="Sivaramakrishnan, Narayanan" userId="341b1ffd-5577-42b1-9704-45069781f0b3" providerId="ADAL" clId="{4119E6DF-4461-490F-8993-9E5D3CAD123A}" dt="2024-06-12T07:35:24.085" v="69"/>
        <pc:sldMkLst>
          <pc:docMk/>
          <pc:sldMk cId="3571720637" sldId="2147474170"/>
        </pc:sldMkLst>
        <pc:graphicFrameChg chg="mod">
          <ac:chgData name="Sivaramakrishnan, Narayanan" userId="341b1ffd-5577-42b1-9704-45069781f0b3" providerId="ADAL" clId="{4119E6DF-4461-490F-8993-9E5D3CAD123A}" dt="2024-06-12T07:35:24.085" v="69"/>
          <ac:graphicFrameMkLst>
            <pc:docMk/>
            <pc:sldMk cId="3571720637" sldId="2147474170"/>
            <ac:graphicFrameMk id="4" creationId="{92C95F7B-5896-B5F4-6F5B-44982AD2CE73}"/>
          </ac:graphicFrameMkLst>
        </pc:graphicFrameChg>
      </pc:sldChg>
    </pc:docChg>
  </pc:docChgLst>
  <pc:docChgLst>
    <pc:chgData name="Sivaramakrishnan, Narayanan" userId="S::narayanan.sivaramakrishnan@capgemini.com::341b1ffd-5577-42b1-9704-45069781f0b3" providerId="AD" clId="Web-{C152501C-07CF-4E97-BD87-CC9ABAF06629}"/>
    <pc:docChg chg="modSld">
      <pc:chgData name="Sivaramakrishnan, Narayanan" userId="S::narayanan.sivaramakrishnan@capgemini.com::341b1ffd-5577-42b1-9704-45069781f0b3" providerId="AD" clId="Web-{C152501C-07CF-4E97-BD87-CC9ABAF06629}" dt="2024-06-17T13:08:49.875" v="0" actId="20577"/>
      <pc:docMkLst>
        <pc:docMk/>
      </pc:docMkLst>
      <pc:sldChg chg="modSp">
        <pc:chgData name="Sivaramakrishnan, Narayanan" userId="S::narayanan.sivaramakrishnan@capgemini.com::341b1ffd-5577-42b1-9704-45069781f0b3" providerId="AD" clId="Web-{C152501C-07CF-4E97-BD87-CC9ABAF06629}" dt="2024-06-17T13:08:49.875" v="0" actId="20577"/>
        <pc:sldMkLst>
          <pc:docMk/>
          <pc:sldMk cId="35875273" sldId="2147475793"/>
        </pc:sldMkLst>
        <pc:spChg chg="mod">
          <ac:chgData name="Sivaramakrishnan, Narayanan" userId="S::narayanan.sivaramakrishnan@capgemini.com::341b1ffd-5577-42b1-9704-45069781f0b3" providerId="AD" clId="Web-{C152501C-07CF-4E97-BD87-CC9ABAF06629}" dt="2024-06-17T13:08:49.875" v="0" actId="20577"/>
          <ac:spMkLst>
            <pc:docMk/>
            <pc:sldMk cId="35875273" sldId="2147475793"/>
            <ac:spMk id="6" creationId="{DBF12C14-EF12-4ED5-9B62-8D1F4F53C626}"/>
          </ac:spMkLst>
        </pc:spChg>
      </pc:sldChg>
    </pc:docChg>
  </pc:docChgLst>
  <pc:docChgLst>
    <pc:chgData name="Akula, Kiran" userId="4edd7db3-3f5e-4d95-b6aa-837b0f56c970" providerId="ADAL" clId="{1A5F90A7-A7EF-4911-AA75-E18C3A0BC2AA}"/>
    <pc:docChg chg="undo custSel addSld modSld sldOrd">
      <pc:chgData name="Akula, Kiran" userId="4edd7db3-3f5e-4d95-b6aa-837b0f56c970" providerId="ADAL" clId="{1A5F90A7-A7EF-4911-AA75-E18C3A0BC2AA}" dt="2024-06-07T10:06:10.555" v="391" actId="14100"/>
      <pc:docMkLst>
        <pc:docMk/>
      </pc:docMkLst>
      <pc:sldChg chg="modSp mod">
        <pc:chgData name="Akula, Kiran" userId="4edd7db3-3f5e-4d95-b6aa-837b0f56c970" providerId="ADAL" clId="{1A5F90A7-A7EF-4911-AA75-E18C3A0BC2AA}" dt="2024-06-07T10:06:10.555" v="391" actId="14100"/>
        <pc:sldMkLst>
          <pc:docMk/>
          <pc:sldMk cId="3571720637" sldId="2147474170"/>
        </pc:sldMkLst>
        <pc:picChg chg="mod">
          <ac:chgData name="Akula, Kiran" userId="4edd7db3-3f5e-4d95-b6aa-837b0f56c970" providerId="ADAL" clId="{1A5F90A7-A7EF-4911-AA75-E18C3A0BC2AA}" dt="2024-06-07T10:06:10.555" v="391" actId="14100"/>
          <ac:picMkLst>
            <pc:docMk/>
            <pc:sldMk cId="3571720637" sldId="2147474170"/>
            <ac:picMk id="5" creationId="{13AB448D-9EA6-3508-6E8D-1CA6A0CBB945}"/>
          </ac:picMkLst>
        </pc:picChg>
        <pc:picChg chg="mod">
          <ac:chgData name="Akula, Kiran" userId="4edd7db3-3f5e-4d95-b6aa-837b0f56c970" providerId="ADAL" clId="{1A5F90A7-A7EF-4911-AA75-E18C3A0BC2AA}" dt="2024-06-04T14:05:46.494" v="386" actId="1076"/>
          <ac:picMkLst>
            <pc:docMk/>
            <pc:sldMk cId="3571720637" sldId="2147474170"/>
            <ac:picMk id="7" creationId="{26B00931-F075-D402-CDB3-605F27766024}"/>
          </ac:picMkLst>
        </pc:picChg>
      </pc:sldChg>
      <pc:sldChg chg="modSp mod">
        <pc:chgData name="Akula, Kiran" userId="4edd7db3-3f5e-4d95-b6aa-837b0f56c970" providerId="ADAL" clId="{1A5F90A7-A7EF-4911-AA75-E18C3A0BC2AA}" dt="2024-06-05T08:00:10.335" v="388" actId="20577"/>
        <pc:sldMkLst>
          <pc:docMk/>
          <pc:sldMk cId="3314845531" sldId="2147474195"/>
        </pc:sldMkLst>
        <pc:spChg chg="mod">
          <ac:chgData name="Akula, Kiran" userId="4edd7db3-3f5e-4d95-b6aa-837b0f56c970" providerId="ADAL" clId="{1A5F90A7-A7EF-4911-AA75-E18C3A0BC2AA}" dt="2024-06-05T08:00:10.335" v="388" actId="20577"/>
          <ac:spMkLst>
            <pc:docMk/>
            <pc:sldMk cId="3314845531" sldId="2147474195"/>
            <ac:spMk id="7" creationId="{DB6F70B5-642E-E428-E2B9-E4ADAE527FBE}"/>
          </ac:spMkLst>
        </pc:spChg>
        <pc:spChg chg="mod">
          <ac:chgData name="Akula, Kiran" userId="4edd7db3-3f5e-4d95-b6aa-837b0f56c970" providerId="ADAL" clId="{1A5F90A7-A7EF-4911-AA75-E18C3A0BC2AA}" dt="2024-06-03T08:05:54.850" v="383" actId="13926"/>
          <ac:spMkLst>
            <pc:docMk/>
            <pc:sldMk cId="3314845531" sldId="2147474195"/>
            <ac:spMk id="10" creationId="{2D2AF330-23A5-254C-D45F-71CCE51D3C15}"/>
          </ac:spMkLst>
        </pc:spChg>
      </pc:sldChg>
      <pc:sldChg chg="addSp delSp modSp mod ord">
        <pc:chgData name="Akula, Kiran" userId="4edd7db3-3f5e-4d95-b6aa-837b0f56c970" providerId="ADAL" clId="{1A5F90A7-A7EF-4911-AA75-E18C3A0BC2AA}" dt="2024-06-05T08:09:17.758" v="389" actId="14100"/>
        <pc:sldMkLst>
          <pc:docMk/>
          <pc:sldMk cId="2759881903" sldId="2147474196"/>
        </pc:sldMkLst>
        <pc:spChg chg="add del mod">
          <ac:chgData name="Akula, Kiran" userId="4edd7db3-3f5e-4d95-b6aa-837b0f56c970" providerId="ADAL" clId="{1A5F90A7-A7EF-4911-AA75-E18C3A0BC2AA}" dt="2024-05-29T17:45:15.412" v="92" actId="21"/>
          <ac:spMkLst>
            <pc:docMk/>
            <pc:sldMk cId="2759881903" sldId="2147474196"/>
            <ac:spMk id="6" creationId="{0EE8B4A6-D22B-F027-C839-88283FC7739E}"/>
          </ac:spMkLst>
        </pc:spChg>
        <pc:spChg chg="mod">
          <ac:chgData name="Akula, Kiran" userId="4edd7db3-3f5e-4d95-b6aa-837b0f56c970" providerId="ADAL" clId="{1A5F90A7-A7EF-4911-AA75-E18C3A0BC2AA}" dt="2024-05-29T17:46:11.700" v="126" actId="1076"/>
          <ac:spMkLst>
            <pc:docMk/>
            <pc:sldMk cId="2759881903" sldId="2147474196"/>
            <ac:spMk id="11" creationId="{49782297-8701-32AA-E181-1F11F0B26B41}"/>
          </ac:spMkLst>
        </pc:spChg>
        <pc:spChg chg="mod">
          <ac:chgData name="Akula, Kiran" userId="4edd7db3-3f5e-4d95-b6aa-837b0f56c970" providerId="ADAL" clId="{1A5F90A7-A7EF-4911-AA75-E18C3A0BC2AA}" dt="2024-06-05T08:09:17.758" v="389" actId="14100"/>
          <ac:spMkLst>
            <pc:docMk/>
            <pc:sldMk cId="2759881903" sldId="2147474196"/>
            <ac:spMk id="17" creationId="{27DF19F2-A2C9-2AB4-4779-2CC5BFD977EE}"/>
          </ac:spMkLst>
        </pc:spChg>
        <pc:spChg chg="mod">
          <ac:chgData name="Akula, Kiran" userId="4edd7db3-3f5e-4d95-b6aa-837b0f56c970" providerId="ADAL" clId="{1A5F90A7-A7EF-4911-AA75-E18C3A0BC2AA}" dt="2024-05-29T17:45:51.270" v="123" actId="20577"/>
          <ac:spMkLst>
            <pc:docMk/>
            <pc:sldMk cId="2759881903" sldId="2147474196"/>
            <ac:spMk id="19" creationId="{77B7CEB3-302A-C888-7A78-769E8DD0A408}"/>
          </ac:spMkLst>
        </pc:spChg>
        <pc:spChg chg="del mod">
          <ac:chgData name="Akula, Kiran" userId="4edd7db3-3f5e-4d95-b6aa-837b0f56c970" providerId="ADAL" clId="{1A5F90A7-A7EF-4911-AA75-E18C3A0BC2AA}" dt="2024-05-29T17:45:10.465" v="91" actId="21"/>
          <ac:spMkLst>
            <pc:docMk/>
            <pc:sldMk cId="2759881903" sldId="2147474196"/>
            <ac:spMk id="21" creationId="{3F38705B-EFC2-90CD-C6B8-170F8B1E91C1}"/>
          </ac:spMkLst>
        </pc:spChg>
        <pc:spChg chg="mod">
          <ac:chgData name="Akula, Kiran" userId="4edd7db3-3f5e-4d95-b6aa-837b0f56c970" providerId="ADAL" clId="{1A5F90A7-A7EF-4911-AA75-E18C3A0BC2AA}" dt="2024-05-29T17:46:04.652" v="124" actId="1076"/>
          <ac:spMkLst>
            <pc:docMk/>
            <pc:sldMk cId="2759881903" sldId="2147474196"/>
            <ac:spMk id="23" creationId="{F41F6C11-121F-FB9F-CA43-AE1640376333}"/>
          </ac:spMkLst>
        </pc:spChg>
      </pc:sldChg>
      <pc:sldChg chg="addSp delSp modSp add mod">
        <pc:chgData name="Akula, Kiran" userId="4edd7db3-3f5e-4d95-b6aa-837b0f56c970" providerId="ADAL" clId="{1A5F90A7-A7EF-4911-AA75-E18C3A0BC2AA}" dt="2024-06-03T08:16:13.250" v="385" actId="13926"/>
        <pc:sldMkLst>
          <pc:docMk/>
          <pc:sldMk cId="1001885555" sldId="2147475796"/>
        </pc:sldMkLst>
        <pc:spChg chg="add del mod">
          <ac:chgData name="Akula, Kiran" userId="4edd7db3-3f5e-4d95-b6aa-837b0f56c970" providerId="ADAL" clId="{1A5F90A7-A7EF-4911-AA75-E18C3A0BC2AA}" dt="2024-05-29T17:44:16.153" v="83" actId="478"/>
          <ac:spMkLst>
            <pc:docMk/>
            <pc:sldMk cId="1001885555" sldId="2147475796"/>
            <ac:spMk id="6" creationId="{5EA9E17F-E949-AA7F-F0F5-926DF07A83C1}"/>
          </ac:spMkLst>
        </pc:spChg>
        <pc:spChg chg="add del mod">
          <ac:chgData name="Akula, Kiran" userId="4edd7db3-3f5e-4d95-b6aa-837b0f56c970" providerId="ADAL" clId="{1A5F90A7-A7EF-4911-AA75-E18C3A0BC2AA}" dt="2024-05-29T17:44:32.944" v="85" actId="21"/>
          <ac:spMkLst>
            <pc:docMk/>
            <pc:sldMk cId="1001885555" sldId="2147475796"/>
            <ac:spMk id="8" creationId="{D13A6D60-C6E9-AF70-AC57-7B58BBD909CC}"/>
          </ac:spMkLst>
        </pc:spChg>
        <pc:spChg chg="del">
          <ac:chgData name="Akula, Kiran" userId="4edd7db3-3f5e-4d95-b6aa-837b0f56c970" providerId="ADAL" clId="{1A5F90A7-A7EF-4911-AA75-E18C3A0BC2AA}" dt="2024-05-29T17:44:23.427" v="84" actId="478"/>
          <ac:spMkLst>
            <pc:docMk/>
            <pc:sldMk cId="1001885555" sldId="2147475796"/>
            <ac:spMk id="17" creationId="{27DF19F2-A2C9-2AB4-4779-2CC5BFD977EE}"/>
          </ac:spMkLst>
        </pc:spChg>
        <pc:spChg chg="del">
          <ac:chgData name="Akula, Kiran" userId="4edd7db3-3f5e-4d95-b6aa-837b0f56c970" providerId="ADAL" clId="{1A5F90A7-A7EF-4911-AA75-E18C3A0BC2AA}" dt="2024-05-29T17:44:12.722" v="82" actId="478"/>
          <ac:spMkLst>
            <pc:docMk/>
            <pc:sldMk cId="1001885555" sldId="2147475796"/>
            <ac:spMk id="19" creationId="{77B7CEB3-302A-C888-7A78-769E8DD0A408}"/>
          </ac:spMkLst>
        </pc:spChg>
        <pc:spChg chg="mod">
          <ac:chgData name="Akula, Kiran" userId="4edd7db3-3f5e-4d95-b6aa-837b0f56c970" providerId="ADAL" clId="{1A5F90A7-A7EF-4911-AA75-E18C3A0BC2AA}" dt="2024-05-29T17:46:31.029" v="135" actId="20577"/>
          <ac:spMkLst>
            <pc:docMk/>
            <pc:sldMk cId="1001885555" sldId="2147475796"/>
            <ac:spMk id="21" creationId="{3F38705B-EFC2-90CD-C6B8-170F8B1E91C1}"/>
          </ac:spMkLst>
        </pc:spChg>
        <pc:spChg chg="mod">
          <ac:chgData name="Akula, Kiran" userId="4edd7db3-3f5e-4d95-b6aa-837b0f56c970" providerId="ADAL" clId="{1A5F90A7-A7EF-4911-AA75-E18C3A0BC2AA}" dt="2024-06-03T08:16:13.250" v="385" actId="13926"/>
          <ac:spMkLst>
            <pc:docMk/>
            <pc:sldMk cId="1001885555" sldId="2147475796"/>
            <ac:spMk id="23" creationId="{F41F6C11-121F-FB9F-CA43-AE1640376333}"/>
          </ac:spMkLst>
        </pc:spChg>
      </pc:sldChg>
    </pc:docChg>
  </pc:docChgLst>
  <pc:docChgLst>
    <pc:chgData name="Sivaramakrishnan, Narayanan" userId="S::narayanan.sivaramakrishnan@capgemini.com::341b1ffd-5577-42b1-9704-45069781f0b3" providerId="AD" clId="Web-{522806B7-844E-D3B1-B498-FE6E8A104557}"/>
    <pc:docChg chg="addSld delSld modSld">
      <pc:chgData name="Sivaramakrishnan, Narayanan" userId="S::narayanan.sivaramakrishnan@capgemini.com::341b1ffd-5577-42b1-9704-45069781f0b3" providerId="AD" clId="Web-{522806B7-844E-D3B1-B498-FE6E8A104557}" dt="2024-05-28T14:55:30.433" v="1225"/>
      <pc:docMkLst>
        <pc:docMk/>
      </pc:docMkLst>
      <pc:sldChg chg="modSp">
        <pc:chgData name="Sivaramakrishnan, Narayanan" userId="S::narayanan.sivaramakrishnan@capgemini.com::341b1ffd-5577-42b1-9704-45069781f0b3" providerId="AD" clId="Web-{522806B7-844E-D3B1-B498-FE6E8A104557}" dt="2024-05-28T13:07:21.100" v="779" actId="20577"/>
        <pc:sldMkLst>
          <pc:docMk/>
          <pc:sldMk cId="4240461515" sldId="2076137833"/>
        </pc:sldMkLst>
        <pc:spChg chg="mod">
          <ac:chgData name="Sivaramakrishnan, Narayanan" userId="S::narayanan.sivaramakrishnan@capgemini.com::341b1ffd-5577-42b1-9704-45069781f0b3" providerId="AD" clId="Web-{522806B7-844E-D3B1-B498-FE6E8A104557}" dt="2024-05-28T13:04:00.520" v="659" actId="20577"/>
          <ac:spMkLst>
            <pc:docMk/>
            <pc:sldMk cId="4240461515" sldId="2076137833"/>
            <ac:spMk id="3" creationId="{FC49C433-38DC-42A4-AEF1-D936F52843D7}"/>
          </ac:spMkLst>
        </pc:spChg>
        <pc:spChg chg="mod">
          <ac:chgData name="Sivaramakrishnan, Narayanan" userId="S::narayanan.sivaramakrishnan@capgemini.com::341b1ffd-5577-42b1-9704-45069781f0b3" providerId="AD" clId="Web-{522806B7-844E-D3B1-B498-FE6E8A104557}" dt="2024-05-28T13:07:21.100" v="779" actId="20577"/>
          <ac:spMkLst>
            <pc:docMk/>
            <pc:sldMk cId="4240461515" sldId="2076137833"/>
            <ac:spMk id="4" creationId="{6A9D0897-80A0-45C9-B608-935DC2E7176D}"/>
          </ac:spMkLst>
        </pc:spChg>
      </pc:sldChg>
      <pc:sldChg chg="modSp">
        <pc:chgData name="Sivaramakrishnan, Narayanan" userId="S::narayanan.sivaramakrishnan@capgemini.com::341b1ffd-5577-42b1-9704-45069781f0b3" providerId="AD" clId="Web-{522806B7-844E-D3B1-B498-FE6E8A104557}" dt="2024-05-28T13:11:53.696" v="791" actId="20577"/>
        <pc:sldMkLst>
          <pc:docMk/>
          <pc:sldMk cId="1531364721" sldId="2141412306"/>
        </pc:sldMkLst>
        <pc:spChg chg="mod">
          <ac:chgData name="Sivaramakrishnan, Narayanan" userId="S::narayanan.sivaramakrishnan@capgemini.com::341b1ffd-5577-42b1-9704-45069781f0b3" providerId="AD" clId="Web-{522806B7-844E-D3B1-B498-FE6E8A104557}" dt="2024-05-28T13:11:53.696" v="791" actId="20577"/>
          <ac:spMkLst>
            <pc:docMk/>
            <pc:sldMk cId="1531364721" sldId="2141412306"/>
            <ac:spMk id="84" creationId="{7E849F72-4B00-4D0C-8076-45641129C83C}"/>
          </ac:spMkLst>
        </pc:spChg>
      </pc:sldChg>
      <pc:sldChg chg="delSp modSp">
        <pc:chgData name="Sivaramakrishnan, Narayanan" userId="S::narayanan.sivaramakrishnan@capgemini.com::341b1ffd-5577-42b1-9704-45069781f0b3" providerId="AD" clId="Web-{522806B7-844E-D3B1-B498-FE6E8A104557}" dt="2024-05-28T14:55:30.433" v="1225"/>
        <pc:sldMkLst>
          <pc:docMk/>
          <pc:sldMk cId="3314845531" sldId="2147474195"/>
        </pc:sldMkLst>
        <pc:spChg chg="del mod">
          <ac:chgData name="Sivaramakrishnan, Narayanan" userId="S::narayanan.sivaramakrishnan@capgemini.com::341b1ffd-5577-42b1-9704-45069781f0b3" providerId="AD" clId="Web-{522806B7-844E-D3B1-B498-FE6E8A104557}" dt="2024-05-28T14:55:30.433" v="1225"/>
          <ac:spMkLst>
            <pc:docMk/>
            <pc:sldMk cId="3314845531" sldId="2147474195"/>
            <ac:spMk id="5" creationId="{FC8BEA36-6BD4-0508-E5E5-6A836E131945}"/>
          </ac:spMkLst>
        </pc:spChg>
        <pc:spChg chg="mod">
          <ac:chgData name="Sivaramakrishnan, Narayanan" userId="S::narayanan.sivaramakrishnan@capgemini.com::341b1ffd-5577-42b1-9704-45069781f0b3" providerId="AD" clId="Web-{522806B7-844E-D3B1-B498-FE6E8A104557}" dt="2024-05-28T13:11:26.212" v="787" actId="20577"/>
          <ac:spMkLst>
            <pc:docMk/>
            <pc:sldMk cId="3314845531" sldId="2147474195"/>
            <ac:spMk id="6" creationId="{F85BE96A-2894-E228-F1BC-6348BE49A5AD}"/>
          </ac:spMkLst>
        </pc:spChg>
        <pc:spChg chg="mod">
          <ac:chgData name="Sivaramakrishnan, Narayanan" userId="S::narayanan.sivaramakrishnan@capgemini.com::341b1ffd-5577-42b1-9704-45069781f0b3" providerId="AD" clId="Web-{522806B7-844E-D3B1-B498-FE6E8A104557}" dt="2024-05-28T12:39:17.348" v="5" actId="1076"/>
          <ac:spMkLst>
            <pc:docMk/>
            <pc:sldMk cId="3314845531" sldId="2147474195"/>
            <ac:spMk id="9" creationId="{F7A7562B-2E8D-3BA1-3209-CE1C8776C84D}"/>
          </ac:spMkLst>
        </pc:spChg>
      </pc:sldChg>
      <pc:sldChg chg="modSp">
        <pc:chgData name="Sivaramakrishnan, Narayanan" userId="S::narayanan.sivaramakrishnan@capgemini.com::341b1ffd-5577-42b1-9704-45069781f0b3" providerId="AD" clId="Web-{522806B7-844E-D3B1-B498-FE6E8A104557}" dt="2024-05-28T13:11:48.837" v="790" actId="20577"/>
        <pc:sldMkLst>
          <pc:docMk/>
          <pc:sldMk cId="2759881903" sldId="2147474196"/>
        </pc:sldMkLst>
        <pc:spChg chg="mod">
          <ac:chgData name="Sivaramakrishnan, Narayanan" userId="S::narayanan.sivaramakrishnan@capgemini.com::341b1ffd-5577-42b1-9704-45069781f0b3" providerId="AD" clId="Web-{522806B7-844E-D3B1-B498-FE6E8A104557}" dt="2024-05-28T13:11:48.837" v="790" actId="20577"/>
          <ac:spMkLst>
            <pc:docMk/>
            <pc:sldMk cId="2759881903" sldId="2147474196"/>
            <ac:spMk id="11" creationId="{49782297-8701-32AA-E181-1F11F0B26B41}"/>
          </ac:spMkLst>
        </pc:spChg>
        <pc:spChg chg="mod">
          <ac:chgData name="Sivaramakrishnan, Narayanan" userId="S::narayanan.sivaramakrishnan@capgemini.com::341b1ffd-5577-42b1-9704-45069781f0b3" providerId="AD" clId="Web-{522806B7-844E-D3B1-B498-FE6E8A104557}" dt="2024-05-28T12:45:22.633" v="65" actId="1076"/>
          <ac:spMkLst>
            <pc:docMk/>
            <pc:sldMk cId="2759881903" sldId="2147474196"/>
            <ac:spMk id="19" creationId="{77B7CEB3-302A-C888-7A78-769E8DD0A408}"/>
          </ac:spMkLst>
        </pc:spChg>
      </pc:sldChg>
      <pc:sldChg chg="addSp delSp modSp">
        <pc:chgData name="Sivaramakrishnan, Narayanan" userId="S::narayanan.sivaramakrishnan@capgemini.com::341b1ffd-5577-42b1-9704-45069781f0b3" providerId="AD" clId="Web-{522806B7-844E-D3B1-B498-FE6E8A104557}" dt="2024-05-28T14:55:03.933" v="1222"/>
        <pc:sldMkLst>
          <pc:docMk/>
          <pc:sldMk cId="3319730112" sldId="2147474197"/>
        </pc:sldMkLst>
        <pc:spChg chg="add mod">
          <ac:chgData name="Sivaramakrishnan, Narayanan" userId="S::narayanan.sivaramakrishnan@capgemini.com::341b1ffd-5577-42b1-9704-45069781f0b3" providerId="AD" clId="Web-{522806B7-844E-D3B1-B498-FE6E8A104557}" dt="2024-05-28T12:57:26.453" v="508" actId="20577"/>
          <ac:spMkLst>
            <pc:docMk/>
            <pc:sldMk cId="3319730112" sldId="2147474197"/>
            <ac:spMk id="2" creationId="{95C97BBC-35BF-A3C5-2091-7CDC318E25E7}"/>
          </ac:spMkLst>
        </pc:spChg>
        <pc:spChg chg="del">
          <ac:chgData name="Sivaramakrishnan, Narayanan" userId="S::narayanan.sivaramakrishnan@capgemini.com::341b1ffd-5577-42b1-9704-45069781f0b3" providerId="AD" clId="Web-{522806B7-844E-D3B1-B498-FE6E8A104557}" dt="2024-05-28T14:55:03.933" v="1222"/>
          <ac:spMkLst>
            <pc:docMk/>
            <pc:sldMk cId="3319730112" sldId="2147474197"/>
            <ac:spMk id="5" creationId="{889F3BAB-0570-3BE8-D49E-F1466B78FD2D}"/>
          </ac:spMkLst>
        </pc:spChg>
        <pc:spChg chg="mod">
          <ac:chgData name="Sivaramakrishnan, Narayanan" userId="S::narayanan.sivaramakrishnan@capgemini.com::341b1ffd-5577-42b1-9704-45069781f0b3" providerId="AD" clId="Web-{522806B7-844E-D3B1-B498-FE6E8A104557}" dt="2024-05-28T12:57:35.266" v="513" actId="20577"/>
          <ac:spMkLst>
            <pc:docMk/>
            <pc:sldMk cId="3319730112" sldId="2147474197"/>
            <ac:spMk id="13" creationId="{12616A57-FDCA-0BA4-52A5-7D2973F5DC70}"/>
          </ac:spMkLst>
        </pc:spChg>
        <pc:spChg chg="del mod">
          <ac:chgData name="Sivaramakrishnan, Narayanan" userId="S::narayanan.sivaramakrishnan@capgemini.com::341b1ffd-5577-42b1-9704-45069781f0b3" providerId="AD" clId="Web-{522806B7-844E-D3B1-B498-FE6E8A104557}" dt="2024-05-28T12:55:42.999" v="424"/>
          <ac:spMkLst>
            <pc:docMk/>
            <pc:sldMk cId="3319730112" sldId="2147474197"/>
            <ac:spMk id="14" creationId="{4D2D0BB0-C615-9068-CD50-1B1DB5699201}"/>
          </ac:spMkLst>
        </pc:spChg>
        <pc:graphicFrameChg chg="mod modGraphic">
          <ac:chgData name="Sivaramakrishnan, Narayanan" userId="S::narayanan.sivaramakrishnan@capgemini.com::341b1ffd-5577-42b1-9704-45069781f0b3" providerId="AD" clId="Web-{522806B7-844E-D3B1-B498-FE6E8A104557}" dt="2024-05-28T12:55:27.686" v="422"/>
          <ac:graphicFrameMkLst>
            <pc:docMk/>
            <pc:sldMk cId="3319730112" sldId="2147474197"/>
            <ac:graphicFrameMk id="15" creationId="{DC388D56-E830-41BE-7B25-DF1AA6918424}"/>
          </ac:graphicFrameMkLst>
        </pc:graphicFrameChg>
      </pc:sldChg>
      <pc:sldChg chg="addSp delSp modSp">
        <pc:chgData name="Sivaramakrishnan, Narayanan" userId="S::narayanan.sivaramakrishnan@capgemini.com::341b1ffd-5577-42b1-9704-45069781f0b3" providerId="AD" clId="Web-{522806B7-844E-D3B1-B498-FE6E8A104557}" dt="2024-05-28T12:59:12.032" v="537" actId="20577"/>
        <pc:sldMkLst>
          <pc:docMk/>
          <pc:sldMk cId="1906058678" sldId="2147474198"/>
        </pc:sldMkLst>
        <pc:spChg chg="del mod">
          <ac:chgData name="Sivaramakrishnan, Narayanan" userId="S::narayanan.sivaramakrishnan@capgemini.com::341b1ffd-5577-42b1-9704-45069781f0b3" providerId="AD" clId="Web-{522806B7-844E-D3B1-B498-FE6E8A104557}" dt="2024-05-28T12:57:55.813" v="518"/>
          <ac:spMkLst>
            <pc:docMk/>
            <pc:sldMk cId="1906058678" sldId="2147474198"/>
            <ac:spMk id="2" creationId="{9E16EB8E-379A-4122-B722-8C3426E79584}"/>
          </ac:spMkLst>
        </pc:spChg>
        <pc:spChg chg="mod">
          <ac:chgData name="Sivaramakrishnan, Narayanan" userId="S::narayanan.sivaramakrishnan@capgemini.com::341b1ffd-5577-42b1-9704-45069781f0b3" providerId="AD" clId="Web-{522806B7-844E-D3B1-B498-FE6E8A104557}" dt="2024-05-28T12:57:47.969" v="516" actId="20577"/>
          <ac:spMkLst>
            <pc:docMk/>
            <pc:sldMk cId="1906058678" sldId="2147474198"/>
            <ac:spMk id="3" creationId="{F67AA2E0-006E-6193-2A48-EC7F83B9A40A}"/>
          </ac:spMkLst>
        </pc:spChg>
        <pc:spChg chg="add mod">
          <ac:chgData name="Sivaramakrishnan, Narayanan" userId="S::narayanan.sivaramakrishnan@capgemini.com::341b1ffd-5577-42b1-9704-45069781f0b3" providerId="AD" clId="Web-{522806B7-844E-D3B1-B498-FE6E8A104557}" dt="2024-05-28T12:59:12.032" v="537" actId="20577"/>
          <ac:spMkLst>
            <pc:docMk/>
            <pc:sldMk cId="1906058678" sldId="2147474198"/>
            <ac:spMk id="7" creationId="{22DAD999-1CE4-8496-D3EC-84DE3C010352}"/>
          </ac:spMkLst>
        </pc:spChg>
        <pc:graphicFrameChg chg="mod modGraphic">
          <ac:chgData name="Sivaramakrishnan, Narayanan" userId="S::narayanan.sivaramakrishnan@capgemini.com::341b1ffd-5577-42b1-9704-45069781f0b3" providerId="AD" clId="Web-{522806B7-844E-D3B1-B498-FE6E8A104557}" dt="2024-05-28T12:58:03.219" v="522"/>
          <ac:graphicFrameMkLst>
            <pc:docMk/>
            <pc:sldMk cId="1906058678" sldId="2147474198"/>
            <ac:graphicFrameMk id="5" creationId="{5E658667-5B80-7E8D-0F4B-BC96CC1C1609}"/>
          </ac:graphicFrameMkLst>
        </pc:graphicFrameChg>
      </pc:sldChg>
      <pc:sldChg chg="modSp">
        <pc:chgData name="Sivaramakrishnan, Narayanan" userId="S::narayanan.sivaramakrishnan@capgemini.com::341b1ffd-5577-42b1-9704-45069781f0b3" providerId="AD" clId="Web-{522806B7-844E-D3B1-B498-FE6E8A104557}" dt="2024-05-28T13:12:15.056" v="793" actId="20577"/>
        <pc:sldMkLst>
          <pc:docMk/>
          <pc:sldMk cId="3214550514" sldId="2147474201"/>
        </pc:sldMkLst>
        <pc:spChg chg="mod">
          <ac:chgData name="Sivaramakrishnan, Narayanan" userId="S::narayanan.sivaramakrishnan@capgemini.com::341b1ffd-5577-42b1-9704-45069781f0b3" providerId="AD" clId="Web-{522806B7-844E-D3B1-B498-FE6E8A104557}" dt="2024-05-28T13:12:15.056" v="793" actId="20577"/>
          <ac:spMkLst>
            <pc:docMk/>
            <pc:sldMk cId="3214550514" sldId="2147474201"/>
            <ac:spMk id="3" creationId="{F349C067-5934-2AD7-82DE-0965B330E931}"/>
          </ac:spMkLst>
        </pc:spChg>
        <pc:graphicFrameChg chg="mod modGraphic">
          <ac:chgData name="Sivaramakrishnan, Narayanan" userId="S::narayanan.sivaramakrishnan@capgemini.com::341b1ffd-5577-42b1-9704-45069781f0b3" providerId="AD" clId="Web-{522806B7-844E-D3B1-B498-FE6E8A104557}" dt="2024-05-28T12:54:39.358" v="414"/>
          <ac:graphicFrameMkLst>
            <pc:docMk/>
            <pc:sldMk cId="3214550514" sldId="2147474201"/>
            <ac:graphicFrameMk id="5" creationId="{0FF2AB5B-189E-0A66-27A2-3A85CBF0E408}"/>
          </ac:graphicFrameMkLst>
        </pc:graphicFrameChg>
      </pc:sldChg>
      <pc:sldChg chg="addSp delSp modSp">
        <pc:chgData name="Sivaramakrishnan, Narayanan" userId="S::narayanan.sivaramakrishnan@capgemini.com::341b1ffd-5577-42b1-9704-45069781f0b3" providerId="AD" clId="Web-{522806B7-844E-D3B1-B498-FE6E8A104557}" dt="2024-05-28T13:12:01.540" v="792" actId="1076"/>
        <pc:sldMkLst>
          <pc:docMk/>
          <pc:sldMk cId="35875273" sldId="2147475793"/>
        </pc:sldMkLst>
        <pc:spChg chg="del mod">
          <ac:chgData name="Sivaramakrishnan, Narayanan" userId="S::narayanan.sivaramakrishnan@capgemini.com::341b1ffd-5577-42b1-9704-45069781f0b3" providerId="AD" clId="Web-{522806B7-844E-D3B1-B498-FE6E8A104557}" dt="2024-05-28T12:47:02.447" v="87"/>
          <ac:spMkLst>
            <pc:docMk/>
            <pc:sldMk cId="35875273" sldId="2147475793"/>
            <ac:spMk id="2" creationId="{4340DD7A-81D3-4D78-A7DB-61C167029D4C}"/>
          </ac:spMkLst>
        </pc:spChg>
        <pc:spChg chg="del">
          <ac:chgData name="Sivaramakrishnan, Narayanan" userId="S::narayanan.sivaramakrishnan@capgemini.com::341b1ffd-5577-42b1-9704-45069781f0b3" providerId="AD" clId="Web-{522806B7-844E-D3B1-B498-FE6E8A104557}" dt="2024-05-28T12:44:13.930" v="53"/>
          <ac:spMkLst>
            <pc:docMk/>
            <pc:sldMk cId="35875273" sldId="2147475793"/>
            <ac:spMk id="3" creationId="{1578F57F-433F-40CF-9899-10F07B39ADED}"/>
          </ac:spMkLst>
        </pc:spChg>
        <pc:spChg chg="mod">
          <ac:chgData name="Sivaramakrishnan, Narayanan" userId="S::narayanan.sivaramakrishnan@capgemini.com::341b1ffd-5577-42b1-9704-45069781f0b3" providerId="AD" clId="Web-{522806B7-844E-D3B1-B498-FE6E8A104557}" dt="2024-05-28T13:10:02.305" v="780" actId="1076"/>
          <ac:spMkLst>
            <pc:docMk/>
            <pc:sldMk cId="35875273" sldId="2147475793"/>
            <ac:spMk id="4" creationId="{B07CCD17-A394-49F2-802C-5AAC7972B809}"/>
          </ac:spMkLst>
        </pc:spChg>
        <pc:spChg chg="del mod">
          <ac:chgData name="Sivaramakrishnan, Narayanan" userId="S::narayanan.sivaramakrishnan@capgemini.com::341b1ffd-5577-42b1-9704-45069781f0b3" providerId="AD" clId="Web-{522806B7-844E-D3B1-B498-FE6E8A104557}" dt="2024-05-28T12:44:08.008" v="52"/>
          <ac:spMkLst>
            <pc:docMk/>
            <pc:sldMk cId="35875273" sldId="2147475793"/>
            <ac:spMk id="5" creationId="{B22970E3-C81E-47FC-B12D-47D1E31656D3}"/>
          </ac:spMkLst>
        </pc:spChg>
        <pc:spChg chg="mod">
          <ac:chgData name="Sivaramakrishnan, Narayanan" userId="S::narayanan.sivaramakrishnan@capgemini.com::341b1ffd-5577-42b1-9704-45069781f0b3" providerId="AD" clId="Web-{522806B7-844E-D3B1-B498-FE6E8A104557}" dt="2024-05-28T13:10:36.102" v="786" actId="20577"/>
          <ac:spMkLst>
            <pc:docMk/>
            <pc:sldMk cId="35875273" sldId="2147475793"/>
            <ac:spMk id="6" creationId="{DBF12C14-EF12-4ED5-9B62-8D1F4F53C626}"/>
          </ac:spMkLst>
        </pc:spChg>
        <pc:spChg chg="add del mod">
          <ac:chgData name="Sivaramakrishnan, Narayanan" userId="S::narayanan.sivaramakrishnan@capgemini.com::341b1ffd-5577-42b1-9704-45069781f0b3" providerId="AD" clId="Web-{522806B7-844E-D3B1-B498-FE6E8A104557}" dt="2024-05-28T12:44:48.227" v="59"/>
          <ac:spMkLst>
            <pc:docMk/>
            <pc:sldMk cId="35875273" sldId="2147475793"/>
            <ac:spMk id="7" creationId="{D502BB5D-A432-DA62-FA3F-ACD53C55B77A}"/>
          </ac:spMkLst>
        </pc:spChg>
        <pc:spChg chg="del mod">
          <ac:chgData name="Sivaramakrishnan, Narayanan" userId="S::narayanan.sivaramakrishnan@capgemini.com::341b1ffd-5577-42b1-9704-45069781f0b3" providerId="AD" clId="Web-{522806B7-844E-D3B1-B498-FE6E8A104557}" dt="2024-05-28T12:42:22.944" v="27"/>
          <ac:spMkLst>
            <pc:docMk/>
            <pc:sldMk cId="35875273" sldId="2147475793"/>
            <ac:spMk id="9" creationId="{D502BB5D-A432-DA62-FA3F-ACD53C55B77A}"/>
          </ac:spMkLst>
        </pc:spChg>
        <pc:spChg chg="mod">
          <ac:chgData name="Sivaramakrishnan, Narayanan" userId="S::narayanan.sivaramakrishnan@capgemini.com::341b1ffd-5577-42b1-9704-45069781f0b3" providerId="AD" clId="Web-{522806B7-844E-D3B1-B498-FE6E8A104557}" dt="2024-05-28T13:12:01.540" v="792" actId="1076"/>
          <ac:spMkLst>
            <pc:docMk/>
            <pc:sldMk cId="35875273" sldId="2147475793"/>
            <ac:spMk id="12" creationId="{892DC568-0E49-46A8-8851-40D687752CA1}"/>
          </ac:spMkLst>
        </pc:spChg>
      </pc:sldChg>
      <pc:sldChg chg="addSp delSp modSp new">
        <pc:chgData name="Sivaramakrishnan, Narayanan" userId="S::narayanan.sivaramakrishnan@capgemini.com::341b1ffd-5577-42b1-9704-45069781f0b3" providerId="AD" clId="Web-{522806B7-844E-D3B1-B498-FE6E8A104557}" dt="2024-05-28T13:30:39.130" v="1221"/>
        <pc:sldMkLst>
          <pc:docMk/>
          <pc:sldMk cId="2145220705" sldId="2147475794"/>
        </pc:sldMkLst>
        <pc:spChg chg="del mod">
          <ac:chgData name="Sivaramakrishnan, Narayanan" userId="S::narayanan.sivaramakrishnan@capgemini.com::341b1ffd-5577-42b1-9704-45069781f0b3" providerId="AD" clId="Web-{522806B7-844E-D3B1-B498-FE6E8A104557}" dt="2024-05-28T13:23:34.563" v="840"/>
          <ac:spMkLst>
            <pc:docMk/>
            <pc:sldMk cId="2145220705" sldId="2147475794"/>
            <ac:spMk id="2" creationId="{212847AE-2EB6-49D2-841E-D60C9839ADF8}"/>
          </ac:spMkLst>
        </pc:spChg>
        <pc:spChg chg="mod">
          <ac:chgData name="Sivaramakrishnan, Narayanan" userId="S::narayanan.sivaramakrishnan@capgemini.com::341b1ffd-5577-42b1-9704-45069781f0b3" providerId="AD" clId="Web-{522806B7-844E-D3B1-B498-FE6E8A104557}" dt="2024-05-28T13:17:20.465" v="836" actId="20577"/>
          <ac:spMkLst>
            <pc:docMk/>
            <pc:sldMk cId="2145220705" sldId="2147475794"/>
            <ac:spMk id="3" creationId="{607EB63D-A643-0259-B9CE-5D2050E3FD49}"/>
          </ac:spMkLst>
        </pc:spChg>
        <pc:spChg chg="add del mod">
          <ac:chgData name="Sivaramakrishnan, Narayanan" userId="S::narayanan.sivaramakrishnan@capgemini.com::341b1ffd-5577-42b1-9704-45069781f0b3" providerId="AD" clId="Web-{522806B7-844E-D3B1-B498-FE6E8A104557}" dt="2024-05-28T13:23:52.235" v="842"/>
          <ac:spMkLst>
            <pc:docMk/>
            <pc:sldMk cId="2145220705" sldId="2147475794"/>
            <ac:spMk id="5" creationId="{64AE7DF5-D920-9413-B2A2-5BB98A4A52BC}"/>
          </ac:spMkLst>
        </pc:spChg>
        <pc:spChg chg="add mod">
          <ac:chgData name="Sivaramakrishnan, Narayanan" userId="S::narayanan.sivaramakrishnan@capgemini.com::341b1ffd-5577-42b1-9704-45069781f0b3" providerId="AD" clId="Web-{522806B7-844E-D3B1-B498-FE6E8A104557}" dt="2024-05-28T13:29:39.020" v="1173" actId="20577"/>
          <ac:spMkLst>
            <pc:docMk/>
            <pc:sldMk cId="2145220705" sldId="2147475794"/>
            <ac:spMk id="15" creationId="{D8C53EC2-7C6E-7B1D-367F-E703133ED801}"/>
          </ac:spMkLst>
        </pc:spChg>
        <pc:graphicFrameChg chg="add del mod modGraphic">
          <ac:chgData name="Sivaramakrishnan, Narayanan" userId="S::narayanan.sivaramakrishnan@capgemini.com::341b1ffd-5577-42b1-9704-45069781f0b3" providerId="AD" clId="Web-{522806B7-844E-D3B1-B498-FE6E8A104557}" dt="2024-05-28T13:25:49.424" v="901"/>
          <ac:graphicFrameMkLst>
            <pc:docMk/>
            <pc:sldMk cId="2145220705" sldId="2147475794"/>
            <ac:graphicFrameMk id="6" creationId="{49D825A7-3C24-C6F8-2822-49F443AC4ABD}"/>
          </ac:graphicFrameMkLst>
        </pc:graphicFrameChg>
        <pc:graphicFrameChg chg="add mod modGraphic">
          <ac:chgData name="Sivaramakrishnan, Narayanan" userId="S::narayanan.sivaramakrishnan@capgemini.com::341b1ffd-5577-42b1-9704-45069781f0b3" providerId="AD" clId="Web-{522806B7-844E-D3B1-B498-FE6E8A104557}" dt="2024-05-28T13:30:39.130" v="1221"/>
          <ac:graphicFrameMkLst>
            <pc:docMk/>
            <pc:sldMk cId="2145220705" sldId="2147475794"/>
            <ac:graphicFrameMk id="8" creationId="{84F68552-B897-7EF6-ECBF-8F0EDF077AA8}"/>
          </ac:graphicFrameMkLst>
        </pc:graphicFrameChg>
        <pc:graphicFrameChg chg="add del mod">
          <ac:chgData name="Sivaramakrishnan, Narayanan" userId="S::narayanan.sivaramakrishnan@capgemini.com::341b1ffd-5577-42b1-9704-45069781f0b3" providerId="AD" clId="Web-{522806B7-844E-D3B1-B498-FE6E8A104557}" dt="2024-05-28T13:24:39.720" v="888"/>
          <ac:graphicFrameMkLst>
            <pc:docMk/>
            <pc:sldMk cId="2145220705" sldId="2147475794"/>
            <ac:graphicFrameMk id="10" creationId="{2D2E430D-0451-6E02-AC49-8B62D76193FD}"/>
          </ac:graphicFrameMkLst>
        </pc:graphicFrameChg>
        <pc:graphicFrameChg chg="add del mod">
          <ac:chgData name="Sivaramakrishnan, Narayanan" userId="S::narayanan.sivaramakrishnan@capgemini.com::341b1ffd-5577-42b1-9704-45069781f0b3" providerId="AD" clId="Web-{522806B7-844E-D3B1-B498-FE6E8A104557}" dt="2024-05-28T13:25:15.627" v="890"/>
          <ac:graphicFrameMkLst>
            <pc:docMk/>
            <pc:sldMk cId="2145220705" sldId="2147475794"/>
            <ac:graphicFrameMk id="12" creationId="{5E0F9C96-93F6-4EF7-7F7D-3F4119A2B95F}"/>
          </ac:graphicFrameMkLst>
        </pc:graphicFrameChg>
        <pc:graphicFrameChg chg="add del mod">
          <ac:chgData name="Sivaramakrishnan, Narayanan" userId="S::narayanan.sivaramakrishnan@capgemini.com::341b1ffd-5577-42b1-9704-45069781f0b3" providerId="AD" clId="Web-{522806B7-844E-D3B1-B498-FE6E8A104557}" dt="2024-05-28T13:25:26.361" v="892"/>
          <ac:graphicFrameMkLst>
            <pc:docMk/>
            <pc:sldMk cId="2145220705" sldId="2147475794"/>
            <ac:graphicFrameMk id="14" creationId="{B7EA6FFF-010E-59F5-5E81-D7B2D8E42071}"/>
          </ac:graphicFrameMkLst>
        </pc:graphicFrameChg>
      </pc:sldChg>
      <pc:sldChg chg="modSp add del replId">
        <pc:chgData name="Sivaramakrishnan, Narayanan" userId="S::narayanan.sivaramakrishnan@capgemini.com::341b1ffd-5577-42b1-9704-45069781f0b3" providerId="AD" clId="Web-{522806B7-844E-D3B1-B498-FE6E8A104557}" dt="2024-05-28T13:17:05.778" v="824"/>
        <pc:sldMkLst>
          <pc:docMk/>
          <pc:sldMk cId="2781604816" sldId="2147475794"/>
        </pc:sldMkLst>
        <pc:spChg chg="mod">
          <ac:chgData name="Sivaramakrishnan, Narayanan" userId="S::narayanan.sivaramakrishnan@capgemini.com::341b1ffd-5577-42b1-9704-45069781f0b3" providerId="AD" clId="Web-{522806B7-844E-D3B1-B498-FE6E8A104557}" dt="2024-05-28T13:16:30.621" v="812" actId="20577"/>
          <ac:spMkLst>
            <pc:docMk/>
            <pc:sldMk cId="2781604816" sldId="2147475794"/>
            <ac:spMk id="3" creationId="{F67AA2E0-006E-6193-2A48-EC7F83B9A40A}"/>
          </ac:spMkLst>
        </pc:spChg>
        <pc:graphicFrameChg chg="mod ord modGraphic">
          <ac:chgData name="Sivaramakrishnan, Narayanan" userId="S::narayanan.sivaramakrishnan@capgemini.com::341b1ffd-5577-42b1-9704-45069781f0b3" providerId="AD" clId="Web-{522806B7-844E-D3B1-B498-FE6E8A104557}" dt="2024-05-28T13:16:53.293" v="823"/>
          <ac:graphicFrameMkLst>
            <pc:docMk/>
            <pc:sldMk cId="2781604816" sldId="2147475794"/>
            <ac:graphicFrameMk id="4" creationId="{5A98F1A9-E976-7196-9F52-25A6610526EA}"/>
          </ac:graphicFrameMkLst>
        </pc:graphicFrameChg>
      </pc:sldChg>
    </pc:docChg>
  </pc:docChgLst>
  <pc:docChgLst>
    <pc:chgData name="Sivaramakrishnan, Narayanan" userId="S::narayanan.sivaramakrishnan@capgemini.com::341b1ffd-5577-42b1-9704-45069781f0b3" providerId="AD" clId="Web-{0220755A-82B9-802B-01EC-B7D4A1E37542}"/>
    <pc:docChg chg="addSld delSld modSld">
      <pc:chgData name="Sivaramakrishnan, Narayanan" userId="S::narayanan.sivaramakrishnan@capgemini.com::341b1ffd-5577-42b1-9704-45069781f0b3" providerId="AD" clId="Web-{0220755A-82B9-802B-01EC-B7D4A1E37542}" dt="2024-06-02T21:29:43.608" v="982" actId="20577"/>
      <pc:docMkLst>
        <pc:docMk/>
      </pc:docMkLst>
      <pc:sldChg chg="modSp">
        <pc:chgData name="Sivaramakrishnan, Narayanan" userId="S::narayanan.sivaramakrishnan@capgemini.com::341b1ffd-5577-42b1-9704-45069781f0b3" providerId="AD" clId="Web-{0220755A-82B9-802B-01EC-B7D4A1E37542}" dt="2024-06-02T21:21:18.167" v="946" actId="20577"/>
        <pc:sldMkLst>
          <pc:docMk/>
          <pc:sldMk cId="4240461515" sldId="2076137833"/>
        </pc:sldMkLst>
        <pc:spChg chg="mod">
          <ac:chgData name="Sivaramakrishnan, Narayanan" userId="S::narayanan.sivaramakrishnan@capgemini.com::341b1ffd-5577-42b1-9704-45069781f0b3" providerId="AD" clId="Web-{0220755A-82B9-802B-01EC-B7D4A1E37542}" dt="2024-06-02T21:21:18.167" v="946" actId="20577"/>
          <ac:spMkLst>
            <pc:docMk/>
            <pc:sldMk cId="4240461515" sldId="2076137833"/>
            <ac:spMk id="4" creationId="{6A9D0897-80A0-45C9-B608-935DC2E7176D}"/>
          </ac:spMkLst>
        </pc:spChg>
      </pc:sldChg>
      <pc:sldChg chg="modSp">
        <pc:chgData name="Sivaramakrishnan, Narayanan" userId="S::narayanan.sivaramakrishnan@capgemini.com::341b1ffd-5577-42b1-9704-45069781f0b3" providerId="AD" clId="Web-{0220755A-82B9-802B-01EC-B7D4A1E37542}" dt="2024-06-02T18:46:45.655" v="191"/>
        <pc:sldMkLst>
          <pc:docMk/>
          <pc:sldMk cId="3319730112" sldId="2147474197"/>
        </pc:sldMkLst>
        <pc:graphicFrameChg chg="mod modGraphic">
          <ac:chgData name="Sivaramakrishnan, Narayanan" userId="S::narayanan.sivaramakrishnan@capgemini.com::341b1ffd-5577-42b1-9704-45069781f0b3" providerId="AD" clId="Web-{0220755A-82B9-802B-01EC-B7D4A1E37542}" dt="2024-06-02T18:46:45.655" v="191"/>
          <ac:graphicFrameMkLst>
            <pc:docMk/>
            <pc:sldMk cId="3319730112" sldId="2147474197"/>
            <ac:graphicFrameMk id="15" creationId="{DC388D56-E830-41BE-7B25-DF1AA6918424}"/>
          </ac:graphicFrameMkLst>
        </pc:graphicFrameChg>
      </pc:sldChg>
      <pc:sldChg chg="modSp">
        <pc:chgData name="Sivaramakrishnan, Narayanan" userId="S::narayanan.sivaramakrishnan@capgemini.com::341b1ffd-5577-42b1-9704-45069781f0b3" providerId="AD" clId="Web-{0220755A-82B9-802B-01EC-B7D4A1E37542}" dt="2024-06-02T17:55:31.227" v="4" actId="20577"/>
        <pc:sldMkLst>
          <pc:docMk/>
          <pc:sldMk cId="1635902401" sldId="2147475690"/>
        </pc:sldMkLst>
        <pc:spChg chg="mod">
          <ac:chgData name="Sivaramakrishnan, Narayanan" userId="S::narayanan.sivaramakrishnan@capgemini.com::341b1ffd-5577-42b1-9704-45069781f0b3" providerId="AD" clId="Web-{0220755A-82B9-802B-01EC-B7D4A1E37542}" dt="2024-06-02T17:55:31.227" v="4" actId="20577"/>
          <ac:spMkLst>
            <pc:docMk/>
            <pc:sldMk cId="1635902401" sldId="2147475690"/>
            <ac:spMk id="18" creationId="{0AF17B4F-1505-8663-5D5D-8C565D17D8CA}"/>
          </ac:spMkLst>
        </pc:spChg>
      </pc:sldChg>
      <pc:sldChg chg="addSp modSp">
        <pc:chgData name="Sivaramakrishnan, Narayanan" userId="S::narayanan.sivaramakrishnan@capgemini.com::341b1ffd-5577-42b1-9704-45069781f0b3" providerId="AD" clId="Web-{0220755A-82B9-802B-01EC-B7D4A1E37542}" dt="2024-06-02T18:06:27.076" v="187" actId="1076"/>
        <pc:sldMkLst>
          <pc:docMk/>
          <pc:sldMk cId="752373959" sldId="2147475731"/>
        </pc:sldMkLst>
        <pc:spChg chg="add mod">
          <ac:chgData name="Sivaramakrishnan, Narayanan" userId="S::narayanan.sivaramakrishnan@capgemini.com::341b1ffd-5577-42b1-9704-45069781f0b3" providerId="AD" clId="Web-{0220755A-82B9-802B-01EC-B7D4A1E37542}" dt="2024-06-02T17:58:01.841" v="49" actId="20577"/>
          <ac:spMkLst>
            <pc:docMk/>
            <pc:sldMk cId="752373959" sldId="2147475731"/>
            <ac:spMk id="11" creationId="{7C260DFB-FD1B-645B-F0DB-6AC19B7D88C4}"/>
          </ac:spMkLst>
        </pc:spChg>
        <pc:spChg chg="add mod">
          <ac:chgData name="Sivaramakrishnan, Narayanan" userId="S::narayanan.sivaramakrishnan@capgemini.com::341b1ffd-5577-42b1-9704-45069781f0b3" providerId="AD" clId="Web-{0220755A-82B9-802B-01EC-B7D4A1E37542}" dt="2024-06-02T17:57:06.636" v="11" actId="14100"/>
          <ac:spMkLst>
            <pc:docMk/>
            <pc:sldMk cId="752373959" sldId="2147475731"/>
            <ac:spMk id="12" creationId="{5B724A04-733C-5314-DFBE-143783341498}"/>
          </ac:spMkLst>
        </pc:spChg>
        <pc:spChg chg="add mod">
          <ac:chgData name="Sivaramakrishnan, Narayanan" userId="S::narayanan.sivaramakrishnan@capgemini.com::341b1ffd-5577-42b1-9704-45069781f0b3" providerId="AD" clId="Web-{0220755A-82B9-802B-01EC-B7D4A1E37542}" dt="2024-06-02T17:59:01.468" v="74" actId="20577"/>
          <ac:spMkLst>
            <pc:docMk/>
            <pc:sldMk cId="752373959" sldId="2147475731"/>
            <ac:spMk id="13" creationId="{46178112-2AF7-66AC-08D9-7B989FE13AC0}"/>
          </ac:spMkLst>
        </pc:spChg>
        <pc:spChg chg="add mod">
          <ac:chgData name="Sivaramakrishnan, Narayanan" userId="S::narayanan.sivaramakrishnan@capgemini.com::341b1ffd-5577-42b1-9704-45069781f0b3" providerId="AD" clId="Web-{0220755A-82B9-802B-01EC-B7D4A1E37542}" dt="2024-06-02T18:03:57.805" v="135" actId="1076"/>
          <ac:spMkLst>
            <pc:docMk/>
            <pc:sldMk cId="752373959" sldId="2147475731"/>
            <ac:spMk id="14" creationId="{981CFB56-21F8-B7E4-0135-7F07079E9D11}"/>
          </ac:spMkLst>
        </pc:spChg>
        <pc:spChg chg="add mod">
          <ac:chgData name="Sivaramakrishnan, Narayanan" userId="S::narayanan.sivaramakrishnan@capgemini.com::341b1ffd-5577-42b1-9704-45069781f0b3" providerId="AD" clId="Web-{0220755A-82B9-802B-01EC-B7D4A1E37542}" dt="2024-06-02T18:05:40.558" v="176" actId="1076"/>
          <ac:spMkLst>
            <pc:docMk/>
            <pc:sldMk cId="752373959" sldId="2147475731"/>
            <ac:spMk id="21" creationId="{5942E402-2D0F-D308-8A68-161B1D940ED7}"/>
          </ac:spMkLst>
        </pc:spChg>
        <pc:spChg chg="add mod">
          <ac:chgData name="Sivaramakrishnan, Narayanan" userId="S::narayanan.sivaramakrishnan@capgemini.com::341b1ffd-5577-42b1-9704-45069781f0b3" providerId="AD" clId="Web-{0220755A-82B9-802B-01EC-B7D4A1E37542}" dt="2024-06-02T18:00:41.127" v="87" actId="1076"/>
          <ac:spMkLst>
            <pc:docMk/>
            <pc:sldMk cId="752373959" sldId="2147475731"/>
            <ac:spMk id="22" creationId="{0F528021-9B47-CB73-5532-70F3F7FC1445}"/>
          </ac:spMkLst>
        </pc:spChg>
        <pc:spChg chg="add mod">
          <ac:chgData name="Sivaramakrishnan, Narayanan" userId="S::narayanan.sivaramakrishnan@capgemini.com::341b1ffd-5577-42b1-9704-45069781f0b3" providerId="AD" clId="Web-{0220755A-82B9-802B-01EC-B7D4A1E37542}" dt="2024-06-02T18:06:27.076" v="187" actId="1076"/>
          <ac:spMkLst>
            <pc:docMk/>
            <pc:sldMk cId="752373959" sldId="2147475731"/>
            <ac:spMk id="28" creationId="{FA0C9BBA-759F-42DE-CA13-1E12AD1789E9}"/>
          </ac:spMkLst>
        </pc:spChg>
        <pc:spChg chg="add mod">
          <ac:chgData name="Sivaramakrishnan, Narayanan" userId="S::narayanan.sivaramakrishnan@capgemini.com::341b1ffd-5577-42b1-9704-45069781f0b3" providerId="AD" clId="Web-{0220755A-82B9-802B-01EC-B7D4A1E37542}" dt="2024-06-02T18:03:24.992" v="133" actId="1076"/>
          <ac:spMkLst>
            <pc:docMk/>
            <pc:sldMk cId="752373959" sldId="2147475731"/>
            <ac:spMk id="29" creationId="{A62F9747-5B0B-2B6A-062F-4EFAC990AA10}"/>
          </ac:spMkLst>
        </pc:spChg>
        <pc:spChg chg="mod">
          <ac:chgData name="Sivaramakrishnan, Narayanan" userId="S::narayanan.sivaramakrishnan@capgemini.com::341b1ffd-5577-42b1-9704-45069781f0b3" providerId="AD" clId="Web-{0220755A-82B9-802B-01EC-B7D4A1E37542}" dt="2024-06-02T18:05:08.682" v="173" actId="20577"/>
          <ac:spMkLst>
            <pc:docMk/>
            <pc:sldMk cId="752373959" sldId="2147475731"/>
            <ac:spMk id="45" creationId="{F8A5AFA3-0A5A-5F88-7F8F-EE973027226F}"/>
          </ac:spMkLst>
        </pc:spChg>
      </pc:sldChg>
      <pc:sldChg chg="new del">
        <pc:chgData name="Sivaramakrishnan, Narayanan" userId="S::narayanan.sivaramakrishnan@capgemini.com::341b1ffd-5577-42b1-9704-45069781f0b3" providerId="AD" clId="Web-{0220755A-82B9-802B-01EC-B7D4A1E37542}" dt="2024-06-02T19:09:20.306" v="193"/>
        <pc:sldMkLst>
          <pc:docMk/>
          <pc:sldMk cId="1586994670" sldId="2147475798"/>
        </pc:sldMkLst>
      </pc:sldChg>
      <pc:sldChg chg="addSp delSp modSp add replId">
        <pc:chgData name="Sivaramakrishnan, Narayanan" userId="S::narayanan.sivaramakrishnan@capgemini.com::341b1ffd-5577-42b1-9704-45069781f0b3" providerId="AD" clId="Web-{0220755A-82B9-802B-01EC-B7D4A1E37542}" dt="2024-06-02T21:29:43.608" v="982" actId="20577"/>
        <pc:sldMkLst>
          <pc:docMk/>
          <pc:sldMk cId="1639103724" sldId="2147475798"/>
        </pc:sldMkLst>
        <pc:spChg chg="add mod">
          <ac:chgData name="Sivaramakrishnan, Narayanan" userId="S::narayanan.sivaramakrishnan@capgemini.com::341b1ffd-5577-42b1-9704-45069781f0b3" providerId="AD" clId="Web-{0220755A-82B9-802B-01EC-B7D4A1E37542}" dt="2024-06-02T21:29:43.608" v="982" actId="20577"/>
          <ac:spMkLst>
            <pc:docMk/>
            <pc:sldMk cId="1639103724" sldId="2147475798"/>
            <ac:spMk id="2" creationId="{832182B6-49EA-BCC5-4FC4-BF87DC41056E}"/>
          </ac:spMkLst>
        </pc:spChg>
        <pc:spChg chg="add mod">
          <ac:chgData name="Sivaramakrishnan, Narayanan" userId="S::narayanan.sivaramakrishnan@capgemini.com::341b1ffd-5577-42b1-9704-45069781f0b3" providerId="AD" clId="Web-{0220755A-82B9-802B-01EC-B7D4A1E37542}" dt="2024-06-02T19:34:00.122" v="384" actId="1076"/>
          <ac:spMkLst>
            <pc:docMk/>
            <pc:sldMk cId="1639103724" sldId="2147475798"/>
            <ac:spMk id="3" creationId="{5FD26669-C75C-7E85-1B0D-AED541F494C9}"/>
          </ac:spMkLst>
        </pc:spChg>
        <pc:spChg chg="del">
          <ac:chgData name="Sivaramakrishnan, Narayanan" userId="S::narayanan.sivaramakrishnan@capgemini.com::341b1ffd-5577-42b1-9704-45069781f0b3" providerId="AD" clId="Web-{0220755A-82B9-802B-01EC-B7D4A1E37542}" dt="2024-06-02T19:39:30.605" v="400"/>
          <ac:spMkLst>
            <pc:docMk/>
            <pc:sldMk cId="1639103724" sldId="2147475798"/>
            <ac:spMk id="4" creationId="{B07CCD17-A394-49F2-802C-5AAC7972B809}"/>
          </ac:spMkLst>
        </pc:spChg>
        <pc:spChg chg="add mod">
          <ac:chgData name="Sivaramakrishnan, Narayanan" userId="S::narayanan.sivaramakrishnan@capgemini.com::341b1ffd-5577-42b1-9704-45069781f0b3" providerId="AD" clId="Web-{0220755A-82B9-802B-01EC-B7D4A1E37542}" dt="2024-06-02T19:29:10.953" v="338" actId="1076"/>
          <ac:spMkLst>
            <pc:docMk/>
            <pc:sldMk cId="1639103724" sldId="2147475798"/>
            <ac:spMk id="5" creationId="{1FE1E5FE-1DB2-72BB-8DFE-6CE204B46960}"/>
          </ac:spMkLst>
        </pc:spChg>
        <pc:spChg chg="del">
          <ac:chgData name="Sivaramakrishnan, Narayanan" userId="S::narayanan.sivaramakrishnan@capgemini.com::341b1ffd-5577-42b1-9704-45069781f0b3" providerId="AD" clId="Web-{0220755A-82B9-802B-01EC-B7D4A1E37542}" dt="2024-06-02T19:09:32.666" v="195"/>
          <ac:spMkLst>
            <pc:docMk/>
            <pc:sldMk cId="1639103724" sldId="2147475798"/>
            <ac:spMk id="6" creationId="{DBF12C14-EF12-4ED5-9B62-8D1F4F53C626}"/>
          </ac:spMkLst>
        </pc:spChg>
        <pc:spChg chg="add mod">
          <ac:chgData name="Sivaramakrishnan, Narayanan" userId="S::narayanan.sivaramakrishnan@capgemini.com::341b1ffd-5577-42b1-9704-45069781f0b3" providerId="AD" clId="Web-{0220755A-82B9-802B-01EC-B7D4A1E37542}" dt="2024-06-02T19:40:54.452" v="412" actId="1076"/>
          <ac:spMkLst>
            <pc:docMk/>
            <pc:sldMk cId="1639103724" sldId="2147475798"/>
            <ac:spMk id="7" creationId="{626B9F29-2ADB-4D19-D8CD-22F819C023C8}"/>
          </ac:spMkLst>
        </pc:spChg>
        <pc:spChg chg="add mod">
          <ac:chgData name="Sivaramakrishnan, Narayanan" userId="S::narayanan.sivaramakrishnan@capgemini.com::341b1ffd-5577-42b1-9704-45069781f0b3" providerId="AD" clId="Web-{0220755A-82B9-802B-01EC-B7D4A1E37542}" dt="2024-06-02T19:40:38.858" v="409" actId="1076"/>
          <ac:spMkLst>
            <pc:docMk/>
            <pc:sldMk cId="1639103724" sldId="2147475798"/>
            <ac:spMk id="8" creationId="{85AA2D8B-C980-11F5-C05E-C6BB94239C2A}"/>
          </ac:spMkLst>
        </pc:spChg>
        <pc:spChg chg="add mod">
          <ac:chgData name="Sivaramakrishnan, Narayanan" userId="S::narayanan.sivaramakrishnan@capgemini.com::341b1ffd-5577-42b1-9704-45069781f0b3" providerId="AD" clId="Web-{0220755A-82B9-802B-01EC-B7D4A1E37542}" dt="2024-06-02T19:51:43.222" v="497" actId="1076"/>
          <ac:spMkLst>
            <pc:docMk/>
            <pc:sldMk cId="1639103724" sldId="2147475798"/>
            <ac:spMk id="9" creationId="{C32CBD99-3E10-4910-5ED1-574275FCE5B6}"/>
          </ac:spMkLst>
        </pc:spChg>
        <pc:spChg chg="add mod">
          <ac:chgData name="Sivaramakrishnan, Narayanan" userId="S::narayanan.sivaramakrishnan@capgemini.com::341b1ffd-5577-42b1-9704-45069781f0b3" providerId="AD" clId="Web-{0220755A-82B9-802B-01EC-B7D4A1E37542}" dt="2024-06-02T19:41:43.564" v="421" actId="1076"/>
          <ac:spMkLst>
            <pc:docMk/>
            <pc:sldMk cId="1639103724" sldId="2147475798"/>
            <ac:spMk id="10" creationId="{3020BD57-A64E-CF19-A622-34129E81507A}"/>
          </ac:spMkLst>
        </pc:spChg>
        <pc:spChg chg="add mod">
          <ac:chgData name="Sivaramakrishnan, Narayanan" userId="S::narayanan.sivaramakrishnan@capgemini.com::341b1ffd-5577-42b1-9704-45069781f0b3" providerId="AD" clId="Web-{0220755A-82B9-802B-01EC-B7D4A1E37542}" dt="2024-06-02T19:29:11.141" v="343" actId="1076"/>
          <ac:spMkLst>
            <pc:docMk/>
            <pc:sldMk cId="1639103724" sldId="2147475798"/>
            <ac:spMk id="11" creationId="{B1887AA4-D4ED-23EF-BBAD-750B07A93C24}"/>
          </ac:spMkLst>
        </pc:spChg>
        <pc:spChg chg="mod">
          <ac:chgData name="Sivaramakrishnan, Narayanan" userId="S::narayanan.sivaramakrishnan@capgemini.com::341b1ffd-5577-42b1-9704-45069781f0b3" providerId="AD" clId="Web-{0220755A-82B9-802B-01EC-B7D4A1E37542}" dt="2024-06-02T19:09:39.229" v="205" actId="20577"/>
          <ac:spMkLst>
            <pc:docMk/>
            <pc:sldMk cId="1639103724" sldId="2147475798"/>
            <ac:spMk id="12" creationId="{892DC568-0E49-46A8-8851-40D687752CA1}"/>
          </ac:spMkLst>
        </pc:spChg>
        <pc:spChg chg="add mod">
          <ac:chgData name="Sivaramakrishnan, Narayanan" userId="S::narayanan.sivaramakrishnan@capgemini.com::341b1ffd-5577-42b1-9704-45069781f0b3" providerId="AD" clId="Web-{0220755A-82B9-802B-01EC-B7D4A1E37542}" dt="2024-06-02T19:29:11.266" v="346" actId="1076"/>
          <ac:spMkLst>
            <pc:docMk/>
            <pc:sldMk cId="1639103724" sldId="2147475798"/>
            <ac:spMk id="13" creationId="{29F96852-7A48-3D21-24A3-DEC05FC9F41E}"/>
          </ac:spMkLst>
        </pc:spChg>
        <pc:spChg chg="add mod">
          <ac:chgData name="Sivaramakrishnan, Narayanan" userId="S::narayanan.sivaramakrishnan@capgemini.com::341b1ffd-5577-42b1-9704-45069781f0b3" providerId="AD" clId="Web-{0220755A-82B9-802B-01EC-B7D4A1E37542}" dt="2024-06-02T19:29:11.188" v="344" actId="1076"/>
          <ac:spMkLst>
            <pc:docMk/>
            <pc:sldMk cId="1639103724" sldId="2147475798"/>
            <ac:spMk id="14" creationId="{CCFD27D2-2BB4-EFEE-6F5A-42396D8F37EF}"/>
          </ac:spMkLst>
        </pc:spChg>
        <pc:spChg chg="add mod">
          <ac:chgData name="Sivaramakrishnan, Narayanan" userId="S::narayanan.sivaramakrishnan@capgemini.com::341b1ffd-5577-42b1-9704-45069781f0b3" providerId="AD" clId="Web-{0220755A-82B9-802B-01EC-B7D4A1E37542}" dt="2024-06-02T19:29:11.219" v="345" actId="1076"/>
          <ac:spMkLst>
            <pc:docMk/>
            <pc:sldMk cId="1639103724" sldId="2147475798"/>
            <ac:spMk id="15" creationId="{05EB5209-077D-FE8B-261E-03229EB8B25F}"/>
          </ac:spMkLst>
        </pc:spChg>
        <pc:spChg chg="add mod">
          <ac:chgData name="Sivaramakrishnan, Narayanan" userId="S::narayanan.sivaramakrishnan@capgemini.com::341b1ffd-5577-42b1-9704-45069781f0b3" providerId="AD" clId="Web-{0220755A-82B9-802B-01EC-B7D4A1E37542}" dt="2024-06-02T19:29:36.954" v="349" actId="20577"/>
          <ac:spMkLst>
            <pc:docMk/>
            <pc:sldMk cId="1639103724" sldId="2147475798"/>
            <ac:spMk id="16" creationId="{FD3148AC-0618-DDC3-894B-EC5B3A9C1942}"/>
          </ac:spMkLst>
        </pc:spChg>
        <pc:spChg chg="add mod">
          <ac:chgData name="Sivaramakrishnan, Narayanan" userId="S::narayanan.sivaramakrishnan@capgemini.com::341b1ffd-5577-42b1-9704-45069781f0b3" providerId="AD" clId="Web-{0220755A-82B9-802B-01EC-B7D4A1E37542}" dt="2024-06-02T21:14:20.670" v="787" actId="1076"/>
          <ac:spMkLst>
            <pc:docMk/>
            <pc:sldMk cId="1639103724" sldId="2147475798"/>
            <ac:spMk id="48" creationId="{852B75C6-942E-B341-554E-FADBEBB9C8C2}"/>
          </ac:spMkLst>
        </pc:spChg>
        <pc:grpChg chg="add mod">
          <ac:chgData name="Sivaramakrishnan, Narayanan" userId="S::narayanan.sivaramakrishnan@capgemini.com::341b1ffd-5577-42b1-9704-45069781f0b3" providerId="AD" clId="Web-{0220755A-82B9-802B-01EC-B7D4A1E37542}" dt="2024-06-02T21:13:54.746" v="783" actId="1076"/>
          <ac:grpSpMkLst>
            <pc:docMk/>
            <pc:sldMk cId="1639103724" sldId="2147475798"/>
            <ac:grpSpMk id="47" creationId="{09AEADBC-D2C8-7E04-A943-0EB39511CD43}"/>
          </ac:grpSpMkLst>
        </pc:grpChg>
        <pc:cxnChg chg="add mod">
          <ac:chgData name="Sivaramakrishnan, Narayanan" userId="S::narayanan.sivaramakrishnan@capgemini.com::341b1ffd-5577-42b1-9704-45069781f0b3" providerId="AD" clId="Web-{0220755A-82B9-802B-01EC-B7D4A1E37542}" dt="2024-06-02T19:39:12.385" v="399" actId="14100"/>
          <ac:cxnSpMkLst>
            <pc:docMk/>
            <pc:sldMk cId="1639103724" sldId="2147475798"/>
            <ac:cxnSpMk id="17" creationId="{3E0DC1CF-148E-835B-19C8-6383AB3D7623}"/>
          </ac:cxnSpMkLst>
        </pc:cxnChg>
        <pc:cxnChg chg="add del mod">
          <ac:chgData name="Sivaramakrishnan, Narayanan" userId="S::narayanan.sivaramakrishnan@capgemini.com::341b1ffd-5577-42b1-9704-45069781f0b3" providerId="AD" clId="Web-{0220755A-82B9-802B-01EC-B7D4A1E37542}" dt="2024-06-02T19:39:52.590" v="401"/>
          <ac:cxnSpMkLst>
            <pc:docMk/>
            <pc:sldMk cId="1639103724" sldId="2147475798"/>
            <ac:cxnSpMk id="18" creationId="{0BB9E528-633B-34F7-F8D5-4134B5E430F8}"/>
          </ac:cxnSpMkLst>
        </pc:cxnChg>
        <pc:cxnChg chg="add del mod">
          <ac:chgData name="Sivaramakrishnan, Narayanan" userId="S::narayanan.sivaramakrishnan@capgemini.com::341b1ffd-5577-42b1-9704-45069781f0b3" providerId="AD" clId="Web-{0220755A-82B9-802B-01EC-B7D4A1E37542}" dt="2024-06-02T19:39:55.840" v="402"/>
          <ac:cxnSpMkLst>
            <pc:docMk/>
            <pc:sldMk cId="1639103724" sldId="2147475798"/>
            <ac:cxnSpMk id="19" creationId="{43F6356B-5977-8C9C-6CD8-E67B5D61A0FB}"/>
          </ac:cxnSpMkLst>
        </pc:cxnChg>
        <pc:cxnChg chg="add del mod">
          <ac:chgData name="Sivaramakrishnan, Narayanan" userId="S::narayanan.sivaramakrishnan@capgemini.com::341b1ffd-5577-42b1-9704-45069781f0b3" providerId="AD" clId="Web-{0220755A-82B9-802B-01EC-B7D4A1E37542}" dt="2024-06-02T19:39:58.606" v="403"/>
          <ac:cxnSpMkLst>
            <pc:docMk/>
            <pc:sldMk cId="1639103724" sldId="2147475798"/>
            <ac:cxnSpMk id="20" creationId="{1EFCAC1B-7E4D-798C-8BA7-70FA13879CB2}"/>
          </ac:cxnSpMkLst>
        </pc:cxnChg>
        <pc:cxnChg chg="add del mod">
          <ac:chgData name="Sivaramakrishnan, Narayanan" userId="S::narayanan.sivaramakrishnan@capgemini.com::341b1ffd-5577-42b1-9704-45069781f0b3" providerId="AD" clId="Web-{0220755A-82B9-802B-01EC-B7D4A1E37542}" dt="2024-06-02T19:40:01.059" v="404"/>
          <ac:cxnSpMkLst>
            <pc:docMk/>
            <pc:sldMk cId="1639103724" sldId="2147475798"/>
            <ac:cxnSpMk id="21" creationId="{E88B92F1-D465-FBCF-FFD5-AC1A14E39C37}"/>
          </ac:cxnSpMkLst>
        </pc:cxnChg>
        <pc:cxnChg chg="add del mod">
          <ac:chgData name="Sivaramakrishnan, Narayanan" userId="S::narayanan.sivaramakrishnan@capgemini.com::341b1ffd-5577-42b1-9704-45069781f0b3" providerId="AD" clId="Web-{0220755A-82B9-802B-01EC-B7D4A1E37542}" dt="2024-06-02T19:41:58.736" v="424"/>
          <ac:cxnSpMkLst>
            <pc:docMk/>
            <pc:sldMk cId="1639103724" sldId="2147475798"/>
            <ac:cxnSpMk id="22" creationId="{0182F3C1-CDB3-D14D-A872-0BC19D933378}"/>
          </ac:cxnSpMkLst>
        </pc:cxnChg>
        <pc:cxnChg chg="add del mod">
          <ac:chgData name="Sivaramakrishnan, Narayanan" userId="S::narayanan.sivaramakrishnan@capgemini.com::341b1ffd-5577-42b1-9704-45069781f0b3" providerId="AD" clId="Web-{0220755A-82B9-802B-01EC-B7D4A1E37542}" dt="2024-06-02T19:41:55.721" v="423"/>
          <ac:cxnSpMkLst>
            <pc:docMk/>
            <pc:sldMk cId="1639103724" sldId="2147475798"/>
            <ac:cxnSpMk id="23" creationId="{5F212B91-09CF-B950-29AE-072D239E4DBD}"/>
          </ac:cxnSpMkLst>
        </pc:cxnChg>
        <pc:cxnChg chg="add del mod">
          <ac:chgData name="Sivaramakrishnan, Narayanan" userId="S::narayanan.sivaramakrishnan@capgemini.com::341b1ffd-5577-42b1-9704-45069781f0b3" providerId="AD" clId="Web-{0220755A-82B9-802B-01EC-B7D4A1E37542}" dt="2024-06-02T19:41:52.892" v="422"/>
          <ac:cxnSpMkLst>
            <pc:docMk/>
            <pc:sldMk cId="1639103724" sldId="2147475798"/>
            <ac:cxnSpMk id="24" creationId="{5DB8296F-2438-EC1E-16E3-C1A5654FBC52}"/>
          </ac:cxnSpMkLst>
        </pc:cxnChg>
        <pc:cxnChg chg="add mod">
          <ac:chgData name="Sivaramakrishnan, Narayanan" userId="S::narayanan.sivaramakrishnan@capgemini.com::341b1ffd-5577-42b1-9704-45069781f0b3" providerId="AD" clId="Web-{0220755A-82B9-802B-01EC-B7D4A1E37542}" dt="2024-06-02T19:40:24.060" v="407" actId="1076"/>
          <ac:cxnSpMkLst>
            <pc:docMk/>
            <pc:sldMk cId="1639103724" sldId="2147475798"/>
            <ac:cxnSpMk id="25" creationId="{61D5BE52-D79E-ECC3-3CA4-83AF6FF2CF74}"/>
          </ac:cxnSpMkLst>
        </pc:cxnChg>
        <pc:cxnChg chg="add mod">
          <ac:chgData name="Sivaramakrishnan, Narayanan" userId="S::narayanan.sivaramakrishnan@capgemini.com::341b1ffd-5577-42b1-9704-45069781f0b3" providerId="AD" clId="Web-{0220755A-82B9-802B-01EC-B7D4A1E37542}" dt="2024-06-02T19:40:57.890" v="413" actId="1076"/>
          <ac:cxnSpMkLst>
            <pc:docMk/>
            <pc:sldMk cId="1639103724" sldId="2147475798"/>
            <ac:cxnSpMk id="26" creationId="{D759126D-EB4C-4557-EF1E-8B3D6A9B973C}"/>
          </ac:cxnSpMkLst>
        </pc:cxnChg>
        <pc:cxnChg chg="add mod">
          <ac:chgData name="Sivaramakrishnan, Narayanan" userId="S::narayanan.sivaramakrishnan@capgemini.com::341b1ffd-5577-42b1-9704-45069781f0b3" providerId="AD" clId="Web-{0220755A-82B9-802B-01EC-B7D4A1E37542}" dt="2024-06-02T19:41:26.938" v="418" actId="1076"/>
          <ac:cxnSpMkLst>
            <pc:docMk/>
            <pc:sldMk cId="1639103724" sldId="2147475798"/>
            <ac:cxnSpMk id="27" creationId="{CC7F6953-2583-50D4-8A98-928361B32096}"/>
          </ac:cxnSpMkLst>
        </pc:cxnChg>
        <pc:cxnChg chg="add mod">
          <ac:chgData name="Sivaramakrishnan, Narayanan" userId="S::narayanan.sivaramakrishnan@capgemini.com::341b1ffd-5577-42b1-9704-45069781f0b3" providerId="AD" clId="Web-{0220755A-82B9-802B-01EC-B7D4A1E37542}" dt="2024-06-02T19:41:39.017" v="420" actId="1076"/>
          <ac:cxnSpMkLst>
            <pc:docMk/>
            <pc:sldMk cId="1639103724" sldId="2147475798"/>
            <ac:cxnSpMk id="28" creationId="{D72D56F7-EBFF-273F-5F32-64AC1F4B913D}"/>
          </ac:cxnSpMkLst>
        </pc:cxnChg>
        <pc:cxnChg chg="add mod">
          <ac:chgData name="Sivaramakrishnan, Narayanan" userId="S::narayanan.sivaramakrishnan@capgemini.com::341b1ffd-5577-42b1-9704-45069781f0b3" providerId="AD" clId="Web-{0220755A-82B9-802B-01EC-B7D4A1E37542}" dt="2024-06-02T19:45:54.246" v="458" actId="14100"/>
          <ac:cxnSpMkLst>
            <pc:docMk/>
            <pc:sldMk cId="1639103724" sldId="2147475798"/>
            <ac:cxnSpMk id="29" creationId="{F80C1B58-E5C9-BBB6-A36B-0A13E06E65F1}"/>
          </ac:cxnSpMkLst>
        </pc:cxnChg>
        <pc:cxnChg chg="add mod">
          <ac:chgData name="Sivaramakrishnan, Narayanan" userId="S::narayanan.sivaramakrishnan@capgemini.com::341b1ffd-5577-42b1-9704-45069781f0b3" providerId="AD" clId="Web-{0220755A-82B9-802B-01EC-B7D4A1E37542}" dt="2024-06-02T19:46:09.982" v="460" actId="14100"/>
          <ac:cxnSpMkLst>
            <pc:docMk/>
            <pc:sldMk cId="1639103724" sldId="2147475798"/>
            <ac:cxnSpMk id="30" creationId="{9E1A6E8B-E70B-D5C8-7CD6-6BC0AB3EE866}"/>
          </ac:cxnSpMkLst>
        </pc:cxnChg>
        <pc:cxnChg chg="add mod">
          <ac:chgData name="Sivaramakrishnan, Narayanan" userId="S::narayanan.sivaramakrishnan@capgemini.com::341b1ffd-5577-42b1-9704-45069781f0b3" providerId="AD" clId="Web-{0220755A-82B9-802B-01EC-B7D4A1E37542}" dt="2024-06-02T19:47:22.813" v="466" actId="14100"/>
          <ac:cxnSpMkLst>
            <pc:docMk/>
            <pc:sldMk cId="1639103724" sldId="2147475798"/>
            <ac:cxnSpMk id="31" creationId="{F962CEB0-4A6D-A9F1-C058-AE2895DBC773}"/>
          </ac:cxnSpMkLst>
        </pc:cxnChg>
        <pc:cxnChg chg="add mod">
          <ac:chgData name="Sivaramakrishnan, Narayanan" userId="S::narayanan.sivaramakrishnan@capgemini.com::341b1ffd-5577-42b1-9704-45069781f0b3" providerId="AD" clId="Web-{0220755A-82B9-802B-01EC-B7D4A1E37542}" dt="2024-06-02T19:47:39.782" v="469" actId="14100"/>
          <ac:cxnSpMkLst>
            <pc:docMk/>
            <pc:sldMk cId="1639103724" sldId="2147475798"/>
            <ac:cxnSpMk id="32" creationId="{085BBD55-A6CF-8EBB-1E6A-8DB6F7D09B32}"/>
          </ac:cxnSpMkLst>
        </pc:cxnChg>
        <pc:cxnChg chg="add del mod">
          <ac:chgData name="Sivaramakrishnan, Narayanan" userId="S::narayanan.sivaramakrishnan@capgemini.com::341b1ffd-5577-42b1-9704-45069781f0b3" providerId="AD" clId="Web-{0220755A-82B9-802B-01EC-B7D4A1E37542}" dt="2024-06-02T19:49:03.323" v="475"/>
          <ac:cxnSpMkLst>
            <pc:docMk/>
            <pc:sldMk cId="1639103724" sldId="2147475798"/>
            <ac:cxnSpMk id="33" creationId="{00BBE94E-AE0E-0D74-6482-D9A9381A63CF}"/>
          </ac:cxnSpMkLst>
        </pc:cxnChg>
        <pc:cxnChg chg="add del mod">
          <ac:chgData name="Sivaramakrishnan, Narayanan" userId="S::narayanan.sivaramakrishnan@capgemini.com::341b1ffd-5577-42b1-9704-45069781f0b3" providerId="AD" clId="Web-{0220755A-82B9-802B-01EC-B7D4A1E37542}" dt="2024-06-02T19:54:59.965" v="525"/>
          <ac:cxnSpMkLst>
            <pc:docMk/>
            <pc:sldMk cId="1639103724" sldId="2147475798"/>
            <ac:cxnSpMk id="34" creationId="{50BDBD1C-DD2D-DB87-0A53-0D26014DEF09}"/>
          </ac:cxnSpMkLst>
        </pc:cxnChg>
        <pc:cxnChg chg="add del mod">
          <ac:chgData name="Sivaramakrishnan, Narayanan" userId="S::narayanan.sivaramakrishnan@capgemini.com::341b1ffd-5577-42b1-9704-45069781f0b3" providerId="AD" clId="Web-{0220755A-82B9-802B-01EC-B7D4A1E37542}" dt="2024-06-02T19:54:14.697" v="513"/>
          <ac:cxnSpMkLst>
            <pc:docMk/>
            <pc:sldMk cId="1639103724" sldId="2147475798"/>
            <ac:cxnSpMk id="35" creationId="{A7F14341-8ED4-2436-9BB4-7DDD744443EE}"/>
          </ac:cxnSpMkLst>
        </pc:cxnChg>
        <pc:cxnChg chg="add del mod">
          <ac:chgData name="Sivaramakrishnan, Narayanan" userId="S::narayanan.sivaramakrishnan@capgemini.com::341b1ffd-5577-42b1-9704-45069781f0b3" providerId="AD" clId="Web-{0220755A-82B9-802B-01EC-B7D4A1E37542}" dt="2024-06-02T19:52:21.098" v="498"/>
          <ac:cxnSpMkLst>
            <pc:docMk/>
            <pc:sldMk cId="1639103724" sldId="2147475798"/>
            <ac:cxnSpMk id="36" creationId="{8058607F-A036-00FF-C64B-EE516357C4D9}"/>
          </ac:cxnSpMkLst>
        </pc:cxnChg>
        <pc:cxnChg chg="add mod">
          <ac:chgData name="Sivaramakrishnan, Narayanan" userId="S::narayanan.sivaramakrishnan@capgemini.com::341b1ffd-5577-42b1-9704-45069781f0b3" providerId="AD" clId="Web-{0220755A-82B9-802B-01EC-B7D4A1E37542}" dt="2024-06-02T19:59:06.928" v="565" actId="14100"/>
          <ac:cxnSpMkLst>
            <pc:docMk/>
            <pc:sldMk cId="1639103724" sldId="2147475798"/>
            <ac:cxnSpMk id="37" creationId="{9D5F0FEC-BC7C-CA59-08C9-8861434E2B54}"/>
          </ac:cxnSpMkLst>
        </pc:cxnChg>
        <pc:cxnChg chg="add mod">
          <ac:chgData name="Sivaramakrishnan, Narayanan" userId="S::narayanan.sivaramakrishnan@capgemini.com::341b1ffd-5577-42b1-9704-45069781f0b3" providerId="AD" clId="Web-{0220755A-82B9-802B-01EC-B7D4A1E37542}" dt="2024-06-02T19:58:08.895" v="559" actId="1076"/>
          <ac:cxnSpMkLst>
            <pc:docMk/>
            <pc:sldMk cId="1639103724" sldId="2147475798"/>
            <ac:cxnSpMk id="38" creationId="{736B0094-CE0B-5E93-AACD-07BBEADC09FB}"/>
          </ac:cxnSpMkLst>
        </pc:cxnChg>
        <pc:cxnChg chg="add mod">
          <ac:chgData name="Sivaramakrishnan, Narayanan" userId="S::narayanan.sivaramakrishnan@capgemini.com::341b1ffd-5577-42b1-9704-45069781f0b3" providerId="AD" clId="Web-{0220755A-82B9-802B-01EC-B7D4A1E37542}" dt="2024-06-02T19:59:11.929" v="566" actId="1076"/>
          <ac:cxnSpMkLst>
            <pc:docMk/>
            <pc:sldMk cId="1639103724" sldId="2147475798"/>
            <ac:cxnSpMk id="39" creationId="{BD7BA84F-F869-DEE5-5785-BACBDDEBB88E}"/>
          </ac:cxnSpMkLst>
        </pc:cxnChg>
        <pc:cxnChg chg="add mod">
          <ac:chgData name="Sivaramakrishnan, Narayanan" userId="S::narayanan.sivaramakrishnan@capgemini.com::341b1ffd-5577-42b1-9704-45069781f0b3" providerId="AD" clId="Web-{0220755A-82B9-802B-01EC-B7D4A1E37542}" dt="2024-06-02T20:00:04.353" v="574" actId="14100"/>
          <ac:cxnSpMkLst>
            <pc:docMk/>
            <pc:sldMk cId="1639103724" sldId="2147475798"/>
            <ac:cxnSpMk id="40" creationId="{49CEB7C5-70C2-BCE8-8766-5547380CFD42}"/>
          </ac:cxnSpMkLst>
        </pc:cxnChg>
        <pc:cxnChg chg="add mod">
          <ac:chgData name="Sivaramakrishnan, Narayanan" userId="S::narayanan.sivaramakrishnan@capgemini.com::341b1ffd-5577-42b1-9704-45069781f0b3" providerId="AD" clId="Web-{0220755A-82B9-802B-01EC-B7D4A1E37542}" dt="2024-06-02T19:57:38.425" v="554" actId="14100"/>
          <ac:cxnSpMkLst>
            <pc:docMk/>
            <pc:sldMk cId="1639103724" sldId="2147475798"/>
            <ac:cxnSpMk id="41" creationId="{49752402-628E-ADC3-586B-1FEBDB96DFC8}"/>
          </ac:cxnSpMkLst>
        </pc:cxnChg>
        <pc:cxnChg chg="add mod">
          <ac:chgData name="Sivaramakrishnan, Narayanan" userId="S::narayanan.sivaramakrishnan@capgemini.com::341b1ffd-5577-42b1-9704-45069781f0b3" providerId="AD" clId="Web-{0220755A-82B9-802B-01EC-B7D4A1E37542}" dt="2024-06-02T19:58:30.943" v="563" actId="14100"/>
          <ac:cxnSpMkLst>
            <pc:docMk/>
            <pc:sldMk cId="1639103724" sldId="2147475798"/>
            <ac:cxnSpMk id="42" creationId="{2C7DA3E1-83B1-1F6A-36FE-51BCE610EEA2}"/>
          </ac:cxnSpMkLst>
        </pc:cxnChg>
        <pc:cxnChg chg="add mod">
          <ac:chgData name="Sivaramakrishnan, Narayanan" userId="S::narayanan.sivaramakrishnan@capgemini.com::341b1ffd-5577-42b1-9704-45069781f0b3" providerId="AD" clId="Web-{0220755A-82B9-802B-01EC-B7D4A1E37542}" dt="2024-06-02T19:57:18.346" v="552" actId="1076"/>
          <ac:cxnSpMkLst>
            <pc:docMk/>
            <pc:sldMk cId="1639103724" sldId="2147475798"/>
            <ac:cxnSpMk id="43" creationId="{F809CAE0-2F6A-6011-F40A-3DC78309432B}"/>
          </ac:cxnSpMkLst>
        </pc:cxnChg>
        <pc:cxnChg chg="add del mod">
          <ac:chgData name="Sivaramakrishnan, Narayanan" userId="S::narayanan.sivaramakrishnan@capgemini.com::341b1ffd-5577-42b1-9704-45069781f0b3" providerId="AD" clId="Web-{0220755A-82B9-802B-01EC-B7D4A1E37542}" dt="2024-06-02T20:01:22.559" v="580"/>
          <ac:cxnSpMkLst>
            <pc:docMk/>
            <pc:sldMk cId="1639103724" sldId="2147475798"/>
            <ac:cxnSpMk id="44" creationId="{DDD3D682-3966-25DE-4B6D-D385C78DCD24}"/>
          </ac:cxnSpMkLst>
        </pc:cxnChg>
        <pc:cxnChg chg="add mod">
          <ac:chgData name="Sivaramakrishnan, Narayanan" userId="S::narayanan.sivaramakrishnan@capgemini.com::341b1ffd-5577-42b1-9704-45069781f0b3" providerId="AD" clId="Web-{0220755A-82B9-802B-01EC-B7D4A1E37542}" dt="2024-06-02T20:03:18.424" v="600" actId="1076"/>
          <ac:cxnSpMkLst>
            <pc:docMk/>
            <pc:sldMk cId="1639103724" sldId="2147475798"/>
            <ac:cxnSpMk id="45" creationId="{153F96CC-2D03-DDB7-4A3D-2713FECF50CA}"/>
          </ac:cxnSpMkLst>
        </pc:cxnChg>
        <pc:cxnChg chg="add mod">
          <ac:chgData name="Sivaramakrishnan, Narayanan" userId="S::narayanan.sivaramakrishnan@capgemini.com::341b1ffd-5577-42b1-9704-45069781f0b3" providerId="AD" clId="Web-{0220755A-82B9-802B-01EC-B7D4A1E37542}" dt="2024-06-02T20:03:04.564" v="598" actId="14100"/>
          <ac:cxnSpMkLst>
            <pc:docMk/>
            <pc:sldMk cId="1639103724" sldId="2147475798"/>
            <ac:cxnSpMk id="46" creationId="{A6CCB27E-9159-F3A5-8981-3B0808DDF57B}"/>
          </ac:cxnSpMkLst>
        </pc:cxnChg>
      </pc:sldChg>
      <pc:sldChg chg="addSp delSp modSp add replId">
        <pc:chgData name="Sivaramakrishnan, Narayanan" userId="S::narayanan.sivaramakrishnan@capgemini.com::341b1ffd-5577-42b1-9704-45069781f0b3" providerId="AD" clId="Web-{0220755A-82B9-802B-01EC-B7D4A1E37542}" dt="2024-06-02T21:13:27.165" v="782"/>
        <pc:sldMkLst>
          <pc:docMk/>
          <pc:sldMk cId="1723140974" sldId="2147475799"/>
        </pc:sldMkLst>
        <pc:spChg chg="add del mod">
          <ac:chgData name="Sivaramakrishnan, Narayanan" userId="S::narayanan.sivaramakrishnan@capgemini.com::341b1ffd-5577-42b1-9704-45069781f0b3" providerId="AD" clId="Web-{0220755A-82B9-802B-01EC-B7D4A1E37542}" dt="2024-06-02T21:09:08.254" v="701"/>
          <ac:spMkLst>
            <pc:docMk/>
            <pc:sldMk cId="1723140974" sldId="2147475799"/>
            <ac:spMk id="2" creationId="{515933E1-601E-D390-4CC0-339D82BA764E}"/>
          </ac:spMkLst>
        </pc:spChg>
        <pc:spChg chg="del">
          <ac:chgData name="Sivaramakrishnan, Narayanan" userId="S::narayanan.sivaramakrishnan@capgemini.com::341b1ffd-5577-42b1-9704-45069781f0b3" providerId="AD" clId="Web-{0220755A-82B9-802B-01EC-B7D4A1E37542}" dt="2024-06-02T20:09:55.816" v="625"/>
          <ac:spMkLst>
            <pc:docMk/>
            <pc:sldMk cId="1723140974" sldId="2147475799"/>
            <ac:spMk id="2" creationId="{832182B6-49EA-BCC5-4FC4-BF87DC41056E}"/>
          </ac:spMkLst>
        </pc:spChg>
        <pc:spChg chg="add mod">
          <ac:chgData name="Sivaramakrishnan, Narayanan" userId="S::narayanan.sivaramakrishnan@capgemini.com::341b1ffd-5577-42b1-9704-45069781f0b3" providerId="AD" clId="Web-{0220755A-82B9-802B-01EC-B7D4A1E37542}" dt="2024-06-02T21:12:23.567" v="766" actId="20577"/>
          <ac:spMkLst>
            <pc:docMk/>
            <pc:sldMk cId="1723140974" sldId="2147475799"/>
            <ac:spMk id="6" creationId="{832B5827-7222-B62C-393B-360D30CC643F}"/>
          </ac:spMkLst>
        </pc:spChg>
        <pc:spChg chg="add mod">
          <ac:chgData name="Sivaramakrishnan, Narayanan" userId="S::narayanan.sivaramakrishnan@capgemini.com::341b1ffd-5577-42b1-9704-45069781f0b3" providerId="AD" clId="Web-{0220755A-82B9-802B-01EC-B7D4A1E37542}" dt="2024-06-02T21:12:29.927" v="773" actId="20577"/>
          <ac:spMkLst>
            <pc:docMk/>
            <pc:sldMk cId="1723140974" sldId="2147475799"/>
            <ac:spMk id="8" creationId="{41FABFC9-442D-3CB6-F7A4-8AB997366D60}"/>
          </ac:spMkLst>
        </pc:spChg>
        <pc:spChg chg="del">
          <ac:chgData name="Sivaramakrishnan, Narayanan" userId="S::narayanan.sivaramakrishnan@capgemini.com::341b1ffd-5577-42b1-9704-45069781f0b3" providerId="AD" clId="Web-{0220755A-82B9-802B-01EC-B7D4A1E37542}" dt="2024-06-02T20:09:52.066" v="624"/>
          <ac:spMkLst>
            <pc:docMk/>
            <pc:sldMk cId="1723140974" sldId="2147475799"/>
            <ac:spMk id="48" creationId="{852B75C6-942E-B341-554E-FADBEBB9C8C2}"/>
          </ac:spMkLst>
        </pc:spChg>
        <pc:grpChg chg="del">
          <ac:chgData name="Sivaramakrishnan, Narayanan" userId="S::narayanan.sivaramakrishnan@capgemini.com::341b1ffd-5577-42b1-9704-45069781f0b3" providerId="AD" clId="Web-{0220755A-82B9-802B-01EC-B7D4A1E37542}" dt="2024-06-02T20:09:45.409" v="623"/>
          <ac:grpSpMkLst>
            <pc:docMk/>
            <pc:sldMk cId="1723140974" sldId="2147475799"/>
            <ac:grpSpMk id="47" creationId="{09AEADBC-D2C8-7E04-A943-0EB39511CD43}"/>
          </ac:grpSpMkLst>
        </pc:grpChg>
        <pc:graphicFrameChg chg="add del mod modGraphic">
          <ac:chgData name="Sivaramakrishnan, Narayanan" userId="S::narayanan.sivaramakrishnan@capgemini.com::341b1ffd-5577-42b1-9704-45069781f0b3" providerId="AD" clId="Web-{0220755A-82B9-802B-01EC-B7D4A1E37542}" dt="2024-06-02T20:11:10.069" v="640"/>
          <ac:graphicFrameMkLst>
            <pc:docMk/>
            <pc:sldMk cId="1723140974" sldId="2147475799"/>
            <ac:graphicFrameMk id="4" creationId="{3786BAA5-3457-E7DD-7769-C0F35E3AF3B7}"/>
          </ac:graphicFrameMkLst>
        </pc:graphicFrameChg>
        <pc:graphicFrameChg chg="add mod modGraphic">
          <ac:chgData name="Sivaramakrishnan, Narayanan" userId="S::narayanan.sivaramakrishnan@capgemini.com::341b1ffd-5577-42b1-9704-45069781f0b3" providerId="AD" clId="Web-{0220755A-82B9-802B-01EC-B7D4A1E37542}" dt="2024-06-02T21:11:36.892" v="739"/>
          <ac:graphicFrameMkLst>
            <pc:docMk/>
            <pc:sldMk cId="1723140974" sldId="2147475799"/>
            <ac:graphicFrameMk id="4" creationId="{4DE29D2F-E89C-CB3C-6FE8-22E25D34008E}"/>
          </ac:graphicFrameMkLst>
        </pc:graphicFrameChg>
        <pc:graphicFrameChg chg="add del mod">
          <ac:chgData name="Sivaramakrishnan, Narayanan" userId="S::narayanan.sivaramakrishnan@capgemini.com::341b1ffd-5577-42b1-9704-45069781f0b3" providerId="AD" clId="Web-{0220755A-82B9-802B-01EC-B7D4A1E37542}" dt="2024-06-02T20:10:34.427" v="629"/>
          <ac:graphicFrameMkLst>
            <pc:docMk/>
            <pc:sldMk cId="1723140974" sldId="2147475799"/>
            <ac:graphicFrameMk id="18" creationId="{761C0225-C9D5-EBBA-E0C8-4F53496EF058}"/>
          </ac:graphicFrameMkLst>
        </pc:graphicFrameChg>
        <pc:graphicFrameChg chg="add del mod">
          <ac:chgData name="Sivaramakrishnan, Narayanan" userId="S::narayanan.sivaramakrishnan@capgemini.com::341b1ffd-5577-42b1-9704-45069781f0b3" providerId="AD" clId="Web-{0220755A-82B9-802B-01EC-B7D4A1E37542}" dt="2024-06-02T20:10:50.521" v="631"/>
          <ac:graphicFrameMkLst>
            <pc:docMk/>
            <pc:sldMk cId="1723140974" sldId="2147475799"/>
            <ac:graphicFrameMk id="20" creationId="{A6F2ACC9-A8EE-98AC-9F90-C4840F5E3722}"/>
          </ac:graphicFrameMkLst>
        </pc:graphicFrameChg>
        <pc:graphicFrameChg chg="add mod modGraphic">
          <ac:chgData name="Sivaramakrishnan, Narayanan" userId="S::narayanan.sivaramakrishnan@capgemini.com::341b1ffd-5577-42b1-9704-45069781f0b3" providerId="AD" clId="Web-{0220755A-82B9-802B-01EC-B7D4A1E37542}" dt="2024-06-02T21:13:27.165" v="782"/>
          <ac:graphicFrameMkLst>
            <pc:docMk/>
            <pc:sldMk cId="1723140974" sldId="2147475799"/>
            <ac:graphicFrameMk id="22" creationId="{913B0855-5AC1-4259-556E-3EAAD696C284}"/>
          </ac:graphicFrameMkLst>
        </pc:graphicFrameChg>
      </pc:sldChg>
    </pc:docChg>
  </pc:docChgLst>
  <pc:docChgLst>
    <pc:chgData name="Gudla, Natraj" userId="1b097815-ad51-435d-a557-eb69be7a0b69" providerId="ADAL" clId="{283283F4-033F-4442-A5D9-8DA66D387EF6}"/>
    <pc:docChg chg="undo redo custSel addSld delSld modSld sldOrd modMainMaster">
      <pc:chgData name="Gudla, Natraj" userId="1b097815-ad51-435d-a557-eb69be7a0b69" providerId="ADAL" clId="{283283F4-033F-4442-A5D9-8DA66D387EF6}" dt="2024-06-09T04:33:06.466" v="6415" actId="20577"/>
      <pc:docMkLst>
        <pc:docMk/>
      </pc:docMkLst>
      <pc:sldChg chg="modSp mod">
        <pc:chgData name="Gudla, Natraj" userId="1b097815-ad51-435d-a557-eb69be7a0b69" providerId="ADAL" clId="{283283F4-033F-4442-A5D9-8DA66D387EF6}" dt="2024-06-09T03:38:02.103" v="4816" actId="14100"/>
        <pc:sldMkLst>
          <pc:docMk/>
          <pc:sldMk cId="1817871902" sldId="961"/>
        </pc:sldMkLst>
        <pc:spChg chg="mod">
          <ac:chgData name="Gudla, Natraj" userId="1b097815-ad51-435d-a557-eb69be7a0b69" providerId="ADAL" clId="{283283F4-033F-4442-A5D9-8DA66D387EF6}" dt="2024-06-09T03:36:56.638" v="4759" actId="14100"/>
          <ac:spMkLst>
            <pc:docMk/>
            <pc:sldMk cId="1817871902" sldId="961"/>
            <ac:spMk id="149" creationId="{00000000-0000-0000-0000-000000000000}"/>
          </ac:spMkLst>
        </pc:spChg>
        <pc:spChg chg="mod">
          <ac:chgData name="Gudla, Natraj" userId="1b097815-ad51-435d-a557-eb69be7a0b69" providerId="ADAL" clId="{283283F4-033F-4442-A5D9-8DA66D387EF6}" dt="2024-06-09T03:38:02.103" v="4816" actId="14100"/>
          <ac:spMkLst>
            <pc:docMk/>
            <pc:sldMk cId="1817871902" sldId="961"/>
            <ac:spMk id="150" creationId="{00000000-0000-0000-0000-000000000000}"/>
          </ac:spMkLst>
        </pc:spChg>
      </pc:sldChg>
      <pc:sldChg chg="delSp modSp mod">
        <pc:chgData name="Gudla, Natraj" userId="1b097815-ad51-435d-a557-eb69be7a0b69" providerId="ADAL" clId="{283283F4-033F-4442-A5D9-8DA66D387EF6}" dt="2024-06-05T04:00:13.951" v="1523" actId="478"/>
        <pc:sldMkLst>
          <pc:docMk/>
          <pc:sldMk cId="1236684026" sldId="2076137828"/>
        </pc:sldMkLst>
        <pc:spChg chg="del">
          <ac:chgData name="Gudla, Natraj" userId="1b097815-ad51-435d-a557-eb69be7a0b69" providerId="ADAL" clId="{283283F4-033F-4442-A5D9-8DA66D387EF6}" dt="2024-06-05T04:00:13.951" v="1523" actId="478"/>
          <ac:spMkLst>
            <pc:docMk/>
            <pc:sldMk cId="1236684026" sldId="2076137828"/>
            <ac:spMk id="2" creationId="{7732F6CB-DB91-C12A-158B-5CDC315ED8A5}"/>
          </ac:spMkLst>
        </pc:spChg>
        <pc:spChg chg="mod">
          <ac:chgData name="Gudla, Natraj" userId="1b097815-ad51-435d-a557-eb69be7a0b69" providerId="ADAL" clId="{283283F4-033F-4442-A5D9-8DA66D387EF6}" dt="2024-06-05T04:00:10.350" v="1522" actId="6549"/>
          <ac:spMkLst>
            <pc:docMk/>
            <pc:sldMk cId="1236684026" sldId="2076137828"/>
            <ac:spMk id="11" creationId="{BD1FE32F-2D4A-4864-8834-0CDF5388B5CA}"/>
          </ac:spMkLst>
        </pc:spChg>
      </pc:sldChg>
      <pc:sldChg chg="delSp modSp mod">
        <pc:chgData name="Gudla, Natraj" userId="1b097815-ad51-435d-a557-eb69be7a0b69" providerId="ADAL" clId="{283283F4-033F-4442-A5D9-8DA66D387EF6}" dt="2024-06-05T04:00:29.630" v="1525" actId="6549"/>
        <pc:sldMkLst>
          <pc:docMk/>
          <pc:sldMk cId="1580444266" sldId="2076137829"/>
        </pc:sldMkLst>
        <pc:spChg chg="del">
          <ac:chgData name="Gudla, Natraj" userId="1b097815-ad51-435d-a557-eb69be7a0b69" providerId="ADAL" clId="{283283F4-033F-4442-A5D9-8DA66D387EF6}" dt="2024-06-05T04:00:24.665" v="1524" actId="478"/>
          <ac:spMkLst>
            <pc:docMk/>
            <pc:sldMk cId="1580444266" sldId="2076137829"/>
            <ac:spMk id="2" creationId="{1956936D-8C33-ED48-4667-A545162AC522}"/>
          </ac:spMkLst>
        </pc:spChg>
        <pc:spChg chg="mod">
          <ac:chgData name="Gudla, Natraj" userId="1b097815-ad51-435d-a557-eb69be7a0b69" providerId="ADAL" clId="{283283F4-033F-4442-A5D9-8DA66D387EF6}" dt="2024-06-05T04:00:29.630" v="1525" actId="6549"/>
          <ac:spMkLst>
            <pc:docMk/>
            <pc:sldMk cId="1580444266" sldId="2076137829"/>
            <ac:spMk id="11" creationId="{16DBE447-0C57-40E0-A880-17248A4DB971}"/>
          </ac:spMkLst>
        </pc:spChg>
      </pc:sldChg>
      <pc:sldChg chg="modSp mod">
        <pc:chgData name="Gudla, Natraj" userId="1b097815-ad51-435d-a557-eb69be7a0b69" providerId="ADAL" clId="{283283F4-033F-4442-A5D9-8DA66D387EF6}" dt="2024-06-06T04:30:10.472" v="1879" actId="6549"/>
        <pc:sldMkLst>
          <pc:docMk/>
          <pc:sldMk cId="2815566877" sldId="2076137832"/>
        </pc:sldMkLst>
        <pc:spChg chg="mod">
          <ac:chgData name="Gudla, Natraj" userId="1b097815-ad51-435d-a557-eb69be7a0b69" providerId="ADAL" clId="{283283F4-033F-4442-A5D9-8DA66D387EF6}" dt="2024-06-02T04:56:40.959" v="1126" actId="20577"/>
          <ac:spMkLst>
            <pc:docMk/>
            <pc:sldMk cId="2815566877" sldId="2076137832"/>
            <ac:spMk id="4" creationId="{9DEA6A68-7127-43C5-B571-DE7EA006AD85}"/>
          </ac:spMkLst>
        </pc:spChg>
        <pc:spChg chg="mod">
          <ac:chgData name="Gudla, Natraj" userId="1b097815-ad51-435d-a557-eb69be7a0b69" providerId="ADAL" clId="{283283F4-033F-4442-A5D9-8DA66D387EF6}" dt="2024-06-06T04:30:10.472" v="1879" actId="6549"/>
          <ac:spMkLst>
            <pc:docMk/>
            <pc:sldMk cId="2815566877" sldId="2076137832"/>
            <ac:spMk id="10" creationId="{D725078B-CAAE-427C-A710-816929E536C7}"/>
          </ac:spMkLst>
        </pc:spChg>
      </pc:sldChg>
      <pc:sldChg chg="modSp mod">
        <pc:chgData name="Gudla, Natraj" userId="1b097815-ad51-435d-a557-eb69be7a0b69" providerId="ADAL" clId="{283283F4-033F-4442-A5D9-8DA66D387EF6}" dt="2024-06-02T03:57:31.960" v="237" actId="27636"/>
        <pc:sldMkLst>
          <pc:docMk/>
          <pc:sldMk cId="4240461515" sldId="2076137833"/>
        </pc:sldMkLst>
        <pc:spChg chg="mod">
          <ac:chgData name="Gudla, Natraj" userId="1b097815-ad51-435d-a557-eb69be7a0b69" providerId="ADAL" clId="{283283F4-033F-4442-A5D9-8DA66D387EF6}" dt="2024-06-02T03:57:31.960" v="237" actId="27636"/>
          <ac:spMkLst>
            <pc:docMk/>
            <pc:sldMk cId="4240461515" sldId="2076137833"/>
            <ac:spMk id="4" creationId="{6A9D0897-80A0-45C9-B608-935DC2E7176D}"/>
          </ac:spMkLst>
        </pc:spChg>
      </pc:sldChg>
      <pc:sldChg chg="del">
        <pc:chgData name="Gudla, Natraj" userId="1b097815-ad51-435d-a557-eb69be7a0b69" providerId="ADAL" clId="{283283F4-033F-4442-A5D9-8DA66D387EF6}" dt="2024-06-06T04:29:54.732" v="1878" actId="47"/>
        <pc:sldMkLst>
          <pc:docMk/>
          <pc:sldMk cId="716975616" sldId="2076137880"/>
        </pc:sldMkLst>
      </pc:sldChg>
      <pc:sldChg chg="add del">
        <pc:chgData name="Gudla, Natraj" userId="1b097815-ad51-435d-a557-eb69be7a0b69" providerId="ADAL" clId="{283283F4-033F-4442-A5D9-8DA66D387EF6}" dt="2024-06-09T04:15:02.461" v="5498" actId="2696"/>
        <pc:sldMkLst>
          <pc:docMk/>
          <pc:sldMk cId="2361152025" sldId="2141412298"/>
        </pc:sldMkLst>
      </pc:sldChg>
      <pc:sldChg chg="delCm">
        <pc:chgData name="Gudla, Natraj" userId="1b097815-ad51-435d-a557-eb69be7a0b69" providerId="ADAL" clId="{283283F4-033F-4442-A5D9-8DA66D387EF6}" dt="2024-06-09T04:13:39.753" v="5494"/>
        <pc:sldMkLst>
          <pc:docMk/>
          <pc:sldMk cId="1531364721" sldId="2141412306"/>
        </pc:sldMkLst>
        <pc:extLst>
          <p:ext xmlns:p="http://schemas.openxmlformats.org/presentationml/2006/main" uri="{D6D511B9-2390-475A-947B-AFAB55BFBCF1}">
            <pc226:cmChg xmlns:pc226="http://schemas.microsoft.com/office/powerpoint/2022/06/main/command" chg="del">
              <pc226:chgData name="Gudla, Natraj" userId="1b097815-ad51-435d-a557-eb69be7a0b69" providerId="ADAL" clId="{283283F4-033F-4442-A5D9-8DA66D387EF6}" dt="2024-06-09T04:13:39.753" v="5494"/>
              <pc2:cmMkLst xmlns:pc2="http://schemas.microsoft.com/office/powerpoint/2019/9/main/command">
                <pc:docMk/>
                <pc:sldMk cId="1531364721" sldId="2141412306"/>
                <pc2:cmMk id="{8504ED33-874D-47B0-AADD-2E65ADAF0BC8}"/>
              </pc2:cmMkLst>
            </pc226:cmChg>
          </p:ext>
        </pc:extLst>
      </pc:sldChg>
      <pc:sldChg chg="modSp mod">
        <pc:chgData name="Gudla, Natraj" userId="1b097815-ad51-435d-a557-eb69be7a0b69" providerId="ADAL" clId="{283283F4-033F-4442-A5D9-8DA66D387EF6}" dt="2024-06-06T05:34:16.043" v="1918" actId="20577"/>
        <pc:sldMkLst>
          <pc:docMk/>
          <pc:sldMk cId="2377744435" sldId="2141412313"/>
        </pc:sldMkLst>
        <pc:spChg chg="mod">
          <ac:chgData name="Gudla, Natraj" userId="1b097815-ad51-435d-a557-eb69be7a0b69" providerId="ADAL" clId="{283283F4-033F-4442-A5D9-8DA66D387EF6}" dt="2024-06-06T05:34:16.043" v="1918" actId="20577"/>
          <ac:spMkLst>
            <pc:docMk/>
            <pc:sldMk cId="2377744435" sldId="2141412313"/>
            <ac:spMk id="6" creationId="{01849744-D068-2C37-3877-5FC78DFF8767}"/>
          </ac:spMkLst>
        </pc:spChg>
      </pc:sldChg>
      <pc:sldChg chg="modSp del mod">
        <pc:chgData name="Gudla, Natraj" userId="1b097815-ad51-435d-a557-eb69be7a0b69" providerId="ADAL" clId="{283283F4-033F-4442-A5D9-8DA66D387EF6}" dt="2024-06-09T03:57:48.110" v="5432" actId="47"/>
        <pc:sldMkLst>
          <pc:docMk/>
          <pc:sldMk cId="3414426561" sldId="2141412321"/>
        </pc:sldMkLst>
        <pc:graphicFrameChg chg="mod modGraphic">
          <ac:chgData name="Gudla, Natraj" userId="1b097815-ad51-435d-a557-eb69be7a0b69" providerId="ADAL" clId="{283283F4-033F-4442-A5D9-8DA66D387EF6}" dt="2024-06-09T03:55:57.125" v="5420" actId="1036"/>
          <ac:graphicFrameMkLst>
            <pc:docMk/>
            <pc:sldMk cId="3414426561" sldId="2141412321"/>
            <ac:graphicFrameMk id="3" creationId="{91A6E857-1EF2-486C-A171-821E92D3D2A3}"/>
          </ac:graphicFrameMkLst>
        </pc:graphicFrameChg>
      </pc:sldChg>
      <pc:sldChg chg="modSp del mod">
        <pc:chgData name="Gudla, Natraj" userId="1b097815-ad51-435d-a557-eb69be7a0b69" providerId="ADAL" clId="{283283F4-033F-4442-A5D9-8DA66D387EF6}" dt="2024-06-09T03:58:25.958" v="5438" actId="47"/>
        <pc:sldMkLst>
          <pc:docMk/>
          <pc:sldMk cId="1881052012" sldId="2141412324"/>
        </pc:sldMkLst>
        <pc:graphicFrameChg chg="mod modGraphic">
          <ac:chgData name="Gudla, Natraj" userId="1b097815-ad51-435d-a557-eb69be7a0b69" providerId="ADAL" clId="{283283F4-033F-4442-A5D9-8DA66D387EF6}" dt="2024-06-09T03:56:05.202" v="5421" actId="14100"/>
          <ac:graphicFrameMkLst>
            <pc:docMk/>
            <pc:sldMk cId="1881052012" sldId="2141412324"/>
            <ac:graphicFrameMk id="3" creationId="{91A6E857-1EF2-486C-A171-821E92D3D2A3}"/>
          </ac:graphicFrameMkLst>
        </pc:graphicFrameChg>
      </pc:sldChg>
      <pc:sldChg chg="delSp modSp mod">
        <pc:chgData name="Gudla, Natraj" userId="1b097815-ad51-435d-a557-eb69be7a0b69" providerId="ADAL" clId="{283283F4-033F-4442-A5D9-8DA66D387EF6}" dt="2024-06-09T03:50:32.456" v="5396" actId="20577"/>
        <pc:sldMkLst>
          <pc:docMk/>
          <pc:sldMk cId="2075032058" sldId="2141412334"/>
        </pc:sldMkLst>
        <pc:spChg chg="del">
          <ac:chgData name="Gudla, Natraj" userId="1b097815-ad51-435d-a557-eb69be7a0b69" providerId="ADAL" clId="{283283F4-033F-4442-A5D9-8DA66D387EF6}" dt="2024-06-09T03:50:13.436" v="5394" actId="478"/>
          <ac:spMkLst>
            <pc:docMk/>
            <pc:sldMk cId="2075032058" sldId="2141412334"/>
            <ac:spMk id="2" creationId="{8949F255-B385-E426-C303-190570749C53}"/>
          </ac:spMkLst>
        </pc:spChg>
        <pc:graphicFrameChg chg="mod">
          <ac:chgData name="Gudla, Natraj" userId="1b097815-ad51-435d-a557-eb69be7a0b69" providerId="ADAL" clId="{283283F4-033F-4442-A5D9-8DA66D387EF6}" dt="2024-06-09T03:50:32.456" v="5396" actId="20577"/>
          <ac:graphicFrameMkLst>
            <pc:docMk/>
            <pc:sldMk cId="2075032058" sldId="2141412334"/>
            <ac:graphicFrameMk id="4" creationId="{B10DAC52-42A1-42F3-9DE7-D08C6FF1A103}"/>
          </ac:graphicFrameMkLst>
        </pc:graphicFrameChg>
      </pc:sldChg>
      <pc:sldChg chg="ord">
        <pc:chgData name="Gudla, Natraj" userId="1b097815-ad51-435d-a557-eb69be7a0b69" providerId="ADAL" clId="{283283F4-033F-4442-A5D9-8DA66D387EF6}" dt="2024-06-06T04:30:48.017" v="1883"/>
        <pc:sldMkLst>
          <pc:docMk/>
          <pc:sldMk cId="903015477" sldId="2145706627"/>
        </pc:sldMkLst>
      </pc:sldChg>
      <pc:sldChg chg="addSp delSp modSp mod">
        <pc:chgData name="Gudla, Natraj" userId="1b097815-ad51-435d-a557-eb69be7a0b69" providerId="ADAL" clId="{283283F4-033F-4442-A5D9-8DA66D387EF6}" dt="2024-06-09T04:33:06.466" v="6415" actId="20577"/>
        <pc:sldMkLst>
          <pc:docMk/>
          <pc:sldMk cId="336240612" sldId="2147474119"/>
        </pc:sldMkLst>
        <pc:spChg chg="mod">
          <ac:chgData name="Gudla, Natraj" userId="1b097815-ad51-435d-a557-eb69be7a0b69" providerId="ADAL" clId="{283283F4-033F-4442-A5D9-8DA66D387EF6}" dt="2024-06-09T04:26:26.449" v="5654" actId="1076"/>
          <ac:spMkLst>
            <pc:docMk/>
            <pc:sldMk cId="336240612" sldId="2147474119"/>
            <ac:spMk id="3" creationId="{E8D7E566-D0A0-BDA1-692E-AEC1850354BA}"/>
          </ac:spMkLst>
        </pc:spChg>
        <pc:spChg chg="del mod">
          <ac:chgData name="Gudla, Natraj" userId="1b097815-ad51-435d-a557-eb69be7a0b69" providerId="ADAL" clId="{283283F4-033F-4442-A5D9-8DA66D387EF6}" dt="2024-06-09T04:27:46.994" v="5679" actId="478"/>
          <ac:spMkLst>
            <pc:docMk/>
            <pc:sldMk cId="336240612" sldId="2147474119"/>
            <ac:spMk id="4" creationId="{12F5E7F4-21B2-ECB1-1775-9F3F04E9F92D}"/>
          </ac:spMkLst>
        </pc:spChg>
        <pc:spChg chg="mod">
          <ac:chgData name="Gudla, Natraj" userId="1b097815-ad51-435d-a557-eb69be7a0b69" providerId="ADAL" clId="{283283F4-033F-4442-A5D9-8DA66D387EF6}" dt="2024-06-09T04:26:12.618" v="5651" actId="404"/>
          <ac:spMkLst>
            <pc:docMk/>
            <pc:sldMk cId="336240612" sldId="2147474119"/>
            <ac:spMk id="7" creationId="{E11ECEF2-9C2A-4D25-707D-105F042E2365}"/>
          </ac:spMkLst>
        </pc:spChg>
        <pc:spChg chg="mod">
          <ac:chgData name="Gudla, Natraj" userId="1b097815-ad51-435d-a557-eb69be7a0b69" providerId="ADAL" clId="{283283F4-033F-4442-A5D9-8DA66D387EF6}" dt="2024-06-09T04:28:09.958" v="5684" actId="14100"/>
          <ac:spMkLst>
            <pc:docMk/>
            <pc:sldMk cId="336240612" sldId="2147474119"/>
            <ac:spMk id="8" creationId="{3DF60BF4-8471-6F8A-A08C-AC619450B681}"/>
          </ac:spMkLst>
        </pc:spChg>
        <pc:spChg chg="mod">
          <ac:chgData name="Gudla, Natraj" userId="1b097815-ad51-435d-a557-eb69be7a0b69" providerId="ADAL" clId="{283283F4-033F-4442-A5D9-8DA66D387EF6}" dt="2024-06-09T04:26:22.800" v="5653" actId="1076"/>
          <ac:spMkLst>
            <pc:docMk/>
            <pc:sldMk cId="336240612" sldId="2147474119"/>
            <ac:spMk id="9" creationId="{E83694F7-709F-E499-3ECD-0339AC00CC39}"/>
          </ac:spMkLst>
        </pc:spChg>
        <pc:spChg chg="add mod">
          <ac:chgData name="Gudla, Natraj" userId="1b097815-ad51-435d-a557-eb69be7a0b69" providerId="ADAL" clId="{283283F4-033F-4442-A5D9-8DA66D387EF6}" dt="2024-06-09T04:33:06.466" v="6415" actId="20577"/>
          <ac:spMkLst>
            <pc:docMk/>
            <pc:sldMk cId="336240612" sldId="2147474119"/>
            <ac:spMk id="12" creationId="{50280BEC-25C8-3568-24B3-1FCF36C54A23}"/>
          </ac:spMkLst>
        </pc:spChg>
        <pc:spChg chg="add mod">
          <ac:chgData name="Gudla, Natraj" userId="1b097815-ad51-435d-a557-eb69be7a0b69" providerId="ADAL" clId="{283283F4-033F-4442-A5D9-8DA66D387EF6}" dt="2024-06-09T04:28:18.539" v="5697" actId="20577"/>
          <ac:spMkLst>
            <pc:docMk/>
            <pc:sldMk cId="336240612" sldId="2147474119"/>
            <ac:spMk id="13" creationId="{599EEC2C-403D-50AC-F43F-FDECC7125E5F}"/>
          </ac:spMkLst>
        </pc:spChg>
        <pc:graphicFrameChg chg="mod">
          <ac:chgData name="Gudla, Natraj" userId="1b097815-ad51-435d-a557-eb69be7a0b69" providerId="ADAL" clId="{283283F4-033F-4442-A5D9-8DA66D387EF6}" dt="2024-06-09T04:27:41.995" v="5678" actId="20577"/>
          <ac:graphicFrameMkLst>
            <pc:docMk/>
            <pc:sldMk cId="336240612" sldId="2147474119"/>
            <ac:graphicFrameMk id="5" creationId="{896ED968-B0D0-B357-BD13-0D83CFF33D69}"/>
          </ac:graphicFrameMkLst>
        </pc:graphicFrameChg>
        <pc:graphicFrameChg chg="del mod">
          <ac:chgData name="Gudla, Natraj" userId="1b097815-ad51-435d-a557-eb69be7a0b69" providerId="ADAL" clId="{283283F4-033F-4442-A5D9-8DA66D387EF6}" dt="2024-06-09T04:27:21.753" v="5664" actId="478"/>
          <ac:graphicFrameMkLst>
            <pc:docMk/>
            <pc:sldMk cId="336240612" sldId="2147474119"/>
            <ac:graphicFrameMk id="6" creationId="{FD1B7925-B52C-F0E2-BD24-1FCAE823D2AE}"/>
          </ac:graphicFrameMkLst>
        </pc:graphicFrameChg>
        <pc:graphicFrameChg chg="add mod">
          <ac:chgData name="Gudla, Natraj" userId="1b097815-ad51-435d-a557-eb69be7a0b69" providerId="ADAL" clId="{283283F4-033F-4442-A5D9-8DA66D387EF6}" dt="2024-06-09T04:27:27.579" v="5665"/>
          <ac:graphicFrameMkLst>
            <pc:docMk/>
            <pc:sldMk cId="336240612" sldId="2147474119"/>
            <ac:graphicFrameMk id="10" creationId="{DCB97072-A0EA-9C39-0B52-293B9025E2D1}"/>
          </ac:graphicFrameMkLst>
        </pc:graphicFrameChg>
        <pc:graphicFrameChg chg="add del mod">
          <ac:chgData name="Gudla, Natraj" userId="1b097815-ad51-435d-a557-eb69be7a0b69" providerId="ADAL" clId="{283283F4-033F-4442-A5D9-8DA66D387EF6}" dt="2024-06-09T04:27:58.116" v="5681"/>
          <ac:graphicFrameMkLst>
            <pc:docMk/>
            <pc:sldMk cId="336240612" sldId="2147474119"/>
            <ac:graphicFrameMk id="11" creationId="{742E2EB4-AF91-657C-8198-1B39DEFB97FA}"/>
          </ac:graphicFrameMkLst>
        </pc:graphicFrameChg>
      </pc:sldChg>
      <pc:sldChg chg="modSp mod">
        <pc:chgData name="Gudla, Natraj" userId="1b097815-ad51-435d-a557-eb69be7a0b69" providerId="ADAL" clId="{283283F4-033F-4442-A5D9-8DA66D387EF6}" dt="2024-06-03T06:55:15.280" v="1333" actId="20577"/>
        <pc:sldMkLst>
          <pc:docMk/>
          <pc:sldMk cId="1411463970" sldId="2147474152"/>
        </pc:sldMkLst>
        <pc:graphicFrameChg chg="modGraphic">
          <ac:chgData name="Gudla, Natraj" userId="1b097815-ad51-435d-a557-eb69be7a0b69" providerId="ADAL" clId="{283283F4-033F-4442-A5D9-8DA66D387EF6}" dt="2024-06-03T06:55:15.280" v="1333" actId="20577"/>
          <ac:graphicFrameMkLst>
            <pc:docMk/>
            <pc:sldMk cId="1411463970" sldId="2147474152"/>
            <ac:graphicFrameMk id="8" creationId="{0449F75F-2706-876C-71DE-D728F38E233D}"/>
          </ac:graphicFrameMkLst>
        </pc:graphicFrameChg>
      </pc:sldChg>
      <pc:sldChg chg="modSp mod">
        <pc:chgData name="Gudla, Natraj" userId="1b097815-ad51-435d-a557-eb69be7a0b69" providerId="ADAL" clId="{283283F4-033F-4442-A5D9-8DA66D387EF6}" dt="2024-06-03T06:58:53.215" v="1521" actId="20577"/>
        <pc:sldMkLst>
          <pc:docMk/>
          <pc:sldMk cId="2001861423" sldId="2147474153"/>
        </pc:sldMkLst>
        <pc:graphicFrameChg chg="modGraphic">
          <ac:chgData name="Gudla, Natraj" userId="1b097815-ad51-435d-a557-eb69be7a0b69" providerId="ADAL" clId="{283283F4-033F-4442-A5D9-8DA66D387EF6}" dt="2024-06-03T06:58:53.215" v="1521" actId="20577"/>
          <ac:graphicFrameMkLst>
            <pc:docMk/>
            <pc:sldMk cId="2001861423" sldId="2147474153"/>
            <ac:graphicFrameMk id="8" creationId="{0449F75F-2706-876C-71DE-D728F38E233D}"/>
          </ac:graphicFrameMkLst>
        </pc:graphicFrameChg>
      </pc:sldChg>
      <pc:sldChg chg="modSp mod">
        <pc:chgData name="Gudla, Natraj" userId="1b097815-ad51-435d-a557-eb69be7a0b69" providerId="ADAL" clId="{283283F4-033F-4442-A5D9-8DA66D387EF6}" dt="2024-06-09T03:52:47.870" v="5404" actId="1076"/>
        <pc:sldMkLst>
          <pc:docMk/>
          <pc:sldMk cId="3447131155" sldId="2147474155"/>
        </pc:sldMkLst>
        <pc:spChg chg="mod">
          <ac:chgData name="Gudla, Natraj" userId="1b097815-ad51-435d-a557-eb69be7a0b69" providerId="ADAL" clId="{283283F4-033F-4442-A5D9-8DA66D387EF6}" dt="2024-06-09T03:52:43.811" v="5403" actId="403"/>
          <ac:spMkLst>
            <pc:docMk/>
            <pc:sldMk cId="3447131155" sldId="2147474155"/>
            <ac:spMk id="3" creationId="{E7A0A04E-4539-76F3-C369-AD07AF8FA944}"/>
          </ac:spMkLst>
        </pc:spChg>
        <pc:graphicFrameChg chg="mod">
          <ac:chgData name="Gudla, Natraj" userId="1b097815-ad51-435d-a557-eb69be7a0b69" providerId="ADAL" clId="{283283F4-033F-4442-A5D9-8DA66D387EF6}" dt="2024-06-09T03:52:47.870" v="5404" actId="1076"/>
          <ac:graphicFrameMkLst>
            <pc:docMk/>
            <pc:sldMk cId="3447131155" sldId="2147474155"/>
            <ac:graphicFrameMk id="2" creationId="{D0BCB5DE-6896-5F5C-6600-0AA0464C3ADF}"/>
          </ac:graphicFrameMkLst>
        </pc:graphicFrameChg>
      </pc:sldChg>
      <pc:sldChg chg="modSp mod">
        <pc:chgData name="Gudla, Natraj" userId="1b097815-ad51-435d-a557-eb69be7a0b69" providerId="ADAL" clId="{283283F4-033F-4442-A5D9-8DA66D387EF6}" dt="2024-06-06T03:35:45.923" v="1854" actId="20577"/>
        <pc:sldMkLst>
          <pc:docMk/>
          <pc:sldMk cId="1414742847" sldId="2147474160"/>
        </pc:sldMkLst>
        <pc:spChg chg="mod">
          <ac:chgData name="Gudla, Natraj" userId="1b097815-ad51-435d-a557-eb69be7a0b69" providerId="ADAL" clId="{283283F4-033F-4442-A5D9-8DA66D387EF6}" dt="2024-06-06T03:35:45.923" v="1854" actId="20577"/>
          <ac:spMkLst>
            <pc:docMk/>
            <pc:sldMk cId="1414742847" sldId="2147474160"/>
            <ac:spMk id="2" creationId="{7ABEDC45-D233-285E-C54D-7BC3DD866E43}"/>
          </ac:spMkLst>
        </pc:spChg>
      </pc:sldChg>
      <pc:sldChg chg="modSp mod">
        <pc:chgData name="Gudla, Natraj" userId="1b097815-ad51-435d-a557-eb69be7a0b69" providerId="ADAL" clId="{283283F4-033F-4442-A5D9-8DA66D387EF6}" dt="2024-06-02T02:15:13.401" v="23" actId="20577"/>
        <pc:sldMkLst>
          <pc:docMk/>
          <pc:sldMk cId="3760393550" sldId="2147474165"/>
        </pc:sldMkLst>
        <pc:spChg chg="mod">
          <ac:chgData name="Gudla, Natraj" userId="1b097815-ad51-435d-a557-eb69be7a0b69" providerId="ADAL" clId="{283283F4-033F-4442-A5D9-8DA66D387EF6}" dt="2024-06-02T02:15:13.401" v="23" actId="20577"/>
          <ac:spMkLst>
            <pc:docMk/>
            <pc:sldMk cId="3760393550" sldId="2147474165"/>
            <ac:spMk id="7" creationId="{8EC98EDC-8444-49BE-CF85-0B5E7AF3B701}"/>
          </ac:spMkLst>
        </pc:spChg>
      </pc:sldChg>
      <pc:sldChg chg="delSp modSp mod">
        <pc:chgData name="Gudla, Natraj" userId="1b097815-ad51-435d-a557-eb69be7a0b69" providerId="ADAL" clId="{283283F4-033F-4442-A5D9-8DA66D387EF6}" dt="2024-06-06T03:50:29.635" v="1863" actId="14100"/>
        <pc:sldMkLst>
          <pc:docMk/>
          <pc:sldMk cId="3571720637" sldId="2147474170"/>
        </pc:sldMkLst>
        <pc:picChg chg="mod">
          <ac:chgData name="Gudla, Natraj" userId="1b097815-ad51-435d-a557-eb69be7a0b69" providerId="ADAL" clId="{283283F4-033F-4442-A5D9-8DA66D387EF6}" dt="2024-06-06T03:50:29.635" v="1863" actId="14100"/>
          <ac:picMkLst>
            <pc:docMk/>
            <pc:sldMk cId="3571720637" sldId="2147474170"/>
            <ac:picMk id="5" creationId="{13AB448D-9EA6-3508-6E8D-1CA6A0CBB945}"/>
          </ac:picMkLst>
        </pc:picChg>
        <pc:picChg chg="del">
          <ac:chgData name="Gudla, Natraj" userId="1b097815-ad51-435d-a557-eb69be7a0b69" providerId="ADAL" clId="{283283F4-033F-4442-A5D9-8DA66D387EF6}" dt="2024-06-06T03:49:46.745" v="1855" actId="478"/>
          <ac:picMkLst>
            <pc:docMk/>
            <pc:sldMk cId="3571720637" sldId="2147474170"/>
            <ac:picMk id="7" creationId="{26B00931-F075-D402-CDB3-605F27766024}"/>
          </ac:picMkLst>
        </pc:picChg>
      </pc:sldChg>
      <pc:sldChg chg="ord">
        <pc:chgData name="Gudla, Natraj" userId="1b097815-ad51-435d-a557-eb69be7a0b69" providerId="ADAL" clId="{283283F4-033F-4442-A5D9-8DA66D387EF6}" dt="2024-06-06T04:30:41.440" v="1881"/>
        <pc:sldMkLst>
          <pc:docMk/>
          <pc:sldMk cId="1322890075" sldId="2147474179"/>
        </pc:sldMkLst>
      </pc:sldChg>
      <pc:sldChg chg="addSp modSp mod">
        <pc:chgData name="Gudla, Natraj" userId="1b097815-ad51-435d-a557-eb69be7a0b69" providerId="ADAL" clId="{283283F4-033F-4442-A5D9-8DA66D387EF6}" dt="2024-06-02T04:11:24.950" v="655" actId="6549"/>
        <pc:sldMkLst>
          <pc:docMk/>
          <pc:sldMk cId="1600209829" sldId="2147474180"/>
        </pc:sldMkLst>
        <pc:spChg chg="add mod">
          <ac:chgData name="Gudla, Natraj" userId="1b097815-ad51-435d-a557-eb69be7a0b69" providerId="ADAL" clId="{283283F4-033F-4442-A5D9-8DA66D387EF6}" dt="2024-06-02T04:11:24.950" v="655" actId="6549"/>
          <ac:spMkLst>
            <pc:docMk/>
            <pc:sldMk cId="1600209829" sldId="2147474180"/>
            <ac:spMk id="5" creationId="{D36196F6-A46C-D758-E63D-51D4959744B8}"/>
          </ac:spMkLst>
        </pc:spChg>
      </pc:sldChg>
      <pc:sldChg chg="modSp mod">
        <pc:chgData name="Gudla, Natraj" userId="1b097815-ad51-435d-a557-eb69be7a0b69" providerId="ADAL" clId="{283283F4-033F-4442-A5D9-8DA66D387EF6}" dt="2024-06-06T12:08:46.353" v="4402" actId="404"/>
        <pc:sldMkLst>
          <pc:docMk/>
          <pc:sldMk cId="3314845531" sldId="2147474195"/>
        </pc:sldMkLst>
        <pc:spChg chg="mod">
          <ac:chgData name="Gudla, Natraj" userId="1b097815-ad51-435d-a557-eb69be7a0b69" providerId="ADAL" clId="{283283F4-033F-4442-A5D9-8DA66D387EF6}" dt="2024-06-06T12:08:46.353" v="4402" actId="404"/>
          <ac:spMkLst>
            <pc:docMk/>
            <pc:sldMk cId="3314845531" sldId="2147474195"/>
            <ac:spMk id="7" creationId="{DB6F70B5-642E-E428-E2B9-E4ADAE527FBE}"/>
          </ac:spMkLst>
        </pc:spChg>
        <pc:spChg chg="mod">
          <ac:chgData name="Gudla, Natraj" userId="1b097815-ad51-435d-a557-eb69be7a0b69" providerId="ADAL" clId="{283283F4-033F-4442-A5D9-8DA66D387EF6}" dt="2024-06-03T03:51:41.888" v="1131" actId="20578"/>
          <ac:spMkLst>
            <pc:docMk/>
            <pc:sldMk cId="3314845531" sldId="2147474195"/>
            <ac:spMk id="10" creationId="{2D2AF330-23A5-254C-D45F-71CCE51D3C15}"/>
          </ac:spMkLst>
        </pc:spChg>
      </pc:sldChg>
      <pc:sldChg chg="modSp mod">
        <pc:chgData name="Gudla, Natraj" userId="1b097815-ad51-435d-a557-eb69be7a0b69" providerId="ADAL" clId="{283283F4-033F-4442-A5D9-8DA66D387EF6}" dt="2024-06-09T03:35:47.949" v="4708" actId="20577"/>
        <pc:sldMkLst>
          <pc:docMk/>
          <pc:sldMk cId="4112435908" sldId="2147475721"/>
        </pc:sldMkLst>
        <pc:spChg chg="mod">
          <ac:chgData name="Gudla, Natraj" userId="1b097815-ad51-435d-a557-eb69be7a0b69" providerId="ADAL" clId="{283283F4-033F-4442-A5D9-8DA66D387EF6}" dt="2024-06-09T03:35:47.949" v="4708" actId="20577"/>
          <ac:spMkLst>
            <pc:docMk/>
            <pc:sldMk cId="4112435908" sldId="2147475721"/>
            <ac:spMk id="53" creationId="{E65706E5-6946-4C8C-FD20-8F273602B74D}"/>
          </ac:spMkLst>
        </pc:spChg>
      </pc:sldChg>
      <pc:sldChg chg="addSp delSp modSp mod">
        <pc:chgData name="Gudla, Natraj" userId="1b097815-ad51-435d-a557-eb69be7a0b69" providerId="ADAL" clId="{283283F4-033F-4442-A5D9-8DA66D387EF6}" dt="2024-06-09T03:49:08.142" v="5393" actId="404"/>
        <pc:sldMkLst>
          <pc:docMk/>
          <pc:sldMk cId="752373959" sldId="2147475731"/>
        </pc:sldMkLst>
        <pc:spChg chg="mod">
          <ac:chgData name="Gudla, Natraj" userId="1b097815-ad51-435d-a557-eb69be7a0b69" providerId="ADAL" clId="{283283F4-033F-4442-A5D9-8DA66D387EF6}" dt="2024-06-09T03:39:22.299" v="4841" actId="1076"/>
          <ac:spMkLst>
            <pc:docMk/>
            <pc:sldMk cId="752373959" sldId="2147475731"/>
            <ac:spMk id="2" creationId="{6C30B6E6-93EE-EB5F-0B40-029B34AF39DA}"/>
          </ac:spMkLst>
        </pc:spChg>
        <pc:spChg chg="mod">
          <ac:chgData name="Gudla, Natraj" userId="1b097815-ad51-435d-a557-eb69be7a0b69" providerId="ADAL" clId="{283283F4-033F-4442-A5D9-8DA66D387EF6}" dt="2024-06-09T03:39:13.699" v="4840" actId="1035"/>
          <ac:spMkLst>
            <pc:docMk/>
            <pc:sldMk cId="752373959" sldId="2147475731"/>
            <ac:spMk id="3" creationId="{23275E9A-CE8A-EC0B-90B5-37D7C194F9D2}"/>
          </ac:spMkLst>
        </pc:spChg>
        <pc:spChg chg="mod">
          <ac:chgData name="Gudla, Natraj" userId="1b097815-ad51-435d-a557-eb69be7a0b69" providerId="ADAL" clId="{283283F4-033F-4442-A5D9-8DA66D387EF6}" dt="2024-06-09T03:39:13.699" v="4840" actId="1035"/>
          <ac:spMkLst>
            <pc:docMk/>
            <pc:sldMk cId="752373959" sldId="2147475731"/>
            <ac:spMk id="4" creationId="{C3209A12-BCEA-ABD4-70A4-F8319A709275}"/>
          </ac:spMkLst>
        </pc:spChg>
        <pc:spChg chg="mod">
          <ac:chgData name="Gudla, Natraj" userId="1b097815-ad51-435d-a557-eb69be7a0b69" providerId="ADAL" clId="{283283F4-033F-4442-A5D9-8DA66D387EF6}" dt="2024-06-09T03:42:03.356" v="5142" actId="20577"/>
          <ac:spMkLst>
            <pc:docMk/>
            <pc:sldMk cId="752373959" sldId="2147475731"/>
            <ac:spMk id="8" creationId="{CC400892-942D-10BD-42F8-D43114A7A136}"/>
          </ac:spMkLst>
        </pc:spChg>
        <pc:spChg chg="mod">
          <ac:chgData name="Gudla, Natraj" userId="1b097815-ad51-435d-a557-eb69be7a0b69" providerId="ADAL" clId="{283283F4-033F-4442-A5D9-8DA66D387EF6}" dt="2024-06-09T03:39:13.699" v="4840" actId="1035"/>
          <ac:spMkLst>
            <pc:docMk/>
            <pc:sldMk cId="752373959" sldId="2147475731"/>
            <ac:spMk id="11" creationId="{7C260DFB-FD1B-645B-F0DB-6AC19B7D88C4}"/>
          </ac:spMkLst>
        </pc:spChg>
        <pc:spChg chg="mod">
          <ac:chgData name="Gudla, Natraj" userId="1b097815-ad51-435d-a557-eb69be7a0b69" providerId="ADAL" clId="{283283F4-033F-4442-A5D9-8DA66D387EF6}" dt="2024-06-09T03:39:13.699" v="4840" actId="1035"/>
          <ac:spMkLst>
            <pc:docMk/>
            <pc:sldMk cId="752373959" sldId="2147475731"/>
            <ac:spMk id="12" creationId="{5B724A04-733C-5314-DFBE-143783341498}"/>
          </ac:spMkLst>
        </pc:spChg>
        <pc:spChg chg="mod">
          <ac:chgData name="Gudla, Natraj" userId="1b097815-ad51-435d-a557-eb69be7a0b69" providerId="ADAL" clId="{283283F4-033F-4442-A5D9-8DA66D387EF6}" dt="2024-06-09T03:39:13.699" v="4840" actId="1035"/>
          <ac:spMkLst>
            <pc:docMk/>
            <pc:sldMk cId="752373959" sldId="2147475731"/>
            <ac:spMk id="13" creationId="{46178112-2AF7-66AC-08D9-7B989FE13AC0}"/>
          </ac:spMkLst>
        </pc:spChg>
        <pc:spChg chg="mod">
          <ac:chgData name="Gudla, Natraj" userId="1b097815-ad51-435d-a557-eb69be7a0b69" providerId="ADAL" clId="{283283F4-033F-4442-A5D9-8DA66D387EF6}" dt="2024-06-09T03:39:13.699" v="4840" actId="1035"/>
          <ac:spMkLst>
            <pc:docMk/>
            <pc:sldMk cId="752373959" sldId="2147475731"/>
            <ac:spMk id="14" creationId="{981CFB56-21F8-B7E4-0135-7F07079E9D11}"/>
          </ac:spMkLst>
        </pc:spChg>
        <pc:spChg chg="mod">
          <ac:chgData name="Gudla, Natraj" userId="1b097815-ad51-435d-a557-eb69be7a0b69" providerId="ADAL" clId="{283283F4-033F-4442-A5D9-8DA66D387EF6}" dt="2024-06-09T03:39:13.699" v="4840" actId="1035"/>
          <ac:spMkLst>
            <pc:docMk/>
            <pc:sldMk cId="752373959" sldId="2147475731"/>
            <ac:spMk id="15" creationId="{3B7C47F1-1B28-FED1-3A8C-98FA44AE764B}"/>
          </ac:spMkLst>
        </pc:spChg>
        <pc:spChg chg="mod">
          <ac:chgData name="Gudla, Natraj" userId="1b097815-ad51-435d-a557-eb69be7a0b69" providerId="ADAL" clId="{283283F4-033F-4442-A5D9-8DA66D387EF6}" dt="2024-06-09T03:39:13.699" v="4840" actId="1035"/>
          <ac:spMkLst>
            <pc:docMk/>
            <pc:sldMk cId="752373959" sldId="2147475731"/>
            <ac:spMk id="21" creationId="{5942E402-2D0F-D308-8A68-161B1D940ED7}"/>
          </ac:spMkLst>
        </pc:spChg>
        <pc:spChg chg="mod">
          <ac:chgData name="Gudla, Natraj" userId="1b097815-ad51-435d-a557-eb69be7a0b69" providerId="ADAL" clId="{283283F4-033F-4442-A5D9-8DA66D387EF6}" dt="2024-06-09T03:39:13.699" v="4840" actId="1035"/>
          <ac:spMkLst>
            <pc:docMk/>
            <pc:sldMk cId="752373959" sldId="2147475731"/>
            <ac:spMk id="22" creationId="{0F528021-9B47-CB73-5532-70F3F7FC1445}"/>
          </ac:spMkLst>
        </pc:spChg>
        <pc:spChg chg="mod">
          <ac:chgData name="Gudla, Natraj" userId="1b097815-ad51-435d-a557-eb69be7a0b69" providerId="ADAL" clId="{283283F4-033F-4442-A5D9-8DA66D387EF6}" dt="2024-06-09T03:39:13.699" v="4840" actId="1035"/>
          <ac:spMkLst>
            <pc:docMk/>
            <pc:sldMk cId="752373959" sldId="2147475731"/>
            <ac:spMk id="25" creationId="{E90844FC-C4EE-60E5-3226-A5A95338D4F2}"/>
          </ac:spMkLst>
        </pc:spChg>
        <pc:spChg chg="mod">
          <ac:chgData name="Gudla, Natraj" userId="1b097815-ad51-435d-a557-eb69be7a0b69" providerId="ADAL" clId="{283283F4-033F-4442-A5D9-8DA66D387EF6}" dt="2024-06-09T03:41:31.271" v="5103" actId="122"/>
          <ac:spMkLst>
            <pc:docMk/>
            <pc:sldMk cId="752373959" sldId="2147475731"/>
            <ac:spMk id="26" creationId="{3852D9C9-7A64-4BFD-AE25-C610D119C158}"/>
          </ac:spMkLst>
        </pc:spChg>
        <pc:spChg chg="mod">
          <ac:chgData name="Gudla, Natraj" userId="1b097815-ad51-435d-a557-eb69be7a0b69" providerId="ADAL" clId="{283283F4-033F-4442-A5D9-8DA66D387EF6}" dt="2024-06-09T03:39:13.699" v="4840" actId="1035"/>
          <ac:spMkLst>
            <pc:docMk/>
            <pc:sldMk cId="752373959" sldId="2147475731"/>
            <ac:spMk id="27" creationId="{7F9454E1-CD28-5885-FE14-03DE94844F26}"/>
          </ac:spMkLst>
        </pc:spChg>
        <pc:spChg chg="mod">
          <ac:chgData name="Gudla, Natraj" userId="1b097815-ad51-435d-a557-eb69be7a0b69" providerId="ADAL" clId="{283283F4-033F-4442-A5D9-8DA66D387EF6}" dt="2024-06-09T03:39:13.699" v="4840" actId="1035"/>
          <ac:spMkLst>
            <pc:docMk/>
            <pc:sldMk cId="752373959" sldId="2147475731"/>
            <ac:spMk id="28" creationId="{FA0C9BBA-759F-42DE-CA13-1E12AD1789E9}"/>
          </ac:spMkLst>
        </pc:spChg>
        <pc:spChg chg="mod">
          <ac:chgData name="Gudla, Natraj" userId="1b097815-ad51-435d-a557-eb69be7a0b69" providerId="ADAL" clId="{283283F4-033F-4442-A5D9-8DA66D387EF6}" dt="2024-06-09T03:39:13.699" v="4840" actId="1035"/>
          <ac:spMkLst>
            <pc:docMk/>
            <pc:sldMk cId="752373959" sldId="2147475731"/>
            <ac:spMk id="29" creationId="{A62F9747-5B0B-2B6A-062F-4EFAC990AA10}"/>
          </ac:spMkLst>
        </pc:spChg>
        <pc:spChg chg="add del mod">
          <ac:chgData name="Gudla, Natraj" userId="1b097815-ad51-435d-a557-eb69be7a0b69" providerId="ADAL" clId="{283283F4-033F-4442-A5D9-8DA66D387EF6}" dt="2024-06-09T03:36:26.164" v="4710" actId="478"/>
          <ac:spMkLst>
            <pc:docMk/>
            <pc:sldMk cId="752373959" sldId="2147475731"/>
            <ac:spMk id="31" creationId="{0D9EDE40-B826-7985-9A2A-AFB6CDF3B676}"/>
          </ac:spMkLst>
        </pc:spChg>
        <pc:spChg chg="mod">
          <ac:chgData name="Gudla, Natraj" userId="1b097815-ad51-435d-a557-eb69be7a0b69" providerId="ADAL" clId="{283283F4-033F-4442-A5D9-8DA66D387EF6}" dt="2024-06-09T03:39:13.699" v="4840" actId="1035"/>
          <ac:spMkLst>
            <pc:docMk/>
            <pc:sldMk cId="752373959" sldId="2147475731"/>
            <ac:spMk id="32" creationId="{9A5281AF-BEB4-78AB-4064-117307E1FB86}"/>
          </ac:spMkLst>
        </pc:spChg>
        <pc:spChg chg="add mod">
          <ac:chgData name="Gudla, Natraj" userId="1b097815-ad51-435d-a557-eb69be7a0b69" providerId="ADAL" clId="{283283F4-033F-4442-A5D9-8DA66D387EF6}" dt="2024-06-09T03:38:53.679" v="4821" actId="571"/>
          <ac:spMkLst>
            <pc:docMk/>
            <pc:sldMk cId="752373959" sldId="2147475731"/>
            <ac:spMk id="37" creationId="{791F0D1C-9E4D-F2CC-5C49-8EC64C4A4097}"/>
          </ac:spMkLst>
        </pc:spChg>
        <pc:spChg chg="add mod">
          <ac:chgData name="Gudla, Natraj" userId="1b097815-ad51-435d-a557-eb69be7a0b69" providerId="ADAL" clId="{283283F4-033F-4442-A5D9-8DA66D387EF6}" dt="2024-06-09T03:38:53.679" v="4821" actId="571"/>
          <ac:spMkLst>
            <pc:docMk/>
            <pc:sldMk cId="752373959" sldId="2147475731"/>
            <ac:spMk id="38" creationId="{95B75569-A954-B886-C4B6-77E54D683672}"/>
          </ac:spMkLst>
        </pc:spChg>
        <pc:spChg chg="add mod">
          <ac:chgData name="Gudla, Natraj" userId="1b097815-ad51-435d-a557-eb69be7a0b69" providerId="ADAL" clId="{283283F4-033F-4442-A5D9-8DA66D387EF6}" dt="2024-06-09T03:38:53.679" v="4821" actId="571"/>
          <ac:spMkLst>
            <pc:docMk/>
            <pc:sldMk cId="752373959" sldId="2147475731"/>
            <ac:spMk id="41" creationId="{CE9F52FE-0637-5579-C51A-F498CC825F96}"/>
          </ac:spMkLst>
        </pc:spChg>
        <pc:spChg chg="add mod">
          <ac:chgData name="Gudla, Natraj" userId="1b097815-ad51-435d-a557-eb69be7a0b69" providerId="ADAL" clId="{283283F4-033F-4442-A5D9-8DA66D387EF6}" dt="2024-06-09T03:38:53.679" v="4821" actId="571"/>
          <ac:spMkLst>
            <pc:docMk/>
            <pc:sldMk cId="752373959" sldId="2147475731"/>
            <ac:spMk id="42" creationId="{9A4EF8F1-3BA9-F4D6-89FA-99D8CE51B85D}"/>
          </ac:spMkLst>
        </pc:spChg>
        <pc:spChg chg="add mod">
          <ac:chgData name="Gudla, Natraj" userId="1b097815-ad51-435d-a557-eb69be7a0b69" providerId="ADAL" clId="{283283F4-033F-4442-A5D9-8DA66D387EF6}" dt="2024-06-09T03:38:53.679" v="4821" actId="571"/>
          <ac:spMkLst>
            <pc:docMk/>
            <pc:sldMk cId="752373959" sldId="2147475731"/>
            <ac:spMk id="43" creationId="{E9420A50-1671-336F-5FBB-F61427C3CA21}"/>
          </ac:spMkLst>
        </pc:spChg>
        <pc:spChg chg="mod">
          <ac:chgData name="Gudla, Natraj" userId="1b097815-ad51-435d-a557-eb69be7a0b69" providerId="ADAL" clId="{283283F4-033F-4442-A5D9-8DA66D387EF6}" dt="2024-06-09T03:49:08.142" v="5393" actId="404"/>
          <ac:spMkLst>
            <pc:docMk/>
            <pc:sldMk cId="752373959" sldId="2147475731"/>
            <ac:spMk id="45" creationId="{F8A5AFA3-0A5A-5F88-7F8F-EE973027226F}"/>
          </ac:spMkLst>
        </pc:spChg>
        <pc:spChg chg="add mod">
          <ac:chgData name="Gudla, Natraj" userId="1b097815-ad51-435d-a557-eb69be7a0b69" providerId="ADAL" clId="{283283F4-033F-4442-A5D9-8DA66D387EF6}" dt="2024-06-09T03:38:53.679" v="4821" actId="571"/>
          <ac:spMkLst>
            <pc:docMk/>
            <pc:sldMk cId="752373959" sldId="2147475731"/>
            <ac:spMk id="46" creationId="{2820AD33-B238-AFE5-8760-895F5189CFC3}"/>
          </ac:spMkLst>
        </pc:spChg>
        <pc:spChg chg="add mod">
          <ac:chgData name="Gudla, Natraj" userId="1b097815-ad51-435d-a557-eb69be7a0b69" providerId="ADAL" clId="{283283F4-033F-4442-A5D9-8DA66D387EF6}" dt="2024-06-09T03:38:53.679" v="4821" actId="571"/>
          <ac:spMkLst>
            <pc:docMk/>
            <pc:sldMk cId="752373959" sldId="2147475731"/>
            <ac:spMk id="47" creationId="{034BF7BC-F9D8-55C9-B5BD-557F08934A5F}"/>
          </ac:spMkLst>
        </pc:spChg>
        <pc:spChg chg="add mod">
          <ac:chgData name="Gudla, Natraj" userId="1b097815-ad51-435d-a557-eb69be7a0b69" providerId="ADAL" clId="{283283F4-033F-4442-A5D9-8DA66D387EF6}" dt="2024-06-09T03:38:53.679" v="4821" actId="571"/>
          <ac:spMkLst>
            <pc:docMk/>
            <pc:sldMk cId="752373959" sldId="2147475731"/>
            <ac:spMk id="48" creationId="{F37CA278-55FB-F6BB-3EB0-B825D6F7CF07}"/>
          </ac:spMkLst>
        </pc:spChg>
        <pc:graphicFrameChg chg="mod">
          <ac:chgData name="Gudla, Natraj" userId="1b097815-ad51-435d-a557-eb69be7a0b69" providerId="ADAL" clId="{283283F4-033F-4442-A5D9-8DA66D387EF6}" dt="2024-06-09T03:39:13.699" v="4840" actId="1035"/>
          <ac:graphicFrameMkLst>
            <pc:docMk/>
            <pc:sldMk cId="752373959" sldId="2147475731"/>
            <ac:graphicFrameMk id="24" creationId="{F56C9134-0E48-89C1-8C8D-269393E169D9}"/>
          </ac:graphicFrameMkLst>
        </pc:graphicFrameChg>
        <pc:graphicFrameChg chg="add mod">
          <ac:chgData name="Gudla, Natraj" userId="1b097815-ad51-435d-a557-eb69be7a0b69" providerId="ADAL" clId="{283283F4-033F-4442-A5D9-8DA66D387EF6}" dt="2024-06-09T03:38:53.679" v="4821" actId="571"/>
          <ac:graphicFrameMkLst>
            <pc:docMk/>
            <pc:sldMk cId="752373959" sldId="2147475731"/>
            <ac:graphicFrameMk id="34" creationId="{391B3F61-3741-A17F-393C-9F4634B78030}"/>
          </ac:graphicFrameMkLst>
        </pc:graphicFrameChg>
        <pc:cxnChg chg="mod">
          <ac:chgData name="Gudla, Natraj" userId="1b097815-ad51-435d-a557-eb69be7a0b69" providerId="ADAL" clId="{283283F4-033F-4442-A5D9-8DA66D387EF6}" dt="2024-06-09T03:39:13.699" v="4840" actId="1035"/>
          <ac:cxnSpMkLst>
            <pc:docMk/>
            <pc:sldMk cId="752373959" sldId="2147475731"/>
            <ac:cxnSpMk id="30" creationId="{855C72A7-6BCE-7E0A-8F92-13A7C5E858CF}"/>
          </ac:cxnSpMkLst>
        </pc:cxnChg>
        <pc:cxnChg chg="add mod">
          <ac:chgData name="Gudla, Natraj" userId="1b097815-ad51-435d-a557-eb69be7a0b69" providerId="ADAL" clId="{283283F4-033F-4442-A5D9-8DA66D387EF6}" dt="2024-06-09T03:44:05.257" v="5158" actId="692"/>
          <ac:cxnSpMkLst>
            <pc:docMk/>
            <pc:sldMk cId="752373959" sldId="2147475731"/>
            <ac:cxnSpMk id="50" creationId="{5D492A4A-6FA5-D9EE-6EA8-E39BE9FCF2C9}"/>
          </ac:cxnSpMkLst>
        </pc:cxnChg>
        <pc:cxnChg chg="add mod">
          <ac:chgData name="Gudla, Natraj" userId="1b097815-ad51-435d-a557-eb69be7a0b69" providerId="ADAL" clId="{283283F4-033F-4442-A5D9-8DA66D387EF6}" dt="2024-06-09T03:44:29.491" v="5160" actId="1076"/>
          <ac:cxnSpMkLst>
            <pc:docMk/>
            <pc:sldMk cId="752373959" sldId="2147475731"/>
            <ac:cxnSpMk id="52" creationId="{4B4570A2-A2B1-3421-916D-B30BBC8554C3}"/>
          </ac:cxnSpMkLst>
        </pc:cxnChg>
        <pc:cxnChg chg="add mod">
          <ac:chgData name="Gudla, Natraj" userId="1b097815-ad51-435d-a557-eb69be7a0b69" providerId="ADAL" clId="{283283F4-033F-4442-A5D9-8DA66D387EF6}" dt="2024-06-09T03:44:50.921" v="5162" actId="1076"/>
          <ac:cxnSpMkLst>
            <pc:docMk/>
            <pc:sldMk cId="752373959" sldId="2147475731"/>
            <ac:cxnSpMk id="53" creationId="{DEA6A2F2-8F27-35AA-79D9-D763C35100BD}"/>
          </ac:cxnSpMkLst>
        </pc:cxnChg>
      </pc:sldChg>
      <pc:sldChg chg="addSp delSp modSp add del mod modClrScheme chgLayout">
        <pc:chgData name="Gudla, Natraj" userId="1b097815-ad51-435d-a557-eb69be7a0b69" providerId="ADAL" clId="{283283F4-033F-4442-A5D9-8DA66D387EF6}" dt="2024-06-09T04:15:24.121" v="5502" actId="700"/>
        <pc:sldMkLst>
          <pc:docMk/>
          <pc:sldMk cId="3460164977" sldId="2147475789"/>
        </pc:sldMkLst>
        <pc:spChg chg="add del mod ord">
          <ac:chgData name="Gudla, Natraj" userId="1b097815-ad51-435d-a557-eb69be7a0b69" providerId="ADAL" clId="{283283F4-033F-4442-A5D9-8DA66D387EF6}" dt="2024-06-09T04:15:24.121" v="5502" actId="700"/>
          <ac:spMkLst>
            <pc:docMk/>
            <pc:sldMk cId="3460164977" sldId="2147475789"/>
            <ac:spMk id="2" creationId="{4E1FDBE3-B725-6F83-4B18-FB6D77B1FA19}"/>
          </ac:spMkLst>
        </pc:spChg>
        <pc:spChg chg="add del mod ord">
          <ac:chgData name="Gudla, Natraj" userId="1b097815-ad51-435d-a557-eb69be7a0b69" providerId="ADAL" clId="{283283F4-033F-4442-A5D9-8DA66D387EF6}" dt="2024-06-09T04:15:22.467" v="5501" actId="700"/>
          <ac:spMkLst>
            <pc:docMk/>
            <pc:sldMk cId="3460164977" sldId="2147475789"/>
            <ac:spMk id="4" creationId="{CB4EABBA-3290-6D37-4C54-DD0B26ED6104}"/>
          </ac:spMkLst>
        </pc:spChg>
        <pc:spChg chg="add del mod ord">
          <ac:chgData name="Gudla, Natraj" userId="1b097815-ad51-435d-a557-eb69be7a0b69" providerId="ADAL" clId="{283283F4-033F-4442-A5D9-8DA66D387EF6}" dt="2024-06-09T04:15:22.467" v="5501" actId="700"/>
          <ac:spMkLst>
            <pc:docMk/>
            <pc:sldMk cId="3460164977" sldId="2147475789"/>
            <ac:spMk id="5" creationId="{BD5D969C-D530-190D-2959-7DAA926F41C1}"/>
          </ac:spMkLst>
        </pc:spChg>
      </pc:sldChg>
      <pc:sldChg chg="modSp mod">
        <pc:chgData name="Gudla, Natraj" userId="1b097815-ad51-435d-a557-eb69be7a0b69" providerId="ADAL" clId="{283283F4-033F-4442-A5D9-8DA66D387EF6}" dt="2024-06-02T05:17:33.522" v="1130" actId="1076"/>
        <pc:sldMkLst>
          <pc:docMk/>
          <pc:sldMk cId="3191873016" sldId="2147475791"/>
        </pc:sldMkLst>
        <pc:spChg chg="mod">
          <ac:chgData name="Gudla, Natraj" userId="1b097815-ad51-435d-a557-eb69be7a0b69" providerId="ADAL" clId="{283283F4-033F-4442-A5D9-8DA66D387EF6}" dt="2024-06-02T05:17:33.522" v="1130" actId="1076"/>
          <ac:spMkLst>
            <pc:docMk/>
            <pc:sldMk cId="3191873016" sldId="2147475791"/>
            <ac:spMk id="20" creationId="{60209D52-104F-3F5C-41CB-7730759A57E6}"/>
          </ac:spMkLst>
        </pc:spChg>
        <pc:spChg chg="mod">
          <ac:chgData name="Gudla, Natraj" userId="1b097815-ad51-435d-a557-eb69be7a0b69" providerId="ADAL" clId="{283283F4-033F-4442-A5D9-8DA66D387EF6}" dt="2024-06-02T05:17:28.558" v="1129" actId="1076"/>
          <ac:spMkLst>
            <pc:docMk/>
            <pc:sldMk cId="3191873016" sldId="2147475791"/>
            <ac:spMk id="22" creationId="{762BDE76-75E5-704F-A9F6-7A490C4D587A}"/>
          </ac:spMkLst>
        </pc:spChg>
      </pc:sldChg>
      <pc:sldChg chg="del">
        <pc:chgData name="Gudla, Natraj" userId="1b097815-ad51-435d-a557-eb69be7a0b69" providerId="ADAL" clId="{283283F4-033F-4442-A5D9-8DA66D387EF6}" dt="2024-06-09T04:07:20.657" v="5487" actId="47"/>
        <pc:sldMkLst>
          <pc:docMk/>
          <pc:sldMk cId="982538659" sldId="2147475797"/>
        </pc:sldMkLst>
      </pc:sldChg>
      <pc:sldChg chg="del">
        <pc:chgData name="Gudla, Natraj" userId="1b097815-ad51-435d-a557-eb69be7a0b69" providerId="ADAL" clId="{283283F4-033F-4442-A5D9-8DA66D387EF6}" dt="2024-06-09T04:07:26.808" v="5489" actId="47"/>
        <pc:sldMkLst>
          <pc:docMk/>
          <pc:sldMk cId="1639103724" sldId="2147475798"/>
        </pc:sldMkLst>
      </pc:sldChg>
      <pc:sldChg chg="del">
        <pc:chgData name="Gudla, Natraj" userId="1b097815-ad51-435d-a557-eb69be7a0b69" providerId="ADAL" clId="{283283F4-033F-4442-A5D9-8DA66D387EF6}" dt="2024-06-09T04:07:25.825" v="5488" actId="47"/>
        <pc:sldMkLst>
          <pc:docMk/>
          <pc:sldMk cId="1723140974" sldId="2147475799"/>
        </pc:sldMkLst>
      </pc:sldChg>
      <pc:sldChg chg="modSp mod ord">
        <pc:chgData name="Gudla, Natraj" userId="1b097815-ad51-435d-a557-eb69be7a0b69" providerId="ADAL" clId="{283283F4-033F-4442-A5D9-8DA66D387EF6}" dt="2024-06-09T04:08:26.050" v="5493"/>
        <pc:sldMkLst>
          <pc:docMk/>
          <pc:sldMk cId="2957828277" sldId="2147475800"/>
        </pc:sldMkLst>
        <pc:spChg chg="mod">
          <ac:chgData name="Gudla, Natraj" userId="1b097815-ad51-435d-a557-eb69be7a0b69" providerId="ADAL" clId="{283283F4-033F-4442-A5D9-8DA66D387EF6}" dt="2024-06-06T06:24:04.615" v="4084" actId="20577"/>
          <ac:spMkLst>
            <pc:docMk/>
            <pc:sldMk cId="2957828277" sldId="2147475800"/>
            <ac:spMk id="3" creationId="{2AF865AE-0F78-49F3-A0CB-D4F57A104432}"/>
          </ac:spMkLst>
        </pc:spChg>
        <pc:spChg chg="mod">
          <ac:chgData name="Gudla, Natraj" userId="1b097815-ad51-435d-a557-eb69be7a0b69" providerId="ADAL" clId="{283283F4-033F-4442-A5D9-8DA66D387EF6}" dt="2024-06-06T06:27:25.998" v="4249" actId="6549"/>
          <ac:spMkLst>
            <pc:docMk/>
            <pc:sldMk cId="2957828277" sldId="2147475800"/>
            <ac:spMk id="74" creationId="{B8F35326-3745-BD15-0F99-2EFB277E8EF9}"/>
          </ac:spMkLst>
        </pc:spChg>
      </pc:sldChg>
      <pc:sldChg chg="delSp modSp new mod">
        <pc:chgData name="Gudla, Natraj" userId="1b097815-ad51-435d-a557-eb69be7a0b69" providerId="ADAL" clId="{283283F4-033F-4442-A5D9-8DA66D387EF6}" dt="2024-06-06T04:29:21.242" v="1877" actId="403"/>
        <pc:sldMkLst>
          <pc:docMk/>
          <pc:sldMk cId="110292139" sldId="2147475801"/>
        </pc:sldMkLst>
        <pc:spChg chg="mod">
          <ac:chgData name="Gudla, Natraj" userId="1b097815-ad51-435d-a557-eb69be7a0b69" providerId="ADAL" clId="{283283F4-033F-4442-A5D9-8DA66D387EF6}" dt="2024-06-06T04:29:21.242" v="1877" actId="403"/>
          <ac:spMkLst>
            <pc:docMk/>
            <pc:sldMk cId="110292139" sldId="2147475801"/>
            <ac:spMk id="2" creationId="{D0CDCBC3-44D2-90BC-3C36-118AD36D0C57}"/>
          </ac:spMkLst>
        </pc:spChg>
        <pc:spChg chg="del">
          <ac:chgData name="Gudla, Natraj" userId="1b097815-ad51-435d-a557-eb69be7a0b69" providerId="ADAL" clId="{283283F4-033F-4442-A5D9-8DA66D387EF6}" dt="2024-06-06T04:29:12.821" v="1875" actId="478"/>
          <ac:spMkLst>
            <pc:docMk/>
            <pc:sldMk cId="110292139" sldId="2147475801"/>
            <ac:spMk id="3" creationId="{46BF7152-3FFA-F56C-8CAF-1C75E58696ED}"/>
          </ac:spMkLst>
        </pc:spChg>
      </pc:sldChg>
      <pc:sldChg chg="modSp mod ord">
        <pc:chgData name="Gudla, Natraj" userId="1b097815-ad51-435d-a557-eb69be7a0b69" providerId="ADAL" clId="{283283F4-033F-4442-A5D9-8DA66D387EF6}" dt="2024-06-09T04:08:20.136" v="5491"/>
        <pc:sldMkLst>
          <pc:docMk/>
          <pc:sldMk cId="2720965184" sldId="2147475802"/>
        </pc:sldMkLst>
        <pc:spChg chg="mod">
          <ac:chgData name="Gudla, Natraj" userId="1b097815-ad51-435d-a557-eb69be7a0b69" providerId="ADAL" clId="{283283F4-033F-4442-A5D9-8DA66D387EF6}" dt="2024-06-06T08:00:06.906" v="4319" actId="14100"/>
          <ac:spMkLst>
            <pc:docMk/>
            <pc:sldMk cId="2720965184" sldId="2147475802"/>
            <ac:spMk id="161" creationId="{D9672B36-56E2-B6FA-2711-EB61A22BC675}"/>
          </ac:spMkLst>
        </pc:spChg>
        <pc:spChg chg="mod">
          <ac:chgData name="Gudla, Natraj" userId="1b097815-ad51-435d-a557-eb69be7a0b69" providerId="ADAL" clId="{283283F4-033F-4442-A5D9-8DA66D387EF6}" dt="2024-06-06T07:59:29.016" v="4257" actId="14100"/>
          <ac:spMkLst>
            <pc:docMk/>
            <pc:sldMk cId="2720965184" sldId="2147475802"/>
            <ac:spMk id="162" creationId="{710EF47A-BE43-8338-B86A-A421466C42C0}"/>
          </ac:spMkLst>
        </pc:spChg>
        <pc:spChg chg="mod">
          <ac:chgData name="Gudla, Natraj" userId="1b097815-ad51-435d-a557-eb69be7a0b69" providerId="ADAL" clId="{283283F4-033F-4442-A5D9-8DA66D387EF6}" dt="2024-06-06T08:02:16.189" v="4379" actId="20577"/>
          <ac:spMkLst>
            <pc:docMk/>
            <pc:sldMk cId="2720965184" sldId="2147475802"/>
            <ac:spMk id="165" creationId="{29EFD10C-E24F-7477-2FFD-7E3578E3F28F}"/>
          </ac:spMkLst>
        </pc:spChg>
        <pc:spChg chg="mod">
          <ac:chgData name="Gudla, Natraj" userId="1b097815-ad51-435d-a557-eb69be7a0b69" providerId="ADAL" clId="{283283F4-033F-4442-A5D9-8DA66D387EF6}" dt="2024-06-06T08:02:43.105" v="4400" actId="6549"/>
          <ac:spMkLst>
            <pc:docMk/>
            <pc:sldMk cId="2720965184" sldId="2147475802"/>
            <ac:spMk id="166" creationId="{36923CEA-8A27-0FE8-2C93-6B7BC044D208}"/>
          </ac:spMkLst>
        </pc:spChg>
        <pc:spChg chg="mod">
          <ac:chgData name="Gudla, Natraj" userId="1b097815-ad51-435d-a557-eb69be7a0b69" providerId="ADAL" clId="{283283F4-033F-4442-A5D9-8DA66D387EF6}" dt="2024-06-06T08:02:24.579" v="4384" actId="6549"/>
          <ac:spMkLst>
            <pc:docMk/>
            <pc:sldMk cId="2720965184" sldId="2147475802"/>
            <ac:spMk id="167" creationId="{18E39404-F392-E884-27B6-7220A78985CC}"/>
          </ac:spMkLst>
        </pc:spChg>
        <pc:spChg chg="mod">
          <ac:chgData name="Gudla, Natraj" userId="1b097815-ad51-435d-a557-eb69be7a0b69" providerId="ADAL" clId="{283283F4-033F-4442-A5D9-8DA66D387EF6}" dt="2024-06-06T08:00:11.909" v="4320" actId="1076"/>
          <ac:spMkLst>
            <pc:docMk/>
            <pc:sldMk cId="2720965184" sldId="2147475802"/>
            <ac:spMk id="169" creationId="{DF677468-2A85-BD0D-CE4C-F483E8DC4F4B}"/>
          </ac:spMkLst>
        </pc:spChg>
        <pc:spChg chg="mod">
          <ac:chgData name="Gudla, Natraj" userId="1b097815-ad51-435d-a557-eb69be7a0b69" providerId="ADAL" clId="{283283F4-033F-4442-A5D9-8DA66D387EF6}" dt="2024-06-06T07:59:42.520" v="4300" actId="20577"/>
          <ac:spMkLst>
            <pc:docMk/>
            <pc:sldMk cId="2720965184" sldId="2147475802"/>
            <ac:spMk id="172" creationId="{D84B2AB8-5CD4-2E32-61AB-CAEBD0074C0F}"/>
          </ac:spMkLst>
        </pc:spChg>
      </pc:sldChg>
      <pc:sldChg chg="addSp modSp new mod">
        <pc:chgData name="Gudla, Natraj" userId="1b097815-ad51-435d-a557-eb69be7a0b69" providerId="ADAL" clId="{283283F4-033F-4442-A5D9-8DA66D387EF6}" dt="2024-06-09T03:59:24.467" v="5486" actId="1035"/>
        <pc:sldMkLst>
          <pc:docMk/>
          <pc:sldMk cId="35362297" sldId="2147475803"/>
        </pc:sldMkLst>
        <pc:spChg chg="add mod">
          <ac:chgData name="Gudla, Natraj" userId="1b097815-ad51-435d-a557-eb69be7a0b69" providerId="ADAL" clId="{283283F4-033F-4442-A5D9-8DA66D387EF6}" dt="2024-06-09T03:59:14.730" v="5477" actId="14100"/>
          <ac:spMkLst>
            <pc:docMk/>
            <pc:sldMk cId="35362297" sldId="2147475803"/>
            <ac:spMk id="4" creationId="{3D19B077-312B-E5CB-E944-0A26809E9E4B}"/>
          </ac:spMkLst>
        </pc:spChg>
        <pc:graphicFrameChg chg="add mod modGraphic">
          <ac:chgData name="Gudla, Natraj" userId="1b097815-ad51-435d-a557-eb69be7a0b69" providerId="ADAL" clId="{283283F4-033F-4442-A5D9-8DA66D387EF6}" dt="2024-06-09T03:59:24.467" v="5486" actId="1035"/>
          <ac:graphicFrameMkLst>
            <pc:docMk/>
            <pc:sldMk cId="35362297" sldId="2147475803"/>
            <ac:graphicFrameMk id="3" creationId="{FD56C828-1453-6F9B-E693-F4560ABB5040}"/>
          </ac:graphicFrameMkLst>
        </pc:graphicFrameChg>
      </pc:sldChg>
      <pc:sldChg chg="addSp delSp modSp add mod">
        <pc:chgData name="Gudla, Natraj" userId="1b097815-ad51-435d-a557-eb69be7a0b69" providerId="ADAL" clId="{283283F4-033F-4442-A5D9-8DA66D387EF6}" dt="2024-06-09T03:59:05.014" v="5475" actId="1036"/>
        <pc:sldMkLst>
          <pc:docMk/>
          <pc:sldMk cId="1422036111" sldId="2147475804"/>
        </pc:sldMkLst>
        <pc:spChg chg="del">
          <ac:chgData name="Gudla, Natraj" userId="1b097815-ad51-435d-a557-eb69be7a0b69" providerId="ADAL" clId="{283283F4-033F-4442-A5D9-8DA66D387EF6}" dt="2024-06-09T03:58:01.828" v="5436" actId="478"/>
          <ac:spMkLst>
            <pc:docMk/>
            <pc:sldMk cId="1422036111" sldId="2147475804"/>
            <ac:spMk id="2" creationId="{F68DAF40-5928-077B-58E5-0A5E2710E345}"/>
          </ac:spMkLst>
        </pc:spChg>
        <pc:spChg chg="del">
          <ac:chgData name="Gudla, Natraj" userId="1b097815-ad51-435d-a557-eb69be7a0b69" providerId="ADAL" clId="{283283F4-033F-4442-A5D9-8DA66D387EF6}" dt="2024-06-09T03:57:59.712" v="5435" actId="478"/>
          <ac:spMkLst>
            <pc:docMk/>
            <pc:sldMk cId="1422036111" sldId="2147475804"/>
            <ac:spMk id="4" creationId="{3D19B077-312B-E5CB-E944-0A26809E9E4B}"/>
          </ac:spMkLst>
        </pc:spChg>
        <pc:spChg chg="add mod">
          <ac:chgData name="Gudla, Natraj" userId="1b097815-ad51-435d-a557-eb69be7a0b69" providerId="ADAL" clId="{283283F4-033F-4442-A5D9-8DA66D387EF6}" dt="2024-06-09T03:59:00.729" v="5469" actId="14100"/>
          <ac:spMkLst>
            <pc:docMk/>
            <pc:sldMk cId="1422036111" sldId="2147475804"/>
            <ac:spMk id="6" creationId="{AA3CCECA-29C2-C3F0-7F76-9B0213F4444B}"/>
          </ac:spMkLst>
        </pc:spChg>
        <pc:graphicFrameChg chg="del">
          <ac:chgData name="Gudla, Natraj" userId="1b097815-ad51-435d-a557-eb69be7a0b69" providerId="ADAL" clId="{283283F4-033F-4442-A5D9-8DA66D387EF6}" dt="2024-06-09T03:57:57.133" v="5434" actId="478"/>
          <ac:graphicFrameMkLst>
            <pc:docMk/>
            <pc:sldMk cId="1422036111" sldId="2147475804"/>
            <ac:graphicFrameMk id="3" creationId="{FD56C828-1453-6F9B-E693-F4560ABB5040}"/>
          </ac:graphicFrameMkLst>
        </pc:graphicFrameChg>
        <pc:graphicFrameChg chg="add mod modGraphic">
          <ac:chgData name="Gudla, Natraj" userId="1b097815-ad51-435d-a557-eb69be7a0b69" providerId="ADAL" clId="{283283F4-033F-4442-A5D9-8DA66D387EF6}" dt="2024-06-09T03:59:05.014" v="5475" actId="1036"/>
          <ac:graphicFrameMkLst>
            <pc:docMk/>
            <pc:sldMk cId="1422036111" sldId="2147475804"/>
            <ac:graphicFrameMk id="5" creationId="{CF6892CF-D00C-EE57-C7AC-17CD8F880C65}"/>
          </ac:graphicFrameMkLst>
        </pc:graphicFrameChg>
      </pc:sldChg>
      <pc:sldMasterChg chg="modSp mod">
        <pc:chgData name="Gudla, Natraj" userId="1b097815-ad51-435d-a557-eb69be7a0b69" providerId="ADAL" clId="{283283F4-033F-4442-A5D9-8DA66D387EF6}" dt="2024-06-09T04:23:08.202" v="5613" actId="20577"/>
        <pc:sldMasterMkLst>
          <pc:docMk/>
          <pc:sldMasterMk cId="3148905397" sldId="2147483899"/>
        </pc:sldMasterMkLst>
        <pc:spChg chg="mod">
          <ac:chgData name="Gudla, Natraj" userId="1b097815-ad51-435d-a557-eb69be7a0b69" providerId="ADAL" clId="{283283F4-033F-4442-A5D9-8DA66D387EF6}" dt="2024-06-09T03:51:37.318" v="5397" actId="1076"/>
          <ac:spMkLst>
            <pc:docMk/>
            <pc:sldMasterMk cId="3148905397" sldId="2147483899"/>
            <ac:spMk id="5" creationId="{3FA11B39-3F99-4FEF-9C7B-F4C2A6873C69}"/>
          </ac:spMkLst>
        </pc:spChg>
        <pc:spChg chg="mod">
          <ac:chgData name="Gudla, Natraj" userId="1b097815-ad51-435d-a557-eb69be7a0b69" providerId="ADAL" clId="{283283F4-033F-4442-A5D9-8DA66D387EF6}" dt="2024-06-09T04:23:08.202" v="5613" actId="20577"/>
          <ac:spMkLst>
            <pc:docMk/>
            <pc:sldMasterMk cId="3148905397" sldId="2147483899"/>
            <ac:spMk id="65" creationId="{5B538C81-213B-41EC-BB81-FEF313C9D880}"/>
          </ac:spMkLst>
        </pc:spChg>
      </pc:sldMasterChg>
      <pc:sldMasterChg chg="addSp modSp mod">
        <pc:chgData name="Gudla, Natraj" userId="1b097815-ad51-435d-a557-eb69be7a0b69" providerId="ADAL" clId="{283283F4-033F-4442-A5D9-8DA66D387EF6}" dt="2024-06-09T04:23:21.344" v="5614"/>
        <pc:sldMasterMkLst>
          <pc:docMk/>
          <pc:sldMasterMk cId="3148905397" sldId="2147483980"/>
        </pc:sldMasterMkLst>
        <pc:spChg chg="mod">
          <ac:chgData name="Gudla, Natraj" userId="1b097815-ad51-435d-a557-eb69be7a0b69" providerId="ADAL" clId="{283283F4-033F-4442-A5D9-8DA66D387EF6}" dt="2024-06-09T04:23:21.344" v="5614"/>
          <ac:spMkLst>
            <pc:docMk/>
            <pc:sldMasterMk cId="3148905397" sldId="2147483980"/>
            <ac:spMk id="2" creationId="{D17879E2-3C96-3A06-90FD-9E1200992292}"/>
          </ac:spMkLst>
        </pc:spChg>
        <pc:spChg chg="add mod">
          <ac:chgData name="Gudla, Natraj" userId="1b097815-ad51-435d-a557-eb69be7a0b69" providerId="ADAL" clId="{283283F4-033F-4442-A5D9-8DA66D387EF6}" dt="2024-06-09T03:51:52.018" v="5398"/>
          <ac:spMkLst>
            <pc:docMk/>
            <pc:sldMasterMk cId="3148905397" sldId="2147483980"/>
            <ac:spMk id="3" creationId="{CD20865B-54CD-8D7B-ED7C-4D5A15D76942}"/>
          </ac:spMkLst>
        </pc:spChg>
      </pc:sldMasterChg>
      <pc:sldMasterChg chg="addSp modSp mod">
        <pc:chgData name="Gudla, Natraj" userId="1b097815-ad51-435d-a557-eb69be7a0b69" providerId="ADAL" clId="{283283F4-033F-4442-A5D9-8DA66D387EF6}" dt="2024-06-09T04:23:34.715" v="5615"/>
        <pc:sldMasterMkLst>
          <pc:docMk/>
          <pc:sldMasterMk cId="3148905397" sldId="2147484005"/>
        </pc:sldMasterMkLst>
        <pc:spChg chg="mod">
          <ac:chgData name="Gudla, Natraj" userId="1b097815-ad51-435d-a557-eb69be7a0b69" providerId="ADAL" clId="{283283F4-033F-4442-A5D9-8DA66D387EF6}" dt="2024-06-09T04:23:34.715" v="5615"/>
          <ac:spMkLst>
            <pc:docMk/>
            <pc:sldMasterMk cId="3148905397" sldId="2147484005"/>
            <ac:spMk id="5" creationId="{95F909D2-4B72-A85F-1824-B72A61A5AF6C}"/>
          </ac:spMkLst>
        </pc:spChg>
        <pc:spChg chg="add mod">
          <ac:chgData name="Gudla, Natraj" userId="1b097815-ad51-435d-a557-eb69be7a0b69" providerId="ADAL" clId="{283283F4-033F-4442-A5D9-8DA66D387EF6}" dt="2024-06-09T03:54:28.030" v="5405"/>
          <ac:spMkLst>
            <pc:docMk/>
            <pc:sldMasterMk cId="3148905397" sldId="2147484005"/>
            <ac:spMk id="6" creationId="{893EBFCC-8079-3C6A-4D0A-BB13BC9E0121}"/>
          </ac:spMkLst>
        </pc:spChg>
      </pc:sldMasterChg>
      <pc:sldMasterChg chg="addSp modSp mod">
        <pc:chgData name="Gudla, Natraj" userId="1b097815-ad51-435d-a557-eb69be7a0b69" providerId="ADAL" clId="{283283F4-033F-4442-A5D9-8DA66D387EF6}" dt="2024-06-09T04:23:44.236" v="5616"/>
        <pc:sldMasterMkLst>
          <pc:docMk/>
          <pc:sldMasterMk cId="260528291" sldId="2147484030"/>
        </pc:sldMasterMkLst>
        <pc:spChg chg="mod">
          <ac:chgData name="Gudla, Natraj" userId="1b097815-ad51-435d-a557-eb69be7a0b69" providerId="ADAL" clId="{283283F4-033F-4442-A5D9-8DA66D387EF6}" dt="2024-06-09T04:23:44.236" v="5616"/>
          <ac:spMkLst>
            <pc:docMk/>
            <pc:sldMasterMk cId="260528291" sldId="2147484030"/>
            <ac:spMk id="2" creationId="{C201F874-4263-EB0E-4A19-FB74904E4D3B}"/>
          </ac:spMkLst>
        </pc:spChg>
        <pc:spChg chg="add mod">
          <ac:chgData name="Gudla, Natraj" userId="1b097815-ad51-435d-a557-eb69be7a0b69" providerId="ADAL" clId="{283283F4-033F-4442-A5D9-8DA66D387EF6}" dt="2024-06-09T03:54:45.500" v="5407" actId="1036"/>
          <ac:spMkLst>
            <pc:docMk/>
            <pc:sldMasterMk cId="260528291" sldId="2147484030"/>
            <ac:spMk id="3" creationId="{A2E19E46-5B16-2699-F2D6-15BCDA7B020F}"/>
          </ac:spMkLst>
        </pc:spChg>
      </pc:sldMasterChg>
      <pc:sldMasterChg chg="addSp modSp mod">
        <pc:chgData name="Gudla, Natraj" userId="1b097815-ad51-435d-a557-eb69be7a0b69" providerId="ADAL" clId="{283283F4-033F-4442-A5D9-8DA66D387EF6}" dt="2024-06-09T04:23:54.424" v="5617"/>
        <pc:sldMasterMkLst>
          <pc:docMk/>
          <pc:sldMasterMk cId="3038761969" sldId="2147484068"/>
        </pc:sldMasterMkLst>
        <pc:spChg chg="mod">
          <ac:chgData name="Gudla, Natraj" userId="1b097815-ad51-435d-a557-eb69be7a0b69" providerId="ADAL" clId="{283283F4-033F-4442-A5D9-8DA66D387EF6}" dt="2024-06-09T04:23:54.424" v="5617"/>
          <ac:spMkLst>
            <pc:docMk/>
            <pc:sldMasterMk cId="3038761969" sldId="2147484068"/>
            <ac:spMk id="2" creationId="{28BB344A-D0C7-2ABD-C194-00D5F70A79E5}"/>
          </ac:spMkLst>
        </pc:spChg>
        <pc:spChg chg="add mod">
          <ac:chgData name="Gudla, Natraj" userId="1b097815-ad51-435d-a557-eb69be7a0b69" providerId="ADAL" clId="{283283F4-033F-4442-A5D9-8DA66D387EF6}" dt="2024-06-09T03:55:00.935" v="5408"/>
          <ac:spMkLst>
            <pc:docMk/>
            <pc:sldMasterMk cId="3038761969" sldId="2147484068"/>
            <ac:spMk id="5" creationId="{636D3451-F1B4-430F-E5E4-49B54A3851DF}"/>
          </ac:spMkLst>
        </pc:spChg>
      </pc:sldMasterChg>
      <pc:sldMasterChg chg="delSldLayout">
        <pc:chgData name="Gudla, Natraj" userId="1b097815-ad51-435d-a557-eb69be7a0b69" providerId="ADAL" clId="{283283F4-033F-4442-A5D9-8DA66D387EF6}" dt="2024-06-09T04:16:24.972" v="5556" actId="2696"/>
        <pc:sldMasterMkLst>
          <pc:docMk/>
          <pc:sldMasterMk cId="3224598341" sldId="2147484098"/>
        </pc:sldMasterMkLst>
        <pc:sldLayoutChg chg="del">
          <pc:chgData name="Gudla, Natraj" userId="1b097815-ad51-435d-a557-eb69be7a0b69" providerId="ADAL" clId="{283283F4-033F-4442-A5D9-8DA66D387EF6}" dt="2024-06-09T04:16:24.732" v="5518" actId="2696"/>
          <pc:sldLayoutMkLst>
            <pc:docMk/>
            <pc:sldMasterMk cId="3224598341" sldId="2147484098"/>
            <pc:sldLayoutMk cId="3109190606" sldId="2147484101"/>
          </pc:sldLayoutMkLst>
        </pc:sldLayoutChg>
        <pc:sldLayoutChg chg="del">
          <pc:chgData name="Gudla, Natraj" userId="1b097815-ad51-435d-a557-eb69be7a0b69" providerId="ADAL" clId="{283283F4-033F-4442-A5D9-8DA66D387EF6}" dt="2024-06-09T04:16:24.743" v="5519" actId="2696"/>
          <pc:sldLayoutMkLst>
            <pc:docMk/>
            <pc:sldMasterMk cId="3224598341" sldId="2147484098"/>
            <pc:sldLayoutMk cId="3887050960" sldId="2147484102"/>
          </pc:sldLayoutMkLst>
        </pc:sldLayoutChg>
        <pc:sldLayoutChg chg="del">
          <pc:chgData name="Gudla, Natraj" userId="1b097815-ad51-435d-a557-eb69be7a0b69" providerId="ADAL" clId="{283283F4-033F-4442-A5D9-8DA66D387EF6}" dt="2024-06-09T04:16:24.749" v="5520" actId="2696"/>
          <pc:sldLayoutMkLst>
            <pc:docMk/>
            <pc:sldMasterMk cId="3224598341" sldId="2147484098"/>
            <pc:sldLayoutMk cId="1958872992" sldId="2147484103"/>
          </pc:sldLayoutMkLst>
        </pc:sldLayoutChg>
        <pc:sldLayoutChg chg="del">
          <pc:chgData name="Gudla, Natraj" userId="1b097815-ad51-435d-a557-eb69be7a0b69" providerId="ADAL" clId="{283283F4-033F-4442-A5D9-8DA66D387EF6}" dt="2024-06-09T04:16:24.753" v="5521" actId="2696"/>
          <pc:sldLayoutMkLst>
            <pc:docMk/>
            <pc:sldMasterMk cId="3224598341" sldId="2147484098"/>
            <pc:sldLayoutMk cId="508287123" sldId="2147484104"/>
          </pc:sldLayoutMkLst>
        </pc:sldLayoutChg>
        <pc:sldLayoutChg chg="del">
          <pc:chgData name="Gudla, Natraj" userId="1b097815-ad51-435d-a557-eb69be7a0b69" providerId="ADAL" clId="{283283F4-033F-4442-A5D9-8DA66D387EF6}" dt="2024-06-09T04:16:24.760" v="5522" actId="2696"/>
          <pc:sldLayoutMkLst>
            <pc:docMk/>
            <pc:sldMasterMk cId="3224598341" sldId="2147484098"/>
            <pc:sldLayoutMk cId="2261071814" sldId="2147484105"/>
          </pc:sldLayoutMkLst>
        </pc:sldLayoutChg>
        <pc:sldLayoutChg chg="del">
          <pc:chgData name="Gudla, Natraj" userId="1b097815-ad51-435d-a557-eb69be7a0b69" providerId="ADAL" clId="{283283F4-033F-4442-A5D9-8DA66D387EF6}" dt="2024-06-09T04:16:24.768" v="5523" actId="2696"/>
          <pc:sldLayoutMkLst>
            <pc:docMk/>
            <pc:sldMasterMk cId="3224598341" sldId="2147484098"/>
            <pc:sldLayoutMk cId="712339287" sldId="2147484106"/>
          </pc:sldLayoutMkLst>
        </pc:sldLayoutChg>
        <pc:sldLayoutChg chg="del">
          <pc:chgData name="Gudla, Natraj" userId="1b097815-ad51-435d-a557-eb69be7a0b69" providerId="ADAL" clId="{283283F4-033F-4442-A5D9-8DA66D387EF6}" dt="2024-06-09T04:16:24.773" v="5524" actId="2696"/>
          <pc:sldLayoutMkLst>
            <pc:docMk/>
            <pc:sldMasterMk cId="3224598341" sldId="2147484098"/>
            <pc:sldLayoutMk cId="3613652909" sldId="2147484107"/>
          </pc:sldLayoutMkLst>
        </pc:sldLayoutChg>
        <pc:sldLayoutChg chg="del">
          <pc:chgData name="Gudla, Natraj" userId="1b097815-ad51-435d-a557-eb69be7a0b69" providerId="ADAL" clId="{283283F4-033F-4442-A5D9-8DA66D387EF6}" dt="2024-06-09T04:16:24.779" v="5525" actId="2696"/>
          <pc:sldLayoutMkLst>
            <pc:docMk/>
            <pc:sldMasterMk cId="3224598341" sldId="2147484098"/>
            <pc:sldLayoutMk cId="1222153669" sldId="2147484108"/>
          </pc:sldLayoutMkLst>
        </pc:sldLayoutChg>
        <pc:sldLayoutChg chg="del">
          <pc:chgData name="Gudla, Natraj" userId="1b097815-ad51-435d-a557-eb69be7a0b69" providerId="ADAL" clId="{283283F4-033F-4442-A5D9-8DA66D387EF6}" dt="2024-06-09T04:16:24.785" v="5526" actId="2696"/>
          <pc:sldLayoutMkLst>
            <pc:docMk/>
            <pc:sldMasterMk cId="3224598341" sldId="2147484098"/>
            <pc:sldLayoutMk cId="255101388" sldId="2147484109"/>
          </pc:sldLayoutMkLst>
        </pc:sldLayoutChg>
        <pc:sldLayoutChg chg="del">
          <pc:chgData name="Gudla, Natraj" userId="1b097815-ad51-435d-a557-eb69be7a0b69" providerId="ADAL" clId="{283283F4-033F-4442-A5D9-8DA66D387EF6}" dt="2024-06-09T04:16:24.791" v="5527" actId="2696"/>
          <pc:sldLayoutMkLst>
            <pc:docMk/>
            <pc:sldMasterMk cId="3224598341" sldId="2147484098"/>
            <pc:sldLayoutMk cId="3637886913" sldId="2147484110"/>
          </pc:sldLayoutMkLst>
        </pc:sldLayoutChg>
        <pc:sldLayoutChg chg="del">
          <pc:chgData name="Gudla, Natraj" userId="1b097815-ad51-435d-a557-eb69be7a0b69" providerId="ADAL" clId="{283283F4-033F-4442-A5D9-8DA66D387EF6}" dt="2024-06-09T04:16:24.798" v="5528" actId="2696"/>
          <pc:sldLayoutMkLst>
            <pc:docMk/>
            <pc:sldMasterMk cId="3224598341" sldId="2147484098"/>
            <pc:sldLayoutMk cId="3941732843" sldId="2147484111"/>
          </pc:sldLayoutMkLst>
        </pc:sldLayoutChg>
        <pc:sldLayoutChg chg="del">
          <pc:chgData name="Gudla, Natraj" userId="1b097815-ad51-435d-a557-eb69be7a0b69" providerId="ADAL" clId="{283283F4-033F-4442-A5D9-8DA66D387EF6}" dt="2024-06-09T04:16:24.804" v="5529" actId="2696"/>
          <pc:sldLayoutMkLst>
            <pc:docMk/>
            <pc:sldMasterMk cId="3224598341" sldId="2147484098"/>
            <pc:sldLayoutMk cId="1291872211" sldId="2147484112"/>
          </pc:sldLayoutMkLst>
        </pc:sldLayoutChg>
        <pc:sldLayoutChg chg="del">
          <pc:chgData name="Gudla, Natraj" userId="1b097815-ad51-435d-a557-eb69be7a0b69" providerId="ADAL" clId="{283283F4-033F-4442-A5D9-8DA66D387EF6}" dt="2024-06-09T04:16:24.810" v="5530" actId="2696"/>
          <pc:sldLayoutMkLst>
            <pc:docMk/>
            <pc:sldMasterMk cId="3224598341" sldId="2147484098"/>
            <pc:sldLayoutMk cId="975691231" sldId="2147484113"/>
          </pc:sldLayoutMkLst>
        </pc:sldLayoutChg>
        <pc:sldLayoutChg chg="del">
          <pc:chgData name="Gudla, Natraj" userId="1b097815-ad51-435d-a557-eb69be7a0b69" providerId="ADAL" clId="{283283F4-033F-4442-A5D9-8DA66D387EF6}" dt="2024-06-09T04:16:24.816" v="5531" actId="2696"/>
          <pc:sldLayoutMkLst>
            <pc:docMk/>
            <pc:sldMasterMk cId="3224598341" sldId="2147484098"/>
            <pc:sldLayoutMk cId="1497361672" sldId="2147484114"/>
          </pc:sldLayoutMkLst>
        </pc:sldLayoutChg>
        <pc:sldLayoutChg chg="del">
          <pc:chgData name="Gudla, Natraj" userId="1b097815-ad51-435d-a557-eb69be7a0b69" providerId="ADAL" clId="{283283F4-033F-4442-A5D9-8DA66D387EF6}" dt="2024-06-09T04:16:24.822" v="5532" actId="2696"/>
          <pc:sldLayoutMkLst>
            <pc:docMk/>
            <pc:sldMasterMk cId="3224598341" sldId="2147484098"/>
            <pc:sldLayoutMk cId="2265561827" sldId="2147484115"/>
          </pc:sldLayoutMkLst>
        </pc:sldLayoutChg>
        <pc:sldLayoutChg chg="del">
          <pc:chgData name="Gudla, Natraj" userId="1b097815-ad51-435d-a557-eb69be7a0b69" providerId="ADAL" clId="{283283F4-033F-4442-A5D9-8DA66D387EF6}" dt="2024-06-09T04:16:24.826" v="5533" actId="2696"/>
          <pc:sldLayoutMkLst>
            <pc:docMk/>
            <pc:sldMasterMk cId="3224598341" sldId="2147484098"/>
            <pc:sldLayoutMk cId="2944043018" sldId="2147484116"/>
          </pc:sldLayoutMkLst>
        </pc:sldLayoutChg>
        <pc:sldLayoutChg chg="del">
          <pc:chgData name="Gudla, Natraj" userId="1b097815-ad51-435d-a557-eb69be7a0b69" providerId="ADAL" clId="{283283F4-033F-4442-A5D9-8DA66D387EF6}" dt="2024-06-09T04:16:24.832" v="5534" actId="2696"/>
          <pc:sldLayoutMkLst>
            <pc:docMk/>
            <pc:sldMasterMk cId="3224598341" sldId="2147484098"/>
            <pc:sldLayoutMk cId="2749346545" sldId="2147484117"/>
          </pc:sldLayoutMkLst>
        </pc:sldLayoutChg>
        <pc:sldLayoutChg chg="del">
          <pc:chgData name="Gudla, Natraj" userId="1b097815-ad51-435d-a557-eb69be7a0b69" providerId="ADAL" clId="{283283F4-033F-4442-A5D9-8DA66D387EF6}" dt="2024-06-09T04:16:24.839" v="5535" actId="2696"/>
          <pc:sldLayoutMkLst>
            <pc:docMk/>
            <pc:sldMasterMk cId="3224598341" sldId="2147484098"/>
            <pc:sldLayoutMk cId="935611589" sldId="2147484118"/>
          </pc:sldLayoutMkLst>
        </pc:sldLayoutChg>
        <pc:sldLayoutChg chg="del">
          <pc:chgData name="Gudla, Natraj" userId="1b097815-ad51-435d-a557-eb69be7a0b69" providerId="ADAL" clId="{283283F4-033F-4442-A5D9-8DA66D387EF6}" dt="2024-06-09T04:16:24.847" v="5536" actId="2696"/>
          <pc:sldLayoutMkLst>
            <pc:docMk/>
            <pc:sldMasterMk cId="3224598341" sldId="2147484098"/>
            <pc:sldLayoutMk cId="506344918" sldId="2147484119"/>
          </pc:sldLayoutMkLst>
        </pc:sldLayoutChg>
        <pc:sldLayoutChg chg="del">
          <pc:chgData name="Gudla, Natraj" userId="1b097815-ad51-435d-a557-eb69be7a0b69" providerId="ADAL" clId="{283283F4-033F-4442-A5D9-8DA66D387EF6}" dt="2024-06-09T04:16:24.854" v="5537" actId="2696"/>
          <pc:sldLayoutMkLst>
            <pc:docMk/>
            <pc:sldMasterMk cId="3224598341" sldId="2147484098"/>
            <pc:sldLayoutMk cId="733941446" sldId="2147484120"/>
          </pc:sldLayoutMkLst>
        </pc:sldLayoutChg>
        <pc:sldLayoutChg chg="del">
          <pc:chgData name="Gudla, Natraj" userId="1b097815-ad51-435d-a557-eb69be7a0b69" providerId="ADAL" clId="{283283F4-033F-4442-A5D9-8DA66D387EF6}" dt="2024-06-09T04:16:24.859" v="5538" actId="2696"/>
          <pc:sldLayoutMkLst>
            <pc:docMk/>
            <pc:sldMasterMk cId="3224598341" sldId="2147484098"/>
            <pc:sldLayoutMk cId="3539627632" sldId="2147484121"/>
          </pc:sldLayoutMkLst>
        </pc:sldLayoutChg>
        <pc:sldLayoutChg chg="del">
          <pc:chgData name="Gudla, Natraj" userId="1b097815-ad51-435d-a557-eb69be7a0b69" providerId="ADAL" clId="{283283F4-033F-4442-A5D9-8DA66D387EF6}" dt="2024-06-09T04:16:24.866" v="5539" actId="2696"/>
          <pc:sldLayoutMkLst>
            <pc:docMk/>
            <pc:sldMasterMk cId="3224598341" sldId="2147484098"/>
            <pc:sldLayoutMk cId="3695848139" sldId="2147484122"/>
          </pc:sldLayoutMkLst>
        </pc:sldLayoutChg>
        <pc:sldLayoutChg chg="del">
          <pc:chgData name="Gudla, Natraj" userId="1b097815-ad51-435d-a557-eb69be7a0b69" providerId="ADAL" clId="{283283F4-033F-4442-A5D9-8DA66D387EF6}" dt="2024-06-09T04:16:24.873" v="5540" actId="2696"/>
          <pc:sldLayoutMkLst>
            <pc:docMk/>
            <pc:sldMasterMk cId="3224598341" sldId="2147484098"/>
            <pc:sldLayoutMk cId="2603098550" sldId="2147484123"/>
          </pc:sldLayoutMkLst>
        </pc:sldLayoutChg>
        <pc:sldLayoutChg chg="del">
          <pc:chgData name="Gudla, Natraj" userId="1b097815-ad51-435d-a557-eb69be7a0b69" providerId="ADAL" clId="{283283F4-033F-4442-A5D9-8DA66D387EF6}" dt="2024-06-09T04:16:24.878" v="5541" actId="2696"/>
          <pc:sldLayoutMkLst>
            <pc:docMk/>
            <pc:sldMasterMk cId="3224598341" sldId="2147484098"/>
            <pc:sldLayoutMk cId="3036269213" sldId="2147484124"/>
          </pc:sldLayoutMkLst>
        </pc:sldLayoutChg>
        <pc:sldLayoutChg chg="del">
          <pc:chgData name="Gudla, Natraj" userId="1b097815-ad51-435d-a557-eb69be7a0b69" providerId="ADAL" clId="{283283F4-033F-4442-A5D9-8DA66D387EF6}" dt="2024-06-09T04:16:24.885" v="5542" actId="2696"/>
          <pc:sldLayoutMkLst>
            <pc:docMk/>
            <pc:sldMasterMk cId="3224598341" sldId="2147484098"/>
            <pc:sldLayoutMk cId="3022997145" sldId="2147484125"/>
          </pc:sldLayoutMkLst>
        </pc:sldLayoutChg>
        <pc:sldLayoutChg chg="del">
          <pc:chgData name="Gudla, Natraj" userId="1b097815-ad51-435d-a557-eb69be7a0b69" providerId="ADAL" clId="{283283F4-033F-4442-A5D9-8DA66D387EF6}" dt="2024-06-09T04:16:24.891" v="5543" actId="2696"/>
          <pc:sldLayoutMkLst>
            <pc:docMk/>
            <pc:sldMasterMk cId="3224598341" sldId="2147484098"/>
            <pc:sldLayoutMk cId="2778795005" sldId="2147484126"/>
          </pc:sldLayoutMkLst>
        </pc:sldLayoutChg>
        <pc:sldLayoutChg chg="del">
          <pc:chgData name="Gudla, Natraj" userId="1b097815-ad51-435d-a557-eb69be7a0b69" providerId="ADAL" clId="{283283F4-033F-4442-A5D9-8DA66D387EF6}" dt="2024-06-09T04:16:24.896" v="5544" actId="2696"/>
          <pc:sldLayoutMkLst>
            <pc:docMk/>
            <pc:sldMasterMk cId="3224598341" sldId="2147484098"/>
            <pc:sldLayoutMk cId="616036874" sldId="2147484127"/>
          </pc:sldLayoutMkLst>
        </pc:sldLayoutChg>
        <pc:sldLayoutChg chg="del">
          <pc:chgData name="Gudla, Natraj" userId="1b097815-ad51-435d-a557-eb69be7a0b69" providerId="ADAL" clId="{283283F4-033F-4442-A5D9-8DA66D387EF6}" dt="2024-06-09T04:16:24.902" v="5545" actId="2696"/>
          <pc:sldLayoutMkLst>
            <pc:docMk/>
            <pc:sldMasterMk cId="3224598341" sldId="2147484098"/>
            <pc:sldLayoutMk cId="808842011" sldId="2147484128"/>
          </pc:sldLayoutMkLst>
        </pc:sldLayoutChg>
        <pc:sldLayoutChg chg="del">
          <pc:chgData name="Gudla, Natraj" userId="1b097815-ad51-435d-a557-eb69be7a0b69" providerId="ADAL" clId="{283283F4-033F-4442-A5D9-8DA66D387EF6}" dt="2024-06-09T04:16:24.909" v="5546" actId="2696"/>
          <pc:sldLayoutMkLst>
            <pc:docMk/>
            <pc:sldMasterMk cId="3224598341" sldId="2147484098"/>
            <pc:sldLayoutMk cId="3373021951" sldId="2147484129"/>
          </pc:sldLayoutMkLst>
        </pc:sldLayoutChg>
        <pc:sldLayoutChg chg="del">
          <pc:chgData name="Gudla, Natraj" userId="1b097815-ad51-435d-a557-eb69be7a0b69" providerId="ADAL" clId="{283283F4-033F-4442-A5D9-8DA66D387EF6}" dt="2024-06-09T04:16:24.915" v="5547" actId="2696"/>
          <pc:sldLayoutMkLst>
            <pc:docMk/>
            <pc:sldMasterMk cId="3224598341" sldId="2147484098"/>
            <pc:sldLayoutMk cId="2539345926" sldId="2147484130"/>
          </pc:sldLayoutMkLst>
        </pc:sldLayoutChg>
        <pc:sldLayoutChg chg="del">
          <pc:chgData name="Gudla, Natraj" userId="1b097815-ad51-435d-a557-eb69be7a0b69" providerId="ADAL" clId="{283283F4-033F-4442-A5D9-8DA66D387EF6}" dt="2024-06-09T04:16:24.922" v="5548" actId="2696"/>
          <pc:sldLayoutMkLst>
            <pc:docMk/>
            <pc:sldMasterMk cId="3224598341" sldId="2147484098"/>
            <pc:sldLayoutMk cId="596079266" sldId="2147484131"/>
          </pc:sldLayoutMkLst>
        </pc:sldLayoutChg>
        <pc:sldLayoutChg chg="del">
          <pc:chgData name="Gudla, Natraj" userId="1b097815-ad51-435d-a557-eb69be7a0b69" providerId="ADAL" clId="{283283F4-033F-4442-A5D9-8DA66D387EF6}" dt="2024-06-09T04:16:24.931" v="5549" actId="2696"/>
          <pc:sldLayoutMkLst>
            <pc:docMk/>
            <pc:sldMasterMk cId="3224598341" sldId="2147484098"/>
            <pc:sldLayoutMk cId="2200858690" sldId="2147484132"/>
          </pc:sldLayoutMkLst>
        </pc:sldLayoutChg>
        <pc:sldLayoutChg chg="del">
          <pc:chgData name="Gudla, Natraj" userId="1b097815-ad51-435d-a557-eb69be7a0b69" providerId="ADAL" clId="{283283F4-033F-4442-A5D9-8DA66D387EF6}" dt="2024-06-09T04:16:24.939" v="5550" actId="2696"/>
          <pc:sldLayoutMkLst>
            <pc:docMk/>
            <pc:sldMasterMk cId="3224598341" sldId="2147484098"/>
            <pc:sldLayoutMk cId="954703313" sldId="2147484133"/>
          </pc:sldLayoutMkLst>
        </pc:sldLayoutChg>
        <pc:sldLayoutChg chg="del">
          <pc:chgData name="Gudla, Natraj" userId="1b097815-ad51-435d-a557-eb69be7a0b69" providerId="ADAL" clId="{283283F4-033F-4442-A5D9-8DA66D387EF6}" dt="2024-06-09T04:16:24.945" v="5551" actId="2696"/>
          <pc:sldLayoutMkLst>
            <pc:docMk/>
            <pc:sldMasterMk cId="3224598341" sldId="2147484098"/>
            <pc:sldLayoutMk cId="301280192" sldId="2147484134"/>
          </pc:sldLayoutMkLst>
        </pc:sldLayoutChg>
        <pc:sldLayoutChg chg="del">
          <pc:chgData name="Gudla, Natraj" userId="1b097815-ad51-435d-a557-eb69be7a0b69" providerId="ADAL" clId="{283283F4-033F-4442-A5D9-8DA66D387EF6}" dt="2024-06-09T04:16:24.951" v="5552" actId="2696"/>
          <pc:sldLayoutMkLst>
            <pc:docMk/>
            <pc:sldMasterMk cId="3224598341" sldId="2147484098"/>
            <pc:sldLayoutMk cId="2456629603" sldId="2147484135"/>
          </pc:sldLayoutMkLst>
        </pc:sldLayoutChg>
        <pc:sldLayoutChg chg="del">
          <pc:chgData name="Gudla, Natraj" userId="1b097815-ad51-435d-a557-eb69be7a0b69" providerId="ADAL" clId="{283283F4-033F-4442-A5D9-8DA66D387EF6}" dt="2024-06-09T04:16:24.956" v="5553" actId="2696"/>
          <pc:sldLayoutMkLst>
            <pc:docMk/>
            <pc:sldMasterMk cId="3224598341" sldId="2147484098"/>
            <pc:sldLayoutMk cId="113727192" sldId="2147484136"/>
          </pc:sldLayoutMkLst>
        </pc:sldLayoutChg>
        <pc:sldLayoutChg chg="del">
          <pc:chgData name="Gudla, Natraj" userId="1b097815-ad51-435d-a557-eb69be7a0b69" providerId="ADAL" clId="{283283F4-033F-4442-A5D9-8DA66D387EF6}" dt="2024-06-09T04:16:24.961" v="5554" actId="2696"/>
          <pc:sldLayoutMkLst>
            <pc:docMk/>
            <pc:sldMasterMk cId="3224598341" sldId="2147484098"/>
            <pc:sldLayoutMk cId="4285781734" sldId="2147484137"/>
          </pc:sldLayoutMkLst>
        </pc:sldLayoutChg>
        <pc:sldLayoutChg chg="del">
          <pc:chgData name="Gudla, Natraj" userId="1b097815-ad51-435d-a557-eb69be7a0b69" providerId="ADAL" clId="{283283F4-033F-4442-A5D9-8DA66D387EF6}" dt="2024-06-09T04:16:24.967" v="5555" actId="2696"/>
          <pc:sldLayoutMkLst>
            <pc:docMk/>
            <pc:sldMasterMk cId="3224598341" sldId="2147484098"/>
            <pc:sldLayoutMk cId="360261896" sldId="2147484138"/>
          </pc:sldLayoutMkLst>
        </pc:sldLayoutChg>
        <pc:sldLayoutChg chg="del">
          <pc:chgData name="Gudla, Natraj" userId="1b097815-ad51-435d-a557-eb69be7a0b69" providerId="ADAL" clId="{283283F4-033F-4442-A5D9-8DA66D387EF6}" dt="2024-06-09T04:16:24.972" v="5556" actId="2696"/>
          <pc:sldLayoutMkLst>
            <pc:docMk/>
            <pc:sldMasterMk cId="3224598341" sldId="2147484098"/>
            <pc:sldLayoutMk cId="151596120" sldId="2147484139"/>
          </pc:sldLayoutMkLst>
        </pc:sldLayoutChg>
        <pc:sldLayoutChg chg="del">
          <pc:chgData name="Gudla, Natraj" userId="1b097815-ad51-435d-a557-eb69be7a0b69" providerId="ADAL" clId="{283283F4-033F-4442-A5D9-8DA66D387EF6}" dt="2024-06-09T04:16:24.696" v="5517" actId="2696"/>
          <pc:sldLayoutMkLst>
            <pc:docMk/>
            <pc:sldMasterMk cId="3224598341" sldId="2147484098"/>
            <pc:sldLayoutMk cId="4219840383" sldId="2147484140"/>
          </pc:sldLayoutMkLst>
        </pc:sldLayoutChg>
        <pc:sldLayoutChg chg="del">
          <pc:chgData name="Gudla, Natraj" userId="1b097815-ad51-435d-a557-eb69be7a0b69" providerId="ADAL" clId="{283283F4-033F-4442-A5D9-8DA66D387EF6}" dt="2024-06-09T04:16:03.800" v="5508" actId="2696"/>
          <pc:sldLayoutMkLst>
            <pc:docMk/>
            <pc:sldMasterMk cId="3224598341" sldId="2147484098"/>
            <pc:sldLayoutMk cId="2454993973" sldId="2147484141"/>
          </pc:sldLayoutMkLst>
        </pc:sldLayoutChg>
        <pc:sldLayoutChg chg="del">
          <pc:chgData name="Gudla, Natraj" userId="1b097815-ad51-435d-a557-eb69be7a0b69" providerId="ADAL" clId="{283283F4-033F-4442-A5D9-8DA66D387EF6}" dt="2024-06-09T04:16:03.806" v="5509" actId="2696"/>
          <pc:sldLayoutMkLst>
            <pc:docMk/>
            <pc:sldMasterMk cId="3224598341" sldId="2147484098"/>
            <pc:sldLayoutMk cId="1426139619" sldId="2147484142"/>
          </pc:sldLayoutMkLst>
        </pc:sldLayoutChg>
        <pc:sldLayoutChg chg="del">
          <pc:chgData name="Gudla, Natraj" userId="1b097815-ad51-435d-a557-eb69be7a0b69" providerId="ADAL" clId="{283283F4-033F-4442-A5D9-8DA66D387EF6}" dt="2024-06-09T04:16:03.812" v="5510" actId="2696"/>
          <pc:sldLayoutMkLst>
            <pc:docMk/>
            <pc:sldMasterMk cId="3224598341" sldId="2147484098"/>
            <pc:sldLayoutMk cId="1644938627" sldId="2147484143"/>
          </pc:sldLayoutMkLst>
        </pc:sldLayoutChg>
        <pc:sldLayoutChg chg="del">
          <pc:chgData name="Gudla, Natraj" userId="1b097815-ad51-435d-a557-eb69be7a0b69" providerId="ADAL" clId="{283283F4-033F-4442-A5D9-8DA66D387EF6}" dt="2024-06-09T04:16:03.817" v="5511" actId="2696"/>
          <pc:sldLayoutMkLst>
            <pc:docMk/>
            <pc:sldMasterMk cId="3224598341" sldId="2147484098"/>
            <pc:sldLayoutMk cId="3191479528" sldId="2147484144"/>
          </pc:sldLayoutMkLst>
        </pc:sldLayoutChg>
        <pc:sldLayoutChg chg="del">
          <pc:chgData name="Gudla, Natraj" userId="1b097815-ad51-435d-a557-eb69be7a0b69" providerId="ADAL" clId="{283283F4-033F-4442-A5D9-8DA66D387EF6}" dt="2024-06-09T04:16:03.823" v="5512" actId="2696"/>
          <pc:sldLayoutMkLst>
            <pc:docMk/>
            <pc:sldMasterMk cId="3224598341" sldId="2147484098"/>
            <pc:sldLayoutMk cId="4074726430" sldId="2147484145"/>
          </pc:sldLayoutMkLst>
        </pc:sldLayoutChg>
        <pc:sldLayoutChg chg="del">
          <pc:chgData name="Gudla, Natraj" userId="1b097815-ad51-435d-a557-eb69be7a0b69" providerId="ADAL" clId="{283283F4-033F-4442-A5D9-8DA66D387EF6}" dt="2024-06-09T04:16:03.828" v="5513" actId="2696"/>
          <pc:sldLayoutMkLst>
            <pc:docMk/>
            <pc:sldMasterMk cId="3224598341" sldId="2147484098"/>
            <pc:sldLayoutMk cId="913196859" sldId="2147484146"/>
          </pc:sldLayoutMkLst>
        </pc:sldLayoutChg>
        <pc:sldLayoutChg chg="del">
          <pc:chgData name="Gudla, Natraj" userId="1b097815-ad51-435d-a557-eb69be7a0b69" providerId="ADAL" clId="{283283F4-033F-4442-A5D9-8DA66D387EF6}" dt="2024-06-09T04:16:03.836" v="5514" actId="2696"/>
          <pc:sldLayoutMkLst>
            <pc:docMk/>
            <pc:sldMasterMk cId="3224598341" sldId="2147484098"/>
            <pc:sldLayoutMk cId="1736405047" sldId="2147484147"/>
          </pc:sldLayoutMkLst>
        </pc:sldLayoutChg>
        <pc:sldLayoutChg chg="del">
          <pc:chgData name="Gudla, Natraj" userId="1b097815-ad51-435d-a557-eb69be7a0b69" providerId="ADAL" clId="{283283F4-033F-4442-A5D9-8DA66D387EF6}" dt="2024-06-09T04:16:03.846" v="5515" actId="2696"/>
          <pc:sldLayoutMkLst>
            <pc:docMk/>
            <pc:sldMasterMk cId="3224598341" sldId="2147484098"/>
            <pc:sldLayoutMk cId="1956527518" sldId="2147484148"/>
          </pc:sldLayoutMkLst>
        </pc:sldLayoutChg>
        <pc:sldLayoutChg chg="del">
          <pc:chgData name="Gudla, Natraj" userId="1b097815-ad51-435d-a557-eb69be7a0b69" providerId="ADAL" clId="{283283F4-033F-4442-A5D9-8DA66D387EF6}" dt="2024-06-09T04:16:03.852" v="5516" actId="2696"/>
          <pc:sldLayoutMkLst>
            <pc:docMk/>
            <pc:sldMasterMk cId="3224598341" sldId="2147484098"/>
            <pc:sldLayoutMk cId="1273798092" sldId="2147484149"/>
          </pc:sldLayoutMkLst>
        </pc:sldLayoutChg>
        <pc:sldLayoutChg chg="del">
          <pc:chgData name="Gudla, Natraj" userId="1b097815-ad51-435d-a557-eb69be7a0b69" providerId="ADAL" clId="{283283F4-033F-4442-A5D9-8DA66D387EF6}" dt="2024-06-09T04:15:56.922" v="5504" actId="2696"/>
          <pc:sldLayoutMkLst>
            <pc:docMk/>
            <pc:sldMasterMk cId="3224598341" sldId="2147484098"/>
            <pc:sldLayoutMk cId="222114239" sldId="2147484150"/>
          </pc:sldLayoutMkLst>
        </pc:sldLayoutChg>
        <pc:sldLayoutChg chg="del">
          <pc:chgData name="Gudla, Natraj" userId="1b097815-ad51-435d-a557-eb69be7a0b69" providerId="ADAL" clId="{283283F4-033F-4442-A5D9-8DA66D387EF6}" dt="2024-06-09T04:15:56.935" v="5505" actId="2696"/>
          <pc:sldLayoutMkLst>
            <pc:docMk/>
            <pc:sldMasterMk cId="3224598341" sldId="2147484098"/>
            <pc:sldLayoutMk cId="1083933979" sldId="2147484151"/>
          </pc:sldLayoutMkLst>
        </pc:sldLayoutChg>
        <pc:sldLayoutChg chg="del">
          <pc:chgData name="Gudla, Natraj" userId="1b097815-ad51-435d-a557-eb69be7a0b69" providerId="ADAL" clId="{283283F4-033F-4442-A5D9-8DA66D387EF6}" dt="2024-06-09T04:15:56.946" v="5506" actId="2696"/>
          <pc:sldLayoutMkLst>
            <pc:docMk/>
            <pc:sldMasterMk cId="3224598341" sldId="2147484098"/>
            <pc:sldLayoutMk cId="2442079030" sldId="2147484152"/>
          </pc:sldLayoutMkLst>
        </pc:sldLayoutChg>
        <pc:sldLayoutChg chg="del">
          <pc:chgData name="Gudla, Natraj" userId="1b097815-ad51-435d-a557-eb69be7a0b69" providerId="ADAL" clId="{283283F4-033F-4442-A5D9-8DA66D387EF6}" dt="2024-06-09T04:15:56.896" v="5503" actId="2696"/>
          <pc:sldLayoutMkLst>
            <pc:docMk/>
            <pc:sldMasterMk cId="3224598341" sldId="2147484098"/>
            <pc:sldLayoutMk cId="4079495911" sldId="2147484153"/>
          </pc:sldLayoutMkLst>
        </pc:sldLayoutChg>
        <pc:sldLayoutChg chg="del">
          <pc:chgData name="Gudla, Natraj" userId="1b097815-ad51-435d-a557-eb69be7a0b69" providerId="ADAL" clId="{283283F4-033F-4442-A5D9-8DA66D387EF6}" dt="2024-06-09T04:16:03.788" v="5507" actId="2696"/>
          <pc:sldLayoutMkLst>
            <pc:docMk/>
            <pc:sldMasterMk cId="3224598341" sldId="2147484098"/>
            <pc:sldLayoutMk cId="1362763715" sldId="2147484154"/>
          </pc:sldLayoutMkLst>
        </pc:sldLayoutChg>
      </pc:sldMasterChg>
      <pc:sldMasterChg chg="addSp modSp mod delSldLayout modSldLayout">
        <pc:chgData name="Gudla, Natraj" userId="1b097815-ad51-435d-a557-eb69be7a0b69" providerId="ADAL" clId="{283283F4-033F-4442-A5D9-8DA66D387EF6}" dt="2024-06-09T04:24:05.108" v="5618"/>
        <pc:sldMasterMkLst>
          <pc:docMk/>
          <pc:sldMasterMk cId="1439821657" sldId="2147484157"/>
        </pc:sldMasterMkLst>
        <pc:spChg chg="add mod">
          <ac:chgData name="Gudla, Natraj" userId="1b097815-ad51-435d-a557-eb69be7a0b69" providerId="ADAL" clId="{283283F4-033F-4442-A5D9-8DA66D387EF6}" dt="2024-06-09T04:19:08.292" v="5597"/>
          <ac:spMkLst>
            <pc:docMk/>
            <pc:sldMasterMk cId="1439821657" sldId="2147484157"/>
            <ac:spMk id="2" creationId="{E8A21D90-307F-0583-E4D1-934656AB54E8}"/>
          </ac:spMkLst>
        </pc:spChg>
        <pc:spChg chg="mod">
          <ac:chgData name="Gudla, Natraj" userId="1b097815-ad51-435d-a557-eb69be7a0b69" providerId="ADAL" clId="{283283F4-033F-4442-A5D9-8DA66D387EF6}" dt="2024-06-09T04:24:05.108" v="5618"/>
          <ac:spMkLst>
            <pc:docMk/>
            <pc:sldMasterMk cId="1439821657" sldId="2147484157"/>
            <ac:spMk id="5" creationId="{0003D807-BAAC-4720-450D-ABDEA3DA6794}"/>
          </ac:spMkLst>
        </pc:spChg>
        <pc:sldLayoutChg chg="addSp delSp modSp">
          <pc:chgData name="Gudla, Natraj" userId="1b097815-ad51-435d-a557-eb69be7a0b69" providerId="ADAL" clId="{283283F4-033F-4442-A5D9-8DA66D387EF6}" dt="2024-06-09T04:19:06.283" v="5596"/>
          <pc:sldLayoutMkLst>
            <pc:docMk/>
            <pc:sldMasterMk cId="1439821657" sldId="2147484157"/>
            <pc:sldLayoutMk cId="640472697" sldId="2147484160"/>
          </pc:sldLayoutMkLst>
          <pc:spChg chg="add del mod">
            <ac:chgData name="Gudla, Natraj" userId="1b097815-ad51-435d-a557-eb69be7a0b69" providerId="ADAL" clId="{283283F4-033F-4442-A5D9-8DA66D387EF6}" dt="2024-06-09T04:19:06.283" v="5596"/>
            <ac:spMkLst>
              <pc:docMk/>
              <pc:sldMasterMk cId="1439821657" sldId="2147484157"/>
              <pc:sldLayoutMk cId="640472697" sldId="2147484160"/>
              <ac:spMk id="4" creationId="{3B614BA7-A3C0-0B31-3BAA-250DB86FD946}"/>
            </ac:spMkLst>
          </pc:spChg>
        </pc:sldLayoutChg>
        <pc:sldLayoutChg chg="addSp modSp">
          <pc:chgData name="Gudla, Natraj" userId="1b097815-ad51-435d-a557-eb69be7a0b69" providerId="ADAL" clId="{283283F4-033F-4442-A5D9-8DA66D387EF6}" dt="2024-06-09T04:19:03.139" v="5594"/>
          <pc:sldLayoutMkLst>
            <pc:docMk/>
            <pc:sldMasterMk cId="1439821657" sldId="2147484157"/>
            <pc:sldLayoutMk cId="3952242094" sldId="2147484161"/>
          </pc:sldLayoutMkLst>
          <pc:spChg chg="add mod">
            <ac:chgData name="Gudla, Natraj" userId="1b097815-ad51-435d-a557-eb69be7a0b69" providerId="ADAL" clId="{283283F4-033F-4442-A5D9-8DA66D387EF6}" dt="2024-06-09T04:19:03.139" v="5594"/>
            <ac:spMkLst>
              <pc:docMk/>
              <pc:sldMasterMk cId="1439821657" sldId="2147484157"/>
              <pc:sldLayoutMk cId="3952242094" sldId="2147484161"/>
              <ac:spMk id="3" creationId="{3465709B-F77B-15A4-A9B6-628056491E0A}"/>
            </ac:spMkLst>
          </pc:spChg>
        </pc:sldLayoutChg>
        <pc:sldLayoutChg chg="addSp modSp">
          <pc:chgData name="Gudla, Natraj" userId="1b097815-ad51-435d-a557-eb69be7a0b69" providerId="ADAL" clId="{283283F4-033F-4442-A5D9-8DA66D387EF6}" dt="2024-06-09T04:19:01.354" v="5593"/>
          <pc:sldLayoutMkLst>
            <pc:docMk/>
            <pc:sldMasterMk cId="1439821657" sldId="2147484157"/>
            <pc:sldLayoutMk cId="746357434" sldId="2147484162"/>
          </pc:sldLayoutMkLst>
          <pc:spChg chg="add mod">
            <ac:chgData name="Gudla, Natraj" userId="1b097815-ad51-435d-a557-eb69be7a0b69" providerId="ADAL" clId="{283283F4-033F-4442-A5D9-8DA66D387EF6}" dt="2024-06-09T04:19:01.354" v="5593"/>
            <ac:spMkLst>
              <pc:docMk/>
              <pc:sldMasterMk cId="1439821657" sldId="2147484157"/>
              <pc:sldLayoutMk cId="746357434" sldId="2147484162"/>
              <ac:spMk id="3" creationId="{738AE900-E253-107C-3F81-42084DBB9B9C}"/>
            </ac:spMkLst>
          </pc:spChg>
        </pc:sldLayoutChg>
        <pc:sldLayoutChg chg="addSp modSp">
          <pc:chgData name="Gudla, Natraj" userId="1b097815-ad51-435d-a557-eb69be7a0b69" providerId="ADAL" clId="{283283F4-033F-4442-A5D9-8DA66D387EF6}" dt="2024-06-09T04:18:59.849" v="5592"/>
          <pc:sldLayoutMkLst>
            <pc:docMk/>
            <pc:sldMasterMk cId="1439821657" sldId="2147484157"/>
            <pc:sldLayoutMk cId="1305866826" sldId="2147484163"/>
          </pc:sldLayoutMkLst>
          <pc:spChg chg="add mod">
            <ac:chgData name="Gudla, Natraj" userId="1b097815-ad51-435d-a557-eb69be7a0b69" providerId="ADAL" clId="{283283F4-033F-4442-A5D9-8DA66D387EF6}" dt="2024-06-09T04:18:59.849" v="5592"/>
            <ac:spMkLst>
              <pc:docMk/>
              <pc:sldMasterMk cId="1439821657" sldId="2147484157"/>
              <pc:sldLayoutMk cId="1305866826" sldId="2147484163"/>
              <ac:spMk id="3" creationId="{3FC99E7A-CC96-CE05-7214-66318339E321}"/>
            </ac:spMkLst>
          </pc:spChg>
        </pc:sldLayoutChg>
        <pc:sldLayoutChg chg="addSp modSp">
          <pc:chgData name="Gudla, Natraj" userId="1b097815-ad51-435d-a557-eb69be7a0b69" providerId="ADAL" clId="{283283F4-033F-4442-A5D9-8DA66D387EF6}" dt="2024-06-09T04:18:58.462" v="5591"/>
          <pc:sldLayoutMkLst>
            <pc:docMk/>
            <pc:sldMasterMk cId="1439821657" sldId="2147484157"/>
            <pc:sldLayoutMk cId="3073069909" sldId="2147484164"/>
          </pc:sldLayoutMkLst>
          <pc:spChg chg="add mod">
            <ac:chgData name="Gudla, Natraj" userId="1b097815-ad51-435d-a557-eb69be7a0b69" providerId="ADAL" clId="{283283F4-033F-4442-A5D9-8DA66D387EF6}" dt="2024-06-09T04:18:58.462" v="5591"/>
            <ac:spMkLst>
              <pc:docMk/>
              <pc:sldMasterMk cId="1439821657" sldId="2147484157"/>
              <pc:sldLayoutMk cId="3073069909" sldId="2147484164"/>
              <ac:spMk id="3" creationId="{EA8DCE90-ABAA-F24B-CC1C-7342C37580F3}"/>
            </ac:spMkLst>
          </pc:spChg>
        </pc:sldLayoutChg>
        <pc:sldLayoutChg chg="addSp modSp">
          <pc:chgData name="Gudla, Natraj" userId="1b097815-ad51-435d-a557-eb69be7a0b69" providerId="ADAL" clId="{283283F4-033F-4442-A5D9-8DA66D387EF6}" dt="2024-06-09T04:18:56.249" v="5590"/>
          <pc:sldLayoutMkLst>
            <pc:docMk/>
            <pc:sldMasterMk cId="1439821657" sldId="2147484157"/>
            <pc:sldLayoutMk cId="736812765" sldId="2147484165"/>
          </pc:sldLayoutMkLst>
          <pc:spChg chg="add mod">
            <ac:chgData name="Gudla, Natraj" userId="1b097815-ad51-435d-a557-eb69be7a0b69" providerId="ADAL" clId="{283283F4-033F-4442-A5D9-8DA66D387EF6}" dt="2024-06-09T04:18:56.249" v="5590"/>
            <ac:spMkLst>
              <pc:docMk/>
              <pc:sldMasterMk cId="1439821657" sldId="2147484157"/>
              <pc:sldLayoutMk cId="736812765" sldId="2147484165"/>
              <ac:spMk id="2" creationId="{618585B2-96AC-7181-8D7E-D61C723FF4CF}"/>
            </ac:spMkLst>
          </pc:spChg>
        </pc:sldLayoutChg>
        <pc:sldLayoutChg chg="addSp modSp">
          <pc:chgData name="Gudla, Natraj" userId="1b097815-ad51-435d-a557-eb69be7a0b69" providerId="ADAL" clId="{283283F4-033F-4442-A5D9-8DA66D387EF6}" dt="2024-06-09T04:18:54.419" v="5589"/>
          <pc:sldLayoutMkLst>
            <pc:docMk/>
            <pc:sldMasterMk cId="1439821657" sldId="2147484157"/>
            <pc:sldLayoutMk cId="2343320845" sldId="2147484166"/>
          </pc:sldLayoutMkLst>
          <pc:spChg chg="add mod">
            <ac:chgData name="Gudla, Natraj" userId="1b097815-ad51-435d-a557-eb69be7a0b69" providerId="ADAL" clId="{283283F4-033F-4442-A5D9-8DA66D387EF6}" dt="2024-06-09T04:18:54.419" v="5589"/>
            <ac:spMkLst>
              <pc:docMk/>
              <pc:sldMasterMk cId="1439821657" sldId="2147484157"/>
              <pc:sldLayoutMk cId="2343320845" sldId="2147484166"/>
              <ac:spMk id="2" creationId="{9AEDEFE3-4327-4249-6DB3-5627E113F67D}"/>
            </ac:spMkLst>
          </pc:spChg>
        </pc:sldLayoutChg>
        <pc:sldLayoutChg chg="addSp modSp">
          <pc:chgData name="Gudla, Natraj" userId="1b097815-ad51-435d-a557-eb69be7a0b69" providerId="ADAL" clId="{283283F4-033F-4442-A5D9-8DA66D387EF6}" dt="2024-06-09T04:18:52.740" v="5588"/>
          <pc:sldLayoutMkLst>
            <pc:docMk/>
            <pc:sldMasterMk cId="1439821657" sldId="2147484157"/>
            <pc:sldLayoutMk cId="3627495633" sldId="2147484167"/>
          </pc:sldLayoutMkLst>
          <pc:spChg chg="add mod">
            <ac:chgData name="Gudla, Natraj" userId="1b097815-ad51-435d-a557-eb69be7a0b69" providerId="ADAL" clId="{283283F4-033F-4442-A5D9-8DA66D387EF6}" dt="2024-06-09T04:18:52.740" v="5588"/>
            <ac:spMkLst>
              <pc:docMk/>
              <pc:sldMasterMk cId="1439821657" sldId="2147484157"/>
              <pc:sldLayoutMk cId="3627495633" sldId="2147484167"/>
              <ac:spMk id="2" creationId="{3EA32169-7F82-5D98-56B3-3EE830E87FD6}"/>
            </ac:spMkLst>
          </pc:spChg>
        </pc:sldLayoutChg>
        <pc:sldLayoutChg chg="addSp modSp">
          <pc:chgData name="Gudla, Natraj" userId="1b097815-ad51-435d-a557-eb69be7a0b69" providerId="ADAL" clId="{283283F4-033F-4442-A5D9-8DA66D387EF6}" dt="2024-06-09T04:18:51.366" v="5587"/>
          <pc:sldLayoutMkLst>
            <pc:docMk/>
            <pc:sldMasterMk cId="1439821657" sldId="2147484157"/>
            <pc:sldLayoutMk cId="2956645508" sldId="2147484168"/>
          </pc:sldLayoutMkLst>
          <pc:spChg chg="add mod">
            <ac:chgData name="Gudla, Natraj" userId="1b097815-ad51-435d-a557-eb69be7a0b69" providerId="ADAL" clId="{283283F4-033F-4442-A5D9-8DA66D387EF6}" dt="2024-06-09T04:18:51.366" v="5587"/>
            <ac:spMkLst>
              <pc:docMk/>
              <pc:sldMasterMk cId="1439821657" sldId="2147484157"/>
              <pc:sldLayoutMk cId="2956645508" sldId="2147484168"/>
              <ac:spMk id="2" creationId="{DE05BE6B-CE3C-D1E7-5CB2-6B625DAC1D2C}"/>
            </ac:spMkLst>
          </pc:spChg>
        </pc:sldLayoutChg>
        <pc:sldLayoutChg chg="addSp modSp">
          <pc:chgData name="Gudla, Natraj" userId="1b097815-ad51-435d-a557-eb69be7a0b69" providerId="ADAL" clId="{283283F4-033F-4442-A5D9-8DA66D387EF6}" dt="2024-06-09T04:18:49.084" v="5586"/>
          <pc:sldLayoutMkLst>
            <pc:docMk/>
            <pc:sldMasterMk cId="1439821657" sldId="2147484157"/>
            <pc:sldLayoutMk cId="2216721454" sldId="2147484169"/>
          </pc:sldLayoutMkLst>
          <pc:spChg chg="add mod">
            <ac:chgData name="Gudla, Natraj" userId="1b097815-ad51-435d-a557-eb69be7a0b69" providerId="ADAL" clId="{283283F4-033F-4442-A5D9-8DA66D387EF6}" dt="2024-06-09T04:18:49.084" v="5586"/>
            <ac:spMkLst>
              <pc:docMk/>
              <pc:sldMasterMk cId="1439821657" sldId="2147484157"/>
              <pc:sldLayoutMk cId="2216721454" sldId="2147484169"/>
              <ac:spMk id="2" creationId="{D903D6BA-0D9C-CE85-405C-FF8E04FBE4F3}"/>
            </ac:spMkLst>
          </pc:spChg>
        </pc:sldLayoutChg>
        <pc:sldLayoutChg chg="addSp modSp">
          <pc:chgData name="Gudla, Natraj" userId="1b097815-ad51-435d-a557-eb69be7a0b69" providerId="ADAL" clId="{283283F4-033F-4442-A5D9-8DA66D387EF6}" dt="2024-06-09T04:18:47.488" v="5585"/>
          <pc:sldLayoutMkLst>
            <pc:docMk/>
            <pc:sldMasterMk cId="1439821657" sldId="2147484157"/>
            <pc:sldLayoutMk cId="1595956853" sldId="2147484170"/>
          </pc:sldLayoutMkLst>
          <pc:spChg chg="add mod">
            <ac:chgData name="Gudla, Natraj" userId="1b097815-ad51-435d-a557-eb69be7a0b69" providerId="ADAL" clId="{283283F4-033F-4442-A5D9-8DA66D387EF6}" dt="2024-06-09T04:18:47.488" v="5585"/>
            <ac:spMkLst>
              <pc:docMk/>
              <pc:sldMasterMk cId="1439821657" sldId="2147484157"/>
              <pc:sldLayoutMk cId="1595956853" sldId="2147484170"/>
              <ac:spMk id="2" creationId="{D61A7A9C-C636-6DD0-2F61-B6D5792225A3}"/>
            </ac:spMkLst>
          </pc:spChg>
        </pc:sldLayoutChg>
        <pc:sldLayoutChg chg="addSp modSp">
          <pc:chgData name="Gudla, Natraj" userId="1b097815-ad51-435d-a557-eb69be7a0b69" providerId="ADAL" clId="{283283F4-033F-4442-A5D9-8DA66D387EF6}" dt="2024-06-09T04:18:45.687" v="5584"/>
          <pc:sldLayoutMkLst>
            <pc:docMk/>
            <pc:sldMasterMk cId="1439821657" sldId="2147484157"/>
            <pc:sldLayoutMk cId="3059125586" sldId="2147484171"/>
          </pc:sldLayoutMkLst>
          <pc:spChg chg="add mod">
            <ac:chgData name="Gudla, Natraj" userId="1b097815-ad51-435d-a557-eb69be7a0b69" providerId="ADAL" clId="{283283F4-033F-4442-A5D9-8DA66D387EF6}" dt="2024-06-09T04:18:45.687" v="5584"/>
            <ac:spMkLst>
              <pc:docMk/>
              <pc:sldMasterMk cId="1439821657" sldId="2147484157"/>
              <pc:sldLayoutMk cId="3059125586" sldId="2147484171"/>
              <ac:spMk id="4" creationId="{40173BF7-590A-3DEA-D22F-9C9830AF0A7E}"/>
            </ac:spMkLst>
          </pc:spChg>
        </pc:sldLayoutChg>
        <pc:sldLayoutChg chg="addSp modSp">
          <pc:chgData name="Gudla, Natraj" userId="1b097815-ad51-435d-a557-eb69be7a0b69" providerId="ADAL" clId="{283283F4-033F-4442-A5D9-8DA66D387EF6}" dt="2024-06-09T04:18:44.599" v="5583"/>
          <pc:sldLayoutMkLst>
            <pc:docMk/>
            <pc:sldMasterMk cId="1439821657" sldId="2147484157"/>
            <pc:sldLayoutMk cId="1781425778" sldId="2147484172"/>
          </pc:sldLayoutMkLst>
          <pc:spChg chg="add mod">
            <ac:chgData name="Gudla, Natraj" userId="1b097815-ad51-435d-a557-eb69be7a0b69" providerId="ADAL" clId="{283283F4-033F-4442-A5D9-8DA66D387EF6}" dt="2024-06-09T04:18:44.599" v="5583"/>
            <ac:spMkLst>
              <pc:docMk/>
              <pc:sldMasterMk cId="1439821657" sldId="2147484157"/>
              <pc:sldLayoutMk cId="1781425778" sldId="2147484172"/>
              <ac:spMk id="3" creationId="{86400A54-7D60-DA91-9F99-DCFB16AFCE68}"/>
            </ac:spMkLst>
          </pc:spChg>
        </pc:sldLayoutChg>
        <pc:sldLayoutChg chg="addSp modSp">
          <pc:chgData name="Gudla, Natraj" userId="1b097815-ad51-435d-a557-eb69be7a0b69" providerId="ADAL" clId="{283283F4-033F-4442-A5D9-8DA66D387EF6}" dt="2024-06-09T04:18:41.111" v="5582"/>
          <pc:sldLayoutMkLst>
            <pc:docMk/>
            <pc:sldMasterMk cId="1439821657" sldId="2147484157"/>
            <pc:sldLayoutMk cId="2639952145" sldId="2147484173"/>
          </pc:sldLayoutMkLst>
          <pc:spChg chg="add mod">
            <ac:chgData name="Gudla, Natraj" userId="1b097815-ad51-435d-a557-eb69be7a0b69" providerId="ADAL" clId="{283283F4-033F-4442-A5D9-8DA66D387EF6}" dt="2024-06-09T04:18:41.111" v="5582"/>
            <ac:spMkLst>
              <pc:docMk/>
              <pc:sldMasterMk cId="1439821657" sldId="2147484157"/>
              <pc:sldLayoutMk cId="2639952145" sldId="2147484173"/>
              <ac:spMk id="2" creationId="{1B6BE2F7-5F14-945C-0FDD-9115CBD96008}"/>
            </ac:spMkLst>
          </pc:spChg>
        </pc:sldLayoutChg>
        <pc:sldLayoutChg chg="del">
          <pc:chgData name="Gudla, Natraj" userId="1b097815-ad51-435d-a557-eb69be7a0b69" providerId="ADAL" clId="{283283F4-033F-4442-A5D9-8DA66D387EF6}" dt="2024-06-09T04:18:39.027" v="5581" actId="2696"/>
          <pc:sldLayoutMkLst>
            <pc:docMk/>
            <pc:sldMasterMk cId="1439821657" sldId="2147484157"/>
            <pc:sldLayoutMk cId="478246729" sldId="2147484175"/>
          </pc:sldLayoutMkLst>
        </pc:sldLayoutChg>
        <pc:sldLayoutChg chg="addSp modSp">
          <pc:chgData name="Gudla, Natraj" userId="1b097815-ad51-435d-a557-eb69be7a0b69" providerId="ADAL" clId="{283283F4-033F-4442-A5D9-8DA66D387EF6}" dt="2024-06-09T04:18:33.666" v="5580"/>
          <pc:sldLayoutMkLst>
            <pc:docMk/>
            <pc:sldMasterMk cId="1439821657" sldId="2147484157"/>
            <pc:sldLayoutMk cId="577829065" sldId="2147484179"/>
          </pc:sldLayoutMkLst>
          <pc:spChg chg="add mod">
            <ac:chgData name="Gudla, Natraj" userId="1b097815-ad51-435d-a557-eb69be7a0b69" providerId="ADAL" clId="{283283F4-033F-4442-A5D9-8DA66D387EF6}" dt="2024-06-09T04:18:33.666" v="5580"/>
            <ac:spMkLst>
              <pc:docMk/>
              <pc:sldMasterMk cId="1439821657" sldId="2147484157"/>
              <pc:sldLayoutMk cId="577829065" sldId="2147484179"/>
              <ac:spMk id="3" creationId="{5BB18BFA-4F89-E135-E805-26E35F0AFC58}"/>
            </ac:spMkLst>
          </pc:spChg>
        </pc:sldLayoutChg>
        <pc:sldLayoutChg chg="addSp modSp">
          <pc:chgData name="Gudla, Natraj" userId="1b097815-ad51-435d-a557-eb69be7a0b69" providerId="ADAL" clId="{283283F4-033F-4442-A5D9-8DA66D387EF6}" dt="2024-06-09T04:18:31.885" v="5579"/>
          <pc:sldLayoutMkLst>
            <pc:docMk/>
            <pc:sldMasterMk cId="1439821657" sldId="2147484157"/>
            <pc:sldLayoutMk cId="3589779394" sldId="2147484180"/>
          </pc:sldLayoutMkLst>
          <pc:spChg chg="add mod">
            <ac:chgData name="Gudla, Natraj" userId="1b097815-ad51-435d-a557-eb69be7a0b69" providerId="ADAL" clId="{283283F4-033F-4442-A5D9-8DA66D387EF6}" dt="2024-06-09T04:18:31.885" v="5579"/>
            <ac:spMkLst>
              <pc:docMk/>
              <pc:sldMasterMk cId="1439821657" sldId="2147484157"/>
              <pc:sldLayoutMk cId="3589779394" sldId="2147484180"/>
              <ac:spMk id="3" creationId="{0A089CA9-53EA-4DD3-42AA-CEF065AFF505}"/>
            </ac:spMkLst>
          </pc:spChg>
        </pc:sldLayoutChg>
        <pc:sldLayoutChg chg="addSp modSp">
          <pc:chgData name="Gudla, Natraj" userId="1b097815-ad51-435d-a557-eb69be7a0b69" providerId="ADAL" clId="{283283F4-033F-4442-A5D9-8DA66D387EF6}" dt="2024-06-09T04:18:30.041" v="5578"/>
          <pc:sldLayoutMkLst>
            <pc:docMk/>
            <pc:sldMasterMk cId="1439821657" sldId="2147484157"/>
            <pc:sldLayoutMk cId="3705787485" sldId="2147484181"/>
          </pc:sldLayoutMkLst>
          <pc:spChg chg="add mod">
            <ac:chgData name="Gudla, Natraj" userId="1b097815-ad51-435d-a557-eb69be7a0b69" providerId="ADAL" clId="{283283F4-033F-4442-A5D9-8DA66D387EF6}" dt="2024-06-09T04:18:30.041" v="5578"/>
            <ac:spMkLst>
              <pc:docMk/>
              <pc:sldMasterMk cId="1439821657" sldId="2147484157"/>
              <pc:sldLayoutMk cId="3705787485" sldId="2147484181"/>
              <ac:spMk id="7" creationId="{931598C7-B2AE-749C-981C-69E255D54B48}"/>
            </ac:spMkLst>
          </pc:spChg>
        </pc:sldLayoutChg>
        <pc:sldLayoutChg chg="addSp modSp">
          <pc:chgData name="Gudla, Natraj" userId="1b097815-ad51-435d-a557-eb69be7a0b69" providerId="ADAL" clId="{283283F4-033F-4442-A5D9-8DA66D387EF6}" dt="2024-06-09T04:18:27.699" v="5577"/>
          <pc:sldLayoutMkLst>
            <pc:docMk/>
            <pc:sldMasterMk cId="1439821657" sldId="2147484157"/>
            <pc:sldLayoutMk cId="3235995933" sldId="2147484182"/>
          </pc:sldLayoutMkLst>
          <pc:spChg chg="add mod">
            <ac:chgData name="Gudla, Natraj" userId="1b097815-ad51-435d-a557-eb69be7a0b69" providerId="ADAL" clId="{283283F4-033F-4442-A5D9-8DA66D387EF6}" dt="2024-06-09T04:18:27.699" v="5577"/>
            <ac:spMkLst>
              <pc:docMk/>
              <pc:sldMasterMk cId="1439821657" sldId="2147484157"/>
              <pc:sldLayoutMk cId="3235995933" sldId="2147484182"/>
              <ac:spMk id="5" creationId="{9B654154-4F5B-FAE9-1AAD-A034E2846638}"/>
            </ac:spMkLst>
          </pc:spChg>
        </pc:sldLayoutChg>
        <pc:sldLayoutChg chg="addSp modSp">
          <pc:chgData name="Gudla, Natraj" userId="1b097815-ad51-435d-a557-eb69be7a0b69" providerId="ADAL" clId="{283283F4-033F-4442-A5D9-8DA66D387EF6}" dt="2024-06-09T04:18:25.301" v="5576"/>
          <pc:sldLayoutMkLst>
            <pc:docMk/>
            <pc:sldMasterMk cId="1439821657" sldId="2147484157"/>
            <pc:sldLayoutMk cId="2529274217" sldId="2147484183"/>
          </pc:sldLayoutMkLst>
          <pc:spChg chg="add mod">
            <ac:chgData name="Gudla, Natraj" userId="1b097815-ad51-435d-a557-eb69be7a0b69" providerId="ADAL" clId="{283283F4-033F-4442-A5D9-8DA66D387EF6}" dt="2024-06-09T04:18:25.301" v="5576"/>
            <ac:spMkLst>
              <pc:docMk/>
              <pc:sldMasterMk cId="1439821657" sldId="2147484157"/>
              <pc:sldLayoutMk cId="2529274217" sldId="2147484183"/>
              <ac:spMk id="6" creationId="{50593FF3-EF5C-3210-8289-57EDE7187235}"/>
            </ac:spMkLst>
          </pc:spChg>
        </pc:sldLayoutChg>
        <pc:sldLayoutChg chg="addSp modSp">
          <pc:chgData name="Gudla, Natraj" userId="1b097815-ad51-435d-a557-eb69be7a0b69" providerId="ADAL" clId="{283283F4-033F-4442-A5D9-8DA66D387EF6}" dt="2024-06-09T04:18:21.680" v="5575"/>
          <pc:sldLayoutMkLst>
            <pc:docMk/>
            <pc:sldMasterMk cId="1439821657" sldId="2147484157"/>
            <pc:sldLayoutMk cId="3344297609" sldId="2147484185"/>
          </pc:sldLayoutMkLst>
          <pc:spChg chg="add mod">
            <ac:chgData name="Gudla, Natraj" userId="1b097815-ad51-435d-a557-eb69be7a0b69" providerId="ADAL" clId="{283283F4-033F-4442-A5D9-8DA66D387EF6}" dt="2024-06-09T04:18:21.680" v="5575"/>
            <ac:spMkLst>
              <pc:docMk/>
              <pc:sldMasterMk cId="1439821657" sldId="2147484157"/>
              <pc:sldLayoutMk cId="3344297609" sldId="2147484185"/>
              <ac:spMk id="3" creationId="{A97C8BD5-DF96-834B-EAC6-7FB3CBB841C3}"/>
            </ac:spMkLst>
          </pc:spChg>
        </pc:sldLayoutChg>
      </pc:sldMasterChg>
      <pc:sldMasterChg chg="addSp modSp mod delSldLayout modSldLayout">
        <pc:chgData name="Gudla, Natraj" userId="1b097815-ad51-435d-a557-eb69be7a0b69" providerId="ADAL" clId="{283283F4-033F-4442-A5D9-8DA66D387EF6}" dt="2024-06-09T04:24:14.501" v="5619"/>
        <pc:sldMasterMkLst>
          <pc:docMk/>
          <pc:sldMasterMk cId="2277162753" sldId="2147484186"/>
        </pc:sldMasterMkLst>
        <pc:spChg chg="add mod">
          <ac:chgData name="Gudla, Natraj" userId="1b097815-ad51-435d-a557-eb69be7a0b69" providerId="ADAL" clId="{283283F4-033F-4442-A5D9-8DA66D387EF6}" dt="2024-06-09T04:18:19.287" v="5574"/>
          <ac:spMkLst>
            <pc:docMk/>
            <pc:sldMasterMk cId="2277162753" sldId="2147484186"/>
            <ac:spMk id="2" creationId="{0EB6A685-1DEF-388E-4DBE-5D0AA158E1EF}"/>
          </ac:spMkLst>
        </pc:spChg>
        <pc:spChg chg="mod">
          <ac:chgData name="Gudla, Natraj" userId="1b097815-ad51-435d-a557-eb69be7a0b69" providerId="ADAL" clId="{283283F4-033F-4442-A5D9-8DA66D387EF6}" dt="2024-06-09T04:24:14.501" v="5619"/>
          <ac:spMkLst>
            <pc:docMk/>
            <pc:sldMasterMk cId="2277162753" sldId="2147484186"/>
            <ac:spMk id="65" creationId="{5B538C81-213B-41EC-BB81-FEF313C9D880}"/>
          </ac:spMkLst>
        </pc:spChg>
        <pc:sldLayoutChg chg="addSp modSp">
          <pc:chgData name="Gudla, Natraj" userId="1b097815-ad51-435d-a557-eb69be7a0b69" providerId="ADAL" clId="{283283F4-033F-4442-A5D9-8DA66D387EF6}" dt="2024-06-09T03:57:24.392" v="5429"/>
          <pc:sldLayoutMkLst>
            <pc:docMk/>
            <pc:sldMasterMk cId="2277162753" sldId="2147484186"/>
            <pc:sldLayoutMk cId="2374422336" sldId="2147484190"/>
          </pc:sldLayoutMkLst>
          <pc:spChg chg="add mod">
            <ac:chgData name="Gudla, Natraj" userId="1b097815-ad51-435d-a557-eb69be7a0b69" providerId="ADAL" clId="{283283F4-033F-4442-A5D9-8DA66D387EF6}" dt="2024-06-09T03:57:24.392" v="5429"/>
            <ac:spMkLst>
              <pc:docMk/>
              <pc:sldMasterMk cId="2277162753" sldId="2147484186"/>
              <pc:sldLayoutMk cId="2374422336" sldId="2147484190"/>
              <ac:spMk id="3" creationId="{E82F2702-4C4D-A0C9-D7C5-F23AB977FFDF}"/>
            </ac:spMkLst>
          </pc:spChg>
        </pc:sldLayoutChg>
        <pc:sldLayoutChg chg="addSp modSp">
          <pc:chgData name="Gudla, Natraj" userId="1b097815-ad51-435d-a557-eb69be7a0b69" providerId="ADAL" clId="{283283F4-033F-4442-A5D9-8DA66D387EF6}" dt="2024-06-09T03:57:21.761" v="5428"/>
          <pc:sldLayoutMkLst>
            <pc:docMk/>
            <pc:sldMasterMk cId="2277162753" sldId="2147484186"/>
            <pc:sldLayoutMk cId="1788999460" sldId="2147484191"/>
          </pc:sldLayoutMkLst>
          <pc:spChg chg="add mod">
            <ac:chgData name="Gudla, Natraj" userId="1b097815-ad51-435d-a557-eb69be7a0b69" providerId="ADAL" clId="{283283F4-033F-4442-A5D9-8DA66D387EF6}" dt="2024-06-09T03:57:21.761" v="5428"/>
            <ac:spMkLst>
              <pc:docMk/>
              <pc:sldMasterMk cId="2277162753" sldId="2147484186"/>
              <pc:sldLayoutMk cId="1788999460" sldId="2147484191"/>
              <ac:spMk id="3" creationId="{7955A24A-68A6-CF39-3A24-555CF059A8ED}"/>
            </ac:spMkLst>
          </pc:spChg>
        </pc:sldLayoutChg>
        <pc:sldLayoutChg chg="addSp modSp">
          <pc:chgData name="Gudla, Natraj" userId="1b097815-ad51-435d-a557-eb69be7a0b69" providerId="ADAL" clId="{283283F4-033F-4442-A5D9-8DA66D387EF6}" dt="2024-06-09T03:57:18.198" v="5426"/>
          <pc:sldLayoutMkLst>
            <pc:docMk/>
            <pc:sldMasterMk cId="2277162753" sldId="2147484186"/>
            <pc:sldLayoutMk cId="3986656168" sldId="2147484192"/>
          </pc:sldLayoutMkLst>
          <pc:spChg chg="add mod">
            <ac:chgData name="Gudla, Natraj" userId="1b097815-ad51-435d-a557-eb69be7a0b69" providerId="ADAL" clId="{283283F4-033F-4442-A5D9-8DA66D387EF6}" dt="2024-06-09T03:57:18.198" v="5426"/>
            <ac:spMkLst>
              <pc:docMk/>
              <pc:sldMasterMk cId="2277162753" sldId="2147484186"/>
              <pc:sldLayoutMk cId="3986656168" sldId="2147484192"/>
              <ac:spMk id="3" creationId="{2D465798-4577-105A-8826-CCD70EE8AF77}"/>
            </ac:spMkLst>
          </pc:spChg>
        </pc:sldLayoutChg>
        <pc:sldLayoutChg chg="addSp modSp">
          <pc:chgData name="Gudla, Natraj" userId="1b097815-ad51-435d-a557-eb69be7a0b69" providerId="ADAL" clId="{283283F4-033F-4442-A5D9-8DA66D387EF6}" dt="2024-06-09T03:57:19.883" v="5427"/>
          <pc:sldLayoutMkLst>
            <pc:docMk/>
            <pc:sldMasterMk cId="2277162753" sldId="2147484186"/>
            <pc:sldLayoutMk cId="3393002338" sldId="2147484193"/>
          </pc:sldLayoutMkLst>
          <pc:spChg chg="add mod">
            <ac:chgData name="Gudla, Natraj" userId="1b097815-ad51-435d-a557-eb69be7a0b69" providerId="ADAL" clId="{283283F4-033F-4442-A5D9-8DA66D387EF6}" dt="2024-06-09T03:57:19.883" v="5427"/>
            <ac:spMkLst>
              <pc:docMk/>
              <pc:sldMasterMk cId="2277162753" sldId="2147484186"/>
              <pc:sldLayoutMk cId="3393002338" sldId="2147484193"/>
              <ac:spMk id="3" creationId="{265ADF3D-E852-9EE7-AB31-F21362C143B6}"/>
            </ac:spMkLst>
          </pc:spChg>
        </pc:sldLayoutChg>
        <pc:sldLayoutChg chg="addSp modSp">
          <pc:chgData name="Gudla, Natraj" userId="1b097815-ad51-435d-a557-eb69be7a0b69" providerId="ADAL" clId="{283283F4-033F-4442-A5D9-8DA66D387EF6}" dt="2024-06-09T03:57:15.938" v="5425"/>
          <pc:sldLayoutMkLst>
            <pc:docMk/>
            <pc:sldMasterMk cId="2277162753" sldId="2147484186"/>
            <pc:sldLayoutMk cId="3613011674" sldId="2147484194"/>
          </pc:sldLayoutMkLst>
          <pc:spChg chg="add mod">
            <ac:chgData name="Gudla, Natraj" userId="1b097815-ad51-435d-a557-eb69be7a0b69" providerId="ADAL" clId="{283283F4-033F-4442-A5D9-8DA66D387EF6}" dt="2024-06-09T03:57:15.938" v="5425"/>
            <ac:spMkLst>
              <pc:docMk/>
              <pc:sldMasterMk cId="2277162753" sldId="2147484186"/>
              <pc:sldLayoutMk cId="3613011674" sldId="2147484194"/>
              <ac:spMk id="2" creationId="{E3A8FEED-E8C1-5824-35D0-9E01DADE75D7}"/>
            </ac:spMkLst>
          </pc:spChg>
        </pc:sldLayoutChg>
        <pc:sldLayoutChg chg="addSp modSp">
          <pc:chgData name="Gudla, Natraj" userId="1b097815-ad51-435d-a557-eb69be7a0b69" providerId="ADAL" clId="{283283F4-033F-4442-A5D9-8DA66D387EF6}" dt="2024-06-09T04:18:04.924" v="5573"/>
          <pc:sldLayoutMkLst>
            <pc:docMk/>
            <pc:sldMasterMk cId="2277162753" sldId="2147484186"/>
            <pc:sldLayoutMk cId="2670088534" sldId="2147484195"/>
          </pc:sldLayoutMkLst>
          <pc:spChg chg="add mod">
            <ac:chgData name="Gudla, Natraj" userId="1b097815-ad51-435d-a557-eb69be7a0b69" providerId="ADAL" clId="{283283F4-033F-4442-A5D9-8DA66D387EF6}" dt="2024-06-09T04:18:04.924" v="5573"/>
            <ac:spMkLst>
              <pc:docMk/>
              <pc:sldMasterMk cId="2277162753" sldId="2147484186"/>
              <pc:sldLayoutMk cId="2670088534" sldId="2147484195"/>
              <ac:spMk id="2" creationId="{A22FF26E-B171-CAA5-2CE7-4C1B0F913F3B}"/>
            </ac:spMkLst>
          </pc:spChg>
        </pc:sldLayoutChg>
        <pc:sldLayoutChg chg="addSp modSp">
          <pc:chgData name="Gudla, Natraj" userId="1b097815-ad51-435d-a557-eb69be7a0b69" providerId="ADAL" clId="{283283F4-033F-4442-A5D9-8DA66D387EF6}" dt="2024-06-09T03:57:11.757" v="5424"/>
          <pc:sldLayoutMkLst>
            <pc:docMk/>
            <pc:sldMasterMk cId="2277162753" sldId="2147484186"/>
            <pc:sldLayoutMk cId="1688393968" sldId="2147484196"/>
          </pc:sldLayoutMkLst>
          <pc:spChg chg="add mod">
            <ac:chgData name="Gudla, Natraj" userId="1b097815-ad51-435d-a557-eb69be7a0b69" providerId="ADAL" clId="{283283F4-033F-4442-A5D9-8DA66D387EF6}" dt="2024-06-09T03:57:11.757" v="5424"/>
            <ac:spMkLst>
              <pc:docMk/>
              <pc:sldMasterMk cId="2277162753" sldId="2147484186"/>
              <pc:sldLayoutMk cId="1688393968" sldId="2147484196"/>
              <ac:spMk id="2" creationId="{262332A7-30BD-48BD-A8E3-828502307DEC}"/>
            </ac:spMkLst>
          </pc:spChg>
        </pc:sldLayoutChg>
        <pc:sldLayoutChg chg="addSp modSp">
          <pc:chgData name="Gudla, Natraj" userId="1b097815-ad51-435d-a557-eb69be7a0b69" providerId="ADAL" clId="{283283F4-033F-4442-A5D9-8DA66D387EF6}" dt="2024-06-09T04:18:00.584" v="5572"/>
          <pc:sldLayoutMkLst>
            <pc:docMk/>
            <pc:sldMasterMk cId="2277162753" sldId="2147484186"/>
            <pc:sldLayoutMk cId="1938187599" sldId="2147484197"/>
          </pc:sldLayoutMkLst>
          <pc:spChg chg="add mod">
            <ac:chgData name="Gudla, Natraj" userId="1b097815-ad51-435d-a557-eb69be7a0b69" providerId="ADAL" clId="{283283F4-033F-4442-A5D9-8DA66D387EF6}" dt="2024-06-09T04:18:00.584" v="5572"/>
            <ac:spMkLst>
              <pc:docMk/>
              <pc:sldMasterMk cId="2277162753" sldId="2147484186"/>
              <pc:sldLayoutMk cId="1938187599" sldId="2147484197"/>
              <ac:spMk id="2" creationId="{4E5533E3-4F69-4B23-AFF8-145E90B3342D}"/>
            </ac:spMkLst>
          </pc:spChg>
        </pc:sldLayoutChg>
        <pc:sldLayoutChg chg="del">
          <pc:chgData name="Gudla, Natraj" userId="1b097815-ad51-435d-a557-eb69be7a0b69" providerId="ADAL" clId="{283283F4-033F-4442-A5D9-8DA66D387EF6}" dt="2024-06-09T04:17:57.282" v="5571" actId="2696"/>
          <pc:sldLayoutMkLst>
            <pc:docMk/>
            <pc:sldMasterMk cId="2277162753" sldId="2147484186"/>
            <pc:sldLayoutMk cId="501173723" sldId="2147484198"/>
          </pc:sldLayoutMkLst>
        </pc:sldLayoutChg>
        <pc:sldLayoutChg chg="addSp modSp del">
          <pc:chgData name="Gudla, Natraj" userId="1b097815-ad51-435d-a557-eb69be7a0b69" providerId="ADAL" clId="{283283F4-033F-4442-A5D9-8DA66D387EF6}" dt="2024-06-09T04:17:56.424" v="5570" actId="2696"/>
          <pc:sldLayoutMkLst>
            <pc:docMk/>
            <pc:sldMasterMk cId="2277162753" sldId="2147484186"/>
            <pc:sldLayoutMk cId="2180715791" sldId="2147484199"/>
          </pc:sldLayoutMkLst>
          <pc:spChg chg="add mod">
            <ac:chgData name="Gudla, Natraj" userId="1b097815-ad51-435d-a557-eb69be7a0b69" providerId="ADAL" clId="{283283F4-033F-4442-A5D9-8DA66D387EF6}" dt="2024-06-09T03:57:08.413" v="5423"/>
            <ac:spMkLst>
              <pc:docMk/>
              <pc:sldMasterMk cId="2277162753" sldId="2147484186"/>
              <pc:sldLayoutMk cId="2180715791" sldId="2147484199"/>
              <ac:spMk id="2" creationId="{4E0056DE-92B5-F2B4-A39F-4C9714D91C71}"/>
            </ac:spMkLst>
          </pc:spChg>
        </pc:sldLayoutChg>
        <pc:sldLayoutChg chg="del">
          <pc:chgData name="Gudla, Natraj" userId="1b097815-ad51-435d-a557-eb69be7a0b69" providerId="ADAL" clId="{283283F4-033F-4442-A5D9-8DA66D387EF6}" dt="2024-06-09T04:17:02.019" v="5557" actId="2696"/>
          <pc:sldLayoutMkLst>
            <pc:docMk/>
            <pc:sldMasterMk cId="2277162753" sldId="2147484186"/>
            <pc:sldLayoutMk cId="87240102" sldId="2147484200"/>
          </pc:sldLayoutMkLst>
        </pc:sldLayoutChg>
        <pc:sldLayoutChg chg="del">
          <pc:chgData name="Gudla, Natraj" userId="1b097815-ad51-435d-a557-eb69be7a0b69" providerId="ADAL" clId="{283283F4-033F-4442-A5D9-8DA66D387EF6}" dt="2024-06-09T04:17:02.071" v="5558" actId="2696"/>
          <pc:sldLayoutMkLst>
            <pc:docMk/>
            <pc:sldMasterMk cId="2277162753" sldId="2147484186"/>
            <pc:sldLayoutMk cId="2713249070" sldId="2147484201"/>
          </pc:sldLayoutMkLst>
        </pc:sldLayoutChg>
        <pc:sldLayoutChg chg="del">
          <pc:chgData name="Gudla, Natraj" userId="1b097815-ad51-435d-a557-eb69be7a0b69" providerId="ADAL" clId="{283283F4-033F-4442-A5D9-8DA66D387EF6}" dt="2024-06-09T04:17:02.107" v="5559" actId="2696"/>
          <pc:sldLayoutMkLst>
            <pc:docMk/>
            <pc:sldMasterMk cId="2277162753" sldId="2147484186"/>
            <pc:sldLayoutMk cId="3568005048" sldId="2147484202"/>
          </pc:sldLayoutMkLst>
        </pc:sldLayoutChg>
        <pc:sldLayoutChg chg="del">
          <pc:chgData name="Gudla, Natraj" userId="1b097815-ad51-435d-a557-eb69be7a0b69" providerId="ADAL" clId="{283283F4-033F-4442-A5D9-8DA66D387EF6}" dt="2024-06-09T04:17:02.120" v="5560" actId="2696"/>
          <pc:sldLayoutMkLst>
            <pc:docMk/>
            <pc:sldMasterMk cId="2277162753" sldId="2147484186"/>
            <pc:sldLayoutMk cId="3772647279" sldId="2147484203"/>
          </pc:sldLayoutMkLst>
        </pc:sldLayoutChg>
        <pc:sldLayoutChg chg="del">
          <pc:chgData name="Gudla, Natraj" userId="1b097815-ad51-435d-a557-eb69be7a0b69" providerId="ADAL" clId="{283283F4-033F-4442-A5D9-8DA66D387EF6}" dt="2024-06-09T04:17:55.190" v="5569" actId="2696"/>
          <pc:sldLayoutMkLst>
            <pc:docMk/>
            <pc:sldMasterMk cId="2277162753" sldId="2147484186"/>
            <pc:sldLayoutMk cId="3195430909" sldId="2147484204"/>
          </pc:sldLayoutMkLst>
        </pc:sldLayoutChg>
        <pc:sldLayoutChg chg="del">
          <pc:chgData name="Gudla, Natraj" userId="1b097815-ad51-435d-a557-eb69be7a0b69" providerId="ADAL" clId="{283283F4-033F-4442-A5D9-8DA66D387EF6}" dt="2024-06-09T04:17:05.754" v="5561" actId="2696"/>
          <pc:sldLayoutMkLst>
            <pc:docMk/>
            <pc:sldMasterMk cId="2277162753" sldId="2147484186"/>
            <pc:sldLayoutMk cId="2009679037" sldId="2147484205"/>
          </pc:sldLayoutMkLst>
        </pc:sldLayoutChg>
        <pc:sldLayoutChg chg="del">
          <pc:chgData name="Gudla, Natraj" userId="1b097815-ad51-435d-a557-eb69be7a0b69" providerId="ADAL" clId="{283283F4-033F-4442-A5D9-8DA66D387EF6}" dt="2024-06-09T04:17:05.790" v="5562" actId="2696"/>
          <pc:sldLayoutMkLst>
            <pc:docMk/>
            <pc:sldMasterMk cId="2277162753" sldId="2147484186"/>
            <pc:sldLayoutMk cId="1325661635" sldId="2147484206"/>
          </pc:sldLayoutMkLst>
        </pc:sldLayoutChg>
        <pc:sldLayoutChg chg="del">
          <pc:chgData name="Gudla, Natraj" userId="1b097815-ad51-435d-a557-eb69be7a0b69" providerId="ADAL" clId="{283283F4-033F-4442-A5D9-8DA66D387EF6}" dt="2024-06-09T04:17:05.802" v="5563" actId="2696"/>
          <pc:sldLayoutMkLst>
            <pc:docMk/>
            <pc:sldMasterMk cId="2277162753" sldId="2147484186"/>
            <pc:sldLayoutMk cId="2008280155" sldId="2147484207"/>
          </pc:sldLayoutMkLst>
        </pc:sldLayoutChg>
        <pc:sldLayoutChg chg="addSp modSp">
          <pc:chgData name="Gudla, Natraj" userId="1b097815-ad51-435d-a557-eb69be7a0b69" providerId="ADAL" clId="{283283F4-033F-4442-A5D9-8DA66D387EF6}" dt="2024-06-09T04:17:52.630" v="5568"/>
          <pc:sldLayoutMkLst>
            <pc:docMk/>
            <pc:sldMasterMk cId="2277162753" sldId="2147484186"/>
            <pc:sldLayoutMk cId="2945530250" sldId="2147484208"/>
          </pc:sldLayoutMkLst>
          <pc:spChg chg="add mod">
            <ac:chgData name="Gudla, Natraj" userId="1b097815-ad51-435d-a557-eb69be7a0b69" providerId="ADAL" clId="{283283F4-033F-4442-A5D9-8DA66D387EF6}" dt="2024-06-09T04:17:52.630" v="5568"/>
            <ac:spMkLst>
              <pc:docMk/>
              <pc:sldMasterMk cId="2277162753" sldId="2147484186"/>
              <pc:sldLayoutMk cId="2945530250" sldId="2147484208"/>
              <ac:spMk id="3" creationId="{E9A186D8-2567-A6A5-1DB5-055CA426FD2F}"/>
            </ac:spMkLst>
          </pc:spChg>
        </pc:sldLayoutChg>
        <pc:sldLayoutChg chg="addSp modSp">
          <pc:chgData name="Gudla, Natraj" userId="1b097815-ad51-435d-a557-eb69be7a0b69" providerId="ADAL" clId="{283283F4-033F-4442-A5D9-8DA66D387EF6}" dt="2024-06-09T04:17:51.180" v="5567"/>
          <pc:sldLayoutMkLst>
            <pc:docMk/>
            <pc:sldMasterMk cId="2277162753" sldId="2147484186"/>
            <pc:sldLayoutMk cId="132604377" sldId="2147484209"/>
          </pc:sldLayoutMkLst>
          <pc:spChg chg="add mod">
            <ac:chgData name="Gudla, Natraj" userId="1b097815-ad51-435d-a557-eb69be7a0b69" providerId="ADAL" clId="{283283F4-033F-4442-A5D9-8DA66D387EF6}" dt="2024-06-09T04:17:51.180" v="5567"/>
            <ac:spMkLst>
              <pc:docMk/>
              <pc:sldMasterMk cId="2277162753" sldId="2147484186"/>
              <pc:sldLayoutMk cId="132604377" sldId="2147484209"/>
              <ac:spMk id="7" creationId="{FC68BD0E-6264-B80A-C6C3-F7FADB05D35C}"/>
            </ac:spMkLst>
          </pc:spChg>
        </pc:sldLayoutChg>
        <pc:sldLayoutChg chg="addSp modSp">
          <pc:chgData name="Gudla, Natraj" userId="1b097815-ad51-435d-a557-eb69be7a0b69" providerId="ADAL" clId="{283283F4-033F-4442-A5D9-8DA66D387EF6}" dt="2024-06-09T04:17:48.873" v="5566"/>
          <pc:sldLayoutMkLst>
            <pc:docMk/>
            <pc:sldMasterMk cId="2277162753" sldId="2147484186"/>
            <pc:sldLayoutMk cId="2904346813" sldId="2147484210"/>
          </pc:sldLayoutMkLst>
          <pc:spChg chg="add mod">
            <ac:chgData name="Gudla, Natraj" userId="1b097815-ad51-435d-a557-eb69be7a0b69" providerId="ADAL" clId="{283283F4-033F-4442-A5D9-8DA66D387EF6}" dt="2024-06-09T04:17:48.873" v="5566"/>
            <ac:spMkLst>
              <pc:docMk/>
              <pc:sldMasterMk cId="2277162753" sldId="2147484186"/>
              <pc:sldLayoutMk cId="2904346813" sldId="2147484210"/>
              <ac:spMk id="3" creationId="{38E0E0C4-4771-1FA8-87EE-300AA265EFF4}"/>
            </ac:spMkLst>
          </pc:spChg>
        </pc:sldLayoutChg>
        <pc:sldLayoutChg chg="del">
          <pc:chgData name="Gudla, Natraj" userId="1b097815-ad51-435d-a557-eb69be7a0b69" providerId="ADAL" clId="{283283F4-033F-4442-A5D9-8DA66D387EF6}" dt="2024-06-09T04:17:47.005" v="5565" actId="2696"/>
          <pc:sldLayoutMkLst>
            <pc:docMk/>
            <pc:sldMasterMk cId="2277162753" sldId="2147484186"/>
            <pc:sldLayoutMk cId="3478531847" sldId="2147484211"/>
          </pc:sldLayoutMkLst>
        </pc:sldLayoutChg>
        <pc:sldLayoutChg chg="del">
          <pc:chgData name="Gudla, Natraj" userId="1b097815-ad51-435d-a557-eb69be7a0b69" providerId="ADAL" clId="{283283F4-033F-4442-A5D9-8DA66D387EF6}" dt="2024-06-09T04:17:45.859" v="5564" actId="2696"/>
          <pc:sldLayoutMkLst>
            <pc:docMk/>
            <pc:sldMasterMk cId="2277162753" sldId="2147484186"/>
            <pc:sldLayoutMk cId="623068140" sldId="2147484212"/>
          </pc:sldLayoutMkLst>
        </pc:sldLayoutChg>
        <pc:sldLayoutChg chg="addSp modSp">
          <pc:chgData name="Gudla, Natraj" userId="1b097815-ad51-435d-a557-eb69be7a0b69" providerId="ADAL" clId="{283283F4-033F-4442-A5D9-8DA66D387EF6}" dt="2024-06-09T03:56:57.954" v="5422"/>
          <pc:sldLayoutMkLst>
            <pc:docMk/>
            <pc:sldMasterMk cId="2277162753" sldId="2147484186"/>
            <pc:sldLayoutMk cId="3340545520" sldId="2147484213"/>
          </pc:sldLayoutMkLst>
          <pc:spChg chg="add mod">
            <ac:chgData name="Gudla, Natraj" userId="1b097815-ad51-435d-a557-eb69be7a0b69" providerId="ADAL" clId="{283283F4-033F-4442-A5D9-8DA66D387EF6}" dt="2024-06-09T03:56:57.954" v="5422"/>
            <ac:spMkLst>
              <pc:docMk/>
              <pc:sldMasterMk cId="2277162753" sldId="2147484186"/>
              <pc:sldLayoutMk cId="3340545520" sldId="2147484213"/>
              <ac:spMk id="2" creationId="{4B9E4376-1115-9C1F-5D4D-2ECE8D766411}"/>
            </ac:spMkLst>
          </pc:spChg>
        </pc:sldLayoutChg>
      </pc:sldMasterChg>
    </pc:docChg>
  </pc:docChgLst>
  <pc:docChgLst>
    <pc:chgData name="Kanduru, Raghava" userId="S::raghava.kanduru@capgemini.com::cf8c09de-c40c-47a2-971b-c612c06e0906" providerId="AD" clId="Web-{B5B2875C-A9CE-976F-E497-C52B266A04B6}"/>
    <pc:docChg chg="addSld modSld">
      <pc:chgData name="Kanduru, Raghava" userId="S::raghava.kanduru@capgemini.com::cf8c09de-c40c-47a2-971b-c612c06e0906" providerId="AD" clId="Web-{B5B2875C-A9CE-976F-E497-C52B266A04B6}" dt="2024-06-10T10:37:13.396" v="1"/>
      <pc:docMkLst>
        <pc:docMk/>
      </pc:docMkLst>
      <pc:sldChg chg="modSp add">
        <pc:chgData name="Kanduru, Raghava" userId="S::raghava.kanduru@capgemini.com::cf8c09de-c40c-47a2-971b-c612c06e0906" providerId="AD" clId="Web-{B5B2875C-A9CE-976F-E497-C52B266A04B6}" dt="2024-06-10T10:37:13.396" v="1"/>
        <pc:sldMkLst>
          <pc:docMk/>
          <pc:sldMk cId="1092716136" sldId="2147475805"/>
        </pc:sldMkLst>
        <pc:graphicFrameChg chg="modGraphic">
          <ac:chgData name="Kanduru, Raghava" userId="S::raghava.kanduru@capgemini.com::cf8c09de-c40c-47a2-971b-c612c06e0906" providerId="AD" clId="Web-{B5B2875C-A9CE-976F-E497-C52B266A04B6}" dt="2024-06-10T10:37:13.396" v="1"/>
          <ac:graphicFrameMkLst>
            <pc:docMk/>
            <pc:sldMk cId="1092716136" sldId="2147475805"/>
            <ac:graphicFrameMk id="6" creationId="{90F47839-8A78-F80B-6AB1-950C093ECF8D}"/>
          </ac:graphicFrameMkLst>
        </pc:graphicFrameChg>
      </pc:sldChg>
    </pc:docChg>
  </pc:docChgLst>
  <pc:docChgLst>
    <pc:chgData name="Gudla, Natraj" userId="1b097815-ad51-435d-a557-eb69be7a0b69" providerId="ADAL" clId="{FE402C3C-A956-4AE1-8BD2-A3AC0C1129F3}"/>
    <pc:docChg chg="undo custSel addSld delSld modSld sldOrd">
      <pc:chgData name="Gudla, Natraj" userId="1b097815-ad51-435d-a557-eb69be7a0b69" providerId="ADAL" clId="{FE402C3C-A956-4AE1-8BD2-A3AC0C1129F3}" dt="2024-05-29T08:55:02.111" v="14966" actId="20577"/>
      <pc:docMkLst>
        <pc:docMk/>
      </pc:docMkLst>
      <pc:sldChg chg="modSp add ord">
        <pc:chgData name="Gudla, Natraj" userId="1b097815-ad51-435d-a557-eb69be7a0b69" providerId="ADAL" clId="{FE402C3C-A956-4AE1-8BD2-A3AC0C1129F3}" dt="2024-05-28T06:31:36.149" v="13083"/>
        <pc:sldMkLst>
          <pc:docMk/>
          <pc:sldMk cId="1641999006" sldId="256"/>
        </pc:sldMkLst>
        <pc:graphicFrameChg chg="mod">
          <ac:chgData name="Gudla, Natraj" userId="1b097815-ad51-435d-a557-eb69be7a0b69" providerId="ADAL" clId="{FE402C3C-A956-4AE1-8BD2-A3AC0C1129F3}" dt="2024-05-28T06:31:36.149" v="13083"/>
          <ac:graphicFrameMkLst>
            <pc:docMk/>
            <pc:sldMk cId="1641999006" sldId="256"/>
            <ac:graphicFrameMk id="2" creationId="{D416E9F1-5A93-0FD0-3F7A-16F68FC96D61}"/>
          </ac:graphicFrameMkLst>
        </pc:graphicFrameChg>
      </pc:sldChg>
      <pc:sldChg chg="add ord">
        <pc:chgData name="Gudla, Natraj" userId="1b097815-ad51-435d-a557-eb69be7a0b69" providerId="ADAL" clId="{FE402C3C-A956-4AE1-8BD2-A3AC0C1129F3}" dt="2024-05-28T05:54:48.146" v="13014"/>
        <pc:sldMkLst>
          <pc:docMk/>
          <pc:sldMk cId="2636672410" sldId="257"/>
        </pc:sldMkLst>
      </pc:sldChg>
      <pc:sldChg chg="modSp add mod ord">
        <pc:chgData name="Gudla, Natraj" userId="1b097815-ad51-435d-a557-eb69be7a0b69" providerId="ADAL" clId="{FE402C3C-A956-4AE1-8BD2-A3AC0C1129F3}" dt="2024-05-28T05:55:45.058" v="13082" actId="20577"/>
        <pc:sldMkLst>
          <pc:docMk/>
          <pc:sldMk cId="168597767" sldId="258"/>
        </pc:sldMkLst>
        <pc:spChg chg="mod">
          <ac:chgData name="Gudla, Natraj" userId="1b097815-ad51-435d-a557-eb69be7a0b69" providerId="ADAL" clId="{FE402C3C-A956-4AE1-8BD2-A3AC0C1129F3}" dt="2024-05-28T05:55:45.058" v="13082" actId="20577"/>
          <ac:spMkLst>
            <pc:docMk/>
            <pc:sldMk cId="168597767" sldId="258"/>
            <ac:spMk id="2" creationId="{90DA2FFE-9868-1F0F-8A4E-1DF6A5B07EC9}"/>
          </ac:spMkLst>
        </pc:spChg>
      </pc:sldChg>
      <pc:sldChg chg="modSp add mod">
        <pc:chgData name="Gudla, Natraj" userId="1b097815-ad51-435d-a557-eb69be7a0b69" providerId="ADAL" clId="{FE402C3C-A956-4AE1-8BD2-A3AC0C1129F3}" dt="2024-05-23T03:43:24.949" v="11494" actId="20578"/>
        <pc:sldMkLst>
          <pc:docMk/>
          <pc:sldMk cId="2584685373" sldId="621"/>
        </pc:sldMkLst>
        <pc:spChg chg="mod">
          <ac:chgData name="Gudla, Natraj" userId="1b097815-ad51-435d-a557-eb69be7a0b69" providerId="ADAL" clId="{FE402C3C-A956-4AE1-8BD2-A3AC0C1129F3}" dt="2024-05-23T03:43:24.949" v="11494" actId="20578"/>
          <ac:spMkLst>
            <pc:docMk/>
            <pc:sldMk cId="2584685373" sldId="621"/>
            <ac:spMk id="98" creationId="{00000000-0000-0000-0000-000000000000}"/>
          </ac:spMkLst>
        </pc:spChg>
      </pc:sldChg>
      <pc:sldChg chg="addSp delSp modSp add mod">
        <pc:chgData name="Gudla, Natraj" userId="1b097815-ad51-435d-a557-eb69be7a0b69" providerId="ADAL" clId="{FE402C3C-A956-4AE1-8BD2-A3AC0C1129F3}" dt="2024-05-29T05:13:01.428" v="14179" actId="1035"/>
        <pc:sldMkLst>
          <pc:docMk/>
          <pc:sldMk cId="1817871902" sldId="961"/>
        </pc:sldMkLst>
        <pc:spChg chg="add mod">
          <ac:chgData name="Gudla, Natraj" userId="1b097815-ad51-435d-a557-eb69be7a0b69" providerId="ADAL" clId="{FE402C3C-A956-4AE1-8BD2-A3AC0C1129F3}" dt="2024-05-29T05:10:36.416" v="13853" actId="20577"/>
          <ac:spMkLst>
            <pc:docMk/>
            <pc:sldMk cId="1817871902" sldId="961"/>
            <ac:spMk id="2" creationId="{7FFE9DED-9267-39C3-AE91-5E70480A56ED}"/>
          </ac:spMkLst>
        </pc:spChg>
        <pc:spChg chg="del">
          <ac:chgData name="Gudla, Natraj" userId="1b097815-ad51-435d-a557-eb69be7a0b69" providerId="ADAL" clId="{FE402C3C-A956-4AE1-8BD2-A3AC0C1129F3}" dt="2024-05-29T04:20:53.013" v="13586" actId="478"/>
          <ac:spMkLst>
            <pc:docMk/>
            <pc:sldMk cId="1817871902" sldId="961"/>
            <ac:spMk id="6" creationId="{00000000-0000-0000-0000-000000000000}"/>
          </ac:spMkLst>
        </pc:spChg>
        <pc:spChg chg="mod">
          <ac:chgData name="Gudla, Natraj" userId="1b097815-ad51-435d-a557-eb69be7a0b69" providerId="ADAL" clId="{FE402C3C-A956-4AE1-8BD2-A3AC0C1129F3}" dt="2024-05-29T05:13:01.428" v="14179" actId="1035"/>
          <ac:spMkLst>
            <pc:docMk/>
            <pc:sldMk cId="1817871902" sldId="961"/>
            <ac:spMk id="7" creationId="{DEB7A64A-4AF2-868E-098A-A7D7254B8572}"/>
          </ac:spMkLst>
        </pc:spChg>
        <pc:spChg chg="mod">
          <ac:chgData name="Gudla, Natraj" userId="1b097815-ad51-435d-a557-eb69be7a0b69" providerId="ADAL" clId="{FE402C3C-A956-4AE1-8BD2-A3AC0C1129F3}" dt="2024-05-29T04:22:06.219" v="13629" actId="1076"/>
          <ac:spMkLst>
            <pc:docMk/>
            <pc:sldMk cId="1817871902" sldId="961"/>
            <ac:spMk id="8" creationId="{E79EF90A-20B5-094A-598F-4C68C58F203A}"/>
          </ac:spMkLst>
        </pc:spChg>
        <pc:spChg chg="add mod">
          <ac:chgData name="Gudla, Natraj" userId="1b097815-ad51-435d-a557-eb69be7a0b69" providerId="ADAL" clId="{FE402C3C-A956-4AE1-8BD2-A3AC0C1129F3}" dt="2024-05-29T05:12:53.147" v="14156" actId="1076"/>
          <ac:spMkLst>
            <pc:docMk/>
            <pc:sldMk cId="1817871902" sldId="961"/>
            <ac:spMk id="9" creationId="{887E8CDE-F7B1-5862-C9F4-D5FAFC16C912}"/>
          </ac:spMkLst>
        </pc:spChg>
        <pc:spChg chg="mod">
          <ac:chgData name="Gudla, Natraj" userId="1b097815-ad51-435d-a557-eb69be7a0b69" providerId="ADAL" clId="{FE402C3C-A956-4AE1-8BD2-A3AC0C1129F3}" dt="2024-05-29T05:13:01.428" v="14179" actId="1035"/>
          <ac:spMkLst>
            <pc:docMk/>
            <pc:sldMk cId="1817871902" sldId="961"/>
            <ac:spMk id="75" creationId="{00000000-0000-0000-0000-000000000000}"/>
          </ac:spMkLst>
        </pc:spChg>
        <pc:spChg chg="del mod">
          <ac:chgData name="Gudla, Natraj" userId="1b097815-ad51-435d-a557-eb69be7a0b69" providerId="ADAL" clId="{FE402C3C-A956-4AE1-8BD2-A3AC0C1129F3}" dt="2024-05-29T04:01:13.427" v="13331" actId="478"/>
          <ac:spMkLst>
            <pc:docMk/>
            <pc:sldMk cId="1817871902" sldId="961"/>
            <ac:spMk id="7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4" creationId="{00000000-0000-0000-0000-000000000000}"/>
          </ac:spMkLst>
        </pc:spChg>
        <pc:spChg chg="mod">
          <ac:chgData name="Gudla, Natraj" userId="1b097815-ad51-435d-a557-eb69be7a0b69" providerId="ADAL" clId="{FE402C3C-A956-4AE1-8BD2-A3AC0C1129F3}" dt="2024-05-29T05:13:01.428" v="14179" actId="1035"/>
          <ac:spMkLst>
            <pc:docMk/>
            <pc:sldMk cId="1817871902" sldId="961"/>
            <ac:spMk id="85" creationId="{00000000-0000-0000-0000-000000000000}"/>
          </ac:spMkLst>
        </pc:spChg>
        <pc:spChg chg="del mod">
          <ac:chgData name="Gudla, Natraj" userId="1b097815-ad51-435d-a557-eb69be7a0b69" providerId="ADAL" clId="{FE402C3C-A956-4AE1-8BD2-A3AC0C1129F3}" dt="2024-05-29T04:01:15.746" v="13333" actId="478"/>
          <ac:spMkLst>
            <pc:docMk/>
            <pc:sldMk cId="1817871902" sldId="961"/>
            <ac:spMk id="8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89"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0"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7"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99" creationId="{00000000-0000-0000-0000-000000000000}"/>
          </ac:spMkLst>
        </pc:spChg>
        <pc:spChg chg="del">
          <ac:chgData name="Gudla, Natraj" userId="1b097815-ad51-435d-a557-eb69be7a0b69" providerId="ADAL" clId="{FE402C3C-A956-4AE1-8BD2-A3AC0C1129F3}" dt="2024-05-29T04:21:00.040" v="13590" actId="478"/>
          <ac:spMkLst>
            <pc:docMk/>
            <pc:sldMk cId="1817871902" sldId="961"/>
            <ac:spMk id="100" creationId="{00000000-0000-0000-0000-000000000000}"/>
          </ac:spMkLst>
        </pc:spChg>
        <pc:spChg chg="del">
          <ac:chgData name="Gudla, Natraj" userId="1b097815-ad51-435d-a557-eb69be7a0b69" providerId="ADAL" clId="{FE402C3C-A956-4AE1-8BD2-A3AC0C1129F3}" dt="2024-05-29T04:21:02.309" v="13591" actId="478"/>
          <ac:spMkLst>
            <pc:docMk/>
            <pc:sldMk cId="1817871902" sldId="961"/>
            <ac:spMk id="101" creationId="{00000000-0000-0000-0000-000000000000}"/>
          </ac:spMkLst>
        </pc:spChg>
        <pc:spChg chg="mod">
          <ac:chgData name="Gudla, Natraj" userId="1b097815-ad51-435d-a557-eb69be7a0b69" providerId="ADAL" clId="{FE402C3C-A956-4AE1-8BD2-A3AC0C1129F3}" dt="2024-05-29T04:21:32.045" v="13626" actId="1076"/>
          <ac:spMkLst>
            <pc:docMk/>
            <pc:sldMk cId="1817871902" sldId="961"/>
            <ac:spMk id="102" creationId="{00000000-0000-0000-0000-000000000000}"/>
          </ac:spMkLst>
        </pc:spChg>
        <pc:spChg chg="del mod">
          <ac:chgData name="Gudla, Natraj" userId="1b097815-ad51-435d-a557-eb69be7a0b69" providerId="ADAL" clId="{FE402C3C-A956-4AE1-8BD2-A3AC0C1129F3}" dt="2024-05-22T14:48:25.124" v="11018" actId="478"/>
          <ac:spMkLst>
            <pc:docMk/>
            <pc:sldMk cId="1817871902" sldId="961"/>
            <ac:spMk id="10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4" creationId="{00000000-0000-0000-0000-000000000000}"/>
          </ac:spMkLst>
        </pc:spChg>
        <pc:spChg chg="del">
          <ac:chgData name="Gudla, Natraj" userId="1b097815-ad51-435d-a557-eb69be7a0b69" providerId="ADAL" clId="{FE402C3C-A956-4AE1-8BD2-A3AC0C1129F3}" dt="2024-05-29T04:20:54.646" v="13587" actId="478"/>
          <ac:spMkLst>
            <pc:docMk/>
            <pc:sldMk cId="1817871902" sldId="961"/>
            <ac:spMk id="105" creationId="{00000000-0000-0000-0000-000000000000}"/>
          </ac:spMkLst>
        </pc:spChg>
        <pc:spChg chg="del">
          <ac:chgData name="Gudla, Natraj" userId="1b097815-ad51-435d-a557-eb69be7a0b69" providerId="ADAL" clId="{FE402C3C-A956-4AE1-8BD2-A3AC0C1129F3}" dt="2024-05-29T04:20:57.365" v="13589" actId="478"/>
          <ac:spMkLst>
            <pc:docMk/>
            <pc:sldMk cId="1817871902" sldId="961"/>
            <ac:spMk id="10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7" creationId="{00000000-0000-0000-0000-000000000000}"/>
          </ac:spMkLst>
        </pc:spChg>
        <pc:spChg chg="del">
          <ac:chgData name="Gudla, Natraj" userId="1b097815-ad51-435d-a557-eb69be7a0b69" providerId="ADAL" clId="{FE402C3C-A956-4AE1-8BD2-A3AC0C1129F3}" dt="2024-05-29T04:20:51.695" v="13585" actId="478"/>
          <ac:spMkLst>
            <pc:docMk/>
            <pc:sldMk cId="1817871902" sldId="961"/>
            <ac:spMk id="108"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09" creationId="{00000000-0000-0000-0000-000000000000}"/>
          </ac:spMkLst>
        </pc:spChg>
        <pc:spChg chg="del">
          <ac:chgData name="Gudla, Natraj" userId="1b097815-ad51-435d-a557-eb69be7a0b69" providerId="ADAL" clId="{FE402C3C-A956-4AE1-8BD2-A3AC0C1129F3}" dt="2024-05-29T04:20:56.208" v="13588" actId="478"/>
          <ac:spMkLst>
            <pc:docMk/>
            <pc:sldMk cId="1817871902" sldId="961"/>
            <ac:spMk id="110" creationId="{00000000-0000-0000-0000-000000000000}"/>
          </ac:spMkLst>
        </pc:spChg>
        <pc:spChg chg="del">
          <ac:chgData name="Gudla, Natraj" userId="1b097815-ad51-435d-a557-eb69be7a0b69" providerId="ADAL" clId="{FE402C3C-A956-4AE1-8BD2-A3AC0C1129F3}" dt="2024-05-29T04:21:03.893" v="13592" actId="478"/>
          <ac:spMkLst>
            <pc:docMk/>
            <pc:sldMk cId="1817871902" sldId="961"/>
            <ac:spMk id="11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13" creationId="{00000000-0000-0000-0000-000000000000}"/>
          </ac:spMkLst>
        </pc:spChg>
        <pc:spChg chg="mod">
          <ac:chgData name="Gudla, Natraj" userId="1b097815-ad51-435d-a557-eb69be7a0b69" providerId="ADAL" clId="{FE402C3C-A956-4AE1-8BD2-A3AC0C1129F3}" dt="2024-05-29T05:10:18.599" v="13832" actId="1076"/>
          <ac:spMkLst>
            <pc:docMk/>
            <pc:sldMk cId="1817871902" sldId="961"/>
            <ac:spMk id="114" creationId="{00000000-0000-0000-0000-000000000000}"/>
          </ac:spMkLst>
        </pc:spChg>
        <pc:spChg chg="mod">
          <ac:chgData name="Gudla, Natraj" userId="1b097815-ad51-435d-a557-eb69be7a0b69" providerId="ADAL" clId="{FE402C3C-A956-4AE1-8BD2-A3AC0C1129F3}" dt="2024-05-22T14:38:21.882" v="10390" actId="20577"/>
          <ac:spMkLst>
            <pc:docMk/>
            <pc:sldMk cId="1817871902" sldId="961"/>
            <ac:spMk id="117"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27" creationId="{3659893E-A63E-43B3-9581-A797B0C717D4}"/>
          </ac:spMkLst>
        </pc:spChg>
        <pc:spChg chg="mod">
          <ac:chgData name="Gudla, Natraj" userId="1b097815-ad51-435d-a557-eb69be7a0b69" providerId="ADAL" clId="{FE402C3C-A956-4AE1-8BD2-A3AC0C1129F3}" dt="2024-05-29T04:21:25.239" v="13624" actId="1035"/>
          <ac:spMkLst>
            <pc:docMk/>
            <pc:sldMk cId="1817871902" sldId="961"/>
            <ac:spMk id="128" creationId="{428B800B-7BCF-495B-A3E0-A8B64B387C09}"/>
          </ac:spMkLst>
        </pc:spChg>
        <pc:spChg chg="mod">
          <ac:chgData name="Gudla, Natraj" userId="1b097815-ad51-435d-a557-eb69be7a0b69" providerId="ADAL" clId="{FE402C3C-A956-4AE1-8BD2-A3AC0C1129F3}" dt="2024-05-29T04:21:25.239" v="13624" actId="1035"/>
          <ac:spMkLst>
            <pc:docMk/>
            <pc:sldMk cId="1817871902" sldId="961"/>
            <ac:spMk id="129" creationId="{6C176381-1432-4B8C-A2F8-2DE04B2F16FA}"/>
          </ac:spMkLst>
        </pc:spChg>
        <pc:spChg chg="mod">
          <ac:chgData name="Gudla, Natraj" userId="1b097815-ad51-435d-a557-eb69be7a0b69" providerId="ADAL" clId="{FE402C3C-A956-4AE1-8BD2-A3AC0C1129F3}" dt="2024-05-29T05:13:01.428" v="14179" actId="1035"/>
          <ac:spMkLst>
            <pc:docMk/>
            <pc:sldMk cId="1817871902" sldId="961"/>
            <ac:spMk id="131" creationId="{257E3190-7074-4D79-BFB5-E1556FF27866}"/>
          </ac:spMkLst>
        </pc:spChg>
        <pc:spChg chg="mod">
          <ac:chgData name="Gudla, Natraj" userId="1b097815-ad51-435d-a557-eb69be7a0b69" providerId="ADAL" clId="{FE402C3C-A956-4AE1-8BD2-A3AC0C1129F3}" dt="2024-05-29T05:13:01.428" v="14179" actId="1035"/>
          <ac:spMkLst>
            <pc:docMk/>
            <pc:sldMk cId="1817871902" sldId="961"/>
            <ac:spMk id="132" creationId="{E860E132-5E15-411F-AC29-454553076D00}"/>
          </ac:spMkLst>
        </pc:spChg>
        <pc:spChg chg="mod">
          <ac:chgData name="Gudla, Natraj" userId="1b097815-ad51-435d-a557-eb69be7a0b69" providerId="ADAL" clId="{FE402C3C-A956-4AE1-8BD2-A3AC0C1129F3}" dt="2024-05-29T05:13:01.428" v="14179" actId="1035"/>
          <ac:spMkLst>
            <pc:docMk/>
            <pc:sldMk cId="1817871902" sldId="961"/>
            <ac:spMk id="133" creationId="{8AA79B95-8399-449E-B159-F215D9A6AD32}"/>
          </ac:spMkLst>
        </pc:spChg>
        <pc:spChg chg="mod">
          <ac:chgData name="Gudla, Natraj" userId="1b097815-ad51-435d-a557-eb69be7a0b69" providerId="ADAL" clId="{FE402C3C-A956-4AE1-8BD2-A3AC0C1129F3}" dt="2024-05-29T04:01:10.095" v="13330" actId="1076"/>
          <ac:spMkLst>
            <pc:docMk/>
            <pc:sldMk cId="1817871902" sldId="961"/>
            <ac:spMk id="135" creationId="{8A5F8D16-70F7-430C-8FA3-E8292897345E}"/>
          </ac:spMkLst>
        </pc:spChg>
        <pc:spChg chg="mod">
          <ac:chgData name="Gudla, Natraj" userId="1b097815-ad51-435d-a557-eb69be7a0b69" providerId="ADAL" clId="{FE402C3C-A956-4AE1-8BD2-A3AC0C1129F3}" dt="2024-05-29T04:01:10.095" v="13330" actId="1076"/>
          <ac:spMkLst>
            <pc:docMk/>
            <pc:sldMk cId="1817871902" sldId="961"/>
            <ac:spMk id="136" creationId="{2099CFA4-0571-4FE6-BD32-770A55A0930B}"/>
          </ac:spMkLst>
        </pc:spChg>
        <pc:spChg chg="mod">
          <ac:chgData name="Gudla, Natraj" userId="1b097815-ad51-435d-a557-eb69be7a0b69" providerId="ADAL" clId="{FE402C3C-A956-4AE1-8BD2-A3AC0C1129F3}" dt="2024-05-29T04:01:10.095" v="13330" actId="1076"/>
          <ac:spMkLst>
            <pc:docMk/>
            <pc:sldMk cId="1817871902" sldId="961"/>
            <ac:spMk id="137" creationId="{3E89E4E6-BBAA-4D32-957B-390EC635BCD4}"/>
          </ac:spMkLst>
        </pc:spChg>
        <pc:spChg chg="mod">
          <ac:chgData name="Gudla, Natraj" userId="1b097815-ad51-435d-a557-eb69be7a0b69" providerId="ADAL" clId="{FE402C3C-A956-4AE1-8BD2-A3AC0C1129F3}" dt="2024-05-29T04:21:25.239" v="13624" actId="1035"/>
          <ac:spMkLst>
            <pc:docMk/>
            <pc:sldMk cId="1817871902" sldId="961"/>
            <ac:spMk id="139" creationId="{575286B9-FCC8-4EFB-9834-BD5493C559C3}"/>
          </ac:spMkLst>
        </pc:spChg>
        <pc:spChg chg="mod">
          <ac:chgData name="Gudla, Natraj" userId="1b097815-ad51-435d-a557-eb69be7a0b69" providerId="ADAL" clId="{FE402C3C-A956-4AE1-8BD2-A3AC0C1129F3}" dt="2024-05-29T04:21:25.239" v="13624" actId="1035"/>
          <ac:spMkLst>
            <pc:docMk/>
            <pc:sldMk cId="1817871902" sldId="961"/>
            <ac:spMk id="140" creationId="{CEF9E0BC-00B7-4B29-B377-3473BD5B2EB2}"/>
          </ac:spMkLst>
        </pc:spChg>
        <pc:spChg chg="mod">
          <ac:chgData name="Gudla, Natraj" userId="1b097815-ad51-435d-a557-eb69be7a0b69" providerId="ADAL" clId="{FE402C3C-A956-4AE1-8BD2-A3AC0C1129F3}" dt="2024-05-29T04:21:25.239" v="13624" actId="1035"/>
          <ac:spMkLst>
            <pc:docMk/>
            <pc:sldMk cId="1817871902" sldId="961"/>
            <ac:spMk id="141" creationId="{9A32768F-1F7B-41E4-AD1E-05F5E20985B3}"/>
          </ac:spMkLst>
        </pc:spChg>
        <pc:spChg chg="mod">
          <ac:chgData name="Gudla, Natraj" userId="1b097815-ad51-435d-a557-eb69be7a0b69" providerId="ADAL" clId="{FE402C3C-A956-4AE1-8BD2-A3AC0C1129F3}" dt="2024-05-29T05:10:18.599" v="13832" actId="1076"/>
          <ac:spMkLst>
            <pc:docMk/>
            <pc:sldMk cId="1817871902" sldId="961"/>
            <ac:spMk id="14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4"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5" creationId="{00000000-0000-0000-0000-000000000000}"/>
          </ac:spMkLst>
        </pc:spChg>
        <pc:spChg chg="mod">
          <ac:chgData name="Gudla, Natraj" userId="1b097815-ad51-435d-a557-eb69be7a0b69" providerId="ADAL" clId="{FE402C3C-A956-4AE1-8BD2-A3AC0C1129F3}" dt="2024-05-29T05:10:24.177" v="13833" actId="1076"/>
          <ac:spMkLst>
            <pc:docMk/>
            <pc:sldMk cId="1817871902" sldId="961"/>
            <ac:spMk id="146"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49"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0"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1"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2"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3"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4" creationId="{00000000-0000-0000-0000-000000000000}"/>
          </ac:spMkLst>
        </pc:spChg>
        <pc:spChg chg="mod">
          <ac:chgData name="Gudla, Natraj" userId="1b097815-ad51-435d-a557-eb69be7a0b69" providerId="ADAL" clId="{FE402C3C-A956-4AE1-8BD2-A3AC0C1129F3}" dt="2024-05-29T04:21:25.239" v="13624" actId="1035"/>
          <ac:spMkLst>
            <pc:docMk/>
            <pc:sldMk cId="1817871902" sldId="961"/>
            <ac:spMk id="157"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58"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0"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1"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3"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4"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5"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66"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67"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68"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69"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0"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1"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2"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3"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4"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5"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6" creationId="{DB001D81-2BBD-431C-AF94-D8538ED5FC54}"/>
          </ac:spMkLst>
        </pc:spChg>
        <pc:spChg chg="mod">
          <ac:chgData name="Gudla, Natraj" userId="1b097815-ad51-435d-a557-eb69be7a0b69" providerId="ADAL" clId="{FE402C3C-A956-4AE1-8BD2-A3AC0C1129F3}" dt="2024-05-29T04:21:25.239" v="13624" actId="1035"/>
          <ac:spMkLst>
            <pc:docMk/>
            <pc:sldMk cId="1817871902" sldId="961"/>
            <ac:spMk id="177" creationId="{3E14E4B4-76F8-4224-B362-71FE45C93005}"/>
          </ac:spMkLst>
        </pc:spChg>
        <pc:spChg chg="mod">
          <ac:chgData name="Gudla, Natraj" userId="1b097815-ad51-435d-a557-eb69be7a0b69" providerId="ADAL" clId="{FE402C3C-A956-4AE1-8BD2-A3AC0C1129F3}" dt="2024-05-29T04:21:25.239" v="13624" actId="1035"/>
          <ac:spMkLst>
            <pc:docMk/>
            <pc:sldMk cId="1817871902" sldId="961"/>
            <ac:spMk id="178" creationId="{58E17237-35DE-43B6-A27C-FD6A59CB9A05}"/>
          </ac:spMkLst>
        </pc:spChg>
        <pc:spChg chg="mod">
          <ac:chgData name="Gudla, Natraj" userId="1b097815-ad51-435d-a557-eb69be7a0b69" providerId="ADAL" clId="{FE402C3C-A956-4AE1-8BD2-A3AC0C1129F3}" dt="2024-05-29T04:21:25.239" v="13624" actId="1035"/>
          <ac:spMkLst>
            <pc:docMk/>
            <pc:sldMk cId="1817871902" sldId="961"/>
            <ac:spMk id="179" creationId="{DB001D81-2BBD-431C-AF94-D8538ED5FC54}"/>
          </ac:spMkLst>
        </pc:spChg>
        <pc:grpChg chg="mod">
          <ac:chgData name="Gudla, Natraj" userId="1b097815-ad51-435d-a557-eb69be7a0b69" providerId="ADAL" clId="{FE402C3C-A956-4AE1-8BD2-A3AC0C1129F3}" dt="2024-05-29T04:21:25.239" v="13624" actId="1035"/>
          <ac:grpSpMkLst>
            <pc:docMk/>
            <pc:sldMk cId="1817871902" sldId="961"/>
            <ac:grpSpMk id="5" creationId="{00000000-0000-0000-0000-000000000000}"/>
          </ac:grpSpMkLst>
        </pc:grpChg>
        <pc:grpChg chg="del">
          <ac:chgData name="Gudla, Natraj" userId="1b097815-ad51-435d-a557-eb69be7a0b69" providerId="ADAL" clId="{FE402C3C-A956-4AE1-8BD2-A3AC0C1129F3}" dt="2024-05-22T14:47:22.845" v="10883" actId="478"/>
          <ac:grpSpMkLst>
            <pc:docMk/>
            <pc:sldMk cId="1817871902" sldId="961"/>
            <ac:grpSpMk id="63" creationId="{00000000-0000-0000-0000-000000000000}"/>
          </ac:grpSpMkLst>
        </pc:grpChg>
        <pc:grpChg chg="mod">
          <ac:chgData name="Gudla, Natraj" userId="1b097815-ad51-435d-a557-eb69be7a0b69" providerId="ADAL" clId="{FE402C3C-A956-4AE1-8BD2-A3AC0C1129F3}" dt="2024-05-29T04:21:25.239" v="13624" actId="1035"/>
          <ac:grpSpMkLst>
            <pc:docMk/>
            <pc:sldMk cId="1817871902" sldId="961"/>
            <ac:grpSpMk id="80" creationId="{00000000-0000-0000-0000-000000000000}"/>
          </ac:grpSpMkLst>
        </pc:grpChg>
        <pc:grpChg chg="mod">
          <ac:chgData name="Gudla, Natraj" userId="1b097815-ad51-435d-a557-eb69be7a0b69" providerId="ADAL" clId="{FE402C3C-A956-4AE1-8BD2-A3AC0C1129F3}" dt="2024-05-29T04:21:25.239" v="13624" actId="1035"/>
          <ac:grpSpMkLst>
            <pc:docMk/>
            <pc:sldMk cId="1817871902" sldId="961"/>
            <ac:grpSpMk id="87" creationId="{00000000-0000-0000-0000-000000000000}"/>
          </ac:grpSpMkLst>
        </pc:grpChg>
        <pc:grpChg chg="del">
          <ac:chgData name="Gudla, Natraj" userId="1b097815-ad51-435d-a557-eb69be7a0b69" providerId="ADAL" clId="{FE402C3C-A956-4AE1-8BD2-A3AC0C1129F3}" dt="2024-05-22T14:47:20.148" v="10882" actId="478"/>
          <ac:grpSpMkLst>
            <pc:docMk/>
            <pc:sldMk cId="1817871902" sldId="961"/>
            <ac:grpSpMk id="115" creationId="{00000000-0000-0000-0000-000000000000}"/>
          </ac:grpSpMkLst>
        </pc:grpChg>
        <pc:grpChg chg="del">
          <ac:chgData name="Gudla, Natraj" userId="1b097815-ad51-435d-a557-eb69be7a0b69" providerId="ADAL" clId="{FE402C3C-A956-4AE1-8BD2-A3AC0C1129F3}" dt="2024-05-22T14:47:24.227" v="10884" actId="478"/>
          <ac:grpSpMkLst>
            <pc:docMk/>
            <pc:sldMk cId="1817871902" sldId="961"/>
            <ac:grpSpMk id="118" creationId="{935BD149-9489-44E7-A66D-E1A32859FC0E}"/>
          </ac:grpSpMkLst>
        </pc:grpChg>
        <pc:grpChg chg="mod">
          <ac:chgData name="Gudla, Natraj" userId="1b097815-ad51-435d-a557-eb69be7a0b69" providerId="ADAL" clId="{FE402C3C-A956-4AE1-8BD2-A3AC0C1129F3}" dt="2024-05-29T05:13:01.428" v="14179" actId="1035"/>
          <ac:grpSpMkLst>
            <pc:docMk/>
            <pc:sldMk cId="1817871902" sldId="961"/>
            <ac:grpSpMk id="130" creationId="{F356FAE1-C6C2-406E-AED1-D1A1FFD3DDA3}"/>
          </ac:grpSpMkLst>
        </pc:grpChg>
        <pc:grpChg chg="del mod">
          <ac:chgData name="Gudla, Natraj" userId="1b097815-ad51-435d-a557-eb69be7a0b69" providerId="ADAL" clId="{FE402C3C-A956-4AE1-8BD2-A3AC0C1129F3}" dt="2024-05-29T04:01:14.867" v="13332" actId="478"/>
          <ac:grpSpMkLst>
            <pc:docMk/>
            <pc:sldMk cId="1817871902" sldId="961"/>
            <ac:grpSpMk id="134" creationId="{BA66A877-EDEC-49DB-B471-5BAE61976E9A}"/>
          </ac:grpSpMkLst>
        </pc:grpChg>
        <pc:grpChg chg="mod">
          <ac:chgData name="Gudla, Natraj" userId="1b097815-ad51-435d-a557-eb69be7a0b69" providerId="ADAL" clId="{FE402C3C-A956-4AE1-8BD2-A3AC0C1129F3}" dt="2024-05-29T04:21:25.239" v="13624" actId="1035"/>
          <ac:grpSpMkLst>
            <pc:docMk/>
            <pc:sldMk cId="1817871902" sldId="961"/>
            <ac:grpSpMk id="138" creationId="{DCC15F7D-CDC2-4E1F-A0B5-9B1EF884CF51}"/>
          </ac:grpSpMkLst>
        </pc:grpChg>
      </pc:sldChg>
      <pc:sldChg chg="modSp mod">
        <pc:chgData name="Gudla, Natraj" userId="1b097815-ad51-435d-a557-eb69be7a0b69" providerId="ADAL" clId="{FE402C3C-A956-4AE1-8BD2-A3AC0C1129F3}" dt="2024-05-20T01:54:10.401" v="112" actId="13926"/>
        <pc:sldMkLst>
          <pc:docMk/>
          <pc:sldMk cId="1236684026" sldId="2076137828"/>
        </pc:sldMkLst>
        <pc:spChg chg="mod">
          <ac:chgData name="Gudla, Natraj" userId="1b097815-ad51-435d-a557-eb69be7a0b69" providerId="ADAL" clId="{FE402C3C-A956-4AE1-8BD2-A3AC0C1129F3}" dt="2024-05-20T01:54:10.401" v="112" actId="13926"/>
          <ac:spMkLst>
            <pc:docMk/>
            <pc:sldMk cId="1236684026" sldId="2076137828"/>
            <ac:spMk id="11" creationId="{BD1FE32F-2D4A-4864-8834-0CDF5388B5CA}"/>
          </ac:spMkLst>
        </pc:spChg>
      </pc:sldChg>
      <pc:sldChg chg="modSp mod">
        <pc:chgData name="Gudla, Natraj" userId="1b097815-ad51-435d-a557-eb69be7a0b69" providerId="ADAL" clId="{FE402C3C-A956-4AE1-8BD2-A3AC0C1129F3}" dt="2024-05-20T01:54:29.464" v="118"/>
        <pc:sldMkLst>
          <pc:docMk/>
          <pc:sldMk cId="1580444266" sldId="2076137829"/>
        </pc:sldMkLst>
        <pc:spChg chg="mod">
          <ac:chgData name="Gudla, Natraj" userId="1b097815-ad51-435d-a557-eb69be7a0b69" providerId="ADAL" clId="{FE402C3C-A956-4AE1-8BD2-A3AC0C1129F3}" dt="2024-05-20T01:54:29.464" v="118"/>
          <ac:spMkLst>
            <pc:docMk/>
            <pc:sldMk cId="1580444266" sldId="2076137829"/>
            <ac:spMk id="11" creationId="{16DBE447-0C57-40E0-A880-17248A4DB971}"/>
          </ac:spMkLst>
        </pc:spChg>
      </pc:sldChg>
      <pc:sldChg chg="delSp modSp mod">
        <pc:chgData name="Gudla, Natraj" userId="1b097815-ad51-435d-a557-eb69be7a0b69" providerId="ADAL" clId="{FE402C3C-A956-4AE1-8BD2-A3AC0C1129F3}" dt="2024-05-21T06:36:46.730" v="4885" actId="20577"/>
        <pc:sldMkLst>
          <pc:docMk/>
          <pc:sldMk cId="2462143889" sldId="2076137830"/>
        </pc:sldMkLst>
        <pc:spChg chg="del">
          <ac:chgData name="Gudla, Natraj" userId="1b097815-ad51-435d-a557-eb69be7a0b69" providerId="ADAL" clId="{FE402C3C-A956-4AE1-8BD2-A3AC0C1129F3}" dt="2024-05-21T06:35:17.071" v="4797" actId="478"/>
          <ac:spMkLst>
            <pc:docMk/>
            <pc:sldMk cId="2462143889" sldId="2076137830"/>
            <ac:spMk id="2" creationId="{FED16459-1BB9-6F13-FE1E-CB7F4B11C7EF}"/>
          </ac:spMkLst>
        </pc:spChg>
        <pc:spChg chg="mod">
          <ac:chgData name="Gudla, Natraj" userId="1b097815-ad51-435d-a557-eb69be7a0b69" providerId="ADAL" clId="{FE402C3C-A956-4AE1-8BD2-A3AC0C1129F3}" dt="2024-05-21T06:36:46.730" v="4885" actId="20577"/>
          <ac:spMkLst>
            <pc:docMk/>
            <pc:sldMk cId="2462143889" sldId="2076137830"/>
            <ac:spMk id="6" creationId="{DBF12C14-EF12-4ED5-9B62-8D1F4F53C626}"/>
          </ac:spMkLst>
        </pc:spChg>
        <pc:spChg chg="mod">
          <ac:chgData name="Gudla, Natraj" userId="1b097815-ad51-435d-a557-eb69be7a0b69" providerId="ADAL" clId="{FE402C3C-A956-4AE1-8BD2-A3AC0C1129F3}" dt="2024-05-21T06:34:52.525" v="4793" actId="1076"/>
          <ac:spMkLst>
            <pc:docMk/>
            <pc:sldMk cId="2462143889" sldId="2076137830"/>
            <ac:spMk id="7" creationId="{1762C123-3604-4350-AAAE-4AB17DF54D09}"/>
          </ac:spMkLst>
        </pc:spChg>
        <pc:spChg chg="mod">
          <ac:chgData name="Gudla, Natraj" userId="1b097815-ad51-435d-a557-eb69be7a0b69" providerId="ADAL" clId="{FE402C3C-A956-4AE1-8BD2-A3AC0C1129F3}" dt="2024-05-21T06:34:49.477" v="4792" actId="1076"/>
          <ac:spMkLst>
            <pc:docMk/>
            <pc:sldMk cId="2462143889" sldId="2076137830"/>
            <ac:spMk id="8" creationId="{67FC2665-4723-420E-8059-CA2735495D61}"/>
          </ac:spMkLst>
        </pc:spChg>
        <pc:spChg chg="mod">
          <ac:chgData name="Gudla, Natraj" userId="1b097815-ad51-435d-a557-eb69be7a0b69" providerId="ADAL" clId="{FE402C3C-A956-4AE1-8BD2-A3AC0C1129F3}" dt="2024-05-21T06:35:21.702" v="4798" actId="1076"/>
          <ac:spMkLst>
            <pc:docMk/>
            <pc:sldMk cId="2462143889" sldId="2076137830"/>
            <ac:spMk id="9" creationId="{8DFD0602-ECDB-4281-B096-FE56751A8091}"/>
          </ac:spMkLst>
        </pc:spChg>
        <pc:graphicFrameChg chg="modGraphic">
          <ac:chgData name="Gudla, Natraj" userId="1b097815-ad51-435d-a557-eb69be7a0b69" providerId="ADAL" clId="{FE402C3C-A956-4AE1-8BD2-A3AC0C1129F3}" dt="2024-05-21T06:35:03.087" v="4796" actId="113"/>
          <ac:graphicFrameMkLst>
            <pc:docMk/>
            <pc:sldMk cId="2462143889" sldId="2076137830"/>
            <ac:graphicFrameMk id="4" creationId="{6EB7C3B9-542F-44E4-8EC3-CA871A2D464A}"/>
          </ac:graphicFrameMkLst>
        </pc:graphicFrameChg>
      </pc:sldChg>
      <pc:sldChg chg="modSp mod">
        <pc:chgData name="Gudla, Natraj" userId="1b097815-ad51-435d-a557-eb69be7a0b69" providerId="ADAL" clId="{FE402C3C-A956-4AE1-8BD2-A3AC0C1129F3}" dt="2024-05-22T08:46:41.558" v="10281" actId="13926"/>
        <pc:sldMkLst>
          <pc:docMk/>
          <pc:sldMk cId="2815566877" sldId="2076137832"/>
        </pc:sldMkLst>
        <pc:spChg chg="mod">
          <ac:chgData name="Gudla, Natraj" userId="1b097815-ad51-435d-a557-eb69be7a0b69" providerId="ADAL" clId="{FE402C3C-A956-4AE1-8BD2-A3AC0C1129F3}" dt="2024-05-22T08:42:24.098" v="10206" actId="20577"/>
          <ac:spMkLst>
            <pc:docMk/>
            <pc:sldMk cId="2815566877" sldId="2076137832"/>
            <ac:spMk id="3" creationId="{155FCA84-4387-498D-8202-97BC1B4142D0}"/>
          </ac:spMkLst>
        </pc:spChg>
        <pc:spChg chg="mod">
          <ac:chgData name="Gudla, Natraj" userId="1b097815-ad51-435d-a557-eb69be7a0b69" providerId="ADAL" clId="{FE402C3C-A956-4AE1-8BD2-A3AC0C1129F3}" dt="2024-05-22T08:45:58.194" v="10245" actId="20577"/>
          <ac:spMkLst>
            <pc:docMk/>
            <pc:sldMk cId="2815566877" sldId="2076137832"/>
            <ac:spMk id="4" creationId="{9DEA6A68-7127-43C5-B571-DE7EA006AD85}"/>
          </ac:spMkLst>
        </pc:spChg>
        <pc:spChg chg="mod">
          <ac:chgData name="Gudla, Natraj" userId="1b097815-ad51-435d-a557-eb69be7a0b69" providerId="ADAL" clId="{FE402C3C-A956-4AE1-8BD2-A3AC0C1129F3}" dt="2024-05-22T08:46:41.558" v="10281" actId="13926"/>
          <ac:spMkLst>
            <pc:docMk/>
            <pc:sldMk cId="2815566877" sldId="2076137832"/>
            <ac:spMk id="10" creationId="{D725078B-CAAE-427C-A710-816929E536C7}"/>
          </ac:spMkLst>
        </pc:spChg>
      </pc:sldChg>
      <pc:sldChg chg="modSp mod">
        <pc:chgData name="Gudla, Natraj" userId="1b097815-ad51-435d-a557-eb69be7a0b69" providerId="ADAL" clId="{FE402C3C-A956-4AE1-8BD2-A3AC0C1129F3}" dt="2024-05-23T04:13:41.768" v="11507" actId="6549"/>
        <pc:sldMkLst>
          <pc:docMk/>
          <pc:sldMk cId="4240461515" sldId="2076137833"/>
        </pc:sldMkLst>
        <pc:spChg chg="mod">
          <ac:chgData name="Gudla, Natraj" userId="1b097815-ad51-435d-a557-eb69be7a0b69" providerId="ADAL" clId="{FE402C3C-A956-4AE1-8BD2-A3AC0C1129F3}" dt="2024-05-23T04:09:08.092" v="11504" actId="20577"/>
          <ac:spMkLst>
            <pc:docMk/>
            <pc:sldMk cId="4240461515" sldId="2076137833"/>
            <ac:spMk id="3" creationId="{FC49C433-38DC-42A4-AEF1-D936F52843D7}"/>
          </ac:spMkLst>
        </pc:spChg>
        <pc:spChg chg="mod">
          <ac:chgData name="Gudla, Natraj" userId="1b097815-ad51-435d-a557-eb69be7a0b69" providerId="ADAL" clId="{FE402C3C-A956-4AE1-8BD2-A3AC0C1129F3}" dt="2024-05-23T04:13:41.768" v="11507" actId="6549"/>
          <ac:spMkLst>
            <pc:docMk/>
            <pc:sldMk cId="4240461515" sldId="2076137833"/>
            <ac:spMk id="4" creationId="{6A9D0897-80A0-45C9-B608-935DC2E7176D}"/>
          </ac:spMkLst>
        </pc:spChg>
      </pc:sldChg>
      <pc:sldChg chg="modSp del mod">
        <pc:chgData name="Gudla, Natraj" userId="1b097815-ad51-435d-a557-eb69be7a0b69" providerId="ADAL" clId="{FE402C3C-A956-4AE1-8BD2-A3AC0C1129F3}" dt="2024-05-20T01:57:52.374" v="122" actId="47"/>
        <pc:sldMkLst>
          <pc:docMk/>
          <pc:sldMk cId="1524223584" sldId="2076137848"/>
        </pc:sldMkLst>
        <pc:spChg chg="mod">
          <ac:chgData name="Gudla, Natraj" userId="1b097815-ad51-435d-a557-eb69be7a0b69" providerId="ADAL" clId="{FE402C3C-A956-4AE1-8BD2-A3AC0C1129F3}" dt="2024-05-20T01:35:36.271" v="43" actId="13926"/>
          <ac:spMkLst>
            <pc:docMk/>
            <pc:sldMk cId="1524223584" sldId="2076137848"/>
            <ac:spMk id="33" creationId="{68D011E2-5302-48AE-8827-5CD4BBF0FC41}"/>
          </ac:spMkLst>
        </pc:spChg>
      </pc:sldChg>
      <pc:sldChg chg="del mod modShow">
        <pc:chgData name="Gudla, Natraj" userId="1b097815-ad51-435d-a557-eb69be7a0b69" providerId="ADAL" clId="{FE402C3C-A956-4AE1-8BD2-A3AC0C1129F3}" dt="2024-05-29T06:33:49.265" v="14429" actId="47"/>
        <pc:sldMkLst>
          <pc:docMk/>
          <pc:sldMk cId="1125126731" sldId="2076137877"/>
        </pc:sldMkLst>
      </pc:sldChg>
      <pc:sldChg chg="addSp modSp mod">
        <pc:chgData name="Gudla, Natraj" userId="1b097815-ad51-435d-a557-eb69be7a0b69" providerId="ADAL" clId="{FE402C3C-A956-4AE1-8BD2-A3AC0C1129F3}" dt="2024-05-29T08:52:49.915" v="14835" actId="13926"/>
        <pc:sldMkLst>
          <pc:docMk/>
          <pc:sldMk cId="716975616" sldId="2076137880"/>
        </pc:sldMkLst>
        <pc:spChg chg="mod">
          <ac:chgData name="Gudla, Natraj" userId="1b097815-ad51-435d-a557-eb69be7a0b69" providerId="ADAL" clId="{FE402C3C-A956-4AE1-8BD2-A3AC0C1129F3}" dt="2024-05-29T08:52:49.915" v="14835" actId="13926"/>
          <ac:spMkLst>
            <pc:docMk/>
            <pc:sldMk cId="716975616" sldId="2076137880"/>
            <ac:spMk id="2" creationId="{BA10F510-666F-42C9-9455-96C738FF54E6}"/>
          </ac:spMkLst>
        </pc:spChg>
        <pc:spChg chg="add mod">
          <ac:chgData name="Gudla, Natraj" userId="1b097815-ad51-435d-a557-eb69be7a0b69" providerId="ADAL" clId="{FE402C3C-A956-4AE1-8BD2-A3AC0C1129F3}" dt="2024-05-29T08:52:36.087" v="14809" actId="6549"/>
          <ac:spMkLst>
            <pc:docMk/>
            <pc:sldMk cId="716975616" sldId="2076137880"/>
            <ac:spMk id="3" creationId="{997A507E-6A01-1060-5826-14E45E6DA3CE}"/>
          </ac:spMkLst>
        </pc:spChg>
      </pc:sldChg>
      <pc:sldChg chg="modSp mod">
        <pc:chgData name="Gudla, Natraj" userId="1b097815-ad51-435d-a557-eb69be7a0b69" providerId="ADAL" clId="{FE402C3C-A956-4AE1-8BD2-A3AC0C1129F3}" dt="2024-05-20T01:58:04.169" v="157" actId="20577"/>
        <pc:sldMkLst>
          <pc:docMk/>
          <pc:sldMk cId="1871118464" sldId="2141412295"/>
        </pc:sldMkLst>
        <pc:spChg chg="mod">
          <ac:chgData name="Gudla, Natraj" userId="1b097815-ad51-435d-a557-eb69be7a0b69" providerId="ADAL" clId="{FE402C3C-A956-4AE1-8BD2-A3AC0C1129F3}" dt="2024-05-20T01:58:04.169" v="157" actId="20577"/>
          <ac:spMkLst>
            <pc:docMk/>
            <pc:sldMk cId="1871118464" sldId="2141412295"/>
            <ac:spMk id="2" creationId="{66999DFB-1700-4E5C-B0B9-99C7B5574560}"/>
          </ac:spMkLst>
        </pc:spChg>
      </pc:sldChg>
      <pc:sldChg chg="modSp mod">
        <pc:chgData name="Gudla, Natraj" userId="1b097815-ad51-435d-a557-eb69be7a0b69" providerId="ADAL" clId="{FE402C3C-A956-4AE1-8BD2-A3AC0C1129F3}" dt="2024-05-28T05:54:59.613" v="13033" actId="20577"/>
        <pc:sldMkLst>
          <pc:docMk/>
          <pc:sldMk cId="15937896" sldId="2141412303"/>
        </pc:sldMkLst>
        <pc:spChg chg="mod">
          <ac:chgData name="Gudla, Natraj" userId="1b097815-ad51-435d-a557-eb69be7a0b69" providerId="ADAL" clId="{FE402C3C-A956-4AE1-8BD2-A3AC0C1129F3}" dt="2024-05-28T05:54:59.613" v="13033" actId="20577"/>
          <ac:spMkLst>
            <pc:docMk/>
            <pc:sldMk cId="15937896" sldId="2141412303"/>
            <ac:spMk id="2" creationId="{BA10F510-666F-42C9-9455-96C738FF54E6}"/>
          </ac:spMkLst>
        </pc:spChg>
      </pc:sldChg>
      <pc:sldChg chg="del mod modShow">
        <pc:chgData name="Gudla, Natraj" userId="1b097815-ad51-435d-a557-eb69be7a0b69" providerId="ADAL" clId="{FE402C3C-A956-4AE1-8BD2-A3AC0C1129F3}" dt="2024-05-28T07:52:14.815" v="13124" actId="47"/>
        <pc:sldMkLst>
          <pc:docMk/>
          <pc:sldMk cId="222090639" sldId="2141412307"/>
        </pc:sldMkLst>
      </pc:sldChg>
      <pc:sldChg chg="delSp modSp mod">
        <pc:chgData name="Gudla, Natraj" userId="1b097815-ad51-435d-a557-eb69be7a0b69" providerId="ADAL" clId="{FE402C3C-A956-4AE1-8BD2-A3AC0C1129F3}" dt="2024-05-29T05:24:23.806" v="14181" actId="478"/>
        <pc:sldMkLst>
          <pc:docMk/>
          <pc:sldMk cId="199444538" sldId="2141412308"/>
        </pc:sldMkLst>
        <pc:spChg chg="del">
          <ac:chgData name="Gudla, Natraj" userId="1b097815-ad51-435d-a557-eb69be7a0b69" providerId="ADAL" clId="{FE402C3C-A956-4AE1-8BD2-A3AC0C1129F3}" dt="2024-05-29T05:24:23.806" v="14181" actId="478"/>
          <ac:spMkLst>
            <pc:docMk/>
            <pc:sldMk cId="199444538" sldId="2141412308"/>
            <ac:spMk id="2" creationId="{975EECEF-59DC-F14A-86B5-E772A8BE4986}"/>
          </ac:spMkLst>
        </pc:spChg>
        <pc:spChg chg="mod">
          <ac:chgData name="Gudla, Natraj" userId="1b097815-ad51-435d-a557-eb69be7a0b69" providerId="ADAL" clId="{FE402C3C-A956-4AE1-8BD2-A3AC0C1129F3}" dt="2024-05-22T11:43:27.162" v="10378" actId="20577"/>
          <ac:spMkLst>
            <pc:docMk/>
            <pc:sldMk cId="199444538" sldId="2141412308"/>
            <ac:spMk id="5" creationId="{ABF9F3CD-AA3F-4507-9769-2810EA11C225}"/>
          </ac:spMkLst>
        </pc:spChg>
      </pc:sldChg>
      <pc:sldChg chg="modSp mod">
        <pc:chgData name="Gudla, Natraj" userId="1b097815-ad51-435d-a557-eb69be7a0b69" providerId="ADAL" clId="{FE402C3C-A956-4AE1-8BD2-A3AC0C1129F3}" dt="2024-05-23T08:29:27.697" v="11723" actId="20577"/>
        <pc:sldMkLst>
          <pc:docMk/>
          <pc:sldMk cId="1801749126" sldId="2141412312"/>
        </pc:sldMkLst>
        <pc:spChg chg="mod">
          <ac:chgData name="Gudla, Natraj" userId="1b097815-ad51-435d-a557-eb69be7a0b69" providerId="ADAL" clId="{FE402C3C-A956-4AE1-8BD2-A3AC0C1129F3}" dt="2024-05-23T08:28:26.682" v="11619" actId="6549"/>
          <ac:spMkLst>
            <pc:docMk/>
            <pc:sldMk cId="1801749126" sldId="2141412312"/>
            <ac:spMk id="50" creationId="{7B597488-9EB8-4809-BCAA-5807C3442D54}"/>
          </ac:spMkLst>
        </pc:spChg>
        <pc:spChg chg="mod">
          <ac:chgData name="Gudla, Natraj" userId="1b097815-ad51-435d-a557-eb69be7a0b69" providerId="ADAL" clId="{FE402C3C-A956-4AE1-8BD2-A3AC0C1129F3}" dt="2024-05-23T08:29:04.159" v="11681" actId="20577"/>
          <ac:spMkLst>
            <pc:docMk/>
            <pc:sldMk cId="1801749126" sldId="2141412312"/>
            <ac:spMk id="51" creationId="{36CCF0BC-FA73-489E-92B7-F27488F8431A}"/>
          </ac:spMkLst>
        </pc:spChg>
        <pc:spChg chg="mod">
          <ac:chgData name="Gudla, Natraj" userId="1b097815-ad51-435d-a557-eb69be7a0b69" providerId="ADAL" clId="{FE402C3C-A956-4AE1-8BD2-A3AC0C1129F3}" dt="2024-05-23T08:29:27.697" v="11723" actId="20577"/>
          <ac:spMkLst>
            <pc:docMk/>
            <pc:sldMk cId="1801749126" sldId="2141412312"/>
            <ac:spMk id="52" creationId="{35DD7699-E4AC-44F6-837E-C76C59C0F256}"/>
          </ac:spMkLst>
        </pc:spChg>
        <pc:spChg chg="mod">
          <ac:chgData name="Gudla, Natraj" userId="1b097815-ad51-435d-a557-eb69be7a0b69" providerId="ADAL" clId="{FE402C3C-A956-4AE1-8BD2-A3AC0C1129F3}" dt="2024-05-23T08:27:10.533" v="11523" actId="20577"/>
          <ac:spMkLst>
            <pc:docMk/>
            <pc:sldMk cId="1801749126" sldId="2141412312"/>
            <ac:spMk id="53" creationId="{EC0C2A1E-791A-4676-94BB-450CD8E94C6C}"/>
          </ac:spMkLst>
        </pc:spChg>
        <pc:spChg chg="mod">
          <ac:chgData name="Gudla, Natraj" userId="1b097815-ad51-435d-a557-eb69be7a0b69" providerId="ADAL" clId="{FE402C3C-A956-4AE1-8BD2-A3AC0C1129F3}" dt="2024-05-23T08:28:01.066" v="11616" actId="20577"/>
          <ac:spMkLst>
            <pc:docMk/>
            <pc:sldMk cId="1801749126" sldId="2141412312"/>
            <ac:spMk id="55" creationId="{92A95930-3900-4E10-8AD6-AC417B7A1DA0}"/>
          </ac:spMkLst>
        </pc:spChg>
      </pc:sldChg>
      <pc:sldChg chg="delSp modSp mod">
        <pc:chgData name="Gudla, Natraj" userId="1b097815-ad51-435d-a557-eb69be7a0b69" providerId="ADAL" clId="{FE402C3C-A956-4AE1-8BD2-A3AC0C1129F3}" dt="2024-05-23T08:51:16.673" v="11786" actId="14100"/>
        <pc:sldMkLst>
          <pc:docMk/>
          <pc:sldMk cId="2377744435" sldId="2141412313"/>
        </pc:sldMkLst>
        <pc:spChg chg="mod">
          <ac:chgData name="Gudla, Natraj" userId="1b097815-ad51-435d-a557-eb69be7a0b69" providerId="ADAL" clId="{FE402C3C-A956-4AE1-8BD2-A3AC0C1129F3}" dt="2024-05-23T08:51:16.673" v="11786" actId="14100"/>
          <ac:spMkLst>
            <pc:docMk/>
            <pc:sldMk cId="2377744435" sldId="2141412313"/>
            <ac:spMk id="27" creationId="{5FCDBD9C-9F4C-4E3D-B0EF-EC39D2597B6E}"/>
          </ac:spMkLst>
        </pc:spChg>
        <pc:spChg chg="del">
          <ac:chgData name="Gudla, Natraj" userId="1b097815-ad51-435d-a557-eb69be7a0b69" providerId="ADAL" clId="{FE402C3C-A956-4AE1-8BD2-A3AC0C1129F3}" dt="2024-05-23T08:50:24.271" v="11724" actId="478"/>
          <ac:spMkLst>
            <pc:docMk/>
            <pc:sldMk cId="2377744435" sldId="2141412313"/>
            <ac:spMk id="43" creationId="{CF2C4400-7E67-4BCC-97D9-8683A1624E16}"/>
          </ac:spMkLst>
        </pc:spChg>
        <pc:cxnChg chg="mod">
          <ac:chgData name="Gudla, Natraj" userId="1b097815-ad51-435d-a557-eb69be7a0b69" providerId="ADAL" clId="{FE402C3C-A956-4AE1-8BD2-A3AC0C1129F3}" dt="2024-05-23T08:51:16.673" v="11786" actId="14100"/>
          <ac:cxnSpMkLst>
            <pc:docMk/>
            <pc:sldMk cId="2377744435" sldId="2141412313"/>
            <ac:cxnSpMk id="5" creationId="{6D02205F-8A18-455A-A4FD-20BEEE73CF57}"/>
          </ac:cxnSpMkLst>
        </pc:cxnChg>
        <pc:cxnChg chg="mod">
          <ac:chgData name="Gudla, Natraj" userId="1b097815-ad51-435d-a557-eb69be7a0b69" providerId="ADAL" clId="{FE402C3C-A956-4AE1-8BD2-A3AC0C1129F3}" dt="2024-05-23T08:51:16.673" v="11786" actId="14100"/>
          <ac:cxnSpMkLst>
            <pc:docMk/>
            <pc:sldMk cId="2377744435" sldId="2141412313"/>
            <ac:cxnSpMk id="65" creationId="{685C4E71-EB6C-404A-83D1-7F9299085BF4}"/>
          </ac:cxnSpMkLst>
        </pc:cxnChg>
      </pc:sldChg>
      <pc:sldChg chg="modSp mod">
        <pc:chgData name="Gudla, Natraj" userId="1b097815-ad51-435d-a557-eb69be7a0b69" providerId="ADAL" clId="{FE402C3C-A956-4AE1-8BD2-A3AC0C1129F3}" dt="2024-05-23T08:52:15.721" v="11847" actId="20577"/>
        <pc:sldMkLst>
          <pc:docMk/>
          <pc:sldMk cId="4268486508" sldId="2141412314"/>
        </pc:sldMkLst>
        <pc:spChg chg="mod">
          <ac:chgData name="Gudla, Natraj" userId="1b097815-ad51-435d-a557-eb69be7a0b69" providerId="ADAL" clId="{FE402C3C-A956-4AE1-8BD2-A3AC0C1129F3}" dt="2024-05-23T08:52:15.721" v="11847" actId="20577"/>
          <ac:spMkLst>
            <pc:docMk/>
            <pc:sldMk cId="4268486508" sldId="2141412314"/>
            <ac:spMk id="54" creationId="{0A98119E-FD4B-4DD8-B86B-C9C79817CA95}"/>
          </ac:spMkLst>
        </pc:spChg>
      </pc:sldChg>
      <pc:sldChg chg="modSp mod">
        <pc:chgData name="Gudla, Natraj" userId="1b097815-ad51-435d-a557-eb69be7a0b69" providerId="ADAL" clId="{FE402C3C-A956-4AE1-8BD2-A3AC0C1129F3}" dt="2024-05-23T08:53:41.723" v="12016" actId="14100"/>
        <pc:sldMkLst>
          <pc:docMk/>
          <pc:sldMk cId="2672899342" sldId="2141412315"/>
        </pc:sldMkLst>
        <pc:spChg chg="mod">
          <ac:chgData name="Gudla, Natraj" userId="1b097815-ad51-435d-a557-eb69be7a0b69" providerId="ADAL" clId="{FE402C3C-A956-4AE1-8BD2-A3AC0C1129F3}" dt="2024-05-23T08:53:41.723" v="12016" actId="14100"/>
          <ac:spMkLst>
            <pc:docMk/>
            <pc:sldMk cId="2672899342" sldId="2141412315"/>
            <ac:spMk id="50" creationId="{7B597488-9EB8-4809-BCAA-5807C3442D54}"/>
          </ac:spMkLst>
        </pc:spChg>
        <pc:spChg chg="mod">
          <ac:chgData name="Gudla, Natraj" userId="1b097815-ad51-435d-a557-eb69be7a0b69" providerId="ADAL" clId="{FE402C3C-A956-4AE1-8BD2-A3AC0C1129F3}" dt="2024-05-23T08:52:58.709" v="11874" actId="20577"/>
          <ac:spMkLst>
            <pc:docMk/>
            <pc:sldMk cId="2672899342" sldId="2141412315"/>
            <ac:spMk id="53" creationId="{EC0C2A1E-791A-4676-94BB-450CD8E94C6C}"/>
          </ac:spMkLst>
        </pc:spChg>
        <pc:spChg chg="mod">
          <ac:chgData name="Gudla, Natraj" userId="1b097815-ad51-435d-a557-eb69be7a0b69" providerId="ADAL" clId="{FE402C3C-A956-4AE1-8BD2-A3AC0C1129F3}" dt="2024-05-23T08:53:35.062" v="12015" actId="20577"/>
          <ac:spMkLst>
            <pc:docMk/>
            <pc:sldMk cId="2672899342" sldId="2141412315"/>
            <ac:spMk id="54" creationId="{0A98119E-FD4B-4DD8-B86B-C9C79817CA95}"/>
          </ac:spMkLst>
        </pc:spChg>
        <pc:cxnChg chg="mod">
          <ac:chgData name="Gudla, Natraj" userId="1b097815-ad51-435d-a557-eb69be7a0b69" providerId="ADAL" clId="{FE402C3C-A956-4AE1-8BD2-A3AC0C1129F3}" dt="2024-05-23T08:53:41.723" v="12016" actId="14100"/>
          <ac:cxnSpMkLst>
            <pc:docMk/>
            <pc:sldMk cId="2672899342" sldId="2141412315"/>
            <ac:cxnSpMk id="61" creationId="{AEADA489-1ED7-47DB-AF63-05228BD6116C}"/>
          </ac:cxnSpMkLst>
        </pc:cxnChg>
      </pc:sldChg>
      <pc:sldChg chg="modSp mod">
        <pc:chgData name="Gudla, Natraj" userId="1b097815-ad51-435d-a557-eb69be7a0b69" providerId="ADAL" clId="{FE402C3C-A956-4AE1-8BD2-A3AC0C1129F3}" dt="2024-05-28T06:34:08.005" v="13123" actId="14100"/>
        <pc:sldMkLst>
          <pc:docMk/>
          <pc:sldMk cId="1754236133" sldId="2141412320"/>
        </pc:sldMkLst>
        <pc:spChg chg="mod">
          <ac:chgData name="Gudla, Natraj" userId="1b097815-ad51-435d-a557-eb69be7a0b69" providerId="ADAL" clId="{FE402C3C-A956-4AE1-8BD2-A3AC0C1129F3}" dt="2024-05-28T06:33:14.688" v="13121" actId="33524"/>
          <ac:spMkLst>
            <pc:docMk/>
            <pc:sldMk cId="1754236133" sldId="2141412320"/>
            <ac:spMk id="14" creationId="{B0D8BD57-9469-4984-B8F5-30A92943706F}"/>
          </ac:spMkLst>
        </pc:spChg>
        <pc:spChg chg="mod">
          <ac:chgData name="Gudla, Natraj" userId="1b097815-ad51-435d-a557-eb69be7a0b69" providerId="ADAL" clId="{FE402C3C-A956-4AE1-8BD2-A3AC0C1129F3}" dt="2024-05-28T06:34:08.005" v="13123" actId="14100"/>
          <ac:spMkLst>
            <pc:docMk/>
            <pc:sldMk cId="1754236133" sldId="2141412320"/>
            <ac:spMk id="41" creationId="{C29C2196-7DD0-40F5-BD76-460245DCFCFE}"/>
          </ac:spMkLst>
        </pc:spChg>
      </pc:sldChg>
      <pc:sldChg chg="delSp modSp mod">
        <pc:chgData name="Gudla, Natraj" userId="1b097815-ad51-435d-a557-eb69be7a0b69" providerId="ADAL" clId="{FE402C3C-A956-4AE1-8BD2-A3AC0C1129F3}" dt="2024-05-29T08:55:02.111" v="14966" actId="20577"/>
        <pc:sldMkLst>
          <pc:docMk/>
          <pc:sldMk cId="3414426561" sldId="2141412321"/>
        </pc:sldMkLst>
        <pc:spChg chg="del">
          <ac:chgData name="Gudla, Natraj" userId="1b097815-ad51-435d-a557-eb69be7a0b69" providerId="ADAL" clId="{FE402C3C-A956-4AE1-8BD2-A3AC0C1129F3}" dt="2024-05-28T08:59:53.887" v="13178" actId="478"/>
          <ac:spMkLst>
            <pc:docMk/>
            <pc:sldMk cId="3414426561" sldId="2141412321"/>
            <ac:spMk id="2" creationId="{32A020B9-FAEF-C240-06BE-3A22CFF94D4C}"/>
          </ac:spMkLst>
        </pc:spChg>
        <pc:graphicFrameChg chg="mod modGraphic">
          <ac:chgData name="Gudla, Natraj" userId="1b097815-ad51-435d-a557-eb69be7a0b69" providerId="ADAL" clId="{FE402C3C-A956-4AE1-8BD2-A3AC0C1129F3}" dt="2024-05-29T08:55:02.111" v="14966" actId="20577"/>
          <ac:graphicFrameMkLst>
            <pc:docMk/>
            <pc:sldMk cId="3414426561" sldId="2141412321"/>
            <ac:graphicFrameMk id="3" creationId="{91A6E857-1EF2-486C-A171-821E92D3D2A3}"/>
          </ac:graphicFrameMkLst>
        </pc:graphicFrameChg>
      </pc:sldChg>
      <pc:sldChg chg="delSp modSp mod">
        <pc:chgData name="Gudla, Natraj" userId="1b097815-ad51-435d-a557-eb69be7a0b69" providerId="ADAL" clId="{FE402C3C-A956-4AE1-8BD2-A3AC0C1129F3}" dt="2024-05-28T09:32:27.916" v="13253" actId="14100"/>
        <pc:sldMkLst>
          <pc:docMk/>
          <pc:sldMk cId="1881052012" sldId="2141412324"/>
        </pc:sldMkLst>
        <pc:spChg chg="del">
          <ac:chgData name="Gudla, Natraj" userId="1b097815-ad51-435d-a557-eb69be7a0b69" providerId="ADAL" clId="{FE402C3C-A956-4AE1-8BD2-A3AC0C1129F3}" dt="2024-05-28T08:59:49.577" v="13177" actId="478"/>
          <ac:spMkLst>
            <pc:docMk/>
            <pc:sldMk cId="1881052012" sldId="2141412324"/>
            <ac:spMk id="2" creationId="{2D032602-6BA1-053B-5239-C703B401610F}"/>
          </ac:spMkLst>
        </pc:spChg>
        <pc:graphicFrameChg chg="mod modGraphic">
          <ac:chgData name="Gudla, Natraj" userId="1b097815-ad51-435d-a557-eb69be7a0b69" providerId="ADAL" clId="{FE402C3C-A956-4AE1-8BD2-A3AC0C1129F3}" dt="2024-05-28T09:32:27.916" v="13253" actId="14100"/>
          <ac:graphicFrameMkLst>
            <pc:docMk/>
            <pc:sldMk cId="1881052012" sldId="2141412324"/>
            <ac:graphicFrameMk id="3" creationId="{91A6E857-1EF2-486C-A171-821E92D3D2A3}"/>
          </ac:graphicFrameMkLst>
        </pc:graphicFrameChg>
      </pc:sldChg>
      <pc:sldChg chg="delSp mod">
        <pc:chgData name="Gudla, Natraj" userId="1b097815-ad51-435d-a557-eb69be7a0b69" providerId="ADAL" clId="{FE402C3C-A956-4AE1-8BD2-A3AC0C1129F3}" dt="2024-05-29T05:14:27.502" v="14180" actId="478"/>
        <pc:sldMkLst>
          <pc:docMk/>
          <pc:sldMk cId="2878614302" sldId="2147229685"/>
        </pc:sldMkLst>
        <pc:spChg chg="del">
          <ac:chgData name="Gudla, Natraj" userId="1b097815-ad51-435d-a557-eb69be7a0b69" providerId="ADAL" clId="{FE402C3C-A956-4AE1-8BD2-A3AC0C1129F3}" dt="2024-05-29T05:14:27.502" v="14180" actId="478"/>
          <ac:spMkLst>
            <pc:docMk/>
            <pc:sldMk cId="2878614302" sldId="2147229685"/>
            <ac:spMk id="2" creationId="{0857298E-1822-CCF6-CDEA-5A28E901EAE6}"/>
          </ac:spMkLst>
        </pc:spChg>
      </pc:sldChg>
      <pc:sldChg chg="delSp modSp del mod">
        <pc:chgData name="Gudla, Natraj" userId="1b097815-ad51-435d-a557-eb69be7a0b69" providerId="ADAL" clId="{FE402C3C-A956-4AE1-8BD2-A3AC0C1129F3}" dt="2024-05-28T09:31:32.645" v="13250" actId="47"/>
        <pc:sldMkLst>
          <pc:docMk/>
          <pc:sldMk cId="2134738043" sldId="2147229686"/>
        </pc:sldMkLst>
        <pc:spChg chg="del">
          <ac:chgData name="Gudla, Natraj" userId="1b097815-ad51-435d-a557-eb69be7a0b69" providerId="ADAL" clId="{FE402C3C-A956-4AE1-8BD2-A3AC0C1129F3}" dt="2024-05-28T08:59:59.073" v="13179" actId="478"/>
          <ac:spMkLst>
            <pc:docMk/>
            <pc:sldMk cId="2134738043" sldId="2147229686"/>
            <ac:spMk id="2" creationId="{DA561ED7-8491-BFC8-B668-36DB90FED5C7}"/>
          </ac:spMkLst>
        </pc:spChg>
        <pc:graphicFrameChg chg="mod modGraphic">
          <ac:chgData name="Gudla, Natraj" userId="1b097815-ad51-435d-a557-eb69be7a0b69" providerId="ADAL" clId="{FE402C3C-A956-4AE1-8BD2-A3AC0C1129F3}" dt="2024-05-28T09:00:29.793" v="13218" actId="20577"/>
          <ac:graphicFrameMkLst>
            <pc:docMk/>
            <pc:sldMk cId="2134738043" sldId="2147229686"/>
            <ac:graphicFrameMk id="3" creationId="{91A6E857-1EF2-486C-A171-821E92D3D2A3}"/>
          </ac:graphicFrameMkLst>
        </pc:graphicFrameChg>
      </pc:sldChg>
      <pc:sldChg chg="ord">
        <pc:chgData name="Gudla, Natraj" userId="1b097815-ad51-435d-a557-eb69be7a0b69" providerId="ADAL" clId="{FE402C3C-A956-4AE1-8BD2-A3AC0C1129F3}" dt="2024-05-17T09:49:51.652" v="0" actId="20578"/>
        <pc:sldMkLst>
          <pc:docMk/>
          <pc:sldMk cId="3125609614" sldId="2147474189"/>
        </pc:sldMkLst>
      </pc:sldChg>
      <pc:sldChg chg="addSp modSp mod">
        <pc:chgData name="Gudla, Natraj" userId="1b097815-ad51-435d-a557-eb69be7a0b69" providerId="ADAL" clId="{FE402C3C-A956-4AE1-8BD2-A3AC0C1129F3}" dt="2024-05-29T08:50:16.427" v="14458" actId="20577"/>
        <pc:sldMkLst>
          <pc:docMk/>
          <pc:sldMk cId="293913670" sldId="2147474190"/>
        </pc:sldMkLst>
        <pc:spChg chg="mod">
          <ac:chgData name="Gudla, Natraj" userId="1b097815-ad51-435d-a557-eb69be7a0b69" providerId="ADAL" clId="{FE402C3C-A956-4AE1-8BD2-A3AC0C1129F3}" dt="2024-05-22T03:09:41.017" v="5053" actId="1076"/>
          <ac:spMkLst>
            <pc:docMk/>
            <pc:sldMk cId="293913670" sldId="2147474190"/>
            <ac:spMk id="2" creationId="{4463ADE3-87EF-5F3C-6A07-71AD9446AFC9}"/>
          </ac:spMkLst>
        </pc:spChg>
        <pc:spChg chg="add mod">
          <ac:chgData name="Gudla, Natraj" userId="1b097815-ad51-435d-a557-eb69be7a0b69" providerId="ADAL" clId="{FE402C3C-A956-4AE1-8BD2-A3AC0C1129F3}" dt="2024-05-29T08:50:16.427" v="14458" actId="20577"/>
          <ac:spMkLst>
            <pc:docMk/>
            <pc:sldMk cId="293913670" sldId="2147474190"/>
            <ac:spMk id="3" creationId="{4014ADF5-BEEA-9927-7ECB-101546437019}"/>
          </ac:spMkLst>
        </pc:spChg>
      </pc:sldChg>
      <pc:sldChg chg="modSp del mod">
        <pc:chgData name="Gudla, Natraj" userId="1b097815-ad51-435d-a557-eb69be7a0b69" providerId="ADAL" clId="{FE402C3C-A956-4AE1-8BD2-A3AC0C1129F3}" dt="2024-05-23T08:20:00.698" v="11508" actId="47"/>
        <pc:sldMkLst>
          <pc:docMk/>
          <pc:sldMk cId="3438276604" sldId="2147474191"/>
        </pc:sldMkLst>
        <pc:spChg chg="mod">
          <ac:chgData name="Gudla, Natraj" userId="1b097815-ad51-435d-a557-eb69be7a0b69" providerId="ADAL" clId="{FE402C3C-A956-4AE1-8BD2-A3AC0C1129F3}" dt="2024-05-20T01:36:03.859" v="52"/>
          <ac:spMkLst>
            <pc:docMk/>
            <pc:sldMk cId="3438276604" sldId="2147474191"/>
            <ac:spMk id="2" creationId="{83A97F23-D851-46ED-A6ED-33CE51256DDF}"/>
          </ac:spMkLst>
        </pc:spChg>
      </pc:sldChg>
      <pc:sldChg chg="modSp mod">
        <pc:chgData name="Gudla, Natraj" userId="1b097815-ad51-435d-a557-eb69be7a0b69" providerId="ADAL" clId="{FE402C3C-A956-4AE1-8BD2-A3AC0C1129F3}" dt="2024-05-20T02:35:02.827" v="1352" actId="20577"/>
        <pc:sldMkLst>
          <pc:docMk/>
          <pc:sldMk cId="2042885715" sldId="2147474192"/>
        </pc:sldMkLst>
        <pc:spChg chg="mod">
          <ac:chgData name="Gudla, Natraj" userId="1b097815-ad51-435d-a557-eb69be7a0b69" providerId="ADAL" clId="{FE402C3C-A956-4AE1-8BD2-A3AC0C1129F3}" dt="2024-05-20T02:35:02.827" v="1352" actId="20577"/>
          <ac:spMkLst>
            <pc:docMk/>
            <pc:sldMk cId="2042885715" sldId="2147474192"/>
            <ac:spMk id="4" creationId="{D3E9CD0C-43D4-8A37-4193-057960911025}"/>
          </ac:spMkLst>
        </pc:spChg>
        <pc:picChg chg="mod">
          <ac:chgData name="Gudla, Natraj" userId="1b097815-ad51-435d-a557-eb69be7a0b69" providerId="ADAL" clId="{FE402C3C-A956-4AE1-8BD2-A3AC0C1129F3}" dt="2024-05-20T02:34:52.748" v="1350" actId="1076"/>
          <ac:picMkLst>
            <pc:docMk/>
            <pc:sldMk cId="2042885715" sldId="2147474192"/>
            <ac:picMk id="5" creationId="{07475B88-0C45-E660-E469-D94146E616D5}"/>
          </ac:picMkLst>
        </pc:picChg>
        <pc:picChg chg="mod">
          <ac:chgData name="Gudla, Natraj" userId="1b097815-ad51-435d-a557-eb69be7a0b69" providerId="ADAL" clId="{FE402C3C-A956-4AE1-8BD2-A3AC0C1129F3}" dt="2024-05-20T02:34:32.436" v="1345" actId="1076"/>
          <ac:picMkLst>
            <pc:docMk/>
            <pc:sldMk cId="2042885715" sldId="2147474192"/>
            <ac:picMk id="6" creationId="{8EDE83C2-C2F6-BFA0-C6FB-592939899D63}"/>
          </ac:picMkLst>
        </pc:picChg>
      </pc:sldChg>
      <pc:sldChg chg="add del">
        <pc:chgData name="Gudla, Natraj" userId="1b097815-ad51-435d-a557-eb69be7a0b69" providerId="ADAL" clId="{FE402C3C-A956-4AE1-8BD2-A3AC0C1129F3}" dt="2024-05-20T01:35:55.268" v="49"/>
        <pc:sldMkLst>
          <pc:docMk/>
          <pc:sldMk cId="3807773917" sldId="2147474196"/>
        </pc:sldMkLst>
      </pc:sldChg>
      <pc:sldChg chg="add del mod modShow">
        <pc:chgData name="Gudla, Natraj" userId="1b097815-ad51-435d-a557-eb69be7a0b69" providerId="ADAL" clId="{FE402C3C-A956-4AE1-8BD2-A3AC0C1129F3}" dt="2024-05-29T04:22:53.749" v="13630" actId="47"/>
        <pc:sldMkLst>
          <pc:docMk/>
          <pc:sldMk cId="3844007076" sldId="2147475689"/>
        </pc:sldMkLst>
      </pc:sldChg>
      <pc:sldChg chg="modSp add mod">
        <pc:chgData name="Gudla, Natraj" userId="1b097815-ad51-435d-a557-eb69be7a0b69" providerId="ADAL" clId="{FE402C3C-A956-4AE1-8BD2-A3AC0C1129F3}" dt="2024-05-29T04:24:28.237" v="13694" actId="20577"/>
        <pc:sldMkLst>
          <pc:docMk/>
          <pc:sldMk cId="1635902401" sldId="2147475690"/>
        </pc:sldMkLst>
        <pc:spChg chg="mod">
          <ac:chgData name="Gudla, Natraj" userId="1b097815-ad51-435d-a557-eb69be7a0b69" providerId="ADAL" clId="{FE402C3C-A956-4AE1-8BD2-A3AC0C1129F3}" dt="2024-05-20T01:59:01.631" v="177" actId="20577"/>
          <ac:spMkLst>
            <pc:docMk/>
            <pc:sldMk cId="1635902401" sldId="2147475690"/>
            <ac:spMk id="3" creationId="{1D906281-ACD5-8301-8C59-F0BD4E2FAFF8}"/>
          </ac:spMkLst>
        </pc:spChg>
        <pc:spChg chg="mod">
          <ac:chgData name="Gudla, Natraj" userId="1b097815-ad51-435d-a557-eb69be7a0b69" providerId="ADAL" clId="{FE402C3C-A956-4AE1-8BD2-A3AC0C1129F3}" dt="2024-05-29T04:23:34.964" v="13644" actId="20577"/>
          <ac:spMkLst>
            <pc:docMk/>
            <pc:sldMk cId="1635902401" sldId="2147475690"/>
            <ac:spMk id="17" creationId="{5D51DCDB-28A7-CA6C-2CD9-8F7AF66D8AEB}"/>
          </ac:spMkLst>
        </pc:spChg>
        <pc:spChg chg="mod">
          <ac:chgData name="Gudla, Natraj" userId="1b097815-ad51-435d-a557-eb69be7a0b69" providerId="ADAL" clId="{FE402C3C-A956-4AE1-8BD2-A3AC0C1129F3}" dt="2024-05-29T04:23:44.094" v="13656" actId="20577"/>
          <ac:spMkLst>
            <pc:docMk/>
            <pc:sldMk cId="1635902401" sldId="2147475690"/>
            <ac:spMk id="18" creationId="{0AF17B4F-1505-8663-5D5D-8C565D17D8CA}"/>
          </ac:spMkLst>
        </pc:spChg>
        <pc:spChg chg="mod">
          <ac:chgData name="Gudla, Natraj" userId="1b097815-ad51-435d-a557-eb69be7a0b69" providerId="ADAL" clId="{FE402C3C-A956-4AE1-8BD2-A3AC0C1129F3}" dt="2024-05-29T04:23:48.822" v="13668" actId="20577"/>
          <ac:spMkLst>
            <pc:docMk/>
            <pc:sldMk cId="1635902401" sldId="2147475690"/>
            <ac:spMk id="19" creationId="{58D19AEF-E773-9DF4-A618-E12411B60263}"/>
          </ac:spMkLst>
        </pc:spChg>
        <pc:spChg chg="mod">
          <ac:chgData name="Gudla, Natraj" userId="1b097815-ad51-435d-a557-eb69be7a0b69" providerId="ADAL" clId="{FE402C3C-A956-4AE1-8BD2-A3AC0C1129F3}" dt="2024-05-29T04:23:52.814" v="13680" actId="20577"/>
          <ac:spMkLst>
            <pc:docMk/>
            <pc:sldMk cId="1635902401" sldId="2147475690"/>
            <ac:spMk id="30" creationId="{D8E99D4D-EC9D-E4C8-A172-EE9A56EA06E5}"/>
          </ac:spMkLst>
        </pc:spChg>
        <pc:spChg chg="mod">
          <ac:chgData name="Gudla, Natraj" userId="1b097815-ad51-435d-a557-eb69be7a0b69" providerId="ADAL" clId="{FE402C3C-A956-4AE1-8BD2-A3AC0C1129F3}" dt="2024-05-29T04:23:57.860" v="13692" actId="20577"/>
          <ac:spMkLst>
            <pc:docMk/>
            <pc:sldMk cId="1635902401" sldId="2147475690"/>
            <ac:spMk id="31" creationId="{BFF40B0C-21D1-DCF2-289C-46C47CA8409D}"/>
          </ac:spMkLst>
        </pc:spChg>
        <pc:spChg chg="mod">
          <ac:chgData name="Gudla, Natraj" userId="1b097815-ad51-435d-a557-eb69be7a0b69" providerId="ADAL" clId="{FE402C3C-A956-4AE1-8BD2-A3AC0C1129F3}" dt="2024-05-29T04:23:17.464" v="13632" actId="20577"/>
          <ac:spMkLst>
            <pc:docMk/>
            <pc:sldMk cId="1635902401" sldId="2147475690"/>
            <ac:spMk id="66" creationId="{E9AE8371-C24A-262F-5BDD-C03530B51BB1}"/>
          </ac:spMkLst>
        </pc:spChg>
        <pc:spChg chg="mod">
          <ac:chgData name="Gudla, Natraj" userId="1b097815-ad51-435d-a557-eb69be7a0b69" providerId="ADAL" clId="{FE402C3C-A956-4AE1-8BD2-A3AC0C1129F3}" dt="2024-05-29T04:24:28.237" v="13694" actId="20577"/>
          <ac:spMkLst>
            <pc:docMk/>
            <pc:sldMk cId="1635902401" sldId="2147475690"/>
            <ac:spMk id="68" creationId="{54BF44E8-6CE1-A3A8-F373-713436E84714}"/>
          </ac:spMkLst>
        </pc:spChg>
      </pc:sldChg>
      <pc:sldChg chg="delSp modSp add mod">
        <pc:chgData name="Gudla, Natraj" userId="1b097815-ad51-435d-a557-eb69be7a0b69" providerId="ADAL" clId="{FE402C3C-A956-4AE1-8BD2-A3AC0C1129F3}" dt="2024-05-29T06:33:24.779" v="14428" actId="20577"/>
        <pc:sldMkLst>
          <pc:docMk/>
          <pc:sldMk cId="4112435908" sldId="2147475721"/>
        </pc:sldMkLst>
        <pc:spChg chg="mod">
          <ac:chgData name="Gudla, Natraj" userId="1b097815-ad51-435d-a557-eb69be7a0b69" providerId="ADAL" clId="{FE402C3C-A956-4AE1-8BD2-A3AC0C1129F3}" dt="2024-05-29T06:32:50.050" v="14399" actId="1038"/>
          <ac:spMkLst>
            <pc:docMk/>
            <pc:sldMk cId="4112435908" sldId="2147475721"/>
            <ac:spMk id="4" creationId="{A72AB8A9-FDD7-0AF0-D95B-276629D32266}"/>
          </ac:spMkLst>
        </pc:spChg>
        <pc:spChg chg="del">
          <ac:chgData name="Gudla, Natraj" userId="1b097815-ad51-435d-a557-eb69be7a0b69" providerId="ADAL" clId="{FE402C3C-A956-4AE1-8BD2-A3AC0C1129F3}" dt="2024-05-29T05:09:21.213" v="13831" actId="478"/>
          <ac:spMkLst>
            <pc:docMk/>
            <pc:sldMk cId="4112435908" sldId="2147475721"/>
            <ac:spMk id="5" creationId="{C80C75B9-BC7A-06C8-5463-D878698E1FEE}"/>
          </ac:spMkLst>
        </pc:spChg>
        <pc:spChg chg="mod">
          <ac:chgData name="Gudla, Natraj" userId="1b097815-ad51-435d-a557-eb69be7a0b69" providerId="ADAL" clId="{FE402C3C-A956-4AE1-8BD2-A3AC0C1129F3}" dt="2024-05-29T06:32:11.226" v="14359" actId="1076"/>
          <ac:spMkLst>
            <pc:docMk/>
            <pc:sldMk cId="4112435908" sldId="2147475721"/>
            <ac:spMk id="11" creationId="{9CD52457-6320-0ABD-9A29-173A47D5A2C5}"/>
          </ac:spMkLst>
        </pc:spChg>
        <pc:spChg chg="mod">
          <ac:chgData name="Gudla, Natraj" userId="1b097815-ad51-435d-a557-eb69be7a0b69" providerId="ADAL" clId="{FE402C3C-A956-4AE1-8BD2-A3AC0C1129F3}" dt="2024-05-29T06:32:19.147" v="14360" actId="1076"/>
          <ac:spMkLst>
            <pc:docMk/>
            <pc:sldMk cId="4112435908" sldId="2147475721"/>
            <ac:spMk id="13" creationId="{07E8A7EA-88C1-6753-2872-33DBFE7C78B8}"/>
          </ac:spMkLst>
        </pc:spChg>
        <pc:spChg chg="mod">
          <ac:chgData name="Gudla, Natraj" userId="1b097815-ad51-435d-a557-eb69be7a0b69" providerId="ADAL" clId="{FE402C3C-A956-4AE1-8BD2-A3AC0C1129F3}" dt="2024-05-29T06:33:24.779" v="14428" actId="20577"/>
          <ac:spMkLst>
            <pc:docMk/>
            <pc:sldMk cId="4112435908" sldId="2147475721"/>
            <ac:spMk id="14" creationId="{E2369092-C94A-2FD2-098B-130109F4E008}"/>
          </ac:spMkLst>
        </pc:spChg>
        <pc:spChg chg="mod">
          <ac:chgData name="Gudla, Natraj" userId="1b097815-ad51-435d-a557-eb69be7a0b69" providerId="ADAL" clId="{FE402C3C-A956-4AE1-8BD2-A3AC0C1129F3}" dt="2024-05-29T06:33:07.312" v="14401" actId="1076"/>
          <ac:spMkLst>
            <pc:docMk/>
            <pc:sldMk cId="4112435908" sldId="2147475721"/>
            <ac:spMk id="43" creationId="{3090EDAC-2B71-D042-4771-F250145B1CC1}"/>
          </ac:spMkLst>
        </pc:spChg>
        <pc:spChg chg="del">
          <ac:chgData name="Gudla, Natraj" userId="1b097815-ad51-435d-a557-eb69be7a0b69" providerId="ADAL" clId="{FE402C3C-A956-4AE1-8BD2-A3AC0C1129F3}" dt="2024-05-29T05:08:02.438" v="13828" actId="478"/>
          <ac:spMkLst>
            <pc:docMk/>
            <pc:sldMk cId="4112435908" sldId="2147475721"/>
            <ac:spMk id="49" creationId="{25B2AAF5-D22E-1B73-DA80-D8FD5DA22B68}"/>
          </ac:spMkLst>
        </pc:spChg>
        <pc:spChg chg="mod">
          <ac:chgData name="Gudla, Natraj" userId="1b097815-ad51-435d-a557-eb69be7a0b69" providerId="ADAL" clId="{FE402C3C-A956-4AE1-8BD2-A3AC0C1129F3}" dt="2024-05-29T06:33:12.197" v="14402" actId="1076"/>
          <ac:spMkLst>
            <pc:docMk/>
            <pc:sldMk cId="4112435908" sldId="2147475721"/>
            <ac:spMk id="53" creationId="{E65706E5-6946-4C8C-FD20-8F273602B74D}"/>
          </ac:spMkLst>
        </pc:spChg>
        <pc:spChg chg="del">
          <ac:chgData name="Gudla, Natraj" userId="1b097815-ad51-435d-a557-eb69be7a0b69" providerId="ADAL" clId="{FE402C3C-A956-4AE1-8BD2-A3AC0C1129F3}" dt="2024-05-29T05:08:03.827" v="13829" actId="478"/>
          <ac:spMkLst>
            <pc:docMk/>
            <pc:sldMk cId="4112435908" sldId="2147475721"/>
            <ac:spMk id="60" creationId="{2FC894D7-1418-0261-D3AB-E40152A4A1AE}"/>
          </ac:spMkLst>
        </pc:spChg>
        <pc:grpChg chg="mod">
          <ac:chgData name="Gudla, Natraj" userId="1b097815-ad51-435d-a557-eb69be7a0b69" providerId="ADAL" clId="{FE402C3C-A956-4AE1-8BD2-A3AC0C1129F3}" dt="2024-05-29T06:32:50.050" v="14399" actId="1038"/>
          <ac:grpSpMkLst>
            <pc:docMk/>
            <pc:sldMk cId="4112435908" sldId="2147475721"/>
            <ac:grpSpMk id="2" creationId="{595094A7-4AFC-3DC6-2232-9C71A525CC3A}"/>
          </ac:grpSpMkLst>
        </pc:grpChg>
        <pc:grpChg chg="mod">
          <ac:chgData name="Gudla, Natraj" userId="1b097815-ad51-435d-a557-eb69be7a0b69" providerId="ADAL" clId="{FE402C3C-A956-4AE1-8BD2-A3AC0C1129F3}" dt="2024-05-29T06:32:50.050" v="14399" actId="1038"/>
          <ac:grpSpMkLst>
            <pc:docMk/>
            <pc:sldMk cId="4112435908" sldId="2147475721"/>
            <ac:grpSpMk id="6" creationId="{FCECC8D4-35B4-6820-997C-88D37856C2FF}"/>
          </ac:grpSpMkLst>
        </pc:grpChg>
        <pc:grpChg chg="mod">
          <ac:chgData name="Gudla, Natraj" userId="1b097815-ad51-435d-a557-eb69be7a0b69" providerId="ADAL" clId="{FE402C3C-A956-4AE1-8BD2-A3AC0C1129F3}" dt="2024-05-29T06:32:50.050" v="14399" actId="1038"/>
          <ac:grpSpMkLst>
            <pc:docMk/>
            <pc:sldMk cId="4112435908" sldId="2147475721"/>
            <ac:grpSpMk id="10" creationId="{8AFD1997-9E1D-1CC1-779D-38E278954AE0}"/>
          </ac:grpSpMkLst>
        </pc:grpChg>
        <pc:grpChg chg="mod">
          <ac:chgData name="Gudla, Natraj" userId="1b097815-ad51-435d-a557-eb69be7a0b69" providerId="ADAL" clId="{FE402C3C-A956-4AE1-8BD2-A3AC0C1129F3}" dt="2024-05-29T06:32:50.050" v="14399" actId="1038"/>
          <ac:grpSpMkLst>
            <pc:docMk/>
            <pc:sldMk cId="4112435908" sldId="2147475721"/>
            <ac:grpSpMk id="19" creationId="{97ACD9B8-DC57-C8B0-C010-809F2AD6786F}"/>
          </ac:grpSpMkLst>
        </pc:grpChg>
        <pc:grpChg chg="mod">
          <ac:chgData name="Gudla, Natraj" userId="1b097815-ad51-435d-a557-eb69be7a0b69" providerId="ADAL" clId="{FE402C3C-A956-4AE1-8BD2-A3AC0C1129F3}" dt="2024-05-29T06:32:50.050" v="14399" actId="1038"/>
          <ac:grpSpMkLst>
            <pc:docMk/>
            <pc:sldMk cId="4112435908" sldId="2147475721"/>
            <ac:grpSpMk id="23" creationId="{5FE07F9D-5773-7E4D-5B88-4495C3510578}"/>
          </ac:grpSpMkLst>
        </pc:grpChg>
        <pc:grpChg chg="mod">
          <ac:chgData name="Gudla, Natraj" userId="1b097815-ad51-435d-a557-eb69be7a0b69" providerId="ADAL" clId="{FE402C3C-A956-4AE1-8BD2-A3AC0C1129F3}" dt="2024-05-29T06:32:50.050" v="14399" actId="1038"/>
          <ac:grpSpMkLst>
            <pc:docMk/>
            <pc:sldMk cId="4112435908" sldId="2147475721"/>
            <ac:grpSpMk id="27" creationId="{DB255357-931B-0A0D-AF11-92059817D5CD}"/>
          </ac:grpSpMkLst>
        </pc:grpChg>
        <pc:grpChg chg="mod">
          <ac:chgData name="Gudla, Natraj" userId="1b097815-ad51-435d-a557-eb69be7a0b69" providerId="ADAL" clId="{FE402C3C-A956-4AE1-8BD2-A3AC0C1129F3}" dt="2024-05-29T06:32:50.050" v="14399" actId="1038"/>
          <ac:grpSpMkLst>
            <pc:docMk/>
            <pc:sldMk cId="4112435908" sldId="2147475721"/>
            <ac:grpSpMk id="31" creationId="{A39109EC-7339-C88C-5F85-33449EE96501}"/>
          </ac:grpSpMkLst>
        </pc:grpChg>
        <pc:grpChg chg="del">
          <ac:chgData name="Gudla, Natraj" userId="1b097815-ad51-435d-a557-eb69be7a0b69" providerId="ADAL" clId="{FE402C3C-A956-4AE1-8BD2-A3AC0C1129F3}" dt="2024-05-29T05:08:00.486" v="13827" actId="478"/>
          <ac:grpSpMkLst>
            <pc:docMk/>
            <pc:sldMk cId="4112435908" sldId="2147475721"/>
            <ac:grpSpMk id="35" creationId="{BEB3954F-46BA-46B2-5334-A44BDF0764DF}"/>
          </ac:grpSpMkLst>
        </pc:grpChg>
        <pc:grpChg chg="mod">
          <ac:chgData name="Gudla, Natraj" userId="1b097815-ad51-435d-a557-eb69be7a0b69" providerId="ADAL" clId="{FE402C3C-A956-4AE1-8BD2-A3AC0C1129F3}" dt="2024-05-29T06:32:50.050" v="14399" actId="1038"/>
          <ac:grpSpMkLst>
            <pc:docMk/>
            <pc:sldMk cId="4112435908" sldId="2147475721"/>
            <ac:grpSpMk id="44" creationId="{1FF32828-7B48-DB45-074B-50D1F76F62A6}"/>
          </ac:grpSpMkLst>
        </pc:grpChg>
        <pc:picChg chg="mod">
          <ac:chgData name="Gudla, Natraj" userId="1b097815-ad51-435d-a557-eb69be7a0b69" providerId="ADAL" clId="{FE402C3C-A956-4AE1-8BD2-A3AC0C1129F3}" dt="2024-05-29T06:32:50.050" v="14399" actId="1038"/>
          <ac:picMkLst>
            <pc:docMk/>
            <pc:sldMk cId="4112435908" sldId="2147475721"/>
            <ac:picMk id="48" creationId="{A43FC586-EA47-C3D7-F619-54F0FE8AAE98}"/>
          </ac:picMkLst>
        </pc:picChg>
      </pc:sldChg>
      <pc:sldChg chg="addSp delSp modSp add mod">
        <pc:chgData name="Gudla, Natraj" userId="1b097815-ad51-435d-a557-eb69be7a0b69" providerId="ADAL" clId="{FE402C3C-A956-4AE1-8BD2-A3AC0C1129F3}" dt="2024-05-22T15:48:34.663" v="11484" actId="6549"/>
        <pc:sldMkLst>
          <pc:docMk/>
          <pc:sldMk cId="752373959" sldId="2147475731"/>
        </pc:sldMkLst>
        <pc:spChg chg="add mod">
          <ac:chgData name="Gudla, Natraj" userId="1b097815-ad51-435d-a557-eb69be7a0b69" providerId="ADAL" clId="{FE402C3C-A956-4AE1-8BD2-A3AC0C1129F3}" dt="2024-05-22T14:56:36.464" v="11073" actId="1076"/>
          <ac:spMkLst>
            <pc:docMk/>
            <pc:sldMk cId="752373959" sldId="2147475731"/>
            <ac:spMk id="2" creationId="{6C30B6E6-93EE-EB5F-0B40-029B34AF39DA}"/>
          </ac:spMkLst>
        </pc:spChg>
        <pc:spChg chg="add mod">
          <ac:chgData name="Gudla, Natraj" userId="1b097815-ad51-435d-a557-eb69be7a0b69" providerId="ADAL" clId="{FE402C3C-A956-4AE1-8BD2-A3AC0C1129F3}" dt="2024-05-22T15:42:33.862" v="11468" actId="1076"/>
          <ac:spMkLst>
            <pc:docMk/>
            <pc:sldMk cId="752373959" sldId="2147475731"/>
            <ac:spMk id="9" creationId="{A61E9CF9-9DDF-CA82-3839-0B4D11E0F89A}"/>
          </ac:spMkLst>
        </pc:spChg>
        <pc:spChg chg="add del mod">
          <ac:chgData name="Gudla, Natraj" userId="1b097815-ad51-435d-a557-eb69be7a0b69" providerId="ADAL" clId="{FE402C3C-A956-4AE1-8BD2-A3AC0C1129F3}" dt="2024-05-22T15:27:11.079" v="11300" actId="478"/>
          <ac:spMkLst>
            <pc:docMk/>
            <pc:sldMk cId="752373959" sldId="2147475731"/>
            <ac:spMk id="11" creationId="{9B40D448-D1C8-DBCB-B695-604C475BF15D}"/>
          </ac:spMkLst>
        </pc:spChg>
        <pc:spChg chg="add mod">
          <ac:chgData name="Gudla, Natraj" userId="1b097815-ad51-435d-a557-eb69be7a0b69" providerId="ADAL" clId="{FE402C3C-A956-4AE1-8BD2-A3AC0C1129F3}" dt="2024-05-22T15:26:45.700" v="11290" actId="1076"/>
          <ac:spMkLst>
            <pc:docMk/>
            <pc:sldMk cId="752373959" sldId="2147475731"/>
            <ac:spMk id="15" creationId="{3B7C47F1-1B28-FED1-3A8C-98FA44AE764B}"/>
          </ac:spMkLst>
        </pc:spChg>
        <pc:spChg chg="add mod">
          <ac:chgData name="Gudla, Natraj" userId="1b097815-ad51-435d-a557-eb69be7a0b69" providerId="ADAL" clId="{FE402C3C-A956-4AE1-8BD2-A3AC0C1129F3}" dt="2024-05-22T15:31:04.204" v="11405" actId="1035"/>
          <ac:spMkLst>
            <pc:docMk/>
            <pc:sldMk cId="752373959" sldId="2147475731"/>
            <ac:spMk id="16" creationId="{1A35FC99-8068-6127-7397-1FE13CD4FA60}"/>
          </ac:spMkLst>
        </pc:spChg>
        <pc:spChg chg="add mod">
          <ac:chgData name="Gudla, Natraj" userId="1b097815-ad51-435d-a557-eb69be7a0b69" providerId="ADAL" clId="{FE402C3C-A956-4AE1-8BD2-A3AC0C1129F3}" dt="2024-05-22T15:37:42.631" v="11447" actId="1035"/>
          <ac:spMkLst>
            <pc:docMk/>
            <pc:sldMk cId="752373959" sldId="2147475731"/>
            <ac:spMk id="17" creationId="{AB7DB907-4491-6EDD-F3C6-2AE1B58287A1}"/>
          </ac:spMkLst>
        </pc:spChg>
        <pc:spChg chg="add mod">
          <ac:chgData name="Gudla, Natraj" userId="1b097815-ad51-435d-a557-eb69be7a0b69" providerId="ADAL" clId="{FE402C3C-A956-4AE1-8BD2-A3AC0C1129F3}" dt="2024-05-22T15:37:39.312" v="11440" actId="1036"/>
          <ac:spMkLst>
            <pc:docMk/>
            <pc:sldMk cId="752373959" sldId="2147475731"/>
            <ac:spMk id="18" creationId="{E375041D-AA24-540E-1B25-F44B6FD92976}"/>
          </ac:spMkLst>
        </pc:spChg>
        <pc:spChg chg="add mod">
          <ac:chgData name="Gudla, Natraj" userId="1b097815-ad51-435d-a557-eb69be7a0b69" providerId="ADAL" clId="{FE402C3C-A956-4AE1-8BD2-A3AC0C1129F3}" dt="2024-05-22T15:38:22.500" v="11464" actId="14100"/>
          <ac:spMkLst>
            <pc:docMk/>
            <pc:sldMk cId="752373959" sldId="2147475731"/>
            <ac:spMk id="19" creationId="{A8A91105-6C94-836D-0B36-68536C1E7E29}"/>
          </ac:spMkLst>
        </pc:spChg>
        <pc:spChg chg="add mod">
          <ac:chgData name="Gudla, Natraj" userId="1b097815-ad51-435d-a557-eb69be7a0b69" providerId="ADAL" clId="{FE402C3C-A956-4AE1-8BD2-A3AC0C1129F3}" dt="2024-05-22T15:42:58.986" v="11475" actId="20577"/>
          <ac:spMkLst>
            <pc:docMk/>
            <pc:sldMk cId="752373959" sldId="2147475731"/>
            <ac:spMk id="23" creationId="{A6033D66-9CF6-4B90-5F34-21E2EFCDCA40}"/>
          </ac:spMkLst>
        </pc:spChg>
        <pc:spChg chg="mod">
          <ac:chgData name="Gudla, Natraj" userId="1b097815-ad51-435d-a557-eb69be7a0b69" providerId="ADAL" clId="{FE402C3C-A956-4AE1-8BD2-A3AC0C1129F3}" dt="2024-05-22T15:08:13.665" v="11207" actId="113"/>
          <ac:spMkLst>
            <pc:docMk/>
            <pc:sldMk cId="752373959" sldId="2147475731"/>
            <ac:spMk id="25" creationId="{E90844FC-C4EE-60E5-3226-A5A95338D4F2}"/>
          </ac:spMkLst>
        </pc:spChg>
        <pc:spChg chg="mod">
          <ac:chgData name="Gudla, Natraj" userId="1b097815-ad51-435d-a557-eb69be7a0b69" providerId="ADAL" clId="{FE402C3C-A956-4AE1-8BD2-A3AC0C1129F3}" dt="2024-05-22T15:27:36.254" v="11340" actId="6549"/>
          <ac:spMkLst>
            <pc:docMk/>
            <pc:sldMk cId="752373959" sldId="2147475731"/>
            <ac:spMk id="27" creationId="{7F9454E1-CD28-5885-FE14-03DE94844F26}"/>
          </ac:spMkLst>
        </pc:spChg>
        <pc:spChg chg="del mod">
          <ac:chgData name="Gudla, Natraj" userId="1b097815-ad51-435d-a557-eb69be7a0b69" providerId="ADAL" clId="{FE402C3C-A956-4AE1-8BD2-A3AC0C1129F3}" dt="2024-05-22T15:26:31.707" v="11286" actId="478"/>
          <ac:spMkLst>
            <pc:docMk/>
            <pc:sldMk cId="752373959" sldId="2147475731"/>
            <ac:spMk id="28" creationId="{6C9BA348-7EF5-90FF-511C-7C561A2D7405}"/>
          </ac:spMkLst>
        </pc:spChg>
        <pc:spChg chg="mod">
          <ac:chgData name="Gudla, Natraj" userId="1b097815-ad51-435d-a557-eb69be7a0b69" providerId="ADAL" clId="{FE402C3C-A956-4AE1-8BD2-A3AC0C1129F3}" dt="2024-05-22T15:48:34.663" v="11484" actId="6549"/>
          <ac:spMkLst>
            <pc:docMk/>
            <pc:sldMk cId="752373959" sldId="2147475731"/>
            <ac:spMk id="36" creationId="{62776071-44E7-120F-2F01-0692E23F386D}"/>
          </ac:spMkLst>
        </pc:spChg>
        <pc:spChg chg="del mod">
          <ac:chgData name="Gudla, Natraj" userId="1b097815-ad51-435d-a557-eb69be7a0b69" providerId="ADAL" clId="{FE402C3C-A956-4AE1-8BD2-A3AC0C1129F3}" dt="2024-05-22T15:29:34.618" v="11361" actId="478"/>
          <ac:spMkLst>
            <pc:docMk/>
            <pc:sldMk cId="752373959" sldId="2147475731"/>
            <ac:spMk id="38" creationId="{50C0C3D7-7A07-4BBA-E3E0-416066FF5988}"/>
          </ac:spMkLst>
        </pc:spChg>
        <pc:spChg chg="mod">
          <ac:chgData name="Gudla, Natraj" userId="1b097815-ad51-435d-a557-eb69be7a0b69" providerId="ADAL" clId="{FE402C3C-A956-4AE1-8BD2-A3AC0C1129F3}" dt="2024-05-22T15:37:49.320" v="11451" actId="1035"/>
          <ac:spMkLst>
            <pc:docMk/>
            <pc:sldMk cId="752373959" sldId="2147475731"/>
            <ac:spMk id="40" creationId="{A3734991-2280-8472-FE69-A2EDF152E502}"/>
          </ac:spMkLst>
        </pc:spChg>
        <pc:spChg chg="del mod">
          <ac:chgData name="Gudla, Natraj" userId="1b097815-ad51-435d-a557-eb69be7a0b69" providerId="ADAL" clId="{FE402C3C-A956-4AE1-8BD2-A3AC0C1129F3}" dt="2024-05-22T15:01:37.044" v="11134" actId="478"/>
          <ac:spMkLst>
            <pc:docMk/>
            <pc:sldMk cId="752373959" sldId="2147475731"/>
            <ac:spMk id="43" creationId="{DCFA2BE9-02E9-ED68-002E-5A342D5A0589}"/>
          </ac:spMkLst>
        </pc:spChg>
        <pc:spChg chg="mod">
          <ac:chgData name="Gudla, Natraj" userId="1b097815-ad51-435d-a557-eb69be7a0b69" providerId="ADAL" clId="{FE402C3C-A956-4AE1-8BD2-A3AC0C1129F3}" dt="2024-05-22T15:43:31.976" v="11482" actId="1076"/>
          <ac:spMkLst>
            <pc:docMk/>
            <pc:sldMk cId="752373959" sldId="2147475731"/>
            <ac:spMk id="45" creationId="{F8A5AFA3-0A5A-5F88-7F8F-EE973027226F}"/>
          </ac:spMkLst>
        </pc:spChg>
        <pc:graphicFrameChg chg="modGraphic">
          <ac:chgData name="Gudla, Natraj" userId="1b097815-ad51-435d-a557-eb69be7a0b69" providerId="ADAL" clId="{FE402C3C-A956-4AE1-8BD2-A3AC0C1129F3}" dt="2024-05-22T14:52:09.792" v="11032" actId="20577"/>
          <ac:graphicFrameMkLst>
            <pc:docMk/>
            <pc:sldMk cId="752373959" sldId="2147475731"/>
            <ac:graphicFrameMk id="24" creationId="{F56C9134-0E48-89C1-8C8D-269393E169D9}"/>
          </ac:graphicFrameMkLst>
        </pc:graphicFrameChg>
        <pc:graphicFrameChg chg="mod modGraphic">
          <ac:chgData name="Gudla, Natraj" userId="1b097815-ad51-435d-a557-eb69be7a0b69" providerId="ADAL" clId="{FE402C3C-A956-4AE1-8BD2-A3AC0C1129F3}" dt="2024-05-22T15:30:52.544" v="11393" actId="1036"/>
          <ac:graphicFrameMkLst>
            <pc:docMk/>
            <pc:sldMk cId="752373959" sldId="2147475731"/>
            <ac:graphicFrameMk id="33" creationId="{D8AAF1C1-04F1-EF0E-C6CF-7A9192E28CD2}"/>
          </ac:graphicFrameMkLst>
        </pc:graphicFrameChg>
        <pc:cxnChg chg="mod">
          <ac:chgData name="Gudla, Natraj" userId="1b097815-ad51-435d-a557-eb69be7a0b69" providerId="ADAL" clId="{FE402C3C-A956-4AE1-8BD2-A3AC0C1129F3}" dt="2024-05-20T02:03:06.237" v="326" actId="14100"/>
          <ac:cxnSpMkLst>
            <pc:docMk/>
            <pc:sldMk cId="752373959" sldId="2147475731"/>
            <ac:cxnSpMk id="7" creationId="{46C58010-6DC2-8642-BFA0-BCB23F326B00}"/>
          </ac:cxnSpMkLst>
        </pc:cxnChg>
        <pc:cxnChg chg="add mod">
          <ac:chgData name="Gudla, Natraj" userId="1b097815-ad51-435d-a557-eb69be7a0b69" providerId="ADAL" clId="{FE402C3C-A956-4AE1-8BD2-A3AC0C1129F3}" dt="2024-05-22T15:42:54.445" v="11473" actId="14100"/>
          <ac:cxnSpMkLst>
            <pc:docMk/>
            <pc:sldMk cId="752373959" sldId="2147475731"/>
            <ac:cxnSpMk id="10" creationId="{8C9CAFAA-9D52-B8D9-447F-A5B6AF633FB5}"/>
          </ac:cxnSpMkLst>
        </pc:cxnChg>
        <pc:cxnChg chg="add del mod">
          <ac:chgData name="Gudla, Natraj" userId="1b097815-ad51-435d-a557-eb69be7a0b69" providerId="ADAL" clId="{FE402C3C-A956-4AE1-8BD2-A3AC0C1129F3}" dt="2024-05-22T15:26:37.395" v="11288" actId="478"/>
          <ac:cxnSpMkLst>
            <pc:docMk/>
            <pc:sldMk cId="752373959" sldId="2147475731"/>
            <ac:cxnSpMk id="12" creationId="{B0F033A0-B5BF-CCCD-51AF-EA43F528DF68}"/>
          </ac:cxnSpMkLst>
        </pc:cxnChg>
        <pc:cxnChg chg="add mod">
          <ac:chgData name="Gudla, Natraj" userId="1b097815-ad51-435d-a557-eb69be7a0b69" providerId="ADAL" clId="{FE402C3C-A956-4AE1-8BD2-A3AC0C1129F3}" dt="2024-05-22T15:38:53.587" v="11467" actId="1035"/>
          <ac:cxnSpMkLst>
            <pc:docMk/>
            <pc:sldMk cId="752373959" sldId="2147475731"/>
            <ac:cxnSpMk id="20" creationId="{316408E9-DAD3-AD5B-29BA-4EDE1BD5E7D0}"/>
          </ac:cxnSpMkLst>
        </pc:cxnChg>
        <pc:cxnChg chg="del">
          <ac:chgData name="Gudla, Natraj" userId="1b097815-ad51-435d-a557-eb69be7a0b69" providerId="ADAL" clId="{FE402C3C-A956-4AE1-8BD2-A3AC0C1129F3}" dt="2024-05-22T15:23:39.524" v="11284" actId="478"/>
          <ac:cxnSpMkLst>
            <pc:docMk/>
            <pc:sldMk cId="752373959" sldId="2147475731"/>
            <ac:cxnSpMk id="29" creationId="{2C1E7249-38A2-D92A-C368-2820F9682E52}"/>
          </ac:cxnSpMkLst>
        </pc:cxnChg>
        <pc:cxnChg chg="del">
          <ac:chgData name="Gudla, Natraj" userId="1b097815-ad51-435d-a557-eb69be7a0b69" providerId="ADAL" clId="{FE402C3C-A956-4AE1-8BD2-A3AC0C1129F3}" dt="2024-05-22T15:26:34.535" v="11287" actId="478"/>
          <ac:cxnSpMkLst>
            <pc:docMk/>
            <pc:sldMk cId="752373959" sldId="2147475731"/>
            <ac:cxnSpMk id="31" creationId="{AC49F9C8-6D4D-9B20-513F-131ACD9E47B2}"/>
          </ac:cxnSpMkLst>
        </pc:cxnChg>
        <pc:cxnChg chg="del">
          <ac:chgData name="Gudla, Natraj" userId="1b097815-ad51-435d-a557-eb69be7a0b69" providerId="ADAL" clId="{FE402C3C-A956-4AE1-8BD2-A3AC0C1129F3}" dt="2024-05-22T15:26:40.409" v="11289" actId="478"/>
          <ac:cxnSpMkLst>
            <pc:docMk/>
            <pc:sldMk cId="752373959" sldId="2147475731"/>
            <ac:cxnSpMk id="34" creationId="{DDEEF90B-976B-8368-1F41-91CE9BB845CA}"/>
          </ac:cxnSpMkLst>
        </pc:cxnChg>
        <pc:cxnChg chg="del">
          <ac:chgData name="Gudla, Natraj" userId="1b097815-ad51-435d-a557-eb69be7a0b69" providerId="ADAL" clId="{FE402C3C-A956-4AE1-8BD2-A3AC0C1129F3}" dt="2024-05-22T15:29:35.920" v="11362" actId="478"/>
          <ac:cxnSpMkLst>
            <pc:docMk/>
            <pc:sldMk cId="752373959" sldId="2147475731"/>
            <ac:cxnSpMk id="37" creationId="{C648178A-56DC-7EFB-9FD9-EA9C23ABAEAF}"/>
          </ac:cxnSpMkLst>
        </pc:cxnChg>
        <pc:cxnChg chg="add mod">
          <ac:chgData name="Gudla, Natraj" userId="1b097815-ad51-435d-a557-eb69be7a0b69" providerId="ADAL" clId="{FE402C3C-A956-4AE1-8BD2-A3AC0C1129F3}" dt="2024-05-22T15:48:28.335" v="11483" actId="1076"/>
          <ac:cxnSpMkLst>
            <pc:docMk/>
            <pc:sldMk cId="752373959" sldId="2147475731"/>
            <ac:cxnSpMk id="39" creationId="{96664FB1-E25A-DF4C-FF8D-751FE4C7C639}"/>
          </ac:cxnSpMkLst>
        </pc:cxnChg>
      </pc:sldChg>
      <pc:sldChg chg="modSp add mod">
        <pc:chgData name="Gudla, Natraj" userId="1b097815-ad51-435d-a557-eb69be7a0b69" providerId="ADAL" clId="{FE402C3C-A956-4AE1-8BD2-A3AC0C1129F3}" dt="2024-05-22T03:56:09.174" v="8874" actId="207"/>
        <pc:sldMkLst>
          <pc:docMk/>
          <pc:sldMk cId="3460164977" sldId="2147475789"/>
        </pc:sldMkLst>
        <pc:spChg chg="mod">
          <ac:chgData name="Gudla, Natraj" userId="1b097815-ad51-435d-a557-eb69be7a0b69" providerId="ADAL" clId="{FE402C3C-A956-4AE1-8BD2-A3AC0C1129F3}" dt="2024-05-22T03:51:29.726" v="8741" actId="6549"/>
          <ac:spMkLst>
            <pc:docMk/>
            <pc:sldMk cId="3460164977" sldId="2147475789"/>
            <ac:spMk id="3" creationId="{AA517563-EC26-4A72-6E3A-2F909348303E}"/>
          </ac:spMkLst>
        </pc:spChg>
        <pc:spChg chg="mod">
          <ac:chgData name="Gudla, Natraj" userId="1b097815-ad51-435d-a557-eb69be7a0b69" providerId="ADAL" clId="{FE402C3C-A956-4AE1-8BD2-A3AC0C1129F3}" dt="2024-05-22T03:47:13.163" v="8223" actId="20577"/>
          <ac:spMkLst>
            <pc:docMk/>
            <pc:sldMk cId="3460164977" sldId="2147475789"/>
            <ac:spMk id="419" creationId="{AD693A82-66F6-B7D4-4838-F4F945283413}"/>
          </ac:spMkLst>
        </pc:spChg>
        <pc:spChg chg="mod">
          <ac:chgData name="Gudla, Natraj" userId="1b097815-ad51-435d-a557-eb69be7a0b69" providerId="ADAL" clId="{FE402C3C-A956-4AE1-8BD2-A3AC0C1129F3}" dt="2024-05-22T03:50:27.028" v="8619" actId="255"/>
          <ac:spMkLst>
            <pc:docMk/>
            <pc:sldMk cId="3460164977" sldId="2147475789"/>
            <ac:spMk id="441" creationId="{E2324D32-69C2-CF49-6472-731C1E718259}"/>
          </ac:spMkLst>
        </pc:spChg>
        <pc:spChg chg="mod">
          <ac:chgData name="Gudla, Natraj" userId="1b097815-ad51-435d-a557-eb69be7a0b69" providerId="ADAL" clId="{FE402C3C-A956-4AE1-8BD2-A3AC0C1129F3}" dt="2024-05-22T03:53:05.224" v="8800" actId="1036"/>
          <ac:spMkLst>
            <pc:docMk/>
            <pc:sldMk cId="3460164977" sldId="2147475789"/>
            <ac:spMk id="549" creationId="{17D5E50A-5B7B-F5AA-C5B7-CF0B784B256C}"/>
          </ac:spMkLst>
        </pc:spChg>
        <pc:spChg chg="mod">
          <ac:chgData name="Gudla, Natraj" userId="1b097815-ad51-435d-a557-eb69be7a0b69" providerId="ADAL" clId="{FE402C3C-A956-4AE1-8BD2-A3AC0C1129F3}" dt="2024-05-22T03:53:05.224" v="8800" actId="1036"/>
          <ac:spMkLst>
            <pc:docMk/>
            <pc:sldMk cId="3460164977" sldId="2147475789"/>
            <ac:spMk id="561" creationId="{15A99339-EFE8-1129-A78E-BBC4B7B4B087}"/>
          </ac:spMkLst>
        </pc:spChg>
        <pc:spChg chg="mod">
          <ac:chgData name="Gudla, Natraj" userId="1b097815-ad51-435d-a557-eb69be7a0b69" providerId="ADAL" clId="{FE402C3C-A956-4AE1-8BD2-A3AC0C1129F3}" dt="2024-05-22T03:53:05.224" v="8800" actId="1036"/>
          <ac:spMkLst>
            <pc:docMk/>
            <pc:sldMk cId="3460164977" sldId="2147475789"/>
            <ac:spMk id="562" creationId="{0435C89F-1152-EA9D-CFFE-155AB3CA8520}"/>
          </ac:spMkLst>
        </pc:spChg>
        <pc:spChg chg="mod">
          <ac:chgData name="Gudla, Natraj" userId="1b097815-ad51-435d-a557-eb69be7a0b69" providerId="ADAL" clId="{FE402C3C-A956-4AE1-8BD2-A3AC0C1129F3}" dt="2024-05-22T03:55:09.518" v="8859" actId="207"/>
          <ac:spMkLst>
            <pc:docMk/>
            <pc:sldMk cId="3460164977" sldId="2147475789"/>
            <ac:spMk id="893" creationId="{263B52EB-EB43-E332-D7C2-248B801C5EDA}"/>
          </ac:spMkLst>
        </pc:spChg>
        <pc:spChg chg="mod">
          <ac:chgData name="Gudla, Natraj" userId="1b097815-ad51-435d-a557-eb69be7a0b69" providerId="ADAL" clId="{FE402C3C-A956-4AE1-8BD2-A3AC0C1129F3}" dt="2024-05-22T03:54:59.921" v="8858" actId="113"/>
          <ac:spMkLst>
            <pc:docMk/>
            <pc:sldMk cId="3460164977" sldId="2147475789"/>
            <ac:spMk id="894" creationId="{2CAEB39C-0473-AC5F-A4D1-973E20C52321}"/>
          </ac:spMkLst>
        </pc:spChg>
        <pc:spChg chg="mod">
          <ac:chgData name="Gudla, Natraj" userId="1b097815-ad51-435d-a557-eb69be7a0b69" providerId="ADAL" clId="{FE402C3C-A956-4AE1-8BD2-A3AC0C1129F3}" dt="2024-05-22T03:54:46.436" v="8855" actId="113"/>
          <ac:spMkLst>
            <pc:docMk/>
            <pc:sldMk cId="3460164977" sldId="2147475789"/>
            <ac:spMk id="895" creationId="{7EF9E9C2-1C4A-F8BC-CBDE-B7CA40BCF6F3}"/>
          </ac:spMkLst>
        </pc:spChg>
        <pc:spChg chg="mod">
          <ac:chgData name="Gudla, Natraj" userId="1b097815-ad51-435d-a557-eb69be7a0b69" providerId="ADAL" clId="{FE402C3C-A956-4AE1-8BD2-A3AC0C1129F3}" dt="2024-05-22T03:54:52.332" v="8856" actId="113"/>
          <ac:spMkLst>
            <pc:docMk/>
            <pc:sldMk cId="3460164977" sldId="2147475789"/>
            <ac:spMk id="896" creationId="{3C3B92FD-7AC1-8996-42C3-031D93B0CA49}"/>
          </ac:spMkLst>
        </pc:spChg>
        <pc:spChg chg="mod">
          <ac:chgData name="Gudla, Natraj" userId="1b097815-ad51-435d-a557-eb69be7a0b69" providerId="ADAL" clId="{FE402C3C-A956-4AE1-8BD2-A3AC0C1129F3}" dt="2024-05-22T03:54:56.358" v="8857" actId="113"/>
          <ac:spMkLst>
            <pc:docMk/>
            <pc:sldMk cId="3460164977" sldId="2147475789"/>
            <ac:spMk id="897" creationId="{EC7E989C-3635-1EA3-A174-7F3156E42D0F}"/>
          </ac:spMkLst>
        </pc:spChg>
        <pc:spChg chg="mod">
          <ac:chgData name="Gudla, Natraj" userId="1b097815-ad51-435d-a557-eb69be7a0b69" providerId="ADAL" clId="{FE402C3C-A956-4AE1-8BD2-A3AC0C1129F3}" dt="2024-05-22T03:55:16.802" v="8860" actId="207"/>
          <ac:spMkLst>
            <pc:docMk/>
            <pc:sldMk cId="3460164977" sldId="2147475789"/>
            <ac:spMk id="899" creationId="{4E486DD8-0E44-9816-0981-43F7F37965C6}"/>
          </ac:spMkLst>
        </pc:spChg>
        <pc:spChg chg="mod">
          <ac:chgData name="Gudla, Natraj" userId="1b097815-ad51-435d-a557-eb69be7a0b69" providerId="ADAL" clId="{FE402C3C-A956-4AE1-8BD2-A3AC0C1129F3}" dt="2024-05-22T03:55:26.634" v="8861" actId="207"/>
          <ac:spMkLst>
            <pc:docMk/>
            <pc:sldMk cId="3460164977" sldId="2147475789"/>
            <ac:spMk id="900" creationId="{9D317934-A9E1-5EC1-E397-2053EEC2CCE6}"/>
          </ac:spMkLst>
        </pc:spChg>
        <pc:spChg chg="mod">
          <ac:chgData name="Gudla, Natraj" userId="1b097815-ad51-435d-a557-eb69be7a0b69" providerId="ADAL" clId="{FE402C3C-A956-4AE1-8BD2-A3AC0C1129F3}" dt="2024-05-22T03:56:09.174" v="8874" actId="207"/>
          <ac:spMkLst>
            <pc:docMk/>
            <pc:sldMk cId="3460164977" sldId="2147475789"/>
            <ac:spMk id="901" creationId="{2624650A-0ED6-A68A-82C2-2B9A735F32B6}"/>
          </ac:spMkLst>
        </pc:spChg>
        <pc:spChg chg="mod">
          <ac:chgData name="Gudla, Natraj" userId="1b097815-ad51-435d-a557-eb69be7a0b69" providerId="ADAL" clId="{FE402C3C-A956-4AE1-8BD2-A3AC0C1129F3}" dt="2024-05-22T03:55:51.422" v="8873" actId="207"/>
          <ac:spMkLst>
            <pc:docMk/>
            <pc:sldMk cId="3460164977" sldId="2147475789"/>
            <ac:spMk id="902" creationId="{0C8E6312-1980-AA7A-CC1D-20B683E8161E}"/>
          </ac:spMkLst>
        </pc:spChg>
        <pc:spChg chg="mod">
          <ac:chgData name="Gudla, Natraj" userId="1b097815-ad51-435d-a557-eb69be7a0b69" providerId="ADAL" clId="{FE402C3C-A956-4AE1-8BD2-A3AC0C1129F3}" dt="2024-05-22T03:55:37.366" v="8862" actId="207"/>
          <ac:spMkLst>
            <pc:docMk/>
            <pc:sldMk cId="3460164977" sldId="2147475789"/>
            <ac:spMk id="903" creationId="{6CCF143A-DF9F-E80D-745C-5C02FE1CFE31}"/>
          </ac:spMkLst>
        </pc:spChg>
      </pc:sldChg>
      <pc:sldChg chg="add del">
        <pc:chgData name="Gudla, Natraj" userId="1b097815-ad51-435d-a557-eb69be7a0b69" providerId="ADAL" clId="{FE402C3C-A956-4AE1-8BD2-A3AC0C1129F3}" dt="2024-05-20T01:54:17.862" v="117"/>
        <pc:sldMkLst>
          <pc:docMk/>
          <pc:sldMk cId="2337659026" sldId="2147475790"/>
        </pc:sldMkLst>
      </pc:sldChg>
      <pc:sldChg chg="modSp new mod ord">
        <pc:chgData name="Gudla, Natraj" userId="1b097815-ad51-435d-a557-eb69be7a0b69" providerId="ADAL" clId="{FE402C3C-A956-4AE1-8BD2-A3AC0C1129F3}" dt="2024-05-20T11:59:51.828" v="4132" actId="404"/>
        <pc:sldMkLst>
          <pc:docMk/>
          <pc:sldMk cId="3578317261" sldId="2147475790"/>
        </pc:sldMkLst>
        <pc:spChg chg="mod">
          <ac:chgData name="Gudla, Natraj" userId="1b097815-ad51-435d-a557-eb69be7a0b69" providerId="ADAL" clId="{FE402C3C-A956-4AE1-8BD2-A3AC0C1129F3}" dt="2024-05-20T11:59:51.828" v="4132" actId="404"/>
          <ac:spMkLst>
            <pc:docMk/>
            <pc:sldMk cId="3578317261" sldId="2147475790"/>
            <ac:spMk id="2" creationId="{351BDDD2-36DC-A907-44C5-A230513CA959}"/>
          </ac:spMkLst>
        </pc:spChg>
      </pc:sldChg>
      <pc:sldChg chg="addSp delSp modSp new mod">
        <pc:chgData name="Gudla, Natraj" userId="1b097815-ad51-435d-a557-eb69be7a0b69" providerId="ADAL" clId="{FE402C3C-A956-4AE1-8BD2-A3AC0C1129F3}" dt="2024-05-21T06:39:12.378" v="5010" actId="20577"/>
        <pc:sldMkLst>
          <pc:docMk/>
          <pc:sldMk cId="3191873016" sldId="2147475791"/>
        </pc:sldMkLst>
        <pc:spChg chg="mod">
          <ac:chgData name="Gudla, Natraj" userId="1b097815-ad51-435d-a557-eb69be7a0b69" providerId="ADAL" clId="{FE402C3C-A956-4AE1-8BD2-A3AC0C1129F3}" dt="2024-05-20T10:47:59.895" v="1823" actId="1076"/>
          <ac:spMkLst>
            <pc:docMk/>
            <pc:sldMk cId="3191873016" sldId="2147475791"/>
            <ac:spMk id="2" creationId="{719614AD-B611-D048-15DC-1EA375A98276}"/>
          </ac:spMkLst>
        </pc:spChg>
        <pc:spChg chg="mod">
          <ac:chgData name="Gudla, Natraj" userId="1b097815-ad51-435d-a557-eb69be7a0b69" providerId="ADAL" clId="{FE402C3C-A956-4AE1-8BD2-A3AC0C1129F3}" dt="2024-05-20T10:45:07.086" v="1470" actId="6549"/>
          <ac:spMkLst>
            <pc:docMk/>
            <pc:sldMk cId="3191873016" sldId="2147475791"/>
            <ac:spMk id="4" creationId="{E52D2787-0BD2-EEF2-3D5C-7F7EF9AADDC4}"/>
          </ac:spMkLst>
        </pc:spChg>
        <pc:spChg chg="add mod">
          <ac:chgData name="Gudla, Natraj" userId="1b097815-ad51-435d-a557-eb69be7a0b69" providerId="ADAL" clId="{FE402C3C-A956-4AE1-8BD2-A3AC0C1129F3}" dt="2024-05-20T10:48:19.012" v="1877" actId="20577"/>
          <ac:spMkLst>
            <pc:docMk/>
            <pc:sldMk cId="3191873016" sldId="2147475791"/>
            <ac:spMk id="7" creationId="{26070EA2-1A33-D57A-5739-9057832D322C}"/>
          </ac:spMkLst>
        </pc:spChg>
        <pc:spChg chg="add del mod">
          <ac:chgData name="Gudla, Natraj" userId="1b097815-ad51-435d-a557-eb69be7a0b69" providerId="ADAL" clId="{FE402C3C-A956-4AE1-8BD2-A3AC0C1129F3}" dt="2024-05-20T10:56:11.118" v="2138" actId="478"/>
          <ac:spMkLst>
            <pc:docMk/>
            <pc:sldMk cId="3191873016" sldId="2147475791"/>
            <ac:spMk id="8" creationId="{9567BA11-FA01-18D4-7B21-69B539D5350A}"/>
          </ac:spMkLst>
        </pc:spChg>
        <pc:spChg chg="add del mod">
          <ac:chgData name="Gudla, Natraj" userId="1b097815-ad51-435d-a557-eb69be7a0b69" providerId="ADAL" clId="{FE402C3C-A956-4AE1-8BD2-A3AC0C1129F3}" dt="2024-05-20T10:56:09.421" v="2137" actId="478"/>
          <ac:spMkLst>
            <pc:docMk/>
            <pc:sldMk cId="3191873016" sldId="2147475791"/>
            <ac:spMk id="9" creationId="{9573D251-A345-121E-E4FD-3F3D14E0E18F}"/>
          </ac:spMkLst>
        </pc:spChg>
        <pc:spChg chg="add del mod">
          <ac:chgData name="Gudla, Natraj" userId="1b097815-ad51-435d-a557-eb69be7a0b69" providerId="ADAL" clId="{FE402C3C-A956-4AE1-8BD2-A3AC0C1129F3}" dt="2024-05-20T11:04:54.343" v="2600" actId="21"/>
          <ac:spMkLst>
            <pc:docMk/>
            <pc:sldMk cId="3191873016" sldId="2147475791"/>
            <ac:spMk id="10" creationId="{A9634DF6-F644-3A3F-ED45-87D48E2D3A9E}"/>
          </ac:spMkLst>
        </pc:spChg>
        <pc:spChg chg="add mod">
          <ac:chgData name="Gudla, Natraj" userId="1b097815-ad51-435d-a557-eb69be7a0b69" providerId="ADAL" clId="{FE402C3C-A956-4AE1-8BD2-A3AC0C1129F3}" dt="2024-05-21T06:39:12.378" v="5010" actId="20577"/>
          <ac:spMkLst>
            <pc:docMk/>
            <pc:sldMk cId="3191873016" sldId="2147475791"/>
            <ac:spMk id="11" creationId="{CD875C97-F7A6-5DD8-CB0C-A8AF4541D2B1}"/>
          </ac:spMkLst>
        </pc:spChg>
        <pc:spChg chg="add mod">
          <ac:chgData name="Gudla, Natraj" userId="1b097815-ad51-435d-a557-eb69be7a0b69" providerId="ADAL" clId="{FE402C3C-A956-4AE1-8BD2-A3AC0C1129F3}" dt="2024-05-21T06:38:33.314" v="5001" actId="14100"/>
          <ac:spMkLst>
            <pc:docMk/>
            <pc:sldMk cId="3191873016" sldId="2147475791"/>
            <ac:spMk id="12" creationId="{41DAFE21-2BCC-D78E-F21B-781BE3D53673}"/>
          </ac:spMkLst>
        </pc:spChg>
        <pc:spChg chg="add mod">
          <ac:chgData name="Gudla, Natraj" userId="1b097815-ad51-435d-a557-eb69be7a0b69" providerId="ADAL" clId="{FE402C3C-A956-4AE1-8BD2-A3AC0C1129F3}" dt="2024-05-21T06:37:47.491" v="4976" actId="6549"/>
          <ac:spMkLst>
            <pc:docMk/>
            <pc:sldMk cId="3191873016" sldId="2147475791"/>
            <ac:spMk id="13" creationId="{206585B5-690C-B060-BFA0-AF113395CF4F}"/>
          </ac:spMkLst>
        </pc:spChg>
        <pc:spChg chg="add del mod">
          <ac:chgData name="Gudla, Natraj" userId="1b097815-ad51-435d-a557-eb69be7a0b69" providerId="ADAL" clId="{FE402C3C-A956-4AE1-8BD2-A3AC0C1129F3}" dt="2024-05-20T11:36:45.311" v="3518" actId="478"/>
          <ac:spMkLst>
            <pc:docMk/>
            <pc:sldMk cId="3191873016" sldId="2147475791"/>
            <ac:spMk id="15" creationId="{2CA1D14A-CE1A-EA44-A847-EBECAFD6D729}"/>
          </ac:spMkLst>
        </pc:spChg>
        <pc:spChg chg="add del mod">
          <ac:chgData name="Gudla, Natraj" userId="1b097815-ad51-435d-a557-eb69be7a0b69" providerId="ADAL" clId="{FE402C3C-A956-4AE1-8BD2-A3AC0C1129F3}" dt="2024-05-20T11:36:47.815" v="3519" actId="478"/>
          <ac:spMkLst>
            <pc:docMk/>
            <pc:sldMk cId="3191873016" sldId="2147475791"/>
            <ac:spMk id="16" creationId="{7E3A5C8F-7607-D630-0757-61C5638110E8}"/>
          </ac:spMkLst>
        </pc:spChg>
        <pc:spChg chg="add mod">
          <ac:chgData name="Gudla, Natraj" userId="1b097815-ad51-435d-a557-eb69be7a0b69" providerId="ADAL" clId="{FE402C3C-A956-4AE1-8BD2-A3AC0C1129F3}" dt="2024-05-20T11:56:38.622" v="4101" actId="1076"/>
          <ac:spMkLst>
            <pc:docMk/>
            <pc:sldMk cId="3191873016" sldId="2147475791"/>
            <ac:spMk id="18" creationId="{3FD5180D-7566-997B-9BC1-F3328288D594}"/>
          </ac:spMkLst>
        </pc:spChg>
        <pc:spChg chg="add mod">
          <ac:chgData name="Gudla, Natraj" userId="1b097815-ad51-435d-a557-eb69be7a0b69" providerId="ADAL" clId="{FE402C3C-A956-4AE1-8BD2-A3AC0C1129F3}" dt="2024-05-20T11:56:24.264" v="4099" actId="1076"/>
          <ac:spMkLst>
            <pc:docMk/>
            <pc:sldMk cId="3191873016" sldId="2147475791"/>
            <ac:spMk id="20" creationId="{60209D52-104F-3F5C-41CB-7730759A57E6}"/>
          </ac:spMkLst>
        </pc:spChg>
        <pc:spChg chg="add mod">
          <ac:chgData name="Gudla, Natraj" userId="1b097815-ad51-435d-a557-eb69be7a0b69" providerId="ADAL" clId="{FE402C3C-A956-4AE1-8BD2-A3AC0C1129F3}" dt="2024-05-20T11:56:33.879" v="4100" actId="1076"/>
          <ac:spMkLst>
            <pc:docMk/>
            <pc:sldMk cId="3191873016" sldId="2147475791"/>
            <ac:spMk id="22" creationId="{762BDE76-75E5-704F-A9F6-7A490C4D587A}"/>
          </ac:spMkLst>
        </pc:spChg>
        <pc:spChg chg="add del mod">
          <ac:chgData name="Gudla, Natraj" userId="1b097815-ad51-435d-a557-eb69be7a0b69" providerId="ADAL" clId="{FE402C3C-A956-4AE1-8BD2-A3AC0C1129F3}" dt="2024-05-20T11:52:29.165" v="4051" actId="478"/>
          <ac:spMkLst>
            <pc:docMk/>
            <pc:sldMk cId="3191873016" sldId="2147475791"/>
            <ac:spMk id="23" creationId="{B06C5705-17F8-EDB8-E5F2-154A16F03730}"/>
          </ac:spMkLst>
        </pc:spChg>
        <pc:spChg chg="add mod">
          <ac:chgData name="Gudla, Natraj" userId="1b097815-ad51-435d-a557-eb69be7a0b69" providerId="ADAL" clId="{FE402C3C-A956-4AE1-8BD2-A3AC0C1129F3}" dt="2024-05-20T11:53:09.441" v="4066" actId="1036"/>
          <ac:spMkLst>
            <pc:docMk/>
            <pc:sldMk cId="3191873016" sldId="2147475791"/>
            <ac:spMk id="24" creationId="{253D7C3F-4640-88F8-D4F3-7D48A95B783D}"/>
          </ac:spMkLst>
        </pc:spChg>
        <pc:spChg chg="add mod">
          <ac:chgData name="Gudla, Natraj" userId="1b097815-ad51-435d-a557-eb69be7a0b69" providerId="ADAL" clId="{FE402C3C-A956-4AE1-8BD2-A3AC0C1129F3}" dt="2024-05-20T11:52:12.893" v="4048" actId="14100"/>
          <ac:spMkLst>
            <pc:docMk/>
            <pc:sldMk cId="3191873016" sldId="2147475791"/>
            <ac:spMk id="25" creationId="{701E1FEE-051B-3E0C-CF53-46F65074B783}"/>
          </ac:spMkLst>
        </pc:spChg>
        <pc:spChg chg="add mod">
          <ac:chgData name="Gudla, Natraj" userId="1b097815-ad51-435d-a557-eb69be7a0b69" providerId="ADAL" clId="{FE402C3C-A956-4AE1-8BD2-A3AC0C1129F3}" dt="2024-05-20T11:52:18.381" v="4049" actId="1076"/>
          <ac:spMkLst>
            <pc:docMk/>
            <pc:sldMk cId="3191873016" sldId="2147475791"/>
            <ac:spMk id="26" creationId="{D19C9E1B-6ABD-4173-D6ED-164F4D2109A3}"/>
          </ac:spMkLst>
        </pc:spChg>
        <pc:spChg chg="add mod">
          <ac:chgData name="Gudla, Natraj" userId="1b097815-ad51-435d-a557-eb69be7a0b69" providerId="ADAL" clId="{FE402C3C-A956-4AE1-8BD2-A3AC0C1129F3}" dt="2024-05-20T11:52:21.212" v="4050" actId="1076"/>
          <ac:spMkLst>
            <pc:docMk/>
            <pc:sldMk cId="3191873016" sldId="2147475791"/>
            <ac:spMk id="27" creationId="{6A2F57E9-4007-D7DB-84A8-D3C5B9588FC9}"/>
          </ac:spMkLst>
        </pc:spChg>
        <pc:spChg chg="add del mod">
          <ac:chgData name="Gudla, Natraj" userId="1b097815-ad51-435d-a557-eb69be7a0b69" providerId="ADAL" clId="{FE402C3C-A956-4AE1-8BD2-A3AC0C1129F3}" dt="2024-05-20T11:49:45.385" v="3992"/>
          <ac:spMkLst>
            <pc:docMk/>
            <pc:sldMk cId="3191873016" sldId="2147475791"/>
            <ac:spMk id="28" creationId="{6224DB9C-6849-EB5B-C6F3-58855C0912C6}"/>
          </ac:spMkLst>
        </pc:spChg>
        <pc:spChg chg="add mod ord">
          <ac:chgData name="Gudla, Natraj" userId="1b097815-ad51-435d-a557-eb69be7a0b69" providerId="ADAL" clId="{FE402C3C-A956-4AE1-8BD2-A3AC0C1129F3}" dt="2024-05-20T11:55:17.249" v="4086" actId="14100"/>
          <ac:spMkLst>
            <pc:docMk/>
            <pc:sldMk cId="3191873016" sldId="2147475791"/>
            <ac:spMk id="29" creationId="{44D652D9-3411-89A5-4E6B-360FFAB58CA7}"/>
          </ac:spMkLst>
        </pc:spChg>
        <pc:graphicFrameChg chg="add mod modGraphic">
          <ac:chgData name="Gudla, Natraj" userId="1b097815-ad51-435d-a557-eb69be7a0b69" providerId="ADAL" clId="{FE402C3C-A956-4AE1-8BD2-A3AC0C1129F3}" dt="2024-05-20T11:55:10.739" v="4084" actId="122"/>
          <ac:graphicFrameMkLst>
            <pc:docMk/>
            <pc:sldMk cId="3191873016" sldId="2147475791"/>
            <ac:graphicFrameMk id="6" creationId="{AFCB64ED-7858-0482-D517-119AF26FAF4B}"/>
          </ac:graphicFrameMkLst>
        </pc:graphicFrameChg>
        <pc:graphicFrameChg chg="add del mod modGraphic">
          <ac:chgData name="Gudla, Natraj" userId="1b097815-ad51-435d-a557-eb69be7a0b69" providerId="ADAL" clId="{FE402C3C-A956-4AE1-8BD2-A3AC0C1129F3}" dt="2024-05-20T11:34:51.501" v="3505" actId="478"/>
          <ac:graphicFrameMkLst>
            <pc:docMk/>
            <pc:sldMk cId="3191873016" sldId="2147475791"/>
            <ac:graphicFrameMk id="14" creationId="{F65E2BFF-8021-6B82-0415-696D6A404626}"/>
          </ac:graphicFrameMkLst>
        </pc:graphicFrameChg>
        <pc:graphicFrameChg chg="add mod modGraphic">
          <ac:chgData name="Gudla, Natraj" userId="1b097815-ad51-435d-a557-eb69be7a0b69" providerId="ADAL" clId="{FE402C3C-A956-4AE1-8BD2-A3AC0C1129F3}" dt="2024-05-20T11:55:57.727" v="4094" actId="14100"/>
          <ac:graphicFrameMkLst>
            <pc:docMk/>
            <pc:sldMk cId="3191873016" sldId="2147475791"/>
            <ac:graphicFrameMk id="17" creationId="{9C6F00DB-0525-C666-261D-8334B8683280}"/>
          </ac:graphicFrameMkLst>
        </pc:graphicFrameChg>
        <pc:graphicFrameChg chg="add mod">
          <ac:chgData name="Gudla, Natraj" userId="1b097815-ad51-435d-a557-eb69be7a0b69" providerId="ADAL" clId="{FE402C3C-A956-4AE1-8BD2-A3AC0C1129F3}" dt="2024-05-20T11:56:20.475" v="4098" actId="1076"/>
          <ac:graphicFrameMkLst>
            <pc:docMk/>
            <pc:sldMk cId="3191873016" sldId="2147475791"/>
            <ac:graphicFrameMk id="19" creationId="{D86DCA0D-4A29-D62B-D82B-D8BFBF27637C}"/>
          </ac:graphicFrameMkLst>
        </pc:graphicFrameChg>
        <pc:graphicFrameChg chg="add mod">
          <ac:chgData name="Gudla, Natraj" userId="1b097815-ad51-435d-a557-eb69be7a0b69" providerId="ADAL" clId="{FE402C3C-A956-4AE1-8BD2-A3AC0C1129F3}" dt="2024-05-20T11:55:49.361" v="4091" actId="1076"/>
          <ac:graphicFrameMkLst>
            <pc:docMk/>
            <pc:sldMk cId="3191873016" sldId="2147475791"/>
            <ac:graphicFrameMk id="21" creationId="{CDC0170D-5284-53F2-4475-EE18F3B8FC04}"/>
          </ac:graphicFrameMkLst>
        </pc:graphicFrameChg>
      </pc:sldChg>
      <pc:sldChg chg="addSp modSp mod">
        <pc:chgData name="Gudla, Natraj" userId="1b097815-ad51-435d-a557-eb69be7a0b69" providerId="ADAL" clId="{FE402C3C-A956-4AE1-8BD2-A3AC0C1129F3}" dt="2024-05-28T05:17:12.116" v="13011" actId="20577"/>
        <pc:sldMkLst>
          <pc:docMk/>
          <pc:sldMk cId="415626969" sldId="2147475792"/>
        </pc:sldMkLst>
        <pc:spChg chg="add mod">
          <ac:chgData name="Gudla, Natraj" userId="1b097815-ad51-435d-a557-eb69be7a0b69" providerId="ADAL" clId="{FE402C3C-A956-4AE1-8BD2-A3AC0C1129F3}" dt="2024-05-28T05:16:38.497" v="12962" actId="115"/>
          <ac:spMkLst>
            <pc:docMk/>
            <pc:sldMk cId="415626969" sldId="2147475792"/>
            <ac:spMk id="2" creationId="{516B10BD-EA74-37C8-CC12-F7D682501E43}"/>
          </ac:spMkLst>
        </pc:spChg>
        <pc:spChg chg="mod">
          <ac:chgData name="Gudla, Natraj" userId="1b097815-ad51-435d-a557-eb69be7a0b69" providerId="ADAL" clId="{FE402C3C-A956-4AE1-8BD2-A3AC0C1129F3}" dt="2024-05-28T05:16:56.491" v="12966" actId="20577"/>
          <ac:spMkLst>
            <pc:docMk/>
            <pc:sldMk cId="415626969" sldId="2147475792"/>
            <ac:spMk id="3" creationId="{2AF865AE-0F78-49F3-A0CB-D4F57A104432}"/>
          </ac:spMkLst>
        </pc:spChg>
        <pc:spChg chg="add mod">
          <ac:chgData name="Gudla, Natraj" userId="1b097815-ad51-435d-a557-eb69be7a0b69" providerId="ADAL" clId="{FE402C3C-A956-4AE1-8BD2-A3AC0C1129F3}" dt="2024-05-28T05:16:38.497" v="12962" actId="115"/>
          <ac:spMkLst>
            <pc:docMk/>
            <pc:sldMk cId="415626969" sldId="2147475792"/>
            <ac:spMk id="4" creationId="{4C19DD01-B2A0-22B2-7952-8B0E07ACC120}"/>
          </ac:spMkLst>
        </pc:spChg>
        <pc:spChg chg="add mod">
          <ac:chgData name="Gudla, Natraj" userId="1b097815-ad51-435d-a557-eb69be7a0b69" providerId="ADAL" clId="{FE402C3C-A956-4AE1-8BD2-A3AC0C1129F3}" dt="2024-05-28T05:16:33.357" v="12961" actId="115"/>
          <ac:spMkLst>
            <pc:docMk/>
            <pc:sldMk cId="415626969" sldId="2147475792"/>
            <ac:spMk id="5" creationId="{6933146C-9175-3137-BC51-046417F6F051}"/>
          </ac:spMkLst>
        </pc:spChg>
        <pc:spChg chg="mod">
          <ac:chgData name="Gudla, Natraj" userId="1b097815-ad51-435d-a557-eb69be7a0b69" providerId="ADAL" clId="{FE402C3C-A956-4AE1-8BD2-A3AC0C1129F3}" dt="2024-05-28T05:17:12.116" v="13011" actId="20577"/>
          <ac:spMkLst>
            <pc:docMk/>
            <pc:sldMk cId="415626969" sldId="2147475792"/>
            <ac:spMk id="7" creationId="{08103C3B-ECF5-47A9-E814-20A28BD040C1}"/>
          </ac:spMkLst>
        </pc:spChg>
        <pc:picChg chg="mod">
          <ac:chgData name="Gudla, Natraj" userId="1b097815-ad51-435d-a557-eb69be7a0b69" providerId="ADAL" clId="{FE402C3C-A956-4AE1-8BD2-A3AC0C1129F3}" dt="2024-05-28T05:06:09.991" v="12033" actId="14100"/>
          <ac:picMkLst>
            <pc:docMk/>
            <pc:sldMk cId="415626969" sldId="2147475792"/>
            <ac:picMk id="9" creationId="{82C79FF6-1EB2-7809-2571-D71B8B22296B}"/>
          </ac:picMkLst>
        </pc:picChg>
        <pc:picChg chg="mod">
          <ac:chgData name="Gudla, Natraj" userId="1b097815-ad51-435d-a557-eb69be7a0b69" providerId="ADAL" clId="{FE402C3C-A956-4AE1-8BD2-A3AC0C1129F3}" dt="2024-05-28T05:06:17.539" v="12036" actId="1076"/>
          <ac:picMkLst>
            <pc:docMk/>
            <pc:sldMk cId="415626969" sldId="2147475792"/>
            <ac:picMk id="15" creationId="{8C462D76-441B-9370-0024-7F3F6F657816}"/>
          </ac:picMkLst>
        </pc:picChg>
        <pc:picChg chg="mod">
          <ac:chgData name="Gudla, Natraj" userId="1b097815-ad51-435d-a557-eb69be7a0b69" providerId="ADAL" clId="{FE402C3C-A956-4AE1-8BD2-A3AC0C1129F3}" dt="2024-05-28T05:06:12.199" v="12035" actId="1076"/>
          <ac:picMkLst>
            <pc:docMk/>
            <pc:sldMk cId="415626969" sldId="2147475792"/>
            <ac:picMk id="20" creationId="{09633401-86BC-0E8F-6953-5A59635A408D}"/>
          </ac:picMkLst>
        </pc:picChg>
        <pc:picChg chg="mod">
          <ac:chgData name="Gudla, Natraj" userId="1b097815-ad51-435d-a557-eb69be7a0b69" providerId="ADAL" clId="{FE402C3C-A956-4AE1-8BD2-A3AC0C1129F3}" dt="2024-05-28T05:15:45.269" v="12889" actId="1076"/>
          <ac:picMkLst>
            <pc:docMk/>
            <pc:sldMk cId="415626969" sldId="2147475792"/>
            <ac:picMk id="22" creationId="{2B343ED8-0B5F-E287-8799-F87366F01C90}"/>
          </ac:picMkLst>
        </pc:picChg>
      </pc:sldChg>
      <pc:sldChg chg="add">
        <pc:chgData name="Gudla, Natraj" userId="1b097815-ad51-435d-a557-eb69be7a0b69" providerId="ADAL" clId="{FE402C3C-A956-4AE1-8BD2-A3AC0C1129F3}" dt="2024-05-29T08:50:30.396" v="14459" actId="2890"/>
        <pc:sldMkLst>
          <pc:docMk/>
          <pc:sldMk cId="4273167052" sldId="214747579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Build </a:t>
          </a:r>
        </a:p>
        <a:p>
          <a:r>
            <a:rPr lang="en-IN" sz="1800" b="1" i="1"/>
            <a:t>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n-IN"/>
        </a:p>
      </dgm:t>
    </dgm:pt>
    <dgm:pt modelId="{519280F7-7628-4427-8D99-8BEA3E6DF619}">
      <dgm:prSet phldrT="[Text]" custT="1"/>
      <dgm:spPr>
        <a:solidFill>
          <a:schemeClr val="accent6">
            <a:lumMod val="40000"/>
            <a:lumOff val="60000"/>
          </a:schemeClr>
        </a:solidFill>
      </dgm:spPr>
      <dgm:t>
        <a:bodyPr/>
        <a:lstStyle/>
        <a:p>
          <a:r>
            <a:rPr lang="en-IN" sz="1100" b="1">
              <a:latin typeface="Ubuntu" panose="020B0504030602030204" pitchFamily="34" charset="0"/>
            </a:rPr>
            <a:t>BILLING (Guidewire)</a:t>
          </a:r>
        </a:p>
      </dgm:t>
    </dgm:pt>
    <dgm:pt modelId="{485B8268-1F85-4278-B6B6-29EB042B2E32}" type="parTrans" cxnId="{D81815D7-8834-4E20-B6DB-00E584E1DD50}">
      <dgm:prSet/>
      <dgm:spPr/>
      <dgm:t>
        <a:bodyPr/>
        <a:lstStyle/>
        <a:p>
          <a:endParaRPr lang="en-IN" sz="1100">
            <a:latin typeface="Ubuntu" panose="020B0504030602030204" pitchFamily="34" charset="0"/>
          </a:endParaRPr>
        </a:p>
      </dgm:t>
    </dgm:pt>
    <dgm:pt modelId="{1C1CC9FE-7F9A-46D7-9295-121B89D7BCA1}" type="sibTrans" cxnId="{D81815D7-8834-4E20-B6DB-00E584E1DD50}">
      <dgm:prSet/>
      <dgm:spPr/>
      <dgm:t>
        <a:bodyPr/>
        <a:lstStyle/>
        <a:p>
          <a:endParaRPr lang="en-IN" sz="1100">
            <a:latin typeface="Ubuntu" panose="020B0504030602030204" pitchFamily="34" charset="0"/>
          </a:endParaRPr>
        </a:p>
      </dgm:t>
    </dgm:pt>
    <dgm:pt modelId="{894BE2F0-305F-4435-B4EF-E9F7227E7E15}">
      <dgm:prSet phldrT="[Text]" custT="1"/>
      <dgm:spPr>
        <a:solidFill>
          <a:schemeClr val="accent4">
            <a:lumMod val="10000"/>
            <a:lumOff val="90000"/>
          </a:schemeClr>
        </a:solidFill>
      </dgm:spPr>
      <dgm:t>
        <a:bodyPr/>
        <a:lstStyle/>
        <a:p>
          <a:pPr marL="88900" indent="-88900"/>
          <a:r>
            <a:rPr lang="en-IN" sz="1100" b="0">
              <a:latin typeface="Ubuntu" panose="020B0504030602030204" pitchFamily="34" charset="0"/>
            </a:rPr>
            <a:t>Responsible to implement the new Policy system in Guidewire across all Beazley Product variations &amp; Lines of Business in Scope</a:t>
          </a:r>
          <a:endParaRPr lang="en-IN" sz="1100">
            <a:latin typeface="Ubuntu" panose="020B0504030602030204" pitchFamily="34" charset="0"/>
          </a:endParaRPr>
        </a:p>
      </dgm:t>
    </dgm:pt>
    <dgm:pt modelId="{1C47E045-A720-48A2-AFBD-8D8B93F18BBD}" type="parTrans" cxnId="{CC9261C8-0255-496E-A81B-97729709D7C9}">
      <dgm:prSet/>
      <dgm:spPr/>
      <dgm:t>
        <a:bodyPr/>
        <a:lstStyle/>
        <a:p>
          <a:endParaRPr lang="en-IN" sz="1100">
            <a:latin typeface="Ubuntu" panose="020B0504030602030204" pitchFamily="34" charset="0"/>
          </a:endParaRPr>
        </a:p>
      </dgm:t>
    </dgm:pt>
    <dgm:pt modelId="{72059E62-80FA-4D06-AEE5-B776686D80F6}" type="sibTrans" cxnId="{CC9261C8-0255-496E-A81B-97729709D7C9}">
      <dgm:prSet/>
      <dgm:spPr/>
      <dgm:t>
        <a:bodyPr/>
        <a:lstStyle/>
        <a:p>
          <a:endParaRPr lang="en-IN" sz="1100">
            <a:latin typeface="Ubuntu" panose="020B0504030602030204" pitchFamily="34" charset="0"/>
          </a:endParaRPr>
        </a:p>
      </dgm:t>
    </dgm:pt>
    <dgm:pt modelId="{3FB6CB80-3680-46A1-9F08-5AD4B5AC819C}">
      <dgm:prSet phldrT="[Text]" custT="1"/>
      <dgm:spPr>
        <a:solidFill>
          <a:schemeClr val="accent6">
            <a:lumMod val="40000"/>
            <a:lumOff val="60000"/>
          </a:schemeClr>
        </a:solidFill>
      </dgm:spPr>
      <dgm:t>
        <a:bodyPr/>
        <a:lstStyle/>
        <a:p>
          <a:r>
            <a:rPr lang="en-IN" sz="1100" b="1">
              <a:latin typeface="Ubuntu" panose="020B0504030602030204" pitchFamily="34" charset="0"/>
            </a:rPr>
            <a:t>MIGRATION</a:t>
          </a:r>
        </a:p>
      </dgm:t>
    </dgm:pt>
    <dgm:pt modelId="{E0ACFD6F-0D8F-4F86-A435-13F5ACBC77C9}" type="parTrans" cxnId="{CA7D97B8-5466-4266-8FAF-78DDDA933AFF}">
      <dgm:prSet/>
      <dgm:spPr/>
      <dgm:t>
        <a:bodyPr/>
        <a:lstStyle/>
        <a:p>
          <a:endParaRPr lang="en-IN" sz="1100">
            <a:latin typeface="Ubuntu" panose="020B0504030602030204" pitchFamily="34" charset="0"/>
          </a:endParaRPr>
        </a:p>
      </dgm:t>
    </dgm:pt>
    <dgm:pt modelId="{3E7F05EA-5FE7-4580-96BB-810A48E0CDFB}" type="sibTrans" cxnId="{CA7D97B8-5466-4266-8FAF-78DDDA933AFF}">
      <dgm:prSet/>
      <dgm:spPr/>
      <dgm:t>
        <a:bodyPr/>
        <a:lstStyle/>
        <a:p>
          <a:endParaRPr lang="en-IN" sz="1100">
            <a:latin typeface="Ubuntu" panose="020B0504030602030204" pitchFamily="34" charset="0"/>
          </a:endParaRPr>
        </a:p>
      </dgm:t>
    </dgm:pt>
    <dgm:pt modelId="{90BF0E12-C226-4FB0-9932-FBEEA36E2C94}">
      <dgm:prSet phldrT="[Text]" custT="1"/>
      <dgm:spPr>
        <a:solidFill>
          <a:schemeClr val="bg1">
            <a:lumMod val="95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gm:t>
    </dgm:pt>
    <dgm:pt modelId="{A44223AB-E665-4D78-8F56-5D82B8204D8A}" type="parTrans" cxnId="{6EB24F85-002F-4BFC-8FAA-3A19235C29B0}">
      <dgm:prSet/>
      <dgm:spPr/>
      <dgm:t>
        <a:bodyPr/>
        <a:lstStyle/>
        <a:p>
          <a:endParaRPr lang="en-IN" sz="1100">
            <a:latin typeface="Ubuntu" panose="020B0504030602030204" pitchFamily="34" charset="0"/>
          </a:endParaRPr>
        </a:p>
      </dgm:t>
    </dgm:pt>
    <dgm:pt modelId="{CC3A9C73-715C-44FE-A052-F51A447F9633}" type="sibTrans" cxnId="{6EB24F85-002F-4BFC-8FAA-3A19235C29B0}">
      <dgm:prSet/>
      <dgm:spPr/>
      <dgm:t>
        <a:bodyPr/>
        <a:lstStyle/>
        <a:p>
          <a:endParaRPr lang="en-IN" sz="1100">
            <a:latin typeface="Ubuntu" panose="020B0504030602030204" pitchFamily="34" charset="0"/>
          </a:endParaRPr>
        </a:p>
      </dgm:t>
    </dgm:pt>
    <dgm:pt modelId="{E52636F8-EB52-4A84-88B0-6A7B8CF5F797}">
      <dgm:prSet phldrT="[Text]" custT="1"/>
      <dgm:spPr>
        <a:solidFill>
          <a:srgbClr val="7ED1E7"/>
        </a:solidFill>
        <a:ln>
          <a:noFill/>
        </a:ln>
        <a:effectLst/>
        <a:scene3d>
          <a:camera prst="orthographicFront"/>
          <a:lightRig rig="flat" dir="t"/>
        </a:scene3d>
        <a:sp3d prstMaterial="dkEdge">
          <a:bevelT w="8200" h="38100"/>
        </a:sp3d>
      </dgm:spPr>
      <dgm:t>
        <a:bodyPr spcFirstLastPara="0" vert="horz" wrap="square" lIns="41910" tIns="20955" rIns="41910" bIns="20955" numCol="1" spcCol="1270" anchor="ctr" anchorCtr="0"/>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gm:t>
    </dgm:pt>
    <dgm:pt modelId="{B76662C0-B333-4FD8-A062-39F7243FA6F3}" type="parTrans" cxnId="{313B71F9-2720-4AE9-90F2-77F74A033643}">
      <dgm:prSet/>
      <dgm:spPr/>
      <dgm:t>
        <a:bodyPr/>
        <a:lstStyle/>
        <a:p>
          <a:endParaRPr lang="en-US"/>
        </a:p>
      </dgm:t>
    </dgm:pt>
    <dgm:pt modelId="{94FF7E0E-FC75-49EF-B86F-A25916C2DACC}" type="sibTrans" cxnId="{313B71F9-2720-4AE9-90F2-77F74A033643}">
      <dgm:prSet/>
      <dgm:spPr/>
      <dgm:t>
        <a:bodyPr/>
        <a:lstStyle/>
        <a:p>
          <a:endParaRPr lang="en-US"/>
        </a:p>
      </dgm:t>
    </dgm:pt>
    <dgm:pt modelId="{56A8AAEF-4775-4785-BB4A-E93096F2D14F}">
      <dgm:prSet custT="1"/>
      <dgm:spPr>
        <a:solidFill>
          <a:schemeClr val="accent6">
            <a:lumMod val="20000"/>
            <a:lumOff val="80000"/>
          </a:schemeClr>
        </a:solidFill>
      </dgm:spPr>
      <dgm:t>
        <a:bodyPr/>
        <a:lstStyle/>
        <a:p>
          <a:r>
            <a:rPr lang="en-IN" sz="1100" b="1">
              <a:latin typeface="Ubuntu" panose="020B0504030602030204" pitchFamily="34" charset="0"/>
            </a:rPr>
            <a:t>LEGACY</a:t>
          </a:r>
        </a:p>
      </dgm:t>
    </dgm:pt>
    <dgm:pt modelId="{F36613CE-CD42-44F0-852C-33379FEF9DA1}" type="parTrans" cxnId="{0EB0D1D1-F98D-4A86-8D99-0EC4BBFA1AE4}">
      <dgm:prSet/>
      <dgm:spPr/>
      <dgm:t>
        <a:bodyPr/>
        <a:lstStyle/>
        <a:p>
          <a:endParaRPr lang="en-US"/>
        </a:p>
      </dgm:t>
    </dgm:pt>
    <dgm:pt modelId="{E82DCF90-1998-47E1-A52F-43CB980AD5E8}" type="sibTrans" cxnId="{0EB0D1D1-F98D-4A86-8D99-0EC4BBFA1AE4}">
      <dgm:prSet/>
      <dgm:spPr/>
      <dgm:t>
        <a:bodyPr/>
        <a:lstStyle/>
        <a:p>
          <a:endParaRPr lang="en-US"/>
        </a:p>
      </dgm:t>
    </dgm:pt>
    <dgm:pt modelId="{84802377-002A-4C5F-B4AA-BB1581D62536}">
      <dgm:prSet phldrT="[Text]" custT="1"/>
      <dgm:spPr>
        <a:solidFill>
          <a:schemeClr val="accent4">
            <a:lumMod val="10000"/>
            <a:lumOff val="90000"/>
          </a:schemeClr>
        </a:solidFill>
      </dgm:spPr>
      <dgm:t>
        <a:bodyPr/>
        <a:lstStyle/>
        <a:p>
          <a:pPr marL="88900" indent="-88900"/>
          <a:r>
            <a:rPr lang="en-IN" sz="1050" b="0">
              <a:latin typeface="Ubuntu" panose="020B0504030602030204" pitchFamily="34" charset="0"/>
            </a:rPr>
            <a:t>Responsible for Overall Program Governance that includes Planning, Monitoring execution to Budget, Mitigate Risks &amp; Issues.</a:t>
          </a:r>
        </a:p>
      </dgm:t>
    </dgm:pt>
    <dgm:pt modelId="{FDA1DDCD-AECB-4377-952F-316A48BFEC39}" type="parTrans" cxnId="{AF98560B-B347-461B-96CE-F2261C3EB430}">
      <dgm:prSet/>
      <dgm:spPr/>
      <dgm:t>
        <a:bodyPr/>
        <a:lstStyle/>
        <a:p>
          <a:endParaRPr lang="en-US"/>
        </a:p>
      </dgm:t>
    </dgm:pt>
    <dgm:pt modelId="{23C7A202-3C40-46BC-9DE8-E5D085A16A8C}" type="sibTrans" cxnId="{AF98560B-B347-461B-96CE-F2261C3EB430}">
      <dgm:prSet/>
      <dgm:spPr/>
      <dgm:t>
        <a:bodyPr/>
        <a:lstStyle/>
        <a:p>
          <a:endParaRPr lang="en-US"/>
        </a:p>
      </dgm:t>
    </dgm:pt>
    <dgm:pt modelId="{A6EC7119-4F27-4292-AEA6-A651871AB7B4}">
      <dgm:prSet custT="1"/>
      <dgm:spPr>
        <a:solidFill>
          <a:schemeClr val="bg1">
            <a:lumMod val="95000"/>
          </a:schemeClr>
        </a:solidFill>
      </dgm:spPr>
      <dgm:t>
        <a:bodyPr/>
        <a:lstStyle/>
        <a:p>
          <a:pPr marL="88900" indent="-88900"/>
          <a:r>
            <a:rPr lang="en-IN" sz="1100" b="0">
              <a:latin typeface="Ubuntu" panose="020B0504030602030204" pitchFamily="34" charset="0"/>
            </a:rPr>
            <a:t>Responsible to validate &amp; sign-off Finance systems to the new GPAS &amp; Billing implementation</a:t>
          </a:r>
        </a:p>
      </dgm:t>
    </dgm:pt>
    <dgm:pt modelId="{AF0F00AD-179D-4DF3-B3FE-E9C5AB1395D6}" type="parTrans" cxnId="{9458A771-87A6-4C9A-B008-14C383390A7A}">
      <dgm:prSet/>
      <dgm:spPr/>
      <dgm:t>
        <a:bodyPr/>
        <a:lstStyle/>
        <a:p>
          <a:endParaRPr lang="en-US"/>
        </a:p>
      </dgm:t>
    </dgm:pt>
    <dgm:pt modelId="{0BB10B57-6C97-47D5-B35B-8184800A0A68}" type="sibTrans" cxnId="{9458A771-87A6-4C9A-B008-14C383390A7A}">
      <dgm:prSet/>
      <dgm:spPr/>
      <dgm:t>
        <a:bodyPr/>
        <a:lstStyle/>
        <a:p>
          <a:endParaRPr lang="en-US"/>
        </a:p>
      </dgm:t>
    </dgm:pt>
    <dgm:pt modelId="{EA9F4BBF-1558-4578-8D2B-BF0E67FB86E4}">
      <dgm:prSet custT="1"/>
      <dgm:spPr>
        <a:solidFill>
          <a:schemeClr val="bg1">
            <a:lumMod val="95000"/>
          </a:schemeClr>
        </a:solidFill>
      </dgm:spPr>
      <dgm:t>
        <a:bodyPr/>
        <a:lstStyle/>
        <a:p>
          <a:pPr marL="88900" indent="-88900"/>
          <a:r>
            <a:rPr lang="en-IN" sz="1100" b="0">
              <a:latin typeface="Ubuntu" panose="020B0504030602030204" pitchFamily="34" charset="0"/>
            </a:rPr>
            <a:t>Responsible to support Data Migration Release train enabling smooth migration of all Legacy Policy records into the new system</a:t>
          </a:r>
        </a:p>
      </dgm:t>
    </dgm:pt>
    <dgm:pt modelId="{F18A2511-9263-4233-998E-28B3A365502B}" type="parTrans" cxnId="{213D7555-CCF1-4E5F-9F85-C4D9E6378703}">
      <dgm:prSet/>
      <dgm:spPr/>
      <dgm:t>
        <a:bodyPr/>
        <a:lstStyle/>
        <a:p>
          <a:endParaRPr lang="en-US"/>
        </a:p>
      </dgm:t>
    </dgm:pt>
    <dgm:pt modelId="{CA0FB040-21E9-45B7-B90F-4854F6D0D0C3}" type="sibTrans" cxnId="{213D7555-CCF1-4E5F-9F85-C4D9E6378703}">
      <dgm:prSet/>
      <dgm:spPr/>
      <dgm:t>
        <a:bodyPr/>
        <a:lstStyle/>
        <a:p>
          <a:endParaRPr lang="en-US"/>
        </a:p>
      </dgm:t>
    </dgm:pt>
    <dgm:pt modelId="{759B67AA-2F0E-404C-89E0-DF26C9F9D57F}">
      <dgm:prSet custT="1"/>
      <dgm:spPr>
        <a:solidFill>
          <a:schemeClr val="accent6">
            <a:lumMod val="20000"/>
            <a:lumOff val="80000"/>
          </a:schemeClr>
        </a:solidFill>
      </dgm:spPr>
      <dgm:t>
        <a:bodyPr/>
        <a:lstStyle/>
        <a:p>
          <a:r>
            <a:rPr lang="en-IN" sz="1100" b="1">
              <a:latin typeface="Ubuntu" panose="020B0504030602030204" pitchFamily="34" charset="0"/>
            </a:rPr>
            <a:t>FINANCE</a:t>
          </a:r>
        </a:p>
      </dgm:t>
    </dgm:pt>
    <dgm:pt modelId="{CB8B9831-A178-4812-8E16-87C470AB5A55}" type="parTrans" cxnId="{ED36DF8C-AAA9-4A0E-BA97-A486401FC99F}">
      <dgm:prSet/>
      <dgm:spPr/>
      <dgm:t>
        <a:bodyPr/>
        <a:lstStyle/>
        <a:p>
          <a:endParaRPr lang="en-GB"/>
        </a:p>
      </dgm:t>
    </dgm:pt>
    <dgm:pt modelId="{834D1899-9000-4B03-9FCF-58ECDC94CCD6}" type="sibTrans" cxnId="{ED36DF8C-AAA9-4A0E-BA97-A486401FC99F}">
      <dgm:prSet/>
      <dgm:spPr/>
      <dgm:t>
        <a:bodyPr/>
        <a:lstStyle/>
        <a:p>
          <a:endParaRPr lang="en-GB"/>
        </a:p>
      </dgm:t>
    </dgm:pt>
    <dgm:pt modelId="{CBB5115D-FFC2-4783-9CCC-12558F2BA30B}">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gm:t>
    </dgm:pt>
    <dgm:pt modelId="{3A5EAB4D-D96F-4B2B-A63E-B1D382B15180}" type="parTrans" cxnId="{E5201D49-5F6D-4D90-BD23-B5F1FD2CA561}">
      <dgm:prSet/>
      <dgm:spPr/>
      <dgm:t>
        <a:bodyPr/>
        <a:lstStyle/>
        <a:p>
          <a:endParaRPr lang="en-GB"/>
        </a:p>
      </dgm:t>
    </dgm:pt>
    <dgm:pt modelId="{F1975721-A8F2-4426-A5A5-59343C1CC0B7}" type="sibTrans" cxnId="{E5201D49-5F6D-4D90-BD23-B5F1FD2CA561}">
      <dgm:prSet/>
      <dgm:spPr/>
      <dgm:t>
        <a:bodyPr/>
        <a:lstStyle/>
        <a:p>
          <a:endParaRPr lang="en-GB"/>
        </a:p>
      </dgm:t>
    </dgm:pt>
    <dgm:pt modelId="{7C47D506-136E-4947-851F-F16BA6950347}">
      <dgm:prSet phldrT="[Text]" custT="1"/>
      <dgm:spPr>
        <a:solidFill>
          <a:schemeClr val="accent6">
            <a:lumMod val="40000"/>
            <a:lumOff val="60000"/>
          </a:schemeClr>
        </a:solidFill>
      </dgm:spPr>
      <dgm:t>
        <a:bodyPr/>
        <a:lstStyle/>
        <a:p>
          <a:r>
            <a:rPr lang="en-IN" sz="1100" b="1">
              <a:latin typeface="Ubuntu" panose="020B0504030602030204" pitchFamily="34" charset="0"/>
            </a:rPr>
            <a:t>POLICY (Guidewire)</a:t>
          </a:r>
        </a:p>
      </dgm:t>
    </dgm:pt>
    <dgm:pt modelId="{0D6981C4-C7BD-484F-890F-1EDB39F3BEF3}" type="parTrans" cxnId="{6E5AF43F-9205-47BD-97EE-C4F57F9DF0E0}">
      <dgm:prSet/>
      <dgm:spPr/>
      <dgm:t>
        <a:bodyPr/>
        <a:lstStyle/>
        <a:p>
          <a:endParaRPr lang="en-GB"/>
        </a:p>
      </dgm:t>
    </dgm:pt>
    <dgm:pt modelId="{4A560DFA-81F8-42B4-930E-1134023CDEEB}" type="sibTrans" cxnId="{6E5AF43F-9205-47BD-97EE-C4F57F9DF0E0}">
      <dgm:prSet/>
      <dgm:spPr/>
      <dgm:t>
        <a:bodyPr/>
        <a:lstStyle/>
        <a:p>
          <a:endParaRPr lang="en-GB"/>
        </a:p>
      </dgm:t>
    </dgm:pt>
    <dgm:pt modelId="{54B501E2-7117-48A1-B422-DC3F63CBA0C2}">
      <dgm:prSet phldrT="[Text]" custT="1"/>
      <dgm:spPr>
        <a:solidFill>
          <a:schemeClr val="accent6">
            <a:lumMod val="40000"/>
            <a:lumOff val="60000"/>
          </a:schemeClr>
        </a:solidFill>
      </dgm:spPr>
      <dgm:t>
        <a:bodyPr/>
        <a:lstStyle/>
        <a:p>
          <a:r>
            <a:rPr lang="en-IN" sz="1100" b="1">
              <a:latin typeface="Ubuntu" panose="020B0504030602030204" pitchFamily="34" charset="0"/>
            </a:rPr>
            <a:t>INTEGRATION</a:t>
          </a:r>
        </a:p>
      </dgm:t>
    </dgm:pt>
    <dgm:pt modelId="{EC1435A4-2D13-4E2F-B436-B4899F283A83}" type="parTrans" cxnId="{489A4B52-7FF3-4FD9-91FA-13241E6B8E91}">
      <dgm:prSet/>
      <dgm:spPr/>
      <dgm:t>
        <a:bodyPr/>
        <a:lstStyle/>
        <a:p>
          <a:endParaRPr lang="en-GB"/>
        </a:p>
      </dgm:t>
    </dgm:pt>
    <dgm:pt modelId="{22900D2E-F0F2-4430-9239-2C16523FA8A1}" type="sibTrans" cxnId="{489A4B52-7FF3-4FD9-91FA-13241E6B8E91}">
      <dgm:prSet/>
      <dgm:spPr/>
      <dgm:t>
        <a:bodyPr/>
        <a:lstStyle/>
        <a:p>
          <a:endParaRPr lang="en-GB"/>
        </a:p>
      </dgm:t>
    </dgm:pt>
    <dgm:pt modelId="{8F229605-F471-4D12-8B3A-F15B5329D290}">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gm:t>
    </dgm:pt>
    <dgm:pt modelId="{8370A935-42F4-4D3F-BE45-794573CDB401}" type="parTrans" cxnId="{1EDCDBF9-F4C3-449C-AA9A-7752D2B159AA}">
      <dgm:prSet/>
      <dgm:spPr/>
      <dgm:t>
        <a:bodyPr/>
        <a:lstStyle/>
        <a:p>
          <a:endParaRPr lang="en-GB"/>
        </a:p>
      </dgm:t>
    </dgm:pt>
    <dgm:pt modelId="{4E59440F-5E2F-4976-887E-2B552D1E70A6}" type="sibTrans" cxnId="{1EDCDBF9-F4C3-449C-AA9A-7752D2B159AA}">
      <dgm:prSet/>
      <dgm:spPr/>
      <dgm:t>
        <a:bodyPr/>
        <a:lstStyle/>
        <a:p>
          <a:endParaRPr lang="en-GB"/>
        </a:p>
      </dgm:t>
    </dgm:pt>
    <dgm:pt modelId="{DAC97C0D-5216-407E-9BDE-533B3EDCC8C3}">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gm:t>
    </dgm:pt>
    <dgm:pt modelId="{00A6E24F-A57A-4AD4-B512-79799202099F}" type="parTrans" cxnId="{9DEF1334-5BD7-43E2-9828-B756A12863B6}">
      <dgm:prSet/>
      <dgm:spPr/>
      <dgm:t>
        <a:bodyPr/>
        <a:lstStyle/>
        <a:p>
          <a:endParaRPr lang="en-GB"/>
        </a:p>
      </dgm:t>
    </dgm:pt>
    <dgm:pt modelId="{9AC9AE46-2DDE-4889-9492-78829E3A9556}" type="sibTrans" cxnId="{9DEF1334-5BD7-43E2-9828-B756A12863B6}">
      <dgm:prSet/>
      <dgm:spPr/>
      <dgm:t>
        <a:bodyPr/>
        <a:lstStyle/>
        <a:p>
          <a:endParaRPr lang="en-GB"/>
        </a:p>
      </dgm:t>
    </dgm:pt>
    <dgm:pt modelId="{3D8CC209-6DDB-477A-BC8D-18682591DFFB}">
      <dgm:prSet phldrT="[Text]" custT="1"/>
      <dgm:spPr>
        <a:solidFill>
          <a:schemeClr val="accent6">
            <a:lumMod val="40000"/>
            <a:lumOff val="60000"/>
          </a:schemeClr>
        </a:solidFill>
      </dgm:spPr>
      <dgm:t>
        <a:bodyPr/>
        <a:lstStyle/>
        <a:p>
          <a:r>
            <a:rPr lang="en-IN" sz="1100" b="1">
              <a:latin typeface="Ubuntu" panose="020B0504030602030204" pitchFamily="34" charset="0"/>
            </a:rPr>
            <a:t>DOCS TOOLING</a:t>
          </a:r>
        </a:p>
      </dgm:t>
    </dgm:pt>
    <dgm:pt modelId="{C8701B82-AF31-4C09-B041-D295CEA0603E}" type="parTrans" cxnId="{DD478117-19C0-4CE4-AF68-10522882DE07}">
      <dgm:prSet/>
      <dgm:spPr/>
      <dgm:t>
        <a:bodyPr/>
        <a:lstStyle/>
        <a:p>
          <a:endParaRPr lang="en-GB"/>
        </a:p>
      </dgm:t>
    </dgm:pt>
    <dgm:pt modelId="{2256BE55-81AC-4F59-B731-8BC162FC38F8}" type="sibTrans" cxnId="{DD478117-19C0-4CE4-AF68-10522882DE07}">
      <dgm:prSet/>
      <dgm:spPr/>
      <dgm:t>
        <a:bodyPr/>
        <a:lstStyle/>
        <a:p>
          <a:endParaRPr lang="en-GB"/>
        </a:p>
      </dgm:t>
    </dgm:pt>
    <dgm:pt modelId="{0F06907D-9BA3-4108-B756-86385024BA7C}">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gm:t>
    </dgm:pt>
    <dgm:pt modelId="{7DE5C7AF-DA36-46C2-82F0-2FF521502D44}" type="parTrans" cxnId="{AA87214A-9F93-4DA8-A455-AE7B1B7552A0}">
      <dgm:prSet/>
      <dgm:spPr/>
      <dgm:t>
        <a:bodyPr/>
        <a:lstStyle/>
        <a:p>
          <a:endParaRPr lang="en-GB"/>
        </a:p>
      </dgm:t>
    </dgm:pt>
    <dgm:pt modelId="{4A1369E7-5C6B-45CE-A464-66D92AE43ADA}" type="sibTrans" cxnId="{AA87214A-9F93-4DA8-A455-AE7B1B7552A0}">
      <dgm:prSet/>
      <dgm:spPr/>
      <dgm:t>
        <a:bodyPr/>
        <a:lstStyle/>
        <a:p>
          <a:endParaRPr lang="en-GB"/>
        </a:p>
      </dgm:t>
    </dgm:pt>
    <dgm:pt modelId="{56B10537-C552-4F41-9A6D-506DF441BD0B}">
      <dgm:prSet phldrT="[Text]" custT="1"/>
      <dgm:spPr>
        <a:solidFill>
          <a:srgbClr val="7ED1E7"/>
        </a:solidFill>
      </dgm:spPr>
      <dgm:t>
        <a:bodyPr/>
        <a:lstStyle/>
        <a:p>
          <a:r>
            <a:rPr lang="en-IN" sz="1100" b="1">
              <a:latin typeface="Ubuntu" panose="020B0504030602030204" pitchFamily="34" charset="0"/>
            </a:rPr>
            <a:t>TRAINING &amp; BUSINESS READINESS</a:t>
          </a:r>
        </a:p>
      </dgm:t>
    </dgm:pt>
    <dgm:pt modelId="{685EE92B-DA6D-4ECE-8251-54DEAB17041D}" type="parTrans" cxnId="{1D9FC81D-B2D4-489E-884C-967A3AEA9278}">
      <dgm:prSet/>
      <dgm:spPr/>
      <dgm:t>
        <a:bodyPr/>
        <a:lstStyle/>
        <a:p>
          <a:endParaRPr lang="en-GB"/>
        </a:p>
      </dgm:t>
    </dgm:pt>
    <dgm:pt modelId="{37A1CEF3-C1FC-4FE3-A811-5DCD2584CFFF}" type="sibTrans" cxnId="{1D9FC81D-B2D4-489E-884C-967A3AEA9278}">
      <dgm:prSet/>
      <dgm:spPr/>
      <dgm:t>
        <a:bodyPr/>
        <a:lstStyle/>
        <a:p>
          <a:endParaRPr lang="en-GB"/>
        </a:p>
      </dgm:t>
    </dgm:pt>
    <dgm:pt modelId="{679D09C8-7477-4245-A56C-FBBD9E2C9054}">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gm:t>
    </dgm:pt>
    <dgm:pt modelId="{4B937133-3FC7-4304-836D-C7311C2857E2}" type="parTrans" cxnId="{73D0A960-E86B-4A0E-B66D-EAF22E2A9256}">
      <dgm:prSet/>
      <dgm:spPr/>
      <dgm:t>
        <a:bodyPr/>
        <a:lstStyle/>
        <a:p>
          <a:endParaRPr lang="en-GB"/>
        </a:p>
      </dgm:t>
    </dgm:pt>
    <dgm:pt modelId="{480EF8F8-A468-45A4-8EC0-A09446C0A493}" type="sibTrans" cxnId="{73D0A960-E86B-4A0E-B66D-EAF22E2A9256}">
      <dgm:prSet/>
      <dgm:spPr/>
      <dgm:t>
        <a:bodyPr/>
        <a:lstStyle/>
        <a:p>
          <a:endParaRPr lang="en-GB"/>
        </a:p>
      </dgm:t>
    </dgm:pt>
    <dgm:pt modelId="{082A7A81-A72A-4B37-8567-6501C0B39CD3}">
      <dgm:prSet phldrT="[Text]" custT="1"/>
      <dgm:spPr>
        <a:solidFill>
          <a:srgbClr val="7ED1E7"/>
        </a:solidFill>
      </dgm:spPr>
      <dgm:t>
        <a:bodyPr/>
        <a:lstStyle/>
        <a:p>
          <a:r>
            <a:rPr lang="en-IN" sz="1100" b="1">
              <a:latin typeface="Ubuntu" panose="020B0504030602030204" pitchFamily="34" charset="0"/>
            </a:rPr>
            <a:t>ARCHITECTURE</a:t>
          </a:r>
        </a:p>
      </dgm:t>
    </dgm:pt>
    <dgm:pt modelId="{6C9F7104-0932-46C2-AC09-2DEDB798C02D}" type="parTrans" cxnId="{8CBA137E-E991-40F3-8009-3E97170B9559}">
      <dgm:prSet/>
      <dgm:spPr/>
      <dgm:t>
        <a:bodyPr/>
        <a:lstStyle/>
        <a:p>
          <a:endParaRPr lang="en-GB"/>
        </a:p>
      </dgm:t>
    </dgm:pt>
    <dgm:pt modelId="{C1F476B8-8B28-439D-9CC0-3406EB8E0F88}" type="sibTrans" cxnId="{8CBA137E-E991-40F3-8009-3E97170B9559}">
      <dgm:prSet/>
      <dgm:spPr/>
      <dgm:t>
        <a:bodyPr/>
        <a:lstStyle/>
        <a:p>
          <a:endParaRPr lang="en-GB"/>
        </a:p>
      </dgm:t>
    </dgm:pt>
    <dgm:pt modelId="{E01F4A76-1D89-4639-96ED-A95977656CAA}">
      <dgm:prSet phldrT="[Text]" custT="1"/>
      <dgm:spPr>
        <a:solidFill>
          <a:schemeClr val="accent6">
            <a:lumMod val="40000"/>
            <a:lumOff val="60000"/>
          </a:schemeClr>
        </a:solidFill>
      </dgm:spPr>
      <dgm:t>
        <a:bodyPr/>
        <a:lstStyle/>
        <a:p>
          <a:r>
            <a:rPr lang="en-IN" sz="1100" b="1">
              <a:latin typeface="Ubuntu" panose="020B0504030602030204" pitchFamily="34" charset="0"/>
            </a:rPr>
            <a:t>PRODUCT RATIONALISATION</a:t>
          </a:r>
        </a:p>
      </dgm:t>
    </dgm:pt>
    <dgm:pt modelId="{A98D360D-2B56-4263-94A1-6021C14F0A34}" type="parTrans" cxnId="{E6828B89-1D3C-4306-9D7D-50EB4CE8E516}">
      <dgm:prSet/>
      <dgm:spPr/>
      <dgm:t>
        <a:bodyPr/>
        <a:lstStyle/>
        <a:p>
          <a:endParaRPr lang="en-GB"/>
        </a:p>
      </dgm:t>
    </dgm:pt>
    <dgm:pt modelId="{CCBD9653-A588-4BE4-AE0B-324376061265}" type="sibTrans" cxnId="{E6828B89-1D3C-4306-9D7D-50EB4CE8E516}">
      <dgm:prSet/>
      <dgm:spPr/>
      <dgm:t>
        <a:bodyPr/>
        <a:lstStyle/>
        <a:p>
          <a:endParaRPr lang="en-GB"/>
        </a:p>
      </dgm:t>
    </dgm:pt>
    <dgm:pt modelId="{56925F8D-643D-4E16-B0CC-936C4D2E970E}">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3300936D-BA5F-4359-9C76-5C19DF82EAC3}" type="parTrans" cxnId="{9EA4F7E4-DACA-4E4B-A81B-6CE22DD9E6C7}">
      <dgm:prSet/>
      <dgm:spPr/>
      <dgm:t>
        <a:bodyPr/>
        <a:lstStyle/>
        <a:p>
          <a:endParaRPr lang="en-GB"/>
        </a:p>
      </dgm:t>
    </dgm:pt>
    <dgm:pt modelId="{9B6E7F5D-223F-4FF0-BB9E-35249EDD8AB2}" type="sibTrans" cxnId="{9EA4F7E4-DACA-4E4B-A81B-6CE22DD9E6C7}">
      <dgm:prSet/>
      <dgm:spPr/>
      <dgm:t>
        <a:bodyPr/>
        <a:lstStyle/>
        <a:p>
          <a:endParaRPr lang="en-GB"/>
        </a:p>
      </dgm:t>
    </dgm:pt>
    <dgm:pt modelId="{7DF63F71-148E-482B-AF71-C608CA321911}">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gm:t>
    </dgm:pt>
    <dgm:pt modelId="{DCEB5AF6-0AD2-4E4A-BA46-D6FBE635F7A5}" type="parTrans" cxnId="{EF7A4ABB-D8E3-40BB-AD4D-B5F1BA5EACBF}">
      <dgm:prSet/>
      <dgm:spPr/>
      <dgm:t>
        <a:bodyPr/>
        <a:lstStyle/>
        <a:p>
          <a:endParaRPr lang="en-GB"/>
        </a:p>
      </dgm:t>
    </dgm:pt>
    <dgm:pt modelId="{B9CCB80C-D660-4C69-AFF9-C8F2E26EE9BD}" type="sibTrans" cxnId="{EF7A4ABB-D8E3-40BB-AD4D-B5F1BA5EACBF}">
      <dgm:prSet/>
      <dgm:spPr/>
      <dgm:t>
        <a:bodyPr/>
        <a:lstStyle/>
        <a:p>
          <a:endParaRPr lang="en-GB"/>
        </a:p>
      </dgm:t>
    </dgm:pt>
    <dgm:pt modelId="{F0126D46-D7F5-4C85-A81C-71271E5E828B}">
      <dgm:prSet phldrT="[Text]" custT="1"/>
      <dgm:spPr>
        <a:solidFill>
          <a:schemeClr val="accent6">
            <a:lumMod val="40000"/>
            <a:lumOff val="60000"/>
          </a:schemeClr>
        </a:solidFill>
      </dgm:spPr>
      <dgm:t>
        <a:bodyPr/>
        <a:lstStyle/>
        <a:p>
          <a:r>
            <a:rPr lang="en-IN" sz="1100" b="1">
              <a:latin typeface="Ubuntu" panose="020B0504030602030204" pitchFamily="34" charset="0"/>
            </a:rPr>
            <a:t>TESTING</a:t>
          </a:r>
        </a:p>
      </dgm:t>
    </dgm:pt>
    <dgm:pt modelId="{2B84499F-072C-4EF3-BA14-C7C71419D01C}" type="parTrans" cxnId="{1450514F-EE6A-4B83-8EE1-0D0122078EBC}">
      <dgm:prSet/>
      <dgm:spPr/>
      <dgm:t>
        <a:bodyPr/>
        <a:lstStyle/>
        <a:p>
          <a:endParaRPr lang="en-GB"/>
        </a:p>
      </dgm:t>
    </dgm:pt>
    <dgm:pt modelId="{6A0CCA06-E416-4C4F-A429-6FFB4287DCC9}" type="sibTrans" cxnId="{1450514F-EE6A-4B83-8EE1-0D0122078EBC}">
      <dgm:prSet/>
      <dgm:spPr/>
      <dgm:t>
        <a:bodyPr/>
        <a:lstStyle/>
        <a:p>
          <a:endParaRPr lang="en-GB"/>
        </a:p>
      </dgm:t>
    </dgm:pt>
    <dgm:pt modelId="{6BFFF2AA-5635-4512-BEF0-F172D8ACBB77}">
      <dgm:prSet phldrT="[Text]" custT="1"/>
      <dgm:spPr>
        <a:solidFill>
          <a:schemeClr val="accent4">
            <a:lumMod val="10000"/>
            <a:lumOff val="90000"/>
          </a:schemeClr>
        </a:solidFill>
      </dgm:spPr>
      <dgm: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gm:t>
    </dgm:pt>
    <dgm:pt modelId="{EE8AD0E6-41A8-43C4-BDE0-6DA034B67990}" type="parTrans" cxnId="{B2C2EBD3-4C44-4E35-84F3-60D542484A9C}">
      <dgm:prSet/>
      <dgm:spPr/>
      <dgm:t>
        <a:bodyPr/>
        <a:lstStyle/>
        <a:p>
          <a:endParaRPr lang="en-GB"/>
        </a:p>
      </dgm:t>
    </dgm:pt>
    <dgm:pt modelId="{74D1B3B0-9D55-40B6-B1C7-6A8A3E087698}" type="sibTrans" cxnId="{B2C2EBD3-4C44-4E35-84F3-60D542484A9C}">
      <dgm:prSet/>
      <dgm:spPr/>
      <dgm:t>
        <a:bodyPr/>
        <a:lstStyle/>
        <a:p>
          <a:endParaRPr lang="en-GB"/>
        </a:p>
      </dgm:t>
    </dgm:pt>
    <dgm:pt modelId="{DD758263-0B14-4FDE-A986-D9D2A4C1B903}">
      <dgm:prSet phldrT="[Text]" custT="1"/>
      <dgm:spPr>
        <a:solidFill>
          <a:schemeClr val="accent6">
            <a:lumMod val="40000"/>
            <a:lumOff val="60000"/>
          </a:schemeClr>
        </a:solidFill>
      </dgm:spPr>
      <dgm:t>
        <a:bodyPr/>
        <a:lstStyle/>
        <a:p>
          <a:r>
            <a:rPr lang="en-IN" sz="1100" b="1">
              <a:latin typeface="Ubuntu" panose="020B0504030602030204" pitchFamily="34" charset="0"/>
            </a:rPr>
            <a:t>DATA</a:t>
          </a:r>
        </a:p>
      </dgm:t>
    </dgm:pt>
    <dgm:pt modelId="{C3683451-E391-4A6B-986A-4C5FAA9F88D2}" type="parTrans" cxnId="{4D4FD423-0051-493F-9F2B-0BB31276AAAD}">
      <dgm:prSet/>
      <dgm:spPr/>
      <dgm:t>
        <a:bodyPr/>
        <a:lstStyle/>
        <a:p>
          <a:endParaRPr lang="en-GB"/>
        </a:p>
      </dgm:t>
    </dgm:pt>
    <dgm:pt modelId="{8364C309-C464-4B8C-AC25-CA8EAC4E6C99}" type="sibTrans" cxnId="{4D4FD423-0051-493F-9F2B-0BB31276AAAD}">
      <dgm:prSet/>
      <dgm:spPr/>
      <dgm:t>
        <a:bodyPr/>
        <a:lstStyle/>
        <a:p>
          <a:endParaRPr lang="en-GB"/>
        </a:p>
      </dgm:t>
    </dgm:pt>
    <dgm:pt modelId="{C58FF442-1C7B-458A-9CA2-427C4F27AC07}">
      <dgm:prSet phldrT="[Text]" custT="1"/>
      <dgm:spPr>
        <a:solidFill>
          <a:srgbClr val="7ED1E7"/>
        </a:solidFill>
      </dgm:spPr>
      <dgm:t>
        <a:bodyPr/>
        <a:lstStyle/>
        <a:p>
          <a:r>
            <a:rPr lang="en-IN" sz="1100" b="1">
              <a:latin typeface="Ubuntu" panose="020B0504030602030204" pitchFamily="34" charset="0"/>
            </a:rPr>
            <a:t>BUSINESS DESIGN</a:t>
          </a:r>
        </a:p>
      </dgm:t>
    </dgm:pt>
    <dgm:pt modelId="{38CFAFF8-481C-46D0-8356-BE90B8C1032D}" type="parTrans" cxnId="{F241C4A7-92B5-40F5-AADB-B53C2DD8DB8A}">
      <dgm:prSet/>
      <dgm:spPr/>
      <dgm:t>
        <a:bodyPr/>
        <a:lstStyle/>
        <a:p>
          <a:endParaRPr lang="en-GB"/>
        </a:p>
      </dgm:t>
    </dgm:pt>
    <dgm:pt modelId="{30365527-E577-4662-BB83-7514EF51E515}" type="sibTrans" cxnId="{F241C4A7-92B5-40F5-AADB-B53C2DD8DB8A}">
      <dgm:prSet/>
      <dgm:spPr/>
      <dgm:t>
        <a:bodyPr/>
        <a:lstStyle/>
        <a:p>
          <a:endParaRPr lang="en-GB"/>
        </a:p>
      </dgm:t>
    </dgm:pt>
    <dgm:pt modelId="{8F227D99-32C3-4A23-8A14-CE7D34B55FFF}">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29C7A387-8841-44D0-A8DD-B289677EF2B1}" type="parTrans" cxnId="{833B94AE-74A8-4539-BA71-61F1CB433DF4}">
      <dgm:prSet/>
      <dgm:spPr/>
      <dgm:t>
        <a:bodyPr/>
        <a:lstStyle/>
        <a:p>
          <a:endParaRPr lang="en-GB"/>
        </a:p>
      </dgm:t>
    </dgm:pt>
    <dgm:pt modelId="{3016DE65-864D-4399-B127-10EA18223313}" type="sibTrans" cxnId="{833B94AE-74A8-4539-BA71-61F1CB433DF4}">
      <dgm:prSet/>
      <dgm:spPr/>
      <dgm:t>
        <a:bodyPr/>
        <a:lstStyle/>
        <a:p>
          <a:endParaRPr lang="en-GB"/>
        </a:p>
      </dgm:t>
    </dgm:pt>
    <dgm:pt modelId="{11397F5A-0D5C-4701-9492-FDEA4DBD7257}">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gm:t>
    </dgm:pt>
    <dgm:pt modelId="{0E791EE2-AF1A-4ABE-927D-80BF974BDD25}" type="parTrans" cxnId="{0A81B864-24D5-4085-A0E4-DF46C10CF4BF}">
      <dgm:prSet/>
      <dgm:spPr/>
      <dgm:t>
        <a:bodyPr/>
        <a:lstStyle/>
        <a:p>
          <a:endParaRPr lang="en-GB"/>
        </a:p>
      </dgm:t>
    </dgm:pt>
    <dgm:pt modelId="{F917CE21-76C3-4562-BB7F-551FF73C645A}" type="sibTrans" cxnId="{0A81B864-24D5-4085-A0E4-DF46C10CF4BF}">
      <dgm:prSet/>
      <dgm:spPr/>
      <dgm:t>
        <a:bodyPr/>
        <a:lstStyle/>
        <a:p>
          <a:endParaRPr lang="en-GB"/>
        </a:p>
      </dgm:t>
    </dgm:pt>
    <dgm:pt modelId="{D10DB0B3-5D47-4E42-B6EF-B96D6F4C22C1}">
      <dgm:prSet phldrT="[Text]" custT="1"/>
      <dgm:spPr>
        <a:solidFill>
          <a:schemeClr val="accent6">
            <a:lumMod val="20000"/>
            <a:lumOff val="80000"/>
          </a:schemeClr>
        </a:solidFill>
      </dgm:spPr>
      <dgm:t>
        <a:bodyPr/>
        <a:lstStyle/>
        <a:p>
          <a:r>
            <a:rPr lang="en-IN" sz="1100" b="1">
              <a:latin typeface="Ubuntu" panose="020B0504030602030204" pitchFamily="34" charset="0"/>
            </a:rPr>
            <a:t>ENVIRONMENTS &amp; INFRASTRUCTURE</a:t>
          </a:r>
        </a:p>
      </dgm:t>
    </dgm:pt>
    <dgm:pt modelId="{EC422335-9150-4B50-A59F-93AAC3EA82ED}" type="parTrans" cxnId="{A013F045-7353-40AB-A4A2-7D86F37BF1E8}">
      <dgm:prSet/>
      <dgm:spPr/>
      <dgm:t>
        <a:bodyPr/>
        <a:lstStyle/>
        <a:p>
          <a:endParaRPr lang="en-GB"/>
        </a:p>
      </dgm:t>
    </dgm:pt>
    <dgm:pt modelId="{70BF6A5C-2A91-4E4D-97BE-6C1EA8EB602A}" type="sibTrans" cxnId="{A013F045-7353-40AB-A4A2-7D86F37BF1E8}">
      <dgm:prSet/>
      <dgm:spPr/>
      <dgm:t>
        <a:bodyPr/>
        <a:lstStyle/>
        <a:p>
          <a:endParaRPr lang="en-GB"/>
        </a:p>
      </dgm:t>
    </dgm:pt>
    <dgm:pt modelId="{9CA94D39-3CA6-4856-889A-7281067C6FEC}" type="pres">
      <dgm:prSet presAssocID="{D4AE6BCD-0D56-453D-8B93-AEB4EB60ED51}" presName="Name0" presStyleCnt="0">
        <dgm:presLayoutVars>
          <dgm:dir/>
          <dgm:animLvl val="lvl"/>
          <dgm:resizeHandles val="exact"/>
        </dgm:presLayoutVars>
      </dgm:prSet>
      <dgm:spPr/>
    </dgm:pt>
    <dgm:pt modelId="{0D055742-80CB-47A1-82F3-77307DA73BB3}" type="pres">
      <dgm:prSet presAssocID="{E52636F8-EB52-4A84-88B0-6A7B8CF5F797}" presName="linNode" presStyleCnt="0"/>
      <dgm:spPr/>
    </dgm:pt>
    <dgm:pt modelId="{36CC1953-3FD7-4483-9717-DDEC8FCF7191}" type="pres">
      <dgm:prSet presAssocID="{E52636F8-EB52-4A84-88B0-6A7B8CF5F797}" presName="parentText" presStyleLbl="node1" presStyleIdx="0" presStyleCnt="15">
        <dgm:presLayoutVars>
          <dgm:chMax val="1"/>
          <dgm:bulletEnabled val="1"/>
        </dgm:presLayoutVars>
      </dgm:prSet>
      <dgm:spPr>
        <a:xfrm>
          <a:off x="0" y="3048"/>
          <a:ext cx="3730107" cy="399257"/>
        </a:xfrm>
        <a:prstGeom prst="roundRect">
          <a:avLst/>
        </a:prstGeom>
      </dgm:spPr>
    </dgm:pt>
    <dgm:pt modelId="{4403E969-95C5-48B5-ACCF-0FF8D199495B}" type="pres">
      <dgm:prSet presAssocID="{E52636F8-EB52-4A84-88B0-6A7B8CF5F797}" presName="descendantText" presStyleLbl="alignAccFollowNode1" presStyleIdx="0" presStyleCnt="15">
        <dgm:presLayoutVars>
          <dgm:bulletEnabled val="1"/>
        </dgm:presLayoutVars>
      </dgm:prSet>
      <dgm:spPr/>
    </dgm:pt>
    <dgm:pt modelId="{D3BCC66E-4B20-4E5E-BF1D-136F4FF2802D}" type="pres">
      <dgm:prSet presAssocID="{94FF7E0E-FC75-49EF-B86F-A25916C2DACC}" presName="sp" presStyleCnt="0"/>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1" presStyleCnt="15">
        <dgm:presLayoutVars>
          <dgm:chMax val="1"/>
          <dgm:bulletEnabled val="1"/>
        </dgm:presLayoutVars>
      </dgm:prSet>
      <dgm:spPr/>
    </dgm:pt>
    <dgm:pt modelId="{321D45C5-E096-47DB-A92E-2CD9DB2037B7}" type="pres">
      <dgm:prSet presAssocID="{519280F7-7628-4427-8D99-8BEA3E6DF619}" presName="descendantText" presStyleLbl="alignAccFollowNode1" presStyleIdx="1" presStyleCnt="15">
        <dgm:presLayoutVars>
          <dgm:bulletEnabled val="1"/>
        </dgm:presLayoutVars>
      </dgm:prSet>
      <dgm:spPr/>
    </dgm:pt>
    <dgm:pt modelId="{FF6BC2E6-C210-40BB-9782-1F99BBDDDE04}" type="pres">
      <dgm:prSet presAssocID="{1C1CC9FE-7F9A-46D7-9295-121B89D7BCA1}" presName="sp" presStyleCnt="0"/>
      <dgm:spPr/>
    </dgm:pt>
    <dgm:pt modelId="{9CCFA966-3E6C-4338-80FC-35411C1A2BCC}" type="pres">
      <dgm:prSet presAssocID="{7C47D506-136E-4947-851F-F16BA6950347}" presName="linNode" presStyleCnt="0"/>
      <dgm:spPr/>
    </dgm:pt>
    <dgm:pt modelId="{8BB1014C-9FA7-4CE0-A50C-FB8882EAE3C5}" type="pres">
      <dgm:prSet presAssocID="{7C47D506-136E-4947-851F-F16BA6950347}" presName="parentText" presStyleLbl="node1" presStyleIdx="2" presStyleCnt="15">
        <dgm:presLayoutVars>
          <dgm:chMax val="1"/>
          <dgm:bulletEnabled val="1"/>
        </dgm:presLayoutVars>
      </dgm:prSet>
      <dgm:spPr/>
    </dgm:pt>
    <dgm:pt modelId="{7EE2B84A-CE77-4462-B729-68FE1CC0C92D}" type="pres">
      <dgm:prSet presAssocID="{7C47D506-136E-4947-851F-F16BA6950347}" presName="descendantText" presStyleLbl="alignAccFollowNode1" presStyleIdx="2" presStyleCnt="15">
        <dgm:presLayoutVars>
          <dgm:bulletEnabled val="1"/>
        </dgm:presLayoutVars>
      </dgm:prSet>
      <dgm:spPr/>
    </dgm:pt>
    <dgm:pt modelId="{8E122013-9BC1-4661-88C4-6D2540380AD3}" type="pres">
      <dgm:prSet presAssocID="{4A560DFA-81F8-42B4-930E-1134023CDEEB}" presName="sp" presStyleCnt="0"/>
      <dgm:spPr/>
    </dgm:pt>
    <dgm:pt modelId="{79CD74E9-D809-436F-879F-C414C32C3B7F}" type="pres">
      <dgm:prSet presAssocID="{54B501E2-7117-48A1-B422-DC3F63CBA0C2}" presName="linNode" presStyleCnt="0"/>
      <dgm:spPr/>
    </dgm:pt>
    <dgm:pt modelId="{337FD514-BCE1-4CC0-A6AE-6A60EA970BAA}" type="pres">
      <dgm:prSet presAssocID="{54B501E2-7117-48A1-B422-DC3F63CBA0C2}" presName="parentText" presStyleLbl="node1" presStyleIdx="3" presStyleCnt="15">
        <dgm:presLayoutVars>
          <dgm:chMax val="1"/>
          <dgm:bulletEnabled val="1"/>
        </dgm:presLayoutVars>
      </dgm:prSet>
      <dgm:spPr/>
    </dgm:pt>
    <dgm:pt modelId="{503AFF98-53A1-43F1-8795-313D8F7E5264}" type="pres">
      <dgm:prSet presAssocID="{54B501E2-7117-48A1-B422-DC3F63CBA0C2}" presName="descendantText" presStyleLbl="alignAccFollowNode1" presStyleIdx="3" presStyleCnt="15">
        <dgm:presLayoutVars>
          <dgm:bulletEnabled val="1"/>
        </dgm:presLayoutVars>
      </dgm:prSet>
      <dgm:spPr/>
    </dgm:pt>
    <dgm:pt modelId="{A7C36C9F-C0EF-41F9-850C-310B66B3D0CA}" type="pres">
      <dgm:prSet presAssocID="{22900D2E-F0F2-4430-9239-2C16523FA8A1}" presName="sp" presStyleCnt="0"/>
      <dgm:spPr/>
    </dgm:pt>
    <dgm:pt modelId="{72A3A99F-65F4-4917-82CA-694A17C037BB}" type="pres">
      <dgm:prSet presAssocID="{E01F4A76-1D89-4639-96ED-A95977656CAA}" presName="linNode" presStyleCnt="0"/>
      <dgm:spPr/>
    </dgm:pt>
    <dgm:pt modelId="{59A9601E-C2D7-445F-A95B-9D53FB073F1F}" type="pres">
      <dgm:prSet presAssocID="{E01F4A76-1D89-4639-96ED-A95977656CAA}" presName="parentText" presStyleLbl="node1" presStyleIdx="4" presStyleCnt="15">
        <dgm:presLayoutVars>
          <dgm:chMax val="1"/>
          <dgm:bulletEnabled val="1"/>
        </dgm:presLayoutVars>
      </dgm:prSet>
      <dgm:spPr/>
    </dgm:pt>
    <dgm:pt modelId="{02650712-EB0F-42DC-A692-71588FBC38D8}" type="pres">
      <dgm:prSet presAssocID="{E01F4A76-1D89-4639-96ED-A95977656CAA}" presName="descendantText" presStyleLbl="alignAccFollowNode1" presStyleIdx="4" presStyleCnt="15">
        <dgm:presLayoutVars>
          <dgm:bulletEnabled val="1"/>
        </dgm:presLayoutVars>
      </dgm:prSet>
      <dgm:spPr/>
    </dgm:pt>
    <dgm:pt modelId="{E7C9C0BA-229A-4599-8D94-9D9B25F872C2}" type="pres">
      <dgm:prSet presAssocID="{CCBD9653-A588-4BE4-AE0B-324376061265}"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5" presStyleCnt="15">
        <dgm:presLayoutVars>
          <dgm:chMax val="1"/>
          <dgm:bulletEnabled val="1"/>
        </dgm:presLayoutVars>
      </dgm:prSet>
      <dgm:spPr/>
    </dgm:pt>
    <dgm:pt modelId="{AF91CCC8-937A-40A9-9E38-D73CA0A35F4F}" type="pres">
      <dgm:prSet presAssocID="{3FB6CB80-3680-46A1-9F08-5AD4B5AC819C}" presName="descendantText" presStyleLbl="alignAccFollowNode1" presStyleIdx="5" presStyleCnt="15">
        <dgm:presLayoutVars>
          <dgm:bulletEnabled val="1"/>
        </dgm:presLayoutVars>
      </dgm:prSet>
      <dgm:spPr/>
    </dgm:pt>
    <dgm:pt modelId="{50E740AE-B316-4F49-B095-FAFF5D3FBDA3}" type="pres">
      <dgm:prSet presAssocID="{3E7F05EA-5FE7-4580-96BB-810A48E0CDFB}" presName="sp" presStyleCnt="0"/>
      <dgm:spPr/>
    </dgm:pt>
    <dgm:pt modelId="{0BE19FEB-CCAF-41D8-B0F3-EE6EE37B6613}" type="pres">
      <dgm:prSet presAssocID="{F0126D46-D7F5-4C85-A81C-71271E5E828B}" presName="linNode" presStyleCnt="0"/>
      <dgm:spPr/>
    </dgm:pt>
    <dgm:pt modelId="{BC0C95F1-2308-4CD8-AFE0-734C36BF9C89}" type="pres">
      <dgm:prSet presAssocID="{F0126D46-D7F5-4C85-A81C-71271E5E828B}" presName="parentText" presStyleLbl="node1" presStyleIdx="6" presStyleCnt="15">
        <dgm:presLayoutVars>
          <dgm:chMax val="1"/>
          <dgm:bulletEnabled val="1"/>
        </dgm:presLayoutVars>
      </dgm:prSet>
      <dgm:spPr/>
    </dgm:pt>
    <dgm:pt modelId="{17C3541B-3BEE-4976-A790-DCA7D689DC9B}" type="pres">
      <dgm:prSet presAssocID="{F0126D46-D7F5-4C85-A81C-71271E5E828B}" presName="descendantText" presStyleLbl="alignAccFollowNode1" presStyleIdx="6" presStyleCnt="15">
        <dgm:presLayoutVars>
          <dgm:bulletEnabled val="1"/>
        </dgm:presLayoutVars>
      </dgm:prSet>
      <dgm:spPr/>
    </dgm:pt>
    <dgm:pt modelId="{26E6C2EC-D370-4329-9F4A-F13A78E42D97}" type="pres">
      <dgm:prSet presAssocID="{6A0CCA06-E416-4C4F-A429-6FFB4287DCC9}" presName="sp" presStyleCnt="0"/>
      <dgm:spPr/>
    </dgm:pt>
    <dgm:pt modelId="{39C1B15D-4A3A-472A-BD3C-6B80DF63EDD4}" type="pres">
      <dgm:prSet presAssocID="{DD758263-0B14-4FDE-A986-D9D2A4C1B903}" presName="linNode" presStyleCnt="0"/>
      <dgm:spPr/>
    </dgm:pt>
    <dgm:pt modelId="{C8A30BD0-FF91-426F-8733-8C22E5DE7824}" type="pres">
      <dgm:prSet presAssocID="{DD758263-0B14-4FDE-A986-D9D2A4C1B903}" presName="parentText" presStyleLbl="node1" presStyleIdx="7" presStyleCnt="15">
        <dgm:presLayoutVars>
          <dgm:chMax val="1"/>
          <dgm:bulletEnabled val="1"/>
        </dgm:presLayoutVars>
      </dgm:prSet>
      <dgm:spPr/>
    </dgm:pt>
    <dgm:pt modelId="{9661882E-14AB-43F1-A073-B1B24BF49095}" type="pres">
      <dgm:prSet presAssocID="{DD758263-0B14-4FDE-A986-D9D2A4C1B903}" presName="descendantText" presStyleLbl="alignAccFollowNode1" presStyleIdx="7" presStyleCnt="15">
        <dgm:presLayoutVars>
          <dgm:bulletEnabled val="1"/>
        </dgm:presLayoutVars>
      </dgm:prSet>
      <dgm:spPr/>
    </dgm:pt>
    <dgm:pt modelId="{EED5257D-BA91-4424-979E-B5BE4FAB4EDB}" type="pres">
      <dgm:prSet presAssocID="{8364C309-C464-4B8C-AC25-CA8EAC4E6C99}" presName="sp" presStyleCnt="0"/>
      <dgm:spPr/>
    </dgm:pt>
    <dgm:pt modelId="{169B6517-C582-468B-BDD8-C5DE946F980E}" type="pres">
      <dgm:prSet presAssocID="{3D8CC209-6DDB-477A-BC8D-18682591DFFB}" presName="linNode" presStyleCnt="0"/>
      <dgm:spPr/>
    </dgm:pt>
    <dgm:pt modelId="{7111CDB4-6251-47D5-81E7-395426AC2D6C}" type="pres">
      <dgm:prSet presAssocID="{3D8CC209-6DDB-477A-BC8D-18682591DFFB}" presName="parentText" presStyleLbl="node1" presStyleIdx="8" presStyleCnt="15">
        <dgm:presLayoutVars>
          <dgm:chMax val="1"/>
          <dgm:bulletEnabled val="1"/>
        </dgm:presLayoutVars>
      </dgm:prSet>
      <dgm:spPr/>
    </dgm:pt>
    <dgm:pt modelId="{B4792B47-A2A6-4DDE-AE44-82E50FC550E7}" type="pres">
      <dgm:prSet presAssocID="{3D8CC209-6DDB-477A-BC8D-18682591DFFB}" presName="descendantText" presStyleLbl="alignAccFollowNode1" presStyleIdx="8" presStyleCnt="15">
        <dgm:presLayoutVars>
          <dgm:bulletEnabled val="1"/>
        </dgm:presLayoutVars>
      </dgm:prSet>
      <dgm:spPr/>
    </dgm:pt>
    <dgm:pt modelId="{EFE9ECD8-CDD0-48FF-A335-27FB3975FC55}" type="pres">
      <dgm:prSet presAssocID="{2256BE55-81AC-4F59-B731-8BC162FC38F8}" presName="sp" presStyleCnt="0"/>
      <dgm:spPr/>
    </dgm:pt>
    <dgm:pt modelId="{075E91E6-09EA-44F8-8B48-FBC694D43DFD}" type="pres">
      <dgm:prSet presAssocID="{56B10537-C552-4F41-9A6D-506DF441BD0B}" presName="linNode" presStyleCnt="0"/>
      <dgm:spPr/>
    </dgm:pt>
    <dgm:pt modelId="{2AF7F82B-B5CD-47DA-88C9-8651A2DA7F53}" type="pres">
      <dgm:prSet presAssocID="{56B10537-C552-4F41-9A6D-506DF441BD0B}" presName="parentText" presStyleLbl="node1" presStyleIdx="9" presStyleCnt="15">
        <dgm:presLayoutVars>
          <dgm:chMax val="1"/>
          <dgm:bulletEnabled val="1"/>
        </dgm:presLayoutVars>
      </dgm:prSet>
      <dgm:spPr/>
    </dgm:pt>
    <dgm:pt modelId="{D8612A6E-9E17-4249-9A55-EACA36AC0644}" type="pres">
      <dgm:prSet presAssocID="{56B10537-C552-4F41-9A6D-506DF441BD0B}" presName="descendantText" presStyleLbl="alignAccFollowNode1" presStyleIdx="9" presStyleCnt="15">
        <dgm:presLayoutVars>
          <dgm:bulletEnabled val="1"/>
        </dgm:presLayoutVars>
      </dgm:prSet>
      <dgm:spPr/>
    </dgm:pt>
    <dgm:pt modelId="{5B818826-611F-4E1D-BFA7-1C3C289B0AC8}" type="pres">
      <dgm:prSet presAssocID="{37A1CEF3-C1FC-4FE3-A811-5DCD2584CFFF}" presName="sp" presStyleCnt="0"/>
      <dgm:spPr/>
    </dgm:pt>
    <dgm:pt modelId="{E0AB75CE-3925-4DC4-8140-F3D57648040C}" type="pres">
      <dgm:prSet presAssocID="{C58FF442-1C7B-458A-9CA2-427C4F27AC07}" presName="linNode" presStyleCnt="0"/>
      <dgm:spPr/>
    </dgm:pt>
    <dgm:pt modelId="{97B982F4-6D96-4FC7-8937-F2E41E3F6C2E}" type="pres">
      <dgm:prSet presAssocID="{C58FF442-1C7B-458A-9CA2-427C4F27AC07}" presName="parentText" presStyleLbl="node1" presStyleIdx="10" presStyleCnt="15">
        <dgm:presLayoutVars>
          <dgm:chMax val="1"/>
          <dgm:bulletEnabled val="1"/>
        </dgm:presLayoutVars>
      </dgm:prSet>
      <dgm:spPr/>
    </dgm:pt>
    <dgm:pt modelId="{4BCFC6A1-6E50-4043-AC9B-289328583CA8}" type="pres">
      <dgm:prSet presAssocID="{C58FF442-1C7B-458A-9CA2-427C4F27AC07}" presName="descendantText" presStyleLbl="alignAccFollowNode1" presStyleIdx="10" presStyleCnt="15">
        <dgm:presLayoutVars>
          <dgm:bulletEnabled val="1"/>
        </dgm:presLayoutVars>
      </dgm:prSet>
      <dgm:spPr/>
    </dgm:pt>
    <dgm:pt modelId="{A9068D74-49FF-43A0-89CB-0B49757BD32D}" type="pres">
      <dgm:prSet presAssocID="{30365527-E577-4662-BB83-7514EF51E515}" presName="sp" presStyleCnt="0"/>
      <dgm:spPr/>
    </dgm:pt>
    <dgm:pt modelId="{E8F2F0AC-FF73-4F05-AB8D-3BAD1A603A0C}" type="pres">
      <dgm:prSet presAssocID="{082A7A81-A72A-4B37-8567-6501C0B39CD3}" presName="linNode" presStyleCnt="0"/>
      <dgm:spPr/>
    </dgm:pt>
    <dgm:pt modelId="{A3C1A099-18CB-4E65-8D94-6FB75636654B}" type="pres">
      <dgm:prSet presAssocID="{082A7A81-A72A-4B37-8567-6501C0B39CD3}" presName="parentText" presStyleLbl="node1" presStyleIdx="11" presStyleCnt="15">
        <dgm:presLayoutVars>
          <dgm:chMax val="1"/>
          <dgm:bulletEnabled val="1"/>
        </dgm:presLayoutVars>
      </dgm:prSet>
      <dgm:spPr/>
    </dgm:pt>
    <dgm:pt modelId="{7522EB32-B39E-426D-974D-002D3E926871}" type="pres">
      <dgm:prSet presAssocID="{082A7A81-A72A-4B37-8567-6501C0B39CD3}" presName="descendantText" presStyleLbl="alignAccFollowNode1" presStyleIdx="11" presStyleCnt="15" custScaleY="138334">
        <dgm:presLayoutVars>
          <dgm:bulletEnabled val="1"/>
        </dgm:presLayoutVars>
      </dgm:prSet>
      <dgm:spPr/>
    </dgm:pt>
    <dgm:pt modelId="{265F9133-63D5-46AF-B56A-6948E50C3783}" type="pres">
      <dgm:prSet presAssocID="{C1F476B8-8B28-439D-9CC0-3406EB8E0F88}" presName="sp" presStyleCnt="0"/>
      <dgm:spPr/>
    </dgm:pt>
    <dgm:pt modelId="{1E09F98E-7358-4C01-B889-40B88E2A2056}" type="pres">
      <dgm:prSet presAssocID="{D10DB0B3-5D47-4E42-B6EF-B96D6F4C22C1}" presName="linNode" presStyleCnt="0"/>
      <dgm:spPr/>
    </dgm:pt>
    <dgm:pt modelId="{1DC61338-71AF-4056-9300-35477E43C160}" type="pres">
      <dgm:prSet presAssocID="{D10DB0B3-5D47-4E42-B6EF-B96D6F4C22C1}" presName="parentText" presStyleLbl="node1" presStyleIdx="12" presStyleCnt="15">
        <dgm:presLayoutVars>
          <dgm:chMax val="1"/>
          <dgm:bulletEnabled val="1"/>
        </dgm:presLayoutVars>
      </dgm:prSet>
      <dgm:spPr/>
    </dgm:pt>
    <dgm:pt modelId="{04596C73-4E68-4A5E-9C3D-4DEEFD22E74A}" type="pres">
      <dgm:prSet presAssocID="{D10DB0B3-5D47-4E42-B6EF-B96D6F4C22C1}" presName="descendantText" presStyleLbl="alignAccFollowNode1" presStyleIdx="12" presStyleCnt="15" custScaleY="121100">
        <dgm:presLayoutVars>
          <dgm:bulletEnabled val="1"/>
        </dgm:presLayoutVars>
      </dgm:prSet>
      <dgm:spPr/>
    </dgm:pt>
    <dgm:pt modelId="{B16E82C4-DA71-4ADC-8D11-DEF6DA19BE95}" type="pres">
      <dgm:prSet presAssocID="{70BF6A5C-2A91-4E4D-97BE-6C1EA8EB602A}" presName="sp" presStyleCnt="0"/>
      <dgm:spPr/>
    </dgm:pt>
    <dgm:pt modelId="{4872ADDA-58ED-4F42-ACD7-35E19378246F}" type="pres">
      <dgm:prSet presAssocID="{759B67AA-2F0E-404C-89E0-DF26C9F9D57F}" presName="linNode" presStyleCnt="0"/>
      <dgm:spPr/>
    </dgm:pt>
    <dgm:pt modelId="{1D92DDD4-EF7A-43CF-96E4-7146B199DFE9}" type="pres">
      <dgm:prSet presAssocID="{759B67AA-2F0E-404C-89E0-DF26C9F9D57F}" presName="parentText" presStyleLbl="node1" presStyleIdx="13" presStyleCnt="15">
        <dgm:presLayoutVars>
          <dgm:chMax val="1"/>
          <dgm:bulletEnabled val="1"/>
        </dgm:presLayoutVars>
      </dgm:prSet>
      <dgm:spPr/>
    </dgm:pt>
    <dgm:pt modelId="{707BA35E-C23C-4B51-B6D2-4C5EC56A3ABD}" type="pres">
      <dgm:prSet presAssocID="{759B67AA-2F0E-404C-89E0-DF26C9F9D57F}" presName="descendantText" presStyleLbl="alignAccFollowNode1" presStyleIdx="13" presStyleCnt="15">
        <dgm:presLayoutVars>
          <dgm:bulletEnabled val="1"/>
        </dgm:presLayoutVars>
      </dgm:prSet>
      <dgm:spPr/>
    </dgm:pt>
    <dgm:pt modelId="{C9ED2131-43F8-4DB7-AACB-095ADC5FA898}" type="pres">
      <dgm:prSet presAssocID="{834D1899-9000-4B03-9FCF-58ECDC94CCD6}" presName="sp" presStyleCnt="0"/>
      <dgm:spPr/>
    </dgm:pt>
    <dgm:pt modelId="{48452A65-35E0-434F-A6E8-E1473B5D5DA3}" type="pres">
      <dgm:prSet presAssocID="{56A8AAEF-4775-4785-BB4A-E93096F2D14F}" presName="linNode" presStyleCnt="0"/>
      <dgm:spPr/>
    </dgm:pt>
    <dgm:pt modelId="{7900C714-4632-48D9-A231-19DAC4B83838}" type="pres">
      <dgm:prSet presAssocID="{56A8AAEF-4775-4785-BB4A-E93096F2D14F}" presName="parentText" presStyleLbl="node1" presStyleIdx="14" presStyleCnt="15">
        <dgm:presLayoutVars>
          <dgm:chMax val="1"/>
          <dgm:bulletEnabled val="1"/>
        </dgm:presLayoutVars>
      </dgm:prSet>
      <dgm:spPr/>
    </dgm:pt>
    <dgm:pt modelId="{D490923A-FDA2-47A4-A6EF-8BED616299EF}" type="pres">
      <dgm:prSet presAssocID="{56A8AAEF-4775-4785-BB4A-E93096F2D14F}" presName="descendantText" presStyleLbl="alignAccFollowNode1" presStyleIdx="14" presStyleCnt="15">
        <dgm:presLayoutVars>
          <dgm:bulletEnabled val="1"/>
        </dgm:presLayoutVars>
      </dgm:prSet>
      <dgm:spPr/>
    </dgm:pt>
  </dgm:ptLst>
  <dgm:cxnLst>
    <dgm:cxn modelId="{9BD7A800-969D-4F63-8EBE-F56296938D9D}" type="presOf" srcId="{DAC97C0D-5216-407E-9BDE-533B3EDCC8C3}" destId="{9661882E-14AB-43F1-A073-B1B24BF49095}" srcOrd="0" destOrd="0" presId="urn:microsoft.com/office/officeart/2005/8/layout/vList5"/>
    <dgm:cxn modelId="{88223805-4CD6-4C73-953C-E08699FE41C8}" type="presOf" srcId="{56A8AAEF-4775-4785-BB4A-E93096F2D14F}" destId="{7900C714-4632-48D9-A231-19DAC4B83838}" srcOrd="0" destOrd="0" presId="urn:microsoft.com/office/officeart/2005/8/layout/vList5"/>
    <dgm:cxn modelId="{10AAEB06-C699-4409-86B8-1D5EC3BC174D}" type="presOf" srcId="{EA9F4BBF-1558-4578-8D2B-BF0E67FB86E4}" destId="{D490923A-FDA2-47A4-A6EF-8BED616299EF}" srcOrd="0" destOrd="0" presId="urn:microsoft.com/office/officeart/2005/8/layout/vList5"/>
    <dgm:cxn modelId="{01507308-7CD6-408A-98B2-9E5BE9972E9B}" type="presOf" srcId="{C58FF442-1C7B-458A-9CA2-427C4F27AC07}" destId="{97B982F4-6D96-4FC7-8937-F2E41E3F6C2E}" srcOrd="0" destOrd="0" presId="urn:microsoft.com/office/officeart/2005/8/layout/vList5"/>
    <dgm:cxn modelId="{AF98560B-B347-461B-96CE-F2261C3EB430}" srcId="{E52636F8-EB52-4A84-88B0-6A7B8CF5F797}" destId="{84802377-002A-4C5F-B4AA-BB1581D62536}" srcOrd="0" destOrd="0" parTransId="{FDA1DDCD-AECB-4377-952F-316A48BFEC39}" sibTransId="{23C7A202-3C40-46BC-9DE8-E5D085A16A8C}"/>
    <dgm:cxn modelId="{B1DD280D-EB55-4184-932E-10B702999963}" type="presOf" srcId="{D4AE6BCD-0D56-453D-8B93-AEB4EB60ED51}" destId="{9CA94D39-3CA6-4856-889A-7281067C6FEC}" srcOrd="0" destOrd="0" presId="urn:microsoft.com/office/officeart/2005/8/layout/vList5"/>
    <dgm:cxn modelId="{9A39B70F-7705-4820-8E82-1065F6D29FE2}" type="presOf" srcId="{0F06907D-9BA3-4108-B756-86385024BA7C}" destId="{B4792B47-A2A6-4DDE-AE44-82E50FC550E7}" srcOrd="0" destOrd="0" presId="urn:microsoft.com/office/officeart/2005/8/layout/vList5"/>
    <dgm:cxn modelId="{DD478117-19C0-4CE4-AF68-10522882DE07}" srcId="{D4AE6BCD-0D56-453D-8B93-AEB4EB60ED51}" destId="{3D8CC209-6DDB-477A-BC8D-18682591DFFB}" srcOrd="8" destOrd="0" parTransId="{C8701B82-AF31-4C09-B041-D295CEA0603E}" sibTransId="{2256BE55-81AC-4F59-B731-8BC162FC38F8}"/>
    <dgm:cxn modelId="{F469DC17-F98A-442E-BE83-CC2EB7FC519A}" type="presOf" srcId="{56925F8D-643D-4E16-B0CC-936C4D2E970E}" destId="{02650712-EB0F-42DC-A692-71588FBC38D8}" srcOrd="0" destOrd="0" presId="urn:microsoft.com/office/officeart/2005/8/layout/vList5"/>
    <dgm:cxn modelId="{1D9FC81D-B2D4-489E-884C-967A3AEA9278}" srcId="{D4AE6BCD-0D56-453D-8B93-AEB4EB60ED51}" destId="{56B10537-C552-4F41-9A6D-506DF441BD0B}" srcOrd="9" destOrd="0" parTransId="{685EE92B-DA6D-4ECE-8251-54DEAB17041D}" sibTransId="{37A1CEF3-C1FC-4FE3-A811-5DCD2584CFFF}"/>
    <dgm:cxn modelId="{4AD56122-2362-4269-BB9B-370867658988}" type="presOf" srcId="{679D09C8-7477-4245-A56C-FBBD9E2C9054}" destId="{D8612A6E-9E17-4249-9A55-EACA36AC0644}" srcOrd="0" destOrd="0" presId="urn:microsoft.com/office/officeart/2005/8/layout/vList5"/>
    <dgm:cxn modelId="{C4892B23-F5EE-4684-8298-97F991BC1BA1}" type="presOf" srcId="{90BF0E12-C226-4FB0-9932-FBEEA36E2C94}" destId="{04596C73-4E68-4A5E-9C3D-4DEEFD22E74A}" srcOrd="0" destOrd="0" presId="urn:microsoft.com/office/officeart/2005/8/layout/vList5"/>
    <dgm:cxn modelId="{4D4FD423-0051-493F-9F2B-0BB31276AAAD}" srcId="{D4AE6BCD-0D56-453D-8B93-AEB4EB60ED51}" destId="{DD758263-0B14-4FDE-A986-D9D2A4C1B903}" srcOrd="7" destOrd="0" parTransId="{C3683451-E391-4A6B-986A-4C5FAA9F88D2}" sibTransId="{8364C309-C464-4B8C-AC25-CA8EAC4E6C99}"/>
    <dgm:cxn modelId="{D2F82226-0AF7-4E40-9C22-C8B4E9C48A57}" type="presOf" srcId="{E52636F8-EB52-4A84-88B0-6A7B8CF5F797}" destId="{36CC1953-3FD7-4483-9717-DDEC8FCF7191}" srcOrd="0" destOrd="0" presId="urn:microsoft.com/office/officeart/2005/8/layout/vList5"/>
    <dgm:cxn modelId="{31F38B32-B93B-4A55-BB0D-3F7A27031A51}" type="presOf" srcId="{D10DB0B3-5D47-4E42-B6EF-B96D6F4C22C1}" destId="{1DC61338-71AF-4056-9300-35477E43C160}" srcOrd="0" destOrd="0" presId="urn:microsoft.com/office/officeart/2005/8/layout/vList5"/>
    <dgm:cxn modelId="{9DEF1334-5BD7-43E2-9828-B756A12863B6}" srcId="{DD758263-0B14-4FDE-A986-D9D2A4C1B903}" destId="{DAC97C0D-5216-407E-9BDE-533B3EDCC8C3}" srcOrd="0" destOrd="0" parTransId="{00A6E24F-A57A-4AD4-B512-79799202099F}" sibTransId="{9AC9AE46-2DDE-4889-9492-78829E3A9556}"/>
    <dgm:cxn modelId="{2E827339-A3CC-4E76-8FBC-7786B6B35DD5}" type="presOf" srcId="{A6EC7119-4F27-4292-AEA6-A651871AB7B4}" destId="{707BA35E-C23C-4B51-B6D2-4C5EC56A3ABD}" srcOrd="0" destOrd="0" presId="urn:microsoft.com/office/officeart/2005/8/layout/vList5"/>
    <dgm:cxn modelId="{6E5AF43F-9205-47BD-97EE-C4F57F9DF0E0}" srcId="{D4AE6BCD-0D56-453D-8B93-AEB4EB60ED51}" destId="{7C47D506-136E-4947-851F-F16BA6950347}" srcOrd="2" destOrd="0" parTransId="{0D6981C4-C7BD-484F-890F-1EDB39F3BEF3}" sibTransId="{4A560DFA-81F8-42B4-930E-1134023CDEEB}"/>
    <dgm:cxn modelId="{7ECD265C-92FF-4B1B-8829-81A482D0D8D7}" type="presOf" srcId="{8F229605-F471-4D12-8B3A-F15B5329D290}" destId="{503AFF98-53A1-43F1-8795-313D8F7E5264}" srcOrd="0" destOrd="0" presId="urn:microsoft.com/office/officeart/2005/8/layout/vList5"/>
    <dgm:cxn modelId="{DA70D25E-D161-4F57-A465-FD817800777E}" type="presOf" srcId="{894BE2F0-305F-4435-B4EF-E9F7227E7E15}" destId="{7EE2B84A-CE77-4462-B729-68FE1CC0C92D}" srcOrd="0" destOrd="0" presId="urn:microsoft.com/office/officeart/2005/8/layout/vList5"/>
    <dgm:cxn modelId="{73D0A960-E86B-4A0E-B66D-EAF22E2A9256}" srcId="{56B10537-C552-4F41-9A6D-506DF441BD0B}" destId="{679D09C8-7477-4245-A56C-FBBD9E2C9054}" srcOrd="0" destOrd="0" parTransId="{4B937133-3FC7-4304-836D-C7311C2857E2}" sibTransId="{480EF8F8-A468-45A4-8EC0-A09446C0A493}"/>
    <dgm:cxn modelId="{0D699762-7856-4EB9-910F-2A80AAD09976}" type="presOf" srcId="{84802377-002A-4C5F-B4AA-BB1581D62536}" destId="{4403E969-95C5-48B5-ACCF-0FF8D199495B}" srcOrd="0" destOrd="0" presId="urn:microsoft.com/office/officeart/2005/8/layout/vList5"/>
    <dgm:cxn modelId="{0A81B864-24D5-4085-A0E4-DF46C10CF4BF}" srcId="{082A7A81-A72A-4B37-8567-6501C0B39CD3}" destId="{11397F5A-0D5C-4701-9492-FDEA4DBD7257}" srcOrd="0" destOrd="0" parTransId="{0E791EE2-AF1A-4ABE-927D-80BF974BDD25}" sibTransId="{F917CE21-76C3-4562-BB7F-551FF73C645A}"/>
    <dgm:cxn modelId="{A013F045-7353-40AB-A4A2-7D86F37BF1E8}" srcId="{D4AE6BCD-0D56-453D-8B93-AEB4EB60ED51}" destId="{D10DB0B3-5D47-4E42-B6EF-B96D6F4C22C1}" srcOrd="12" destOrd="0" parTransId="{EC422335-9150-4B50-A59F-93AAC3EA82ED}" sibTransId="{70BF6A5C-2A91-4E4D-97BE-6C1EA8EB602A}"/>
    <dgm:cxn modelId="{4AC83368-5E5C-4D87-A135-10E7F69E3679}" type="presOf" srcId="{7C47D506-136E-4947-851F-F16BA6950347}" destId="{8BB1014C-9FA7-4CE0-A50C-FB8882EAE3C5}" srcOrd="0" destOrd="0" presId="urn:microsoft.com/office/officeart/2005/8/layout/vList5"/>
    <dgm:cxn modelId="{A89C8C68-673C-4907-BA8F-D21F7FC349A2}" type="presOf" srcId="{E01F4A76-1D89-4639-96ED-A95977656CAA}" destId="{59A9601E-C2D7-445F-A95B-9D53FB073F1F}" srcOrd="0" destOrd="0" presId="urn:microsoft.com/office/officeart/2005/8/layout/vList5"/>
    <dgm:cxn modelId="{E5201D49-5F6D-4D90-BD23-B5F1FD2CA561}" srcId="{519280F7-7628-4427-8D99-8BEA3E6DF619}" destId="{CBB5115D-FFC2-4783-9CCC-12558F2BA30B}" srcOrd="0" destOrd="0" parTransId="{3A5EAB4D-D96F-4B2B-A63E-B1D382B15180}" sibTransId="{F1975721-A8F2-4426-A5A5-59343C1CC0B7}"/>
    <dgm:cxn modelId="{2ABAE769-F4DC-4D6C-9602-CE7A504D41EE}" type="presOf" srcId="{3D8CC209-6DDB-477A-BC8D-18682591DFFB}" destId="{7111CDB4-6251-47D5-81E7-395426AC2D6C}" srcOrd="0" destOrd="0" presId="urn:microsoft.com/office/officeart/2005/8/layout/vList5"/>
    <dgm:cxn modelId="{AA87214A-9F93-4DA8-A455-AE7B1B7552A0}" srcId="{3D8CC209-6DDB-477A-BC8D-18682591DFFB}" destId="{0F06907D-9BA3-4108-B756-86385024BA7C}" srcOrd="0" destOrd="0" parTransId="{7DE5C7AF-DA36-46C2-82F0-2FF521502D44}" sibTransId="{4A1369E7-5C6B-45CE-A464-66D92AE43ADA}"/>
    <dgm:cxn modelId="{1450514F-EE6A-4B83-8EE1-0D0122078EBC}" srcId="{D4AE6BCD-0D56-453D-8B93-AEB4EB60ED51}" destId="{F0126D46-D7F5-4C85-A81C-71271E5E828B}" srcOrd="6" destOrd="0" parTransId="{2B84499F-072C-4EF3-BA14-C7C71419D01C}" sibTransId="{6A0CCA06-E416-4C4F-A429-6FFB4287DCC9}"/>
    <dgm:cxn modelId="{DBD5D16F-4C7A-449C-970E-F0129C8C32E4}" type="presOf" srcId="{3FB6CB80-3680-46A1-9F08-5AD4B5AC819C}" destId="{11433F9A-1AE2-4F2E-AD73-72179B1E5AF5}" srcOrd="0" destOrd="0" presId="urn:microsoft.com/office/officeart/2005/8/layout/vList5"/>
    <dgm:cxn modelId="{9458A771-87A6-4C9A-B008-14C383390A7A}" srcId="{759B67AA-2F0E-404C-89E0-DF26C9F9D57F}" destId="{A6EC7119-4F27-4292-AEA6-A651871AB7B4}" srcOrd="0" destOrd="0" parTransId="{AF0F00AD-179D-4DF3-B3FE-E9C5AB1395D6}" sibTransId="{0BB10B57-6C97-47D5-B35B-8184800A0A68}"/>
    <dgm:cxn modelId="{489A4B52-7FF3-4FD9-91FA-13241E6B8E91}" srcId="{D4AE6BCD-0D56-453D-8B93-AEB4EB60ED51}" destId="{54B501E2-7117-48A1-B422-DC3F63CBA0C2}" srcOrd="3" destOrd="0" parTransId="{EC1435A4-2D13-4E2F-B436-B4899F283A83}" sibTransId="{22900D2E-F0F2-4430-9239-2C16523FA8A1}"/>
    <dgm:cxn modelId="{213D7555-CCF1-4E5F-9F85-C4D9E6378703}" srcId="{56A8AAEF-4775-4785-BB4A-E93096F2D14F}" destId="{EA9F4BBF-1558-4578-8D2B-BF0E67FB86E4}" srcOrd="0" destOrd="0" parTransId="{F18A2511-9263-4233-998E-28B3A365502B}" sibTransId="{CA0FB040-21E9-45B7-B90F-4854F6D0D0C3}"/>
    <dgm:cxn modelId="{23EF2C56-C831-4B4A-8AEB-289D18188FA3}" type="presOf" srcId="{DD758263-0B14-4FDE-A986-D9D2A4C1B903}" destId="{C8A30BD0-FF91-426F-8733-8C22E5DE7824}" srcOrd="0" destOrd="0" presId="urn:microsoft.com/office/officeart/2005/8/layout/vList5"/>
    <dgm:cxn modelId="{E63D4658-6A6E-4500-A422-C2B2218A51D2}" type="presOf" srcId="{759B67AA-2F0E-404C-89E0-DF26C9F9D57F}" destId="{1D92DDD4-EF7A-43CF-96E4-7146B199DFE9}" srcOrd="0" destOrd="0" presId="urn:microsoft.com/office/officeart/2005/8/layout/vList5"/>
    <dgm:cxn modelId="{89AAA979-CE6E-46A8-BCF5-81F44F977ECC}" type="presOf" srcId="{8F227D99-32C3-4A23-8A14-CE7D34B55FFF}" destId="{4BCFC6A1-6E50-4043-AC9B-289328583CA8}" srcOrd="0" destOrd="0" presId="urn:microsoft.com/office/officeart/2005/8/layout/vList5"/>
    <dgm:cxn modelId="{8CBA137E-E991-40F3-8009-3E97170B9559}" srcId="{D4AE6BCD-0D56-453D-8B93-AEB4EB60ED51}" destId="{082A7A81-A72A-4B37-8567-6501C0B39CD3}" srcOrd="11" destOrd="0" parTransId="{6C9F7104-0932-46C2-AC09-2DEDB798C02D}" sibTransId="{C1F476B8-8B28-439D-9CC0-3406EB8E0F88}"/>
    <dgm:cxn modelId="{6EB24F85-002F-4BFC-8FAA-3A19235C29B0}" srcId="{D10DB0B3-5D47-4E42-B6EF-B96D6F4C22C1}" destId="{90BF0E12-C226-4FB0-9932-FBEEA36E2C94}" srcOrd="0" destOrd="0" parTransId="{A44223AB-E665-4D78-8F56-5D82B8204D8A}" sibTransId="{CC3A9C73-715C-44FE-A052-F51A447F9633}"/>
    <dgm:cxn modelId="{E6828B89-1D3C-4306-9D7D-50EB4CE8E516}" srcId="{D4AE6BCD-0D56-453D-8B93-AEB4EB60ED51}" destId="{E01F4A76-1D89-4639-96ED-A95977656CAA}" srcOrd="4" destOrd="0" parTransId="{A98D360D-2B56-4263-94A1-6021C14F0A34}" sibTransId="{CCBD9653-A588-4BE4-AE0B-324376061265}"/>
    <dgm:cxn modelId="{ED36DF8C-AAA9-4A0E-BA97-A486401FC99F}" srcId="{D4AE6BCD-0D56-453D-8B93-AEB4EB60ED51}" destId="{759B67AA-2F0E-404C-89E0-DF26C9F9D57F}" srcOrd="13" destOrd="0" parTransId="{CB8B9831-A178-4812-8E16-87C470AB5A55}" sibTransId="{834D1899-9000-4B03-9FCF-58ECDC94CCD6}"/>
    <dgm:cxn modelId="{7658FB92-5658-4DC3-B200-84564995854D}" type="presOf" srcId="{082A7A81-A72A-4B37-8567-6501C0B39CD3}" destId="{A3C1A099-18CB-4E65-8D94-6FB75636654B}" srcOrd="0" destOrd="0" presId="urn:microsoft.com/office/officeart/2005/8/layout/vList5"/>
    <dgm:cxn modelId="{D47BA39C-1181-4BDD-A425-B367C7F61D92}" type="presOf" srcId="{6BFFF2AA-5635-4512-BEF0-F172D8ACBB77}" destId="{17C3541B-3BEE-4976-A790-DCA7D689DC9B}" srcOrd="0" destOrd="0" presId="urn:microsoft.com/office/officeart/2005/8/layout/vList5"/>
    <dgm:cxn modelId="{F241C4A7-92B5-40F5-AADB-B53C2DD8DB8A}" srcId="{D4AE6BCD-0D56-453D-8B93-AEB4EB60ED51}" destId="{C58FF442-1C7B-458A-9CA2-427C4F27AC07}" srcOrd="10" destOrd="0" parTransId="{38CFAFF8-481C-46D0-8356-BE90B8C1032D}" sibTransId="{30365527-E577-4662-BB83-7514EF51E515}"/>
    <dgm:cxn modelId="{88A9C3AC-4AF9-4B0D-8E18-10634B2DE90A}" type="presOf" srcId="{56B10537-C552-4F41-9A6D-506DF441BD0B}" destId="{2AF7F82B-B5CD-47DA-88C9-8651A2DA7F53}" srcOrd="0" destOrd="0" presId="urn:microsoft.com/office/officeart/2005/8/layout/vList5"/>
    <dgm:cxn modelId="{833B94AE-74A8-4539-BA71-61F1CB433DF4}" srcId="{C58FF442-1C7B-458A-9CA2-427C4F27AC07}" destId="{8F227D99-32C3-4A23-8A14-CE7D34B55FFF}" srcOrd="0" destOrd="0" parTransId="{29C7A387-8841-44D0-A8DD-B289677EF2B1}" sibTransId="{3016DE65-864D-4399-B127-10EA18223313}"/>
    <dgm:cxn modelId="{CA7D97B8-5466-4266-8FAF-78DDDA933AFF}" srcId="{D4AE6BCD-0D56-453D-8B93-AEB4EB60ED51}" destId="{3FB6CB80-3680-46A1-9F08-5AD4B5AC819C}" srcOrd="5" destOrd="0" parTransId="{E0ACFD6F-0D8F-4F86-A435-13F5ACBC77C9}" sibTransId="{3E7F05EA-5FE7-4580-96BB-810A48E0CDFB}"/>
    <dgm:cxn modelId="{EF7A4ABB-D8E3-40BB-AD4D-B5F1BA5EACBF}" srcId="{3FB6CB80-3680-46A1-9F08-5AD4B5AC819C}" destId="{7DF63F71-148E-482B-AF71-C608CA321911}" srcOrd="0" destOrd="0" parTransId="{DCEB5AF6-0AD2-4E4A-BA46-D6FBE635F7A5}" sibTransId="{B9CCB80C-D660-4C69-AFF9-C8F2E26EE9BD}"/>
    <dgm:cxn modelId="{CC9261C8-0255-496E-A81B-97729709D7C9}" srcId="{7C47D506-136E-4947-851F-F16BA6950347}" destId="{894BE2F0-305F-4435-B4EF-E9F7227E7E15}" srcOrd="0" destOrd="0" parTransId="{1C47E045-A720-48A2-AFBD-8D8B93F18BBD}" sibTransId="{72059E62-80FA-4D06-AEE5-B776686D80F6}"/>
    <dgm:cxn modelId="{0EB0D1D1-F98D-4A86-8D99-0EC4BBFA1AE4}" srcId="{D4AE6BCD-0D56-453D-8B93-AEB4EB60ED51}" destId="{56A8AAEF-4775-4785-BB4A-E93096F2D14F}" srcOrd="14" destOrd="0" parTransId="{F36613CE-CD42-44F0-852C-33379FEF9DA1}" sibTransId="{E82DCF90-1998-47E1-A52F-43CB980AD5E8}"/>
    <dgm:cxn modelId="{B2C2EBD3-4C44-4E35-84F3-60D542484A9C}" srcId="{F0126D46-D7F5-4C85-A81C-71271E5E828B}" destId="{6BFFF2AA-5635-4512-BEF0-F172D8ACBB77}" srcOrd="0" destOrd="0" parTransId="{EE8AD0E6-41A8-43C4-BDE0-6DA034B67990}" sibTransId="{74D1B3B0-9D55-40B6-B1C7-6A8A3E087698}"/>
    <dgm:cxn modelId="{D81815D7-8834-4E20-B6DB-00E584E1DD50}" srcId="{D4AE6BCD-0D56-453D-8B93-AEB4EB60ED51}" destId="{519280F7-7628-4427-8D99-8BEA3E6DF619}" srcOrd="1"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2B494ADF-6BF1-4B0B-A008-8385297662AC}" type="presOf" srcId="{F0126D46-D7F5-4C85-A81C-71271E5E828B}" destId="{BC0C95F1-2308-4CD8-AFE0-734C36BF9C89}" srcOrd="0" destOrd="0" presId="urn:microsoft.com/office/officeart/2005/8/layout/vList5"/>
    <dgm:cxn modelId="{9EA4F7E4-DACA-4E4B-A81B-6CE22DD9E6C7}" srcId="{E01F4A76-1D89-4639-96ED-A95977656CAA}" destId="{56925F8D-643D-4E16-B0CC-936C4D2E970E}" srcOrd="0" destOrd="0" parTransId="{3300936D-BA5F-4359-9C76-5C19DF82EAC3}" sibTransId="{9B6E7F5D-223F-4FF0-BB9E-35249EDD8AB2}"/>
    <dgm:cxn modelId="{415748EC-4D02-46F0-B423-EAA15CD7C419}" type="presOf" srcId="{11397F5A-0D5C-4701-9492-FDEA4DBD7257}" destId="{7522EB32-B39E-426D-974D-002D3E926871}" srcOrd="0" destOrd="0" presId="urn:microsoft.com/office/officeart/2005/8/layout/vList5"/>
    <dgm:cxn modelId="{5EE639EF-0AFA-4FF3-9F02-C9524E1BEC25}" type="presOf" srcId="{54B501E2-7117-48A1-B422-DC3F63CBA0C2}" destId="{337FD514-BCE1-4CC0-A6AE-6A60EA970BAA}" srcOrd="0" destOrd="0" presId="urn:microsoft.com/office/officeart/2005/8/layout/vList5"/>
    <dgm:cxn modelId="{AA4B0AF7-7DC9-4C0A-ABBF-9DF8146D10A0}" type="presOf" srcId="{7DF63F71-148E-482B-AF71-C608CA321911}" destId="{AF91CCC8-937A-40A9-9E38-D73CA0A35F4F}" srcOrd="0" destOrd="0" presId="urn:microsoft.com/office/officeart/2005/8/layout/vList5"/>
    <dgm:cxn modelId="{CE79DEF8-0415-4F8D-AF49-B2E4D2DD17D8}" type="presOf" srcId="{CBB5115D-FFC2-4783-9CCC-12558F2BA30B}" destId="{321D45C5-E096-47DB-A92E-2CD9DB2037B7}" srcOrd="0" destOrd="0" presId="urn:microsoft.com/office/officeart/2005/8/layout/vList5"/>
    <dgm:cxn modelId="{313B71F9-2720-4AE9-90F2-77F74A033643}" srcId="{D4AE6BCD-0D56-453D-8B93-AEB4EB60ED51}" destId="{E52636F8-EB52-4A84-88B0-6A7B8CF5F797}" srcOrd="0" destOrd="0" parTransId="{B76662C0-B333-4FD8-A062-39F7243FA6F3}" sibTransId="{94FF7E0E-FC75-49EF-B86F-A25916C2DACC}"/>
    <dgm:cxn modelId="{1EDCDBF9-F4C3-449C-AA9A-7752D2B159AA}" srcId="{54B501E2-7117-48A1-B422-DC3F63CBA0C2}" destId="{8F229605-F471-4D12-8B3A-F15B5329D290}" srcOrd="0" destOrd="0" parTransId="{8370A935-42F4-4D3F-BE45-794573CDB401}" sibTransId="{4E59440F-5E2F-4976-887E-2B552D1E70A6}"/>
    <dgm:cxn modelId="{248EA32D-AB30-4078-8C13-1A05ACD9ED34}" type="presParOf" srcId="{9CA94D39-3CA6-4856-889A-7281067C6FEC}" destId="{0D055742-80CB-47A1-82F3-77307DA73BB3}" srcOrd="0" destOrd="0" presId="urn:microsoft.com/office/officeart/2005/8/layout/vList5"/>
    <dgm:cxn modelId="{A577A99A-6901-4B45-8347-8BDAED284853}" type="presParOf" srcId="{0D055742-80CB-47A1-82F3-77307DA73BB3}" destId="{36CC1953-3FD7-4483-9717-DDEC8FCF7191}" srcOrd="0" destOrd="0" presId="urn:microsoft.com/office/officeart/2005/8/layout/vList5"/>
    <dgm:cxn modelId="{55328183-802B-4C68-86DF-A4DF24DB873A}" type="presParOf" srcId="{0D055742-80CB-47A1-82F3-77307DA73BB3}" destId="{4403E969-95C5-48B5-ACCF-0FF8D199495B}" srcOrd="1" destOrd="0" presId="urn:microsoft.com/office/officeart/2005/8/layout/vList5"/>
    <dgm:cxn modelId="{122614B1-08CA-4AB6-A2B8-C01F3FCFA680}" type="presParOf" srcId="{9CA94D39-3CA6-4856-889A-7281067C6FEC}" destId="{D3BCC66E-4B20-4E5E-BF1D-136F4FF2802D}" srcOrd="1" destOrd="0" presId="urn:microsoft.com/office/officeart/2005/8/layout/vList5"/>
    <dgm:cxn modelId="{F10DFD80-CF48-4A6B-91AE-83B61BEE2114}" type="presParOf" srcId="{9CA94D39-3CA6-4856-889A-7281067C6FEC}" destId="{9B0E87B0-220E-4138-95F7-FA89E8E617EE}" srcOrd="2"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3" destOrd="0" presId="urn:microsoft.com/office/officeart/2005/8/layout/vList5"/>
    <dgm:cxn modelId="{5C7EC441-7228-40CA-AE30-E373BCCCE2A7}" type="presParOf" srcId="{9CA94D39-3CA6-4856-889A-7281067C6FEC}" destId="{9CCFA966-3E6C-4338-80FC-35411C1A2BCC}" srcOrd="4" destOrd="0" presId="urn:microsoft.com/office/officeart/2005/8/layout/vList5"/>
    <dgm:cxn modelId="{D5D09A96-6D20-48E1-98DD-FDBD021D3E04}" type="presParOf" srcId="{9CCFA966-3E6C-4338-80FC-35411C1A2BCC}" destId="{8BB1014C-9FA7-4CE0-A50C-FB8882EAE3C5}" srcOrd="0" destOrd="0" presId="urn:microsoft.com/office/officeart/2005/8/layout/vList5"/>
    <dgm:cxn modelId="{A1DDF1CF-6454-45FD-87E5-B33AAA86BAAF}" type="presParOf" srcId="{9CCFA966-3E6C-4338-80FC-35411C1A2BCC}" destId="{7EE2B84A-CE77-4462-B729-68FE1CC0C92D}" srcOrd="1" destOrd="0" presId="urn:microsoft.com/office/officeart/2005/8/layout/vList5"/>
    <dgm:cxn modelId="{796402B7-ACBA-42E1-BDD8-30A600C5BD0C}" type="presParOf" srcId="{9CA94D39-3CA6-4856-889A-7281067C6FEC}" destId="{8E122013-9BC1-4661-88C4-6D2540380AD3}" srcOrd="5" destOrd="0" presId="urn:microsoft.com/office/officeart/2005/8/layout/vList5"/>
    <dgm:cxn modelId="{DCA69700-9351-4595-A380-6279C61FCD0E}" type="presParOf" srcId="{9CA94D39-3CA6-4856-889A-7281067C6FEC}" destId="{79CD74E9-D809-436F-879F-C414C32C3B7F}" srcOrd="6" destOrd="0" presId="urn:microsoft.com/office/officeart/2005/8/layout/vList5"/>
    <dgm:cxn modelId="{345F5B08-4FA1-4188-BD23-3F01BDB0BBC1}" type="presParOf" srcId="{79CD74E9-D809-436F-879F-C414C32C3B7F}" destId="{337FD514-BCE1-4CC0-A6AE-6A60EA970BAA}" srcOrd="0" destOrd="0" presId="urn:microsoft.com/office/officeart/2005/8/layout/vList5"/>
    <dgm:cxn modelId="{40C7BF77-0901-4381-A84D-343363FBA03B}" type="presParOf" srcId="{79CD74E9-D809-436F-879F-C414C32C3B7F}" destId="{503AFF98-53A1-43F1-8795-313D8F7E5264}" srcOrd="1" destOrd="0" presId="urn:microsoft.com/office/officeart/2005/8/layout/vList5"/>
    <dgm:cxn modelId="{21781FED-9CAD-400A-B0A0-7597AF9B5092}" type="presParOf" srcId="{9CA94D39-3CA6-4856-889A-7281067C6FEC}" destId="{A7C36C9F-C0EF-41F9-850C-310B66B3D0CA}" srcOrd="7" destOrd="0" presId="urn:microsoft.com/office/officeart/2005/8/layout/vList5"/>
    <dgm:cxn modelId="{36B333F7-D38A-48CA-8F63-EEBF4FC28A80}" type="presParOf" srcId="{9CA94D39-3CA6-4856-889A-7281067C6FEC}" destId="{72A3A99F-65F4-4917-82CA-694A17C037BB}" srcOrd="8" destOrd="0" presId="urn:microsoft.com/office/officeart/2005/8/layout/vList5"/>
    <dgm:cxn modelId="{74A410B1-FEB2-4119-8269-BE5700C90ACB}" type="presParOf" srcId="{72A3A99F-65F4-4917-82CA-694A17C037BB}" destId="{59A9601E-C2D7-445F-A95B-9D53FB073F1F}" srcOrd="0" destOrd="0" presId="urn:microsoft.com/office/officeart/2005/8/layout/vList5"/>
    <dgm:cxn modelId="{F7D3E55A-9A78-4B84-BFAC-553F85B7B632}" type="presParOf" srcId="{72A3A99F-65F4-4917-82CA-694A17C037BB}" destId="{02650712-EB0F-42DC-A692-71588FBC38D8}" srcOrd="1" destOrd="0" presId="urn:microsoft.com/office/officeart/2005/8/layout/vList5"/>
    <dgm:cxn modelId="{865A0E09-488B-4DF0-BFEF-974F80BE3EB9}" type="presParOf" srcId="{9CA94D39-3CA6-4856-889A-7281067C6FEC}" destId="{E7C9C0BA-229A-4599-8D94-9D9B25F872C2}" srcOrd="9" destOrd="0" presId="urn:microsoft.com/office/officeart/2005/8/layout/vList5"/>
    <dgm:cxn modelId="{499D43DD-3148-490F-993E-F8EB90F5573A}" type="presParOf" srcId="{9CA94D39-3CA6-4856-889A-7281067C6FEC}" destId="{48A7B3D9-F744-45F8-AF18-D3AD7D07A4AF}" srcOrd="10"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11" destOrd="0" presId="urn:microsoft.com/office/officeart/2005/8/layout/vList5"/>
    <dgm:cxn modelId="{967881DF-4278-477E-A188-6A94A7012B20}" type="presParOf" srcId="{9CA94D39-3CA6-4856-889A-7281067C6FEC}" destId="{0BE19FEB-CCAF-41D8-B0F3-EE6EE37B6613}" srcOrd="12" destOrd="0" presId="urn:microsoft.com/office/officeart/2005/8/layout/vList5"/>
    <dgm:cxn modelId="{2D18DE0B-3456-4CC1-B883-5F7D6B4E61D1}" type="presParOf" srcId="{0BE19FEB-CCAF-41D8-B0F3-EE6EE37B6613}" destId="{BC0C95F1-2308-4CD8-AFE0-734C36BF9C89}" srcOrd="0" destOrd="0" presId="urn:microsoft.com/office/officeart/2005/8/layout/vList5"/>
    <dgm:cxn modelId="{8CFA8BC1-4F81-430B-902A-35B35EF337C1}" type="presParOf" srcId="{0BE19FEB-CCAF-41D8-B0F3-EE6EE37B6613}" destId="{17C3541B-3BEE-4976-A790-DCA7D689DC9B}" srcOrd="1" destOrd="0" presId="urn:microsoft.com/office/officeart/2005/8/layout/vList5"/>
    <dgm:cxn modelId="{5A10520C-F43C-4F63-9EA5-74B8D5957EC4}" type="presParOf" srcId="{9CA94D39-3CA6-4856-889A-7281067C6FEC}" destId="{26E6C2EC-D370-4329-9F4A-F13A78E42D97}" srcOrd="13" destOrd="0" presId="urn:microsoft.com/office/officeart/2005/8/layout/vList5"/>
    <dgm:cxn modelId="{84820701-26AF-4D6A-8605-754930F1B9E8}" type="presParOf" srcId="{9CA94D39-3CA6-4856-889A-7281067C6FEC}" destId="{39C1B15D-4A3A-472A-BD3C-6B80DF63EDD4}" srcOrd="14" destOrd="0" presId="urn:microsoft.com/office/officeart/2005/8/layout/vList5"/>
    <dgm:cxn modelId="{CA764D57-E9C9-417D-AE14-1152DB804BC0}" type="presParOf" srcId="{39C1B15D-4A3A-472A-BD3C-6B80DF63EDD4}" destId="{C8A30BD0-FF91-426F-8733-8C22E5DE7824}" srcOrd="0" destOrd="0" presId="urn:microsoft.com/office/officeart/2005/8/layout/vList5"/>
    <dgm:cxn modelId="{AFF5A30E-F001-4F94-A0AB-1A7B9EFD392C}" type="presParOf" srcId="{39C1B15D-4A3A-472A-BD3C-6B80DF63EDD4}" destId="{9661882E-14AB-43F1-A073-B1B24BF49095}" srcOrd="1" destOrd="0" presId="urn:microsoft.com/office/officeart/2005/8/layout/vList5"/>
    <dgm:cxn modelId="{BAA8DAC9-D2ED-40D0-AB7B-83FEB46DED48}" type="presParOf" srcId="{9CA94D39-3CA6-4856-889A-7281067C6FEC}" destId="{EED5257D-BA91-4424-979E-B5BE4FAB4EDB}" srcOrd="15" destOrd="0" presId="urn:microsoft.com/office/officeart/2005/8/layout/vList5"/>
    <dgm:cxn modelId="{08159B4B-F886-4B90-A087-B24BC8A583A8}" type="presParOf" srcId="{9CA94D39-3CA6-4856-889A-7281067C6FEC}" destId="{169B6517-C582-468B-BDD8-C5DE946F980E}" srcOrd="16" destOrd="0" presId="urn:microsoft.com/office/officeart/2005/8/layout/vList5"/>
    <dgm:cxn modelId="{CB8499C7-2D12-4875-93A9-029ADD084C65}" type="presParOf" srcId="{169B6517-C582-468B-BDD8-C5DE946F980E}" destId="{7111CDB4-6251-47D5-81E7-395426AC2D6C}" srcOrd="0" destOrd="0" presId="urn:microsoft.com/office/officeart/2005/8/layout/vList5"/>
    <dgm:cxn modelId="{2BEED876-793B-499C-BBD7-EB108C0FF6BE}" type="presParOf" srcId="{169B6517-C582-468B-BDD8-C5DE946F980E}" destId="{B4792B47-A2A6-4DDE-AE44-82E50FC550E7}" srcOrd="1" destOrd="0" presId="urn:microsoft.com/office/officeart/2005/8/layout/vList5"/>
    <dgm:cxn modelId="{974A0E11-1EBA-4E6F-9962-ADCD363D50A0}" type="presParOf" srcId="{9CA94D39-3CA6-4856-889A-7281067C6FEC}" destId="{EFE9ECD8-CDD0-48FF-A335-27FB3975FC55}" srcOrd="17" destOrd="0" presId="urn:microsoft.com/office/officeart/2005/8/layout/vList5"/>
    <dgm:cxn modelId="{379CDAFB-8803-4890-9D02-AC691B22A4BA}" type="presParOf" srcId="{9CA94D39-3CA6-4856-889A-7281067C6FEC}" destId="{075E91E6-09EA-44F8-8B48-FBC694D43DFD}" srcOrd="18" destOrd="0" presId="urn:microsoft.com/office/officeart/2005/8/layout/vList5"/>
    <dgm:cxn modelId="{593F4DB8-36B2-4D95-9E23-8E138688F176}" type="presParOf" srcId="{075E91E6-09EA-44F8-8B48-FBC694D43DFD}" destId="{2AF7F82B-B5CD-47DA-88C9-8651A2DA7F53}" srcOrd="0" destOrd="0" presId="urn:microsoft.com/office/officeart/2005/8/layout/vList5"/>
    <dgm:cxn modelId="{E8B8E497-F33A-4714-A8A7-A6B0D51F0AD6}" type="presParOf" srcId="{075E91E6-09EA-44F8-8B48-FBC694D43DFD}" destId="{D8612A6E-9E17-4249-9A55-EACA36AC0644}" srcOrd="1" destOrd="0" presId="urn:microsoft.com/office/officeart/2005/8/layout/vList5"/>
    <dgm:cxn modelId="{0555E29F-3DE2-4DFD-91EF-0304450FA980}" type="presParOf" srcId="{9CA94D39-3CA6-4856-889A-7281067C6FEC}" destId="{5B818826-611F-4E1D-BFA7-1C3C289B0AC8}" srcOrd="19" destOrd="0" presId="urn:microsoft.com/office/officeart/2005/8/layout/vList5"/>
    <dgm:cxn modelId="{68F4E27B-53F5-4E1A-9A2F-288469CBD4FC}" type="presParOf" srcId="{9CA94D39-3CA6-4856-889A-7281067C6FEC}" destId="{E0AB75CE-3925-4DC4-8140-F3D57648040C}" srcOrd="20" destOrd="0" presId="urn:microsoft.com/office/officeart/2005/8/layout/vList5"/>
    <dgm:cxn modelId="{519B490C-4B26-44CF-9B71-DF915F099FF5}" type="presParOf" srcId="{E0AB75CE-3925-4DC4-8140-F3D57648040C}" destId="{97B982F4-6D96-4FC7-8937-F2E41E3F6C2E}" srcOrd="0" destOrd="0" presId="urn:microsoft.com/office/officeart/2005/8/layout/vList5"/>
    <dgm:cxn modelId="{00D1DC10-0076-4B96-BE17-DB41B807732F}" type="presParOf" srcId="{E0AB75CE-3925-4DC4-8140-F3D57648040C}" destId="{4BCFC6A1-6E50-4043-AC9B-289328583CA8}" srcOrd="1" destOrd="0" presId="urn:microsoft.com/office/officeart/2005/8/layout/vList5"/>
    <dgm:cxn modelId="{CAE399E2-E5CD-436C-AB34-C44069A89FCD}" type="presParOf" srcId="{9CA94D39-3CA6-4856-889A-7281067C6FEC}" destId="{A9068D74-49FF-43A0-89CB-0B49757BD32D}" srcOrd="21" destOrd="0" presId="urn:microsoft.com/office/officeart/2005/8/layout/vList5"/>
    <dgm:cxn modelId="{02FB4634-77E9-4614-9CDD-FB911F668691}" type="presParOf" srcId="{9CA94D39-3CA6-4856-889A-7281067C6FEC}" destId="{E8F2F0AC-FF73-4F05-AB8D-3BAD1A603A0C}" srcOrd="22" destOrd="0" presId="urn:microsoft.com/office/officeart/2005/8/layout/vList5"/>
    <dgm:cxn modelId="{81C0E810-6F20-4F11-A505-F67D3EDEFB46}" type="presParOf" srcId="{E8F2F0AC-FF73-4F05-AB8D-3BAD1A603A0C}" destId="{A3C1A099-18CB-4E65-8D94-6FB75636654B}" srcOrd="0" destOrd="0" presId="urn:microsoft.com/office/officeart/2005/8/layout/vList5"/>
    <dgm:cxn modelId="{678E0E59-75DE-41C8-A799-4F111BB49302}" type="presParOf" srcId="{E8F2F0AC-FF73-4F05-AB8D-3BAD1A603A0C}" destId="{7522EB32-B39E-426D-974D-002D3E926871}" srcOrd="1" destOrd="0" presId="urn:microsoft.com/office/officeart/2005/8/layout/vList5"/>
    <dgm:cxn modelId="{471BF37A-4A75-4E68-9083-57991C629AF8}" type="presParOf" srcId="{9CA94D39-3CA6-4856-889A-7281067C6FEC}" destId="{265F9133-63D5-46AF-B56A-6948E50C3783}" srcOrd="23" destOrd="0" presId="urn:microsoft.com/office/officeart/2005/8/layout/vList5"/>
    <dgm:cxn modelId="{6DE514A1-52A1-464E-8AA1-59DD2F2B20AC}" type="presParOf" srcId="{9CA94D39-3CA6-4856-889A-7281067C6FEC}" destId="{1E09F98E-7358-4C01-B889-40B88E2A2056}" srcOrd="24" destOrd="0" presId="urn:microsoft.com/office/officeart/2005/8/layout/vList5"/>
    <dgm:cxn modelId="{DF3C703D-190D-4240-94EE-EDECDEA71316}" type="presParOf" srcId="{1E09F98E-7358-4C01-B889-40B88E2A2056}" destId="{1DC61338-71AF-4056-9300-35477E43C160}" srcOrd="0" destOrd="0" presId="urn:microsoft.com/office/officeart/2005/8/layout/vList5"/>
    <dgm:cxn modelId="{43A06563-D207-4C25-AB61-DFDBF425E1DE}" type="presParOf" srcId="{1E09F98E-7358-4C01-B889-40B88E2A2056}" destId="{04596C73-4E68-4A5E-9C3D-4DEEFD22E74A}" srcOrd="1" destOrd="0" presId="urn:microsoft.com/office/officeart/2005/8/layout/vList5"/>
    <dgm:cxn modelId="{3DABF3CD-5ED8-4F19-8CE6-773F1D6A82D6}" type="presParOf" srcId="{9CA94D39-3CA6-4856-889A-7281067C6FEC}" destId="{B16E82C4-DA71-4ADC-8D11-DEF6DA19BE95}" srcOrd="25" destOrd="0" presId="urn:microsoft.com/office/officeart/2005/8/layout/vList5"/>
    <dgm:cxn modelId="{E0509D80-0A04-4D40-A638-BFFAABC9F330}" type="presParOf" srcId="{9CA94D39-3CA6-4856-889A-7281067C6FEC}" destId="{4872ADDA-58ED-4F42-ACD7-35E19378246F}" srcOrd="26" destOrd="0" presId="urn:microsoft.com/office/officeart/2005/8/layout/vList5"/>
    <dgm:cxn modelId="{29ED9B9B-C28C-41F6-B140-650B1540F096}" type="presParOf" srcId="{4872ADDA-58ED-4F42-ACD7-35E19378246F}" destId="{1D92DDD4-EF7A-43CF-96E4-7146B199DFE9}" srcOrd="0" destOrd="0" presId="urn:microsoft.com/office/officeart/2005/8/layout/vList5"/>
    <dgm:cxn modelId="{E9388C42-B736-48DF-959A-5DE37DF59DC8}" type="presParOf" srcId="{4872ADDA-58ED-4F42-ACD7-35E19378246F}" destId="{707BA35E-C23C-4B51-B6D2-4C5EC56A3ABD}" srcOrd="1" destOrd="0" presId="urn:microsoft.com/office/officeart/2005/8/layout/vList5"/>
    <dgm:cxn modelId="{C6D65CE8-4300-43C8-B5CF-A0518A4F0256}" type="presParOf" srcId="{9CA94D39-3CA6-4856-889A-7281067C6FEC}" destId="{C9ED2131-43F8-4DB7-AACB-095ADC5FA898}" srcOrd="27" destOrd="0" presId="urn:microsoft.com/office/officeart/2005/8/layout/vList5"/>
    <dgm:cxn modelId="{8FA05E80-79F2-4526-93D9-0EC05A0BABBC}" type="presParOf" srcId="{9CA94D39-3CA6-4856-889A-7281067C6FEC}" destId="{48452A65-35E0-434F-A6E8-E1473B5D5DA3}" srcOrd="28" destOrd="0" presId="urn:microsoft.com/office/officeart/2005/8/layout/vList5"/>
    <dgm:cxn modelId="{B80FA636-BCD9-468A-A79F-53115858C2A4}" type="presParOf" srcId="{48452A65-35E0-434F-A6E8-E1473B5D5DA3}" destId="{7900C714-4632-48D9-A231-19DAC4B83838}" srcOrd="0" destOrd="0" presId="urn:microsoft.com/office/officeart/2005/8/layout/vList5"/>
    <dgm:cxn modelId="{625EC10B-7BB5-4EA1-8D46-E235BE32BD2D}" type="presParOf" srcId="{48452A65-35E0-434F-A6E8-E1473B5D5DA3}" destId="{D490923A-FDA2-47A4-A6EF-8BED616299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1"/>
      <dgm:spPr/>
    </dgm:pt>
    <dgm:pt modelId="{D7AEC9EB-8964-45BE-84DF-33B8B55C8C6A}">
      <dgm:prSet phldrT="[Text]"/>
      <dgm:spPr/>
      <dgm:t>
        <a:bodyPr/>
        <a:lstStyle/>
        <a:p>
          <a:r>
            <a:rPr lang="en-US"/>
            <a:t> </a:t>
          </a:r>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dgm:spPr/>
      <dgm:t>
        <a:bodyPr/>
        <a:lstStyle/>
        <a:p>
          <a:r>
            <a:rPr lang="en-US"/>
            <a:t> </a:t>
          </a:r>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dgm:spPr/>
      <dgm:t>
        <a:bodyPr/>
        <a:lstStyle/>
        <a:p>
          <a:r>
            <a:rPr lang="en-US"/>
            <a:t> </a:t>
          </a:r>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1852C1-03C6-494C-81E0-A40DBA01406E}" type="doc">
      <dgm:prSet loTypeId="urn:microsoft.com/office/officeart/2008/layout/VerticalCurvedList" loCatId="list" qsTypeId="urn:microsoft.com/office/officeart/2005/8/quickstyle/simple1" qsCatId="simple" csTypeId="urn:microsoft.com/office/officeart/2005/8/colors/accent0_3" csCatId="mainScheme" phldr="1"/>
      <dgm:spPr/>
      <dgm:t>
        <a:bodyPr/>
        <a:lstStyle/>
        <a:p>
          <a:endParaRPr lang="en-US"/>
        </a:p>
      </dgm:t>
    </dgm:pt>
    <dgm:pt modelId="{A772C9F3-43C0-40A2-A69E-110B3010F3EC}">
      <dgm:prSet phldrT="[Text]" custT="1"/>
      <dgm:spPr/>
      <dgm:t>
        <a:bodyPr/>
        <a:lstStyle/>
        <a:p>
          <a:r>
            <a:rPr lang="en-IN" sz="1400" b="1">
              <a:solidFill>
                <a:schemeClr val="bg1"/>
              </a:solidFill>
              <a:latin typeface="+mn-lt"/>
            </a:rPr>
            <a:t>Support the agreed Release  scope</a:t>
          </a:r>
          <a:endParaRPr lang="en-US" sz="1400" b="1">
            <a:solidFill>
              <a:schemeClr val="bg1"/>
            </a:solidFill>
            <a:latin typeface="+mn-lt"/>
          </a:endParaRPr>
        </a:p>
      </dgm:t>
    </dgm:pt>
    <dgm:pt modelId="{C7BAB07B-6A1A-4F8B-B7D6-00B5BFDBEC4C}" type="parTrans" cxnId="{0EC0EB22-3938-405B-BB79-0227F0637F77}">
      <dgm:prSet/>
      <dgm:spPr/>
      <dgm:t>
        <a:bodyPr/>
        <a:lstStyle/>
        <a:p>
          <a:endParaRPr lang="en-US" sz="1400" b="1">
            <a:solidFill>
              <a:schemeClr val="bg1"/>
            </a:solidFill>
            <a:latin typeface="+mn-lt"/>
          </a:endParaRPr>
        </a:p>
      </dgm:t>
    </dgm:pt>
    <dgm:pt modelId="{B5418100-9CA7-45FC-87D4-00EFAF127297}" type="sibTrans" cxnId="{0EC0EB22-3938-405B-BB79-0227F0637F77}">
      <dgm:prSet/>
      <dgm:spPr/>
      <dgm:t>
        <a:bodyPr/>
        <a:lstStyle/>
        <a:p>
          <a:endParaRPr lang="en-US" sz="1400" b="1">
            <a:solidFill>
              <a:schemeClr val="bg1"/>
            </a:solidFill>
            <a:latin typeface="+mn-lt"/>
          </a:endParaRPr>
        </a:p>
      </dgm:t>
    </dgm:pt>
    <dgm:pt modelId="{27FC1810-4DC5-41CF-B8A3-D3D7BF3ED780}">
      <dgm:prSet phldrT="[Text]" custT="1"/>
      <dgm:spPr/>
      <dgm:t>
        <a:bodyPr/>
        <a:lstStyle/>
        <a:p>
          <a:r>
            <a:rPr lang="en-IN" sz="1400" b="1">
              <a:solidFill>
                <a:schemeClr val="bg1"/>
              </a:solidFill>
              <a:latin typeface="+mn-lt"/>
            </a:rPr>
            <a:t>Ensure the business is not in a worse position from before</a:t>
          </a:r>
          <a:endParaRPr lang="en-US" sz="1400" b="1">
            <a:solidFill>
              <a:schemeClr val="bg1"/>
            </a:solidFill>
            <a:latin typeface="+mn-lt"/>
          </a:endParaRPr>
        </a:p>
      </dgm:t>
    </dgm:pt>
    <dgm:pt modelId="{64E60FAC-7CF3-4997-BAD0-EE0E65F3DC06}" type="parTrans" cxnId="{6FB506C6-F4F6-4C2A-85D4-9B833D05A6D5}">
      <dgm:prSet/>
      <dgm:spPr/>
      <dgm:t>
        <a:bodyPr/>
        <a:lstStyle/>
        <a:p>
          <a:endParaRPr lang="en-US" sz="1400" b="1">
            <a:solidFill>
              <a:schemeClr val="bg1"/>
            </a:solidFill>
            <a:latin typeface="+mn-lt"/>
          </a:endParaRPr>
        </a:p>
      </dgm:t>
    </dgm:pt>
    <dgm:pt modelId="{31703EFF-EAB9-4317-A7A1-0480AEB4DBB0}" type="sibTrans" cxnId="{6FB506C6-F4F6-4C2A-85D4-9B833D05A6D5}">
      <dgm:prSet/>
      <dgm:spPr/>
      <dgm:t>
        <a:bodyPr/>
        <a:lstStyle/>
        <a:p>
          <a:endParaRPr lang="en-US" sz="1400" b="1">
            <a:solidFill>
              <a:schemeClr val="bg1"/>
            </a:solidFill>
            <a:latin typeface="+mn-lt"/>
          </a:endParaRPr>
        </a:p>
      </dgm:t>
    </dgm:pt>
    <dgm:pt modelId="{80223F5E-E7C6-4176-9EC0-106E66573B92}">
      <dgm:prSet phldrT="[Text]" custT="1"/>
      <dgm:spPr/>
      <dgm:t>
        <a:bodyPr/>
        <a:lstStyle/>
        <a:p>
          <a:r>
            <a:rPr lang="en-IN" sz="1400" b="1">
              <a:solidFill>
                <a:schemeClr val="bg1"/>
              </a:solidFill>
              <a:latin typeface="+mn-lt"/>
            </a:rPr>
            <a:t>Allow for scalability and is not closed off for future-states</a:t>
          </a:r>
          <a:endParaRPr lang="en-US" sz="1400" b="1">
            <a:solidFill>
              <a:schemeClr val="bg1"/>
            </a:solidFill>
            <a:latin typeface="+mn-lt"/>
          </a:endParaRPr>
        </a:p>
      </dgm:t>
    </dgm:pt>
    <dgm:pt modelId="{35DC5940-B576-45CE-ACC8-79BAF55A3D55}" type="parTrans" cxnId="{3A9EED7B-48DD-460F-9EEF-6A9D0E50D448}">
      <dgm:prSet/>
      <dgm:spPr/>
      <dgm:t>
        <a:bodyPr/>
        <a:lstStyle/>
        <a:p>
          <a:endParaRPr lang="en-US" sz="1400" b="1">
            <a:solidFill>
              <a:schemeClr val="bg1"/>
            </a:solidFill>
            <a:latin typeface="+mn-lt"/>
          </a:endParaRPr>
        </a:p>
      </dgm:t>
    </dgm:pt>
    <dgm:pt modelId="{FEFA1F97-96DD-408F-9949-9E15E0FD55FC}" type="sibTrans" cxnId="{3A9EED7B-48DD-460F-9EEF-6A9D0E50D448}">
      <dgm:prSet/>
      <dgm:spPr/>
      <dgm:t>
        <a:bodyPr/>
        <a:lstStyle/>
        <a:p>
          <a:endParaRPr lang="en-US" sz="1400" b="1">
            <a:solidFill>
              <a:schemeClr val="bg1"/>
            </a:solidFill>
            <a:latin typeface="+mn-lt"/>
          </a:endParaRPr>
        </a:p>
      </dgm:t>
    </dgm:pt>
    <dgm:pt modelId="{8F4E0CFE-CDAB-4073-BB3D-1C9FCDDC9402}">
      <dgm:prSet phldrT="[Text]" custT="1"/>
      <dgm:spPr/>
      <dgm:t>
        <a:bodyPr/>
        <a:lstStyle/>
        <a:p>
          <a:r>
            <a:rPr lang="en-IN" sz="1400" b="1">
              <a:solidFill>
                <a:schemeClr val="bg1"/>
              </a:solidFill>
              <a:latin typeface="+mn-lt"/>
            </a:rPr>
            <a:t>Conform to Beazley architectural principles</a:t>
          </a:r>
          <a:endParaRPr lang="en-US" sz="1400" b="1">
            <a:solidFill>
              <a:schemeClr val="bg1"/>
            </a:solidFill>
            <a:latin typeface="+mn-lt"/>
          </a:endParaRPr>
        </a:p>
      </dgm:t>
    </dgm:pt>
    <dgm:pt modelId="{A82719B8-54E8-4A6D-B2B9-1CE1D8C8E745}" type="parTrans" cxnId="{4504171E-F326-4BC5-B759-DFCF3BBBF3EA}">
      <dgm:prSet/>
      <dgm:spPr/>
      <dgm:t>
        <a:bodyPr/>
        <a:lstStyle/>
        <a:p>
          <a:endParaRPr lang="en-US" sz="1400" b="1">
            <a:solidFill>
              <a:schemeClr val="bg1"/>
            </a:solidFill>
            <a:latin typeface="+mn-lt"/>
          </a:endParaRPr>
        </a:p>
      </dgm:t>
    </dgm:pt>
    <dgm:pt modelId="{1813856A-69D7-4460-9119-B7841569E14A}" type="sibTrans" cxnId="{4504171E-F326-4BC5-B759-DFCF3BBBF3EA}">
      <dgm:prSet/>
      <dgm:spPr/>
      <dgm:t>
        <a:bodyPr/>
        <a:lstStyle/>
        <a:p>
          <a:endParaRPr lang="en-US" sz="1400" b="1">
            <a:solidFill>
              <a:schemeClr val="bg1"/>
            </a:solidFill>
            <a:latin typeface="+mn-lt"/>
          </a:endParaRPr>
        </a:p>
      </dgm:t>
    </dgm:pt>
    <dgm:pt modelId="{5D7C2848-6E43-492E-9EF5-5F0E238B17A4}">
      <dgm:prSet phldrT="[Text]" custT="1"/>
      <dgm:spPr/>
      <dgm:t>
        <a:bodyPr/>
        <a:lstStyle/>
        <a:p>
          <a:r>
            <a:rPr lang="en-IN" sz="1400" b="1">
              <a:solidFill>
                <a:schemeClr val="bg1"/>
              </a:solidFill>
              <a:latin typeface="+mn-lt"/>
            </a:rPr>
            <a:t>Support a move off existing systems</a:t>
          </a:r>
          <a:endParaRPr lang="en-US" sz="1400" b="1">
            <a:solidFill>
              <a:schemeClr val="bg1"/>
            </a:solidFill>
            <a:latin typeface="+mn-lt"/>
          </a:endParaRPr>
        </a:p>
      </dgm:t>
    </dgm:pt>
    <dgm:pt modelId="{7BFD7B13-0F39-4FF3-9CC4-301408B9A776}" type="parTrans" cxnId="{D81237CB-CC39-4E53-B12D-95256945C004}">
      <dgm:prSet/>
      <dgm:spPr/>
      <dgm:t>
        <a:bodyPr/>
        <a:lstStyle/>
        <a:p>
          <a:endParaRPr lang="en-US" sz="1400" b="1">
            <a:solidFill>
              <a:schemeClr val="bg1"/>
            </a:solidFill>
            <a:latin typeface="+mn-lt"/>
          </a:endParaRPr>
        </a:p>
      </dgm:t>
    </dgm:pt>
    <dgm:pt modelId="{E7B666FE-B42D-4D07-9CEC-7C412BBE5B25}" type="sibTrans" cxnId="{D81237CB-CC39-4E53-B12D-95256945C004}">
      <dgm:prSet/>
      <dgm:spPr/>
      <dgm:t>
        <a:bodyPr/>
        <a:lstStyle/>
        <a:p>
          <a:endParaRPr lang="en-US" sz="1400" b="1">
            <a:solidFill>
              <a:schemeClr val="bg1"/>
            </a:solidFill>
            <a:latin typeface="+mn-lt"/>
          </a:endParaRPr>
        </a:p>
      </dgm:t>
    </dgm:pt>
    <dgm:pt modelId="{BBE13908-6DA8-4DBB-98E8-C46AE3EBF7BB}">
      <dgm:prSet phldrT="[Text]" custT="1"/>
      <dgm:spPr/>
      <dgm:t>
        <a:bodyPr/>
        <a:lstStyle/>
        <a:p>
          <a:r>
            <a:rPr lang="en-IN" sz="1400" b="1">
              <a:solidFill>
                <a:schemeClr val="bg1"/>
              </a:solidFill>
              <a:latin typeface="+mn-lt"/>
            </a:rPr>
            <a:t>Support flexibility and maintainability for future releases</a:t>
          </a:r>
          <a:endParaRPr lang="en-US" sz="1400" b="1">
            <a:solidFill>
              <a:schemeClr val="bg1"/>
            </a:solidFill>
            <a:latin typeface="+mn-lt"/>
          </a:endParaRPr>
        </a:p>
      </dgm:t>
    </dgm:pt>
    <dgm:pt modelId="{4E66AAF1-0D62-4BA6-B8F5-8373401D1203}" type="parTrans" cxnId="{CD432092-81BB-44DE-913F-823F16D929BE}">
      <dgm:prSet/>
      <dgm:spPr/>
      <dgm:t>
        <a:bodyPr/>
        <a:lstStyle/>
        <a:p>
          <a:endParaRPr lang="en-US" sz="1400" b="1">
            <a:solidFill>
              <a:schemeClr val="bg1"/>
            </a:solidFill>
            <a:latin typeface="+mn-lt"/>
          </a:endParaRPr>
        </a:p>
      </dgm:t>
    </dgm:pt>
    <dgm:pt modelId="{72CBC550-5620-45A4-9559-F0DF84A2970C}" type="sibTrans" cxnId="{CD432092-81BB-44DE-913F-823F16D929BE}">
      <dgm:prSet/>
      <dgm:spPr/>
      <dgm:t>
        <a:bodyPr/>
        <a:lstStyle/>
        <a:p>
          <a:endParaRPr lang="en-US" sz="1400" b="1">
            <a:solidFill>
              <a:schemeClr val="bg1"/>
            </a:solidFill>
            <a:latin typeface="+mn-lt"/>
          </a:endParaRPr>
        </a:p>
      </dgm:t>
    </dgm:pt>
    <dgm:pt modelId="{CA143D65-4BAE-4C9F-8518-8C51CFDCA266}">
      <dgm:prSet phldrT="[Text]" custT="1"/>
      <dgm:spPr/>
      <dgm:t>
        <a:bodyPr/>
        <a:lstStyle/>
        <a:p>
          <a:r>
            <a:rPr lang="en-IN" sz="1400" b="1">
              <a:solidFill>
                <a:schemeClr val="bg1"/>
              </a:solidFill>
              <a:latin typeface="+mn-lt"/>
            </a:rPr>
            <a:t>Complies to Beazley's Information Security requirements</a:t>
          </a:r>
          <a:endParaRPr lang="en-US" sz="1400" b="1">
            <a:solidFill>
              <a:schemeClr val="bg1"/>
            </a:solidFill>
            <a:latin typeface="+mn-lt"/>
          </a:endParaRPr>
        </a:p>
      </dgm:t>
    </dgm:pt>
    <dgm:pt modelId="{9EA51EAA-626F-4E78-9C3F-7AC7D41A413A}" type="parTrans" cxnId="{9429725F-3523-4C11-85C3-F1E5767B0D62}">
      <dgm:prSet/>
      <dgm:spPr/>
      <dgm:t>
        <a:bodyPr/>
        <a:lstStyle/>
        <a:p>
          <a:endParaRPr lang="en-US" sz="1400" b="1">
            <a:solidFill>
              <a:schemeClr val="bg1"/>
            </a:solidFill>
            <a:latin typeface="+mn-lt"/>
          </a:endParaRPr>
        </a:p>
      </dgm:t>
    </dgm:pt>
    <dgm:pt modelId="{684D173D-ED53-4209-BBD9-B14C69D71208}" type="sibTrans" cxnId="{9429725F-3523-4C11-85C3-F1E5767B0D62}">
      <dgm:prSet/>
      <dgm:spPr/>
      <dgm:t>
        <a:bodyPr/>
        <a:lstStyle/>
        <a:p>
          <a:endParaRPr lang="en-US" sz="1400" b="1">
            <a:solidFill>
              <a:schemeClr val="bg1"/>
            </a:solidFill>
            <a:latin typeface="+mn-lt"/>
          </a:endParaRPr>
        </a:p>
      </dgm:t>
    </dgm:pt>
    <dgm:pt modelId="{A1F44FF2-C4BB-4DE1-B000-9B5B162CE0B0}" type="pres">
      <dgm:prSet presAssocID="{1B1852C1-03C6-494C-81E0-A40DBA01406E}" presName="Name0" presStyleCnt="0">
        <dgm:presLayoutVars>
          <dgm:chMax val="7"/>
          <dgm:chPref val="7"/>
          <dgm:dir/>
        </dgm:presLayoutVars>
      </dgm:prSet>
      <dgm:spPr/>
    </dgm:pt>
    <dgm:pt modelId="{6DE02076-BCEE-4390-B2BC-0BE5AA80F7DD}" type="pres">
      <dgm:prSet presAssocID="{1B1852C1-03C6-494C-81E0-A40DBA01406E}" presName="Name1" presStyleCnt="0"/>
      <dgm:spPr/>
    </dgm:pt>
    <dgm:pt modelId="{57E9D6DD-75B1-4B69-A7F4-CC3C243AB15E}" type="pres">
      <dgm:prSet presAssocID="{1B1852C1-03C6-494C-81E0-A40DBA01406E}" presName="cycle" presStyleCnt="0"/>
      <dgm:spPr/>
    </dgm:pt>
    <dgm:pt modelId="{C0A7CC5C-ACC7-4386-9416-E3F9B274BA35}" type="pres">
      <dgm:prSet presAssocID="{1B1852C1-03C6-494C-81E0-A40DBA01406E}" presName="srcNode" presStyleLbl="node1" presStyleIdx="0" presStyleCnt="7"/>
      <dgm:spPr/>
    </dgm:pt>
    <dgm:pt modelId="{10332C9B-95D7-4C0F-9B50-473E08F77378}" type="pres">
      <dgm:prSet presAssocID="{1B1852C1-03C6-494C-81E0-A40DBA01406E}" presName="conn" presStyleLbl="parChTrans1D2" presStyleIdx="0" presStyleCnt="1"/>
      <dgm:spPr/>
    </dgm:pt>
    <dgm:pt modelId="{FCB95B05-6977-46C7-ACFD-A3FE288962BC}" type="pres">
      <dgm:prSet presAssocID="{1B1852C1-03C6-494C-81E0-A40DBA01406E}" presName="extraNode" presStyleLbl="node1" presStyleIdx="0" presStyleCnt="7"/>
      <dgm:spPr/>
    </dgm:pt>
    <dgm:pt modelId="{3E229125-4A70-4B5D-9F15-2ED774E729D3}" type="pres">
      <dgm:prSet presAssocID="{1B1852C1-03C6-494C-81E0-A40DBA01406E}" presName="dstNode" presStyleLbl="node1" presStyleIdx="0" presStyleCnt="7"/>
      <dgm:spPr/>
    </dgm:pt>
    <dgm:pt modelId="{3C67D142-03A3-46C2-92F2-98F6F8BAE1CD}" type="pres">
      <dgm:prSet presAssocID="{A772C9F3-43C0-40A2-A69E-110B3010F3EC}" presName="text_1" presStyleLbl="node1" presStyleIdx="0" presStyleCnt="7">
        <dgm:presLayoutVars>
          <dgm:bulletEnabled val="1"/>
        </dgm:presLayoutVars>
      </dgm:prSet>
      <dgm:spPr/>
    </dgm:pt>
    <dgm:pt modelId="{63ACAD44-1983-4718-AFF9-F22D231F5B2B}" type="pres">
      <dgm:prSet presAssocID="{A772C9F3-43C0-40A2-A69E-110B3010F3EC}" presName="accent_1" presStyleCnt="0"/>
      <dgm:spPr/>
    </dgm:pt>
    <dgm:pt modelId="{F145D3E9-60A3-43E0-A328-A12CF4FFCB8E}" type="pres">
      <dgm:prSet presAssocID="{A772C9F3-43C0-40A2-A69E-110B3010F3EC}" presName="accentRepeatNode" presStyleLbl="solidFgAcc1" presStyleIdx="0" presStyleCnt="7"/>
      <dgm:spPr/>
    </dgm:pt>
    <dgm:pt modelId="{D3C83E65-1586-409C-B13D-0F8A5065EAA8}" type="pres">
      <dgm:prSet presAssocID="{27FC1810-4DC5-41CF-B8A3-D3D7BF3ED780}" presName="text_2" presStyleLbl="node1" presStyleIdx="1" presStyleCnt="7">
        <dgm:presLayoutVars>
          <dgm:bulletEnabled val="1"/>
        </dgm:presLayoutVars>
      </dgm:prSet>
      <dgm:spPr/>
    </dgm:pt>
    <dgm:pt modelId="{58595588-C72E-4E9A-AC4B-EA7299686EFD}" type="pres">
      <dgm:prSet presAssocID="{27FC1810-4DC5-41CF-B8A3-D3D7BF3ED780}" presName="accent_2" presStyleCnt="0"/>
      <dgm:spPr/>
    </dgm:pt>
    <dgm:pt modelId="{8EAFE9C7-5BDD-4B81-B18A-F7F47C2657B3}" type="pres">
      <dgm:prSet presAssocID="{27FC1810-4DC5-41CF-B8A3-D3D7BF3ED780}" presName="accentRepeatNode" presStyleLbl="solidFgAcc1" presStyleIdx="1" presStyleCnt="7"/>
      <dgm:spPr/>
    </dgm:pt>
    <dgm:pt modelId="{424F7F3F-333E-43AE-B552-8933798CFF3E}" type="pres">
      <dgm:prSet presAssocID="{5D7C2848-6E43-492E-9EF5-5F0E238B17A4}" presName="text_3" presStyleLbl="node1" presStyleIdx="2" presStyleCnt="7">
        <dgm:presLayoutVars>
          <dgm:bulletEnabled val="1"/>
        </dgm:presLayoutVars>
      </dgm:prSet>
      <dgm:spPr/>
    </dgm:pt>
    <dgm:pt modelId="{516591DF-6294-40AB-B104-6CF5A88415F9}" type="pres">
      <dgm:prSet presAssocID="{5D7C2848-6E43-492E-9EF5-5F0E238B17A4}" presName="accent_3" presStyleCnt="0"/>
      <dgm:spPr/>
    </dgm:pt>
    <dgm:pt modelId="{63B630C2-FE91-4F93-B1D8-455F8431934E}" type="pres">
      <dgm:prSet presAssocID="{5D7C2848-6E43-492E-9EF5-5F0E238B17A4}" presName="accentRepeatNode" presStyleLbl="solidFgAcc1" presStyleIdx="2" presStyleCnt="7"/>
      <dgm:spPr/>
    </dgm:pt>
    <dgm:pt modelId="{EDF8ED1D-F19A-49EC-A542-359C2DD31D0D}" type="pres">
      <dgm:prSet presAssocID="{BBE13908-6DA8-4DBB-98E8-C46AE3EBF7BB}" presName="text_4" presStyleLbl="node1" presStyleIdx="3" presStyleCnt="7">
        <dgm:presLayoutVars>
          <dgm:bulletEnabled val="1"/>
        </dgm:presLayoutVars>
      </dgm:prSet>
      <dgm:spPr/>
    </dgm:pt>
    <dgm:pt modelId="{9DA88204-0FF2-43E9-8EFD-80DE2E47F07A}" type="pres">
      <dgm:prSet presAssocID="{BBE13908-6DA8-4DBB-98E8-C46AE3EBF7BB}" presName="accent_4" presStyleCnt="0"/>
      <dgm:spPr/>
    </dgm:pt>
    <dgm:pt modelId="{C01E707D-237A-41F9-9AF1-7D61F92C5C57}" type="pres">
      <dgm:prSet presAssocID="{BBE13908-6DA8-4DBB-98E8-C46AE3EBF7BB}" presName="accentRepeatNode" presStyleLbl="solidFgAcc1" presStyleIdx="3" presStyleCnt="7"/>
      <dgm:spPr/>
    </dgm:pt>
    <dgm:pt modelId="{673A1290-988A-405B-B26D-3F9A2BC5FED1}" type="pres">
      <dgm:prSet presAssocID="{8F4E0CFE-CDAB-4073-BB3D-1C9FCDDC9402}" presName="text_5" presStyleLbl="node1" presStyleIdx="4" presStyleCnt="7">
        <dgm:presLayoutVars>
          <dgm:bulletEnabled val="1"/>
        </dgm:presLayoutVars>
      </dgm:prSet>
      <dgm:spPr/>
    </dgm:pt>
    <dgm:pt modelId="{965EA080-7AE7-4C29-B045-18044649C273}" type="pres">
      <dgm:prSet presAssocID="{8F4E0CFE-CDAB-4073-BB3D-1C9FCDDC9402}" presName="accent_5" presStyleCnt="0"/>
      <dgm:spPr/>
    </dgm:pt>
    <dgm:pt modelId="{1443B2FE-21F4-4CA4-8313-8C1FDC89A597}" type="pres">
      <dgm:prSet presAssocID="{8F4E0CFE-CDAB-4073-BB3D-1C9FCDDC9402}" presName="accentRepeatNode" presStyleLbl="solidFgAcc1" presStyleIdx="4" presStyleCnt="7"/>
      <dgm:spPr/>
    </dgm:pt>
    <dgm:pt modelId="{F88690D7-CC7C-4683-ADA8-95F45402C5C2}" type="pres">
      <dgm:prSet presAssocID="{80223F5E-E7C6-4176-9EC0-106E66573B92}" presName="text_6" presStyleLbl="node1" presStyleIdx="5" presStyleCnt="7">
        <dgm:presLayoutVars>
          <dgm:bulletEnabled val="1"/>
        </dgm:presLayoutVars>
      </dgm:prSet>
      <dgm:spPr/>
    </dgm:pt>
    <dgm:pt modelId="{1ECECCDA-1E96-4860-84AD-1E478BB98381}" type="pres">
      <dgm:prSet presAssocID="{80223F5E-E7C6-4176-9EC0-106E66573B92}" presName="accent_6" presStyleCnt="0"/>
      <dgm:spPr/>
    </dgm:pt>
    <dgm:pt modelId="{B95F3C38-4D74-46A0-8449-90EC7BE3E9AD}" type="pres">
      <dgm:prSet presAssocID="{80223F5E-E7C6-4176-9EC0-106E66573B92}" presName="accentRepeatNode" presStyleLbl="solidFgAcc1" presStyleIdx="5" presStyleCnt="7"/>
      <dgm:spPr/>
    </dgm:pt>
    <dgm:pt modelId="{0397B4D8-FD69-496A-A16C-3DD3E7083525}" type="pres">
      <dgm:prSet presAssocID="{CA143D65-4BAE-4C9F-8518-8C51CFDCA266}" presName="text_7" presStyleLbl="node1" presStyleIdx="6" presStyleCnt="7">
        <dgm:presLayoutVars>
          <dgm:bulletEnabled val="1"/>
        </dgm:presLayoutVars>
      </dgm:prSet>
      <dgm:spPr/>
    </dgm:pt>
    <dgm:pt modelId="{50DF823C-E1EC-40DD-8AEC-E05E16108879}" type="pres">
      <dgm:prSet presAssocID="{CA143D65-4BAE-4C9F-8518-8C51CFDCA266}" presName="accent_7" presStyleCnt="0"/>
      <dgm:spPr/>
    </dgm:pt>
    <dgm:pt modelId="{95CAB7FD-FAC4-4F1A-97AF-59A7C742A7EF}" type="pres">
      <dgm:prSet presAssocID="{CA143D65-4BAE-4C9F-8518-8C51CFDCA266}" presName="accentRepeatNode" presStyleLbl="solidFgAcc1" presStyleIdx="6" presStyleCnt="7"/>
      <dgm:spPr/>
    </dgm:pt>
  </dgm:ptLst>
  <dgm:cxnLst>
    <dgm:cxn modelId="{4504171E-F326-4BC5-B759-DFCF3BBBF3EA}" srcId="{1B1852C1-03C6-494C-81E0-A40DBA01406E}" destId="{8F4E0CFE-CDAB-4073-BB3D-1C9FCDDC9402}" srcOrd="4" destOrd="0" parTransId="{A82719B8-54E8-4A6D-B2B9-1CE1D8C8E745}" sibTransId="{1813856A-69D7-4460-9119-B7841569E14A}"/>
    <dgm:cxn modelId="{5060BB1E-0895-435B-B918-35BE89F83736}" type="presOf" srcId="{80223F5E-E7C6-4176-9EC0-106E66573B92}" destId="{F88690D7-CC7C-4683-ADA8-95F45402C5C2}" srcOrd="0" destOrd="0" presId="urn:microsoft.com/office/officeart/2008/layout/VerticalCurvedList"/>
    <dgm:cxn modelId="{0EC0EB22-3938-405B-BB79-0227F0637F77}" srcId="{1B1852C1-03C6-494C-81E0-A40DBA01406E}" destId="{A772C9F3-43C0-40A2-A69E-110B3010F3EC}" srcOrd="0" destOrd="0" parTransId="{C7BAB07B-6A1A-4F8B-B7D6-00B5BFDBEC4C}" sibTransId="{B5418100-9CA7-45FC-87D4-00EFAF127297}"/>
    <dgm:cxn modelId="{9429725F-3523-4C11-85C3-F1E5767B0D62}" srcId="{1B1852C1-03C6-494C-81E0-A40DBA01406E}" destId="{CA143D65-4BAE-4C9F-8518-8C51CFDCA266}" srcOrd="6" destOrd="0" parTransId="{9EA51EAA-626F-4E78-9C3F-7AC7D41A413A}" sibTransId="{684D173D-ED53-4209-BBD9-B14C69D71208}"/>
    <dgm:cxn modelId="{525E4874-B43F-44F4-A654-865B4950B240}" type="presOf" srcId="{CA143D65-4BAE-4C9F-8518-8C51CFDCA266}" destId="{0397B4D8-FD69-496A-A16C-3DD3E7083525}" srcOrd="0" destOrd="0" presId="urn:microsoft.com/office/officeart/2008/layout/VerticalCurvedList"/>
    <dgm:cxn modelId="{0813CE56-F8C1-4EB0-A278-693082A5CE76}" type="presOf" srcId="{5D7C2848-6E43-492E-9EF5-5F0E238B17A4}" destId="{424F7F3F-333E-43AE-B552-8933798CFF3E}" srcOrd="0" destOrd="0" presId="urn:microsoft.com/office/officeart/2008/layout/VerticalCurvedList"/>
    <dgm:cxn modelId="{3A9EED7B-48DD-460F-9EEF-6A9D0E50D448}" srcId="{1B1852C1-03C6-494C-81E0-A40DBA01406E}" destId="{80223F5E-E7C6-4176-9EC0-106E66573B92}" srcOrd="5" destOrd="0" parTransId="{35DC5940-B576-45CE-ACC8-79BAF55A3D55}" sibTransId="{FEFA1F97-96DD-408F-9949-9E15E0FD55FC}"/>
    <dgm:cxn modelId="{CD432092-81BB-44DE-913F-823F16D929BE}" srcId="{1B1852C1-03C6-494C-81E0-A40DBA01406E}" destId="{BBE13908-6DA8-4DBB-98E8-C46AE3EBF7BB}" srcOrd="3" destOrd="0" parTransId="{4E66AAF1-0D62-4BA6-B8F5-8373401D1203}" sibTransId="{72CBC550-5620-45A4-9559-F0DF84A2970C}"/>
    <dgm:cxn modelId="{9FD675A9-20F6-4E2D-8804-869747263844}" type="presOf" srcId="{BBE13908-6DA8-4DBB-98E8-C46AE3EBF7BB}" destId="{EDF8ED1D-F19A-49EC-A542-359C2DD31D0D}" srcOrd="0" destOrd="0" presId="urn:microsoft.com/office/officeart/2008/layout/VerticalCurvedList"/>
    <dgm:cxn modelId="{7F5370AC-FCAB-4B41-967E-15FE57283F45}" type="presOf" srcId="{B5418100-9CA7-45FC-87D4-00EFAF127297}" destId="{10332C9B-95D7-4C0F-9B50-473E08F77378}" srcOrd="0" destOrd="0" presId="urn:microsoft.com/office/officeart/2008/layout/VerticalCurvedList"/>
    <dgm:cxn modelId="{6FB506C6-F4F6-4C2A-85D4-9B833D05A6D5}" srcId="{1B1852C1-03C6-494C-81E0-A40DBA01406E}" destId="{27FC1810-4DC5-41CF-B8A3-D3D7BF3ED780}" srcOrd="1" destOrd="0" parTransId="{64E60FAC-7CF3-4997-BAD0-EE0E65F3DC06}" sibTransId="{31703EFF-EAB9-4317-A7A1-0480AEB4DBB0}"/>
    <dgm:cxn modelId="{D81237CB-CC39-4E53-B12D-95256945C004}" srcId="{1B1852C1-03C6-494C-81E0-A40DBA01406E}" destId="{5D7C2848-6E43-492E-9EF5-5F0E238B17A4}" srcOrd="2" destOrd="0" parTransId="{7BFD7B13-0F39-4FF3-9CC4-301408B9A776}" sibTransId="{E7B666FE-B42D-4D07-9CEC-7C412BBE5B25}"/>
    <dgm:cxn modelId="{9B32B5E2-F643-43CA-A62F-3047E1456C97}" type="presOf" srcId="{A772C9F3-43C0-40A2-A69E-110B3010F3EC}" destId="{3C67D142-03A3-46C2-92F2-98F6F8BAE1CD}" srcOrd="0" destOrd="0" presId="urn:microsoft.com/office/officeart/2008/layout/VerticalCurvedList"/>
    <dgm:cxn modelId="{4FBC73E6-F70B-479E-9E9D-F0C06545F18E}" type="presOf" srcId="{27FC1810-4DC5-41CF-B8A3-D3D7BF3ED780}" destId="{D3C83E65-1586-409C-B13D-0F8A5065EAA8}" srcOrd="0" destOrd="0" presId="urn:microsoft.com/office/officeart/2008/layout/VerticalCurvedList"/>
    <dgm:cxn modelId="{A82C9FE6-6525-47B6-8744-FCD073E82A12}" type="presOf" srcId="{1B1852C1-03C6-494C-81E0-A40DBA01406E}" destId="{A1F44FF2-C4BB-4DE1-B000-9B5B162CE0B0}" srcOrd="0" destOrd="0" presId="urn:microsoft.com/office/officeart/2008/layout/VerticalCurvedList"/>
    <dgm:cxn modelId="{A2A489EC-DDF5-4CD4-90BA-2EFE146E30F9}" type="presOf" srcId="{8F4E0CFE-CDAB-4073-BB3D-1C9FCDDC9402}" destId="{673A1290-988A-405B-B26D-3F9A2BC5FED1}" srcOrd="0" destOrd="0" presId="urn:microsoft.com/office/officeart/2008/layout/VerticalCurvedList"/>
    <dgm:cxn modelId="{F89E81CD-78E0-4103-922C-9EC913622E42}" type="presParOf" srcId="{A1F44FF2-C4BB-4DE1-B000-9B5B162CE0B0}" destId="{6DE02076-BCEE-4390-B2BC-0BE5AA80F7DD}" srcOrd="0" destOrd="0" presId="urn:microsoft.com/office/officeart/2008/layout/VerticalCurvedList"/>
    <dgm:cxn modelId="{55EA57D0-01EC-4BDE-BD52-9015A589566C}" type="presParOf" srcId="{6DE02076-BCEE-4390-B2BC-0BE5AA80F7DD}" destId="{57E9D6DD-75B1-4B69-A7F4-CC3C243AB15E}" srcOrd="0" destOrd="0" presId="urn:microsoft.com/office/officeart/2008/layout/VerticalCurvedList"/>
    <dgm:cxn modelId="{32373E8F-AD21-44B0-8E1F-26342F7A8856}" type="presParOf" srcId="{57E9D6DD-75B1-4B69-A7F4-CC3C243AB15E}" destId="{C0A7CC5C-ACC7-4386-9416-E3F9B274BA35}" srcOrd="0" destOrd="0" presId="urn:microsoft.com/office/officeart/2008/layout/VerticalCurvedList"/>
    <dgm:cxn modelId="{E9614AFE-A985-41B1-B796-64C262A79211}" type="presParOf" srcId="{57E9D6DD-75B1-4B69-A7F4-CC3C243AB15E}" destId="{10332C9B-95D7-4C0F-9B50-473E08F77378}" srcOrd="1" destOrd="0" presId="urn:microsoft.com/office/officeart/2008/layout/VerticalCurvedList"/>
    <dgm:cxn modelId="{3F5147F8-F451-41D2-A464-B0A8F7C885A4}" type="presParOf" srcId="{57E9D6DD-75B1-4B69-A7F4-CC3C243AB15E}" destId="{FCB95B05-6977-46C7-ACFD-A3FE288962BC}" srcOrd="2" destOrd="0" presId="urn:microsoft.com/office/officeart/2008/layout/VerticalCurvedList"/>
    <dgm:cxn modelId="{E0EEAA62-4F6F-40DF-BE3F-61625DB3B502}" type="presParOf" srcId="{57E9D6DD-75B1-4B69-A7F4-CC3C243AB15E}" destId="{3E229125-4A70-4B5D-9F15-2ED774E729D3}" srcOrd="3" destOrd="0" presId="urn:microsoft.com/office/officeart/2008/layout/VerticalCurvedList"/>
    <dgm:cxn modelId="{50E4F8EF-610B-43B9-80AB-92CEDC024E6A}" type="presParOf" srcId="{6DE02076-BCEE-4390-B2BC-0BE5AA80F7DD}" destId="{3C67D142-03A3-46C2-92F2-98F6F8BAE1CD}" srcOrd="1" destOrd="0" presId="urn:microsoft.com/office/officeart/2008/layout/VerticalCurvedList"/>
    <dgm:cxn modelId="{94190B27-9107-4871-9C22-A4AC92E48840}" type="presParOf" srcId="{6DE02076-BCEE-4390-B2BC-0BE5AA80F7DD}" destId="{63ACAD44-1983-4718-AFF9-F22D231F5B2B}" srcOrd="2" destOrd="0" presId="urn:microsoft.com/office/officeart/2008/layout/VerticalCurvedList"/>
    <dgm:cxn modelId="{F7E15E7C-5702-4F40-94A8-278028A2ED38}" type="presParOf" srcId="{63ACAD44-1983-4718-AFF9-F22D231F5B2B}" destId="{F145D3E9-60A3-43E0-A328-A12CF4FFCB8E}" srcOrd="0" destOrd="0" presId="urn:microsoft.com/office/officeart/2008/layout/VerticalCurvedList"/>
    <dgm:cxn modelId="{12BCB439-3F27-47E9-A057-4B8AF9060640}" type="presParOf" srcId="{6DE02076-BCEE-4390-B2BC-0BE5AA80F7DD}" destId="{D3C83E65-1586-409C-B13D-0F8A5065EAA8}" srcOrd="3" destOrd="0" presId="urn:microsoft.com/office/officeart/2008/layout/VerticalCurvedList"/>
    <dgm:cxn modelId="{6E594426-8246-4D1C-93B7-28F7EB8C0867}" type="presParOf" srcId="{6DE02076-BCEE-4390-B2BC-0BE5AA80F7DD}" destId="{58595588-C72E-4E9A-AC4B-EA7299686EFD}" srcOrd="4" destOrd="0" presId="urn:microsoft.com/office/officeart/2008/layout/VerticalCurvedList"/>
    <dgm:cxn modelId="{80874C40-1A42-4D03-9BFE-C733B3537AC5}" type="presParOf" srcId="{58595588-C72E-4E9A-AC4B-EA7299686EFD}" destId="{8EAFE9C7-5BDD-4B81-B18A-F7F47C2657B3}" srcOrd="0" destOrd="0" presId="urn:microsoft.com/office/officeart/2008/layout/VerticalCurvedList"/>
    <dgm:cxn modelId="{ED932296-A309-4FDA-AF79-867387F042F8}" type="presParOf" srcId="{6DE02076-BCEE-4390-B2BC-0BE5AA80F7DD}" destId="{424F7F3F-333E-43AE-B552-8933798CFF3E}" srcOrd="5" destOrd="0" presId="urn:microsoft.com/office/officeart/2008/layout/VerticalCurvedList"/>
    <dgm:cxn modelId="{78E1C926-E1BB-4CC9-8A63-AEAE6A438061}" type="presParOf" srcId="{6DE02076-BCEE-4390-B2BC-0BE5AA80F7DD}" destId="{516591DF-6294-40AB-B104-6CF5A88415F9}" srcOrd="6" destOrd="0" presId="urn:microsoft.com/office/officeart/2008/layout/VerticalCurvedList"/>
    <dgm:cxn modelId="{6EB11A4E-B7E2-46A5-8F6E-989E84DD36C6}" type="presParOf" srcId="{516591DF-6294-40AB-B104-6CF5A88415F9}" destId="{63B630C2-FE91-4F93-B1D8-455F8431934E}" srcOrd="0" destOrd="0" presId="urn:microsoft.com/office/officeart/2008/layout/VerticalCurvedList"/>
    <dgm:cxn modelId="{A3BEA469-D335-4C5D-98D9-B94C55EFEF44}" type="presParOf" srcId="{6DE02076-BCEE-4390-B2BC-0BE5AA80F7DD}" destId="{EDF8ED1D-F19A-49EC-A542-359C2DD31D0D}" srcOrd="7" destOrd="0" presId="urn:microsoft.com/office/officeart/2008/layout/VerticalCurvedList"/>
    <dgm:cxn modelId="{8C3D505A-6508-4697-9399-7332002CCC40}" type="presParOf" srcId="{6DE02076-BCEE-4390-B2BC-0BE5AA80F7DD}" destId="{9DA88204-0FF2-43E9-8EFD-80DE2E47F07A}" srcOrd="8" destOrd="0" presId="urn:microsoft.com/office/officeart/2008/layout/VerticalCurvedList"/>
    <dgm:cxn modelId="{36A27D8C-7596-4949-AF52-F93480AFBA69}" type="presParOf" srcId="{9DA88204-0FF2-43E9-8EFD-80DE2E47F07A}" destId="{C01E707D-237A-41F9-9AF1-7D61F92C5C57}" srcOrd="0" destOrd="0" presId="urn:microsoft.com/office/officeart/2008/layout/VerticalCurvedList"/>
    <dgm:cxn modelId="{B9EC3EE7-CDF6-41B8-AAAD-3737B1FA9346}" type="presParOf" srcId="{6DE02076-BCEE-4390-B2BC-0BE5AA80F7DD}" destId="{673A1290-988A-405B-B26D-3F9A2BC5FED1}" srcOrd="9" destOrd="0" presId="urn:microsoft.com/office/officeart/2008/layout/VerticalCurvedList"/>
    <dgm:cxn modelId="{49273E6E-92AF-48C6-AAF4-EC8EA5692D35}" type="presParOf" srcId="{6DE02076-BCEE-4390-B2BC-0BE5AA80F7DD}" destId="{965EA080-7AE7-4C29-B045-18044649C273}" srcOrd="10" destOrd="0" presId="urn:microsoft.com/office/officeart/2008/layout/VerticalCurvedList"/>
    <dgm:cxn modelId="{ACF1D496-617B-411F-B0CB-255D0986F578}" type="presParOf" srcId="{965EA080-7AE7-4C29-B045-18044649C273}" destId="{1443B2FE-21F4-4CA4-8313-8C1FDC89A597}" srcOrd="0" destOrd="0" presId="urn:microsoft.com/office/officeart/2008/layout/VerticalCurvedList"/>
    <dgm:cxn modelId="{53573E0A-0A77-43D3-8943-C89E17800922}" type="presParOf" srcId="{6DE02076-BCEE-4390-B2BC-0BE5AA80F7DD}" destId="{F88690D7-CC7C-4683-ADA8-95F45402C5C2}" srcOrd="11" destOrd="0" presId="urn:microsoft.com/office/officeart/2008/layout/VerticalCurvedList"/>
    <dgm:cxn modelId="{D363F033-18B6-4B1F-B935-41CE81B8AE14}" type="presParOf" srcId="{6DE02076-BCEE-4390-B2BC-0BE5AA80F7DD}" destId="{1ECECCDA-1E96-4860-84AD-1E478BB98381}" srcOrd="12" destOrd="0" presId="urn:microsoft.com/office/officeart/2008/layout/VerticalCurvedList"/>
    <dgm:cxn modelId="{E5316DC7-A88E-4C04-97FA-E25BCD05167F}" type="presParOf" srcId="{1ECECCDA-1E96-4860-84AD-1E478BB98381}" destId="{B95F3C38-4D74-46A0-8449-90EC7BE3E9AD}" srcOrd="0" destOrd="0" presId="urn:microsoft.com/office/officeart/2008/layout/VerticalCurvedList"/>
    <dgm:cxn modelId="{6BF7B46A-DA1D-4638-A0E6-0DBD552C1268}" type="presParOf" srcId="{6DE02076-BCEE-4390-B2BC-0BE5AA80F7DD}" destId="{0397B4D8-FD69-496A-A16C-3DD3E7083525}" srcOrd="13" destOrd="0" presId="urn:microsoft.com/office/officeart/2008/layout/VerticalCurvedList"/>
    <dgm:cxn modelId="{E19AFF06-6A9E-46CF-9D2C-5F6E59E6DB98}" type="presParOf" srcId="{6DE02076-BCEE-4390-B2BC-0BE5AA80F7DD}" destId="{50DF823C-E1EC-40DD-8AEC-E05E16108879}" srcOrd="14" destOrd="0" presId="urn:microsoft.com/office/officeart/2008/layout/VerticalCurvedList"/>
    <dgm:cxn modelId="{EE7A488F-3375-4B56-96F4-C8608CE5A366}" type="presParOf" srcId="{50DF823C-E1EC-40DD-8AEC-E05E16108879}" destId="{95CAB7FD-FAC4-4F1A-97AF-59A7C742A7E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989A45-849E-4BE9-B1F0-A36A5CDC900E}" type="doc">
      <dgm:prSet loTypeId="urn:microsoft.com/office/officeart/2005/8/layout/chevronAccent+Icon" loCatId="process" qsTypeId="urn:microsoft.com/office/officeart/2005/8/quickstyle/simple1" qsCatId="simple" csTypeId="urn:microsoft.com/office/officeart/2005/8/colors/accent5_2" csCatId="accent5" phldr="1"/>
      <dgm:spPr/>
    </dgm:pt>
    <dgm:pt modelId="{6096262E-ECDC-4B1D-AF8E-0C5F1D459D17}">
      <dgm:prSet phldrT="[Text]" custT="1"/>
      <dgm:spPr/>
      <dgm:t>
        <a:bodyPr/>
        <a:lstStyle/>
        <a:p>
          <a:r>
            <a:rPr lang="en-IN" sz="1000" b="1"/>
            <a:t>Business Process Maps (L4)</a:t>
          </a:r>
          <a:endParaRPr lang="en-US" sz="1000" b="1"/>
        </a:p>
      </dgm:t>
    </dgm:pt>
    <dgm:pt modelId="{FE613F47-F93E-4BF1-B3C3-98DF1F4B7AC5}" type="parTrans" cxnId="{5D2819FC-AE7D-43D2-8BF3-603E2755321A}">
      <dgm:prSet/>
      <dgm:spPr/>
      <dgm:t>
        <a:bodyPr/>
        <a:lstStyle/>
        <a:p>
          <a:endParaRPr lang="en-US" sz="1400"/>
        </a:p>
      </dgm:t>
    </dgm:pt>
    <dgm:pt modelId="{22373C5D-991A-46B1-BDA3-41331D9AC3B1}" type="sibTrans" cxnId="{5D2819FC-AE7D-43D2-8BF3-603E2755321A}">
      <dgm:prSet/>
      <dgm:spPr/>
      <dgm:t>
        <a:bodyPr/>
        <a:lstStyle/>
        <a:p>
          <a:endParaRPr lang="en-US" sz="1400"/>
        </a:p>
      </dgm:t>
    </dgm:pt>
    <dgm:pt modelId="{84B3914F-0350-484E-8F9F-E530EC9EC106}">
      <dgm:prSet phldrT="[Text]" custT="1"/>
      <dgm:spPr/>
      <dgm:t>
        <a:bodyPr/>
        <a:lstStyle/>
        <a:p>
          <a:r>
            <a:rPr lang="en-IN" sz="1000" b="1"/>
            <a:t>Epic and Feature elaborated in Product Backlog</a:t>
          </a:r>
          <a:endParaRPr lang="en-US" sz="1000" b="1"/>
        </a:p>
      </dgm:t>
    </dgm:pt>
    <dgm:pt modelId="{F909BBC1-648A-43EE-BF3A-C2402152B117}" type="parTrans" cxnId="{2E585148-2F9C-4790-BBF6-8FBD90E80DBF}">
      <dgm:prSet/>
      <dgm:spPr/>
      <dgm:t>
        <a:bodyPr/>
        <a:lstStyle/>
        <a:p>
          <a:endParaRPr lang="en-US" sz="1400"/>
        </a:p>
      </dgm:t>
    </dgm:pt>
    <dgm:pt modelId="{5FC290A9-4A4F-454C-AF93-92E4616F834E}" type="sibTrans" cxnId="{2E585148-2F9C-4790-BBF6-8FBD90E80DBF}">
      <dgm:prSet/>
      <dgm:spPr/>
      <dgm:t>
        <a:bodyPr/>
        <a:lstStyle/>
        <a:p>
          <a:endParaRPr lang="en-US" sz="1400"/>
        </a:p>
      </dgm:t>
    </dgm:pt>
    <dgm:pt modelId="{86872F25-7B00-4727-8D5E-2CC9693F0493}">
      <dgm:prSet phldrT="[Text]" custT="1"/>
      <dgm:spPr/>
      <dgm:t>
        <a:bodyPr/>
        <a:lstStyle/>
        <a:p>
          <a:r>
            <a:rPr lang="en-IN" sz="1000" b="1"/>
            <a:t>Test scenarios and Test Cases for each User story</a:t>
          </a:r>
          <a:endParaRPr lang="en-US" sz="1000" b="1"/>
        </a:p>
      </dgm:t>
    </dgm:pt>
    <dgm:pt modelId="{6994161E-8129-4576-B983-2897EC33BAFC}" type="parTrans" cxnId="{10DD5EEA-9BA9-4721-BE39-9FA500E89C8C}">
      <dgm:prSet/>
      <dgm:spPr/>
      <dgm:t>
        <a:bodyPr/>
        <a:lstStyle/>
        <a:p>
          <a:endParaRPr lang="en-US" sz="1400"/>
        </a:p>
      </dgm:t>
    </dgm:pt>
    <dgm:pt modelId="{F0A02AE6-7ABF-4313-999A-954D6250025D}" type="sibTrans" cxnId="{10DD5EEA-9BA9-4721-BE39-9FA500E89C8C}">
      <dgm:prSet/>
      <dgm:spPr/>
      <dgm:t>
        <a:bodyPr/>
        <a:lstStyle/>
        <a:p>
          <a:endParaRPr lang="en-US" sz="1400"/>
        </a:p>
      </dgm:t>
    </dgm:pt>
    <dgm:pt modelId="{FFF20197-3D2E-4389-BFB0-65A51DDD5DEE}">
      <dgm:prSet phldrT="[Text]" custT="1"/>
      <dgm:spPr/>
      <dgm:t>
        <a:bodyPr/>
        <a:lstStyle/>
        <a:p>
          <a:r>
            <a:rPr lang="en-IN" sz="1000" b="1"/>
            <a:t>User stories for each Epic and Feature</a:t>
          </a:r>
          <a:endParaRPr lang="en-US" sz="1000" b="1"/>
        </a:p>
      </dgm:t>
    </dgm:pt>
    <dgm:pt modelId="{15D8A941-0A07-4CF5-9B6C-C4130AF87BD1}" type="parTrans" cxnId="{6D3340CE-2E60-4105-83F3-AEE016ADA6B1}">
      <dgm:prSet/>
      <dgm:spPr/>
      <dgm:t>
        <a:bodyPr/>
        <a:lstStyle/>
        <a:p>
          <a:endParaRPr lang="en-US"/>
        </a:p>
      </dgm:t>
    </dgm:pt>
    <dgm:pt modelId="{0D4BABF3-FAA8-4215-8AC1-E95774BB3306}" type="sibTrans" cxnId="{6D3340CE-2E60-4105-83F3-AEE016ADA6B1}">
      <dgm:prSet/>
      <dgm:spPr/>
      <dgm:t>
        <a:bodyPr/>
        <a:lstStyle/>
        <a:p>
          <a:endParaRPr lang="en-US"/>
        </a:p>
      </dgm:t>
    </dgm:pt>
    <dgm:pt modelId="{23F9B71C-4CFF-4D24-8CD7-126C58069917}">
      <dgm:prSet phldrT="[Text]" custT="1"/>
      <dgm:spPr/>
      <dgm:t>
        <a:bodyPr/>
        <a:lstStyle/>
        <a:p>
          <a:r>
            <a:rPr lang="en-IN" sz="1000" b="1"/>
            <a:t>Beazley Business Outcomes requirements in GPAS &amp; Billing</a:t>
          </a:r>
          <a:endParaRPr lang="en-US" sz="1000" b="1"/>
        </a:p>
      </dgm:t>
    </dgm:pt>
    <dgm:pt modelId="{25A3F118-7810-44E8-981C-A41E8978232B}" type="parTrans" cxnId="{B3A4B31F-D4A1-4636-89B0-64AD3D5DAE6C}">
      <dgm:prSet/>
      <dgm:spPr/>
      <dgm:t>
        <a:bodyPr/>
        <a:lstStyle/>
        <a:p>
          <a:endParaRPr lang="en-US"/>
        </a:p>
      </dgm:t>
    </dgm:pt>
    <dgm:pt modelId="{1F74203F-2FEB-4B4C-BA09-79763CAE87EA}" type="sibTrans" cxnId="{B3A4B31F-D4A1-4636-89B0-64AD3D5DAE6C}">
      <dgm:prSet/>
      <dgm:spPr/>
      <dgm:t>
        <a:bodyPr/>
        <a:lstStyle/>
        <a:p>
          <a:endParaRPr lang="en-US"/>
        </a:p>
      </dgm:t>
    </dgm:pt>
    <dgm:pt modelId="{E7588633-C785-4A9D-8C75-F13F55F589D6}" type="pres">
      <dgm:prSet presAssocID="{29989A45-849E-4BE9-B1F0-A36A5CDC900E}" presName="Name0" presStyleCnt="0">
        <dgm:presLayoutVars>
          <dgm:dir/>
          <dgm:resizeHandles val="exact"/>
        </dgm:presLayoutVars>
      </dgm:prSet>
      <dgm:spPr/>
    </dgm:pt>
    <dgm:pt modelId="{D3CC317E-771B-47F8-AC33-11FC8FFDC1B5}" type="pres">
      <dgm:prSet presAssocID="{23F9B71C-4CFF-4D24-8CD7-126C58069917}" presName="composite" presStyleCnt="0"/>
      <dgm:spPr/>
    </dgm:pt>
    <dgm:pt modelId="{64273DEC-21A6-4E74-ADAB-6BB789151229}" type="pres">
      <dgm:prSet presAssocID="{23F9B71C-4CFF-4D24-8CD7-126C58069917}" presName="bgChev" presStyleLbl="node1" presStyleIdx="0" presStyleCnt="5"/>
      <dgm:spPr/>
    </dgm:pt>
    <dgm:pt modelId="{B74FDB78-B25D-4052-AB6B-4EBA1C631DDC}" type="pres">
      <dgm:prSet presAssocID="{23F9B71C-4CFF-4D24-8CD7-126C58069917}" presName="txNode" presStyleLbl="fgAcc1" presStyleIdx="0" presStyleCnt="5">
        <dgm:presLayoutVars>
          <dgm:bulletEnabled val="1"/>
        </dgm:presLayoutVars>
      </dgm:prSet>
      <dgm:spPr/>
    </dgm:pt>
    <dgm:pt modelId="{8C16E0A3-CB35-40E0-B113-35A645D9897C}" type="pres">
      <dgm:prSet presAssocID="{1F74203F-2FEB-4B4C-BA09-79763CAE87EA}" presName="compositeSpace" presStyleCnt="0"/>
      <dgm:spPr/>
    </dgm:pt>
    <dgm:pt modelId="{30F2582E-14F3-4571-8349-A4E37F99942B}" type="pres">
      <dgm:prSet presAssocID="{6096262E-ECDC-4B1D-AF8E-0C5F1D459D17}" presName="composite" presStyleCnt="0"/>
      <dgm:spPr/>
    </dgm:pt>
    <dgm:pt modelId="{B8F993E9-3197-45F2-9987-01BC567BB75B}" type="pres">
      <dgm:prSet presAssocID="{6096262E-ECDC-4B1D-AF8E-0C5F1D459D17}" presName="bgChev" presStyleLbl="node1" presStyleIdx="1" presStyleCnt="5"/>
      <dgm:spPr/>
    </dgm:pt>
    <dgm:pt modelId="{4966BA7D-78CC-4FC5-A155-265A742CC010}" type="pres">
      <dgm:prSet presAssocID="{6096262E-ECDC-4B1D-AF8E-0C5F1D459D17}" presName="txNode" presStyleLbl="fgAcc1" presStyleIdx="1" presStyleCnt="5">
        <dgm:presLayoutVars>
          <dgm:bulletEnabled val="1"/>
        </dgm:presLayoutVars>
      </dgm:prSet>
      <dgm:spPr/>
    </dgm:pt>
    <dgm:pt modelId="{8F940229-21F3-4FD9-B1F5-204AB72908BE}" type="pres">
      <dgm:prSet presAssocID="{22373C5D-991A-46B1-BDA3-41331D9AC3B1}" presName="compositeSpace" presStyleCnt="0"/>
      <dgm:spPr/>
    </dgm:pt>
    <dgm:pt modelId="{DA2433B3-5E39-46B0-8048-920F6E840D4B}" type="pres">
      <dgm:prSet presAssocID="{84B3914F-0350-484E-8F9F-E530EC9EC106}" presName="composite" presStyleCnt="0"/>
      <dgm:spPr/>
    </dgm:pt>
    <dgm:pt modelId="{7898B8FF-E47E-40FB-925B-B8BDFC250C94}" type="pres">
      <dgm:prSet presAssocID="{84B3914F-0350-484E-8F9F-E530EC9EC106}" presName="bgChev" presStyleLbl="node1" presStyleIdx="2" presStyleCnt="5"/>
      <dgm:spPr/>
    </dgm:pt>
    <dgm:pt modelId="{AA82B483-428F-4A84-9DD8-DF41BD69AD1F}" type="pres">
      <dgm:prSet presAssocID="{84B3914F-0350-484E-8F9F-E530EC9EC106}" presName="txNode" presStyleLbl="fgAcc1" presStyleIdx="2" presStyleCnt="5">
        <dgm:presLayoutVars>
          <dgm:bulletEnabled val="1"/>
        </dgm:presLayoutVars>
      </dgm:prSet>
      <dgm:spPr/>
    </dgm:pt>
    <dgm:pt modelId="{B61308BD-0756-4FAC-8F9A-82FEA887A935}" type="pres">
      <dgm:prSet presAssocID="{5FC290A9-4A4F-454C-AF93-92E4616F834E}" presName="compositeSpace" presStyleCnt="0"/>
      <dgm:spPr/>
    </dgm:pt>
    <dgm:pt modelId="{1DA86ABC-EF0A-48B1-B87D-37B65C3415D0}" type="pres">
      <dgm:prSet presAssocID="{FFF20197-3D2E-4389-BFB0-65A51DDD5DEE}" presName="composite" presStyleCnt="0"/>
      <dgm:spPr/>
    </dgm:pt>
    <dgm:pt modelId="{D7CDA362-AE3C-4383-87BE-D3BAD8F8BA6C}" type="pres">
      <dgm:prSet presAssocID="{FFF20197-3D2E-4389-BFB0-65A51DDD5DEE}" presName="bgChev" presStyleLbl="node1" presStyleIdx="3" presStyleCnt="5"/>
      <dgm:spPr/>
    </dgm:pt>
    <dgm:pt modelId="{392FDA61-5866-4D6E-98FB-015A73BA9FCB}" type="pres">
      <dgm:prSet presAssocID="{FFF20197-3D2E-4389-BFB0-65A51DDD5DEE}" presName="txNode" presStyleLbl="fgAcc1" presStyleIdx="3" presStyleCnt="5">
        <dgm:presLayoutVars>
          <dgm:bulletEnabled val="1"/>
        </dgm:presLayoutVars>
      </dgm:prSet>
      <dgm:spPr/>
    </dgm:pt>
    <dgm:pt modelId="{1EC3FE58-2AD5-4096-8D7B-F6605AE596BD}" type="pres">
      <dgm:prSet presAssocID="{0D4BABF3-FAA8-4215-8AC1-E95774BB3306}" presName="compositeSpace" presStyleCnt="0"/>
      <dgm:spPr/>
    </dgm:pt>
    <dgm:pt modelId="{B390A9BB-882C-4066-B41B-8D3BDF0E0BA8}" type="pres">
      <dgm:prSet presAssocID="{86872F25-7B00-4727-8D5E-2CC9693F0493}" presName="composite" presStyleCnt="0"/>
      <dgm:spPr/>
    </dgm:pt>
    <dgm:pt modelId="{AC0A2286-51AF-4AD1-B7B2-429904A793F3}" type="pres">
      <dgm:prSet presAssocID="{86872F25-7B00-4727-8D5E-2CC9693F0493}" presName="bgChev" presStyleLbl="node1" presStyleIdx="4" presStyleCnt="5"/>
      <dgm:spPr/>
    </dgm:pt>
    <dgm:pt modelId="{B68C32A2-B328-475B-A682-1B69420AE4C7}" type="pres">
      <dgm:prSet presAssocID="{86872F25-7B00-4727-8D5E-2CC9693F0493}" presName="txNode" presStyleLbl="fgAcc1" presStyleIdx="4" presStyleCnt="5">
        <dgm:presLayoutVars>
          <dgm:bulletEnabled val="1"/>
        </dgm:presLayoutVars>
      </dgm:prSet>
      <dgm:spPr/>
    </dgm:pt>
  </dgm:ptLst>
  <dgm:cxnLst>
    <dgm:cxn modelId="{90BCE910-810C-4F49-8C45-C7252A50977F}" type="presOf" srcId="{23F9B71C-4CFF-4D24-8CD7-126C58069917}" destId="{B74FDB78-B25D-4052-AB6B-4EBA1C631DDC}" srcOrd="0" destOrd="0" presId="urn:microsoft.com/office/officeart/2005/8/layout/chevronAccent+Icon"/>
    <dgm:cxn modelId="{73FA8016-6881-40BC-A0A4-C5E2059998F7}" type="presOf" srcId="{FFF20197-3D2E-4389-BFB0-65A51DDD5DEE}" destId="{392FDA61-5866-4D6E-98FB-015A73BA9FCB}" srcOrd="0" destOrd="0" presId="urn:microsoft.com/office/officeart/2005/8/layout/chevronAccent+Icon"/>
    <dgm:cxn modelId="{B3A4B31F-D4A1-4636-89B0-64AD3D5DAE6C}" srcId="{29989A45-849E-4BE9-B1F0-A36A5CDC900E}" destId="{23F9B71C-4CFF-4D24-8CD7-126C58069917}" srcOrd="0" destOrd="0" parTransId="{25A3F118-7810-44E8-981C-A41E8978232B}" sibTransId="{1F74203F-2FEB-4B4C-BA09-79763CAE87EA}"/>
    <dgm:cxn modelId="{376FF55C-30DB-46B1-BA4E-630D2A049178}" type="presOf" srcId="{6096262E-ECDC-4B1D-AF8E-0C5F1D459D17}" destId="{4966BA7D-78CC-4FC5-A155-265A742CC010}" srcOrd="0" destOrd="0" presId="urn:microsoft.com/office/officeart/2005/8/layout/chevronAccent+Icon"/>
    <dgm:cxn modelId="{2E585148-2F9C-4790-BBF6-8FBD90E80DBF}" srcId="{29989A45-849E-4BE9-B1F0-A36A5CDC900E}" destId="{84B3914F-0350-484E-8F9F-E530EC9EC106}" srcOrd="2" destOrd="0" parTransId="{F909BBC1-648A-43EE-BF3A-C2402152B117}" sibTransId="{5FC290A9-4A4F-454C-AF93-92E4616F834E}"/>
    <dgm:cxn modelId="{7309027D-6392-4DED-98BA-7AF74C8FFCD6}" type="presOf" srcId="{29989A45-849E-4BE9-B1F0-A36A5CDC900E}" destId="{E7588633-C785-4A9D-8C75-F13F55F589D6}" srcOrd="0" destOrd="0" presId="urn:microsoft.com/office/officeart/2005/8/layout/chevronAccent+Icon"/>
    <dgm:cxn modelId="{D9A82E85-6AA0-478A-A44E-5F459DD08F7B}" type="presOf" srcId="{86872F25-7B00-4727-8D5E-2CC9693F0493}" destId="{B68C32A2-B328-475B-A682-1B69420AE4C7}" srcOrd="0" destOrd="0" presId="urn:microsoft.com/office/officeart/2005/8/layout/chevronAccent+Icon"/>
    <dgm:cxn modelId="{71783EA0-FF6C-47CC-B2B8-80B3DB37DCA4}" type="presOf" srcId="{84B3914F-0350-484E-8F9F-E530EC9EC106}" destId="{AA82B483-428F-4A84-9DD8-DF41BD69AD1F}" srcOrd="0" destOrd="0" presId="urn:microsoft.com/office/officeart/2005/8/layout/chevronAccent+Icon"/>
    <dgm:cxn modelId="{6D3340CE-2E60-4105-83F3-AEE016ADA6B1}" srcId="{29989A45-849E-4BE9-B1F0-A36A5CDC900E}" destId="{FFF20197-3D2E-4389-BFB0-65A51DDD5DEE}" srcOrd="3" destOrd="0" parTransId="{15D8A941-0A07-4CF5-9B6C-C4130AF87BD1}" sibTransId="{0D4BABF3-FAA8-4215-8AC1-E95774BB3306}"/>
    <dgm:cxn modelId="{10DD5EEA-9BA9-4721-BE39-9FA500E89C8C}" srcId="{29989A45-849E-4BE9-B1F0-A36A5CDC900E}" destId="{86872F25-7B00-4727-8D5E-2CC9693F0493}" srcOrd="4" destOrd="0" parTransId="{6994161E-8129-4576-B983-2897EC33BAFC}" sibTransId="{F0A02AE6-7ABF-4313-999A-954D6250025D}"/>
    <dgm:cxn modelId="{5D2819FC-AE7D-43D2-8BF3-603E2755321A}" srcId="{29989A45-849E-4BE9-B1F0-A36A5CDC900E}" destId="{6096262E-ECDC-4B1D-AF8E-0C5F1D459D17}" srcOrd="1" destOrd="0" parTransId="{FE613F47-F93E-4BF1-B3C3-98DF1F4B7AC5}" sibTransId="{22373C5D-991A-46B1-BDA3-41331D9AC3B1}"/>
    <dgm:cxn modelId="{1051023C-6061-4010-A2CC-558E7176C4C9}" type="presParOf" srcId="{E7588633-C785-4A9D-8C75-F13F55F589D6}" destId="{D3CC317E-771B-47F8-AC33-11FC8FFDC1B5}" srcOrd="0" destOrd="0" presId="urn:microsoft.com/office/officeart/2005/8/layout/chevronAccent+Icon"/>
    <dgm:cxn modelId="{E2B47CF1-5F1E-4A5C-B2D6-FB3DB0FD5B7D}" type="presParOf" srcId="{D3CC317E-771B-47F8-AC33-11FC8FFDC1B5}" destId="{64273DEC-21A6-4E74-ADAB-6BB789151229}" srcOrd="0" destOrd="0" presId="urn:microsoft.com/office/officeart/2005/8/layout/chevronAccent+Icon"/>
    <dgm:cxn modelId="{8F0459A6-6D6C-403C-B4B0-2DF8AD650E2D}" type="presParOf" srcId="{D3CC317E-771B-47F8-AC33-11FC8FFDC1B5}" destId="{B74FDB78-B25D-4052-AB6B-4EBA1C631DDC}" srcOrd="1" destOrd="0" presId="urn:microsoft.com/office/officeart/2005/8/layout/chevronAccent+Icon"/>
    <dgm:cxn modelId="{F7093505-90B0-437F-9F3D-26E508626E80}" type="presParOf" srcId="{E7588633-C785-4A9D-8C75-F13F55F589D6}" destId="{8C16E0A3-CB35-40E0-B113-35A645D9897C}" srcOrd="1" destOrd="0" presId="urn:microsoft.com/office/officeart/2005/8/layout/chevronAccent+Icon"/>
    <dgm:cxn modelId="{1D32AF43-893F-4C76-A335-D26CAB5147A1}" type="presParOf" srcId="{E7588633-C785-4A9D-8C75-F13F55F589D6}" destId="{30F2582E-14F3-4571-8349-A4E37F99942B}" srcOrd="2" destOrd="0" presId="urn:microsoft.com/office/officeart/2005/8/layout/chevronAccent+Icon"/>
    <dgm:cxn modelId="{F9F91917-4A4F-4A8D-AC21-80B341B29C32}" type="presParOf" srcId="{30F2582E-14F3-4571-8349-A4E37F99942B}" destId="{B8F993E9-3197-45F2-9987-01BC567BB75B}" srcOrd="0" destOrd="0" presId="urn:microsoft.com/office/officeart/2005/8/layout/chevronAccent+Icon"/>
    <dgm:cxn modelId="{ACF5804A-EEA2-40A9-819C-02AA2594EA5A}" type="presParOf" srcId="{30F2582E-14F3-4571-8349-A4E37F99942B}" destId="{4966BA7D-78CC-4FC5-A155-265A742CC010}" srcOrd="1" destOrd="0" presId="urn:microsoft.com/office/officeart/2005/8/layout/chevronAccent+Icon"/>
    <dgm:cxn modelId="{98580245-3B0B-4C8B-ACB5-FBAFB2677F88}" type="presParOf" srcId="{E7588633-C785-4A9D-8C75-F13F55F589D6}" destId="{8F940229-21F3-4FD9-B1F5-204AB72908BE}" srcOrd="3" destOrd="0" presId="urn:microsoft.com/office/officeart/2005/8/layout/chevronAccent+Icon"/>
    <dgm:cxn modelId="{A106F0FC-3F12-42AA-B443-36DBF15825CA}" type="presParOf" srcId="{E7588633-C785-4A9D-8C75-F13F55F589D6}" destId="{DA2433B3-5E39-46B0-8048-920F6E840D4B}" srcOrd="4" destOrd="0" presId="urn:microsoft.com/office/officeart/2005/8/layout/chevronAccent+Icon"/>
    <dgm:cxn modelId="{8AC230A7-4025-4BD8-A31B-BF1CC783BB17}" type="presParOf" srcId="{DA2433B3-5E39-46B0-8048-920F6E840D4B}" destId="{7898B8FF-E47E-40FB-925B-B8BDFC250C94}" srcOrd="0" destOrd="0" presId="urn:microsoft.com/office/officeart/2005/8/layout/chevronAccent+Icon"/>
    <dgm:cxn modelId="{219447C5-5478-47A4-A56A-3441C37EAA63}" type="presParOf" srcId="{DA2433B3-5E39-46B0-8048-920F6E840D4B}" destId="{AA82B483-428F-4A84-9DD8-DF41BD69AD1F}" srcOrd="1" destOrd="0" presId="urn:microsoft.com/office/officeart/2005/8/layout/chevronAccent+Icon"/>
    <dgm:cxn modelId="{6EDC23E9-9654-4B8A-B97E-6C682A140799}" type="presParOf" srcId="{E7588633-C785-4A9D-8C75-F13F55F589D6}" destId="{B61308BD-0756-4FAC-8F9A-82FEA887A935}" srcOrd="5" destOrd="0" presId="urn:microsoft.com/office/officeart/2005/8/layout/chevronAccent+Icon"/>
    <dgm:cxn modelId="{ACB8AC1A-520F-48F1-8EF9-BBB02D2B1A1B}" type="presParOf" srcId="{E7588633-C785-4A9D-8C75-F13F55F589D6}" destId="{1DA86ABC-EF0A-48B1-B87D-37B65C3415D0}" srcOrd="6" destOrd="0" presId="urn:microsoft.com/office/officeart/2005/8/layout/chevronAccent+Icon"/>
    <dgm:cxn modelId="{22DCE3EB-EB1D-46D6-A437-3029C7A545D4}" type="presParOf" srcId="{1DA86ABC-EF0A-48B1-B87D-37B65C3415D0}" destId="{D7CDA362-AE3C-4383-87BE-D3BAD8F8BA6C}" srcOrd="0" destOrd="0" presId="urn:microsoft.com/office/officeart/2005/8/layout/chevronAccent+Icon"/>
    <dgm:cxn modelId="{E104AA72-275D-48FF-9F3E-B641AD419C79}" type="presParOf" srcId="{1DA86ABC-EF0A-48B1-B87D-37B65C3415D0}" destId="{392FDA61-5866-4D6E-98FB-015A73BA9FCB}" srcOrd="1" destOrd="0" presId="urn:microsoft.com/office/officeart/2005/8/layout/chevronAccent+Icon"/>
    <dgm:cxn modelId="{637A3D36-9F75-49F9-AEE9-0C0E7B0D953F}" type="presParOf" srcId="{E7588633-C785-4A9D-8C75-F13F55F589D6}" destId="{1EC3FE58-2AD5-4096-8D7B-F6605AE596BD}" srcOrd="7" destOrd="0" presId="urn:microsoft.com/office/officeart/2005/8/layout/chevronAccent+Icon"/>
    <dgm:cxn modelId="{DD54E138-457F-47A6-ACA6-308AF1DD59B6}" type="presParOf" srcId="{E7588633-C785-4A9D-8C75-F13F55F589D6}" destId="{B390A9BB-882C-4066-B41B-8D3BDF0E0BA8}" srcOrd="8" destOrd="0" presId="urn:microsoft.com/office/officeart/2005/8/layout/chevronAccent+Icon"/>
    <dgm:cxn modelId="{3C817ECA-D9E6-4285-BEE4-A9C4008E55C5}" type="presParOf" srcId="{B390A9BB-882C-4066-B41B-8D3BDF0E0BA8}" destId="{AC0A2286-51AF-4AD1-B7B2-429904A793F3}" srcOrd="0" destOrd="0" presId="urn:microsoft.com/office/officeart/2005/8/layout/chevronAccent+Icon"/>
    <dgm:cxn modelId="{E955462F-D926-4972-B6A3-C154E61C41FA}" type="presParOf" srcId="{B390A9BB-882C-4066-B41B-8D3BDF0E0BA8}" destId="{B68C32A2-B328-475B-A682-1B69420AE4C7}"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3CC08E8-2715-40D2-9570-DD8D18FC51F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C0F10733-67D1-4414-B528-CD29F4DC2E26}">
      <dgm:prSet phldrT="[Text]" custT="1"/>
      <dgm:spPr/>
      <dgm:t>
        <a:bodyPr/>
        <a:lstStyle/>
        <a:p>
          <a:pPr algn="ctr"/>
          <a:r>
            <a:rPr lang="en-IN" sz="1200" b="1"/>
            <a:t>BEAZLEY</a:t>
          </a:r>
          <a:endParaRPr lang="en-US" sz="1200" b="1"/>
        </a:p>
      </dgm:t>
    </dgm:pt>
    <dgm:pt modelId="{D44A3460-D399-4B8D-993E-48E3D72EF0CA}" type="parTrans" cxnId="{AB12DEE2-91AB-4F2F-A0CB-A318533D7445}">
      <dgm:prSet/>
      <dgm:spPr/>
      <dgm:t>
        <a:bodyPr/>
        <a:lstStyle/>
        <a:p>
          <a:pPr algn="ctr"/>
          <a:endParaRPr lang="en-US" sz="1200"/>
        </a:p>
      </dgm:t>
    </dgm:pt>
    <dgm:pt modelId="{FCFEE6BE-3239-4B7A-A331-FF33BD0A7A98}" type="sibTrans" cxnId="{AB12DEE2-91AB-4F2F-A0CB-A318533D7445}">
      <dgm:prSet custT="1"/>
      <dgm:spPr/>
      <dgm:t>
        <a:bodyPr/>
        <a:lstStyle/>
        <a:p>
          <a:pPr algn="ctr"/>
          <a:endParaRPr lang="en-US" sz="1200"/>
        </a:p>
      </dgm:t>
    </dgm:pt>
    <dgm:pt modelId="{ACA2A340-55C7-4036-8B6D-E0F4576465D2}">
      <dgm:prSet phldrT="[Text]" custT="1"/>
      <dgm:spPr/>
      <dgm:t>
        <a:bodyPr/>
        <a:lstStyle/>
        <a:p>
          <a:pPr algn="ctr"/>
          <a:r>
            <a:rPr lang="en-IN" sz="1200" b="1"/>
            <a:t>GUIDEWIRE</a:t>
          </a:r>
          <a:endParaRPr lang="en-US" sz="1200" b="1"/>
        </a:p>
      </dgm:t>
    </dgm:pt>
    <dgm:pt modelId="{1311553E-7D6C-4FED-BA19-86782CE95D49}" type="parTrans" cxnId="{CA8CCCCF-A1B8-4ACD-81EB-BB3B66C0BA34}">
      <dgm:prSet/>
      <dgm:spPr/>
      <dgm:t>
        <a:bodyPr/>
        <a:lstStyle/>
        <a:p>
          <a:pPr algn="ctr"/>
          <a:endParaRPr lang="en-US" sz="1200"/>
        </a:p>
      </dgm:t>
    </dgm:pt>
    <dgm:pt modelId="{D2C3DA14-946C-45BA-B99D-B1960C7C52CC}" type="sibTrans" cxnId="{CA8CCCCF-A1B8-4ACD-81EB-BB3B66C0BA34}">
      <dgm:prSet custT="1"/>
      <dgm:spPr/>
      <dgm:t>
        <a:bodyPr/>
        <a:lstStyle/>
        <a:p>
          <a:pPr algn="ctr"/>
          <a:endParaRPr lang="en-US" sz="1200"/>
        </a:p>
      </dgm:t>
    </dgm:pt>
    <dgm:pt modelId="{A1D697B6-4822-43E7-BC49-E64EBBBC873F}">
      <dgm:prSet phldrT="[Text]" custT="1"/>
      <dgm:spPr/>
      <dgm:t>
        <a:bodyPr/>
        <a:lstStyle/>
        <a:p>
          <a:pPr algn="ctr"/>
          <a:r>
            <a:rPr lang="en-IN" sz="1200" b="1"/>
            <a:t>CAPGEMINI</a:t>
          </a:r>
          <a:endParaRPr lang="en-US" sz="1200" b="1"/>
        </a:p>
      </dgm:t>
    </dgm:pt>
    <dgm:pt modelId="{1C2BBD9B-C415-4662-8D8B-51F72B412B39}" type="parTrans" cxnId="{3A26668A-03F1-43E2-A487-DE04D7C9F6AD}">
      <dgm:prSet/>
      <dgm:spPr/>
      <dgm:t>
        <a:bodyPr/>
        <a:lstStyle/>
        <a:p>
          <a:pPr algn="ctr"/>
          <a:endParaRPr lang="en-US" sz="1200"/>
        </a:p>
      </dgm:t>
    </dgm:pt>
    <dgm:pt modelId="{2E370357-26E9-436C-811C-A6780286E1C2}" type="sibTrans" cxnId="{3A26668A-03F1-43E2-A487-DE04D7C9F6AD}">
      <dgm:prSet custT="1"/>
      <dgm:spPr/>
      <dgm:t>
        <a:bodyPr/>
        <a:lstStyle/>
        <a:p>
          <a:pPr algn="ctr"/>
          <a:endParaRPr lang="en-US" sz="1200"/>
        </a:p>
      </dgm:t>
    </dgm:pt>
    <dgm:pt modelId="{656F9AE7-8C79-41AB-AEC8-7793A6444C02}" type="pres">
      <dgm:prSet presAssocID="{F3CC08E8-2715-40D2-9570-DD8D18FC51F9}" presName="Name0" presStyleCnt="0">
        <dgm:presLayoutVars>
          <dgm:dir/>
          <dgm:resizeHandles val="exact"/>
        </dgm:presLayoutVars>
      </dgm:prSet>
      <dgm:spPr/>
    </dgm:pt>
    <dgm:pt modelId="{A195D939-FF31-40CB-8AEB-84F869F3700B}" type="pres">
      <dgm:prSet presAssocID="{C0F10733-67D1-4414-B528-CD29F4DC2E26}" presName="node" presStyleLbl="node1" presStyleIdx="0" presStyleCnt="3">
        <dgm:presLayoutVars>
          <dgm:bulletEnabled val="1"/>
        </dgm:presLayoutVars>
      </dgm:prSet>
      <dgm:spPr/>
    </dgm:pt>
    <dgm:pt modelId="{1BE89791-09A3-4C01-B9E3-EC5381CABCAD}" type="pres">
      <dgm:prSet presAssocID="{FCFEE6BE-3239-4B7A-A331-FF33BD0A7A98}" presName="sibTrans" presStyleLbl="sibTrans2D1" presStyleIdx="0" presStyleCnt="3"/>
      <dgm:spPr/>
    </dgm:pt>
    <dgm:pt modelId="{E6A12B76-FA20-4327-A950-D10299E9896A}" type="pres">
      <dgm:prSet presAssocID="{FCFEE6BE-3239-4B7A-A331-FF33BD0A7A98}" presName="connectorText" presStyleLbl="sibTrans2D1" presStyleIdx="0" presStyleCnt="3"/>
      <dgm:spPr/>
    </dgm:pt>
    <dgm:pt modelId="{2FDA7AC7-BCFE-470B-A2D0-73DA41DAA26A}" type="pres">
      <dgm:prSet presAssocID="{ACA2A340-55C7-4036-8B6D-E0F4576465D2}" presName="node" presStyleLbl="node1" presStyleIdx="1" presStyleCnt="3">
        <dgm:presLayoutVars>
          <dgm:bulletEnabled val="1"/>
        </dgm:presLayoutVars>
      </dgm:prSet>
      <dgm:spPr/>
    </dgm:pt>
    <dgm:pt modelId="{420FC76F-D17F-4407-9BC4-648190DF4EDC}" type="pres">
      <dgm:prSet presAssocID="{D2C3DA14-946C-45BA-B99D-B1960C7C52CC}" presName="sibTrans" presStyleLbl="sibTrans2D1" presStyleIdx="1" presStyleCnt="3"/>
      <dgm:spPr/>
    </dgm:pt>
    <dgm:pt modelId="{F5002BE7-D52F-4F71-80EA-732345C21918}" type="pres">
      <dgm:prSet presAssocID="{D2C3DA14-946C-45BA-B99D-B1960C7C52CC}" presName="connectorText" presStyleLbl="sibTrans2D1" presStyleIdx="1" presStyleCnt="3"/>
      <dgm:spPr/>
    </dgm:pt>
    <dgm:pt modelId="{61320AF2-5AF5-4932-8985-04089DBD82BC}" type="pres">
      <dgm:prSet presAssocID="{A1D697B6-4822-43E7-BC49-E64EBBBC873F}" presName="node" presStyleLbl="node1" presStyleIdx="2" presStyleCnt="3">
        <dgm:presLayoutVars>
          <dgm:bulletEnabled val="1"/>
        </dgm:presLayoutVars>
      </dgm:prSet>
      <dgm:spPr/>
    </dgm:pt>
    <dgm:pt modelId="{BCEB2642-B50D-4B12-B4D3-349B24D5B3E5}" type="pres">
      <dgm:prSet presAssocID="{2E370357-26E9-436C-811C-A6780286E1C2}" presName="sibTrans" presStyleLbl="sibTrans2D1" presStyleIdx="2" presStyleCnt="3"/>
      <dgm:spPr/>
    </dgm:pt>
    <dgm:pt modelId="{5D7541E4-CC54-4A61-BDCA-9931CE3BDBEF}" type="pres">
      <dgm:prSet presAssocID="{2E370357-26E9-436C-811C-A6780286E1C2}" presName="connectorText" presStyleLbl="sibTrans2D1" presStyleIdx="2" presStyleCnt="3"/>
      <dgm:spPr/>
    </dgm:pt>
  </dgm:ptLst>
  <dgm:cxnLst>
    <dgm:cxn modelId="{423A7C16-CB0B-4A1C-9AFB-8D48677B5EA8}" type="presOf" srcId="{ACA2A340-55C7-4036-8B6D-E0F4576465D2}" destId="{2FDA7AC7-BCFE-470B-A2D0-73DA41DAA26A}" srcOrd="0" destOrd="0" presId="urn:microsoft.com/office/officeart/2005/8/layout/cycle7"/>
    <dgm:cxn modelId="{BA74DF53-74FC-4297-B7B9-70553E678F20}" type="presOf" srcId="{D2C3DA14-946C-45BA-B99D-B1960C7C52CC}" destId="{F5002BE7-D52F-4F71-80EA-732345C21918}" srcOrd="1" destOrd="0" presId="urn:microsoft.com/office/officeart/2005/8/layout/cycle7"/>
    <dgm:cxn modelId="{A35CF476-C49E-49DA-AACA-693CB803F726}" type="presOf" srcId="{A1D697B6-4822-43E7-BC49-E64EBBBC873F}" destId="{61320AF2-5AF5-4932-8985-04089DBD82BC}" srcOrd="0" destOrd="0" presId="urn:microsoft.com/office/officeart/2005/8/layout/cycle7"/>
    <dgm:cxn modelId="{76C1727C-EBC3-4B5A-848D-1134946F58AE}" type="presOf" srcId="{2E370357-26E9-436C-811C-A6780286E1C2}" destId="{5D7541E4-CC54-4A61-BDCA-9931CE3BDBEF}" srcOrd="1" destOrd="0" presId="urn:microsoft.com/office/officeart/2005/8/layout/cycle7"/>
    <dgm:cxn modelId="{8E7B947F-A729-4172-B4EE-0DDFC8B03A1A}" type="presOf" srcId="{FCFEE6BE-3239-4B7A-A331-FF33BD0A7A98}" destId="{E6A12B76-FA20-4327-A950-D10299E9896A}" srcOrd="1" destOrd="0" presId="urn:microsoft.com/office/officeart/2005/8/layout/cycle7"/>
    <dgm:cxn modelId="{3A26668A-03F1-43E2-A487-DE04D7C9F6AD}" srcId="{F3CC08E8-2715-40D2-9570-DD8D18FC51F9}" destId="{A1D697B6-4822-43E7-BC49-E64EBBBC873F}" srcOrd="2" destOrd="0" parTransId="{1C2BBD9B-C415-4662-8D8B-51F72B412B39}" sibTransId="{2E370357-26E9-436C-811C-A6780286E1C2}"/>
    <dgm:cxn modelId="{6CCF9392-AE34-4F95-8352-EA066E8DAC1B}" type="presOf" srcId="{D2C3DA14-946C-45BA-B99D-B1960C7C52CC}" destId="{420FC76F-D17F-4407-9BC4-648190DF4EDC}" srcOrd="0" destOrd="0" presId="urn:microsoft.com/office/officeart/2005/8/layout/cycle7"/>
    <dgm:cxn modelId="{8B37D7B3-DBD4-45A7-83E3-8E38297AB267}" type="presOf" srcId="{C0F10733-67D1-4414-B528-CD29F4DC2E26}" destId="{A195D939-FF31-40CB-8AEB-84F869F3700B}" srcOrd="0" destOrd="0" presId="urn:microsoft.com/office/officeart/2005/8/layout/cycle7"/>
    <dgm:cxn modelId="{6ED4A5B6-5743-4B20-BB08-E5020B9DE221}" type="presOf" srcId="{F3CC08E8-2715-40D2-9570-DD8D18FC51F9}" destId="{656F9AE7-8C79-41AB-AEC8-7793A6444C02}" srcOrd="0" destOrd="0" presId="urn:microsoft.com/office/officeart/2005/8/layout/cycle7"/>
    <dgm:cxn modelId="{EE8CA3BC-143A-424D-B369-3B1019348DCD}" type="presOf" srcId="{2E370357-26E9-436C-811C-A6780286E1C2}" destId="{BCEB2642-B50D-4B12-B4D3-349B24D5B3E5}" srcOrd="0" destOrd="0" presId="urn:microsoft.com/office/officeart/2005/8/layout/cycle7"/>
    <dgm:cxn modelId="{B85073CA-609C-457E-8F67-BE33EAB66ADC}" type="presOf" srcId="{FCFEE6BE-3239-4B7A-A331-FF33BD0A7A98}" destId="{1BE89791-09A3-4C01-B9E3-EC5381CABCAD}" srcOrd="0" destOrd="0" presId="urn:microsoft.com/office/officeart/2005/8/layout/cycle7"/>
    <dgm:cxn modelId="{CA8CCCCF-A1B8-4ACD-81EB-BB3B66C0BA34}" srcId="{F3CC08E8-2715-40D2-9570-DD8D18FC51F9}" destId="{ACA2A340-55C7-4036-8B6D-E0F4576465D2}" srcOrd="1" destOrd="0" parTransId="{1311553E-7D6C-4FED-BA19-86782CE95D49}" sibTransId="{D2C3DA14-946C-45BA-B99D-B1960C7C52CC}"/>
    <dgm:cxn modelId="{AB12DEE2-91AB-4F2F-A0CB-A318533D7445}" srcId="{F3CC08E8-2715-40D2-9570-DD8D18FC51F9}" destId="{C0F10733-67D1-4414-B528-CD29F4DC2E26}" srcOrd="0" destOrd="0" parTransId="{D44A3460-D399-4B8D-993E-48E3D72EF0CA}" sibTransId="{FCFEE6BE-3239-4B7A-A331-FF33BD0A7A98}"/>
    <dgm:cxn modelId="{68EF9EF4-F7BD-4991-A50E-571A66E82269}" type="presParOf" srcId="{656F9AE7-8C79-41AB-AEC8-7793A6444C02}" destId="{A195D939-FF31-40CB-8AEB-84F869F3700B}" srcOrd="0" destOrd="0" presId="urn:microsoft.com/office/officeart/2005/8/layout/cycle7"/>
    <dgm:cxn modelId="{E6FAF9AC-34F7-4E56-B455-36964732800D}" type="presParOf" srcId="{656F9AE7-8C79-41AB-AEC8-7793A6444C02}" destId="{1BE89791-09A3-4C01-B9E3-EC5381CABCAD}" srcOrd="1" destOrd="0" presId="urn:microsoft.com/office/officeart/2005/8/layout/cycle7"/>
    <dgm:cxn modelId="{0E4834C7-5842-4A7F-B806-2F1178A94D50}" type="presParOf" srcId="{1BE89791-09A3-4C01-B9E3-EC5381CABCAD}" destId="{E6A12B76-FA20-4327-A950-D10299E9896A}" srcOrd="0" destOrd="0" presId="urn:microsoft.com/office/officeart/2005/8/layout/cycle7"/>
    <dgm:cxn modelId="{D133CB9D-E16B-4AD9-B493-9F08460B04F0}" type="presParOf" srcId="{656F9AE7-8C79-41AB-AEC8-7793A6444C02}" destId="{2FDA7AC7-BCFE-470B-A2D0-73DA41DAA26A}" srcOrd="2" destOrd="0" presId="urn:microsoft.com/office/officeart/2005/8/layout/cycle7"/>
    <dgm:cxn modelId="{9CDDC90A-2F80-4CFE-A323-A5C36FEECB83}" type="presParOf" srcId="{656F9AE7-8C79-41AB-AEC8-7793A6444C02}" destId="{420FC76F-D17F-4407-9BC4-648190DF4EDC}" srcOrd="3" destOrd="0" presId="urn:microsoft.com/office/officeart/2005/8/layout/cycle7"/>
    <dgm:cxn modelId="{81E43DB1-0156-4708-8E8E-13C94DFA38EB}" type="presParOf" srcId="{420FC76F-D17F-4407-9BC4-648190DF4EDC}" destId="{F5002BE7-D52F-4F71-80EA-732345C21918}" srcOrd="0" destOrd="0" presId="urn:microsoft.com/office/officeart/2005/8/layout/cycle7"/>
    <dgm:cxn modelId="{9519123A-4F41-4E08-9F29-A4D729E0BAF4}" type="presParOf" srcId="{656F9AE7-8C79-41AB-AEC8-7793A6444C02}" destId="{61320AF2-5AF5-4932-8985-04089DBD82BC}" srcOrd="4" destOrd="0" presId="urn:microsoft.com/office/officeart/2005/8/layout/cycle7"/>
    <dgm:cxn modelId="{50055E0C-350E-4C45-9B54-E9BDAAD20BAA}" type="presParOf" srcId="{656F9AE7-8C79-41AB-AEC8-7793A6444C02}" destId="{BCEB2642-B50D-4B12-B4D3-349B24D5B3E5}" srcOrd="5" destOrd="0" presId="urn:microsoft.com/office/officeart/2005/8/layout/cycle7"/>
    <dgm:cxn modelId="{AAF7F071-AB9B-4772-9B28-16E70C3B76B8}" type="presParOf" srcId="{BCEB2642-B50D-4B12-B4D3-349B24D5B3E5}" destId="{5D7541E4-CC54-4A61-BDCA-9931CE3BDBE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2" qsCatId="simple" csTypeId="urn:microsoft.com/office/officeart/2005/8/colors/colorful2" csCatId="colorful" phldr="1"/>
      <dgm:spPr/>
      <dgm:t>
        <a:bodyPr/>
        <a:lstStyle/>
        <a:p>
          <a:endParaRPr lang="en-IN"/>
        </a:p>
      </dgm:t>
    </dgm:pt>
    <dgm:pt modelId="{519280F7-7628-4427-8D99-8BEA3E6DF619}">
      <dgm:prSet phldrT="[Text]" custT="1"/>
      <dgm:spPr/>
      <dgm:t>
        <a:bodyPr/>
        <a:lstStyle/>
        <a:p>
          <a:r>
            <a:rPr lang="en-IN" sz="1200" b="1">
              <a:latin typeface="Ubuntu" panose="020B0504030602030204" pitchFamily="34" charset="0"/>
            </a:rPr>
            <a:t>SPRINT - VELOCITY by stories</a:t>
          </a:r>
        </a:p>
      </dgm:t>
    </dgm:pt>
    <dgm:pt modelId="{485B8268-1F85-4278-B6B6-29EB042B2E32}" type="parTrans" cxnId="{D81815D7-8834-4E20-B6DB-00E584E1DD50}">
      <dgm:prSet/>
      <dgm:spPr/>
      <dgm:t>
        <a:bodyPr/>
        <a:lstStyle/>
        <a:p>
          <a:endParaRPr lang="en-IN" sz="1200">
            <a:latin typeface="Ubuntu" panose="020B0504030602030204" pitchFamily="34" charset="0"/>
          </a:endParaRPr>
        </a:p>
      </dgm:t>
    </dgm:pt>
    <dgm:pt modelId="{1C1CC9FE-7F9A-46D7-9295-121B89D7BCA1}" type="sibTrans" cxnId="{D81815D7-8834-4E20-B6DB-00E584E1DD50}">
      <dgm:prSet/>
      <dgm:spPr/>
      <dgm:t>
        <a:bodyPr/>
        <a:lstStyle/>
        <a:p>
          <a:endParaRPr lang="en-IN" sz="1200">
            <a:latin typeface="Ubuntu" panose="020B0504030602030204" pitchFamily="34" charset="0"/>
          </a:endParaRPr>
        </a:p>
      </dgm:t>
    </dgm:pt>
    <dgm:pt modelId="{894BE2F0-305F-4435-B4EF-E9F7227E7E15}">
      <dgm:prSet phldrT="[Text]" custT="1"/>
      <dgm:spPr/>
      <dgm:t>
        <a:bodyPr/>
        <a:lstStyle/>
        <a:p>
          <a:r>
            <a:rPr lang="en-IN" sz="1200">
              <a:latin typeface="Ubuntu" panose="020B0504030602030204" pitchFamily="34" charset="0"/>
            </a:rPr>
            <a:t>User story burn down tracking. Planned vs Actual on a daily basis</a:t>
          </a:r>
        </a:p>
      </dgm:t>
    </dgm:pt>
    <dgm:pt modelId="{1C47E045-A720-48A2-AFBD-8D8B93F18BBD}" type="parTrans" cxnId="{CC9261C8-0255-496E-A81B-97729709D7C9}">
      <dgm:prSet/>
      <dgm:spPr/>
      <dgm:t>
        <a:bodyPr/>
        <a:lstStyle/>
        <a:p>
          <a:endParaRPr lang="en-IN" sz="1200">
            <a:latin typeface="Ubuntu" panose="020B0504030602030204" pitchFamily="34" charset="0"/>
          </a:endParaRPr>
        </a:p>
      </dgm:t>
    </dgm:pt>
    <dgm:pt modelId="{72059E62-80FA-4D06-AEE5-B776686D80F6}" type="sibTrans" cxnId="{CC9261C8-0255-496E-A81B-97729709D7C9}">
      <dgm:prSet/>
      <dgm:spPr/>
      <dgm:t>
        <a:bodyPr/>
        <a:lstStyle/>
        <a:p>
          <a:endParaRPr lang="en-IN" sz="1200">
            <a:latin typeface="Ubuntu" panose="020B0504030602030204" pitchFamily="34" charset="0"/>
          </a:endParaRPr>
        </a:p>
      </dgm:t>
    </dgm:pt>
    <dgm:pt modelId="{ED31B995-9E38-4ABF-BE57-8804C09D52C3}">
      <dgm:prSet phldrT="[Text]" custT="1"/>
      <dgm:spPr/>
      <dgm:t>
        <a:bodyPr/>
        <a:lstStyle/>
        <a:p>
          <a:r>
            <a:rPr lang="en-IN" sz="1200" b="1">
              <a:latin typeface="Ubuntu" panose="020B0504030602030204" pitchFamily="34" charset="0"/>
            </a:rPr>
            <a:t>SPRINT - VELOCITY by story points</a:t>
          </a:r>
        </a:p>
      </dgm:t>
    </dgm:pt>
    <dgm:pt modelId="{648C841B-82B2-4C42-A5D0-4F003FB8A836}" type="parTrans" cxnId="{44E41AD8-E1F5-4E5B-AA5C-6C8B413ED5D3}">
      <dgm:prSet/>
      <dgm:spPr/>
      <dgm:t>
        <a:bodyPr/>
        <a:lstStyle/>
        <a:p>
          <a:endParaRPr lang="en-IN" sz="1200">
            <a:latin typeface="Ubuntu" panose="020B0504030602030204" pitchFamily="34" charset="0"/>
          </a:endParaRPr>
        </a:p>
      </dgm:t>
    </dgm:pt>
    <dgm:pt modelId="{89B28FC6-C771-47A5-9F29-C735F5609D0F}" type="sibTrans" cxnId="{44E41AD8-E1F5-4E5B-AA5C-6C8B413ED5D3}">
      <dgm:prSet/>
      <dgm:spPr/>
      <dgm:t>
        <a:bodyPr/>
        <a:lstStyle/>
        <a:p>
          <a:endParaRPr lang="en-IN" sz="1200">
            <a:latin typeface="Ubuntu" panose="020B0504030602030204" pitchFamily="34" charset="0"/>
          </a:endParaRPr>
        </a:p>
      </dgm:t>
    </dgm:pt>
    <dgm:pt modelId="{C27C4EDA-3CBC-48B8-913C-F4CDA5731F15}">
      <dgm:prSet phldrT="[Text]" custT="1"/>
      <dgm:spPr/>
      <dgm:t>
        <a:bodyPr/>
        <a:lstStyle/>
        <a:p>
          <a:r>
            <a:rPr lang="en-IN" sz="1200">
              <a:latin typeface="Ubuntu" panose="020B0504030602030204" pitchFamily="34" charset="0"/>
            </a:rPr>
            <a:t>Story points burn down tracking. Planned vs Actual on a daily basis</a:t>
          </a:r>
        </a:p>
      </dgm:t>
    </dgm:pt>
    <dgm:pt modelId="{8AE9AED4-0EFC-4ACC-B152-0BDB51B06D10}" type="parTrans" cxnId="{83215D1E-DC5B-40CB-AEF0-0276658975C8}">
      <dgm:prSet/>
      <dgm:spPr/>
      <dgm:t>
        <a:bodyPr/>
        <a:lstStyle/>
        <a:p>
          <a:endParaRPr lang="en-IN" sz="1200">
            <a:latin typeface="Ubuntu" panose="020B0504030602030204" pitchFamily="34" charset="0"/>
          </a:endParaRPr>
        </a:p>
      </dgm:t>
    </dgm:pt>
    <dgm:pt modelId="{3FE702F3-CB91-49F5-972E-8293A3E99098}" type="sibTrans" cxnId="{83215D1E-DC5B-40CB-AEF0-0276658975C8}">
      <dgm:prSet/>
      <dgm:spPr/>
      <dgm:t>
        <a:bodyPr/>
        <a:lstStyle/>
        <a:p>
          <a:endParaRPr lang="en-IN" sz="1200">
            <a:latin typeface="Ubuntu" panose="020B0504030602030204" pitchFamily="34" charset="0"/>
          </a:endParaRPr>
        </a:p>
      </dgm:t>
    </dgm:pt>
    <dgm:pt modelId="{59415FB5-54B7-402F-8B74-C5B63CF190B7}">
      <dgm:prSet phldrT="[Text]" custT="1"/>
      <dgm:spPr/>
      <dgm:t>
        <a:bodyPr/>
        <a:lstStyle/>
        <a:p>
          <a:r>
            <a:rPr lang="en-IN" sz="1200">
              <a:latin typeface="Ubuntu" panose="020B0504030602030204" pitchFamily="34" charset="0"/>
            </a:rPr>
            <a:t>Team to take up corrective action for any lag in the burn down</a:t>
          </a:r>
        </a:p>
      </dgm:t>
    </dgm:pt>
    <dgm:pt modelId="{2E323CFC-9F47-4C61-A135-AAE859050865}" type="parTrans" cxnId="{A74E55F0-15F1-4BA2-AEC4-E590A46A5F37}">
      <dgm:prSet/>
      <dgm:spPr/>
      <dgm:t>
        <a:bodyPr/>
        <a:lstStyle/>
        <a:p>
          <a:endParaRPr lang="en-IN" sz="1200">
            <a:latin typeface="Ubuntu" panose="020B0504030602030204" pitchFamily="34" charset="0"/>
          </a:endParaRPr>
        </a:p>
      </dgm:t>
    </dgm:pt>
    <dgm:pt modelId="{8B1F9C5D-95EE-407C-871F-0A46E4F265A5}" type="sibTrans" cxnId="{A74E55F0-15F1-4BA2-AEC4-E590A46A5F37}">
      <dgm:prSet/>
      <dgm:spPr/>
      <dgm:t>
        <a:bodyPr/>
        <a:lstStyle/>
        <a:p>
          <a:endParaRPr lang="en-IN" sz="1200">
            <a:latin typeface="Ubuntu" panose="020B0504030602030204" pitchFamily="34" charset="0"/>
          </a:endParaRPr>
        </a:p>
      </dgm:t>
    </dgm:pt>
    <dgm:pt modelId="{3FB6CB80-3680-46A1-9F08-5AD4B5AC819C}">
      <dgm:prSet phldrT="[Text]" custT="1"/>
      <dgm:spPr/>
      <dgm:t>
        <a:bodyPr/>
        <a:lstStyle/>
        <a:p>
          <a:r>
            <a:rPr lang="en-IN" sz="1200" b="1">
              <a:latin typeface="Ubuntu" panose="020B0504030602030204" pitchFamily="34" charset="0"/>
            </a:rPr>
            <a:t>SPRINT PROGRESS</a:t>
          </a:r>
        </a:p>
      </dgm:t>
    </dgm:pt>
    <dgm:pt modelId="{E0ACFD6F-0D8F-4F86-A435-13F5ACBC77C9}" type="parTrans" cxnId="{CA7D97B8-5466-4266-8FAF-78DDDA933AFF}">
      <dgm:prSet/>
      <dgm:spPr/>
      <dgm:t>
        <a:bodyPr/>
        <a:lstStyle/>
        <a:p>
          <a:endParaRPr lang="en-IN" sz="1200">
            <a:latin typeface="Ubuntu" panose="020B0504030602030204" pitchFamily="34" charset="0"/>
          </a:endParaRPr>
        </a:p>
      </dgm:t>
    </dgm:pt>
    <dgm:pt modelId="{3E7F05EA-5FE7-4580-96BB-810A48E0CDFB}" type="sibTrans" cxnId="{CA7D97B8-5466-4266-8FAF-78DDDA933AFF}">
      <dgm:prSet/>
      <dgm:spPr/>
      <dgm:t>
        <a:bodyPr/>
        <a:lstStyle/>
        <a:p>
          <a:endParaRPr lang="en-IN" sz="1200">
            <a:latin typeface="Ubuntu" panose="020B0504030602030204" pitchFamily="34" charset="0"/>
          </a:endParaRPr>
        </a:p>
      </dgm:t>
    </dgm:pt>
    <dgm:pt modelId="{90BF0E12-C226-4FB0-9932-FBEEA36E2C94}">
      <dgm:prSet phldrT="[Text]" custT="1"/>
      <dgm:spPr/>
      <dgm:t>
        <a:bodyPr/>
        <a:lstStyle/>
        <a:p>
          <a:r>
            <a:rPr lang="en-IN" sz="1200">
              <a:latin typeface="Ubuntu" panose="020B0504030602030204" pitchFamily="34" charset="0"/>
            </a:rPr>
            <a:t>User stories progress by Release Train through life cycle (dev vs test)</a:t>
          </a:r>
        </a:p>
      </dgm:t>
    </dgm:pt>
    <dgm:pt modelId="{A44223AB-E665-4D78-8F56-5D82B8204D8A}" type="parTrans" cxnId="{6EB24F85-002F-4BFC-8FAA-3A19235C29B0}">
      <dgm:prSet/>
      <dgm:spPr/>
      <dgm:t>
        <a:bodyPr/>
        <a:lstStyle/>
        <a:p>
          <a:endParaRPr lang="en-IN" sz="1200">
            <a:latin typeface="Ubuntu" panose="020B0504030602030204" pitchFamily="34" charset="0"/>
          </a:endParaRPr>
        </a:p>
      </dgm:t>
    </dgm:pt>
    <dgm:pt modelId="{CC3A9C73-715C-44FE-A052-F51A447F9633}" type="sibTrans" cxnId="{6EB24F85-002F-4BFC-8FAA-3A19235C29B0}">
      <dgm:prSet/>
      <dgm:spPr/>
      <dgm:t>
        <a:bodyPr/>
        <a:lstStyle/>
        <a:p>
          <a:endParaRPr lang="en-IN" sz="1200">
            <a:latin typeface="Ubuntu" panose="020B0504030602030204" pitchFamily="34" charset="0"/>
          </a:endParaRPr>
        </a:p>
      </dgm:t>
    </dgm:pt>
    <dgm:pt modelId="{1DF349B9-B767-4FF0-90BA-140ADDD9F79C}">
      <dgm:prSet phldrT="[Text]" custT="1"/>
      <dgm:spPr/>
      <dgm:t>
        <a:bodyPr/>
        <a:lstStyle/>
        <a:p>
          <a:r>
            <a:rPr lang="en-IN" sz="1200" b="0">
              <a:latin typeface="Ubuntu" panose="020B0504030602030204" pitchFamily="34" charset="0"/>
            </a:rPr>
            <a:t>Reports made available via JIRA dashboards</a:t>
          </a:r>
          <a:endParaRPr lang="en-IN" sz="1200">
            <a:latin typeface="Ubuntu" panose="020B0504030602030204" pitchFamily="34" charset="0"/>
          </a:endParaRPr>
        </a:p>
      </dgm:t>
    </dgm:pt>
    <dgm:pt modelId="{0522CB3A-A634-4C89-A3C6-F35876FDC80C}" type="parTrans" cxnId="{987292A4-4D10-486A-8C55-D0D4C9606B22}">
      <dgm:prSet/>
      <dgm:spPr/>
      <dgm:t>
        <a:bodyPr/>
        <a:lstStyle/>
        <a:p>
          <a:endParaRPr lang="en-IN" sz="1200">
            <a:latin typeface="Ubuntu" panose="020B0504030602030204" pitchFamily="34" charset="0"/>
          </a:endParaRPr>
        </a:p>
      </dgm:t>
    </dgm:pt>
    <dgm:pt modelId="{C94ED2DF-C626-47D3-8C1B-76F80D37C717}" type="sibTrans" cxnId="{987292A4-4D10-486A-8C55-D0D4C9606B22}">
      <dgm:prSet/>
      <dgm:spPr/>
      <dgm:t>
        <a:bodyPr/>
        <a:lstStyle/>
        <a:p>
          <a:endParaRPr lang="en-IN" sz="1200">
            <a:latin typeface="Ubuntu" panose="020B0504030602030204" pitchFamily="34" charset="0"/>
          </a:endParaRPr>
        </a:p>
      </dgm:t>
    </dgm:pt>
    <dgm:pt modelId="{4CB26F3E-FF23-481A-BED6-6C0188E6692D}">
      <dgm:prSet phldrT="[Text]" custT="1"/>
      <dgm:spPr/>
      <dgm:t>
        <a:bodyPr/>
        <a:lstStyle/>
        <a:p>
          <a:r>
            <a:rPr lang="en-IN" sz="1200">
              <a:latin typeface="Ubuntu" panose="020B0504030602030204" pitchFamily="34" charset="0"/>
            </a:rPr>
            <a:t>Team to take up corrective action for any lag in the burn down</a:t>
          </a:r>
        </a:p>
      </dgm:t>
    </dgm:pt>
    <dgm:pt modelId="{67850BF7-CCBB-4956-9635-1600FE47C24A}" type="parTrans" cxnId="{67A0F181-BD4F-4B54-9BC5-C7CD32FEDD84}">
      <dgm:prSet/>
      <dgm:spPr/>
      <dgm:t>
        <a:bodyPr/>
        <a:lstStyle/>
        <a:p>
          <a:endParaRPr lang="en-IN" sz="1600"/>
        </a:p>
      </dgm:t>
    </dgm:pt>
    <dgm:pt modelId="{E91E2190-9BC9-4E8D-9565-7CD9488C4146}" type="sibTrans" cxnId="{67A0F181-BD4F-4B54-9BC5-C7CD32FEDD84}">
      <dgm:prSet/>
      <dgm:spPr/>
      <dgm:t>
        <a:bodyPr/>
        <a:lstStyle/>
        <a:p>
          <a:endParaRPr lang="en-IN" sz="1600"/>
        </a:p>
      </dgm:t>
    </dgm:pt>
    <dgm:pt modelId="{96C683B6-439F-4755-9B8F-509445602E33}">
      <dgm:prSet phldrT="[Text]" custT="1"/>
      <dgm:spPr/>
      <dgm:t>
        <a:bodyPr/>
        <a:lstStyle/>
        <a:p>
          <a:r>
            <a:rPr lang="en-IN" sz="1200">
              <a:latin typeface="Ubuntu" panose="020B0504030602030204" pitchFamily="34" charset="0"/>
            </a:rPr>
            <a:t>Burndown charts by Release Trains</a:t>
          </a:r>
        </a:p>
      </dgm:t>
    </dgm:pt>
    <dgm:pt modelId="{A3C35746-C38B-4D0E-B1E2-C761B424EE01}" type="parTrans" cxnId="{4388FAAB-3272-4189-9E44-AA225B57D9E2}">
      <dgm:prSet/>
      <dgm:spPr/>
      <dgm:t>
        <a:bodyPr/>
        <a:lstStyle/>
        <a:p>
          <a:endParaRPr lang="en-IN" sz="1600"/>
        </a:p>
      </dgm:t>
    </dgm:pt>
    <dgm:pt modelId="{F6188443-14D3-43F8-86B9-A1D1728E152B}" type="sibTrans" cxnId="{4388FAAB-3272-4189-9E44-AA225B57D9E2}">
      <dgm:prSet/>
      <dgm:spPr/>
      <dgm:t>
        <a:bodyPr/>
        <a:lstStyle/>
        <a:p>
          <a:endParaRPr lang="en-IN" sz="1600"/>
        </a:p>
      </dgm:t>
    </dgm:pt>
    <dgm:pt modelId="{C556666F-ABF3-444D-8064-B9B2E0B12DD6}">
      <dgm:prSet phldrT="[Text]" custT="1"/>
      <dgm:spPr/>
      <dgm:t>
        <a:bodyPr/>
        <a:lstStyle/>
        <a:p>
          <a:r>
            <a:rPr lang="en-IN" sz="1200">
              <a:latin typeface="Ubuntu" panose="020B0504030602030204" pitchFamily="34" charset="0"/>
            </a:rPr>
            <a:t>Burndown charts by Release Trains</a:t>
          </a:r>
        </a:p>
      </dgm:t>
    </dgm:pt>
    <dgm:pt modelId="{1DC2C168-1F45-4026-87F9-0CD01A5054ED}" type="parTrans" cxnId="{6FBA7857-DCDE-492F-8AE9-1C3031095B97}">
      <dgm:prSet/>
      <dgm:spPr/>
      <dgm:t>
        <a:bodyPr/>
        <a:lstStyle/>
        <a:p>
          <a:endParaRPr lang="en-IN"/>
        </a:p>
      </dgm:t>
    </dgm:pt>
    <dgm:pt modelId="{F8947C60-E62F-4BD0-AF09-311C63D9E4A5}" type="sibTrans" cxnId="{6FBA7857-DCDE-492F-8AE9-1C3031095B97}">
      <dgm:prSet/>
      <dgm:spPr/>
      <dgm:t>
        <a:bodyPr/>
        <a:lstStyle/>
        <a:p>
          <a:endParaRPr lang="en-IN"/>
        </a:p>
      </dgm:t>
    </dgm:pt>
    <dgm:pt modelId="{55CFC0F1-CEC7-46E6-A75B-52740A1B1445}">
      <dgm:prSet custT="1"/>
      <dgm:spPr/>
      <dgm:t>
        <a:bodyPr/>
        <a:lstStyle/>
        <a:p>
          <a:r>
            <a:rPr lang="en-IN" sz="1200" b="1">
              <a:latin typeface="Ubuntu" panose="020B0504030602030204" pitchFamily="34" charset="0"/>
            </a:rPr>
            <a:t>RELEASE – VELOCITY</a:t>
          </a:r>
        </a:p>
      </dgm:t>
    </dgm:pt>
    <dgm:pt modelId="{5CCE8C4C-ABD0-4001-9F8E-149B56AED3F0}" type="parTrans" cxnId="{FCE11D12-663E-41D2-B739-8C9E181E2354}">
      <dgm:prSet/>
      <dgm:spPr/>
      <dgm:t>
        <a:bodyPr/>
        <a:lstStyle/>
        <a:p>
          <a:endParaRPr lang="en-IN"/>
        </a:p>
      </dgm:t>
    </dgm:pt>
    <dgm:pt modelId="{73EA0EEB-E955-4351-9901-605E57022843}" type="sibTrans" cxnId="{FCE11D12-663E-41D2-B739-8C9E181E2354}">
      <dgm:prSet/>
      <dgm:spPr/>
      <dgm:t>
        <a:bodyPr/>
        <a:lstStyle/>
        <a:p>
          <a:endParaRPr lang="en-IN"/>
        </a:p>
      </dgm:t>
    </dgm:pt>
    <dgm:pt modelId="{0B8C970E-AE68-47A9-B065-4DE058B152F4}">
      <dgm:prSet custT="1"/>
      <dgm:spPr/>
      <dgm:t>
        <a:bodyPr/>
        <a:lstStyle/>
        <a:p>
          <a:r>
            <a:rPr lang="en-IN" sz="1200" b="0">
              <a:latin typeface="Ubuntu" panose="020B0504030602030204" pitchFamily="34" charset="0"/>
            </a:rPr>
            <a:t>User story or story points burndown. Planned Vs Actual for full release</a:t>
          </a:r>
        </a:p>
      </dgm:t>
    </dgm:pt>
    <dgm:pt modelId="{4A948706-3F1B-4D57-8AE7-CD4D1DD77C34}" type="parTrans" cxnId="{F806CF1F-7CB0-44CF-B509-0E3A722A9958}">
      <dgm:prSet/>
      <dgm:spPr/>
      <dgm:t>
        <a:bodyPr/>
        <a:lstStyle/>
        <a:p>
          <a:endParaRPr lang="en-IN"/>
        </a:p>
      </dgm:t>
    </dgm:pt>
    <dgm:pt modelId="{22521D8B-4C38-4AEE-B0B6-CFF1A19404C4}" type="sibTrans" cxnId="{F806CF1F-7CB0-44CF-B509-0E3A722A9958}">
      <dgm:prSet/>
      <dgm:spPr/>
      <dgm:t>
        <a:bodyPr/>
        <a:lstStyle/>
        <a:p>
          <a:endParaRPr lang="en-IN"/>
        </a:p>
      </dgm:t>
    </dgm:pt>
    <dgm:pt modelId="{6FC4DB2E-9CE1-40B7-8407-2243DC0F432C}">
      <dgm:prSet custT="1"/>
      <dgm:spPr/>
      <dgm:t>
        <a:bodyPr/>
        <a:lstStyle/>
        <a:p>
          <a:r>
            <a:rPr lang="en-IN" sz="1200" b="0">
              <a:latin typeface="Ubuntu" panose="020B0504030602030204" pitchFamily="34" charset="0"/>
            </a:rPr>
            <a:t>Reports made available via JIRA dashboards</a:t>
          </a:r>
        </a:p>
      </dgm:t>
    </dgm:pt>
    <dgm:pt modelId="{32CF91F6-E1D7-4D27-9236-36B3F191566E}" type="parTrans" cxnId="{6ECE42FD-0139-4568-BED6-8A182CB8037F}">
      <dgm:prSet/>
      <dgm:spPr/>
      <dgm:t>
        <a:bodyPr/>
        <a:lstStyle/>
        <a:p>
          <a:endParaRPr lang="en-IN"/>
        </a:p>
      </dgm:t>
    </dgm:pt>
    <dgm:pt modelId="{E8FB0A44-F1A7-43BE-BFC3-258F13DCD24A}" type="sibTrans" cxnId="{6ECE42FD-0139-4568-BED6-8A182CB8037F}">
      <dgm:prSet/>
      <dgm:spPr/>
      <dgm:t>
        <a:bodyPr/>
        <a:lstStyle/>
        <a:p>
          <a:endParaRPr lang="en-IN"/>
        </a:p>
      </dgm:t>
    </dgm:pt>
    <dgm:pt modelId="{A3A8D80E-2935-4034-8C3B-4437E9E8A052}">
      <dgm:prSet custT="1"/>
      <dgm:spPr/>
      <dgm:t>
        <a:bodyPr/>
        <a:lstStyle/>
        <a:p>
          <a:r>
            <a:rPr lang="en-IN" sz="1200" b="1">
              <a:latin typeface="Ubuntu" panose="020B0504030602030204" pitchFamily="34" charset="0"/>
            </a:rPr>
            <a:t>DEPENDENCISES TRACKING</a:t>
          </a:r>
        </a:p>
      </dgm:t>
    </dgm:pt>
    <dgm:pt modelId="{5466DB06-467C-4F40-96C7-F3D9365B4DFF}" type="parTrans" cxnId="{2E4F674A-CAD3-4FA9-A635-6803ECA74CD2}">
      <dgm:prSet/>
      <dgm:spPr/>
      <dgm:t>
        <a:bodyPr/>
        <a:lstStyle/>
        <a:p>
          <a:endParaRPr lang="en-IN"/>
        </a:p>
      </dgm:t>
    </dgm:pt>
    <dgm:pt modelId="{F1CEBDB7-1A36-47BD-A8DB-44B35772CA89}" type="sibTrans" cxnId="{2E4F674A-CAD3-4FA9-A635-6803ECA74CD2}">
      <dgm:prSet/>
      <dgm:spPr/>
      <dgm:t>
        <a:bodyPr/>
        <a:lstStyle/>
        <a:p>
          <a:endParaRPr lang="en-IN"/>
        </a:p>
      </dgm:t>
    </dgm:pt>
    <dgm:pt modelId="{E5B1D71B-31EC-43CF-B0CB-DF7E53D2A716}">
      <dgm:prSet custT="1"/>
      <dgm:spPr/>
      <dgm:t>
        <a:bodyPr/>
        <a:lstStyle/>
        <a:p>
          <a:r>
            <a:rPr lang="en-IN" sz="1200" b="0">
              <a:latin typeface="Ubuntu" panose="020B0504030602030204" pitchFamily="34" charset="0"/>
            </a:rPr>
            <a:t>A mechanism to be developed to track external dependencies and delays</a:t>
          </a:r>
        </a:p>
      </dgm:t>
    </dgm:pt>
    <dgm:pt modelId="{A75A19A2-F2E8-4BA7-AF05-8E3998A9FD0E}" type="parTrans" cxnId="{CED7E7C3-5759-489B-951A-02C6A85BB370}">
      <dgm:prSet/>
      <dgm:spPr/>
      <dgm:t>
        <a:bodyPr/>
        <a:lstStyle/>
        <a:p>
          <a:endParaRPr lang="en-IN"/>
        </a:p>
      </dgm:t>
    </dgm:pt>
    <dgm:pt modelId="{DD22A884-FBBF-4B53-9149-97D5853E7784}" type="sibTrans" cxnId="{CED7E7C3-5759-489B-951A-02C6A85BB370}">
      <dgm:prSet/>
      <dgm:spPr/>
      <dgm:t>
        <a:bodyPr/>
        <a:lstStyle/>
        <a:p>
          <a:endParaRPr lang="en-IN"/>
        </a:p>
      </dgm:t>
    </dgm:pt>
    <dgm:pt modelId="{70E14B6C-DCCE-47B7-82F4-C6FA5D218DCC}">
      <dgm:prSet custT="1"/>
      <dgm:spPr/>
      <dgm:t>
        <a:bodyPr/>
        <a:lstStyle/>
        <a:p>
          <a:r>
            <a:rPr lang="en-IN" sz="1200" b="1">
              <a:latin typeface="Ubuntu" panose="020B0504030602030204" pitchFamily="34" charset="0"/>
            </a:rPr>
            <a:t>TEST METRICS</a:t>
          </a:r>
        </a:p>
      </dgm:t>
    </dgm:pt>
    <dgm:pt modelId="{337ED60C-6160-4E0D-B6A3-F77422236244}" type="parTrans" cxnId="{0591B8D4-6C73-4B8F-A590-8242A74FB3F2}">
      <dgm:prSet/>
      <dgm:spPr/>
      <dgm:t>
        <a:bodyPr/>
        <a:lstStyle/>
        <a:p>
          <a:endParaRPr lang="en-IN"/>
        </a:p>
      </dgm:t>
    </dgm:pt>
    <dgm:pt modelId="{B58EC74D-4E81-4AC2-86C2-7E4898037AAB}" type="sibTrans" cxnId="{0591B8D4-6C73-4B8F-A590-8242A74FB3F2}">
      <dgm:prSet/>
      <dgm:spPr/>
      <dgm:t>
        <a:bodyPr/>
        <a:lstStyle/>
        <a:p>
          <a:endParaRPr lang="en-IN"/>
        </a:p>
      </dgm:t>
    </dgm:pt>
    <dgm:pt modelId="{898607DE-E07C-4D9D-8767-9E789F5BE8E1}">
      <dgm:prSet custT="1"/>
      <dgm:spPr/>
      <dgm:t>
        <a:bodyPr/>
        <a:lstStyle/>
        <a:p>
          <a:r>
            <a:rPr lang="en-IN" sz="1200" b="0" i="0">
              <a:latin typeface="Ubuntu" panose="020B0504030602030204" pitchFamily="34" charset="0"/>
            </a:rPr>
            <a:t>Coverage metrics – Requirements, User story, Business process during stabilisation</a:t>
          </a:r>
          <a:endParaRPr lang="en-IN" sz="1200" b="1">
            <a:latin typeface="Ubuntu" panose="020B0504030602030204" pitchFamily="34" charset="0"/>
          </a:endParaRPr>
        </a:p>
      </dgm:t>
    </dgm:pt>
    <dgm:pt modelId="{8DFDB4F3-E33B-42F2-82BF-C96774EB5A4B}" type="parTrans" cxnId="{5270C1CA-5642-4B86-8E7B-F498ECA91D71}">
      <dgm:prSet/>
      <dgm:spPr/>
      <dgm:t>
        <a:bodyPr/>
        <a:lstStyle/>
        <a:p>
          <a:endParaRPr lang="en-IN"/>
        </a:p>
      </dgm:t>
    </dgm:pt>
    <dgm:pt modelId="{F1CFEEEB-C217-4CCD-8E5C-E5461A0D4AC1}" type="sibTrans" cxnId="{5270C1CA-5642-4B86-8E7B-F498ECA91D71}">
      <dgm:prSet/>
      <dgm:spPr/>
      <dgm:t>
        <a:bodyPr/>
        <a:lstStyle/>
        <a:p>
          <a:endParaRPr lang="en-IN"/>
        </a:p>
      </dgm:t>
    </dgm:pt>
    <dgm:pt modelId="{F675DD39-7CC5-4FAB-9E31-792623B6A73D}">
      <dgm:prSet custT="1"/>
      <dgm:spPr/>
      <dgm:t>
        <a:bodyPr/>
        <a:lstStyle/>
        <a:p>
          <a:r>
            <a:rPr lang="en-IN" sz="1200" b="0" i="0">
              <a:latin typeface="Ubuntu" panose="020B0504030602030204" pitchFamily="34" charset="0"/>
            </a:rPr>
            <a:t>Test metrics – Test execution burndown</a:t>
          </a:r>
          <a:endParaRPr lang="en-IN" sz="1200" b="1">
            <a:latin typeface="Ubuntu" panose="020B0504030602030204" pitchFamily="34" charset="0"/>
          </a:endParaRPr>
        </a:p>
      </dgm:t>
    </dgm:pt>
    <dgm:pt modelId="{B262845A-B484-496B-B0E3-7F19A7CE8476}" type="parTrans" cxnId="{BE76A5A7-035E-46BD-B962-D2A33767F107}">
      <dgm:prSet/>
      <dgm:spPr/>
      <dgm:t>
        <a:bodyPr/>
        <a:lstStyle/>
        <a:p>
          <a:endParaRPr lang="en-IN"/>
        </a:p>
      </dgm:t>
    </dgm:pt>
    <dgm:pt modelId="{DD370DF4-33BE-494C-8156-4530B7496EB0}" type="sibTrans" cxnId="{BE76A5A7-035E-46BD-B962-D2A33767F107}">
      <dgm:prSet/>
      <dgm:spPr/>
      <dgm:t>
        <a:bodyPr/>
        <a:lstStyle/>
        <a:p>
          <a:endParaRPr lang="en-IN"/>
        </a:p>
      </dgm:t>
    </dgm:pt>
    <dgm:pt modelId="{6AD771C5-CBD2-4EEC-B2DB-BFE74832B9E2}">
      <dgm:prSet custT="1"/>
      <dgm:spPr/>
      <dgm:t>
        <a:bodyPr/>
        <a:lstStyle/>
        <a:p>
          <a:r>
            <a:rPr lang="en-IN" sz="1200" b="0" i="0">
              <a:latin typeface="Ubuntu" panose="020B0504030602030204" pitchFamily="34" charset="0"/>
            </a:rPr>
            <a:t>Defect metrics – Defects by severity/priority, by Release Train, over time, rejection</a:t>
          </a:r>
          <a:endParaRPr lang="en-IN" sz="1200" b="1">
            <a:latin typeface="Ubuntu" panose="020B0504030602030204" pitchFamily="34" charset="0"/>
          </a:endParaRPr>
        </a:p>
      </dgm:t>
    </dgm:pt>
    <dgm:pt modelId="{0B7EA967-0CE4-4089-BB0E-18971E000016}" type="parTrans" cxnId="{C6B8D838-CC03-46A4-A8B8-5AE4AD6E137B}">
      <dgm:prSet/>
      <dgm:spPr/>
      <dgm:t>
        <a:bodyPr/>
        <a:lstStyle/>
        <a:p>
          <a:endParaRPr lang="en-IN"/>
        </a:p>
      </dgm:t>
    </dgm:pt>
    <dgm:pt modelId="{CA61874D-751F-448D-BE2C-3EB66253C90D}" type="sibTrans" cxnId="{C6B8D838-CC03-46A4-A8B8-5AE4AD6E137B}">
      <dgm:prSet/>
      <dgm:spPr/>
      <dgm:t>
        <a:bodyPr/>
        <a:lstStyle/>
        <a:p>
          <a:endParaRPr lang="en-IN"/>
        </a:p>
      </dgm:t>
    </dgm:pt>
    <dgm:pt modelId="{9CA94D39-3CA6-4856-889A-7281067C6FEC}" type="pres">
      <dgm:prSet presAssocID="{D4AE6BCD-0D56-453D-8B93-AEB4EB60ED51}" presName="Name0" presStyleCnt="0">
        <dgm:presLayoutVars>
          <dgm:dir/>
          <dgm:animLvl val="lvl"/>
          <dgm:resizeHandles val="exact"/>
        </dgm:presLayoutVars>
      </dgm:prSet>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0" presStyleCnt="6">
        <dgm:presLayoutVars>
          <dgm:chMax val="1"/>
          <dgm:bulletEnabled val="1"/>
        </dgm:presLayoutVars>
      </dgm:prSet>
      <dgm:spPr/>
    </dgm:pt>
    <dgm:pt modelId="{321D45C5-E096-47DB-A92E-2CD9DB2037B7}" type="pres">
      <dgm:prSet presAssocID="{519280F7-7628-4427-8D99-8BEA3E6DF619}" presName="descendantText" presStyleLbl="alignAccFollowNode1" presStyleIdx="0" presStyleCnt="6">
        <dgm:presLayoutVars>
          <dgm:bulletEnabled val="1"/>
        </dgm:presLayoutVars>
      </dgm:prSet>
      <dgm:spPr/>
    </dgm:pt>
    <dgm:pt modelId="{FF6BC2E6-C210-40BB-9782-1F99BBDDDE04}" type="pres">
      <dgm:prSet presAssocID="{1C1CC9FE-7F9A-46D7-9295-121B89D7BCA1}" presName="sp" presStyleCnt="0"/>
      <dgm:spPr/>
    </dgm:pt>
    <dgm:pt modelId="{250F2CEE-2804-422E-AA96-3DD66B2FC292}" type="pres">
      <dgm:prSet presAssocID="{ED31B995-9E38-4ABF-BE57-8804C09D52C3}" presName="linNode" presStyleCnt="0"/>
      <dgm:spPr/>
    </dgm:pt>
    <dgm:pt modelId="{B60CA28B-C537-4821-8294-5F090802889E}" type="pres">
      <dgm:prSet presAssocID="{ED31B995-9E38-4ABF-BE57-8804C09D52C3}" presName="parentText" presStyleLbl="node1" presStyleIdx="1" presStyleCnt="6">
        <dgm:presLayoutVars>
          <dgm:chMax val="1"/>
          <dgm:bulletEnabled val="1"/>
        </dgm:presLayoutVars>
      </dgm:prSet>
      <dgm:spPr/>
    </dgm:pt>
    <dgm:pt modelId="{0FA6AA42-8EFD-411F-9D34-A093AC86A4BD}" type="pres">
      <dgm:prSet presAssocID="{ED31B995-9E38-4ABF-BE57-8804C09D52C3}" presName="descendantText" presStyleLbl="alignAccFollowNode1" presStyleIdx="1" presStyleCnt="6">
        <dgm:presLayoutVars>
          <dgm:bulletEnabled val="1"/>
        </dgm:presLayoutVars>
      </dgm:prSet>
      <dgm:spPr/>
    </dgm:pt>
    <dgm:pt modelId="{5E10AC89-1B90-445F-BD61-B90515B831EB}" type="pres">
      <dgm:prSet presAssocID="{89B28FC6-C771-47A5-9F29-C735F5609D0F}"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2" presStyleCnt="6">
        <dgm:presLayoutVars>
          <dgm:chMax val="1"/>
          <dgm:bulletEnabled val="1"/>
        </dgm:presLayoutVars>
      </dgm:prSet>
      <dgm:spPr/>
    </dgm:pt>
    <dgm:pt modelId="{AF91CCC8-937A-40A9-9E38-D73CA0A35F4F}" type="pres">
      <dgm:prSet presAssocID="{3FB6CB80-3680-46A1-9F08-5AD4B5AC819C}" presName="descendantText" presStyleLbl="alignAccFollowNode1" presStyleIdx="2" presStyleCnt="6">
        <dgm:presLayoutVars>
          <dgm:bulletEnabled val="1"/>
        </dgm:presLayoutVars>
      </dgm:prSet>
      <dgm:spPr/>
    </dgm:pt>
    <dgm:pt modelId="{50E740AE-B316-4F49-B095-FAFF5D3FBDA3}" type="pres">
      <dgm:prSet presAssocID="{3E7F05EA-5FE7-4580-96BB-810A48E0CDFB}" presName="sp" presStyleCnt="0"/>
      <dgm:spPr/>
    </dgm:pt>
    <dgm:pt modelId="{0606CA6F-5FAE-41E5-A4AA-A31040C5151B}" type="pres">
      <dgm:prSet presAssocID="{55CFC0F1-CEC7-46E6-A75B-52740A1B1445}" presName="linNode" presStyleCnt="0"/>
      <dgm:spPr/>
    </dgm:pt>
    <dgm:pt modelId="{10F69BD6-0C66-4D13-AC5E-8C58DB8CAAFC}" type="pres">
      <dgm:prSet presAssocID="{55CFC0F1-CEC7-46E6-A75B-52740A1B1445}" presName="parentText" presStyleLbl="node1" presStyleIdx="3" presStyleCnt="6">
        <dgm:presLayoutVars>
          <dgm:chMax val="1"/>
          <dgm:bulletEnabled val="1"/>
        </dgm:presLayoutVars>
      </dgm:prSet>
      <dgm:spPr/>
    </dgm:pt>
    <dgm:pt modelId="{EBE56806-C316-4D6A-9B7F-8A51717E1E36}" type="pres">
      <dgm:prSet presAssocID="{55CFC0F1-CEC7-46E6-A75B-52740A1B1445}" presName="descendantText" presStyleLbl="alignAccFollowNode1" presStyleIdx="3" presStyleCnt="6">
        <dgm:presLayoutVars>
          <dgm:bulletEnabled val="1"/>
        </dgm:presLayoutVars>
      </dgm:prSet>
      <dgm:spPr/>
    </dgm:pt>
    <dgm:pt modelId="{AA4954CE-142A-42D2-B03F-20C980A84909}" type="pres">
      <dgm:prSet presAssocID="{73EA0EEB-E955-4351-9901-605E57022843}" presName="sp" presStyleCnt="0"/>
      <dgm:spPr/>
    </dgm:pt>
    <dgm:pt modelId="{02A80402-56D3-4DD9-98AA-8862564D88A2}" type="pres">
      <dgm:prSet presAssocID="{A3A8D80E-2935-4034-8C3B-4437E9E8A052}" presName="linNode" presStyleCnt="0"/>
      <dgm:spPr/>
    </dgm:pt>
    <dgm:pt modelId="{054321FE-6EA7-4991-BFE7-12E17F2CC0BE}" type="pres">
      <dgm:prSet presAssocID="{A3A8D80E-2935-4034-8C3B-4437E9E8A052}" presName="parentText" presStyleLbl="node1" presStyleIdx="4" presStyleCnt="6">
        <dgm:presLayoutVars>
          <dgm:chMax val="1"/>
          <dgm:bulletEnabled val="1"/>
        </dgm:presLayoutVars>
      </dgm:prSet>
      <dgm:spPr/>
    </dgm:pt>
    <dgm:pt modelId="{E67BD699-29B6-412D-B83D-98EBB4C18996}" type="pres">
      <dgm:prSet presAssocID="{A3A8D80E-2935-4034-8C3B-4437E9E8A052}" presName="descendantText" presStyleLbl="alignAccFollowNode1" presStyleIdx="4" presStyleCnt="6">
        <dgm:presLayoutVars>
          <dgm:bulletEnabled val="1"/>
        </dgm:presLayoutVars>
      </dgm:prSet>
      <dgm:spPr/>
    </dgm:pt>
    <dgm:pt modelId="{5D1630CD-0E75-4B3A-AADC-7C47A0B3BDFF}" type="pres">
      <dgm:prSet presAssocID="{F1CEBDB7-1A36-47BD-A8DB-44B35772CA89}" presName="sp" presStyleCnt="0"/>
      <dgm:spPr/>
    </dgm:pt>
    <dgm:pt modelId="{9393CC7B-1381-4067-9A88-65468BF1C7ED}" type="pres">
      <dgm:prSet presAssocID="{70E14B6C-DCCE-47B7-82F4-C6FA5D218DCC}" presName="linNode" presStyleCnt="0"/>
      <dgm:spPr/>
    </dgm:pt>
    <dgm:pt modelId="{E4B6E44A-02CE-44C5-8F2E-7A187DFD5622}" type="pres">
      <dgm:prSet presAssocID="{70E14B6C-DCCE-47B7-82F4-C6FA5D218DCC}" presName="parentText" presStyleLbl="node1" presStyleIdx="5" presStyleCnt="6">
        <dgm:presLayoutVars>
          <dgm:chMax val="1"/>
          <dgm:bulletEnabled val="1"/>
        </dgm:presLayoutVars>
      </dgm:prSet>
      <dgm:spPr/>
    </dgm:pt>
    <dgm:pt modelId="{A3A02229-1F38-48ED-B0F8-A0FB2DBB6FB2}" type="pres">
      <dgm:prSet presAssocID="{70E14B6C-DCCE-47B7-82F4-C6FA5D218DCC}" presName="descendantText" presStyleLbl="alignAccFollowNode1" presStyleIdx="5" presStyleCnt="6">
        <dgm:presLayoutVars>
          <dgm:bulletEnabled val="1"/>
        </dgm:presLayoutVars>
      </dgm:prSet>
      <dgm:spPr/>
    </dgm:pt>
  </dgm:ptLst>
  <dgm:cxnLst>
    <dgm:cxn modelId="{226B2B09-3F18-47D3-B32C-7851AB1CB61A}" type="presOf" srcId="{898607DE-E07C-4D9D-8767-9E789F5BE8E1}" destId="{A3A02229-1F38-48ED-B0F8-A0FB2DBB6FB2}" srcOrd="0" destOrd="0" presId="urn:microsoft.com/office/officeart/2005/8/layout/vList5"/>
    <dgm:cxn modelId="{B1DD280D-EB55-4184-932E-10B702999963}" type="presOf" srcId="{D4AE6BCD-0D56-453D-8B93-AEB4EB60ED51}" destId="{9CA94D39-3CA6-4856-889A-7281067C6FEC}" srcOrd="0" destOrd="0" presId="urn:microsoft.com/office/officeart/2005/8/layout/vList5"/>
    <dgm:cxn modelId="{FCE11D12-663E-41D2-B739-8C9E181E2354}" srcId="{D4AE6BCD-0D56-453D-8B93-AEB4EB60ED51}" destId="{55CFC0F1-CEC7-46E6-A75B-52740A1B1445}" srcOrd="3" destOrd="0" parTransId="{5CCE8C4C-ABD0-4001-9F8E-149B56AED3F0}" sibTransId="{73EA0EEB-E955-4351-9901-605E57022843}"/>
    <dgm:cxn modelId="{C94D911A-D20D-4657-9B8F-5F9A14631E15}" type="presOf" srcId="{90BF0E12-C226-4FB0-9932-FBEEA36E2C94}" destId="{AF91CCC8-937A-40A9-9E38-D73CA0A35F4F}" srcOrd="0" destOrd="0" presId="urn:microsoft.com/office/officeart/2005/8/layout/vList5"/>
    <dgm:cxn modelId="{0C45021E-8B53-4A8E-9BAF-1BA18314ABE3}" type="presOf" srcId="{F675DD39-7CC5-4FAB-9E31-792623B6A73D}" destId="{A3A02229-1F38-48ED-B0F8-A0FB2DBB6FB2}" srcOrd="0" destOrd="1" presId="urn:microsoft.com/office/officeart/2005/8/layout/vList5"/>
    <dgm:cxn modelId="{83215D1E-DC5B-40CB-AEF0-0276658975C8}" srcId="{ED31B995-9E38-4ABF-BE57-8804C09D52C3}" destId="{C27C4EDA-3CBC-48B8-913C-F4CDA5731F15}" srcOrd="0" destOrd="0" parTransId="{8AE9AED4-0EFC-4ACC-B152-0BDB51B06D10}" sibTransId="{3FE702F3-CB91-49F5-972E-8293A3E99098}"/>
    <dgm:cxn modelId="{F806CF1F-7CB0-44CF-B509-0E3A722A9958}" srcId="{55CFC0F1-CEC7-46E6-A75B-52740A1B1445}" destId="{0B8C970E-AE68-47A9-B065-4DE058B152F4}" srcOrd="0" destOrd="0" parTransId="{4A948706-3F1B-4D57-8AE7-CD4D1DD77C34}" sibTransId="{22521D8B-4C38-4AEE-B0B6-CFF1A19404C4}"/>
    <dgm:cxn modelId="{11B94D2A-5F20-4BBD-BDC0-9800DC16B9A3}" type="presOf" srcId="{70E14B6C-DCCE-47B7-82F4-C6FA5D218DCC}" destId="{E4B6E44A-02CE-44C5-8F2E-7A187DFD5622}" srcOrd="0" destOrd="0" presId="urn:microsoft.com/office/officeart/2005/8/layout/vList5"/>
    <dgm:cxn modelId="{55FBF82A-C7AE-4C1B-8491-6B6092BF7999}" type="presOf" srcId="{55CFC0F1-CEC7-46E6-A75B-52740A1B1445}" destId="{10F69BD6-0C66-4D13-AC5E-8C58DB8CAAFC}" srcOrd="0" destOrd="0" presId="urn:microsoft.com/office/officeart/2005/8/layout/vList5"/>
    <dgm:cxn modelId="{78908E2F-FCEB-493B-A711-9EF31BE7FA0E}" type="presOf" srcId="{894BE2F0-305F-4435-B4EF-E9F7227E7E15}" destId="{321D45C5-E096-47DB-A92E-2CD9DB2037B7}" srcOrd="0" destOrd="0" presId="urn:microsoft.com/office/officeart/2005/8/layout/vList5"/>
    <dgm:cxn modelId="{C6B8D838-CC03-46A4-A8B8-5AE4AD6E137B}" srcId="{70E14B6C-DCCE-47B7-82F4-C6FA5D218DCC}" destId="{6AD771C5-CBD2-4EEC-B2DB-BFE74832B9E2}" srcOrd="2" destOrd="0" parTransId="{0B7EA967-0CE4-4089-BB0E-18971E000016}" sibTransId="{CA61874D-751F-448D-BE2C-3EB66253C90D}"/>
    <dgm:cxn modelId="{1B506246-F98C-48A8-BA6B-DF45196A87BC}" type="presOf" srcId="{A3A8D80E-2935-4034-8C3B-4437E9E8A052}" destId="{054321FE-6EA7-4991-BFE7-12E17F2CC0BE}" srcOrd="0" destOrd="0" presId="urn:microsoft.com/office/officeart/2005/8/layout/vList5"/>
    <dgm:cxn modelId="{2E4F674A-CAD3-4FA9-A635-6803ECA74CD2}" srcId="{D4AE6BCD-0D56-453D-8B93-AEB4EB60ED51}" destId="{A3A8D80E-2935-4034-8C3B-4437E9E8A052}" srcOrd="4" destOrd="0" parTransId="{5466DB06-467C-4F40-96C7-F3D9365B4DFF}" sibTransId="{F1CEBDB7-1A36-47BD-A8DB-44B35772CA89}"/>
    <dgm:cxn modelId="{18CDA26A-8108-4D9C-AD8F-AAC4CA0A703E}" type="presOf" srcId="{6FC4DB2E-9CE1-40B7-8407-2243DC0F432C}" destId="{EBE56806-C316-4D6A-9B7F-8A51717E1E36}" srcOrd="0" destOrd="1" presId="urn:microsoft.com/office/officeart/2005/8/layout/vList5"/>
    <dgm:cxn modelId="{DBD5D16F-4C7A-449C-970E-F0129C8C32E4}" type="presOf" srcId="{3FB6CB80-3680-46A1-9F08-5AD4B5AC819C}" destId="{11433F9A-1AE2-4F2E-AD73-72179B1E5AF5}" srcOrd="0" destOrd="0" presId="urn:microsoft.com/office/officeart/2005/8/layout/vList5"/>
    <dgm:cxn modelId="{C7352D71-D24E-4083-9EA5-7ED073C68817}" type="presOf" srcId="{59415FB5-54B7-402F-8B74-C5B63CF190B7}" destId="{0FA6AA42-8EFD-411F-9D34-A093AC86A4BD}" srcOrd="0" destOrd="1" presId="urn:microsoft.com/office/officeart/2005/8/layout/vList5"/>
    <dgm:cxn modelId="{6FBA7857-DCDE-492F-8AE9-1C3031095B97}" srcId="{ED31B995-9E38-4ABF-BE57-8804C09D52C3}" destId="{C556666F-ABF3-444D-8064-B9B2E0B12DD6}" srcOrd="2" destOrd="0" parTransId="{1DC2C168-1F45-4026-87F9-0CD01A5054ED}" sibTransId="{F8947C60-E62F-4BD0-AF09-311C63D9E4A5}"/>
    <dgm:cxn modelId="{67A0F181-BD4F-4B54-9BC5-C7CD32FEDD84}" srcId="{519280F7-7628-4427-8D99-8BEA3E6DF619}" destId="{4CB26F3E-FF23-481A-BED6-6C0188E6692D}" srcOrd="1" destOrd="0" parTransId="{67850BF7-CCBB-4956-9635-1600FE47C24A}" sibTransId="{E91E2190-9BC9-4E8D-9565-7CD9488C4146}"/>
    <dgm:cxn modelId="{703EF582-3891-41B7-B047-3E9D8A82CF3B}" type="presOf" srcId="{96C683B6-439F-4755-9B8F-509445602E33}" destId="{321D45C5-E096-47DB-A92E-2CD9DB2037B7}" srcOrd="0" destOrd="2" presId="urn:microsoft.com/office/officeart/2005/8/layout/vList5"/>
    <dgm:cxn modelId="{6EB24F85-002F-4BFC-8FAA-3A19235C29B0}" srcId="{3FB6CB80-3680-46A1-9F08-5AD4B5AC819C}" destId="{90BF0E12-C226-4FB0-9932-FBEEA36E2C94}" srcOrd="0" destOrd="0" parTransId="{A44223AB-E665-4D78-8F56-5D82B8204D8A}" sibTransId="{CC3A9C73-715C-44FE-A052-F51A447F9633}"/>
    <dgm:cxn modelId="{4969BAA0-57B8-4FE6-A517-6E7AADE93C14}" type="presOf" srcId="{1DF349B9-B767-4FF0-90BA-140ADDD9F79C}" destId="{AF91CCC8-937A-40A9-9E38-D73CA0A35F4F}" srcOrd="0" destOrd="1" presId="urn:microsoft.com/office/officeart/2005/8/layout/vList5"/>
    <dgm:cxn modelId="{987292A4-4D10-486A-8C55-D0D4C9606B22}" srcId="{3FB6CB80-3680-46A1-9F08-5AD4B5AC819C}" destId="{1DF349B9-B767-4FF0-90BA-140ADDD9F79C}" srcOrd="1" destOrd="0" parTransId="{0522CB3A-A634-4C89-A3C6-F35876FDC80C}" sibTransId="{C94ED2DF-C626-47D3-8C1B-76F80D37C717}"/>
    <dgm:cxn modelId="{56A0C2A4-7A7B-4AB0-8805-91391952C647}" type="presOf" srcId="{C27C4EDA-3CBC-48B8-913C-F4CDA5731F15}" destId="{0FA6AA42-8EFD-411F-9D34-A093AC86A4BD}" srcOrd="0" destOrd="0" presId="urn:microsoft.com/office/officeart/2005/8/layout/vList5"/>
    <dgm:cxn modelId="{BE76A5A7-035E-46BD-B962-D2A33767F107}" srcId="{70E14B6C-DCCE-47B7-82F4-C6FA5D218DCC}" destId="{F675DD39-7CC5-4FAB-9E31-792623B6A73D}" srcOrd="1" destOrd="0" parTransId="{B262845A-B484-496B-B0E3-7F19A7CE8476}" sibTransId="{DD370DF4-33BE-494C-8156-4530B7496EB0}"/>
    <dgm:cxn modelId="{4388FAAB-3272-4189-9E44-AA225B57D9E2}" srcId="{519280F7-7628-4427-8D99-8BEA3E6DF619}" destId="{96C683B6-439F-4755-9B8F-509445602E33}" srcOrd="2" destOrd="0" parTransId="{A3C35746-C38B-4D0E-B1E2-C761B424EE01}" sibTransId="{F6188443-14D3-43F8-86B9-A1D1728E152B}"/>
    <dgm:cxn modelId="{CA7D97B8-5466-4266-8FAF-78DDDA933AFF}" srcId="{D4AE6BCD-0D56-453D-8B93-AEB4EB60ED51}" destId="{3FB6CB80-3680-46A1-9F08-5AD4B5AC819C}" srcOrd="2" destOrd="0" parTransId="{E0ACFD6F-0D8F-4F86-A435-13F5ACBC77C9}" sibTransId="{3E7F05EA-5FE7-4580-96BB-810A48E0CDFB}"/>
    <dgm:cxn modelId="{254CC5C3-5AC2-40A8-8C25-8CC7B4A14BA1}" type="presOf" srcId="{4CB26F3E-FF23-481A-BED6-6C0188E6692D}" destId="{321D45C5-E096-47DB-A92E-2CD9DB2037B7}" srcOrd="0" destOrd="1" presId="urn:microsoft.com/office/officeart/2005/8/layout/vList5"/>
    <dgm:cxn modelId="{CED7E7C3-5759-489B-951A-02C6A85BB370}" srcId="{A3A8D80E-2935-4034-8C3B-4437E9E8A052}" destId="{E5B1D71B-31EC-43CF-B0CB-DF7E53D2A716}" srcOrd="0" destOrd="0" parTransId="{A75A19A2-F2E8-4BA7-AF05-8E3998A9FD0E}" sibTransId="{DD22A884-FBBF-4B53-9149-97D5853E7784}"/>
    <dgm:cxn modelId="{CC9261C8-0255-496E-A81B-97729709D7C9}" srcId="{519280F7-7628-4427-8D99-8BEA3E6DF619}" destId="{894BE2F0-305F-4435-B4EF-E9F7227E7E15}" srcOrd="0" destOrd="0" parTransId="{1C47E045-A720-48A2-AFBD-8D8B93F18BBD}" sibTransId="{72059E62-80FA-4D06-AEE5-B776686D80F6}"/>
    <dgm:cxn modelId="{683BC6C8-B1FF-4E51-81D2-83B024EB90F4}" type="presOf" srcId="{0B8C970E-AE68-47A9-B065-4DE058B152F4}" destId="{EBE56806-C316-4D6A-9B7F-8A51717E1E36}" srcOrd="0" destOrd="0" presId="urn:microsoft.com/office/officeart/2005/8/layout/vList5"/>
    <dgm:cxn modelId="{5270C1CA-5642-4B86-8E7B-F498ECA91D71}" srcId="{70E14B6C-DCCE-47B7-82F4-C6FA5D218DCC}" destId="{898607DE-E07C-4D9D-8767-9E789F5BE8E1}" srcOrd="0" destOrd="0" parTransId="{8DFDB4F3-E33B-42F2-82BF-C96774EB5A4B}" sibTransId="{F1CFEEEB-C217-4CCD-8E5C-E5461A0D4AC1}"/>
    <dgm:cxn modelId="{7FCEC1CB-E5D6-4D84-9F8A-66870D9839C6}" type="presOf" srcId="{ED31B995-9E38-4ABF-BE57-8804C09D52C3}" destId="{B60CA28B-C537-4821-8294-5F090802889E}" srcOrd="0" destOrd="0" presId="urn:microsoft.com/office/officeart/2005/8/layout/vList5"/>
    <dgm:cxn modelId="{960FCCD1-23C2-4270-8065-55C9419FAA47}" type="presOf" srcId="{6AD771C5-CBD2-4EEC-B2DB-BFE74832B9E2}" destId="{A3A02229-1F38-48ED-B0F8-A0FB2DBB6FB2}" srcOrd="0" destOrd="2" presId="urn:microsoft.com/office/officeart/2005/8/layout/vList5"/>
    <dgm:cxn modelId="{0591B8D4-6C73-4B8F-A590-8242A74FB3F2}" srcId="{D4AE6BCD-0D56-453D-8B93-AEB4EB60ED51}" destId="{70E14B6C-DCCE-47B7-82F4-C6FA5D218DCC}" srcOrd="5" destOrd="0" parTransId="{337ED60C-6160-4E0D-B6A3-F77422236244}" sibTransId="{B58EC74D-4E81-4AC2-86C2-7E4898037AAB}"/>
    <dgm:cxn modelId="{D81815D7-8834-4E20-B6DB-00E584E1DD50}" srcId="{D4AE6BCD-0D56-453D-8B93-AEB4EB60ED51}" destId="{519280F7-7628-4427-8D99-8BEA3E6DF619}" srcOrd="0"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44E41AD8-E1F5-4E5B-AA5C-6C8B413ED5D3}" srcId="{D4AE6BCD-0D56-453D-8B93-AEB4EB60ED51}" destId="{ED31B995-9E38-4ABF-BE57-8804C09D52C3}" srcOrd="1" destOrd="0" parTransId="{648C841B-82B2-4C42-A5D0-4F003FB8A836}" sibTransId="{89B28FC6-C771-47A5-9F29-C735F5609D0F}"/>
    <dgm:cxn modelId="{6E048FEE-5445-4914-A93B-205C87943D44}" type="presOf" srcId="{C556666F-ABF3-444D-8064-B9B2E0B12DD6}" destId="{0FA6AA42-8EFD-411F-9D34-A093AC86A4BD}" srcOrd="0" destOrd="2" presId="urn:microsoft.com/office/officeart/2005/8/layout/vList5"/>
    <dgm:cxn modelId="{A74E55F0-15F1-4BA2-AEC4-E590A46A5F37}" srcId="{ED31B995-9E38-4ABF-BE57-8804C09D52C3}" destId="{59415FB5-54B7-402F-8B74-C5B63CF190B7}" srcOrd="1" destOrd="0" parTransId="{2E323CFC-9F47-4C61-A135-AAE859050865}" sibTransId="{8B1F9C5D-95EE-407C-871F-0A46E4F265A5}"/>
    <dgm:cxn modelId="{40F336F8-9FB0-4235-A393-59A544B78C3F}" type="presOf" srcId="{E5B1D71B-31EC-43CF-B0CB-DF7E53D2A716}" destId="{E67BD699-29B6-412D-B83D-98EBB4C18996}" srcOrd="0" destOrd="0" presId="urn:microsoft.com/office/officeart/2005/8/layout/vList5"/>
    <dgm:cxn modelId="{6ECE42FD-0139-4568-BED6-8A182CB8037F}" srcId="{55CFC0F1-CEC7-46E6-A75B-52740A1B1445}" destId="{6FC4DB2E-9CE1-40B7-8407-2243DC0F432C}" srcOrd="1" destOrd="0" parTransId="{32CF91F6-E1D7-4D27-9236-36B3F191566E}" sibTransId="{E8FB0A44-F1A7-43BE-BFC3-258F13DCD24A}"/>
    <dgm:cxn modelId="{F10DFD80-CF48-4A6B-91AE-83B61BEE2114}" type="presParOf" srcId="{9CA94D39-3CA6-4856-889A-7281067C6FEC}" destId="{9B0E87B0-220E-4138-95F7-FA89E8E617EE}" srcOrd="0"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1" destOrd="0" presId="urn:microsoft.com/office/officeart/2005/8/layout/vList5"/>
    <dgm:cxn modelId="{6D28A850-4846-4CFC-BA3E-37F6C4BD326E}" type="presParOf" srcId="{9CA94D39-3CA6-4856-889A-7281067C6FEC}" destId="{250F2CEE-2804-422E-AA96-3DD66B2FC292}" srcOrd="2" destOrd="0" presId="urn:microsoft.com/office/officeart/2005/8/layout/vList5"/>
    <dgm:cxn modelId="{8CC439E0-FDC6-4534-A687-2F154DEA9D18}" type="presParOf" srcId="{250F2CEE-2804-422E-AA96-3DD66B2FC292}" destId="{B60CA28B-C537-4821-8294-5F090802889E}" srcOrd="0" destOrd="0" presId="urn:microsoft.com/office/officeart/2005/8/layout/vList5"/>
    <dgm:cxn modelId="{696BF701-1D8B-4DA5-813B-8CDC029E01A7}" type="presParOf" srcId="{250F2CEE-2804-422E-AA96-3DD66B2FC292}" destId="{0FA6AA42-8EFD-411F-9D34-A093AC86A4BD}" srcOrd="1" destOrd="0" presId="urn:microsoft.com/office/officeart/2005/8/layout/vList5"/>
    <dgm:cxn modelId="{5A9BFB8D-07A8-4CB1-81C9-ECFAC503621C}" type="presParOf" srcId="{9CA94D39-3CA6-4856-889A-7281067C6FEC}" destId="{5E10AC89-1B90-445F-BD61-B90515B831EB}" srcOrd="3" destOrd="0" presId="urn:microsoft.com/office/officeart/2005/8/layout/vList5"/>
    <dgm:cxn modelId="{499D43DD-3148-490F-993E-F8EB90F5573A}" type="presParOf" srcId="{9CA94D39-3CA6-4856-889A-7281067C6FEC}" destId="{48A7B3D9-F744-45F8-AF18-D3AD7D07A4AF}" srcOrd="4"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5" destOrd="0" presId="urn:microsoft.com/office/officeart/2005/8/layout/vList5"/>
    <dgm:cxn modelId="{493F74CF-EF76-47EC-BCF2-20BC60BFB569}" type="presParOf" srcId="{9CA94D39-3CA6-4856-889A-7281067C6FEC}" destId="{0606CA6F-5FAE-41E5-A4AA-A31040C5151B}" srcOrd="6" destOrd="0" presId="urn:microsoft.com/office/officeart/2005/8/layout/vList5"/>
    <dgm:cxn modelId="{7BF7E579-6DFD-4585-B99B-C67137E557F0}" type="presParOf" srcId="{0606CA6F-5FAE-41E5-A4AA-A31040C5151B}" destId="{10F69BD6-0C66-4D13-AC5E-8C58DB8CAAFC}" srcOrd="0" destOrd="0" presId="urn:microsoft.com/office/officeart/2005/8/layout/vList5"/>
    <dgm:cxn modelId="{04C11760-CBFC-45D3-8DEB-3C8FE827D9FA}" type="presParOf" srcId="{0606CA6F-5FAE-41E5-A4AA-A31040C5151B}" destId="{EBE56806-C316-4D6A-9B7F-8A51717E1E36}" srcOrd="1" destOrd="0" presId="urn:microsoft.com/office/officeart/2005/8/layout/vList5"/>
    <dgm:cxn modelId="{DD37FE08-9172-43F3-ABDD-941912CB0F2D}" type="presParOf" srcId="{9CA94D39-3CA6-4856-889A-7281067C6FEC}" destId="{AA4954CE-142A-42D2-B03F-20C980A84909}" srcOrd="7" destOrd="0" presId="urn:microsoft.com/office/officeart/2005/8/layout/vList5"/>
    <dgm:cxn modelId="{FA2E3FEA-D7AE-476E-9D00-C1EDF367B7E5}" type="presParOf" srcId="{9CA94D39-3CA6-4856-889A-7281067C6FEC}" destId="{02A80402-56D3-4DD9-98AA-8862564D88A2}" srcOrd="8" destOrd="0" presId="urn:microsoft.com/office/officeart/2005/8/layout/vList5"/>
    <dgm:cxn modelId="{96B8D438-4A81-46C9-8B3A-9651810ABD31}" type="presParOf" srcId="{02A80402-56D3-4DD9-98AA-8862564D88A2}" destId="{054321FE-6EA7-4991-BFE7-12E17F2CC0BE}" srcOrd="0" destOrd="0" presId="urn:microsoft.com/office/officeart/2005/8/layout/vList5"/>
    <dgm:cxn modelId="{66CBE780-ACA2-493F-AE1E-57E96402B5E4}" type="presParOf" srcId="{02A80402-56D3-4DD9-98AA-8862564D88A2}" destId="{E67BD699-29B6-412D-B83D-98EBB4C18996}" srcOrd="1" destOrd="0" presId="urn:microsoft.com/office/officeart/2005/8/layout/vList5"/>
    <dgm:cxn modelId="{09CAB2C7-2E45-4854-99CE-7C009B1C3BAF}" type="presParOf" srcId="{9CA94D39-3CA6-4856-889A-7281067C6FEC}" destId="{5D1630CD-0E75-4B3A-AADC-7C47A0B3BDFF}" srcOrd="9" destOrd="0" presId="urn:microsoft.com/office/officeart/2005/8/layout/vList5"/>
    <dgm:cxn modelId="{1685D19F-3F4E-4CCA-8D22-A5F282958D62}" type="presParOf" srcId="{9CA94D39-3CA6-4856-889A-7281067C6FEC}" destId="{9393CC7B-1381-4067-9A88-65468BF1C7ED}" srcOrd="10" destOrd="0" presId="urn:microsoft.com/office/officeart/2005/8/layout/vList5"/>
    <dgm:cxn modelId="{B638B639-E0E8-409F-A5BF-2A549EEB942B}" type="presParOf" srcId="{9393CC7B-1381-4067-9A88-65468BF1C7ED}" destId="{E4B6E44A-02CE-44C5-8F2E-7A187DFD5622}" srcOrd="0" destOrd="0" presId="urn:microsoft.com/office/officeart/2005/8/layout/vList5"/>
    <dgm:cxn modelId="{5331D159-D69D-491B-B559-883FE1BFB68B}" type="presParOf" srcId="{9393CC7B-1381-4067-9A88-65468BF1C7ED}" destId="{A3A02229-1F38-48ED-B0F8-A0FB2DBB6F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DE5120-6F81-47F7-931F-D0F2F2D6C621}"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288551DA-DAA7-4FD2-A1A7-70D7C3367B97}">
      <dgm:prSet phldrT="[Text]" custT="1"/>
      <dgm:spPr/>
      <dgm:t>
        <a:bodyPr/>
        <a:lstStyle/>
        <a:p>
          <a:r>
            <a:rPr lang="en-IN" sz="1500"/>
            <a:t>General</a:t>
          </a:r>
          <a:endParaRPr lang="en-US" sz="1500"/>
        </a:p>
      </dgm:t>
    </dgm:pt>
    <dgm:pt modelId="{51ACBA08-AD3C-4B75-BC7E-33F3D9A89BA4}" type="parTrans" cxnId="{B92C1B5F-8623-4775-82A9-7D6ACA24585C}">
      <dgm:prSet/>
      <dgm:spPr/>
      <dgm:t>
        <a:bodyPr/>
        <a:lstStyle/>
        <a:p>
          <a:endParaRPr lang="en-US" sz="1600"/>
        </a:p>
      </dgm:t>
    </dgm:pt>
    <dgm:pt modelId="{2799B866-565F-4E05-B3DD-7EBCC6A2113B}" type="sibTrans" cxnId="{B92C1B5F-8623-4775-82A9-7D6ACA24585C}">
      <dgm:prSet/>
      <dgm:spPr/>
      <dgm:t>
        <a:bodyPr/>
        <a:lstStyle/>
        <a:p>
          <a:endParaRPr lang="en-US" sz="1600"/>
        </a:p>
      </dgm:t>
    </dgm:pt>
    <dgm:pt modelId="{321B582B-105C-40D3-92DB-9A15433E95A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New/change-in scope to be channelled through Change management process </a:t>
          </a:r>
          <a:endParaRPr lang="en-US" sz="900"/>
        </a:p>
      </dgm:t>
    </dgm:pt>
    <dgm:pt modelId="{BDEE18F4-7DC8-40EE-B1E5-DF2B750CF545}" type="parTrans" cxnId="{B341365E-427F-4254-B799-E3CD9D326248}">
      <dgm:prSet/>
      <dgm:spPr/>
      <dgm:t>
        <a:bodyPr/>
        <a:lstStyle/>
        <a:p>
          <a:endParaRPr lang="en-US" sz="1600"/>
        </a:p>
      </dgm:t>
    </dgm:pt>
    <dgm:pt modelId="{A5879A81-3591-4C8F-9E5F-BE7E25AE3BAC}" type="sibTrans" cxnId="{B341365E-427F-4254-B799-E3CD9D326248}">
      <dgm:prSet/>
      <dgm:spPr/>
      <dgm:t>
        <a:bodyPr/>
        <a:lstStyle/>
        <a:p>
          <a:endParaRPr lang="en-US" sz="1600"/>
        </a:p>
      </dgm:t>
    </dgm:pt>
    <dgm:pt modelId="{DA922C23-11DF-4212-9422-C87C9B9565CA}">
      <dgm:prSet phldrT="[Text]" custT="1"/>
      <dgm:spPr/>
      <dgm:t>
        <a:bodyPr/>
        <a:lstStyle/>
        <a:p>
          <a:r>
            <a:rPr lang="en-IN" sz="1500"/>
            <a:t>Environment</a:t>
          </a:r>
          <a:endParaRPr lang="en-US" sz="1500"/>
        </a:p>
      </dgm:t>
    </dgm:pt>
    <dgm:pt modelId="{42D536AA-3C28-4765-94C2-E96711873E8A}" type="parTrans" cxnId="{2426EFC4-E3DA-4DF4-B264-BA81F530FCA8}">
      <dgm:prSet/>
      <dgm:spPr/>
      <dgm:t>
        <a:bodyPr/>
        <a:lstStyle/>
        <a:p>
          <a:endParaRPr lang="en-US" sz="1600"/>
        </a:p>
      </dgm:t>
    </dgm:pt>
    <dgm:pt modelId="{3C209009-6039-4901-936B-ADDC6BE142FB}" type="sibTrans" cxnId="{2426EFC4-E3DA-4DF4-B264-BA81F530FCA8}">
      <dgm:prSet/>
      <dgm:spPr/>
      <dgm:t>
        <a:bodyPr/>
        <a:lstStyle/>
        <a:p>
          <a:endParaRPr lang="en-US" sz="1600"/>
        </a:p>
      </dgm:t>
    </dgm:pt>
    <dgm:pt modelId="{A7F6337C-356B-4C0A-B39A-B80B0C9CD3D8}">
      <dgm:prSet phldrT="[Text]" custT="1"/>
      <dgm:spPr/>
      <dgm:t>
        <a:bodyPr/>
        <a:lstStyle/>
        <a:p>
          <a:pPr>
            <a:buFont typeface="Arial" panose="020B0604020202020204" pitchFamily="34" charset="0"/>
            <a:buChar char="•"/>
          </a:pPr>
          <a:r>
            <a:rPr lang="en-GB" sz="900">
              <a:solidFill>
                <a:schemeClr val="accent1">
                  <a:lumMod val="50000"/>
                </a:schemeClr>
              </a:solidFill>
              <a:ea typeface="Calibri" panose="020F0502020204030204" pitchFamily="34" charset="0"/>
            </a:rPr>
            <a:t>Environments to be in place before Build phase</a:t>
          </a:r>
          <a:endParaRPr lang="en-US" sz="900"/>
        </a:p>
      </dgm:t>
    </dgm:pt>
    <dgm:pt modelId="{574B928E-2C7C-41BC-8A55-45C026C11039}" type="parTrans" cxnId="{F1B682E2-3007-47E6-BD12-95D77F2CB6AC}">
      <dgm:prSet/>
      <dgm:spPr/>
      <dgm:t>
        <a:bodyPr/>
        <a:lstStyle/>
        <a:p>
          <a:endParaRPr lang="en-US" sz="1600"/>
        </a:p>
      </dgm:t>
    </dgm:pt>
    <dgm:pt modelId="{7862866D-28A9-4D5F-A3E9-17224993CF44}" type="sibTrans" cxnId="{F1B682E2-3007-47E6-BD12-95D77F2CB6AC}">
      <dgm:prSet/>
      <dgm:spPr/>
      <dgm:t>
        <a:bodyPr/>
        <a:lstStyle/>
        <a:p>
          <a:endParaRPr lang="en-US" sz="1600"/>
        </a:p>
      </dgm:t>
    </dgm:pt>
    <dgm:pt modelId="{BD1F5C31-865A-45AA-B9C7-CCF060016605}">
      <dgm:prSet phldrT="[Text]" custT="1"/>
      <dgm:spPr/>
      <dgm:t>
        <a:bodyPr/>
        <a:lstStyle/>
        <a:p>
          <a:r>
            <a:rPr lang="en-IN" sz="1500"/>
            <a:t>JIRA Hygiene</a:t>
          </a:r>
          <a:endParaRPr lang="en-US" sz="1500"/>
        </a:p>
      </dgm:t>
    </dgm:pt>
    <dgm:pt modelId="{BCD712E7-6528-4940-B7C8-3066EE218CA6}" type="parTrans" cxnId="{E5E6184B-6F63-4053-A349-8C9EC9E2F4BA}">
      <dgm:prSet/>
      <dgm:spPr/>
      <dgm:t>
        <a:bodyPr/>
        <a:lstStyle/>
        <a:p>
          <a:endParaRPr lang="en-US" sz="1600"/>
        </a:p>
      </dgm:t>
    </dgm:pt>
    <dgm:pt modelId="{F7EF64D0-C7D0-4B42-8CF2-E70D4A9B80C0}" type="sibTrans" cxnId="{E5E6184B-6F63-4053-A349-8C9EC9E2F4BA}">
      <dgm:prSet/>
      <dgm:spPr/>
      <dgm:t>
        <a:bodyPr/>
        <a:lstStyle/>
        <a:p>
          <a:endParaRPr lang="en-US" sz="1600"/>
        </a:p>
      </dgm:t>
    </dgm:pt>
    <dgm:pt modelId="{D1B95E45-3035-495A-A60D-51B0C079967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Access to Beazley building &amp; floor to work along with GPAS &amp; Billing team</a:t>
          </a:r>
          <a:endParaRPr lang="en-US" sz="900"/>
        </a:p>
      </dgm:t>
    </dgm:pt>
    <dgm:pt modelId="{5838B529-7491-4BF2-B61C-64AF2949830C}" type="parTrans" cxnId="{75384AB2-0D6F-4607-B4E2-F447C7B339B1}">
      <dgm:prSet/>
      <dgm:spPr/>
      <dgm:t>
        <a:bodyPr/>
        <a:lstStyle/>
        <a:p>
          <a:endParaRPr lang="en-US" sz="1600"/>
        </a:p>
      </dgm:t>
    </dgm:pt>
    <dgm:pt modelId="{4A6CA884-BA70-440C-A584-10A9E56EFFDD}" type="sibTrans" cxnId="{75384AB2-0D6F-4607-B4E2-F447C7B339B1}">
      <dgm:prSet/>
      <dgm:spPr/>
      <dgm:t>
        <a:bodyPr/>
        <a:lstStyle/>
        <a:p>
          <a:endParaRPr lang="en-US" sz="1600"/>
        </a:p>
      </dgm:t>
    </dgm:pt>
    <dgm:pt modelId="{59C050DD-A2D1-48C8-8F93-CB0CD7D77BE5}">
      <dgm:prSet phldrT="[Text]" phldr="1" custT="1"/>
      <dgm:spPr/>
      <dgm:t>
        <a:bodyPr/>
        <a:lstStyle/>
        <a:p>
          <a:endParaRPr lang="en-US" sz="800"/>
        </a:p>
      </dgm:t>
    </dgm:pt>
    <dgm:pt modelId="{DC9819E7-07A5-4AA5-ACE7-CAEB459B2B63}" type="parTrans" cxnId="{0ED2C0EA-2DAD-402E-85EB-2388170A8D4C}">
      <dgm:prSet/>
      <dgm:spPr/>
      <dgm:t>
        <a:bodyPr/>
        <a:lstStyle/>
        <a:p>
          <a:endParaRPr lang="en-US" sz="1600"/>
        </a:p>
      </dgm:t>
    </dgm:pt>
    <dgm:pt modelId="{546AD5B9-3A9B-44C6-A963-492E746F3BB6}" type="sibTrans" cxnId="{0ED2C0EA-2DAD-402E-85EB-2388170A8D4C}">
      <dgm:prSet/>
      <dgm:spPr/>
      <dgm:t>
        <a:bodyPr/>
        <a:lstStyle/>
        <a:p>
          <a:endParaRPr lang="en-US" sz="1600"/>
        </a:p>
      </dgm:t>
    </dgm:pt>
    <dgm:pt modelId="{143C4B06-C8D3-4703-9615-7D75947EA63A}">
      <dgm:prSet phldrT="[Text]" custT="1"/>
      <dgm:spPr/>
      <dgm:t>
        <a:bodyPr/>
        <a:lstStyle/>
        <a:p>
          <a:r>
            <a:rPr lang="en-IN" sz="1500"/>
            <a:t>Logistics and Access</a:t>
          </a:r>
          <a:endParaRPr lang="en-US" sz="1500"/>
        </a:p>
      </dgm:t>
    </dgm:pt>
    <dgm:pt modelId="{643A97B0-D61B-42CF-AB1C-54380ECA7255}" type="parTrans" cxnId="{6351B796-27B2-4F02-A066-08FB4BAF825C}">
      <dgm:prSet/>
      <dgm:spPr/>
      <dgm:t>
        <a:bodyPr/>
        <a:lstStyle/>
        <a:p>
          <a:endParaRPr lang="en-US" sz="1600"/>
        </a:p>
      </dgm:t>
    </dgm:pt>
    <dgm:pt modelId="{4454CF32-B2CA-47E1-9963-8CE9E98C925B}" type="sibTrans" cxnId="{6351B796-27B2-4F02-A066-08FB4BAF825C}">
      <dgm:prSet/>
      <dgm:spPr/>
      <dgm:t>
        <a:bodyPr/>
        <a:lstStyle/>
        <a:p>
          <a:endParaRPr lang="en-US" sz="1600"/>
        </a:p>
      </dgm:t>
    </dgm:pt>
    <dgm:pt modelId="{80EA3DD6-6D07-4F9E-AA0D-78DA74530203}">
      <dgm:prSet phldrT="[Text]" custT="1"/>
      <dgm:spPr/>
      <dgm:t>
        <a:bodyPr/>
        <a:lstStyle/>
        <a:p>
          <a:endParaRPr lang="en-US" sz="900"/>
        </a:p>
      </dgm:t>
    </dgm:pt>
    <dgm:pt modelId="{8F410626-C114-4216-89AE-76E2725CA81A}" type="parTrans" cxnId="{BEA70868-DCFA-48B0-8BE3-F630A14E4DF0}">
      <dgm:prSet/>
      <dgm:spPr/>
      <dgm:t>
        <a:bodyPr/>
        <a:lstStyle/>
        <a:p>
          <a:endParaRPr lang="en-US" sz="1600"/>
        </a:p>
      </dgm:t>
    </dgm:pt>
    <dgm:pt modelId="{EF694A56-D00D-4458-868A-44265811924B}" type="sibTrans" cxnId="{BEA70868-DCFA-48B0-8BE3-F630A14E4DF0}">
      <dgm:prSet/>
      <dgm:spPr/>
      <dgm:t>
        <a:bodyPr/>
        <a:lstStyle/>
        <a:p>
          <a:endParaRPr lang="en-US" sz="1600"/>
        </a:p>
      </dgm:t>
    </dgm:pt>
    <dgm:pt modelId="{39175F60-4518-4234-A34C-C88C17E1EAE5}">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Adhering to DOD &amp; DOR for moving story to next stage/status</a:t>
          </a:r>
          <a:endParaRPr lang="en-US" sz="900"/>
        </a:p>
      </dgm:t>
    </dgm:pt>
    <dgm:pt modelId="{DC5CEA64-6948-4E74-B39D-4C997EC7AD95}" type="parTrans" cxnId="{71ED9EB1-D375-45C7-B947-88471DF0C65B}">
      <dgm:prSet/>
      <dgm:spPr/>
      <dgm:t>
        <a:bodyPr/>
        <a:lstStyle/>
        <a:p>
          <a:endParaRPr lang="en-US" sz="1600"/>
        </a:p>
      </dgm:t>
    </dgm:pt>
    <dgm:pt modelId="{D6D3824D-AD41-47F4-9A35-A6C18E65EA37}" type="sibTrans" cxnId="{71ED9EB1-D375-45C7-B947-88471DF0C65B}">
      <dgm:prSet/>
      <dgm:spPr/>
      <dgm:t>
        <a:bodyPr/>
        <a:lstStyle/>
        <a:p>
          <a:endParaRPr lang="en-US" sz="1600"/>
        </a:p>
      </dgm:t>
    </dgm:pt>
    <dgm:pt modelId="{45C1C9C2-9782-4FD9-8CC3-426BADB59EB6}">
      <dgm:prSet custT="1"/>
      <dgm:spPr/>
      <dgm:t>
        <a:bodyPr/>
        <a:lstStyle/>
        <a:p>
          <a:r>
            <a:rPr lang="en-IN" sz="900">
              <a:solidFill>
                <a:schemeClr val="accent1">
                  <a:lumMod val="50000"/>
                </a:schemeClr>
              </a:solidFill>
              <a:ea typeface="Calibri" panose="020F0502020204030204" pitchFamily="34" charset="0"/>
            </a:rPr>
            <a:t>Direct access to Business SMEs by Cap Bas to clear any gaps in requirements</a:t>
          </a:r>
        </a:p>
      </dgm:t>
    </dgm:pt>
    <dgm:pt modelId="{5FA8BFE0-B5B1-4F0C-95C8-DD73F72AA544}" type="parTrans" cxnId="{66ABEF1F-DA7E-47CA-969B-A4B50E810D22}">
      <dgm:prSet/>
      <dgm:spPr/>
      <dgm:t>
        <a:bodyPr/>
        <a:lstStyle/>
        <a:p>
          <a:endParaRPr lang="en-US"/>
        </a:p>
      </dgm:t>
    </dgm:pt>
    <dgm:pt modelId="{1B32CB18-A9F2-4B22-8F25-7DA9C8193674}" type="sibTrans" cxnId="{66ABEF1F-DA7E-47CA-969B-A4B50E810D22}">
      <dgm:prSet/>
      <dgm:spPr/>
      <dgm:t>
        <a:bodyPr/>
        <a:lstStyle/>
        <a:p>
          <a:endParaRPr lang="en-US"/>
        </a:p>
      </dgm:t>
    </dgm:pt>
    <dgm:pt modelId="{CCFC7BD7-3CD0-4B3D-8635-0E3CCCC3E413}">
      <dgm:prSet custT="1"/>
      <dgm:spPr/>
      <dgm:t>
        <a:bodyPr/>
        <a:lstStyle/>
        <a:p>
          <a:r>
            <a:rPr lang="en-GB" sz="9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a:solidFill>
              <a:schemeClr val="accent1">
                <a:lumMod val="50000"/>
              </a:schemeClr>
            </a:solidFill>
            <a:effectLst/>
            <a:ea typeface="Calibri" panose="020F0502020204030204" pitchFamily="34" charset="0"/>
          </a:endParaRPr>
        </a:p>
      </dgm:t>
    </dgm:pt>
    <dgm:pt modelId="{83976E7D-C5B2-4195-B641-DAF7E3CD31B4}" type="parTrans" cxnId="{0A6AA42A-9598-4640-9B16-5E7B5D69685D}">
      <dgm:prSet/>
      <dgm:spPr/>
      <dgm:t>
        <a:bodyPr/>
        <a:lstStyle/>
        <a:p>
          <a:endParaRPr lang="en-US"/>
        </a:p>
      </dgm:t>
    </dgm:pt>
    <dgm:pt modelId="{38E87110-DD87-4593-8D3B-F0F1702DB46C}" type="sibTrans" cxnId="{0A6AA42A-9598-4640-9B16-5E7B5D69685D}">
      <dgm:prSet/>
      <dgm:spPr/>
      <dgm:t>
        <a:bodyPr/>
        <a:lstStyle/>
        <a:p>
          <a:endParaRPr lang="en-US"/>
        </a:p>
      </dgm:t>
    </dgm:pt>
    <dgm:pt modelId="{976AE645-877A-46E3-B817-5ECE60DCD1B6}">
      <dgm:prSet custT="1"/>
      <dgm:spPr/>
      <dgm:t>
        <a:bodyPr/>
        <a:lstStyle/>
        <a:p>
          <a:r>
            <a:rPr lang="en-IN" sz="900">
              <a:solidFill>
                <a:schemeClr val="accent1">
                  <a:lumMod val="50000"/>
                </a:schemeClr>
              </a:solidFill>
              <a:effectLst/>
              <a:ea typeface="Times New Roman" panose="02020603050405020304" pitchFamily="18" charset="0"/>
            </a:rPr>
            <a:t>E2E flow demos to be provided by the business that includes third party systems </a:t>
          </a:r>
        </a:p>
      </dgm:t>
    </dgm:pt>
    <dgm:pt modelId="{7FD2BFD2-537F-417C-93B3-1F529E1AAE34}" type="parTrans" cxnId="{4C0CC534-A2A6-4C86-9E4D-B0F8990074C4}">
      <dgm:prSet/>
      <dgm:spPr/>
      <dgm:t>
        <a:bodyPr/>
        <a:lstStyle/>
        <a:p>
          <a:endParaRPr lang="en-US"/>
        </a:p>
      </dgm:t>
    </dgm:pt>
    <dgm:pt modelId="{C3BFF76B-A694-4211-AFBE-56663A80A50A}" type="sibTrans" cxnId="{4C0CC534-A2A6-4C86-9E4D-B0F8990074C4}">
      <dgm:prSet/>
      <dgm:spPr/>
      <dgm:t>
        <a:bodyPr/>
        <a:lstStyle/>
        <a:p>
          <a:endParaRPr lang="en-US"/>
        </a:p>
      </dgm:t>
    </dgm:pt>
    <dgm:pt modelId="{0B423B57-CAFB-472F-B5BF-EECFEC83C309}">
      <dgm:prSet custT="1"/>
      <dgm:spPr/>
      <dgm:t>
        <a:bodyPr/>
        <a:lstStyle/>
        <a:p>
          <a:r>
            <a:rPr lang="en-GB" sz="900">
              <a:solidFill>
                <a:schemeClr val="accent1">
                  <a:lumMod val="50000"/>
                </a:schemeClr>
              </a:solidFill>
              <a:ea typeface="Calibri" panose="020F0502020204030204" pitchFamily="34" charset="0"/>
            </a:rPr>
            <a:t>Plan test data creation for Testing Team in advance to avoid test execution delay</a:t>
          </a:r>
          <a:endParaRPr lang="en-US" sz="900"/>
        </a:p>
      </dgm:t>
    </dgm:pt>
    <dgm:pt modelId="{A752F933-28C8-4861-B015-8AE976C53A6B}" type="parTrans" cxnId="{64BC1654-4243-4D33-AC5D-FC385980A515}">
      <dgm:prSet/>
      <dgm:spPr/>
      <dgm:t>
        <a:bodyPr/>
        <a:lstStyle/>
        <a:p>
          <a:endParaRPr lang="en-US"/>
        </a:p>
      </dgm:t>
    </dgm:pt>
    <dgm:pt modelId="{38199066-D3F1-4AAE-8186-598459E711D6}" type="sibTrans" cxnId="{64BC1654-4243-4D33-AC5D-FC385980A515}">
      <dgm:prSet/>
      <dgm:spPr/>
      <dgm:t>
        <a:bodyPr/>
        <a:lstStyle/>
        <a:p>
          <a:endParaRPr lang="en-US"/>
        </a:p>
      </dgm:t>
    </dgm:pt>
    <dgm:pt modelId="{F1300A1C-5D31-4482-8D71-F2CA22FBD252}">
      <dgm:prSet custT="1"/>
      <dgm:spPr/>
      <dgm:t>
        <a:bodyPr/>
        <a:lstStyle/>
        <a:p>
          <a:r>
            <a:rPr lang="en-IN" sz="900">
              <a:solidFill>
                <a:schemeClr val="accent1">
                  <a:lumMod val="50000"/>
                </a:schemeClr>
              </a:solidFill>
              <a:ea typeface="Calibri" panose="020F0502020204030204" pitchFamily="34" charset="0"/>
            </a:rPr>
            <a:t>Adhering to Sprint DOD &amp; DOR to start the sprint in Jira</a:t>
          </a:r>
        </a:p>
      </dgm:t>
    </dgm:pt>
    <dgm:pt modelId="{C0647249-A120-4C76-BBDD-C45C20F4DC54}" type="parTrans" cxnId="{997C0E57-F050-4A31-AD82-7460163D905F}">
      <dgm:prSet/>
      <dgm:spPr/>
      <dgm:t>
        <a:bodyPr/>
        <a:lstStyle/>
        <a:p>
          <a:endParaRPr lang="en-US"/>
        </a:p>
      </dgm:t>
    </dgm:pt>
    <dgm:pt modelId="{D2480CB2-A1E7-4E6B-9DC7-B1487C4EB0D1}" type="sibTrans" cxnId="{997C0E57-F050-4A31-AD82-7460163D905F}">
      <dgm:prSet/>
      <dgm:spPr/>
      <dgm:t>
        <a:bodyPr/>
        <a:lstStyle/>
        <a:p>
          <a:endParaRPr lang="en-US"/>
        </a:p>
      </dgm:t>
    </dgm:pt>
    <dgm:pt modelId="{CA283822-45C4-45F4-BD5F-98AFFA821E8B}">
      <dgm:prSet custT="1"/>
      <dgm:spPr/>
      <dgm:t>
        <a:bodyPr/>
        <a:lstStyle/>
        <a:p>
          <a:r>
            <a:rPr lang="en-IN" sz="900">
              <a:solidFill>
                <a:schemeClr val="accent1">
                  <a:lumMod val="50000"/>
                </a:schemeClr>
              </a:solidFill>
              <a:ea typeface="Calibri" panose="020F0502020204030204" pitchFamily="34" charset="0"/>
            </a:rPr>
            <a:t>Having one workflow scheme configuration across Release trains within the programme</a:t>
          </a:r>
        </a:p>
      </dgm:t>
    </dgm:pt>
    <dgm:pt modelId="{C2190D6F-B16E-4D5A-9BB1-3FDD0FEAA252}" type="parTrans" cxnId="{DF3EFC5B-108E-4BC4-ACDA-061B930F8B4C}">
      <dgm:prSet/>
      <dgm:spPr/>
      <dgm:t>
        <a:bodyPr/>
        <a:lstStyle/>
        <a:p>
          <a:endParaRPr lang="en-US"/>
        </a:p>
      </dgm:t>
    </dgm:pt>
    <dgm:pt modelId="{E47910BB-44F7-4D74-93CE-8947A641896D}" type="sibTrans" cxnId="{DF3EFC5B-108E-4BC4-ACDA-061B930F8B4C}">
      <dgm:prSet/>
      <dgm:spPr/>
      <dgm:t>
        <a:bodyPr/>
        <a:lstStyle/>
        <a:p>
          <a:endParaRPr lang="en-US"/>
        </a:p>
      </dgm:t>
    </dgm:pt>
    <dgm:pt modelId="{AD83C6B4-37C7-4843-A87A-F20C216E981F}">
      <dgm:prSet custT="1"/>
      <dgm:spPr/>
      <dgm:t>
        <a:bodyPr/>
        <a:lstStyle/>
        <a:p>
          <a:r>
            <a:rPr lang="en-IN" sz="900">
              <a:solidFill>
                <a:schemeClr val="accent1">
                  <a:lumMod val="50000"/>
                </a:schemeClr>
              </a:solidFill>
              <a:ea typeface="Calibri" panose="020F0502020204030204" pitchFamily="34" charset="0"/>
            </a:rPr>
            <a:t>Updating ETA &amp; latest status for dependent stories/task in Jira on regular basis</a:t>
          </a:r>
        </a:p>
      </dgm:t>
    </dgm:pt>
    <dgm:pt modelId="{FAEE592C-2750-4799-8B6A-EDC8005BE61B}" type="parTrans" cxnId="{D387DC6C-A808-4C91-9255-0430FED663D4}">
      <dgm:prSet/>
      <dgm:spPr/>
      <dgm:t>
        <a:bodyPr/>
        <a:lstStyle/>
        <a:p>
          <a:endParaRPr lang="en-US"/>
        </a:p>
      </dgm:t>
    </dgm:pt>
    <dgm:pt modelId="{8DECC35E-4FBC-475B-ADAC-D8C5436A8020}" type="sibTrans" cxnId="{D387DC6C-A808-4C91-9255-0430FED663D4}">
      <dgm:prSet/>
      <dgm:spPr/>
      <dgm:t>
        <a:bodyPr/>
        <a:lstStyle/>
        <a:p>
          <a:endParaRPr lang="en-US"/>
        </a:p>
      </dgm:t>
    </dgm:pt>
    <dgm:pt modelId="{DA5BB17D-6E75-4632-809F-AB7E8D6E3794}">
      <dgm:prSet custT="1"/>
      <dgm:spPr/>
      <dgm:t>
        <a:bodyPr/>
        <a:lstStyle/>
        <a:p>
          <a:r>
            <a:rPr lang="en-GB" sz="900">
              <a:solidFill>
                <a:schemeClr val="accent1">
                  <a:lumMod val="50000"/>
                </a:schemeClr>
              </a:solidFill>
              <a:ea typeface="Calibri" panose="020F0502020204030204" pitchFamily="34" charset="0"/>
            </a:rPr>
            <a:t>Adding latest comments to the issue as &amp; when there are changes</a:t>
          </a:r>
        </a:p>
      </dgm:t>
    </dgm:pt>
    <dgm:pt modelId="{88B080D4-0637-4689-BBB8-12DC8C9053CB}" type="parTrans" cxnId="{3FDCAD6B-1661-48FB-ACE0-DE64C6364213}">
      <dgm:prSet/>
      <dgm:spPr/>
      <dgm:t>
        <a:bodyPr/>
        <a:lstStyle/>
        <a:p>
          <a:endParaRPr lang="en-US"/>
        </a:p>
      </dgm:t>
    </dgm:pt>
    <dgm:pt modelId="{FCF1FF44-FB79-4AAA-98AA-96C9E235D1DA}" type="sibTrans" cxnId="{3FDCAD6B-1661-48FB-ACE0-DE64C6364213}">
      <dgm:prSet/>
      <dgm:spPr/>
      <dgm:t>
        <a:bodyPr/>
        <a:lstStyle/>
        <a:p>
          <a:endParaRPr lang="en-US"/>
        </a:p>
      </dgm:t>
    </dgm:pt>
    <dgm:pt modelId="{A521E799-06C9-4212-B108-5EBC7B076336}">
      <dgm:prSet custT="1"/>
      <dgm:spPr/>
      <dgm:t>
        <a:bodyPr/>
        <a:lstStyle/>
        <a:p>
          <a:r>
            <a:rPr lang="en-GB" sz="900">
              <a:solidFill>
                <a:schemeClr val="accent1">
                  <a:lumMod val="50000"/>
                </a:schemeClr>
              </a:solidFill>
              <a:ea typeface="Calibri" panose="020F0502020204030204" pitchFamily="34" charset="0"/>
            </a:rPr>
            <a:t>Linked Issues to be effectively utilized esp. when dependency is identified</a:t>
          </a:r>
          <a:endParaRPr lang="en-US" sz="900"/>
        </a:p>
      </dgm:t>
    </dgm:pt>
    <dgm:pt modelId="{924F5FB0-6880-4EDE-BF49-523A520A1D08}" type="parTrans" cxnId="{906D3B64-C9C0-4FAF-A111-BC005B6F8DA7}">
      <dgm:prSet/>
      <dgm:spPr/>
      <dgm:t>
        <a:bodyPr/>
        <a:lstStyle/>
        <a:p>
          <a:endParaRPr lang="en-US"/>
        </a:p>
      </dgm:t>
    </dgm:pt>
    <dgm:pt modelId="{FFB677EF-07A3-4DF9-8228-96E3CC013CBB}" type="sibTrans" cxnId="{906D3B64-C9C0-4FAF-A111-BC005B6F8DA7}">
      <dgm:prSet/>
      <dgm:spPr/>
      <dgm:t>
        <a:bodyPr/>
        <a:lstStyle/>
        <a:p>
          <a:endParaRPr lang="en-US"/>
        </a:p>
      </dgm:t>
    </dgm:pt>
    <dgm:pt modelId="{56BE5883-F28E-4395-9951-38F82FF36463}">
      <dgm:prSet custT="1"/>
      <dgm:spPr/>
      <dgm:t>
        <a:bodyPr/>
        <a:lstStyle/>
        <a:p>
          <a:r>
            <a:rPr lang="en-IN" sz="900">
              <a:solidFill>
                <a:schemeClr val="accent1">
                  <a:lumMod val="50000"/>
                </a:schemeClr>
              </a:solidFill>
              <a:ea typeface="Calibri" panose="020F0502020204030204" pitchFamily="34" charset="0"/>
            </a:rPr>
            <a:t>Access to GPAS &amp; Billing team’s calendar to plan meeting better</a:t>
          </a:r>
        </a:p>
      </dgm:t>
    </dgm:pt>
    <dgm:pt modelId="{AC011A95-3523-4C7D-889F-B0EDE5FCFD47}" type="parTrans" cxnId="{5F179903-2CBA-4F3A-94B3-4B961442CCB8}">
      <dgm:prSet/>
      <dgm:spPr/>
      <dgm:t>
        <a:bodyPr/>
        <a:lstStyle/>
        <a:p>
          <a:endParaRPr lang="en-US"/>
        </a:p>
      </dgm:t>
    </dgm:pt>
    <dgm:pt modelId="{91734F06-A9C5-4197-8FF1-67D089E890A5}" type="sibTrans" cxnId="{5F179903-2CBA-4F3A-94B3-4B961442CCB8}">
      <dgm:prSet/>
      <dgm:spPr/>
      <dgm:t>
        <a:bodyPr/>
        <a:lstStyle/>
        <a:p>
          <a:endParaRPr lang="en-US"/>
        </a:p>
      </dgm:t>
    </dgm:pt>
    <dgm:pt modelId="{6DCF9AC1-E156-46A0-BFD4-BDA900FB2EB7}" type="pres">
      <dgm:prSet presAssocID="{18DE5120-6F81-47F7-931F-D0F2F2D6C621}" presName="Name0" presStyleCnt="0">
        <dgm:presLayoutVars>
          <dgm:dir/>
          <dgm:animLvl val="lvl"/>
          <dgm:resizeHandles val="exact"/>
        </dgm:presLayoutVars>
      </dgm:prSet>
      <dgm:spPr/>
    </dgm:pt>
    <dgm:pt modelId="{04F036B1-3A63-43CB-A408-4D36935F0432}" type="pres">
      <dgm:prSet presAssocID="{288551DA-DAA7-4FD2-A1A7-70D7C3367B97}" presName="linNode" presStyleCnt="0"/>
      <dgm:spPr/>
    </dgm:pt>
    <dgm:pt modelId="{7EFEE536-45E1-4785-A981-EA0F683A52A1}" type="pres">
      <dgm:prSet presAssocID="{288551DA-DAA7-4FD2-A1A7-70D7C3367B97}" presName="parentText" presStyleLbl="node1" presStyleIdx="0" presStyleCnt="4" custScaleX="84036" custScaleY="76234">
        <dgm:presLayoutVars>
          <dgm:chMax val="1"/>
          <dgm:bulletEnabled val="1"/>
        </dgm:presLayoutVars>
      </dgm:prSet>
      <dgm:spPr/>
    </dgm:pt>
    <dgm:pt modelId="{7A088A43-4117-4C1D-90FD-DF48E3AA4287}" type="pres">
      <dgm:prSet presAssocID="{288551DA-DAA7-4FD2-A1A7-70D7C3367B97}" presName="descendantText" presStyleLbl="alignAccFollowNode1" presStyleIdx="0" presStyleCnt="4" custScaleX="105516">
        <dgm:presLayoutVars>
          <dgm:bulletEnabled val="1"/>
        </dgm:presLayoutVars>
      </dgm:prSet>
      <dgm:spPr/>
    </dgm:pt>
    <dgm:pt modelId="{C7DB4615-507E-46D3-BFDE-1A9F76AC1B6B}" type="pres">
      <dgm:prSet presAssocID="{2799B866-565F-4E05-B3DD-7EBCC6A2113B}" presName="sp" presStyleCnt="0"/>
      <dgm:spPr/>
    </dgm:pt>
    <dgm:pt modelId="{C98C2A6E-4F1C-4C7E-B98C-7B796AA04479}" type="pres">
      <dgm:prSet presAssocID="{DA922C23-11DF-4212-9422-C87C9B9565CA}" presName="linNode" presStyleCnt="0"/>
      <dgm:spPr/>
    </dgm:pt>
    <dgm:pt modelId="{E9C62DD5-203C-44D4-A7A9-B2E9C623D27B}" type="pres">
      <dgm:prSet presAssocID="{DA922C23-11DF-4212-9422-C87C9B9565CA}" presName="parentText" presStyleLbl="node1" presStyleIdx="1" presStyleCnt="4" custScaleX="84036" custScaleY="76234">
        <dgm:presLayoutVars>
          <dgm:chMax val="1"/>
          <dgm:bulletEnabled val="1"/>
        </dgm:presLayoutVars>
      </dgm:prSet>
      <dgm:spPr/>
    </dgm:pt>
    <dgm:pt modelId="{70E512BC-FC1E-4A13-A5B4-1A9F9A0E107B}" type="pres">
      <dgm:prSet presAssocID="{DA922C23-11DF-4212-9422-C87C9B9565CA}" presName="descendantText" presStyleLbl="alignAccFollowNode1" presStyleIdx="1" presStyleCnt="4" custScaleX="105516">
        <dgm:presLayoutVars>
          <dgm:bulletEnabled val="1"/>
        </dgm:presLayoutVars>
      </dgm:prSet>
      <dgm:spPr/>
    </dgm:pt>
    <dgm:pt modelId="{DAC03F32-631D-417D-8320-5E408499D042}" type="pres">
      <dgm:prSet presAssocID="{3C209009-6039-4901-936B-ADDC6BE142FB}" presName="sp" presStyleCnt="0"/>
      <dgm:spPr/>
    </dgm:pt>
    <dgm:pt modelId="{9C2E56B0-C1B5-491A-B282-60393EE4500D}" type="pres">
      <dgm:prSet presAssocID="{BD1F5C31-865A-45AA-B9C7-CCF060016605}" presName="linNode" presStyleCnt="0"/>
      <dgm:spPr/>
    </dgm:pt>
    <dgm:pt modelId="{0A3CB305-FB6D-482B-B535-B22CF797DCBA}" type="pres">
      <dgm:prSet presAssocID="{BD1F5C31-865A-45AA-B9C7-CCF060016605}" presName="parentText" presStyleLbl="node1" presStyleIdx="2" presStyleCnt="4" custScaleX="84036" custScaleY="76234">
        <dgm:presLayoutVars>
          <dgm:chMax val="1"/>
          <dgm:bulletEnabled val="1"/>
        </dgm:presLayoutVars>
      </dgm:prSet>
      <dgm:spPr/>
    </dgm:pt>
    <dgm:pt modelId="{44FB923F-7C3F-47BF-A89C-3BA610B12791}" type="pres">
      <dgm:prSet presAssocID="{BD1F5C31-865A-45AA-B9C7-CCF060016605}" presName="descendantText" presStyleLbl="alignAccFollowNode1" presStyleIdx="2" presStyleCnt="4" custScaleX="105516">
        <dgm:presLayoutVars>
          <dgm:bulletEnabled val="1"/>
        </dgm:presLayoutVars>
      </dgm:prSet>
      <dgm:spPr/>
    </dgm:pt>
    <dgm:pt modelId="{168AA886-5025-470F-99D6-33E14F39F6A0}" type="pres">
      <dgm:prSet presAssocID="{F7EF64D0-C7D0-4B42-8CF2-E70D4A9B80C0}" presName="sp" presStyleCnt="0"/>
      <dgm:spPr/>
    </dgm:pt>
    <dgm:pt modelId="{D33595C5-C769-4E12-ACAD-88475F3140A9}" type="pres">
      <dgm:prSet presAssocID="{143C4B06-C8D3-4703-9615-7D75947EA63A}" presName="linNode" presStyleCnt="0"/>
      <dgm:spPr/>
    </dgm:pt>
    <dgm:pt modelId="{6A9ADB0C-CF81-49DD-8F04-484F73F64C54}" type="pres">
      <dgm:prSet presAssocID="{143C4B06-C8D3-4703-9615-7D75947EA63A}" presName="parentText" presStyleLbl="node1" presStyleIdx="3" presStyleCnt="4" custScaleX="84036" custScaleY="76234">
        <dgm:presLayoutVars>
          <dgm:chMax val="1"/>
          <dgm:bulletEnabled val="1"/>
        </dgm:presLayoutVars>
      </dgm:prSet>
      <dgm:spPr/>
    </dgm:pt>
    <dgm:pt modelId="{9A007F56-8A4F-45D7-9C89-95DAC0ABFA9F}" type="pres">
      <dgm:prSet presAssocID="{143C4B06-C8D3-4703-9615-7D75947EA63A}" presName="descendantText" presStyleLbl="alignAccFollowNode1" presStyleIdx="3" presStyleCnt="4" custScaleX="105516">
        <dgm:presLayoutVars>
          <dgm:bulletEnabled val="1"/>
        </dgm:presLayoutVars>
      </dgm:prSet>
      <dgm:spPr/>
    </dgm:pt>
  </dgm:ptLst>
  <dgm:cxnLst>
    <dgm:cxn modelId="{5F179903-2CBA-4F3A-94B3-4B961442CCB8}" srcId="{143C4B06-C8D3-4703-9615-7D75947EA63A}" destId="{56BE5883-F28E-4395-9951-38F82FF36463}" srcOrd="1" destOrd="0" parTransId="{AC011A95-3523-4C7D-889F-B0EDE5FCFD47}" sibTransId="{91734F06-A9C5-4197-8FF1-67D089E890A5}"/>
    <dgm:cxn modelId="{66EDAF19-C35A-4559-BC31-7CD4B233D851}" type="presOf" srcId="{80EA3DD6-6D07-4F9E-AA0D-78DA74530203}" destId="{44FB923F-7C3F-47BF-A89C-3BA610B12791}" srcOrd="0" destOrd="6" presId="urn:microsoft.com/office/officeart/2005/8/layout/vList5"/>
    <dgm:cxn modelId="{66ABEF1F-DA7E-47CA-969B-A4B50E810D22}" srcId="{288551DA-DAA7-4FD2-A1A7-70D7C3367B97}" destId="{45C1C9C2-9782-4FD9-8CC3-426BADB59EB6}" srcOrd="1" destOrd="0" parTransId="{5FA8BFE0-B5B1-4F0C-95C8-DD73F72AA544}" sibTransId="{1B32CB18-A9F2-4B22-8F25-7DA9C8193674}"/>
    <dgm:cxn modelId="{6C3E7B21-FADB-4CFB-A4EB-148DD6D878AD}" type="presOf" srcId="{DA5BB17D-6E75-4632-809F-AB7E8D6E3794}" destId="{44FB923F-7C3F-47BF-A89C-3BA610B12791}" srcOrd="0" destOrd="4" presId="urn:microsoft.com/office/officeart/2005/8/layout/vList5"/>
    <dgm:cxn modelId="{981B972A-9521-4802-8850-634320834298}" type="presOf" srcId="{CCFC7BD7-3CD0-4B3D-8635-0E3CCCC3E413}" destId="{7A088A43-4117-4C1D-90FD-DF48E3AA4287}" srcOrd="0" destOrd="2" presId="urn:microsoft.com/office/officeart/2005/8/layout/vList5"/>
    <dgm:cxn modelId="{0A6AA42A-9598-4640-9B16-5E7B5D69685D}" srcId="{288551DA-DAA7-4FD2-A1A7-70D7C3367B97}" destId="{CCFC7BD7-3CD0-4B3D-8635-0E3CCCC3E413}" srcOrd="2" destOrd="0" parTransId="{83976E7D-C5B2-4195-B641-DAF7E3CD31B4}" sibTransId="{38E87110-DD87-4593-8D3B-F0F1702DB46C}"/>
    <dgm:cxn modelId="{39D41E32-434C-4991-9CD1-5DF4E22184BE}" type="presOf" srcId="{56BE5883-F28E-4395-9951-38F82FF36463}" destId="{9A007F56-8A4F-45D7-9C89-95DAC0ABFA9F}" srcOrd="0" destOrd="1" presId="urn:microsoft.com/office/officeart/2005/8/layout/vList5"/>
    <dgm:cxn modelId="{4C0CC534-A2A6-4C86-9E4D-B0F8990074C4}" srcId="{288551DA-DAA7-4FD2-A1A7-70D7C3367B97}" destId="{976AE645-877A-46E3-B817-5ECE60DCD1B6}" srcOrd="3" destOrd="0" parTransId="{7FD2BFD2-537F-417C-93B3-1F529E1AAE34}" sibTransId="{C3BFF76B-A694-4211-AFBE-56663A80A50A}"/>
    <dgm:cxn modelId="{6785EA34-FFC5-4103-AE09-18F3CABD9357}" type="presOf" srcId="{39175F60-4518-4234-A34C-C88C17E1EAE5}" destId="{44FB923F-7C3F-47BF-A89C-3BA610B12791}" srcOrd="0" destOrd="0" presId="urn:microsoft.com/office/officeart/2005/8/layout/vList5"/>
    <dgm:cxn modelId="{80596335-5171-4004-8E13-E226D0C9F0B1}" type="presOf" srcId="{D1B95E45-3035-495A-A60D-51B0C0799676}" destId="{9A007F56-8A4F-45D7-9C89-95DAC0ABFA9F}" srcOrd="0" destOrd="0" presId="urn:microsoft.com/office/officeart/2005/8/layout/vList5"/>
    <dgm:cxn modelId="{E4CF913B-2F82-485D-A35E-D4B1DC10AC7C}" type="presOf" srcId="{143C4B06-C8D3-4703-9615-7D75947EA63A}" destId="{6A9ADB0C-CF81-49DD-8F04-484F73F64C54}" srcOrd="0" destOrd="0" presId="urn:microsoft.com/office/officeart/2005/8/layout/vList5"/>
    <dgm:cxn modelId="{DF3EFC5B-108E-4BC4-ACDA-061B930F8B4C}" srcId="{BD1F5C31-865A-45AA-B9C7-CCF060016605}" destId="{CA283822-45C4-45F4-BD5F-98AFFA821E8B}" srcOrd="2" destOrd="0" parTransId="{C2190D6F-B16E-4D5A-9BB1-3FDD0FEAA252}" sibTransId="{E47910BB-44F7-4D74-93CE-8947A641896D}"/>
    <dgm:cxn modelId="{B341365E-427F-4254-B799-E3CD9D326248}" srcId="{288551DA-DAA7-4FD2-A1A7-70D7C3367B97}" destId="{321B582B-105C-40D3-92DB-9A15433E95A6}" srcOrd="0" destOrd="0" parTransId="{BDEE18F4-7DC8-40EE-B1E5-DF2B750CF545}" sibTransId="{A5879A81-3591-4C8F-9E5F-BE7E25AE3BAC}"/>
    <dgm:cxn modelId="{B92C1B5F-8623-4775-82A9-7D6ACA24585C}" srcId="{18DE5120-6F81-47F7-931F-D0F2F2D6C621}" destId="{288551DA-DAA7-4FD2-A1A7-70D7C3367B97}" srcOrd="0" destOrd="0" parTransId="{51ACBA08-AD3C-4B75-BC7E-33F3D9A89BA4}" sibTransId="{2799B866-565F-4E05-B3DD-7EBCC6A2113B}"/>
    <dgm:cxn modelId="{F3115361-ABB3-411F-A96F-7769BA24C61E}" type="presOf" srcId="{18DE5120-6F81-47F7-931F-D0F2F2D6C621}" destId="{6DCF9AC1-E156-46A0-BFD4-BDA900FB2EB7}" srcOrd="0" destOrd="0" presId="urn:microsoft.com/office/officeart/2005/8/layout/vList5"/>
    <dgm:cxn modelId="{906D3B64-C9C0-4FAF-A111-BC005B6F8DA7}" srcId="{BD1F5C31-865A-45AA-B9C7-CCF060016605}" destId="{A521E799-06C9-4212-B108-5EBC7B076336}" srcOrd="5" destOrd="0" parTransId="{924F5FB0-6880-4EDE-BF49-523A520A1D08}" sibTransId="{FFB677EF-07A3-4DF9-8228-96E3CC013CBB}"/>
    <dgm:cxn modelId="{E249CD66-B5FD-4147-A795-41D027ED4C0B}" type="presOf" srcId="{CA283822-45C4-45F4-BD5F-98AFFA821E8B}" destId="{44FB923F-7C3F-47BF-A89C-3BA610B12791}" srcOrd="0" destOrd="2" presId="urn:microsoft.com/office/officeart/2005/8/layout/vList5"/>
    <dgm:cxn modelId="{BEA70868-DCFA-48B0-8BE3-F630A14E4DF0}" srcId="{BD1F5C31-865A-45AA-B9C7-CCF060016605}" destId="{80EA3DD6-6D07-4F9E-AA0D-78DA74530203}" srcOrd="6" destOrd="0" parTransId="{8F410626-C114-4216-89AE-76E2725CA81A}" sibTransId="{EF694A56-D00D-4458-868A-44265811924B}"/>
    <dgm:cxn modelId="{E5E6184B-6F63-4053-A349-8C9EC9E2F4BA}" srcId="{18DE5120-6F81-47F7-931F-D0F2F2D6C621}" destId="{BD1F5C31-865A-45AA-B9C7-CCF060016605}" srcOrd="2" destOrd="0" parTransId="{BCD712E7-6528-4940-B7C8-3066EE218CA6}" sibTransId="{F7EF64D0-C7D0-4B42-8CF2-E70D4A9B80C0}"/>
    <dgm:cxn modelId="{3FDCAD6B-1661-48FB-ACE0-DE64C6364213}" srcId="{BD1F5C31-865A-45AA-B9C7-CCF060016605}" destId="{DA5BB17D-6E75-4632-809F-AB7E8D6E3794}" srcOrd="4" destOrd="0" parTransId="{88B080D4-0637-4689-BBB8-12DC8C9053CB}" sibTransId="{FCF1FF44-FB79-4AAA-98AA-96C9E235D1DA}"/>
    <dgm:cxn modelId="{D387DC6C-A808-4C91-9255-0430FED663D4}" srcId="{BD1F5C31-865A-45AA-B9C7-CCF060016605}" destId="{AD83C6B4-37C7-4843-A87A-F20C216E981F}" srcOrd="3" destOrd="0" parTransId="{FAEE592C-2750-4799-8B6A-EDC8005BE61B}" sibTransId="{8DECC35E-4FBC-475B-ADAC-D8C5436A8020}"/>
    <dgm:cxn modelId="{D70DBA6E-10A3-462F-B468-89FA22103528}" type="presOf" srcId="{321B582B-105C-40D3-92DB-9A15433E95A6}" destId="{7A088A43-4117-4C1D-90FD-DF48E3AA4287}" srcOrd="0" destOrd="0" presId="urn:microsoft.com/office/officeart/2005/8/layout/vList5"/>
    <dgm:cxn modelId="{CC94B270-E5C7-4399-93B9-86038776CB5E}" type="presOf" srcId="{A521E799-06C9-4212-B108-5EBC7B076336}" destId="{44FB923F-7C3F-47BF-A89C-3BA610B12791}" srcOrd="0" destOrd="5" presId="urn:microsoft.com/office/officeart/2005/8/layout/vList5"/>
    <dgm:cxn modelId="{A4A11D72-E50B-4780-A5E9-A48608762E3F}" type="presOf" srcId="{AD83C6B4-37C7-4843-A87A-F20C216E981F}" destId="{44FB923F-7C3F-47BF-A89C-3BA610B12791}" srcOrd="0" destOrd="3" presId="urn:microsoft.com/office/officeart/2005/8/layout/vList5"/>
    <dgm:cxn modelId="{64BC1654-4243-4D33-AC5D-FC385980A515}" srcId="{DA922C23-11DF-4212-9422-C87C9B9565CA}" destId="{0B423B57-CAFB-472F-B5BF-EECFEC83C309}" srcOrd="1" destOrd="0" parTransId="{A752F933-28C8-4861-B015-8AE976C53A6B}" sibTransId="{38199066-D3F1-4AAE-8186-598459E711D6}"/>
    <dgm:cxn modelId="{997C0E57-F050-4A31-AD82-7460163D905F}" srcId="{BD1F5C31-865A-45AA-B9C7-CCF060016605}" destId="{F1300A1C-5D31-4482-8D71-F2CA22FBD252}" srcOrd="1" destOrd="0" parTransId="{C0647249-A120-4C76-BBDD-C45C20F4DC54}" sibTransId="{D2480CB2-A1E7-4E6B-9DC7-B1487C4EB0D1}"/>
    <dgm:cxn modelId="{59E56B86-0CB6-427A-AC8D-BA150D1963A4}" type="presOf" srcId="{0B423B57-CAFB-472F-B5BF-EECFEC83C309}" destId="{70E512BC-FC1E-4A13-A5B4-1A9F9A0E107B}" srcOrd="0" destOrd="1" presId="urn:microsoft.com/office/officeart/2005/8/layout/vList5"/>
    <dgm:cxn modelId="{6351B796-27B2-4F02-A066-08FB4BAF825C}" srcId="{18DE5120-6F81-47F7-931F-D0F2F2D6C621}" destId="{143C4B06-C8D3-4703-9615-7D75947EA63A}" srcOrd="3" destOrd="0" parTransId="{643A97B0-D61B-42CF-AB1C-54380ECA7255}" sibTransId="{4454CF32-B2CA-47E1-9963-8CE9E98C925B}"/>
    <dgm:cxn modelId="{E575C4AC-1F28-425A-BFB9-088C8EF19131}" type="presOf" srcId="{288551DA-DAA7-4FD2-A1A7-70D7C3367B97}" destId="{7EFEE536-45E1-4785-A981-EA0F683A52A1}" srcOrd="0" destOrd="0" presId="urn:microsoft.com/office/officeart/2005/8/layout/vList5"/>
    <dgm:cxn modelId="{71ED9EB1-D375-45C7-B947-88471DF0C65B}" srcId="{BD1F5C31-865A-45AA-B9C7-CCF060016605}" destId="{39175F60-4518-4234-A34C-C88C17E1EAE5}" srcOrd="0" destOrd="0" parTransId="{DC5CEA64-6948-4E74-B39D-4C997EC7AD95}" sibTransId="{D6D3824D-AD41-47F4-9A35-A6C18E65EA37}"/>
    <dgm:cxn modelId="{75384AB2-0D6F-4607-B4E2-F447C7B339B1}" srcId="{143C4B06-C8D3-4703-9615-7D75947EA63A}" destId="{D1B95E45-3035-495A-A60D-51B0C0799676}" srcOrd="0" destOrd="0" parTransId="{5838B529-7491-4BF2-B61C-64AF2949830C}" sibTransId="{4A6CA884-BA70-440C-A584-10A9E56EFFDD}"/>
    <dgm:cxn modelId="{E1AFC2B6-E5CC-469F-B9EE-4391F3B07F3C}" type="presOf" srcId="{59C050DD-A2D1-48C8-8F93-CB0CD7D77BE5}" destId="{9A007F56-8A4F-45D7-9C89-95DAC0ABFA9F}" srcOrd="0" destOrd="2" presId="urn:microsoft.com/office/officeart/2005/8/layout/vList5"/>
    <dgm:cxn modelId="{2426EFC4-E3DA-4DF4-B264-BA81F530FCA8}" srcId="{18DE5120-6F81-47F7-931F-D0F2F2D6C621}" destId="{DA922C23-11DF-4212-9422-C87C9B9565CA}" srcOrd="1" destOrd="0" parTransId="{42D536AA-3C28-4765-94C2-E96711873E8A}" sibTransId="{3C209009-6039-4901-936B-ADDC6BE142FB}"/>
    <dgm:cxn modelId="{D84FF4D0-8147-4E62-8D2E-0A42C1520705}" type="presOf" srcId="{A7F6337C-356B-4C0A-B39A-B80B0C9CD3D8}" destId="{70E512BC-FC1E-4A13-A5B4-1A9F9A0E107B}" srcOrd="0" destOrd="0" presId="urn:microsoft.com/office/officeart/2005/8/layout/vList5"/>
    <dgm:cxn modelId="{A85D6FDE-2A79-427E-BBAC-35B3F4DEF434}" type="presOf" srcId="{976AE645-877A-46E3-B817-5ECE60DCD1B6}" destId="{7A088A43-4117-4C1D-90FD-DF48E3AA4287}" srcOrd="0" destOrd="3" presId="urn:microsoft.com/office/officeart/2005/8/layout/vList5"/>
    <dgm:cxn modelId="{F1B682E2-3007-47E6-BD12-95D77F2CB6AC}" srcId="{DA922C23-11DF-4212-9422-C87C9B9565CA}" destId="{A7F6337C-356B-4C0A-B39A-B80B0C9CD3D8}" srcOrd="0" destOrd="0" parTransId="{574B928E-2C7C-41BC-8A55-45C026C11039}" sibTransId="{7862866D-28A9-4D5F-A3E9-17224993CF44}"/>
    <dgm:cxn modelId="{894EB3E2-DE2D-41E5-AC5B-516AAA18A841}" type="presOf" srcId="{F1300A1C-5D31-4482-8D71-F2CA22FBD252}" destId="{44FB923F-7C3F-47BF-A89C-3BA610B12791}" srcOrd="0" destOrd="1" presId="urn:microsoft.com/office/officeart/2005/8/layout/vList5"/>
    <dgm:cxn modelId="{0ED2C0EA-2DAD-402E-85EB-2388170A8D4C}" srcId="{143C4B06-C8D3-4703-9615-7D75947EA63A}" destId="{59C050DD-A2D1-48C8-8F93-CB0CD7D77BE5}" srcOrd="2" destOrd="0" parTransId="{DC9819E7-07A5-4AA5-ACE7-CAEB459B2B63}" sibTransId="{546AD5B9-3A9B-44C6-A963-492E746F3BB6}"/>
    <dgm:cxn modelId="{5FC571F5-F0D4-4699-AEA9-61FACB565788}" type="presOf" srcId="{DA922C23-11DF-4212-9422-C87C9B9565CA}" destId="{E9C62DD5-203C-44D4-A7A9-B2E9C623D27B}" srcOrd="0" destOrd="0" presId="urn:microsoft.com/office/officeart/2005/8/layout/vList5"/>
    <dgm:cxn modelId="{F10126FA-8D39-4E70-AEE5-00A2CD932A76}" type="presOf" srcId="{BD1F5C31-865A-45AA-B9C7-CCF060016605}" destId="{0A3CB305-FB6D-482B-B535-B22CF797DCBA}" srcOrd="0" destOrd="0" presId="urn:microsoft.com/office/officeart/2005/8/layout/vList5"/>
    <dgm:cxn modelId="{62D3AEFF-2C48-4A1E-961E-609C397576B5}" type="presOf" srcId="{45C1C9C2-9782-4FD9-8CC3-426BADB59EB6}" destId="{7A088A43-4117-4C1D-90FD-DF48E3AA4287}" srcOrd="0" destOrd="1" presId="urn:microsoft.com/office/officeart/2005/8/layout/vList5"/>
    <dgm:cxn modelId="{248C2B3A-16D8-404B-A631-CBFD68472ADB}" type="presParOf" srcId="{6DCF9AC1-E156-46A0-BFD4-BDA900FB2EB7}" destId="{04F036B1-3A63-43CB-A408-4D36935F0432}" srcOrd="0" destOrd="0" presId="urn:microsoft.com/office/officeart/2005/8/layout/vList5"/>
    <dgm:cxn modelId="{09FE00FC-9C92-47E3-926B-04D25A8B3E32}" type="presParOf" srcId="{04F036B1-3A63-43CB-A408-4D36935F0432}" destId="{7EFEE536-45E1-4785-A981-EA0F683A52A1}" srcOrd="0" destOrd="0" presId="urn:microsoft.com/office/officeart/2005/8/layout/vList5"/>
    <dgm:cxn modelId="{447E8D80-7525-498F-AF14-0459BCB4FCFA}" type="presParOf" srcId="{04F036B1-3A63-43CB-A408-4D36935F0432}" destId="{7A088A43-4117-4C1D-90FD-DF48E3AA4287}" srcOrd="1" destOrd="0" presId="urn:microsoft.com/office/officeart/2005/8/layout/vList5"/>
    <dgm:cxn modelId="{52C2B940-2612-4C4B-8189-CC659F8E7066}" type="presParOf" srcId="{6DCF9AC1-E156-46A0-BFD4-BDA900FB2EB7}" destId="{C7DB4615-507E-46D3-BFDE-1A9F76AC1B6B}" srcOrd="1" destOrd="0" presId="urn:microsoft.com/office/officeart/2005/8/layout/vList5"/>
    <dgm:cxn modelId="{84B4888C-AB03-4E48-86A4-C11CDD432730}" type="presParOf" srcId="{6DCF9AC1-E156-46A0-BFD4-BDA900FB2EB7}" destId="{C98C2A6E-4F1C-4C7E-B98C-7B796AA04479}" srcOrd="2" destOrd="0" presId="urn:microsoft.com/office/officeart/2005/8/layout/vList5"/>
    <dgm:cxn modelId="{EB19FF00-DB25-4DE8-8181-61D3A1350659}" type="presParOf" srcId="{C98C2A6E-4F1C-4C7E-B98C-7B796AA04479}" destId="{E9C62DD5-203C-44D4-A7A9-B2E9C623D27B}" srcOrd="0" destOrd="0" presId="urn:microsoft.com/office/officeart/2005/8/layout/vList5"/>
    <dgm:cxn modelId="{A8D927B3-0D5A-476C-B1F8-EE34E8D93C71}" type="presParOf" srcId="{C98C2A6E-4F1C-4C7E-B98C-7B796AA04479}" destId="{70E512BC-FC1E-4A13-A5B4-1A9F9A0E107B}" srcOrd="1" destOrd="0" presId="urn:microsoft.com/office/officeart/2005/8/layout/vList5"/>
    <dgm:cxn modelId="{1AD8A15A-8819-484B-9FBB-207AC8021CF9}" type="presParOf" srcId="{6DCF9AC1-E156-46A0-BFD4-BDA900FB2EB7}" destId="{DAC03F32-631D-417D-8320-5E408499D042}" srcOrd="3" destOrd="0" presId="urn:microsoft.com/office/officeart/2005/8/layout/vList5"/>
    <dgm:cxn modelId="{60DE6A72-1013-4B9D-B71A-DD12DE4F2101}" type="presParOf" srcId="{6DCF9AC1-E156-46A0-BFD4-BDA900FB2EB7}" destId="{9C2E56B0-C1B5-491A-B282-60393EE4500D}" srcOrd="4" destOrd="0" presId="urn:microsoft.com/office/officeart/2005/8/layout/vList5"/>
    <dgm:cxn modelId="{2E8F732F-A8A5-4D28-8C41-DADE083E29E2}" type="presParOf" srcId="{9C2E56B0-C1B5-491A-B282-60393EE4500D}" destId="{0A3CB305-FB6D-482B-B535-B22CF797DCBA}" srcOrd="0" destOrd="0" presId="urn:microsoft.com/office/officeart/2005/8/layout/vList5"/>
    <dgm:cxn modelId="{0F434D8D-A3B7-4641-80E6-8BCBCCC2540C}" type="presParOf" srcId="{9C2E56B0-C1B5-491A-B282-60393EE4500D}" destId="{44FB923F-7C3F-47BF-A89C-3BA610B12791}" srcOrd="1" destOrd="0" presId="urn:microsoft.com/office/officeart/2005/8/layout/vList5"/>
    <dgm:cxn modelId="{ABA2E5D5-747A-4043-B9B9-DCB9758CCCE3}" type="presParOf" srcId="{6DCF9AC1-E156-46A0-BFD4-BDA900FB2EB7}" destId="{168AA886-5025-470F-99D6-33E14F39F6A0}" srcOrd="5" destOrd="0" presId="urn:microsoft.com/office/officeart/2005/8/layout/vList5"/>
    <dgm:cxn modelId="{1A706D20-7E9C-40F5-8B00-B855AD8ADDD4}" type="presParOf" srcId="{6DCF9AC1-E156-46A0-BFD4-BDA900FB2EB7}" destId="{D33595C5-C769-4E12-ACAD-88475F3140A9}" srcOrd="6" destOrd="0" presId="urn:microsoft.com/office/officeart/2005/8/layout/vList5"/>
    <dgm:cxn modelId="{7C796035-C242-4D7B-B18A-3E0EE1D0A54B}" type="presParOf" srcId="{D33595C5-C769-4E12-ACAD-88475F3140A9}" destId="{6A9ADB0C-CF81-49DD-8F04-484F73F64C54}" srcOrd="0" destOrd="0" presId="urn:microsoft.com/office/officeart/2005/8/layout/vList5"/>
    <dgm:cxn modelId="{C0FD2B6D-D551-4C14-A78F-1FF0DA3C2CC3}" type="presParOf" srcId="{D33595C5-C769-4E12-ACAD-88475F3140A9}" destId="{9A007F56-8A4F-45D7-9C89-95DAC0ABFA9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Build </a:t>
          </a:r>
        </a:p>
        <a:p>
          <a:pPr marL="0" lvl="0" indent="0" algn="ctr" defTabSz="800100">
            <a:lnSpc>
              <a:spcPct val="90000"/>
            </a:lnSpc>
            <a:spcBef>
              <a:spcPct val="0"/>
            </a:spcBef>
            <a:spcAft>
              <a:spcPct val="35000"/>
            </a:spcAft>
            <a:buNone/>
          </a:pPr>
          <a:r>
            <a:rPr lang="en-IN" sz="1800" b="1" i="1" kern="1200"/>
            <a:t>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E969-95C5-48B5-ACCF-0FF8D199495B}">
      <dsp:nvSpPr>
        <dsp:cNvPr id="0" name=""/>
        <dsp:cNvSpPr/>
      </dsp:nvSpPr>
      <dsp:spPr>
        <a:xfrm rot="5400000">
          <a:off x="6907189" y="-314105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latin typeface="Ubuntu" panose="020B0504030602030204" pitchFamily="34" charset="0"/>
            </a:rPr>
            <a:t>Responsible for Overall Program Governance that includes Planning, Monitoring execution to Budget, Mitigate Risks &amp; Issues.</a:t>
          </a:r>
        </a:p>
      </dsp:txBody>
      <dsp:txXfrm rot="-5400000">
        <a:off x="3730108" y="49557"/>
        <a:ext cx="6617774" cy="250081"/>
      </dsp:txXfrm>
    </dsp:sp>
    <dsp:sp modelId="{36CC1953-3FD7-4483-9717-DDEC8FCF7191}">
      <dsp:nvSpPr>
        <dsp:cNvPr id="0" name=""/>
        <dsp:cNvSpPr/>
      </dsp:nvSpPr>
      <dsp:spPr>
        <a:xfrm>
          <a:off x="0" y="138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sp:txBody>
      <dsp:txXfrm>
        <a:off x="16911" y="18296"/>
        <a:ext cx="3696285" cy="312602"/>
      </dsp:txXfrm>
    </dsp:sp>
    <dsp:sp modelId="{321D45C5-E096-47DB-A92E-2CD9DB2037B7}">
      <dsp:nvSpPr>
        <dsp:cNvPr id="0" name=""/>
        <dsp:cNvSpPr/>
      </dsp:nvSpPr>
      <dsp:spPr>
        <a:xfrm rot="5400000">
          <a:off x="6907189" y="-277730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sp:txBody>
      <dsp:txXfrm rot="-5400000">
        <a:off x="3730108" y="413303"/>
        <a:ext cx="6617774" cy="250081"/>
      </dsp:txXfrm>
    </dsp:sp>
    <dsp:sp modelId="{284523C8-A35D-47BD-9062-5554B83E22A4}">
      <dsp:nvSpPr>
        <dsp:cNvPr id="0" name=""/>
        <dsp:cNvSpPr/>
      </dsp:nvSpPr>
      <dsp:spPr>
        <a:xfrm>
          <a:off x="0" y="36513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BILLING (Guidewire)</a:t>
          </a:r>
        </a:p>
      </dsp:txBody>
      <dsp:txXfrm>
        <a:off x="16911" y="382042"/>
        <a:ext cx="3696285" cy="312602"/>
      </dsp:txXfrm>
    </dsp:sp>
    <dsp:sp modelId="{7EE2B84A-CE77-4462-B729-68FE1CC0C92D}">
      <dsp:nvSpPr>
        <dsp:cNvPr id="0" name=""/>
        <dsp:cNvSpPr/>
      </dsp:nvSpPr>
      <dsp:spPr>
        <a:xfrm rot="5400000">
          <a:off x="6907189" y="-241356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implement the new Policy system in Guidewire across all Beazley Product variations &amp; Lines of Business in Scope</a:t>
          </a:r>
          <a:endParaRPr lang="en-IN" sz="1100" kern="1200">
            <a:latin typeface="Ubuntu" panose="020B0504030602030204" pitchFamily="34" charset="0"/>
          </a:endParaRPr>
        </a:p>
      </dsp:txBody>
      <dsp:txXfrm rot="-5400000">
        <a:off x="3730108" y="777049"/>
        <a:ext cx="6617774" cy="250081"/>
      </dsp:txXfrm>
    </dsp:sp>
    <dsp:sp modelId="{8BB1014C-9FA7-4CE0-A50C-FB8882EAE3C5}">
      <dsp:nvSpPr>
        <dsp:cNvPr id="0" name=""/>
        <dsp:cNvSpPr/>
      </dsp:nvSpPr>
      <dsp:spPr>
        <a:xfrm>
          <a:off x="0" y="72887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POLICY (Guidewire)</a:t>
          </a:r>
        </a:p>
      </dsp:txBody>
      <dsp:txXfrm>
        <a:off x="16911" y="745788"/>
        <a:ext cx="3696285" cy="312602"/>
      </dsp:txXfrm>
    </dsp:sp>
    <dsp:sp modelId="{503AFF98-53A1-43F1-8795-313D8F7E5264}">
      <dsp:nvSpPr>
        <dsp:cNvPr id="0" name=""/>
        <dsp:cNvSpPr/>
      </dsp:nvSpPr>
      <dsp:spPr>
        <a:xfrm rot="5400000">
          <a:off x="6907189" y="-204981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sp:txBody>
      <dsp:txXfrm rot="-5400000">
        <a:off x="3730108" y="1140795"/>
        <a:ext cx="6617774" cy="250081"/>
      </dsp:txXfrm>
    </dsp:sp>
    <dsp:sp modelId="{337FD514-BCE1-4CC0-A6AE-6A60EA970BAA}">
      <dsp:nvSpPr>
        <dsp:cNvPr id="0" name=""/>
        <dsp:cNvSpPr/>
      </dsp:nvSpPr>
      <dsp:spPr>
        <a:xfrm>
          <a:off x="0" y="109262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INTEGRATION</a:t>
          </a:r>
        </a:p>
      </dsp:txBody>
      <dsp:txXfrm>
        <a:off x="16911" y="1109534"/>
        <a:ext cx="3696285" cy="312602"/>
      </dsp:txXfrm>
    </dsp:sp>
    <dsp:sp modelId="{02650712-EB0F-42DC-A692-71588FBC38D8}">
      <dsp:nvSpPr>
        <dsp:cNvPr id="0" name=""/>
        <dsp:cNvSpPr/>
      </dsp:nvSpPr>
      <dsp:spPr>
        <a:xfrm rot="5400000">
          <a:off x="6907189" y="-168606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1504541"/>
        <a:ext cx="6617774" cy="250081"/>
      </dsp:txXfrm>
    </dsp:sp>
    <dsp:sp modelId="{59A9601E-C2D7-445F-A95B-9D53FB073F1F}">
      <dsp:nvSpPr>
        <dsp:cNvPr id="0" name=""/>
        <dsp:cNvSpPr/>
      </dsp:nvSpPr>
      <dsp:spPr>
        <a:xfrm>
          <a:off x="0" y="1456369"/>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PRODUCT RATIONALISATION</a:t>
          </a:r>
        </a:p>
      </dsp:txBody>
      <dsp:txXfrm>
        <a:off x="16911" y="1473280"/>
        <a:ext cx="3696285" cy="312602"/>
      </dsp:txXfrm>
    </dsp:sp>
    <dsp:sp modelId="{AF91CCC8-937A-40A9-9E38-D73CA0A35F4F}">
      <dsp:nvSpPr>
        <dsp:cNvPr id="0" name=""/>
        <dsp:cNvSpPr/>
      </dsp:nvSpPr>
      <dsp:spPr>
        <a:xfrm rot="5400000">
          <a:off x="6907189" y="-132232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sp:txBody>
      <dsp:txXfrm rot="-5400000">
        <a:off x="3730108" y="1868287"/>
        <a:ext cx="6617774" cy="250081"/>
      </dsp:txXfrm>
    </dsp:sp>
    <dsp:sp modelId="{11433F9A-1AE2-4F2E-AD73-72179B1E5AF5}">
      <dsp:nvSpPr>
        <dsp:cNvPr id="0" name=""/>
        <dsp:cNvSpPr/>
      </dsp:nvSpPr>
      <dsp:spPr>
        <a:xfrm>
          <a:off x="0" y="1820115"/>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MIGRATION</a:t>
          </a:r>
        </a:p>
      </dsp:txBody>
      <dsp:txXfrm>
        <a:off x="16911" y="1837026"/>
        <a:ext cx="3696285" cy="312602"/>
      </dsp:txXfrm>
    </dsp:sp>
    <dsp:sp modelId="{17C3541B-3BEE-4976-A790-DCA7D689DC9B}">
      <dsp:nvSpPr>
        <dsp:cNvPr id="0" name=""/>
        <dsp:cNvSpPr/>
      </dsp:nvSpPr>
      <dsp:spPr>
        <a:xfrm rot="5400000">
          <a:off x="6907189" y="-95857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sp:txBody>
      <dsp:txXfrm rot="-5400000">
        <a:off x="3730108" y="2232033"/>
        <a:ext cx="6617774" cy="250081"/>
      </dsp:txXfrm>
    </dsp:sp>
    <dsp:sp modelId="{BC0C95F1-2308-4CD8-AFE0-734C36BF9C89}">
      <dsp:nvSpPr>
        <dsp:cNvPr id="0" name=""/>
        <dsp:cNvSpPr/>
      </dsp:nvSpPr>
      <dsp:spPr>
        <a:xfrm>
          <a:off x="0" y="218386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TESTING</a:t>
          </a:r>
        </a:p>
      </dsp:txBody>
      <dsp:txXfrm>
        <a:off x="16911" y="2200772"/>
        <a:ext cx="3696285" cy="312602"/>
      </dsp:txXfrm>
    </dsp:sp>
    <dsp:sp modelId="{9661882E-14AB-43F1-A073-B1B24BF49095}">
      <dsp:nvSpPr>
        <dsp:cNvPr id="0" name=""/>
        <dsp:cNvSpPr/>
      </dsp:nvSpPr>
      <dsp:spPr>
        <a:xfrm rot="5400000">
          <a:off x="6907189" y="-59483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sp:txBody>
      <dsp:txXfrm rot="-5400000">
        <a:off x="3730108" y="2595779"/>
        <a:ext cx="6617774" cy="250081"/>
      </dsp:txXfrm>
    </dsp:sp>
    <dsp:sp modelId="{C8A30BD0-FF91-426F-8733-8C22E5DE7824}">
      <dsp:nvSpPr>
        <dsp:cNvPr id="0" name=""/>
        <dsp:cNvSpPr/>
      </dsp:nvSpPr>
      <dsp:spPr>
        <a:xfrm>
          <a:off x="0" y="254760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DATA</a:t>
          </a:r>
        </a:p>
      </dsp:txBody>
      <dsp:txXfrm>
        <a:off x="16911" y="2564518"/>
        <a:ext cx="3696285" cy="312602"/>
      </dsp:txXfrm>
    </dsp:sp>
    <dsp:sp modelId="{B4792B47-A2A6-4DDE-AE44-82E50FC550E7}">
      <dsp:nvSpPr>
        <dsp:cNvPr id="0" name=""/>
        <dsp:cNvSpPr/>
      </dsp:nvSpPr>
      <dsp:spPr>
        <a:xfrm rot="5400000">
          <a:off x="6907189" y="-23108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sp:txBody>
      <dsp:txXfrm rot="-5400000">
        <a:off x="3730108" y="2959525"/>
        <a:ext cx="6617774" cy="250081"/>
      </dsp:txXfrm>
    </dsp:sp>
    <dsp:sp modelId="{7111CDB4-6251-47D5-81E7-395426AC2D6C}">
      <dsp:nvSpPr>
        <dsp:cNvPr id="0" name=""/>
        <dsp:cNvSpPr/>
      </dsp:nvSpPr>
      <dsp:spPr>
        <a:xfrm>
          <a:off x="0" y="291135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DOCS TOOLING</a:t>
          </a:r>
        </a:p>
      </dsp:txBody>
      <dsp:txXfrm>
        <a:off x="16911" y="2928264"/>
        <a:ext cx="3696285" cy="312602"/>
      </dsp:txXfrm>
    </dsp:sp>
    <dsp:sp modelId="{D8612A6E-9E17-4249-9A55-EACA36AC0644}">
      <dsp:nvSpPr>
        <dsp:cNvPr id="0" name=""/>
        <dsp:cNvSpPr/>
      </dsp:nvSpPr>
      <dsp:spPr>
        <a:xfrm rot="5400000">
          <a:off x="6907189" y="13265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sp:txBody>
      <dsp:txXfrm rot="-5400000">
        <a:off x="3730108" y="3323270"/>
        <a:ext cx="6617774" cy="250081"/>
      </dsp:txXfrm>
    </dsp:sp>
    <dsp:sp modelId="{2AF7F82B-B5CD-47DA-88C9-8651A2DA7F53}">
      <dsp:nvSpPr>
        <dsp:cNvPr id="0" name=""/>
        <dsp:cNvSpPr/>
      </dsp:nvSpPr>
      <dsp:spPr>
        <a:xfrm>
          <a:off x="0" y="3275099"/>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TRAINING &amp; BUSINESS READINESS</a:t>
          </a:r>
        </a:p>
      </dsp:txBody>
      <dsp:txXfrm>
        <a:off x="16911" y="3292010"/>
        <a:ext cx="3696285" cy="312602"/>
      </dsp:txXfrm>
    </dsp:sp>
    <dsp:sp modelId="{4BCFC6A1-6E50-4043-AC9B-289328583CA8}">
      <dsp:nvSpPr>
        <dsp:cNvPr id="0" name=""/>
        <dsp:cNvSpPr/>
      </dsp:nvSpPr>
      <dsp:spPr>
        <a:xfrm rot="5400000">
          <a:off x="6907189" y="496405"/>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3687016"/>
        <a:ext cx="6617774" cy="250081"/>
      </dsp:txXfrm>
    </dsp:sp>
    <dsp:sp modelId="{97B982F4-6D96-4FC7-8937-F2E41E3F6C2E}">
      <dsp:nvSpPr>
        <dsp:cNvPr id="0" name=""/>
        <dsp:cNvSpPr/>
      </dsp:nvSpPr>
      <dsp:spPr>
        <a:xfrm>
          <a:off x="0" y="363884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BUSINESS DESIGN</a:t>
          </a:r>
        </a:p>
      </dsp:txBody>
      <dsp:txXfrm>
        <a:off x="16911" y="3655756"/>
        <a:ext cx="3696285" cy="312602"/>
      </dsp:txXfrm>
    </dsp:sp>
    <dsp:sp modelId="{7522EB32-B39E-426D-974D-002D3E926871}">
      <dsp:nvSpPr>
        <dsp:cNvPr id="0" name=""/>
        <dsp:cNvSpPr/>
      </dsp:nvSpPr>
      <dsp:spPr>
        <a:xfrm rot="5400000">
          <a:off x="6847189" y="881866"/>
          <a:ext cx="383378" cy="6624827"/>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sp:txBody>
      <dsp:txXfrm rot="-5400000">
        <a:off x="3726465" y="4021306"/>
        <a:ext cx="6606112" cy="345948"/>
      </dsp:txXfrm>
    </dsp:sp>
    <dsp:sp modelId="{A3C1A099-18CB-4E65-8D94-6FB75636654B}">
      <dsp:nvSpPr>
        <dsp:cNvPr id="0" name=""/>
        <dsp:cNvSpPr/>
      </dsp:nvSpPr>
      <dsp:spPr>
        <a:xfrm>
          <a:off x="0" y="4021067"/>
          <a:ext cx="3726465"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ARCHITECTURE</a:t>
          </a:r>
        </a:p>
      </dsp:txBody>
      <dsp:txXfrm>
        <a:off x="16911" y="4037978"/>
        <a:ext cx="3692643" cy="312602"/>
      </dsp:txXfrm>
    </dsp:sp>
    <dsp:sp modelId="{04596C73-4E68-4A5E-9C3D-4DEEFD22E74A}">
      <dsp:nvSpPr>
        <dsp:cNvPr id="0" name=""/>
        <dsp:cNvSpPr/>
      </dsp:nvSpPr>
      <dsp:spPr>
        <a:xfrm rot="5400000">
          <a:off x="6877951" y="1260851"/>
          <a:ext cx="335616" cy="6631303"/>
        </a:xfrm>
        <a:prstGeom prst="round2SameRect">
          <a:avLst/>
        </a:prstGeom>
        <a:solidFill>
          <a:schemeClr val="bg1">
            <a:lumMod val="95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sp:txBody>
      <dsp:txXfrm rot="-5400000">
        <a:off x="3730108" y="4425078"/>
        <a:ext cx="6614920" cy="302850"/>
      </dsp:txXfrm>
    </dsp:sp>
    <dsp:sp modelId="{1DC61338-71AF-4056-9300-35477E43C160}">
      <dsp:nvSpPr>
        <dsp:cNvPr id="0" name=""/>
        <dsp:cNvSpPr/>
      </dsp:nvSpPr>
      <dsp:spPr>
        <a:xfrm>
          <a:off x="0" y="4403290"/>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ENVIRONMENTS &amp; INFRASTRUCTURE</a:t>
          </a:r>
        </a:p>
      </dsp:txBody>
      <dsp:txXfrm>
        <a:off x="16911" y="4420201"/>
        <a:ext cx="3696285" cy="312602"/>
      </dsp:txXfrm>
    </dsp:sp>
    <dsp:sp modelId="{707BA35E-C23C-4B51-B6D2-4C5EC56A3ABD}">
      <dsp:nvSpPr>
        <dsp:cNvPr id="0" name=""/>
        <dsp:cNvSpPr/>
      </dsp:nvSpPr>
      <dsp:spPr>
        <a:xfrm rot="5400000">
          <a:off x="6907189" y="1624597"/>
          <a:ext cx="277139" cy="6631303"/>
        </a:xfrm>
        <a:prstGeom prst="round2SameRect">
          <a:avLst/>
        </a:prstGeom>
        <a:solidFill>
          <a:schemeClr val="bg1">
            <a:lumMod val="95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validate &amp; sign-off Finance systems to the new GPAS &amp; Billing implementation</a:t>
          </a:r>
        </a:p>
      </dsp:txBody>
      <dsp:txXfrm rot="-5400000">
        <a:off x="3730108" y="4815208"/>
        <a:ext cx="6617774" cy="250081"/>
      </dsp:txXfrm>
    </dsp:sp>
    <dsp:sp modelId="{1D92DDD4-EF7A-43CF-96E4-7146B199DFE9}">
      <dsp:nvSpPr>
        <dsp:cNvPr id="0" name=""/>
        <dsp:cNvSpPr/>
      </dsp:nvSpPr>
      <dsp:spPr>
        <a:xfrm>
          <a:off x="0" y="4767036"/>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FINANCE</a:t>
          </a:r>
        </a:p>
      </dsp:txBody>
      <dsp:txXfrm>
        <a:off x="16911" y="4783947"/>
        <a:ext cx="3696285" cy="312602"/>
      </dsp:txXfrm>
    </dsp:sp>
    <dsp:sp modelId="{D490923A-FDA2-47A4-A6EF-8BED616299EF}">
      <dsp:nvSpPr>
        <dsp:cNvPr id="0" name=""/>
        <dsp:cNvSpPr/>
      </dsp:nvSpPr>
      <dsp:spPr>
        <a:xfrm rot="5400000">
          <a:off x="6907189" y="1988343"/>
          <a:ext cx="277139" cy="6631303"/>
        </a:xfrm>
        <a:prstGeom prst="round2SameRect">
          <a:avLst/>
        </a:prstGeom>
        <a:solidFill>
          <a:schemeClr val="bg1">
            <a:lumMod val="95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support Data Migration Release train enabling smooth migration of all Legacy Policy records into the new system</a:t>
          </a:r>
        </a:p>
      </dsp:txBody>
      <dsp:txXfrm rot="-5400000">
        <a:off x="3730108" y="5178954"/>
        <a:ext cx="6617774" cy="250081"/>
      </dsp:txXfrm>
    </dsp:sp>
    <dsp:sp modelId="{7900C714-4632-48D9-A231-19DAC4B83838}">
      <dsp:nvSpPr>
        <dsp:cNvPr id="0" name=""/>
        <dsp:cNvSpPr/>
      </dsp:nvSpPr>
      <dsp:spPr>
        <a:xfrm>
          <a:off x="0" y="5130782"/>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LEGACY</a:t>
          </a:r>
        </a:p>
      </dsp:txBody>
      <dsp:txXfrm>
        <a:off x="16911" y="5147693"/>
        <a:ext cx="3696285" cy="312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32C9B-95D7-4C0F-9B50-473E08F77378}">
      <dsp:nvSpPr>
        <dsp:cNvPr id="0" name=""/>
        <dsp:cNvSpPr/>
      </dsp:nvSpPr>
      <dsp:spPr>
        <a:xfrm>
          <a:off x="-4745985" y="-727654"/>
          <a:ext cx="5654464" cy="5654464"/>
        </a:xfrm>
        <a:prstGeom prst="blockArc">
          <a:avLst>
            <a:gd name="adj1" fmla="val 18900000"/>
            <a:gd name="adj2" fmla="val 2700000"/>
            <a:gd name="adj3" fmla="val 382"/>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67D142-03A3-46C2-92F2-98F6F8BAE1CD}">
      <dsp:nvSpPr>
        <dsp:cNvPr id="0" name=""/>
        <dsp:cNvSpPr/>
      </dsp:nvSpPr>
      <dsp:spPr>
        <a:xfrm>
          <a:off x="294570" y="190893"/>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the agreed Release  scope</a:t>
          </a:r>
          <a:endParaRPr lang="en-US" sz="1400" b="1" kern="1200">
            <a:solidFill>
              <a:schemeClr val="bg1"/>
            </a:solidFill>
            <a:latin typeface="+mn-lt"/>
          </a:endParaRPr>
        </a:p>
      </dsp:txBody>
      <dsp:txXfrm>
        <a:off x="294570" y="190893"/>
        <a:ext cx="5210329" cy="381619"/>
      </dsp:txXfrm>
    </dsp:sp>
    <dsp:sp modelId="{F145D3E9-60A3-43E0-A328-A12CF4FFCB8E}">
      <dsp:nvSpPr>
        <dsp:cNvPr id="0" name=""/>
        <dsp:cNvSpPr/>
      </dsp:nvSpPr>
      <dsp:spPr>
        <a:xfrm>
          <a:off x="56058" y="143191"/>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C83E65-1586-409C-B13D-0F8A5065EAA8}">
      <dsp:nvSpPr>
        <dsp:cNvPr id="0" name=""/>
        <dsp:cNvSpPr/>
      </dsp:nvSpPr>
      <dsp:spPr>
        <a:xfrm>
          <a:off x="640161" y="763658"/>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Ensure the business is not in a worse position from before</a:t>
          </a:r>
          <a:endParaRPr lang="en-US" sz="1400" b="1" kern="1200">
            <a:solidFill>
              <a:schemeClr val="bg1"/>
            </a:solidFill>
            <a:latin typeface="+mn-lt"/>
          </a:endParaRPr>
        </a:p>
      </dsp:txBody>
      <dsp:txXfrm>
        <a:off x="640161" y="763658"/>
        <a:ext cx="4864739" cy="381619"/>
      </dsp:txXfrm>
    </dsp:sp>
    <dsp:sp modelId="{8EAFE9C7-5BDD-4B81-B18A-F7F47C2657B3}">
      <dsp:nvSpPr>
        <dsp:cNvPr id="0" name=""/>
        <dsp:cNvSpPr/>
      </dsp:nvSpPr>
      <dsp:spPr>
        <a:xfrm>
          <a:off x="401649" y="71595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4F7F3F-333E-43AE-B552-8933798CFF3E}">
      <dsp:nvSpPr>
        <dsp:cNvPr id="0" name=""/>
        <dsp:cNvSpPr/>
      </dsp:nvSpPr>
      <dsp:spPr>
        <a:xfrm>
          <a:off x="829543" y="1336003"/>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a move off existing systems</a:t>
          </a:r>
          <a:endParaRPr lang="en-US" sz="1400" b="1" kern="1200">
            <a:solidFill>
              <a:schemeClr val="bg1"/>
            </a:solidFill>
            <a:latin typeface="+mn-lt"/>
          </a:endParaRPr>
        </a:p>
      </dsp:txBody>
      <dsp:txXfrm>
        <a:off x="829543" y="1336003"/>
        <a:ext cx="4675357" cy="381619"/>
      </dsp:txXfrm>
    </dsp:sp>
    <dsp:sp modelId="{63B630C2-FE91-4F93-B1D8-455F8431934E}">
      <dsp:nvSpPr>
        <dsp:cNvPr id="0" name=""/>
        <dsp:cNvSpPr/>
      </dsp:nvSpPr>
      <dsp:spPr>
        <a:xfrm>
          <a:off x="591031" y="128830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F8ED1D-F19A-49EC-A542-359C2DD31D0D}">
      <dsp:nvSpPr>
        <dsp:cNvPr id="0" name=""/>
        <dsp:cNvSpPr/>
      </dsp:nvSpPr>
      <dsp:spPr>
        <a:xfrm>
          <a:off x="890010" y="1908767"/>
          <a:ext cx="461488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flexibility and maintainability for future releases</a:t>
          </a:r>
          <a:endParaRPr lang="en-US" sz="1400" b="1" kern="1200">
            <a:solidFill>
              <a:schemeClr val="bg1"/>
            </a:solidFill>
            <a:latin typeface="+mn-lt"/>
          </a:endParaRPr>
        </a:p>
      </dsp:txBody>
      <dsp:txXfrm>
        <a:off x="890010" y="1908767"/>
        <a:ext cx="4614889" cy="381619"/>
      </dsp:txXfrm>
    </dsp:sp>
    <dsp:sp modelId="{C01E707D-237A-41F9-9AF1-7D61F92C5C57}">
      <dsp:nvSpPr>
        <dsp:cNvPr id="0" name=""/>
        <dsp:cNvSpPr/>
      </dsp:nvSpPr>
      <dsp:spPr>
        <a:xfrm>
          <a:off x="651498" y="186106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3A1290-988A-405B-B26D-3F9A2BC5FED1}">
      <dsp:nvSpPr>
        <dsp:cNvPr id="0" name=""/>
        <dsp:cNvSpPr/>
      </dsp:nvSpPr>
      <dsp:spPr>
        <a:xfrm>
          <a:off x="829543" y="2481532"/>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Conform to Beazley architectural principles</a:t>
          </a:r>
          <a:endParaRPr lang="en-US" sz="1400" b="1" kern="1200">
            <a:solidFill>
              <a:schemeClr val="bg1"/>
            </a:solidFill>
            <a:latin typeface="+mn-lt"/>
          </a:endParaRPr>
        </a:p>
      </dsp:txBody>
      <dsp:txXfrm>
        <a:off x="829543" y="2481532"/>
        <a:ext cx="4675357" cy="381619"/>
      </dsp:txXfrm>
    </dsp:sp>
    <dsp:sp modelId="{1443B2FE-21F4-4CA4-8313-8C1FDC89A597}">
      <dsp:nvSpPr>
        <dsp:cNvPr id="0" name=""/>
        <dsp:cNvSpPr/>
      </dsp:nvSpPr>
      <dsp:spPr>
        <a:xfrm>
          <a:off x="591031" y="243383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8690D7-CC7C-4683-ADA8-95F45402C5C2}">
      <dsp:nvSpPr>
        <dsp:cNvPr id="0" name=""/>
        <dsp:cNvSpPr/>
      </dsp:nvSpPr>
      <dsp:spPr>
        <a:xfrm>
          <a:off x="640161" y="3053877"/>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Allow for scalability and is not closed off for future-states</a:t>
          </a:r>
          <a:endParaRPr lang="en-US" sz="1400" b="1" kern="1200">
            <a:solidFill>
              <a:schemeClr val="bg1"/>
            </a:solidFill>
            <a:latin typeface="+mn-lt"/>
          </a:endParaRPr>
        </a:p>
      </dsp:txBody>
      <dsp:txXfrm>
        <a:off x="640161" y="3053877"/>
        <a:ext cx="4864739" cy="381619"/>
      </dsp:txXfrm>
    </dsp:sp>
    <dsp:sp modelId="{B95F3C38-4D74-46A0-8449-90EC7BE3E9AD}">
      <dsp:nvSpPr>
        <dsp:cNvPr id="0" name=""/>
        <dsp:cNvSpPr/>
      </dsp:nvSpPr>
      <dsp:spPr>
        <a:xfrm>
          <a:off x="401649" y="300617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97B4D8-FD69-496A-A16C-3DD3E7083525}">
      <dsp:nvSpPr>
        <dsp:cNvPr id="0" name=""/>
        <dsp:cNvSpPr/>
      </dsp:nvSpPr>
      <dsp:spPr>
        <a:xfrm>
          <a:off x="294570" y="3626642"/>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Complies to Beazley's Information Security requirements</a:t>
          </a:r>
          <a:endParaRPr lang="en-US" sz="1400" b="1" kern="1200">
            <a:solidFill>
              <a:schemeClr val="bg1"/>
            </a:solidFill>
            <a:latin typeface="+mn-lt"/>
          </a:endParaRPr>
        </a:p>
      </dsp:txBody>
      <dsp:txXfrm>
        <a:off x="294570" y="3626642"/>
        <a:ext cx="5210329" cy="381619"/>
      </dsp:txXfrm>
    </dsp:sp>
    <dsp:sp modelId="{95CAB7FD-FAC4-4F1A-97AF-59A7C742A7EF}">
      <dsp:nvSpPr>
        <dsp:cNvPr id="0" name=""/>
        <dsp:cNvSpPr/>
      </dsp:nvSpPr>
      <dsp:spPr>
        <a:xfrm>
          <a:off x="56058" y="3578939"/>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73DEC-21A6-4E74-ADAB-6BB789151229}">
      <dsp:nvSpPr>
        <dsp:cNvPr id="0" name=""/>
        <dsp:cNvSpPr/>
      </dsp:nvSpPr>
      <dsp:spPr>
        <a:xfrm>
          <a:off x="148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4FDB78-B25D-4052-AB6B-4EBA1C631DDC}">
      <dsp:nvSpPr>
        <dsp:cNvPr id="0" name=""/>
        <dsp:cNvSpPr/>
      </dsp:nvSpPr>
      <dsp:spPr>
        <a:xfrm>
          <a:off x="44420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Beazley Business Outcomes requirements in GPAS &amp; Billing</a:t>
          </a:r>
          <a:endParaRPr lang="en-US" sz="1000" b="1" kern="1200"/>
        </a:p>
      </dsp:txBody>
      <dsp:txXfrm>
        <a:off x="462979" y="932264"/>
        <a:ext cx="1364428" cy="603307"/>
      </dsp:txXfrm>
    </dsp:sp>
    <dsp:sp modelId="{B8F993E9-3197-45F2-9987-01BC567BB75B}">
      <dsp:nvSpPr>
        <dsp:cNvPr id="0" name=""/>
        <dsp:cNvSpPr/>
      </dsp:nvSpPr>
      <dsp:spPr>
        <a:xfrm>
          <a:off x="189782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66BA7D-78CC-4FC5-A155-265A742CC010}">
      <dsp:nvSpPr>
        <dsp:cNvPr id="0" name=""/>
        <dsp:cNvSpPr/>
      </dsp:nvSpPr>
      <dsp:spPr>
        <a:xfrm>
          <a:off x="234055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Business Process Maps (L4)</a:t>
          </a:r>
          <a:endParaRPr lang="en-US" sz="1000" b="1" kern="1200"/>
        </a:p>
      </dsp:txBody>
      <dsp:txXfrm>
        <a:off x="2359326" y="932264"/>
        <a:ext cx="1364428" cy="603307"/>
      </dsp:txXfrm>
    </dsp:sp>
    <dsp:sp modelId="{7898B8FF-E47E-40FB-925B-B8BDFC250C94}">
      <dsp:nvSpPr>
        <dsp:cNvPr id="0" name=""/>
        <dsp:cNvSpPr/>
      </dsp:nvSpPr>
      <dsp:spPr>
        <a:xfrm>
          <a:off x="3794176"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82B483-428F-4A84-9DD8-DF41BD69AD1F}">
      <dsp:nvSpPr>
        <dsp:cNvPr id="0" name=""/>
        <dsp:cNvSpPr/>
      </dsp:nvSpPr>
      <dsp:spPr>
        <a:xfrm>
          <a:off x="4236903"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Epic and Feature elaborated in Product Backlog</a:t>
          </a:r>
          <a:endParaRPr lang="en-US" sz="1000" b="1" kern="1200"/>
        </a:p>
      </dsp:txBody>
      <dsp:txXfrm>
        <a:off x="4255673" y="932264"/>
        <a:ext cx="1364428" cy="603307"/>
      </dsp:txXfrm>
    </dsp:sp>
    <dsp:sp modelId="{D7CDA362-AE3C-4383-87BE-D3BAD8F8BA6C}">
      <dsp:nvSpPr>
        <dsp:cNvPr id="0" name=""/>
        <dsp:cNvSpPr/>
      </dsp:nvSpPr>
      <dsp:spPr>
        <a:xfrm>
          <a:off x="569052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FDA61-5866-4D6E-98FB-015A73BA9FCB}">
      <dsp:nvSpPr>
        <dsp:cNvPr id="0" name=""/>
        <dsp:cNvSpPr/>
      </dsp:nvSpPr>
      <dsp:spPr>
        <a:xfrm>
          <a:off x="613324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User stories for each Epic and Feature</a:t>
          </a:r>
          <a:endParaRPr lang="en-US" sz="1000" b="1" kern="1200"/>
        </a:p>
      </dsp:txBody>
      <dsp:txXfrm>
        <a:off x="6152019" y="932264"/>
        <a:ext cx="1364428" cy="603307"/>
      </dsp:txXfrm>
    </dsp:sp>
    <dsp:sp modelId="{AC0A2286-51AF-4AD1-B7B2-429904A793F3}">
      <dsp:nvSpPr>
        <dsp:cNvPr id="0" name=""/>
        <dsp:cNvSpPr/>
      </dsp:nvSpPr>
      <dsp:spPr>
        <a:xfrm>
          <a:off x="758686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8C32A2-B328-475B-A682-1B69420AE4C7}">
      <dsp:nvSpPr>
        <dsp:cNvPr id="0" name=""/>
        <dsp:cNvSpPr/>
      </dsp:nvSpPr>
      <dsp:spPr>
        <a:xfrm>
          <a:off x="802959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Test scenarios and Test Cases for each User story</a:t>
          </a:r>
          <a:endParaRPr lang="en-US" sz="1000" b="1" kern="1200"/>
        </a:p>
      </dsp:txBody>
      <dsp:txXfrm>
        <a:off x="8048366" y="932264"/>
        <a:ext cx="1364428" cy="6033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5D939-FF31-40CB-8AEB-84F869F3700B}">
      <dsp:nvSpPr>
        <dsp:cNvPr id="0" name=""/>
        <dsp:cNvSpPr/>
      </dsp:nvSpPr>
      <dsp:spPr>
        <a:xfrm>
          <a:off x="1983078" y="1083"/>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BEAZLEY</a:t>
          </a:r>
          <a:endParaRPr lang="en-US" sz="1200" b="1" kern="1200"/>
        </a:p>
      </dsp:txBody>
      <dsp:txXfrm>
        <a:off x="2007832" y="25837"/>
        <a:ext cx="1640804" cy="795648"/>
      </dsp:txXfrm>
    </dsp:sp>
    <dsp:sp modelId="{1BE89791-09A3-4C01-B9E3-EC5381CABCAD}">
      <dsp:nvSpPr>
        <dsp:cNvPr id="0" name=""/>
        <dsp:cNvSpPr/>
      </dsp:nvSpPr>
      <dsp:spPr>
        <a:xfrm rot="3600000">
          <a:off x="3085542"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74283" y="1543940"/>
        <a:ext cx="703959" cy="177482"/>
      </dsp:txXfrm>
    </dsp:sp>
    <dsp:sp modelId="{2FDA7AC7-BCFE-470B-A2D0-73DA41DAA26A}">
      <dsp:nvSpPr>
        <dsp:cNvPr id="0" name=""/>
        <dsp:cNvSpPr/>
      </dsp:nvSpPr>
      <dsp:spPr>
        <a:xfrm>
          <a:off x="3379135"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GUIDEWIRE</a:t>
          </a:r>
          <a:endParaRPr lang="en-US" sz="1200" b="1" kern="1200"/>
        </a:p>
      </dsp:txBody>
      <dsp:txXfrm>
        <a:off x="3403889" y="2443878"/>
        <a:ext cx="1640804" cy="795648"/>
      </dsp:txXfrm>
    </dsp:sp>
    <dsp:sp modelId="{420FC76F-D17F-4407-9BC4-648190DF4EDC}">
      <dsp:nvSpPr>
        <dsp:cNvPr id="0" name=""/>
        <dsp:cNvSpPr/>
      </dsp:nvSpPr>
      <dsp:spPr>
        <a:xfrm rot="10800000">
          <a:off x="2387513" y="2693800"/>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476254" y="2752961"/>
        <a:ext cx="703959" cy="177482"/>
      </dsp:txXfrm>
    </dsp:sp>
    <dsp:sp modelId="{61320AF2-5AF5-4932-8985-04089DBD82BC}">
      <dsp:nvSpPr>
        <dsp:cNvPr id="0" name=""/>
        <dsp:cNvSpPr/>
      </dsp:nvSpPr>
      <dsp:spPr>
        <a:xfrm>
          <a:off x="587021"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CAPGEMINI</a:t>
          </a:r>
          <a:endParaRPr lang="en-US" sz="1200" b="1" kern="1200"/>
        </a:p>
      </dsp:txBody>
      <dsp:txXfrm>
        <a:off x="611775" y="2443878"/>
        <a:ext cx="1640804" cy="795648"/>
      </dsp:txXfrm>
    </dsp:sp>
    <dsp:sp modelId="{BCEB2642-B50D-4B12-B4D3-349B24D5B3E5}">
      <dsp:nvSpPr>
        <dsp:cNvPr id="0" name=""/>
        <dsp:cNvSpPr/>
      </dsp:nvSpPr>
      <dsp:spPr>
        <a:xfrm rot="18000000">
          <a:off x="1689485"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778226" y="1543940"/>
        <a:ext cx="703959" cy="177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35766"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35766" y="51163"/>
        <a:ext cx="262048" cy="262048"/>
      </dsp:txXfrm>
    </dsp:sp>
    <dsp:sp modelId="{89E4CEF4-D05B-43BE-839A-02E0B8C84E6E}">
      <dsp:nvSpPr>
        <dsp:cNvPr id="0" name=""/>
        <dsp:cNvSpPr/>
      </dsp:nvSpPr>
      <dsp:spPr>
        <a:xfrm>
          <a:off x="336980" y="-299"/>
          <a:ext cx="619232" cy="619232"/>
        </a:xfrm>
        <a:prstGeom prst="circularArrow">
          <a:avLst>
            <a:gd name="adj1" fmla="val 8252"/>
            <a:gd name="adj2" fmla="val 576424"/>
            <a:gd name="adj3" fmla="val 2962449"/>
            <a:gd name="adj4" fmla="val 52665"/>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515572" y="432550"/>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15572" y="432550"/>
        <a:ext cx="262048" cy="262048"/>
      </dsp:txXfrm>
    </dsp:sp>
    <dsp:sp modelId="{DE6F71D2-3AE2-459E-83F5-C9E554EB3972}">
      <dsp:nvSpPr>
        <dsp:cNvPr id="0" name=""/>
        <dsp:cNvSpPr/>
      </dsp:nvSpPr>
      <dsp:spPr>
        <a:xfrm>
          <a:off x="336980" y="-299"/>
          <a:ext cx="619232" cy="619232"/>
        </a:xfrm>
        <a:prstGeom prst="circularArrow">
          <a:avLst>
            <a:gd name="adj1" fmla="val 8252"/>
            <a:gd name="adj2" fmla="val 576424"/>
            <a:gd name="adj3" fmla="val 10170911"/>
            <a:gd name="adj4" fmla="val 7261127"/>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95378"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95378" y="51163"/>
        <a:ext cx="262048" cy="262048"/>
      </dsp:txXfrm>
    </dsp:sp>
    <dsp:sp modelId="{7BDD004E-8E1B-4DCC-A374-1093C91A4122}">
      <dsp:nvSpPr>
        <dsp:cNvPr id="0" name=""/>
        <dsp:cNvSpPr/>
      </dsp:nvSpPr>
      <dsp:spPr>
        <a:xfrm>
          <a:off x="336980" y="-299"/>
          <a:ext cx="619232" cy="619232"/>
        </a:xfrm>
        <a:prstGeom prst="circularArrow">
          <a:avLst>
            <a:gd name="adj1" fmla="val 8252"/>
            <a:gd name="adj2" fmla="val 576424"/>
            <a:gd name="adj3" fmla="val 16855407"/>
            <a:gd name="adj4" fmla="val 14968168"/>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5"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5" y="57777"/>
        <a:ext cx="293863" cy="293863"/>
      </dsp:txXfrm>
    </dsp:sp>
    <dsp:sp modelId="{89E4CEF4-D05B-43BE-839A-02E0B8C84E6E}">
      <dsp:nvSpPr>
        <dsp:cNvPr id="0" name=""/>
        <dsp:cNvSpPr/>
      </dsp:nvSpPr>
      <dsp:spPr>
        <a:xfrm>
          <a:off x="278061" y="-101"/>
          <a:ext cx="695089" cy="695089"/>
        </a:xfrm>
        <a:prstGeom prst="circularArrow">
          <a:avLst>
            <a:gd name="adj1" fmla="val 8244"/>
            <a:gd name="adj2" fmla="val 575741"/>
            <a:gd name="adj3" fmla="val 2965576"/>
            <a:gd name="adj4" fmla="val 50570"/>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478674" y="485976"/>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6"/>
        <a:ext cx="293863" cy="293863"/>
      </dsp:txXfrm>
    </dsp:sp>
    <dsp:sp modelId="{DE6F71D2-3AE2-459E-83F5-C9E554EB3972}">
      <dsp:nvSpPr>
        <dsp:cNvPr id="0" name=""/>
        <dsp:cNvSpPr/>
      </dsp:nvSpPr>
      <dsp:spPr>
        <a:xfrm>
          <a:off x="278061" y="-101"/>
          <a:ext cx="695089" cy="695089"/>
        </a:xfrm>
        <a:prstGeom prst="circularArrow">
          <a:avLst>
            <a:gd name="adj1" fmla="val 8244"/>
            <a:gd name="adj2" fmla="val 575741"/>
            <a:gd name="adj3" fmla="val 10173689"/>
            <a:gd name="adj4" fmla="val 7258683"/>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31453"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3" y="57777"/>
        <a:ext cx="293863" cy="293863"/>
      </dsp:txXfrm>
    </dsp:sp>
    <dsp:sp modelId="{7BDD004E-8E1B-4DCC-A374-1093C91A4122}">
      <dsp:nvSpPr>
        <dsp:cNvPr id="0" name=""/>
        <dsp:cNvSpPr/>
      </dsp:nvSpPr>
      <dsp:spPr>
        <a:xfrm>
          <a:off x="278061" y="-101"/>
          <a:ext cx="695089" cy="695089"/>
        </a:xfrm>
        <a:prstGeom prst="circularArrow">
          <a:avLst>
            <a:gd name="adj1" fmla="val 8244"/>
            <a:gd name="adj2" fmla="val 575741"/>
            <a:gd name="adj3" fmla="val 16858328"/>
            <a:gd name="adj4" fmla="val 14965931"/>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25894" y="57777"/>
        <a:ext cx="293863" cy="293863"/>
      </dsp:txXfrm>
    </dsp:sp>
    <dsp:sp modelId="{89E4CEF4-D05B-43BE-839A-02E0B8C84E6E}">
      <dsp:nvSpPr>
        <dsp:cNvPr id="0" name=""/>
        <dsp:cNvSpPr/>
      </dsp:nvSpPr>
      <dsp:spPr>
        <a:xfrm>
          <a:off x="278062" y="-102"/>
          <a:ext cx="695088" cy="695088"/>
        </a:xfrm>
        <a:prstGeom prst="circularArrow">
          <a:avLst>
            <a:gd name="adj1" fmla="val 8244"/>
            <a:gd name="adj2" fmla="val 575742"/>
            <a:gd name="adj3" fmla="val 2965573"/>
            <a:gd name="adj4" fmla="val 50572"/>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944463-F19E-4A04-A444-0CAA61A58512}">
      <dsp:nvSpPr>
        <dsp:cNvPr id="0" name=""/>
        <dsp:cNvSpPr/>
      </dsp:nvSpPr>
      <dsp:spPr>
        <a:xfrm>
          <a:off x="478674" y="485975"/>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78674" y="485975"/>
        <a:ext cx="293863" cy="293863"/>
      </dsp:txXfrm>
    </dsp:sp>
    <dsp:sp modelId="{DE6F71D2-3AE2-459E-83F5-C9E554EB3972}">
      <dsp:nvSpPr>
        <dsp:cNvPr id="0" name=""/>
        <dsp:cNvSpPr/>
      </dsp:nvSpPr>
      <dsp:spPr>
        <a:xfrm>
          <a:off x="278062" y="-102"/>
          <a:ext cx="695088" cy="695088"/>
        </a:xfrm>
        <a:prstGeom prst="circularArrow">
          <a:avLst>
            <a:gd name="adj1" fmla="val 8244"/>
            <a:gd name="adj2" fmla="val 575742"/>
            <a:gd name="adj3" fmla="val 10173686"/>
            <a:gd name="adj4" fmla="val 7258685"/>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DE8B1-16A3-4F9F-9BF3-0D9A6D020DC9}">
      <dsp:nvSpPr>
        <dsp:cNvPr id="0" name=""/>
        <dsp:cNvSpPr/>
      </dsp:nvSpPr>
      <dsp:spPr>
        <a:xfrm>
          <a:off x="23145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1454" y="57777"/>
        <a:ext cx="293863" cy="293863"/>
      </dsp:txXfrm>
    </dsp:sp>
    <dsp:sp modelId="{7BDD004E-8E1B-4DCC-A374-1093C91A4122}">
      <dsp:nvSpPr>
        <dsp:cNvPr id="0" name=""/>
        <dsp:cNvSpPr/>
      </dsp:nvSpPr>
      <dsp:spPr>
        <a:xfrm>
          <a:off x="278062" y="-102"/>
          <a:ext cx="695088" cy="695088"/>
        </a:xfrm>
        <a:prstGeom prst="circularArrow">
          <a:avLst>
            <a:gd name="adj1" fmla="val 8244"/>
            <a:gd name="adj2" fmla="val 575742"/>
            <a:gd name="adj3" fmla="val 16858325"/>
            <a:gd name="adj4" fmla="val 14965933"/>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45C5-E096-47DB-A92E-2CD9DB2037B7}">
      <dsp:nvSpPr>
        <dsp:cNvPr id="0" name=""/>
        <dsp:cNvSpPr/>
      </dsp:nvSpPr>
      <dsp:spPr>
        <a:xfrm rot="5400000">
          <a:off x="6573640" y="-2842414"/>
          <a:ext cx="640709" cy="648846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story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112741"/>
        <a:ext cx="6457189" cy="578155"/>
      </dsp:txXfrm>
    </dsp:sp>
    <dsp:sp modelId="{284523C8-A35D-47BD-9062-5554B83E22A4}">
      <dsp:nvSpPr>
        <dsp:cNvPr id="0" name=""/>
        <dsp:cNvSpPr/>
      </dsp:nvSpPr>
      <dsp:spPr>
        <a:xfrm>
          <a:off x="0" y="1375"/>
          <a:ext cx="3649762" cy="8008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stories</a:t>
          </a:r>
        </a:p>
      </dsp:txBody>
      <dsp:txXfrm>
        <a:off x="39096" y="40471"/>
        <a:ext cx="3571570" cy="722695"/>
      </dsp:txXfrm>
    </dsp:sp>
    <dsp:sp modelId="{0FA6AA42-8EFD-411F-9D34-A093AC86A4BD}">
      <dsp:nvSpPr>
        <dsp:cNvPr id="0" name=""/>
        <dsp:cNvSpPr/>
      </dsp:nvSpPr>
      <dsp:spPr>
        <a:xfrm rot="5400000">
          <a:off x="6573640" y="-2001482"/>
          <a:ext cx="640709" cy="6488466"/>
        </a:xfrm>
        <a:prstGeom prst="round2SameRect">
          <a:avLst/>
        </a:prstGeom>
        <a:solidFill>
          <a:schemeClr val="accent2">
            <a:tint val="40000"/>
            <a:alpha val="90000"/>
            <a:hueOff val="780344"/>
            <a:satOff val="-11110"/>
            <a:lumOff val="-1389"/>
            <a:alphaOff val="0"/>
          </a:schemeClr>
        </a:solidFill>
        <a:ln w="12700" cap="flat" cmpd="sng" algn="ctr">
          <a:solidFill>
            <a:schemeClr val="accent2">
              <a:tint val="40000"/>
              <a:alpha val="90000"/>
              <a:hueOff val="780344"/>
              <a:satOff val="-11110"/>
              <a:lumOff val="-13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Story points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953673"/>
        <a:ext cx="6457189" cy="578155"/>
      </dsp:txXfrm>
    </dsp:sp>
    <dsp:sp modelId="{B60CA28B-C537-4821-8294-5F090802889E}">
      <dsp:nvSpPr>
        <dsp:cNvPr id="0" name=""/>
        <dsp:cNvSpPr/>
      </dsp:nvSpPr>
      <dsp:spPr>
        <a:xfrm>
          <a:off x="0" y="842307"/>
          <a:ext cx="3649762" cy="800887"/>
        </a:xfrm>
        <a:prstGeom prst="roundRect">
          <a:avLst/>
        </a:prstGeom>
        <a:solidFill>
          <a:schemeClr val="accent2">
            <a:hueOff val="1013863"/>
            <a:satOff val="-2603"/>
            <a:lumOff val="-650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story points</a:t>
          </a:r>
        </a:p>
      </dsp:txBody>
      <dsp:txXfrm>
        <a:off x="39096" y="881403"/>
        <a:ext cx="3571570" cy="722695"/>
      </dsp:txXfrm>
    </dsp:sp>
    <dsp:sp modelId="{AF91CCC8-937A-40A9-9E38-D73CA0A35F4F}">
      <dsp:nvSpPr>
        <dsp:cNvPr id="0" name=""/>
        <dsp:cNvSpPr/>
      </dsp:nvSpPr>
      <dsp:spPr>
        <a:xfrm rot="5400000">
          <a:off x="6573640" y="-1160550"/>
          <a:ext cx="640709" cy="6488466"/>
        </a:xfrm>
        <a:prstGeom prst="round2SameRect">
          <a:avLst/>
        </a:prstGeom>
        <a:solidFill>
          <a:schemeClr val="accent2">
            <a:tint val="40000"/>
            <a:alpha val="90000"/>
            <a:hueOff val="1560688"/>
            <a:satOff val="-22220"/>
            <a:lumOff val="-2778"/>
            <a:alphaOff val="0"/>
          </a:schemeClr>
        </a:solidFill>
        <a:ln w="12700" cap="flat" cmpd="sng" algn="ctr">
          <a:solidFill>
            <a:schemeClr val="accent2">
              <a:tint val="40000"/>
              <a:alpha val="90000"/>
              <a:hueOff val="1560688"/>
              <a:satOff val="-22220"/>
              <a:lumOff val="-27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stories progress by Release Train through life cycle (dev vs test)</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endParaRPr lang="en-IN" sz="1200" kern="1200">
            <a:latin typeface="Ubuntu" panose="020B0504030602030204" pitchFamily="34" charset="0"/>
          </a:endParaRPr>
        </a:p>
      </dsp:txBody>
      <dsp:txXfrm rot="-5400000">
        <a:off x="3649762" y="1794605"/>
        <a:ext cx="6457189" cy="578155"/>
      </dsp:txXfrm>
    </dsp:sp>
    <dsp:sp modelId="{11433F9A-1AE2-4F2E-AD73-72179B1E5AF5}">
      <dsp:nvSpPr>
        <dsp:cNvPr id="0" name=""/>
        <dsp:cNvSpPr/>
      </dsp:nvSpPr>
      <dsp:spPr>
        <a:xfrm>
          <a:off x="0" y="1683238"/>
          <a:ext cx="3649762" cy="800887"/>
        </a:xfrm>
        <a:prstGeom prst="roundRect">
          <a:avLst/>
        </a:prstGeom>
        <a:solidFill>
          <a:schemeClr val="accent2">
            <a:hueOff val="2027726"/>
            <a:satOff val="-5205"/>
            <a:lumOff val="-1301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PROGRESS</a:t>
          </a:r>
        </a:p>
      </dsp:txBody>
      <dsp:txXfrm>
        <a:off x="39096" y="1722334"/>
        <a:ext cx="3571570" cy="722695"/>
      </dsp:txXfrm>
    </dsp:sp>
    <dsp:sp modelId="{EBE56806-C316-4D6A-9B7F-8A51717E1E36}">
      <dsp:nvSpPr>
        <dsp:cNvPr id="0" name=""/>
        <dsp:cNvSpPr/>
      </dsp:nvSpPr>
      <dsp:spPr>
        <a:xfrm rot="5400000">
          <a:off x="6573640" y="-319618"/>
          <a:ext cx="640709" cy="6488466"/>
        </a:xfrm>
        <a:prstGeom prst="round2SameRect">
          <a:avLst/>
        </a:prstGeom>
        <a:solidFill>
          <a:schemeClr val="accent2">
            <a:tint val="40000"/>
            <a:alpha val="90000"/>
            <a:hueOff val="2341033"/>
            <a:satOff val="-33329"/>
            <a:lumOff val="-4166"/>
            <a:alphaOff val="0"/>
          </a:schemeClr>
        </a:solidFill>
        <a:ln w="12700" cap="flat" cmpd="sng" algn="ctr">
          <a:solidFill>
            <a:schemeClr val="accent2">
              <a:tint val="40000"/>
              <a:alpha val="90000"/>
              <a:hueOff val="2341033"/>
              <a:satOff val="-33329"/>
              <a:lumOff val="-41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User story or story points burndown. Planned Vs Actual for full release</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p>
      </dsp:txBody>
      <dsp:txXfrm rot="-5400000">
        <a:off x="3649762" y="2635537"/>
        <a:ext cx="6457189" cy="578155"/>
      </dsp:txXfrm>
    </dsp:sp>
    <dsp:sp modelId="{10F69BD6-0C66-4D13-AC5E-8C58DB8CAAFC}">
      <dsp:nvSpPr>
        <dsp:cNvPr id="0" name=""/>
        <dsp:cNvSpPr/>
      </dsp:nvSpPr>
      <dsp:spPr>
        <a:xfrm>
          <a:off x="0" y="2524170"/>
          <a:ext cx="3649762" cy="800887"/>
        </a:xfrm>
        <a:prstGeom prst="roundRect">
          <a:avLst/>
        </a:prstGeom>
        <a:solidFill>
          <a:schemeClr val="accent2">
            <a:hueOff val="3041590"/>
            <a:satOff val="-7808"/>
            <a:lumOff val="-195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RELEASE – VELOCITY</a:t>
          </a:r>
        </a:p>
      </dsp:txBody>
      <dsp:txXfrm>
        <a:off x="39096" y="2563266"/>
        <a:ext cx="3571570" cy="722695"/>
      </dsp:txXfrm>
    </dsp:sp>
    <dsp:sp modelId="{E67BD699-29B6-412D-B83D-98EBB4C18996}">
      <dsp:nvSpPr>
        <dsp:cNvPr id="0" name=""/>
        <dsp:cNvSpPr/>
      </dsp:nvSpPr>
      <dsp:spPr>
        <a:xfrm rot="5400000">
          <a:off x="6573640" y="521312"/>
          <a:ext cx="640709" cy="6488466"/>
        </a:xfrm>
        <a:prstGeom prst="round2SameRect">
          <a:avLst/>
        </a:prstGeom>
        <a:solidFill>
          <a:schemeClr val="accent2">
            <a:tint val="40000"/>
            <a:alpha val="90000"/>
            <a:hueOff val="3121377"/>
            <a:satOff val="-44439"/>
            <a:lumOff val="-5555"/>
            <a:alphaOff val="0"/>
          </a:schemeClr>
        </a:solidFill>
        <a:ln w="12700" cap="flat" cmpd="sng" algn="ctr">
          <a:solidFill>
            <a:schemeClr val="accent2">
              <a:tint val="40000"/>
              <a:alpha val="90000"/>
              <a:hueOff val="3121377"/>
              <a:satOff val="-44439"/>
              <a:lumOff val="-55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A mechanism to be developed to track external dependencies and delays</a:t>
          </a:r>
        </a:p>
      </dsp:txBody>
      <dsp:txXfrm rot="-5400000">
        <a:off x="3649762" y="3476468"/>
        <a:ext cx="6457189" cy="578155"/>
      </dsp:txXfrm>
    </dsp:sp>
    <dsp:sp modelId="{054321FE-6EA7-4991-BFE7-12E17F2CC0BE}">
      <dsp:nvSpPr>
        <dsp:cNvPr id="0" name=""/>
        <dsp:cNvSpPr/>
      </dsp:nvSpPr>
      <dsp:spPr>
        <a:xfrm>
          <a:off x="0" y="3365102"/>
          <a:ext cx="3649762" cy="800887"/>
        </a:xfrm>
        <a:prstGeom prst="roundRect">
          <a:avLst/>
        </a:prstGeom>
        <a:solidFill>
          <a:schemeClr val="accent2">
            <a:hueOff val="4055453"/>
            <a:satOff val="-10410"/>
            <a:lumOff val="-2603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DEPENDENCISES TRACKING</a:t>
          </a:r>
        </a:p>
      </dsp:txBody>
      <dsp:txXfrm>
        <a:off x="39096" y="3404198"/>
        <a:ext cx="3571570" cy="722695"/>
      </dsp:txXfrm>
    </dsp:sp>
    <dsp:sp modelId="{A3A02229-1F38-48ED-B0F8-A0FB2DBB6FB2}">
      <dsp:nvSpPr>
        <dsp:cNvPr id="0" name=""/>
        <dsp:cNvSpPr/>
      </dsp:nvSpPr>
      <dsp:spPr>
        <a:xfrm rot="5400000">
          <a:off x="6573640" y="1362244"/>
          <a:ext cx="640709" cy="6488466"/>
        </a:xfrm>
        <a:prstGeom prst="round2SameRect">
          <a:avLst/>
        </a:prstGeom>
        <a:solidFill>
          <a:schemeClr val="accent2">
            <a:tint val="40000"/>
            <a:alpha val="90000"/>
            <a:hueOff val="3901721"/>
            <a:satOff val="-55549"/>
            <a:lumOff val="-6944"/>
            <a:alphaOff val="0"/>
          </a:schemeClr>
        </a:solidFill>
        <a:ln w="12700" cap="flat" cmpd="sng" algn="ctr">
          <a:solidFill>
            <a:schemeClr val="accent2">
              <a:tint val="40000"/>
              <a:alpha val="90000"/>
              <a:hueOff val="3901721"/>
              <a:satOff val="-55549"/>
              <a:lumOff val="-69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Coverage metrics – Requirements, User story, Business process during stabilisation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Test metrics – Test execution burndown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Defect metrics – Defects by severity/priority, by Release Train, over time, rejection</a:t>
          </a:r>
          <a:endParaRPr lang="en-IN" sz="1200" b="1" kern="1200">
            <a:latin typeface="Ubuntu" panose="020B0504030602030204" pitchFamily="34" charset="0"/>
          </a:endParaRPr>
        </a:p>
      </dsp:txBody>
      <dsp:txXfrm rot="-5400000">
        <a:off x="3649762" y="4317400"/>
        <a:ext cx="6457189" cy="578155"/>
      </dsp:txXfrm>
    </dsp:sp>
    <dsp:sp modelId="{E4B6E44A-02CE-44C5-8F2E-7A187DFD5622}">
      <dsp:nvSpPr>
        <dsp:cNvPr id="0" name=""/>
        <dsp:cNvSpPr/>
      </dsp:nvSpPr>
      <dsp:spPr>
        <a:xfrm>
          <a:off x="0" y="4206034"/>
          <a:ext cx="3649762" cy="800887"/>
        </a:xfrm>
        <a:prstGeom prst="roundRect">
          <a:avLst/>
        </a:prstGeom>
        <a:solidFill>
          <a:schemeClr val="accent2">
            <a:hueOff val="5069316"/>
            <a:satOff val="-13013"/>
            <a:lumOff val="-3254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TEST METRICS</a:t>
          </a:r>
        </a:p>
      </dsp:txBody>
      <dsp:txXfrm>
        <a:off x="39096" y="4245130"/>
        <a:ext cx="3571570" cy="7226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88A43-4117-4C1D-90FD-DF48E3AA4287}">
      <dsp:nvSpPr>
        <dsp:cNvPr id="0" name=""/>
        <dsp:cNvSpPr/>
      </dsp:nvSpPr>
      <dsp:spPr>
        <a:xfrm rot="5400000">
          <a:off x="4725665" y="-2193376"/>
          <a:ext cx="1060830" cy="545007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New/change-in scope to be channelled through Change management process </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Direct access to Business SMEs by Cap Bas to clear any gaps in requirements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kern="1200">
            <a:solidFill>
              <a:schemeClr val="accent1">
                <a:lumMod val="50000"/>
              </a:schemeClr>
            </a:solidFill>
            <a:effectLst/>
            <a:ea typeface="Calibri" panose="020F0502020204030204" pitchFamily="34" charset="0"/>
          </a:endParaRPr>
        </a:p>
        <a:p>
          <a:pPr marL="57150" lvl="1" indent="-57150" algn="l" defTabSz="400050">
            <a:lnSpc>
              <a:spcPct val="90000"/>
            </a:lnSpc>
            <a:spcBef>
              <a:spcPct val="0"/>
            </a:spcBef>
            <a:spcAft>
              <a:spcPct val="15000"/>
            </a:spcAft>
            <a:buChar char="•"/>
          </a:pPr>
          <a:r>
            <a:rPr lang="en-IN" sz="900" kern="1200">
              <a:solidFill>
                <a:schemeClr val="accent1">
                  <a:lumMod val="50000"/>
                </a:schemeClr>
              </a:solidFill>
              <a:effectLst/>
              <a:ea typeface="Times New Roman" panose="02020603050405020304" pitchFamily="18" charset="0"/>
            </a:rPr>
            <a:t>E2E flow demos to be provided by the business that includes third party systems </a:t>
          </a:r>
        </a:p>
      </dsp:txBody>
      <dsp:txXfrm rot="-5400000">
        <a:off x="2531042" y="53032"/>
        <a:ext cx="5398293" cy="957260"/>
      </dsp:txXfrm>
    </dsp:sp>
    <dsp:sp modelId="{7EFEE536-45E1-4785-A981-EA0F683A52A1}">
      <dsp:nvSpPr>
        <dsp:cNvPr id="0" name=""/>
        <dsp:cNvSpPr/>
      </dsp:nvSpPr>
      <dsp:spPr>
        <a:xfrm>
          <a:off x="89454" y="26217"/>
          <a:ext cx="2441587" cy="101089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General</a:t>
          </a:r>
          <a:endParaRPr lang="en-US" sz="1500" kern="1200"/>
        </a:p>
      </dsp:txBody>
      <dsp:txXfrm>
        <a:off x="138802" y="75565"/>
        <a:ext cx="2342891" cy="912196"/>
      </dsp:txXfrm>
    </dsp:sp>
    <dsp:sp modelId="{70E512BC-FC1E-4A13-A5B4-1A9F9A0E107B}">
      <dsp:nvSpPr>
        <dsp:cNvPr id="0" name=""/>
        <dsp:cNvSpPr/>
      </dsp:nvSpPr>
      <dsp:spPr>
        <a:xfrm rot="5400000">
          <a:off x="4725665" y="-1066243"/>
          <a:ext cx="1060830" cy="5450078"/>
        </a:xfrm>
        <a:prstGeom prst="round2SameRect">
          <a:avLst/>
        </a:prstGeom>
        <a:solidFill>
          <a:schemeClr val="accent4">
            <a:tint val="40000"/>
            <a:alpha val="90000"/>
            <a:hueOff val="-1009254"/>
            <a:satOff val="5097"/>
            <a:lumOff val="752"/>
            <a:alphaOff val="0"/>
          </a:schemeClr>
        </a:solidFill>
        <a:ln w="12700" cap="flat" cmpd="sng" algn="ctr">
          <a:solidFill>
            <a:schemeClr val="accent4">
              <a:tint val="40000"/>
              <a:alpha val="90000"/>
              <a:hueOff val="-1009254"/>
              <a:satOff val="5097"/>
              <a:lumOff val="7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GB" sz="900" kern="1200">
              <a:solidFill>
                <a:schemeClr val="accent1">
                  <a:lumMod val="50000"/>
                </a:schemeClr>
              </a:solidFill>
              <a:ea typeface="Calibri" panose="020F0502020204030204" pitchFamily="34" charset="0"/>
            </a:rPr>
            <a:t>Environments to be in place before Build phase</a:t>
          </a:r>
          <a:endParaRPr lang="en-US" sz="900" kern="1200"/>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Plan test data creation for Testing Team in advance to avoid test execution delay</a:t>
          </a:r>
          <a:endParaRPr lang="en-US" sz="900" kern="1200"/>
        </a:p>
      </dsp:txBody>
      <dsp:txXfrm rot="-5400000">
        <a:off x="2531042" y="1180165"/>
        <a:ext cx="5398293" cy="957260"/>
      </dsp:txXfrm>
    </dsp:sp>
    <dsp:sp modelId="{E9C62DD5-203C-44D4-A7A9-B2E9C623D27B}">
      <dsp:nvSpPr>
        <dsp:cNvPr id="0" name=""/>
        <dsp:cNvSpPr/>
      </dsp:nvSpPr>
      <dsp:spPr>
        <a:xfrm>
          <a:off x="89454" y="1153349"/>
          <a:ext cx="2441587" cy="1010892"/>
        </a:xfrm>
        <a:prstGeom prst="roundRect">
          <a:avLst/>
        </a:prstGeom>
        <a:solidFill>
          <a:schemeClr val="accent4">
            <a:hueOff val="-1011166"/>
            <a:satOff val="21419"/>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Environment</a:t>
          </a:r>
          <a:endParaRPr lang="en-US" sz="1500" kern="1200"/>
        </a:p>
      </dsp:txBody>
      <dsp:txXfrm>
        <a:off x="138802" y="1202697"/>
        <a:ext cx="2342891" cy="912196"/>
      </dsp:txXfrm>
    </dsp:sp>
    <dsp:sp modelId="{44FB923F-7C3F-47BF-A89C-3BA610B12791}">
      <dsp:nvSpPr>
        <dsp:cNvPr id="0" name=""/>
        <dsp:cNvSpPr/>
      </dsp:nvSpPr>
      <dsp:spPr>
        <a:xfrm rot="5400000">
          <a:off x="4725665" y="60889"/>
          <a:ext cx="1060830" cy="5450078"/>
        </a:xfrm>
        <a:prstGeom prst="round2SameRect">
          <a:avLst/>
        </a:prstGeom>
        <a:solidFill>
          <a:schemeClr val="accent4">
            <a:tint val="40000"/>
            <a:alpha val="90000"/>
            <a:hueOff val="-2018507"/>
            <a:satOff val="10194"/>
            <a:lumOff val="1505"/>
            <a:alphaOff val="0"/>
          </a:schemeClr>
        </a:solidFill>
        <a:ln w="12700" cap="flat" cmpd="sng" algn="ctr">
          <a:solidFill>
            <a:schemeClr val="accent4">
              <a:tint val="40000"/>
              <a:alpha val="90000"/>
              <a:hueOff val="-2018507"/>
              <a:satOff val="10194"/>
              <a:lumOff val="15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Adhering to DOD &amp; DOR for moving story to next stage/status</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Adhering to Sprint DOD &amp; DOR to start the sprint in Jira</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Having one workflow scheme configuration across Release trains within the programme</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Updating ETA &amp; latest status for dependent stories/task in Jira on regular basis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Adding latest comments to the issue as &amp; when there are changes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Linked Issues to be effectively utilized esp. when dependency is identified</a:t>
          </a:r>
          <a:endParaRPr lang="en-US" sz="900" kern="1200"/>
        </a:p>
        <a:p>
          <a:pPr marL="57150" lvl="1" indent="-57150" algn="l" defTabSz="400050">
            <a:lnSpc>
              <a:spcPct val="90000"/>
            </a:lnSpc>
            <a:spcBef>
              <a:spcPct val="0"/>
            </a:spcBef>
            <a:spcAft>
              <a:spcPct val="15000"/>
            </a:spcAft>
            <a:buChar char="•"/>
          </a:pPr>
          <a:endParaRPr lang="en-US" sz="900" kern="1200"/>
        </a:p>
      </dsp:txBody>
      <dsp:txXfrm rot="-5400000">
        <a:off x="2531042" y="2307298"/>
        <a:ext cx="5398293" cy="957260"/>
      </dsp:txXfrm>
    </dsp:sp>
    <dsp:sp modelId="{0A3CB305-FB6D-482B-B535-B22CF797DCBA}">
      <dsp:nvSpPr>
        <dsp:cNvPr id="0" name=""/>
        <dsp:cNvSpPr/>
      </dsp:nvSpPr>
      <dsp:spPr>
        <a:xfrm>
          <a:off x="89454" y="2280482"/>
          <a:ext cx="2441587" cy="1010892"/>
        </a:xfrm>
        <a:prstGeom prst="roundRect">
          <a:avLst/>
        </a:prstGeom>
        <a:solidFill>
          <a:schemeClr val="accent4">
            <a:hueOff val="-2022332"/>
            <a:satOff val="42837"/>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JIRA Hygiene</a:t>
          </a:r>
          <a:endParaRPr lang="en-US" sz="1500" kern="1200"/>
        </a:p>
      </dsp:txBody>
      <dsp:txXfrm>
        <a:off x="138802" y="2329830"/>
        <a:ext cx="2342891" cy="912196"/>
      </dsp:txXfrm>
    </dsp:sp>
    <dsp:sp modelId="{9A007F56-8A4F-45D7-9C89-95DAC0ABFA9F}">
      <dsp:nvSpPr>
        <dsp:cNvPr id="0" name=""/>
        <dsp:cNvSpPr/>
      </dsp:nvSpPr>
      <dsp:spPr>
        <a:xfrm rot="5400000">
          <a:off x="4725665" y="1188022"/>
          <a:ext cx="1060830" cy="5450078"/>
        </a:xfrm>
        <a:prstGeom prst="round2SameRect">
          <a:avLst/>
        </a:prstGeom>
        <a:solidFill>
          <a:schemeClr val="accent4">
            <a:tint val="40000"/>
            <a:alpha val="90000"/>
            <a:hueOff val="-3027761"/>
            <a:satOff val="15291"/>
            <a:lumOff val="2257"/>
            <a:alphaOff val="0"/>
          </a:schemeClr>
        </a:solidFill>
        <a:ln w="12700" cap="flat" cmpd="sng" algn="ctr">
          <a:solidFill>
            <a:schemeClr val="accent4">
              <a:tint val="40000"/>
              <a:alpha val="90000"/>
              <a:hueOff val="-3027761"/>
              <a:satOff val="15291"/>
              <a:lumOff val="22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Access to Beazley building &amp; floor to work along with GPAS &amp; Billing team</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Access to GPAS &amp; Billing team’s calendar to plan meeting better</a:t>
          </a:r>
        </a:p>
        <a:p>
          <a:pPr marL="57150" lvl="1" indent="-57150" algn="l" defTabSz="355600">
            <a:lnSpc>
              <a:spcPct val="90000"/>
            </a:lnSpc>
            <a:spcBef>
              <a:spcPct val="0"/>
            </a:spcBef>
            <a:spcAft>
              <a:spcPct val="15000"/>
            </a:spcAft>
            <a:buChar char="•"/>
          </a:pPr>
          <a:endParaRPr lang="en-US" sz="800" kern="1200"/>
        </a:p>
      </dsp:txBody>
      <dsp:txXfrm rot="-5400000">
        <a:off x="2531042" y="3434431"/>
        <a:ext cx="5398293" cy="957260"/>
      </dsp:txXfrm>
    </dsp:sp>
    <dsp:sp modelId="{6A9ADB0C-CF81-49DD-8F04-484F73F64C54}">
      <dsp:nvSpPr>
        <dsp:cNvPr id="0" name=""/>
        <dsp:cNvSpPr/>
      </dsp:nvSpPr>
      <dsp:spPr>
        <a:xfrm>
          <a:off x="89454" y="3407615"/>
          <a:ext cx="2441587" cy="1010892"/>
        </a:xfrm>
        <a:prstGeom prst="roundRect">
          <a:avLst/>
        </a:prstGeom>
        <a:solidFill>
          <a:schemeClr val="accent4">
            <a:hueOff val="-3033498"/>
            <a:satOff val="64256"/>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Logistics and Access</a:t>
          </a:r>
          <a:endParaRPr lang="en-US" sz="1500" kern="1200"/>
        </a:p>
      </dsp:txBody>
      <dsp:txXfrm>
        <a:off x="138802" y="3456963"/>
        <a:ext cx="2342891" cy="91219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14/07/2024</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14/07/2024</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2f1b912626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2f1b912626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849" name="Google Shape;849;g22f1b912626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317863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3167710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040513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982670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934903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1427249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4000188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3318427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27</a:t>
            </a:fld>
            <a:endParaRPr lang="pt-BR"/>
          </a:p>
        </p:txBody>
      </p:sp>
    </p:spTree>
    <p:extLst>
      <p:ext uri="{BB962C8B-B14F-4D97-AF65-F5344CB8AC3E}">
        <p14:creationId xmlns:p14="http://schemas.microsoft.com/office/powerpoint/2010/main" val="609831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2992979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30</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52</a:t>
            </a:fld>
            <a:endParaRPr lang="en-GB"/>
          </a:p>
        </p:txBody>
      </p:sp>
    </p:spTree>
    <p:extLst>
      <p:ext uri="{BB962C8B-B14F-4D97-AF65-F5344CB8AC3E}">
        <p14:creationId xmlns:p14="http://schemas.microsoft.com/office/powerpoint/2010/main" val="39200658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53</a:t>
            </a:fld>
            <a:endParaRPr lang="en-GB"/>
          </a:p>
        </p:txBody>
      </p:sp>
    </p:spTree>
    <p:extLst>
      <p:ext uri="{BB962C8B-B14F-4D97-AF65-F5344CB8AC3E}">
        <p14:creationId xmlns:p14="http://schemas.microsoft.com/office/powerpoint/2010/main" val="1470838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56</a:t>
            </a:fld>
            <a:endParaRPr lang="en-GB"/>
          </a:p>
        </p:txBody>
      </p:sp>
    </p:spTree>
    <p:extLst>
      <p:ext uri="{BB962C8B-B14F-4D97-AF65-F5344CB8AC3E}">
        <p14:creationId xmlns:p14="http://schemas.microsoft.com/office/powerpoint/2010/main" val="28634058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57</a:t>
            </a:fld>
            <a:endParaRPr lang="en-GB"/>
          </a:p>
        </p:txBody>
      </p:sp>
    </p:spTree>
    <p:extLst>
      <p:ext uri="{BB962C8B-B14F-4D97-AF65-F5344CB8AC3E}">
        <p14:creationId xmlns:p14="http://schemas.microsoft.com/office/powerpoint/2010/main" val="32156865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58</a:t>
            </a:fld>
            <a:endParaRPr lang="en-GB"/>
          </a:p>
        </p:txBody>
      </p:sp>
    </p:spTree>
    <p:extLst>
      <p:ext uri="{BB962C8B-B14F-4D97-AF65-F5344CB8AC3E}">
        <p14:creationId xmlns:p14="http://schemas.microsoft.com/office/powerpoint/2010/main" val="36217385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59</a:t>
            </a:fld>
            <a:endParaRPr lang="en-GB"/>
          </a:p>
        </p:txBody>
      </p:sp>
    </p:spTree>
    <p:extLst>
      <p:ext uri="{BB962C8B-B14F-4D97-AF65-F5344CB8AC3E}">
        <p14:creationId xmlns:p14="http://schemas.microsoft.com/office/powerpoint/2010/main" val="3482926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61</a:t>
            </a:fld>
            <a:endParaRPr lang="pt-BR"/>
          </a:p>
        </p:txBody>
      </p:sp>
    </p:spTree>
    <p:extLst>
      <p:ext uri="{BB962C8B-B14F-4D97-AF65-F5344CB8AC3E}">
        <p14:creationId xmlns:p14="http://schemas.microsoft.com/office/powerpoint/2010/main" val="2770462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62</a:t>
            </a:fld>
            <a:endParaRPr lang="en-GB"/>
          </a:p>
        </p:txBody>
      </p:sp>
    </p:spTree>
    <p:extLst>
      <p:ext uri="{BB962C8B-B14F-4D97-AF65-F5344CB8AC3E}">
        <p14:creationId xmlns:p14="http://schemas.microsoft.com/office/powerpoint/2010/main" val="28542400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63</a:t>
            </a:fld>
            <a:endParaRPr lang="en-GB"/>
          </a:p>
        </p:txBody>
      </p:sp>
    </p:spTree>
    <p:extLst>
      <p:ext uri="{BB962C8B-B14F-4D97-AF65-F5344CB8AC3E}">
        <p14:creationId xmlns:p14="http://schemas.microsoft.com/office/powerpoint/2010/main" val="33956340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64</a:t>
            </a:fld>
            <a:endParaRPr lang="en-GB"/>
          </a:p>
        </p:txBody>
      </p:sp>
    </p:spTree>
    <p:extLst>
      <p:ext uri="{BB962C8B-B14F-4D97-AF65-F5344CB8AC3E}">
        <p14:creationId xmlns:p14="http://schemas.microsoft.com/office/powerpoint/2010/main" val="17207183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69</a:t>
            </a:fld>
            <a:endParaRPr lang="en-GB"/>
          </a:p>
        </p:txBody>
      </p:sp>
    </p:spTree>
    <p:extLst>
      <p:ext uri="{BB962C8B-B14F-4D97-AF65-F5344CB8AC3E}">
        <p14:creationId xmlns:p14="http://schemas.microsoft.com/office/powerpoint/2010/main" val="11326200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70</a:t>
            </a:fld>
            <a:endParaRPr lang="en-GB"/>
          </a:p>
        </p:txBody>
      </p:sp>
    </p:spTree>
    <p:extLst>
      <p:ext uri="{BB962C8B-B14F-4D97-AF65-F5344CB8AC3E}">
        <p14:creationId xmlns:p14="http://schemas.microsoft.com/office/powerpoint/2010/main" val="17185288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78</a:t>
            </a:fld>
            <a:endParaRPr lang="pt-BR"/>
          </a:p>
        </p:txBody>
      </p:sp>
    </p:spTree>
    <p:extLst>
      <p:ext uri="{BB962C8B-B14F-4D97-AF65-F5344CB8AC3E}">
        <p14:creationId xmlns:p14="http://schemas.microsoft.com/office/powerpoint/2010/main" val="4080067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85</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9.emf"/><Relationship Id="rId5" Type="http://schemas.openxmlformats.org/officeDocument/2006/relationships/oleObject" Target="../embeddings/oleObject11.bin"/><Relationship Id="rId4"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28.xml"/><Relationship Id="rId7" Type="http://schemas.openxmlformats.org/officeDocument/2006/relationships/oleObject" Target="../embeddings/oleObject13.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21.svg"/><Relationship Id="rId4" Type="http://schemas.openxmlformats.org/officeDocument/2006/relationships/tags" Target="../tags/tag29.xml"/><Relationship Id="rId9" Type="http://schemas.openxmlformats.org/officeDocument/2006/relationships/image" Target="../media/image2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2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9.emf"/><Relationship Id="rId5" Type="http://schemas.openxmlformats.org/officeDocument/2006/relationships/oleObject" Target="../embeddings/oleObject14.bin"/><Relationship Id="rId4"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9.emf"/></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9.emf"/><Relationship Id="rId4" Type="http://schemas.openxmlformats.org/officeDocument/2006/relationships/oleObject" Target="../embeddings/oleObject27.bin"/></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8.xml"/><Relationship Id="rId1" Type="http://schemas.openxmlformats.org/officeDocument/2006/relationships/tags" Target="../tags/tag68.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8.xml"/><Relationship Id="rId1" Type="http://schemas.openxmlformats.org/officeDocument/2006/relationships/tags" Target="../tags/tag69.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8.xml"/><Relationship Id="rId1" Type="http://schemas.openxmlformats.org/officeDocument/2006/relationships/tags" Target="../tags/tag70.xml"/><Relationship Id="rId4"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8.xml"/><Relationship Id="rId1" Type="http://schemas.openxmlformats.org/officeDocument/2006/relationships/tags" Target="../tags/tag71.xml"/><Relationship Id="rId4" Type="http://schemas.openxmlformats.org/officeDocument/2006/relationships/image" Target="../media/image1.emf"/></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8.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6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3.xml"/><Relationship Id="rId16" Type="http://schemas.openxmlformats.org/officeDocument/2006/relationships/image" Target="../media/image12.png"/><Relationship Id="rId1" Type="http://schemas.openxmlformats.org/officeDocument/2006/relationships/tags" Target="../tags/tag7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8.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8.xml"/><Relationship Id="rId1" Type="http://schemas.openxmlformats.org/officeDocument/2006/relationships/tags" Target="../tags/tag7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hemeOverride" Target="../theme/themeOverride1.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9.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9.xml"/><Relationship Id="rId1" Type="http://schemas.openxmlformats.org/officeDocument/2006/relationships/tags" Target="../tags/tag78.xml"/><Relationship Id="rId4"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9.xml"/><Relationship Id="rId1" Type="http://schemas.openxmlformats.org/officeDocument/2006/relationships/tags" Target="../tags/tag79.xml"/><Relationship Id="rId4" Type="http://schemas.openxmlformats.org/officeDocument/2006/relationships/image" Target="../media/image1.emf"/></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hemeOverride" Target="../theme/themeOverride2.xml"/></Relationships>
</file>

<file path=ppt/slideLayouts/_rels/slideLayout18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14-07-2024</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955070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14/07/2024</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7/14/2024</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14/07/2024</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14/07/2024</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7/14/2024</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14/07/2024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wo Content grey">
  <p:cSld name="Two Content grey">
    <p:bg>
      <p:bgPr>
        <a:solidFill>
          <a:schemeClr val="lt2"/>
        </a:solidFill>
        <a:effectLst/>
      </p:bgPr>
    </p:bg>
    <p:spTree>
      <p:nvGrpSpPr>
        <p:cNvPr id="1" name="Shape 63"/>
        <p:cNvGrpSpPr/>
        <p:nvPr/>
      </p:nvGrpSpPr>
      <p:grpSpPr>
        <a:xfrm>
          <a:off x="0" y="0"/>
          <a:ext cx="0" cy="0"/>
          <a:chOff x="0" y="0"/>
          <a:chExt cx="0" cy="0"/>
        </a:xfrm>
      </p:grpSpPr>
    </p:spTree>
    <p:extLst>
      <p:ext uri="{BB962C8B-B14F-4D97-AF65-F5344CB8AC3E}">
        <p14:creationId xmlns:p14="http://schemas.microsoft.com/office/powerpoint/2010/main" val="238244114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14/07/2024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14/07/2024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A97C8BD5-DF96-834B-EAC6-7FB3CBB841C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4297609"/>
      </p:ext>
    </p:extLst>
  </p:cSld>
  <p:clrMapOvr>
    <a:overrideClrMapping bg1="lt1" tx1="dk1" bg2="lt2" tx2="dk2" accent1="accent1" accent2="accent2" accent3="accent3" accent4="accent4" accent5="accent5" accent6="accent6" hlink="hlink" folHlink="folHlink"/>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14-07-2024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14/07/2024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04346813"/>
      </p:ext>
    </p:extLst>
  </p:cSld>
  <p:clrMapOvr>
    <a:overrideClrMapping bg1="lt1" tx1="dk1" bg2="lt2" tx2="dk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0545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7.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21" Type="http://schemas.openxmlformats.org/officeDocument/2006/relationships/slideLayout" Target="../slideLayouts/slideLayout48.xml"/><Relationship Id="rId34" Type="http://schemas.openxmlformats.org/officeDocument/2006/relationships/theme" Target="../theme/theme3.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image" Target="../media/image1.emf"/><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oleObject" Target="../embeddings/oleObject5.bin"/><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tags" Target="../tags/tag12.xml"/><Relationship Id="rId8" Type="http://schemas.openxmlformats.org/officeDocument/2006/relationships/slideLayout" Target="../slideLayouts/slideLayout35.xml"/><Relationship Id="rId3"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tags" Target="../tags/tag34.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theme" Target="../theme/theme4.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2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image" Target="../media/image1.emf"/><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oleObject" Target="../embeddings/oleObject15.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image" Target="../media/image1.emf"/><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oleObject" Target="../embeddings/oleObject20.bin"/><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tags" Target="../tags/tag43.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theme" Target="../theme/theme5.xml"/><Relationship Id="rId8" Type="http://schemas.openxmlformats.org/officeDocument/2006/relationships/slideLayout" Target="../slideLayouts/slideLayout92.xml"/><Relationship Id="rId3" Type="http://schemas.openxmlformats.org/officeDocument/2006/relationships/slideLayout" Target="../slideLayouts/slideLayout8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29" Type="http://schemas.openxmlformats.org/officeDocument/2006/relationships/tags" Target="../tags/tag57.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image" Target="../media/image2.png"/><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theme" Target="../theme/theme6.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31" Type="http://schemas.openxmlformats.org/officeDocument/2006/relationships/image" Target="../media/image1.emf"/><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oleObject" Target="../embeddings/oleObject28.bin"/></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theme" Target="../theme/theme7.xml"/><Relationship Id="rId1" Type="http://schemas.openxmlformats.org/officeDocument/2006/relationships/slideLayout" Target="../slideLayouts/slideLayout14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4.xml"/><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slideLayout" Target="../slideLayouts/slideLayout172.xml"/><Relationship Id="rId3" Type="http://schemas.openxmlformats.org/officeDocument/2006/relationships/slideLayout" Target="../slideLayouts/slideLayout149.xml"/><Relationship Id="rId21" Type="http://schemas.openxmlformats.org/officeDocument/2006/relationships/slideLayout" Target="../slideLayouts/slideLayout167.xml"/><Relationship Id="rId7" Type="http://schemas.openxmlformats.org/officeDocument/2006/relationships/slideLayout" Target="../slideLayouts/slideLayout153.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slideLayout" Target="../slideLayouts/slideLayout166.xml"/><Relationship Id="rId29" Type="http://schemas.openxmlformats.org/officeDocument/2006/relationships/tags" Target="../tags/tag67.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image" Target="../media/image2.png"/><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theme" Target="../theme/theme8.xml"/><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31" Type="http://schemas.openxmlformats.org/officeDocument/2006/relationships/image" Target="../media/image1.emf"/><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oleObject" Target="../embeddings/oleObject32.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81.xml"/><Relationship Id="rId13" Type="http://schemas.openxmlformats.org/officeDocument/2006/relationships/slideLayout" Target="../slideLayouts/slideLayout186.xml"/><Relationship Id="rId18" Type="http://schemas.openxmlformats.org/officeDocument/2006/relationships/oleObject" Target="../embeddings/oleObject38.bin"/><Relationship Id="rId3" Type="http://schemas.openxmlformats.org/officeDocument/2006/relationships/slideLayout" Target="../slideLayouts/slideLayout176.xml"/><Relationship Id="rId7" Type="http://schemas.openxmlformats.org/officeDocument/2006/relationships/slideLayout" Target="../slideLayouts/slideLayout180.xml"/><Relationship Id="rId12" Type="http://schemas.openxmlformats.org/officeDocument/2006/relationships/slideLayout" Target="../slideLayouts/slideLayout185.xml"/><Relationship Id="rId17" Type="http://schemas.openxmlformats.org/officeDocument/2006/relationships/tags" Target="../tags/tag77.xml"/><Relationship Id="rId2" Type="http://schemas.openxmlformats.org/officeDocument/2006/relationships/slideLayout" Target="../slideLayouts/slideLayout175.xml"/><Relationship Id="rId16" Type="http://schemas.openxmlformats.org/officeDocument/2006/relationships/theme" Target="../theme/theme9.xml"/><Relationship Id="rId20" Type="http://schemas.openxmlformats.org/officeDocument/2006/relationships/image" Target="../media/image2.png"/><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5" Type="http://schemas.openxmlformats.org/officeDocument/2006/relationships/slideLayout" Target="../slideLayouts/slideLayout178.xml"/><Relationship Id="rId15" Type="http://schemas.openxmlformats.org/officeDocument/2006/relationships/slideLayout" Target="../slideLayouts/slideLayout188.xml"/><Relationship Id="rId10" Type="http://schemas.openxmlformats.org/officeDocument/2006/relationships/slideLayout" Target="../slideLayouts/slideLayout183.xml"/><Relationship Id="rId19" Type="http://schemas.openxmlformats.org/officeDocument/2006/relationships/image" Target="../media/image1.emf"/><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slideLayout" Target="../slideLayouts/slideLayout1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156" r:id="rId25"/>
    <p:sldLayoutId id="2147484226"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61"/>
          <p:cNvSpPr txBox="1">
            <a:spLocks noGrp="1"/>
          </p:cNvSpPr>
          <p:nvPr>
            <p:ph type="title"/>
          </p:nvPr>
        </p:nvSpPr>
        <p:spPr>
          <a:xfrm>
            <a:off x="479425" y="671987"/>
            <a:ext cx="11004551" cy="900000"/>
          </a:xfrm>
          <a:prstGeom prst="rect">
            <a:avLst/>
          </a:prstGeom>
          <a:noFill/>
          <a:ln>
            <a:noFill/>
          </a:ln>
        </p:spPr>
        <p:txBody>
          <a:bodyPr spcFirstLastPara="1" wrap="square" lIns="0" tIns="0" rIns="0" bIns="0" anchor="t" anchorCtr="0">
            <a:noAutofit/>
          </a:bodyPr>
          <a:lstStyle>
            <a:lvl1pPr marR="0" lvl="0" algn="l" rtl="0">
              <a:lnSpc>
                <a:spcPct val="96000"/>
              </a:lnSpc>
              <a:spcBef>
                <a:spcPts val="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61"/>
          <p:cNvSpPr txBox="1">
            <a:spLocks noGrp="1"/>
          </p:cNvSpPr>
          <p:nvPr>
            <p:ph type="body" idx="1"/>
          </p:nvPr>
        </p:nvSpPr>
        <p:spPr>
          <a:xfrm>
            <a:off x="480119" y="1627200"/>
            <a:ext cx="9743381" cy="4391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chemeClr val="dk1"/>
              </a:buClr>
              <a:buSzPts val="1400"/>
              <a:buFont typeface="Arial"/>
              <a:buNone/>
              <a:defRPr sz="1400" b="1" i="0" u="none" strike="noStrike" cap="none">
                <a:solidFill>
                  <a:schemeClr val="dk1"/>
                </a:solidFill>
                <a:latin typeface="Arial"/>
                <a:ea typeface="Arial"/>
                <a:cs typeface="Arial"/>
                <a:sym typeface="Arial"/>
              </a:defRPr>
            </a:lvl1pPr>
            <a:lvl2pPr marL="914400" marR="0" lvl="1" indent="-228600" algn="l" rtl="0">
              <a:lnSpc>
                <a:spcPct val="114285"/>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317500" algn="l" rtl="0">
              <a:lnSpc>
                <a:spcPct val="114285"/>
              </a:lnSpc>
              <a:spcBef>
                <a:spcPts val="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33333"/>
              </a:lnSpc>
              <a:spcBef>
                <a:spcPts val="1000"/>
              </a:spcBef>
              <a:spcAft>
                <a:spcPts val="0"/>
              </a:spcAft>
              <a:buClr>
                <a:schemeClr val="dk1"/>
              </a:buClr>
              <a:buSzPts val="1200"/>
              <a:buFont typeface="Inter"/>
              <a:buChar char="–"/>
              <a:defRPr sz="1200" b="0" i="0" u="none" strike="noStrike" cap="none">
                <a:solidFill>
                  <a:schemeClr val="dk1"/>
                </a:solidFill>
                <a:latin typeface="Arial"/>
                <a:ea typeface="Arial"/>
                <a:cs typeface="Arial"/>
                <a:sym typeface="Arial"/>
              </a:defRPr>
            </a:lvl4pPr>
            <a:lvl5pPr marL="2286000" marR="0" lvl="4" indent="-298450" algn="l" rtl="0">
              <a:lnSpc>
                <a:spcPct val="145454"/>
              </a:lnSpc>
              <a:spcBef>
                <a:spcPts val="600"/>
              </a:spcBef>
              <a:spcAft>
                <a:spcPts val="0"/>
              </a:spcAft>
              <a:buClr>
                <a:schemeClr val="dk1"/>
              </a:buClr>
              <a:buSzPts val="1100"/>
              <a:buFont typeface="Inter"/>
              <a:buChar char="–"/>
              <a:defRPr sz="1100" b="0" i="0" u="none" strike="noStrike" cap="none">
                <a:solidFill>
                  <a:schemeClr val="dk1"/>
                </a:solidFill>
                <a:latin typeface="Arial"/>
                <a:ea typeface="Arial"/>
                <a:cs typeface="Arial"/>
                <a:sym typeface="Arial"/>
              </a:defRPr>
            </a:lvl5pPr>
            <a:lvl6pPr marL="2743200" marR="0" lvl="5" indent="-295275" algn="l" rtl="0">
              <a:lnSpc>
                <a:spcPct val="152380"/>
              </a:lnSpc>
              <a:spcBef>
                <a:spcPts val="0"/>
              </a:spcBef>
              <a:spcAft>
                <a:spcPts val="0"/>
              </a:spcAft>
              <a:buClr>
                <a:schemeClr val="dk1"/>
              </a:buClr>
              <a:buSzPts val="1050"/>
              <a:buFont typeface="Inter"/>
              <a:buChar char="–"/>
              <a:defRPr sz="105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3657600" marR="0" lvl="7" indent="-298450" algn="l" rtl="0">
              <a:lnSpc>
                <a:spcPct val="100000"/>
              </a:lnSpc>
              <a:spcBef>
                <a:spcPts val="6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85750" algn="l" rtl="0">
              <a:lnSpc>
                <a:spcPct val="100000"/>
              </a:lnSpc>
              <a:spcBef>
                <a:spcPts val="600"/>
              </a:spcBef>
              <a:spcAft>
                <a:spcPts val="0"/>
              </a:spcAft>
              <a:buClr>
                <a:schemeClr val="dk1"/>
              </a:buClr>
              <a:buSzPts val="900"/>
              <a:buFont typeface="Inter"/>
              <a:buChar char="–"/>
              <a:defRPr sz="900" b="0" i="0" u="none" strike="noStrike" cap="none">
                <a:solidFill>
                  <a:schemeClr val="dk1"/>
                </a:solidFill>
                <a:latin typeface="Arial"/>
                <a:ea typeface="Arial"/>
                <a:cs typeface="Arial"/>
                <a:sym typeface="Arial"/>
              </a:defRPr>
            </a:lvl9pPr>
          </a:lstStyle>
          <a:p>
            <a:endParaRPr/>
          </a:p>
        </p:txBody>
      </p:sp>
      <p:sp>
        <p:nvSpPr>
          <p:cNvPr id="47" name="Google Shape;47;p61"/>
          <p:cNvSpPr txBox="1">
            <a:spLocks noGrp="1"/>
          </p:cNvSpPr>
          <p:nvPr>
            <p:ph type="sldNum" idx="12"/>
          </p:nvPr>
        </p:nvSpPr>
        <p:spPr>
          <a:xfrm>
            <a:off x="11291094" y="6400808"/>
            <a:ext cx="405606" cy="254791"/>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1pPr>
            <a:lvl2pPr marL="0" marR="0" lvl="1"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2pPr>
            <a:lvl3pPr marL="0" marR="0" lvl="2"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3pPr>
            <a:lvl4pPr marL="0" marR="0" lvl="3"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4pPr>
            <a:lvl5pPr marL="0" marR="0" lvl="4"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5pPr>
            <a:lvl6pPr marL="0" marR="0" lvl="5"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6pPr>
            <a:lvl7pPr marL="0" marR="0" lvl="6"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7pPr>
            <a:lvl8pPr marL="0" marR="0" lvl="7"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8pPr>
            <a:lvl9pPr marL="0" marR="0" lvl="8" indent="0" algn="r" rtl="0">
              <a:spcBef>
                <a:spcPts val="0"/>
              </a:spcBef>
              <a:spcAft>
                <a:spcPts val="0"/>
              </a:spcAft>
              <a:buClr>
                <a:srgbClr val="283E36"/>
              </a:buClr>
              <a:buSzPts val="1100"/>
              <a:buFont typeface="Arial"/>
              <a:buNone/>
              <a:defRPr sz="1100" b="0" i="0" u="none" strike="noStrike" cap="none">
                <a:solidFill>
                  <a:srgbClr val="283E3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8" name="Google Shape;48;p61"/>
          <p:cNvPicPr preferRelativeResize="0"/>
          <p:nvPr/>
        </p:nvPicPr>
        <p:blipFill rotWithShape="1">
          <a:blip r:embed="rId3">
            <a:alphaModFix/>
          </a:blip>
          <a:srcRect/>
          <a:stretch/>
        </p:blipFill>
        <p:spPr>
          <a:xfrm>
            <a:off x="454025" y="6356100"/>
            <a:ext cx="862264" cy="272507"/>
          </a:xfrm>
          <a:prstGeom prst="rect">
            <a:avLst/>
          </a:prstGeom>
          <a:noFill/>
          <a:ln>
            <a:noFill/>
          </a:ln>
        </p:spPr>
      </p:pic>
    </p:spTree>
    <p:extLst>
      <p:ext uri="{BB962C8B-B14F-4D97-AF65-F5344CB8AC3E}">
        <p14:creationId xmlns:p14="http://schemas.microsoft.com/office/powerpoint/2010/main" val="3224598341"/>
      </p:ext>
    </p:extLst>
  </p:cSld>
  <p:clrMap bg1="lt1" tx1="dk1" bg2="dk2" tx2="lt2" accent1="accent1" accent2="accent2" accent3="accent3" accent4="accent4" accent5="accent5" accent6="accent6" hlink="hlink" folHlink="folHlink"/>
  <p:sldLayoutIdLst>
    <p:sldLayoutId id="214748409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02">
          <p15:clr>
            <a:srgbClr val="F26B43"/>
          </p15:clr>
        </p15:guide>
        <p15:guide id="3" pos="1222">
          <p15:clr>
            <a:srgbClr val="F26B43"/>
          </p15:clr>
        </p15:guide>
        <p15:guide id="4" pos="1527">
          <p15:clr>
            <a:srgbClr val="F26B43"/>
          </p15:clr>
        </p15:guide>
        <p15:guide id="5" pos="2448">
          <p15:clr>
            <a:srgbClr val="F26B43"/>
          </p15:clr>
        </p15:guide>
        <p15:guide id="6" pos="2758">
          <p15:clr>
            <a:srgbClr val="F26B43"/>
          </p15:clr>
        </p15:guide>
        <p15:guide id="7" pos="4906">
          <p15:clr>
            <a:srgbClr val="F26B43"/>
          </p15:clr>
        </p15:guide>
        <p15:guide id="8" pos="5214">
          <p15:clr>
            <a:srgbClr val="F26B43"/>
          </p15:clr>
        </p15:guide>
        <p15:guide id="9" pos="6131">
          <p15:clr>
            <a:srgbClr val="F26B43"/>
          </p15:clr>
        </p15:guide>
        <p15:guide id="10" pos="6440">
          <p15:clr>
            <a:srgbClr val="F26B43"/>
          </p15:clr>
        </p15:guide>
        <p15:guide id="11" pos="7368">
          <p15:clr>
            <a:srgbClr val="F26B43"/>
          </p15:clr>
        </p15:guide>
        <p15:guide id="12" orient="horz" pos="1023">
          <p15:clr>
            <a:srgbClr val="F26B43"/>
          </p15:clr>
        </p15:guide>
        <p15:guide id="13" orient="horz" pos="423">
          <p15:clr>
            <a:srgbClr val="F26B43"/>
          </p15:clr>
        </p15:guide>
        <p15:guide id="14" orient="horz" pos="3792">
          <p15:clr>
            <a:srgbClr val="F26B43"/>
          </p15:clr>
        </p15:guide>
        <p15:guide id="15" orient="horz" pos="4170">
          <p15:clr>
            <a:srgbClr val="F26B43"/>
          </p15:clr>
        </p15:guide>
        <p15:guide id="16"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 id="2147484185"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 id="2147484210" r:id="rId14"/>
    <p:sldLayoutId id="2147484213" r:id="rId1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146.xml"/></Relationships>
</file>

<file path=ppt/slides/_rels/slide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2.png"/><Relationship Id="rId7" Type="http://schemas.openxmlformats.org/officeDocument/2006/relationships/diagramColors" Target="../diagrams/colors4.xml"/><Relationship Id="rId2" Type="http://schemas.microsoft.com/office/2017/06/relationships/model3d" Target="../media/model3d1.glb"/><Relationship Id="rId1" Type="http://schemas.openxmlformats.org/officeDocument/2006/relationships/slideLayout" Target="../slideLayouts/slideLayout12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microsoft.com/office/2017/06/relationships/model3d" Target="../media/model3d5.glb"/><Relationship Id="rId3" Type="http://schemas.openxmlformats.org/officeDocument/2006/relationships/image" Target="../media/image43.png"/><Relationship Id="rId7" Type="http://schemas.microsoft.com/office/2017/06/relationships/model3d" Target="../media/model3d2.glb"/><Relationship Id="rId12"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46.svg"/><Relationship Id="rId11" Type="http://schemas.microsoft.com/office/2017/06/relationships/model3d" Target="../media/model3d4.glb"/><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44.svg"/><Relationship Id="rId9" Type="http://schemas.microsoft.com/office/2017/06/relationships/model3d" Target="../media/model3d3.glb"/><Relationship Id="rId14" Type="http://schemas.openxmlformats.org/officeDocument/2006/relationships/image" Target="../media/image50.png"/></Relationships>
</file>

<file path=ppt/slides/_rels/slide1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3.emf"/></Relationships>
</file>

<file path=ppt/slides/_rels/slide1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55.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4.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diagramColors" Target="../diagrams/colors6.xml"/><Relationship Id="rId11" Type="http://schemas.openxmlformats.org/officeDocument/2006/relationships/image" Target="../media/image65.png"/><Relationship Id="rId5" Type="http://schemas.openxmlformats.org/officeDocument/2006/relationships/diagramQuickStyle" Target="../diagrams/quickStyle6.xml"/><Relationship Id="rId10" Type="http://schemas.openxmlformats.org/officeDocument/2006/relationships/image" Target="../media/image64.png"/><Relationship Id="rId4" Type="http://schemas.openxmlformats.org/officeDocument/2006/relationships/diagramLayout" Target="../diagrams/layout6.xml"/><Relationship Id="rId9"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88.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66.emf"/><Relationship Id="rId4" Type="http://schemas.openxmlformats.org/officeDocument/2006/relationships/oleObject" Target="../embeddings/oleObject41.bin"/></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8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7.xml"/></Relationships>
</file>

<file path=ppt/slides/_rels/slide3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187.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9" Type="http://schemas.openxmlformats.org/officeDocument/2006/relationships/image" Target="../media/image76.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diagramLayout" Target="../diagrams/layout7.xml"/><Relationship Id="rId7" Type="http://schemas.openxmlformats.org/officeDocument/2006/relationships/image" Target="../media/image77.png"/><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18" Type="http://schemas.openxmlformats.org/officeDocument/2006/relationships/tags" Target="../tags/tag100.xml"/><Relationship Id="rId3" Type="http://schemas.openxmlformats.org/officeDocument/2006/relationships/tags" Target="../tags/tag85.xml"/><Relationship Id="rId21" Type="http://schemas.openxmlformats.org/officeDocument/2006/relationships/notesSlide" Target="../notesSlides/notesSlide27.xml"/><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tags" Target="../tags/tag99.xml"/><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slideLayout" Target="../slideLayouts/slideLayout173.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tags" Target="../tags/tag97.xml"/><Relationship Id="rId10" Type="http://schemas.openxmlformats.org/officeDocument/2006/relationships/tags" Target="../tags/tag92.xml"/><Relationship Id="rId19" Type="http://schemas.openxmlformats.org/officeDocument/2006/relationships/tags" Target="../tags/tag101.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diagramData" Target="../diagrams/data11.xml"/><Relationship Id="rId3" Type="http://schemas.openxmlformats.org/officeDocument/2006/relationships/diagramData" Target="../diagrams/data8.xml"/><Relationship Id="rId21" Type="http://schemas.openxmlformats.org/officeDocument/2006/relationships/diagramColors" Target="../diagrams/colors11.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notesSlide" Target="../notesSlides/notesSlide32.xml"/><Relationship Id="rId16" Type="http://schemas.openxmlformats.org/officeDocument/2006/relationships/diagramColors" Target="../diagrams/colors10.xml"/><Relationship Id="rId20" Type="http://schemas.openxmlformats.org/officeDocument/2006/relationships/diagramQuickStyle" Target="../diagrams/quickStyle11.xml"/><Relationship Id="rId1" Type="http://schemas.openxmlformats.org/officeDocument/2006/relationships/slideLayout" Target="../slideLayouts/slideLayout24.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19" Type="http://schemas.openxmlformats.org/officeDocument/2006/relationships/diagramLayout" Target="../diagrams/layout11.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s>
</file>

<file path=ppt/slides/_rels/slide62.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33.xml"/><Relationship Id="rId1" Type="http://schemas.openxmlformats.org/officeDocument/2006/relationships/slideLayout" Target="../slideLayouts/slideLayout2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hyperlink" Target="https://beazleynam.sharepoint.com/:w:/r/sites/GPAB/Shared%20Documents/4.%20Build%20%26%20Test/Testing/1.%20Test%20Strategy/Test%20Strategy%20for%20Sprint%20Testing%20-%20GPAS%20%26%20Billing%2012%20Jul.docx?d=w79e72456f4ac44ccb34f45ad9d7dc966&amp;csf=1&amp;web=1&amp;e=Iv7tTZ" TargetMode="External"/><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hyperlink" Target="https://eur02.safelinks.protection.outlook.com/?url=https%3A%2F%2Fbeazley.atlassian.net%2Fwiki%2Fspaces%2FGPAS%2Fpages%2F4423516177%2FUS%2BEnvironments&amp;data=05%7C02%7CKiran.Akula%40beazley.com%7Ce6c4d72befa2485e74c308dc9cd4ad01%7C9a50eba87568447abcb927a0d464aa80%7C0%7C0%7C638557684477938230%7CUnknown%7CTWFpbGZsb3d8eyJWIjoiMC4wLjAwMDAiLCJQIjoiV2luMzIiLCJBTiI6Ik1haWwiLCJXVCI6Mn0%3D%7C0%7C%7C%7C&amp;sdata=m5rC0xCPDY9QFd0zc12tEsWmaBm7HshWhlsm3WNrdjs%3D&amp;reserved=0" TargetMode="Externa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package" Target="../embeddings/Microsoft_Excel_Worksheet.xlsx"/><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4.xml"/><Relationship Id="rId4" Type="http://schemas.openxmlformats.org/officeDocument/2006/relationships/image" Target="../media/image9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Drafted: Mar-2024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557853"/>
            <a:ext cx="8849356" cy="2492990"/>
          </a:xfrm>
        </p:spPr>
        <p:txBody>
          <a:bodyPr/>
          <a:lstStyle/>
          <a:p>
            <a:r>
              <a:rPr lang="en-GB"/>
              <a:t>Beazley </a:t>
            </a:r>
            <a:br>
              <a:rPr lang="en-GB"/>
            </a:br>
            <a:r>
              <a:rPr lang="en-GB" sz="4800" err="1"/>
              <a:t>gpas</a:t>
            </a:r>
            <a:r>
              <a:rPr lang="en-GB" sz="4800"/>
              <a:t> and Billing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for GPAS Programme Delivery – DRAFT</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a:t>CONTEXT</a:t>
            </a:r>
            <a:endParaRPr lang="en-US"/>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a:t>Ways of working is a </a:t>
            </a:r>
            <a:r>
              <a:rPr lang="en-IN" sz="1600" b="1" u="sng"/>
              <a:t>Capgemini recommended way of Program execution </a:t>
            </a:r>
            <a:r>
              <a:rPr lang="en-IN" sz="1600" b="1"/>
              <a:t>allowing all relevant parties and stakeholders to operate and collaborate towards achieving the common program goals. This document intends to </a:t>
            </a:r>
            <a:r>
              <a:rPr lang="en-IN" sz="1600" b="1" u="sng"/>
              <a:t>target both processes and behaviours </a:t>
            </a:r>
            <a:r>
              <a:rPr lang="en-IN" sz="1600" b="1"/>
              <a:t>that form the building blocks of successful completion of GPAS</a:t>
            </a:r>
          </a:p>
          <a:p>
            <a:pPr algn="ctr"/>
            <a:endParaRPr lang="en-IN" sz="1600" b="1"/>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a:t>This Ways of working is specifically designed for </a:t>
            </a:r>
            <a:r>
              <a:rPr lang="en-IN" sz="1600" b="1" u="sng"/>
              <a:t>GPAS and Billing scope of work only </a:t>
            </a:r>
            <a:r>
              <a:rPr lang="en-IN" sz="1600" b="1"/>
              <a:t>and for the scope of work owned by Capgemini. The processes, behaviours and recommendations outlined here may not be applicable outside GPAS to the wider Modernization program</a:t>
            </a:r>
            <a:endParaRPr lang="en-US" sz="1600" b="1"/>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1" y="3951557"/>
            <a:ext cx="12191999" cy="2548634"/>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8" y="1705665"/>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Scope of Inception phase</a:t>
            </a:r>
          </a:p>
          <a:p>
            <a:pPr marL="452438" indent="352425">
              <a:spcBef>
                <a:spcPts val="300"/>
              </a:spcBef>
              <a:buFont typeface="Arial" panose="020B0604020202020204" pitchFamily="34" charset="0"/>
              <a:buChar char="•"/>
            </a:pPr>
            <a:r>
              <a:rPr lang="en-IN" sz="1200" cap="none">
                <a:latin typeface="+mn-lt"/>
              </a:rPr>
              <a:t>Key Success factors</a:t>
            </a:r>
          </a:p>
          <a:p>
            <a:pPr marL="452438" indent="352425">
              <a:spcBef>
                <a:spcPts val="300"/>
              </a:spcBef>
              <a:buFont typeface="Arial" panose="020B0604020202020204" pitchFamily="34" charset="0"/>
              <a:buChar char="•"/>
            </a:pPr>
            <a:r>
              <a:rPr lang="en-IN" sz="1200" cap="none">
                <a:latin typeface="+mn-lt"/>
              </a:rPr>
              <a:t>Inception activities – week wise split</a:t>
            </a:r>
          </a:p>
          <a:p>
            <a:pPr marL="452438" indent="352425">
              <a:spcBef>
                <a:spcPts val="300"/>
              </a:spcBef>
              <a:buFont typeface="Arial" panose="020B0604020202020204" pitchFamily="34" charset="0"/>
              <a:buChar char="•"/>
            </a:pPr>
            <a:r>
              <a:rPr lang="en-IN" sz="1200" cap="none">
                <a:latin typeface="+mn-lt"/>
              </a:rPr>
              <a:t>Workshops – rules of engagement</a:t>
            </a:r>
          </a:p>
          <a:p>
            <a:pPr marL="452438" indent="352425">
              <a:spcBef>
                <a:spcPts val="300"/>
              </a:spcBef>
              <a:buFont typeface="Arial" panose="020B0604020202020204" pitchFamily="34" charset="0"/>
              <a:buChar char="•"/>
            </a:pPr>
            <a:r>
              <a:rPr lang="en-IN" sz="1200" cap="none">
                <a:latin typeface="+mn-lt"/>
              </a:rPr>
              <a:t>Inception phase deliverables</a:t>
            </a:r>
          </a:p>
          <a:p>
            <a:pPr marL="452438" indent="352425">
              <a:spcBef>
                <a:spcPts val="300"/>
              </a:spcBef>
              <a:buFont typeface="Arial" panose="020B0604020202020204" pitchFamily="34" charset="0"/>
              <a:buChar char="•"/>
            </a:pPr>
            <a:r>
              <a:rPr lang="en-IN" sz="1200" cap="none">
                <a:latin typeface="+mn-lt"/>
              </a:rPr>
              <a:t>Team Structure for Inception</a:t>
            </a:r>
          </a:p>
          <a:p>
            <a:pPr marL="452438" indent="352425">
              <a:spcBef>
                <a:spcPts val="300"/>
              </a:spcBef>
              <a:buFont typeface="Arial" panose="020B0604020202020204" pitchFamily="34" charset="0"/>
              <a:buChar char="•"/>
            </a:pPr>
            <a:r>
              <a:rPr lang="en-IN" sz="1200" cap="none">
                <a:latin typeface="+mn-lt"/>
              </a:rPr>
              <a:t>Design Principles</a:t>
            </a:r>
          </a:p>
          <a:p>
            <a:pPr marL="452438" indent="352425">
              <a:spcBef>
                <a:spcPts val="300"/>
              </a:spcBef>
              <a:buFont typeface="Arial" panose="020B0604020202020204" pitchFamily="34" charset="0"/>
              <a:buChar char="•"/>
            </a:pPr>
            <a:r>
              <a:rPr lang="en-IN" sz="1200" cap="none">
                <a:latin typeface="+mn-lt"/>
              </a:rPr>
              <a:t>RACI</a:t>
            </a:r>
          </a:p>
          <a:p>
            <a:pPr marL="452438" indent="352425">
              <a:spcBef>
                <a:spcPts val="300"/>
              </a:spcBef>
              <a:buFont typeface="Arial" panose="020B0604020202020204" pitchFamily="34" charset="0"/>
              <a:buChar char="•"/>
            </a:pPr>
            <a:r>
              <a:rPr lang="en-IN" sz="1200" cap="none">
                <a:latin typeface="+mn-lt"/>
              </a:rPr>
              <a:t>Key roles – Beazley and Capgemini</a:t>
            </a:r>
          </a:p>
          <a:p>
            <a:pPr marL="452438" indent="352425">
              <a:spcBef>
                <a:spcPts val="300"/>
              </a:spcBef>
              <a:buFont typeface="Arial" panose="020B0604020202020204" pitchFamily="34" charset="0"/>
              <a:buChar char="•"/>
            </a:pPr>
            <a:r>
              <a:rPr lang="en-IN" sz="1200" cap="none">
                <a:latin typeface="+mn-lt"/>
              </a:rPr>
              <a:t>Governance – </a:t>
            </a:r>
            <a:r>
              <a:rPr lang="en-IN" sz="1050" cap="none">
                <a:latin typeface="+mn-lt"/>
              </a:rPr>
              <a:t>Key roles, Cadence, Escalation, Change Control</a:t>
            </a:r>
            <a:endParaRPr lang="en-IN" sz="1200" cap="none">
              <a:latin typeface="+mn-lt"/>
            </a:endParaRPr>
          </a:p>
          <a:p>
            <a:pPr marL="452438" indent="352425">
              <a:spcBef>
                <a:spcPts val="300"/>
              </a:spcBef>
              <a:buFont typeface="Arial" panose="020B0604020202020204" pitchFamily="34" charset="0"/>
              <a:buChar char="•"/>
            </a:pPr>
            <a:r>
              <a:rPr lang="en-IN" sz="1200" cap="none">
                <a:latin typeface="+mn-lt"/>
              </a:rPr>
              <a:t>Tools for Inception</a:t>
            </a:r>
          </a:p>
          <a:p>
            <a:pPr marL="452438" indent="352425">
              <a:spcBef>
                <a:spcPts val="300"/>
              </a:spcBef>
              <a:buFont typeface="Arial" panose="020B0604020202020204" pitchFamily="34" charset="0"/>
              <a:buChar char="•"/>
            </a:pPr>
            <a:r>
              <a:rPr lang="en-IN" sz="1200" cap="none">
                <a:solidFill>
                  <a:schemeClr val="tx1"/>
                </a:solidFill>
                <a:latin typeface="+mn-lt"/>
              </a:rPr>
              <a:t>JIRA set-up and governance</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3445663243"/>
              </p:ext>
            </p:extLst>
          </p:nvPr>
        </p:nvGraphicFramePr>
        <p:xfrm>
          <a:off x="346385" y="3951557"/>
          <a:ext cx="3443383" cy="1887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646331"/>
          </a:xfrm>
          <a:prstGeom prst="rect">
            <a:avLst/>
          </a:prstGeom>
          <a:noFill/>
        </p:spPr>
        <p:txBody>
          <a:bodyPr wrap="square" rtlCol="0">
            <a:spAutoFit/>
          </a:bodyPr>
          <a:lstStyle/>
          <a:p>
            <a:r>
              <a:rPr lang="en-IN" sz="1200"/>
              <a:t>The immediate focus is to draft and agree on Ways of working applicable for the start of Inception phase covering activities, deliverables, methods and processes expected to be jointly built and done by Capgemini and Beazley. As a next step, this document will be extended to document methods and processes applicable to the Build phase. </a:t>
            </a:r>
            <a:endParaRPr lang="en-US" sz="1200"/>
          </a:p>
        </p:txBody>
      </p:sp>
      <p:sp>
        <p:nvSpPr>
          <p:cNvPr id="9" name="TextBox 8">
            <a:extLst>
              <a:ext uri="{FF2B5EF4-FFF2-40B4-BE49-F238E27FC236}">
                <a16:creationId xmlns:a16="http://schemas.microsoft.com/office/drawing/2014/main" id="{E83694F7-709F-E499-3ECD-0339AC00CC39}"/>
              </a:ext>
            </a:extLst>
          </p:cNvPr>
          <p:cNvSpPr txBox="1"/>
          <p:nvPr/>
        </p:nvSpPr>
        <p:spPr>
          <a:xfrm>
            <a:off x="4211509" y="1377024"/>
            <a:ext cx="3768980" cy="307777"/>
          </a:xfrm>
          <a:prstGeom prst="rect">
            <a:avLst/>
          </a:prstGeom>
          <a:noFill/>
        </p:spPr>
        <p:txBody>
          <a:bodyPr wrap="none" rtlCol="0">
            <a:spAutoFit/>
          </a:bodyPr>
          <a:lstStyle/>
          <a:p>
            <a:r>
              <a:rPr lang="en-IN" sz="1400" b="1" cap="none">
                <a:latin typeface="+mn-lt"/>
              </a:rPr>
              <a:t>To be built &amp; agreed for start of Inception</a:t>
            </a:r>
            <a:endParaRPr lang="en-US" sz="1400"/>
          </a:p>
        </p:txBody>
      </p:sp>
      <p:graphicFrame>
        <p:nvGraphicFramePr>
          <p:cNvPr id="10" name="Diagram 9">
            <a:extLst>
              <a:ext uri="{FF2B5EF4-FFF2-40B4-BE49-F238E27FC236}">
                <a16:creationId xmlns:a16="http://schemas.microsoft.com/office/drawing/2014/main" id="{DCB97072-A0EA-9C39-0B52-293B9025E2D1}"/>
              </a:ext>
            </a:extLst>
          </p:cNvPr>
          <p:cNvGraphicFramePr/>
          <p:nvPr>
            <p:extLst>
              <p:ext uri="{D42A27DB-BD31-4B8C-83A1-F6EECF244321}">
                <p14:modId xmlns:p14="http://schemas.microsoft.com/office/powerpoint/2010/main" val="1084693540"/>
              </p:ext>
            </p:extLst>
          </p:nvPr>
        </p:nvGraphicFramePr>
        <p:xfrm>
          <a:off x="346386" y="1786570"/>
          <a:ext cx="3443383" cy="1887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itle 1">
            <a:extLst>
              <a:ext uri="{FF2B5EF4-FFF2-40B4-BE49-F238E27FC236}">
                <a16:creationId xmlns:a16="http://schemas.microsoft.com/office/drawing/2014/main" id="{50280BEC-25C8-3568-24B3-1FCF36C54A23}"/>
              </a:ext>
            </a:extLst>
          </p:cNvPr>
          <p:cNvSpPr txBox="1">
            <a:spLocks/>
          </p:cNvSpPr>
          <p:nvPr/>
        </p:nvSpPr>
        <p:spPr>
          <a:xfrm>
            <a:off x="3855159" y="4280198"/>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Sprint Timeline, Ceremonies, Reporting</a:t>
            </a:r>
          </a:p>
          <a:p>
            <a:pPr marL="452438" indent="352425">
              <a:spcBef>
                <a:spcPts val="300"/>
              </a:spcBef>
              <a:buFont typeface="Arial" panose="020B0604020202020204" pitchFamily="34" charset="0"/>
              <a:buChar char="•"/>
            </a:pPr>
            <a:r>
              <a:rPr lang="en-IN" sz="1200" cap="none">
                <a:latin typeface="+mn-lt"/>
              </a:rPr>
              <a:t>Standard Development Team Composition</a:t>
            </a:r>
          </a:p>
          <a:p>
            <a:pPr marL="452438" indent="352425">
              <a:spcBef>
                <a:spcPts val="300"/>
              </a:spcBef>
              <a:buFont typeface="Arial" panose="020B0604020202020204" pitchFamily="34" charset="0"/>
              <a:buChar char="•"/>
            </a:pPr>
            <a:r>
              <a:rPr lang="en-IN" sz="1200" cap="none">
                <a:latin typeface="+mn-lt"/>
              </a:rPr>
              <a:t>User story composition, Elaboration Cycle</a:t>
            </a:r>
          </a:p>
          <a:p>
            <a:pPr marL="452438" indent="352425">
              <a:spcBef>
                <a:spcPts val="300"/>
              </a:spcBef>
              <a:buFont typeface="Arial" panose="020B0604020202020204" pitchFamily="34" charset="0"/>
              <a:buChar char="•"/>
            </a:pPr>
            <a:r>
              <a:rPr lang="en-IN" sz="1200" cap="none">
                <a:latin typeface="+mn-lt"/>
              </a:rPr>
              <a:t>Cadence, Sprint Events RACI</a:t>
            </a:r>
          </a:p>
          <a:p>
            <a:pPr marL="452438" indent="352425">
              <a:spcBef>
                <a:spcPts val="300"/>
              </a:spcBef>
              <a:buFont typeface="Arial" panose="020B0604020202020204" pitchFamily="34" charset="0"/>
              <a:buChar char="•"/>
            </a:pPr>
            <a:r>
              <a:rPr lang="en-IN" sz="1200" cap="none">
                <a:latin typeface="+mn-lt"/>
              </a:rPr>
              <a:t>Scrum of Scrums, Retrospectives</a:t>
            </a:r>
          </a:p>
          <a:p>
            <a:pPr marL="452438" indent="352425">
              <a:spcBef>
                <a:spcPts val="300"/>
              </a:spcBef>
              <a:buFont typeface="Arial" panose="020B0604020202020204" pitchFamily="34" charset="0"/>
              <a:buChar char="•"/>
            </a:pPr>
            <a:r>
              <a:rPr lang="en-IN" sz="1200" cap="none">
                <a:latin typeface="+mn-lt"/>
              </a:rPr>
              <a:t>User Story Management – Different Scenarios</a:t>
            </a:r>
          </a:p>
          <a:p>
            <a:pPr marL="452438" indent="352425">
              <a:spcBef>
                <a:spcPts val="300"/>
              </a:spcBef>
              <a:buFont typeface="Arial" panose="020B0604020202020204" pitchFamily="34" charset="0"/>
              <a:buChar char="•"/>
            </a:pPr>
            <a:r>
              <a:rPr lang="en-IN" sz="1200" cap="none">
                <a:latin typeface="+mn-lt"/>
              </a:rPr>
              <a:t>Activities List – Elaboration, Design &amp; Dev</a:t>
            </a:r>
          </a:p>
          <a:p>
            <a:pPr marL="452438" indent="352425">
              <a:spcBef>
                <a:spcPts val="300"/>
              </a:spcBef>
              <a:buFont typeface="Arial" panose="020B0604020202020204" pitchFamily="34" charset="0"/>
              <a:buChar char="•"/>
            </a:pPr>
            <a:r>
              <a:rPr lang="en-IN" sz="1200" cap="none">
                <a:latin typeface="+mn-lt"/>
              </a:rPr>
              <a:t>A Day in a life during Sprint Development</a:t>
            </a:r>
          </a:p>
          <a:p>
            <a:pPr marL="452438" indent="352425">
              <a:spcBef>
                <a:spcPts val="300"/>
              </a:spcBef>
              <a:buFont typeface="Arial" panose="020B0604020202020204" pitchFamily="34" charset="0"/>
              <a:buChar char="•"/>
            </a:pPr>
            <a:r>
              <a:rPr lang="en-IN" sz="1200" cap="none">
                <a:latin typeface="+mn-lt"/>
              </a:rPr>
              <a:t>DoD and </a:t>
            </a:r>
            <a:r>
              <a:rPr lang="en-IN" sz="1200" cap="none" err="1">
                <a:latin typeface="+mn-lt"/>
              </a:rPr>
              <a:t>DoR</a:t>
            </a:r>
            <a:r>
              <a:rPr lang="en-IN" sz="1200" cap="none">
                <a:latin typeface="+mn-lt"/>
              </a:rPr>
              <a:t> – User story &amp; Sprint</a:t>
            </a:r>
          </a:p>
          <a:p>
            <a:pPr marL="452438" indent="352425">
              <a:spcBef>
                <a:spcPts val="300"/>
              </a:spcBef>
              <a:buFont typeface="Arial" panose="020B0604020202020204" pitchFamily="34" charset="0"/>
              <a:buChar char="•"/>
            </a:pPr>
            <a:r>
              <a:rPr lang="en-IN" sz="1200" cap="none">
                <a:latin typeface="+mn-lt"/>
              </a:rPr>
              <a:t>Working with Guidewire – 3 way collaboration</a:t>
            </a:r>
          </a:p>
          <a:p>
            <a:pPr marL="452438" indent="352425">
              <a:spcBef>
                <a:spcPts val="300"/>
              </a:spcBef>
              <a:buFont typeface="Arial" panose="020B0604020202020204" pitchFamily="34" charset="0"/>
              <a:buChar char="•"/>
            </a:pPr>
            <a:r>
              <a:rPr lang="en-IN" sz="1200" cap="none">
                <a:latin typeface="+mn-lt"/>
              </a:rPr>
              <a:t>Testing – Scope, Strategy, Governance, Activities, and Schedule</a:t>
            </a:r>
          </a:p>
          <a:p>
            <a:pPr marL="452438" indent="352425">
              <a:spcBef>
                <a:spcPts val="300"/>
              </a:spcBef>
              <a:buFont typeface="Arial" panose="020B0604020202020204" pitchFamily="34" charset="0"/>
              <a:buChar char="•"/>
            </a:pPr>
            <a:r>
              <a:rPr lang="en-IN" sz="1200" cap="none">
                <a:solidFill>
                  <a:schemeClr val="tx1"/>
                </a:solidFill>
                <a:latin typeface="+mn-lt"/>
              </a:rPr>
              <a:t>Third party dependency management</a:t>
            </a:r>
          </a:p>
          <a:p>
            <a:pPr marL="452438" indent="352425">
              <a:spcBef>
                <a:spcPts val="300"/>
              </a:spcBef>
              <a:buFont typeface="Arial" panose="020B0604020202020204" pitchFamily="34" charset="0"/>
              <a:buChar char="•"/>
            </a:pPr>
            <a:r>
              <a:rPr lang="en-IN" sz="1200" cap="none">
                <a:solidFill>
                  <a:schemeClr val="tx1"/>
                </a:solidFill>
                <a:latin typeface="+mn-lt"/>
              </a:rPr>
              <a:t>Sprint Progress tracking</a:t>
            </a:r>
          </a:p>
          <a:p>
            <a:pPr marL="452438" indent="352425">
              <a:spcBef>
                <a:spcPts val="300"/>
              </a:spcBef>
              <a:buFont typeface="Arial" panose="020B0604020202020204" pitchFamily="34" charset="0"/>
              <a:buChar char="•"/>
            </a:pPr>
            <a:r>
              <a:rPr lang="en-IN" sz="1200" cap="none">
                <a:solidFill>
                  <a:schemeClr val="tx1"/>
                </a:solidFill>
                <a:latin typeface="+mn-lt"/>
              </a:rPr>
              <a:t>Sprint Closure report</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sp>
        <p:nvSpPr>
          <p:cNvPr id="13" name="TextBox 12">
            <a:extLst>
              <a:ext uri="{FF2B5EF4-FFF2-40B4-BE49-F238E27FC236}">
                <a16:creationId xmlns:a16="http://schemas.microsoft.com/office/drawing/2014/main" id="{599EEC2C-403D-50AC-F43F-FDECC7125E5F}"/>
              </a:ext>
            </a:extLst>
          </p:cNvPr>
          <p:cNvSpPr txBox="1"/>
          <p:nvPr/>
        </p:nvSpPr>
        <p:spPr>
          <a:xfrm>
            <a:off x="4211510" y="3951557"/>
            <a:ext cx="1225015" cy="307777"/>
          </a:xfrm>
          <a:prstGeom prst="rect">
            <a:avLst/>
          </a:prstGeom>
          <a:noFill/>
        </p:spPr>
        <p:txBody>
          <a:bodyPr wrap="none" rtlCol="0">
            <a:spAutoFit/>
          </a:bodyPr>
          <a:lstStyle/>
          <a:p>
            <a:r>
              <a:rPr lang="en-IN" sz="1400" b="1" cap="none">
                <a:latin typeface="+mn-lt"/>
              </a:rPr>
              <a:t>Build Phase</a:t>
            </a:r>
            <a:endParaRPr lang="en-US" sz="1400"/>
          </a:p>
        </p:txBody>
      </p:sp>
    </p:spTree>
    <p:extLst>
      <p:ext uri="{BB962C8B-B14F-4D97-AF65-F5344CB8AC3E}">
        <p14:creationId xmlns:p14="http://schemas.microsoft.com/office/powerpoint/2010/main" val="33624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9574"/>
            <a:ext cx="9776592" cy="716711"/>
          </a:xfrm>
        </p:spPr>
        <p:txBody>
          <a:bodyPr/>
          <a:lstStyle/>
          <a:p>
            <a:r>
              <a:rPr lang="en-IN"/>
              <a:t>GPAS &amp; Billing PROGRAM Release Trains</a:t>
            </a:r>
            <a:endParaRPr lang="en-US"/>
          </a:p>
        </p:txBody>
      </p:sp>
      <p:graphicFrame>
        <p:nvGraphicFramePr>
          <p:cNvPr id="5" name="Diagram 4">
            <a:extLst>
              <a:ext uri="{FF2B5EF4-FFF2-40B4-BE49-F238E27FC236}">
                <a16:creationId xmlns:a16="http://schemas.microsoft.com/office/drawing/2014/main" id="{C87CFD1B-3A84-DA77-0FFD-CCEEF703A9F8}"/>
              </a:ext>
            </a:extLst>
          </p:cNvPr>
          <p:cNvGraphicFramePr/>
          <p:nvPr>
            <p:extLst>
              <p:ext uri="{D42A27DB-BD31-4B8C-83A1-F6EECF244321}">
                <p14:modId xmlns:p14="http://schemas.microsoft.com/office/powerpoint/2010/main" val="2989194458"/>
              </p:ext>
            </p:extLst>
          </p:nvPr>
        </p:nvGraphicFramePr>
        <p:xfrm>
          <a:off x="535189" y="865056"/>
          <a:ext cx="10361411" cy="5478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88C831B1-828F-E05F-B848-9448F9AD4D5E}"/>
              </a:ext>
            </a:extLst>
          </p:cNvPr>
          <p:cNvSpPr/>
          <p:nvPr/>
        </p:nvSpPr>
        <p:spPr>
          <a:xfrm>
            <a:off x="5524500" y="6496050"/>
            <a:ext cx="1743075" cy="200025"/>
          </a:xfrm>
          <a:prstGeom prst="roundRect">
            <a:avLst/>
          </a:prstGeom>
          <a:solidFill>
            <a:srgbClr val="7ED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Defined Release trains/Teams</a:t>
            </a:r>
          </a:p>
        </p:txBody>
      </p:sp>
      <p:sp>
        <p:nvSpPr>
          <p:cNvPr id="3" name="Rectangle: Rounded Corners 2">
            <a:extLst>
              <a:ext uri="{FF2B5EF4-FFF2-40B4-BE49-F238E27FC236}">
                <a16:creationId xmlns:a16="http://schemas.microsoft.com/office/drawing/2014/main" id="{AFD1B015-EA31-5058-E509-16CDE420C07C}"/>
              </a:ext>
            </a:extLst>
          </p:cNvPr>
          <p:cNvSpPr/>
          <p:nvPr/>
        </p:nvSpPr>
        <p:spPr>
          <a:xfrm>
            <a:off x="7362825" y="6496050"/>
            <a:ext cx="1743075" cy="20002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TBC Release trains/Teams</a:t>
            </a:r>
          </a:p>
        </p:txBody>
      </p:sp>
      <p:sp>
        <p:nvSpPr>
          <p:cNvPr id="6" name="TextBox 5">
            <a:extLst>
              <a:ext uri="{FF2B5EF4-FFF2-40B4-BE49-F238E27FC236}">
                <a16:creationId xmlns:a16="http://schemas.microsoft.com/office/drawing/2014/main" id="{B4074A1F-23F9-8466-7809-8A2426CFFA92}"/>
              </a:ext>
            </a:extLst>
          </p:cNvPr>
          <p:cNvSpPr txBox="1"/>
          <p:nvPr/>
        </p:nvSpPr>
        <p:spPr>
          <a:xfrm>
            <a:off x="4846574" y="6453186"/>
            <a:ext cx="457176" cy="261610"/>
          </a:xfrm>
          <a:prstGeom prst="rect">
            <a:avLst/>
          </a:prstGeom>
          <a:noFill/>
        </p:spPr>
        <p:txBody>
          <a:bodyPr wrap="none" rtlCol="0">
            <a:spAutoFit/>
          </a:bodyPr>
          <a:lstStyle/>
          <a:p>
            <a:r>
              <a:rPr lang="en-GB" sz="1050"/>
              <a:t>Key:</a:t>
            </a:r>
          </a:p>
        </p:txBody>
      </p:sp>
      <p:sp>
        <p:nvSpPr>
          <p:cNvPr id="7" name="Rectangle 6">
            <a:extLst>
              <a:ext uri="{FF2B5EF4-FFF2-40B4-BE49-F238E27FC236}">
                <a16:creationId xmlns:a16="http://schemas.microsoft.com/office/drawing/2014/main" id="{6C224E29-372D-3DBD-B28D-03FC2F9820C8}"/>
              </a:ext>
            </a:extLst>
          </p:cNvPr>
          <p:cNvSpPr/>
          <p:nvPr/>
        </p:nvSpPr>
        <p:spPr>
          <a:xfrm>
            <a:off x="4846573" y="6453186"/>
            <a:ext cx="4392093"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590396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917" name="TextBox 916">
            <a:extLst>
              <a:ext uri="{FF2B5EF4-FFF2-40B4-BE49-F238E27FC236}">
                <a16:creationId xmlns:a16="http://schemas.microsoft.com/office/drawing/2014/main" id="{63F26C0F-A63A-0D0E-3D6D-D8481123AAB3}"/>
              </a:ext>
            </a:extLst>
          </p:cNvPr>
          <p:cNvSpPr txBox="1"/>
          <p:nvPr/>
        </p:nvSpPr>
        <p:spPr>
          <a:xfrm>
            <a:off x="57366" y="23665"/>
            <a:ext cx="696536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800" b="1" i="0" u="none" strike="noStrike" kern="0" cap="none" spc="0" normalizeH="0" baseline="0" noProof="0">
                <a:ln>
                  <a:noFill/>
                </a:ln>
                <a:solidFill>
                  <a:srgbClr val="000000"/>
                </a:solidFill>
                <a:effectLst/>
                <a:uLnTx/>
                <a:uFillTx/>
                <a:latin typeface="Arial"/>
                <a:cs typeface="Arial"/>
                <a:sym typeface="Arial"/>
              </a:rPr>
              <a:t>GPAS &amp; BILLING – DRAFT HIGH LEVEL</a:t>
            </a:r>
          </a:p>
        </p:txBody>
      </p:sp>
      <p:pic>
        <p:nvPicPr>
          <p:cNvPr id="896" name="Picture 895">
            <a:extLst>
              <a:ext uri="{FF2B5EF4-FFF2-40B4-BE49-F238E27FC236}">
                <a16:creationId xmlns:a16="http://schemas.microsoft.com/office/drawing/2014/main" id="{89FCED60-CDDC-DADC-9C9F-EAFC4A2FC2A3}"/>
              </a:ext>
            </a:extLst>
          </p:cNvPr>
          <p:cNvPicPr>
            <a:picLocks noChangeAspect="1"/>
          </p:cNvPicPr>
          <p:nvPr/>
        </p:nvPicPr>
        <p:blipFill>
          <a:blip r:embed="rId3"/>
          <a:stretch>
            <a:fillRect/>
          </a:stretch>
        </p:blipFill>
        <p:spPr>
          <a:xfrm>
            <a:off x="218946" y="472040"/>
            <a:ext cx="11754107" cy="5998984"/>
          </a:xfrm>
          <a:prstGeom prst="rect">
            <a:avLst/>
          </a:prstGeom>
        </p:spPr>
      </p:pic>
    </p:spTree>
    <p:extLst>
      <p:ext uri="{BB962C8B-B14F-4D97-AF65-F5344CB8AC3E}">
        <p14:creationId xmlns:p14="http://schemas.microsoft.com/office/powerpoint/2010/main" val="3125609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958117"/>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lang="en-GB" sz="1200">
                <a:solidFill>
                  <a:srgbClr val="2E033E"/>
                </a:solidFill>
                <a:latin typeface="Ubuntu" panose="020B0504030602030204" pitchFamily="34" charset="0"/>
                <a:ea typeface="Calibri" panose="020F0502020204030204" pitchFamily="34" charset="0"/>
                <a:cs typeface="Times New Roman" panose="02020603050405020304" pitchFamily="18" charset="0"/>
              </a:rPr>
              <a:t>Key Design Decisions log</a:t>
            </a:r>
            <a:endPar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1"/>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178950"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INCEPTION PHASE HELPS TO CREATE THE FOUNDATION AND VISION FOR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5001369"/>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&amp; Billing HLD and Delivery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LLD for Initial build phase</a:t>
            </a:r>
          </a:p>
          <a:p>
            <a:pPr marL="171450" indent="-171450">
              <a:spcAft>
                <a:spcPts val="600"/>
              </a:spcAft>
              <a:buFont typeface="Arial" panose="020B0604020202020204" pitchFamily="34" charset="0"/>
              <a:buChar char="•"/>
              <a:defRPr/>
            </a:pPr>
            <a:r>
              <a:rPr lang="en-GB" sz="1200">
                <a:solidFill>
                  <a:srgbClr val="ECECEC">
                    <a:lumMod val="25000"/>
                  </a:srgbClr>
                </a:solidFill>
                <a:latin typeface="Ubuntu Medium"/>
              </a:rPr>
              <a:t>Key Design Decisions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Rationalized Product 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Foundation Release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2">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3"/>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103880938"/>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a:solidFill>
                  <a:schemeClr val="bg1"/>
                </a:solidFill>
              </a:rPr>
              <a:t>COLLABORATION</a:t>
            </a:r>
            <a:endParaRPr lang="en-US" b="1">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a:solidFill>
                  <a:schemeClr val="bg1"/>
                </a:solidFill>
              </a:rPr>
              <a:t>DEPENDENCIES MANAGEMENT</a:t>
            </a:r>
            <a:endParaRPr lang="en-US" b="1">
              <a:solidFill>
                <a:schemeClr val="bg1"/>
              </a:solidFill>
            </a:endParaRPr>
          </a:p>
        </p:txBody>
      </p:sp>
    </p:spTree>
    <p:extLst>
      <p:ext uri="{BB962C8B-B14F-4D97-AF65-F5344CB8AC3E}">
        <p14:creationId xmlns:p14="http://schemas.microsoft.com/office/powerpoint/2010/main" val="3760393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704044"/>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704045"/>
            <a:ext cx="10289857" cy="307777"/>
          </a:xfrm>
          <a:prstGeom prst="rect">
            <a:avLst/>
          </a:prstGeom>
          <a:noFill/>
        </p:spPr>
        <p:txBody>
          <a:bodyPr wrap="square">
            <a:spAutoFit/>
          </a:bodyPr>
          <a:lstStyle/>
          <a:p>
            <a:pPr algn="ctr">
              <a:defRPr/>
            </a:pPr>
            <a:r>
              <a:rPr lang="en-IN" sz="1400" b="1">
                <a:solidFill>
                  <a:srgbClr val="FFFFFF"/>
                </a:solidFill>
                <a:ea typeface="Verdana"/>
                <a:cs typeface="Calibri"/>
              </a:rPr>
              <a:t>All key decisions to move through formal programme governance decision bodies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399" y="1350066"/>
            <a:ext cx="2163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68990" y="1343867"/>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63869" y="1877938"/>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63867" y="2432727"/>
            <a:ext cx="5303260" cy="389835"/>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63869" y="3033677"/>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63869" y="4277774"/>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63869" y="4892843"/>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63869" y="5489472"/>
            <a:ext cx="5303258" cy="338554"/>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flipH="1">
            <a:off x="9115497" y="2216491"/>
            <a:ext cx="1" cy="216236"/>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115497" y="2822562"/>
            <a:ext cx="1" cy="211115"/>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8" idx="0"/>
          </p:cNvCxnSpPr>
          <p:nvPr/>
        </p:nvCxnSpPr>
        <p:spPr>
          <a:xfrm flipH="1">
            <a:off x="9115496" y="3417674"/>
            <a:ext cx="2" cy="188582"/>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115498" y="4616327"/>
            <a:ext cx="0" cy="276516"/>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115498" y="5231396"/>
            <a:ext cx="0" cy="258076"/>
          </a:xfrm>
          <a:prstGeom prst="straightConnector1">
            <a:avLst/>
          </a:prstGeom>
          <a:noFill/>
          <a:ln w="6350" cap="flat" cmpd="sng" algn="ctr">
            <a:solidFill>
              <a:srgbClr val="4A66AC"/>
            </a:solidFill>
            <a:prstDash val="solid"/>
            <a:miter lim="800000"/>
            <a:tailEnd type="triangle"/>
          </a:ln>
          <a:effectLst/>
        </p:spPr>
      </p:cxnSp>
      <p:graphicFrame>
        <p:nvGraphicFramePr>
          <p:cNvPr id="2" name="Diagram 1">
            <a:extLst>
              <a:ext uri="{FF2B5EF4-FFF2-40B4-BE49-F238E27FC236}">
                <a16:creationId xmlns:a16="http://schemas.microsoft.com/office/drawing/2014/main" id="{C7018E4B-AF6E-6958-CDDA-1D8D48C209CC}"/>
              </a:ext>
            </a:extLst>
          </p:cNvPr>
          <p:cNvGraphicFramePr/>
          <p:nvPr/>
        </p:nvGraphicFramePr>
        <p:xfrm>
          <a:off x="152400" y="1832221"/>
          <a:ext cx="5560959" cy="4199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0BE1088E-E037-E9AD-698C-A427F2872F5A}"/>
              </a:ext>
            </a:extLst>
          </p:cNvPr>
          <p:cNvSpPr/>
          <p:nvPr/>
        </p:nvSpPr>
        <p:spPr>
          <a:xfrm>
            <a:off x="6463867" y="3606256"/>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100" b="1" kern="0">
                <a:solidFill>
                  <a:prstClr val="black"/>
                </a:solidFill>
              </a:rPr>
              <a:t>If required and necessary - Review &amp; Validation of Impact with Specific working Groups within Beazley – Example Finance Design Group</a:t>
            </a:r>
            <a:endParaRPr kumimoji="0" lang="en-GB" sz="1100" b="1" i="0" u="none" strike="noStrike" kern="0" cap="none" spc="0" normalizeH="0" baseline="0" noProof="0">
              <a:ln>
                <a:noFill/>
              </a:ln>
              <a:solidFill>
                <a:prstClr val="black"/>
              </a:solidFill>
              <a:effectLst/>
              <a:uLnTx/>
              <a:uFillTx/>
              <a:ea typeface="+mn-ea"/>
              <a:cs typeface="+mn-cs"/>
            </a:endParaRPr>
          </a:p>
        </p:txBody>
      </p:sp>
      <p:cxnSp>
        <p:nvCxnSpPr>
          <p:cNvPr id="18" name="Straight Arrow Connector 17">
            <a:extLst>
              <a:ext uri="{FF2B5EF4-FFF2-40B4-BE49-F238E27FC236}">
                <a16:creationId xmlns:a16="http://schemas.microsoft.com/office/drawing/2014/main" id="{6FEBC223-24E4-905B-2D61-C0EEEA82D6F2}"/>
              </a:ext>
            </a:extLst>
          </p:cNvPr>
          <p:cNvCxnSpPr>
            <a:cxnSpLocks/>
            <a:stCxn id="8" idx="2"/>
            <a:endCxn id="204" idx="0"/>
          </p:cNvCxnSpPr>
          <p:nvPr/>
        </p:nvCxnSpPr>
        <p:spPr>
          <a:xfrm>
            <a:off x="9115496" y="3990253"/>
            <a:ext cx="2" cy="287521"/>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40677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7">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8"/>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8"/>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9">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10"/>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10"/>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11">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2"/>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2"/>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3">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4"/>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4"/>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4987-4304-7291-2982-56C2D4C4B7A7}"/>
              </a:ext>
            </a:extLst>
          </p:cNvPr>
          <p:cNvSpPr>
            <a:spLocks noGrp="1"/>
          </p:cNvSpPr>
          <p:nvPr>
            <p:ph type="title"/>
          </p:nvPr>
        </p:nvSpPr>
        <p:spPr>
          <a:xfrm>
            <a:off x="-1" y="0"/>
            <a:ext cx="10843591" cy="745435"/>
          </a:xfrm>
        </p:spPr>
        <p:txBody>
          <a:bodyPr/>
          <a:lstStyle/>
          <a:p>
            <a:r>
              <a:rPr lang="en-IN"/>
              <a:t>HIGH LEVEL SCOPE Elements</a:t>
            </a:r>
            <a:endParaRPr lang="en-US"/>
          </a:p>
        </p:txBody>
      </p:sp>
      <p:pic>
        <p:nvPicPr>
          <p:cNvPr id="6" name="Picture 5">
            <a:extLst>
              <a:ext uri="{FF2B5EF4-FFF2-40B4-BE49-F238E27FC236}">
                <a16:creationId xmlns:a16="http://schemas.microsoft.com/office/drawing/2014/main" id="{7474EA9D-7102-4E4C-D915-24620E06CB00}"/>
              </a:ext>
            </a:extLst>
          </p:cNvPr>
          <p:cNvPicPr>
            <a:picLocks noChangeAspect="1"/>
          </p:cNvPicPr>
          <p:nvPr/>
        </p:nvPicPr>
        <p:blipFill>
          <a:blip r:embed="rId2"/>
          <a:stretch>
            <a:fillRect/>
          </a:stretch>
        </p:blipFill>
        <p:spPr>
          <a:xfrm>
            <a:off x="0" y="1803141"/>
            <a:ext cx="12192000" cy="4245631"/>
          </a:xfrm>
          <a:prstGeom prst="rect">
            <a:avLst/>
          </a:prstGeom>
        </p:spPr>
      </p:pic>
      <p:sp>
        <p:nvSpPr>
          <p:cNvPr id="7" name="TextBox 6">
            <a:extLst>
              <a:ext uri="{FF2B5EF4-FFF2-40B4-BE49-F238E27FC236}">
                <a16:creationId xmlns:a16="http://schemas.microsoft.com/office/drawing/2014/main" id="{6EC4EEA7-4420-7104-02B7-4DEC8A3C9FC5}"/>
              </a:ext>
            </a:extLst>
          </p:cNvPr>
          <p:cNvSpPr txBox="1"/>
          <p:nvPr/>
        </p:nvSpPr>
        <p:spPr>
          <a:xfrm>
            <a:off x="-1" y="725557"/>
            <a:ext cx="12191999" cy="954107"/>
          </a:xfrm>
          <a:prstGeom prst="rect">
            <a:avLst/>
          </a:prstGeom>
          <a:noFill/>
        </p:spPr>
        <p:txBody>
          <a:bodyPr wrap="square" rtlCol="0">
            <a:spAutoFit/>
          </a:bodyPr>
          <a:lstStyle/>
          <a:p>
            <a:r>
              <a:rPr lang="en-IN" sz="1400"/>
              <a:t>The entries here are high-level and the initial understanding of the scope between different parties. Through the Elaboration phase all scope items will be discussed, expanded and requirement boundaries defined. The Prioritised backlog, Detailed Dependency tracker Inception deliverables that Capgemini will produce will detail the final scope for Foundation release (specific to Policy, Billing, Integration, Migration and Product Rationalization) and call out dependencies amongst different parties. </a:t>
            </a:r>
            <a:endParaRPr lang="en-US" sz="1400"/>
          </a:p>
        </p:txBody>
      </p:sp>
    </p:spTree>
    <p:extLst>
      <p:ext uri="{BB962C8B-B14F-4D97-AF65-F5344CB8AC3E}">
        <p14:creationId xmlns:p14="http://schemas.microsoft.com/office/powerpoint/2010/main" val="298121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495074715"/>
              </p:ext>
            </p:extLst>
          </p:nvPr>
        </p:nvGraphicFramePr>
        <p:xfrm>
          <a:off x="312919" y="1549578"/>
          <a:ext cx="11206533" cy="4990370"/>
        </p:xfrm>
        <a:graphic>
          <a:graphicData uri="http://schemas.openxmlformats.org/drawingml/2006/table">
            <a:tbl>
              <a:tblPr firstRow="1" bandRow="1">
                <a:tableStyleId>{21E4AEA4-8DFA-4A89-87EB-49C32662AFE0}</a:tableStyleId>
              </a:tblPr>
              <a:tblGrid>
                <a:gridCol w="2165978">
                  <a:extLst>
                    <a:ext uri="{9D8B030D-6E8A-4147-A177-3AD203B41FA5}">
                      <a16:colId xmlns:a16="http://schemas.microsoft.com/office/drawing/2014/main" val="2939084461"/>
                    </a:ext>
                  </a:extLst>
                </a:gridCol>
                <a:gridCol w="5706397">
                  <a:extLst>
                    <a:ext uri="{9D8B030D-6E8A-4147-A177-3AD203B41FA5}">
                      <a16:colId xmlns:a16="http://schemas.microsoft.com/office/drawing/2014/main" val="3726267601"/>
                    </a:ext>
                  </a:extLst>
                </a:gridCol>
                <a:gridCol w="1667079">
                  <a:extLst>
                    <a:ext uri="{9D8B030D-6E8A-4147-A177-3AD203B41FA5}">
                      <a16:colId xmlns:a16="http://schemas.microsoft.com/office/drawing/2014/main" val="2308116736"/>
                    </a:ext>
                  </a:extLst>
                </a:gridCol>
                <a:gridCol w="1667079">
                  <a:extLst>
                    <a:ext uri="{9D8B030D-6E8A-4147-A177-3AD203B41FA5}">
                      <a16:colId xmlns:a16="http://schemas.microsoft.com/office/drawing/2014/main" val="397007781"/>
                    </a:ext>
                  </a:extLst>
                </a:gridCol>
              </a:tblGrid>
              <a:tr h="30795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759877">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Steering Group GPAS/Billing</a:t>
                      </a:r>
                    </a:p>
                  </a:txBody>
                  <a:tcPr/>
                </a:tc>
                <a:extLst>
                  <a:ext uri="{0D108BD9-81ED-4DB2-BD59-A6C34878D82A}">
                    <a16:rowId xmlns:a16="http://schemas.microsoft.com/office/drawing/2014/main" val="1722306551"/>
                  </a:ext>
                </a:extLst>
              </a:tr>
              <a:tr h="646705">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Product Owners</a:t>
                      </a:r>
                    </a:p>
                  </a:txBody>
                  <a:tcPr/>
                </a:tc>
                <a:extLst>
                  <a:ext uri="{0D108BD9-81ED-4DB2-BD59-A6C34878D82A}">
                    <a16:rowId xmlns:a16="http://schemas.microsoft.com/office/drawing/2014/main" val="632069045"/>
                  </a:ext>
                </a:extLst>
              </a:tr>
              <a:tr h="602788">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675447">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Release train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447769189"/>
                  </a:ext>
                </a:extLst>
              </a:tr>
              <a:tr h="646705">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34138585"/>
                  </a:ext>
                </a:extLst>
              </a:tr>
              <a:tr h="591016">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lvl="0" algn="ctr">
                        <a:buNone/>
                      </a:pPr>
                      <a:r>
                        <a:rPr lang="en-GB" sz="1200">
                          <a:latin typeface="Calibri"/>
                          <a:cs typeface="Calibri"/>
                        </a:rPr>
                        <a:t>GPAS Steering Group</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105283812"/>
                  </a:ext>
                </a:extLst>
              </a:tr>
              <a:tr h="759877">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pPr lvl="0" algn="ctr">
                        <a:buNone/>
                      </a:pPr>
                      <a:r>
                        <a:rPr lang="en-GB" sz="1200">
                          <a:latin typeface="Calibri"/>
                          <a:cs typeface="Calibri"/>
                        </a:rPr>
                        <a:t>Product Owners</a:t>
                      </a:r>
                    </a:p>
                    <a:p>
                      <a:pPr lvl="0" algn="ctr">
                        <a:buNone/>
                      </a:pPr>
                      <a:r>
                        <a:rPr lang="en-GB" sz="1200">
                          <a:latin typeface="Calibri"/>
                          <a:cs typeface="Calibri"/>
                        </a:rPr>
                        <a:t>Integration Lead</a:t>
                      </a: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1122027787"/>
              </p:ext>
            </p:extLst>
          </p:nvPr>
        </p:nvGraphicFramePr>
        <p:xfrm>
          <a:off x="244279" y="1721175"/>
          <a:ext cx="11271446" cy="3962400"/>
        </p:xfrm>
        <a:graphic>
          <a:graphicData uri="http://schemas.openxmlformats.org/drawingml/2006/table">
            <a:tbl>
              <a:tblPr firstRow="1" bandRow="1">
                <a:tableStyleId>{21E4AEA4-8DFA-4A89-87EB-49C32662AFE0}</a:tableStyleId>
              </a:tblPr>
              <a:tblGrid>
                <a:gridCol w="2190913">
                  <a:extLst>
                    <a:ext uri="{9D8B030D-6E8A-4147-A177-3AD203B41FA5}">
                      <a16:colId xmlns:a16="http://schemas.microsoft.com/office/drawing/2014/main" val="2939084461"/>
                    </a:ext>
                  </a:extLst>
                </a:gridCol>
                <a:gridCol w="5689325">
                  <a:extLst>
                    <a:ext uri="{9D8B030D-6E8A-4147-A177-3AD203B41FA5}">
                      <a16:colId xmlns:a16="http://schemas.microsoft.com/office/drawing/2014/main" val="3726267601"/>
                    </a:ext>
                  </a:extLst>
                </a:gridCol>
                <a:gridCol w="1695604">
                  <a:extLst>
                    <a:ext uri="{9D8B030D-6E8A-4147-A177-3AD203B41FA5}">
                      <a16:colId xmlns:a16="http://schemas.microsoft.com/office/drawing/2014/main" val="1491111414"/>
                    </a:ext>
                  </a:extLst>
                </a:gridCol>
                <a:gridCol w="1695604">
                  <a:extLst>
                    <a:ext uri="{9D8B030D-6E8A-4147-A177-3AD203B41FA5}">
                      <a16:colId xmlns:a16="http://schemas.microsoft.com/office/drawing/2014/main" val="397007781"/>
                    </a:ext>
                  </a:extLst>
                </a:gridCol>
              </a:tblGrid>
              <a:tr h="274717">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Reviewer</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412076">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Internal and External Dependencies detailed with dates and deliverables agreed with each of the related parties.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1722306551"/>
                  </a:ext>
                </a:extLst>
              </a:tr>
              <a:tr h="40966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632069045"/>
                  </a:ext>
                </a:extLst>
              </a:tr>
              <a:tr h="738635">
                <a:tc>
                  <a:txBody>
                    <a:bodyPr/>
                    <a:lstStyle/>
                    <a:p>
                      <a:r>
                        <a:rPr lang="en-GB" sz="1200"/>
                        <a:t>PD10: GPAS Test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pPr lvl="0" algn="ctr">
                        <a:buNone/>
                      </a:pPr>
                      <a:r>
                        <a:rPr lang="en-GB" sz="1200">
                          <a:latin typeface="Calibri"/>
                          <a:cs typeface="Calibri"/>
                        </a:rPr>
                        <a:t>QA Lead</a:t>
                      </a:r>
                    </a:p>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573528">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pPr lvl="0" algn="ctr">
                        <a:buNone/>
                      </a:pPr>
                      <a:r>
                        <a:rPr lang="en-GB" sz="1200">
                          <a:latin typeface="Calibri"/>
                          <a:cs typeface="Calibri"/>
                        </a:rPr>
                        <a:t>Core GPAS Team</a:t>
                      </a:r>
                    </a:p>
                    <a:p>
                      <a:pPr lvl="0" algn="ctr">
                        <a:buNone/>
                      </a:pPr>
                      <a:r>
                        <a:rPr lang="en-GB" sz="1200">
                          <a:latin typeface="Calibri"/>
                          <a:cs typeface="Calibri"/>
                        </a:rPr>
                        <a:t>Product Definition Release train (UW)</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3447769189"/>
                  </a:ext>
                </a:extLst>
              </a:tr>
              <a:tr h="573528">
                <a:tc>
                  <a:txBody>
                    <a:bodyPr/>
                    <a:lstStyle/>
                    <a:p>
                      <a:r>
                        <a:rPr lang="en-GB" sz="1200" kern="1200">
                          <a:solidFill>
                            <a:schemeClr val="dk1"/>
                          </a:solidFill>
                          <a:latin typeface="+mn-lt"/>
                          <a:ea typeface="+mn-ea"/>
                          <a:cs typeface="+mn-cs"/>
                        </a:rPr>
                        <a:t>PD12: Perform a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Proof of Concept.</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the applicability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to Build out UWWB screens. Options paper detailing the pros/cons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approach vs building it out in </a:t>
                      </a:r>
                      <a:r>
                        <a:rPr lang="en-GB" sz="1200" kern="1200" err="1">
                          <a:solidFill>
                            <a:schemeClr val="dk1"/>
                          </a:solidFill>
                          <a:latin typeface="+mn-lt"/>
                          <a:ea typeface="+mn-ea"/>
                          <a:cs typeface="+mn-cs"/>
                        </a:rPr>
                        <a:t>UWWb</a:t>
                      </a:r>
                      <a:r>
                        <a:rPr lang="en-GB" sz="1200" kern="1200">
                          <a:solidFill>
                            <a:schemeClr val="dk1"/>
                          </a:solidFill>
                          <a:latin typeface="+mn-lt"/>
                          <a:ea typeface="+mn-ea"/>
                          <a:cs typeface="+mn-cs"/>
                        </a:rPr>
                        <a:t>.</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EA (GPAS &amp; Billing)</a:t>
                      </a:r>
                    </a:p>
                  </a:txBody>
                  <a:tcPr/>
                </a:tc>
                <a:tc>
                  <a:txBody>
                    <a:bodyPr/>
                    <a:lstStyle/>
                    <a:p>
                      <a:pPr lvl="0" algn="ctr">
                        <a:buNone/>
                      </a:pPr>
                      <a:r>
                        <a:rPr lang="en-GB" sz="1200">
                          <a:latin typeface="Calibri"/>
                          <a:cs typeface="Calibri"/>
                        </a:rPr>
                        <a:t>Beazley EA</a:t>
                      </a:r>
                    </a:p>
                  </a:txBody>
                  <a:tcPr/>
                </a:tc>
                <a:extLst>
                  <a:ext uri="{0D108BD9-81ED-4DB2-BD59-A6C34878D82A}">
                    <a16:rowId xmlns:a16="http://schemas.microsoft.com/office/drawing/2014/main" val="1612390996"/>
                  </a:ext>
                </a:extLst>
              </a:tr>
              <a:tr h="573528">
                <a:tc>
                  <a:txBody>
                    <a:bodyPr/>
                    <a:lstStyle/>
                    <a:p>
                      <a:r>
                        <a:rPr lang="en-GB" sz="1200" kern="1200">
                          <a:solidFill>
                            <a:schemeClr val="dk1"/>
                          </a:solidFill>
                          <a:latin typeface="+mn-lt"/>
                          <a:ea typeface="+mn-ea"/>
                          <a:cs typeface="+mn-cs"/>
                        </a:rPr>
                        <a:t>PD13: Perform a cash matching Proof of Concept for Billing</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that cash matching requirements can (or cannot) be assigned from backlog </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PO (Billing)</a:t>
                      </a:r>
                    </a:p>
                  </a:txBody>
                  <a:tcPr/>
                </a:tc>
                <a:tc>
                  <a:txBody>
                    <a:bodyPr/>
                    <a:lstStyle/>
                    <a:p>
                      <a:pPr lvl="0" algn="ctr">
                        <a:buNone/>
                      </a:pPr>
                      <a:r>
                        <a:rPr lang="en-GB" sz="1200">
                          <a:latin typeface="Calibri"/>
                          <a:cs typeface="Calibri"/>
                        </a:rPr>
                        <a:t>Product Owner (Billing)</a:t>
                      </a:r>
                    </a:p>
                  </a:txBody>
                  <a:tcPr/>
                </a:tc>
                <a:extLst>
                  <a:ext uri="{0D108BD9-81ED-4DB2-BD59-A6C34878D82A}">
                    <a16:rowId xmlns:a16="http://schemas.microsoft.com/office/drawing/2014/main" val="126532835"/>
                  </a:ext>
                </a:extLst>
              </a:tr>
            </a:tbl>
          </a:graphicData>
        </a:graphic>
      </p:graphicFrame>
      <p:sp>
        <p:nvSpPr>
          <p:cNvPr id="2" name="Rectangle 1">
            <a:extLst>
              <a:ext uri="{FF2B5EF4-FFF2-40B4-BE49-F238E27FC236}">
                <a16:creationId xmlns:a16="http://schemas.microsoft.com/office/drawing/2014/main" id="{7ABEDC45-D233-285E-C54D-7BC3DD866E43}"/>
              </a:ext>
            </a:extLst>
          </p:cNvPr>
          <p:cNvSpPr/>
          <p:nvPr/>
        </p:nvSpPr>
        <p:spPr>
          <a:xfrm>
            <a:off x="182596" y="5731137"/>
            <a:ext cx="11333129" cy="830997"/>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rPr>
              <a:t>To maximize </a:t>
            </a:r>
            <a:r>
              <a:rPr lang="en-US" sz="1200" kern="0">
                <a:solidFill>
                  <a:prstClr val="black"/>
                </a:solidFill>
                <a:ea typeface="Verdana" panose="020B0604030504040204" pitchFamily="34" charset="0"/>
                <a:cs typeface="Calibri" panose="020F0502020204030204" pitchFamily="34" charset="0"/>
              </a:rPr>
              <a:t>efficiency and protect our plans, we will work with a </a:t>
            </a:r>
            <a:r>
              <a:rPr lang="en-US" sz="1200" b="1" kern="0">
                <a:solidFill>
                  <a:prstClr val="black"/>
                </a:solidFill>
                <a:ea typeface="Verdana" panose="020B0604030504040204" pitchFamily="34" charset="0"/>
                <a:cs typeface="Calibri" panose="020F0502020204030204" pitchFamily="34" charset="0"/>
              </a:rPr>
              <a:t>‘2 review plus sign off’</a:t>
            </a:r>
            <a:r>
              <a:rPr lang="en-US" sz="1200" kern="0">
                <a:solidFill>
                  <a:prstClr val="black"/>
                </a:solidFill>
                <a:ea typeface="Verdana" panose="020B0604030504040204" pitchFamily="34" charset="0"/>
                <a:cs typeface="Calibri" panose="020F0502020204030204" pitchFamily="34" charset="0"/>
              </a:rPr>
              <a:t> approach to deliverable sign off.  Initial review (</a:t>
            </a:r>
            <a:r>
              <a:rPr lang="en-US" sz="1200" b="1" kern="0">
                <a:solidFill>
                  <a:prstClr val="black"/>
                </a:solidFill>
                <a:ea typeface="Verdana" panose="020B0604030504040204" pitchFamily="34" charset="0"/>
                <a:cs typeface="Calibri" panose="020F0502020204030204" pitchFamily="34" charset="0"/>
              </a:rPr>
              <a:t>3 working days</a:t>
            </a:r>
            <a:r>
              <a:rPr lang="en-US" sz="1200" kern="0">
                <a:solidFill>
                  <a:prstClr val="black"/>
                </a:solidFill>
                <a:ea typeface="Verdana" panose="020B0604030504040204" pitchFamily="34" charset="0"/>
                <a:cs typeface="Calibri" panose="020F0502020204030204" pitchFamily="34" charset="0"/>
              </a:rPr>
              <a:t>), second review (</a:t>
            </a:r>
            <a:r>
              <a:rPr lang="en-US" sz="1200" b="1" kern="0">
                <a:solidFill>
                  <a:prstClr val="black"/>
                </a:solidFill>
                <a:ea typeface="Verdana" panose="020B0604030504040204" pitchFamily="34" charset="0"/>
                <a:cs typeface="Calibri" panose="020F0502020204030204" pitchFamily="34" charset="0"/>
              </a:rPr>
              <a:t>2 working days</a:t>
            </a:r>
            <a:r>
              <a:rPr lang="en-US" sz="1200" kern="0">
                <a:solidFill>
                  <a:prstClr val="black"/>
                </a:solidFill>
                <a:ea typeface="Verdana" panose="020B0604030504040204" pitchFamily="34" charset="0"/>
                <a:cs typeface="Calibri" panose="020F0502020204030204" pitchFamily="34" charset="0"/>
              </a:rPr>
              <a:t>) and sign off (</a:t>
            </a:r>
            <a:r>
              <a:rPr lang="en-US" sz="1200" b="1" kern="0">
                <a:solidFill>
                  <a:prstClr val="black"/>
                </a:solidFill>
                <a:ea typeface="Verdana" panose="020B0604030504040204" pitchFamily="34" charset="0"/>
                <a:cs typeface="Calibri" panose="020F0502020204030204" pitchFamily="34" charset="0"/>
              </a:rPr>
              <a:t>1 working day</a:t>
            </a:r>
            <a:r>
              <a:rPr lang="en-US" sz="1200" kern="0">
                <a:solidFill>
                  <a:prstClr val="black"/>
                </a:solidFill>
                <a:ea typeface="Verdana" panose="020B0604030504040204" pitchFamily="34" charset="0"/>
                <a:cs typeface="Calibri" panose="020F0502020204030204" pitchFamily="34" charset="0"/>
              </a:rPr>
              <a:t>).  Expectation is that the second review includes feedback from 1</a:t>
            </a:r>
            <a:r>
              <a:rPr lang="en-US" sz="1200" kern="0" baseline="30000">
                <a:solidFill>
                  <a:prstClr val="black"/>
                </a:solidFill>
                <a:ea typeface="Verdana" panose="020B0604030504040204" pitchFamily="34" charset="0"/>
                <a:cs typeface="Calibri" panose="020F0502020204030204" pitchFamily="34" charset="0"/>
              </a:rPr>
              <a:t>st</a:t>
            </a:r>
            <a:r>
              <a:rPr lang="en-US" sz="1200" kern="0">
                <a:solidFill>
                  <a:prstClr val="black"/>
                </a:solidFill>
                <a:ea typeface="Verdana" panose="020B0604030504040204" pitchFamily="34" charset="0"/>
                <a:cs typeface="Calibri" panose="020F0502020204030204" pitchFamily="34" charset="0"/>
              </a:rPr>
              <a:t> review updates only.  A tracker will be used to help track and manage progress. This sign-off approach will be followed for other areas like Test Strategy, Test Scenarios, Migration Plan and similar documents or approaches that need Beazley sign-off throughout the Program duration. </a:t>
            </a:r>
            <a:endPar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414742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[1]</a:t>
            </a:r>
          </a:p>
        </p:txBody>
      </p:sp>
      <p:sp>
        <p:nvSpPr>
          <p:cNvPr id="12" name="TextBox 11">
            <a:extLst>
              <a:ext uri="{FF2B5EF4-FFF2-40B4-BE49-F238E27FC236}">
                <a16:creationId xmlns:a16="http://schemas.microsoft.com/office/drawing/2014/main" id="{4D9DB406-FA3E-B835-D389-2A10E6D8909A}"/>
              </a:ext>
            </a:extLst>
          </p:cNvPr>
          <p:cNvSpPr txBox="1"/>
          <p:nvPr/>
        </p:nvSpPr>
        <p:spPr>
          <a:xfrm>
            <a:off x="306614" y="5874569"/>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2" name="Picture 1">
            <a:extLst>
              <a:ext uri="{FF2B5EF4-FFF2-40B4-BE49-F238E27FC236}">
                <a16:creationId xmlns:a16="http://schemas.microsoft.com/office/drawing/2014/main" id="{7A03885E-38C4-04C5-4260-E0F5AB7A489E}"/>
              </a:ext>
            </a:extLst>
          </p:cNvPr>
          <p:cNvPicPr>
            <a:picLocks noChangeAspect="1"/>
          </p:cNvPicPr>
          <p:nvPr/>
        </p:nvPicPr>
        <p:blipFill>
          <a:blip r:embed="rId3"/>
          <a:stretch>
            <a:fillRect/>
          </a:stretch>
        </p:blipFill>
        <p:spPr>
          <a:xfrm>
            <a:off x="207224" y="692814"/>
            <a:ext cx="5610925" cy="5189202"/>
          </a:xfrm>
          <a:prstGeom prst="rect">
            <a:avLst/>
          </a:prstGeom>
        </p:spPr>
      </p:pic>
      <p:pic>
        <p:nvPicPr>
          <p:cNvPr id="4" name="Picture 3">
            <a:extLst>
              <a:ext uri="{FF2B5EF4-FFF2-40B4-BE49-F238E27FC236}">
                <a16:creationId xmlns:a16="http://schemas.microsoft.com/office/drawing/2014/main" id="{719DE240-1717-C468-818F-58900D0DE420}"/>
              </a:ext>
            </a:extLst>
          </p:cNvPr>
          <p:cNvPicPr>
            <a:picLocks noChangeAspect="1"/>
          </p:cNvPicPr>
          <p:nvPr/>
        </p:nvPicPr>
        <p:blipFill>
          <a:blip r:embed="rId4"/>
          <a:stretch>
            <a:fillRect/>
          </a:stretch>
        </p:blipFill>
        <p:spPr>
          <a:xfrm>
            <a:off x="6096000" y="692814"/>
            <a:ext cx="5789386" cy="5181755"/>
          </a:xfrm>
          <a:prstGeom prst="rect">
            <a:avLst/>
          </a:prstGeom>
        </p:spPr>
      </p:pic>
      <p:graphicFrame>
        <p:nvGraphicFramePr>
          <p:cNvPr id="5" name="Table 4">
            <a:extLst>
              <a:ext uri="{FF2B5EF4-FFF2-40B4-BE49-F238E27FC236}">
                <a16:creationId xmlns:a16="http://schemas.microsoft.com/office/drawing/2014/main" id="{1C9E509A-046D-B36A-F951-A7D28A00A329}"/>
              </a:ext>
            </a:extLst>
          </p:cNvPr>
          <p:cNvGraphicFramePr>
            <a:graphicFrameLocks noGrp="1"/>
          </p:cNvGraphicFramePr>
          <p:nvPr>
            <p:extLst>
              <p:ext uri="{D42A27DB-BD31-4B8C-83A1-F6EECF244321}">
                <p14:modId xmlns:p14="http://schemas.microsoft.com/office/powerpoint/2010/main" val="1124258165"/>
              </p:ext>
            </p:extLst>
          </p:nvPr>
        </p:nvGraphicFramePr>
        <p:xfrm>
          <a:off x="207224" y="6072347"/>
          <a:ext cx="5610925" cy="635000"/>
        </p:xfrm>
        <a:graphic>
          <a:graphicData uri="http://schemas.openxmlformats.org/drawingml/2006/table">
            <a:tbl>
              <a:tblPr/>
              <a:tblGrid>
                <a:gridCol w="576286">
                  <a:extLst>
                    <a:ext uri="{9D8B030D-6E8A-4147-A177-3AD203B41FA5}">
                      <a16:colId xmlns:a16="http://schemas.microsoft.com/office/drawing/2014/main" val="535790856"/>
                    </a:ext>
                  </a:extLst>
                </a:gridCol>
                <a:gridCol w="1137187">
                  <a:extLst>
                    <a:ext uri="{9D8B030D-6E8A-4147-A177-3AD203B41FA5}">
                      <a16:colId xmlns:a16="http://schemas.microsoft.com/office/drawing/2014/main" val="3893814103"/>
                    </a:ext>
                  </a:extLst>
                </a:gridCol>
                <a:gridCol w="3897452">
                  <a:extLst>
                    <a:ext uri="{9D8B030D-6E8A-4147-A177-3AD203B41FA5}">
                      <a16:colId xmlns:a16="http://schemas.microsoft.com/office/drawing/2014/main" val="3275366997"/>
                    </a:ext>
                  </a:extLst>
                </a:gridCol>
              </a:tblGrid>
              <a:tr h="102582">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2582">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200085">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102582">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6" name="TextBox 5">
            <a:extLst>
              <a:ext uri="{FF2B5EF4-FFF2-40B4-BE49-F238E27FC236}">
                <a16:creationId xmlns:a16="http://schemas.microsoft.com/office/drawing/2014/main" id="{96C22959-683D-D97E-7934-631B507D4100}"/>
              </a:ext>
            </a:extLst>
          </p:cNvPr>
          <p:cNvSpPr txBox="1"/>
          <p:nvPr/>
        </p:nvSpPr>
        <p:spPr>
          <a:xfrm>
            <a:off x="6096000" y="5882016"/>
            <a:ext cx="5888776" cy="646331"/>
          </a:xfrm>
          <a:prstGeom prst="rect">
            <a:avLst/>
          </a:prstGeom>
          <a:noFill/>
        </p:spPr>
        <p:txBody>
          <a:bodyPr wrap="square" rtlCol="0">
            <a:spAutoFit/>
          </a:bodyPr>
          <a:lstStyle/>
          <a:p>
            <a:r>
              <a:rPr lang="en-GB" sz="900">
                <a:effectLst/>
                <a:ea typeface="Calibri" panose="020F0502020204030204" pitchFamily="34" charset="0"/>
              </a:rPr>
              <a:t>** </a:t>
            </a:r>
            <a:r>
              <a:rPr lang="en-GB" sz="900" b="1">
                <a:ea typeface="Calibri" panose="020F0502020204030204" pitchFamily="34" charset="0"/>
              </a:rPr>
              <a:t>In-Sprint Integration testing - </a:t>
            </a:r>
            <a:r>
              <a:rPr lang="en-GB" sz="900">
                <a:effectLst/>
                <a:ea typeface="Calibri" panose="020F0502020204030204" pitchFamily="34" charset="0"/>
              </a:rPr>
              <a:t>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endParaRPr lang="en-US" sz="200"/>
          </a:p>
        </p:txBody>
      </p:sp>
    </p:spTree>
    <p:extLst>
      <p:ext uri="{BB962C8B-B14F-4D97-AF65-F5344CB8AC3E}">
        <p14:creationId xmlns:p14="http://schemas.microsoft.com/office/powerpoint/2010/main" val="357172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4044269011"/>
              </p:ext>
            </p:extLst>
          </p:nvPr>
        </p:nvGraphicFramePr>
        <p:xfrm>
          <a:off x="216350" y="6075240"/>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5" name="Picture 4">
            <a:extLst>
              <a:ext uri="{FF2B5EF4-FFF2-40B4-BE49-F238E27FC236}">
                <a16:creationId xmlns:a16="http://schemas.microsoft.com/office/drawing/2014/main" id="{A1FE8378-75C0-3D18-902D-A7AF66FA4CA0}"/>
              </a:ext>
            </a:extLst>
          </p:cNvPr>
          <p:cNvPicPr>
            <a:picLocks noChangeAspect="1"/>
          </p:cNvPicPr>
          <p:nvPr/>
        </p:nvPicPr>
        <p:blipFill>
          <a:blip r:embed="rId3"/>
          <a:stretch>
            <a:fillRect/>
          </a:stretch>
        </p:blipFill>
        <p:spPr>
          <a:xfrm>
            <a:off x="144084" y="558261"/>
            <a:ext cx="5715134" cy="5234471"/>
          </a:xfrm>
          <a:prstGeom prst="rect">
            <a:avLst/>
          </a:prstGeom>
        </p:spPr>
      </p:pic>
      <p:pic>
        <p:nvPicPr>
          <p:cNvPr id="2" name="Picture 1">
            <a:extLst>
              <a:ext uri="{FF2B5EF4-FFF2-40B4-BE49-F238E27FC236}">
                <a16:creationId xmlns:a16="http://schemas.microsoft.com/office/drawing/2014/main" id="{AE0DB3AA-4A57-9CBB-E028-4056D2DAB0BA}"/>
              </a:ext>
            </a:extLst>
          </p:cNvPr>
          <p:cNvPicPr>
            <a:picLocks noChangeAspect="1"/>
          </p:cNvPicPr>
          <p:nvPr/>
        </p:nvPicPr>
        <p:blipFill>
          <a:blip r:embed="rId4"/>
          <a:stretch>
            <a:fillRect/>
          </a:stretch>
        </p:blipFill>
        <p:spPr>
          <a:xfrm>
            <a:off x="5975364" y="558261"/>
            <a:ext cx="6072551" cy="5202601"/>
          </a:xfrm>
          <a:prstGeom prst="rect">
            <a:avLst/>
          </a:prstGeom>
        </p:spPr>
      </p:pic>
    </p:spTree>
    <p:extLst>
      <p:ext uri="{BB962C8B-B14F-4D97-AF65-F5344CB8AC3E}">
        <p14:creationId xmlns:p14="http://schemas.microsoft.com/office/powerpoint/2010/main" val="3429204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426853742"/>
              </p:ext>
            </p:extLst>
          </p:nvPr>
        </p:nvGraphicFramePr>
        <p:xfrm>
          <a:off x="373282" y="746730"/>
          <a:ext cx="11555957" cy="536454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Business Owner/ </a:t>
                      </a:r>
                      <a:r>
                        <a:rPr lang="en-US" sz="800" u="none" strike="noStrike" cap="none">
                          <a:solidFill>
                            <a:srgbClr val="000000"/>
                          </a:solidFill>
                        </a:rPr>
                        <a:t>Sponsor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Vanessa Ortega</a:t>
                      </a:r>
                    </a:p>
                    <a:p>
                      <a:pPr marL="0" marR="0" lvl="0" indent="0" algn="l" rtl="0">
                        <a:lnSpc>
                          <a:spcPct val="100000"/>
                        </a:lnSpc>
                        <a:spcBef>
                          <a:spcPts val="0"/>
                        </a:spcBef>
                        <a:spcAft>
                          <a:spcPts val="0"/>
                        </a:spcAft>
                        <a:buClr>
                          <a:schemeClr val="dk1"/>
                        </a:buClr>
                        <a:buSzPts val="800"/>
                        <a:buNone/>
                      </a:pPr>
                      <a:r>
                        <a:rPr lang="en-US" sz="800"/>
                        <a:t>Dauda Jammeh</a:t>
                      </a:r>
                      <a:endParaRPr sz="8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Ensure alignment to overall Modernisation/Beazley strategic goals </a:t>
                      </a:r>
                    </a:p>
                    <a:p>
                      <a:pPr marL="171450" marR="0" lvl="0" indent="-171450" algn="l" rtl="0">
                        <a:lnSpc>
                          <a:spcPct val="100000"/>
                        </a:lnSpc>
                        <a:spcBef>
                          <a:spcPts val="0"/>
                        </a:spcBef>
                        <a:spcAft>
                          <a:spcPts val="0"/>
                        </a:spcAft>
                        <a:buClr>
                          <a:schemeClr val="dk1"/>
                        </a:buClr>
                        <a:buSzPts val="800"/>
                        <a:buFont typeface="Arial"/>
                        <a:buChar char="•"/>
                      </a:pPr>
                      <a:r>
                        <a:rPr lang="en-IN" sz="800"/>
                        <a:t>Drive senior accountability across the programme</a:t>
                      </a:r>
                    </a:p>
                    <a:p>
                      <a:pPr marL="171450" marR="0" lvl="0" indent="-171450" algn="l" rtl="0">
                        <a:lnSpc>
                          <a:spcPct val="100000"/>
                        </a:lnSpc>
                        <a:spcBef>
                          <a:spcPts val="0"/>
                        </a:spcBef>
                        <a:spcAft>
                          <a:spcPts val="0"/>
                        </a:spcAft>
                        <a:buClr>
                          <a:schemeClr val="dk1"/>
                        </a:buClr>
                        <a:buSzPts val="800"/>
                        <a:buFont typeface="Arial"/>
                        <a:buChar char="•"/>
                      </a:pPr>
                      <a:r>
                        <a:rPr lang="en-US" sz="800"/>
                        <a:t>Approve scope, target design and execution plans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Accountable for delivery against OKRs, business outcomes and benefit </a:t>
                      </a:r>
                      <a:r>
                        <a:rPr lang="en-US" sz="800" err="1"/>
                        <a:t>realisation</a:t>
                      </a:r>
                      <a:r>
                        <a:rPr lang="en-US" sz="800"/>
                        <a:t>.</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Commits or helps facilitate appropriate resources (e.g. SMEs) and support issue resolution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Approve and oversee key initiative decisions as adviser</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Steer solution design and build based on business needs</a:t>
                      </a:r>
                    </a:p>
                    <a:p>
                      <a:pPr marL="171450" marR="0" lvl="0" indent="-171450" algn="l" rtl="0">
                        <a:lnSpc>
                          <a:spcPct val="100000"/>
                        </a:lnSpc>
                        <a:spcBef>
                          <a:spcPts val="0"/>
                        </a:spcBef>
                        <a:spcAft>
                          <a:spcPts val="0"/>
                        </a:spcAft>
                        <a:buClr>
                          <a:schemeClr val="dk1"/>
                        </a:buClr>
                        <a:buSzPts val="800"/>
                        <a:buFont typeface="Arial"/>
                        <a:buChar char="•"/>
                      </a:pPr>
                      <a:r>
                        <a:rPr lang="en-IN" sz="800"/>
                        <a:t>Drive agreement of dependencies at sponsorship/exec level, if required. </a:t>
                      </a:r>
                    </a:p>
                    <a:p>
                      <a:pPr marL="171450" marR="0" lvl="0" indent="-171450" algn="l" rtl="0">
                        <a:lnSpc>
                          <a:spcPct val="100000"/>
                        </a:lnSpc>
                        <a:spcBef>
                          <a:spcPts val="0"/>
                        </a:spcBef>
                        <a:spcAft>
                          <a:spcPts val="0"/>
                        </a:spcAft>
                        <a:buClr>
                          <a:schemeClr val="dk1"/>
                        </a:buClr>
                        <a:buSzPts val="800"/>
                        <a:buFont typeface="Arial"/>
                        <a:buChar char="•"/>
                      </a:pPr>
                      <a:r>
                        <a:rPr lang="en-IN" sz="800"/>
                        <a:t>Approvals (or noting) of vendor outcomes/deliverables </a:t>
                      </a:r>
                      <a:endParaRPr sz="800"/>
                    </a:p>
                  </a:txBody>
                  <a:tcPr marL="91450" marR="91450" marT="45725" marB="45725"/>
                </a:tc>
                <a:extLst>
                  <a:ext uri="{0D108BD9-81ED-4DB2-BD59-A6C34878D82A}">
                    <a16:rowId xmlns:a16="http://schemas.microsoft.com/office/drawing/2014/main" val="10001"/>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Program Director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Faye Newton</a:t>
                      </a:r>
                      <a:endParaRPr sz="800"/>
                    </a:p>
                  </a:txBody>
                  <a:tcPr marL="91450" marR="91450" marT="45725" marB="45725"/>
                </a:tc>
                <a:tc>
                  <a:txBody>
                    <a:bodyPr/>
                    <a:lstStyle/>
                    <a:p>
                      <a:pPr marL="171450" indent="-171450">
                        <a:buSzPct val="100000"/>
                        <a:buFont typeface="Courier New" panose="02070309020205020404" pitchFamily="49" charset="0"/>
                        <a:buChar char="o"/>
                      </a:pPr>
                      <a:r>
                        <a:rPr lang="en-GB" sz="800" kern="1200">
                          <a:solidFill>
                            <a:schemeClr val="tx1"/>
                          </a:solidFill>
                        </a:rPr>
                        <a:t>Be the Single point of Ownership from Beazley on the Program</a:t>
                      </a:r>
                    </a:p>
                    <a:p>
                      <a:pPr marL="171450" indent="-171450">
                        <a:buSzPct val="100000"/>
                        <a:buFont typeface="Courier New" panose="02070309020205020404" pitchFamily="49" charset="0"/>
                        <a:buChar char="o"/>
                      </a:pPr>
                      <a:r>
                        <a:rPr lang="en-GB" sz="800" kern="1200">
                          <a:solidFill>
                            <a:schemeClr val="tx1"/>
                          </a:solidFill>
                        </a:rPr>
                        <a:t>Program Manage execution of the GPAS &amp; Billing Business requirements</a:t>
                      </a:r>
                    </a:p>
                    <a:p>
                      <a:pPr marL="171450" indent="-171450">
                        <a:buSzPct val="100000"/>
                        <a:buFont typeface="Courier New" panose="02070309020205020404" pitchFamily="49" charset="0"/>
                        <a:buChar char="o"/>
                      </a:pPr>
                      <a:r>
                        <a:rPr lang="en-GB" sz="800" kern="1200">
                          <a:solidFill>
                            <a:schemeClr val="tx1"/>
                          </a:solidFill>
                        </a:rPr>
                        <a:t>Mitigate Program Risks and Issues from time to time</a:t>
                      </a:r>
                    </a:p>
                    <a:p>
                      <a:pPr marL="171450" indent="-171450">
                        <a:buSzPct val="100000"/>
                        <a:buFont typeface="Courier New" panose="02070309020205020404" pitchFamily="49" charset="0"/>
                        <a:buChar char="o"/>
                      </a:pPr>
                      <a:r>
                        <a:rPr lang="en-GB" sz="800" kern="1200">
                          <a:solidFill>
                            <a:schemeClr val="tx1"/>
                          </a:solidFill>
                        </a:rPr>
                        <a:t>Provide leadership and Direction to motivate teams towards successful program completion </a:t>
                      </a:r>
                    </a:p>
                    <a:p>
                      <a:pPr marL="171450" indent="-171450">
                        <a:buSzPct val="100000"/>
                        <a:buFont typeface="Courier New" panose="02070309020205020404" pitchFamily="49" charset="0"/>
                        <a:buChar char="o"/>
                      </a:pPr>
                      <a:r>
                        <a:rPr lang="en-GB" sz="800" kern="1200">
                          <a:solidFill>
                            <a:schemeClr val="tx1"/>
                          </a:solidFill>
                        </a:rPr>
                        <a:t>Collaborate with involved stakeholders for success of the Program</a:t>
                      </a:r>
                    </a:p>
                    <a:p>
                      <a:pPr marL="171450" indent="-171450">
                        <a:buSzPct val="100000"/>
                        <a:buFont typeface="Courier New" panose="02070309020205020404" pitchFamily="49" charset="0"/>
                        <a:buChar char="o"/>
                      </a:pPr>
                      <a:r>
                        <a:rPr lang="en-IN" sz="800" kern="1200">
                          <a:solidFill>
                            <a:schemeClr val="tx1"/>
                          </a:solidFill>
                          <a:latin typeface="+mn-lt"/>
                          <a:ea typeface="+mn-ea"/>
                          <a:cs typeface="+mn-cs"/>
                        </a:rPr>
                        <a:t>Responsible for overall Services quality and delivery of the Program</a:t>
                      </a:r>
                      <a:endParaRPr lang="en-GB" sz="800" kern="1200">
                        <a:solidFill>
                          <a:schemeClr val="tx1"/>
                        </a:solidFill>
                        <a:latin typeface="+mn-lt"/>
                        <a:ea typeface="+mn-ea"/>
                        <a:cs typeface="+mn-cs"/>
                      </a:endParaRPr>
                    </a:p>
                  </a:txBody>
                  <a:tcPr marL="91450" marR="91450" marT="45725" marB="45725"/>
                </a:tc>
                <a:extLst>
                  <a:ext uri="{0D108BD9-81ED-4DB2-BD59-A6C34878D82A}">
                    <a16:rowId xmlns:a16="http://schemas.microsoft.com/office/drawing/2014/main" val="3661773815"/>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PAS </a:t>
                      </a:r>
                      <a:r>
                        <a:rPr lang="en-US" sz="800" u="none" strike="noStrike" cap="none">
                          <a:solidFill>
                            <a:srgbClr val="000000"/>
                          </a:solidFill>
                        </a:rPr>
                        <a:t>Delivery Lead / Billing Delivery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Warren Pilkington</a:t>
                      </a:r>
                    </a:p>
                    <a:p>
                      <a:pPr marL="0" marR="0" lvl="0" indent="0" algn="l" rtl="0">
                        <a:lnSpc>
                          <a:spcPct val="100000"/>
                        </a:lnSpc>
                        <a:spcBef>
                          <a:spcPts val="0"/>
                        </a:spcBef>
                        <a:spcAft>
                          <a:spcPts val="0"/>
                        </a:spcAft>
                        <a:buClr>
                          <a:srgbClr val="000000"/>
                        </a:buClr>
                        <a:buSzPts val="800"/>
                        <a:buNone/>
                      </a:pPr>
                      <a:r>
                        <a:rPr lang="en-IN" sz="800"/>
                        <a:t>Athik Miah</a:t>
                      </a:r>
                      <a:endParaRPr lang="en-US"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t>Develop the initiative objectives, scope, high-level implementation roadmap, resource requirements and investment estimates.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Working with the delivery partners, create and manage the PAS delivery plans.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the delivery teams inc. resource management, supply &amp; demand, technical capability and skills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inbound and outbound dependencies needed for the delivery of the component</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Management of risks and issues impacting progress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Responsible for status reporting of the project</a:t>
                      </a:r>
                    </a:p>
                    <a:p>
                      <a:pPr marL="171450" marR="0" lvl="0" indent="-171450" algn="l" rtl="0">
                        <a:lnSpc>
                          <a:spcPct val="100000"/>
                        </a:lnSpc>
                        <a:spcBef>
                          <a:spcPts val="0"/>
                        </a:spcBef>
                        <a:spcAft>
                          <a:spcPts val="0"/>
                        </a:spcAft>
                        <a:buClr>
                          <a:srgbClr val="000000"/>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0002"/>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Senior Technical Partners / Business Leads </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Jonathan Abbot</a:t>
                      </a:r>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Provide holistic business/technical expertise and oversight for their workstream/Programme </a:t>
                      </a:r>
                    </a:p>
                    <a:p>
                      <a:pPr marL="171450" marR="0" lvl="0" indent="-171450" algn="l" rtl="0">
                        <a:lnSpc>
                          <a:spcPct val="100000"/>
                        </a:lnSpc>
                        <a:spcBef>
                          <a:spcPts val="0"/>
                        </a:spcBef>
                        <a:spcAft>
                          <a:spcPts val="0"/>
                        </a:spcAft>
                        <a:buClr>
                          <a:schemeClr val="dk1"/>
                        </a:buClr>
                        <a:buSzPts val="800"/>
                        <a:buFont typeface="Arial"/>
                        <a:buChar char="•"/>
                      </a:pPr>
                      <a:r>
                        <a:rPr lang="en-IN" sz="800"/>
                        <a:t>Have delegated authority to make decisions on Sponsors behalf for their relevant workstream</a:t>
                      </a:r>
                    </a:p>
                    <a:p>
                      <a:pPr marL="171450" marR="0" lvl="0" indent="-171450" algn="l" rtl="0">
                        <a:lnSpc>
                          <a:spcPct val="100000"/>
                        </a:lnSpc>
                        <a:spcBef>
                          <a:spcPts val="0"/>
                        </a:spcBef>
                        <a:spcAft>
                          <a:spcPts val="0"/>
                        </a:spcAft>
                        <a:buClr>
                          <a:schemeClr val="dk1"/>
                        </a:buClr>
                        <a:buSzPts val="800"/>
                        <a:buFont typeface="Arial"/>
                        <a:buChar char="•"/>
                      </a:pPr>
                      <a:r>
                        <a:rPr lang="en-IN" sz="800"/>
                        <a:t>Aligns with other Senior Leads/relevant SMEs to assess and understand impact of risks/issues/decisions/dependencies.</a:t>
                      </a:r>
                    </a:p>
                    <a:p>
                      <a:pPr marL="171450" marR="0" lvl="0" indent="-171450" algn="l" rtl="0">
                        <a:lnSpc>
                          <a:spcPct val="100000"/>
                        </a:lnSpc>
                        <a:spcBef>
                          <a:spcPts val="0"/>
                        </a:spcBef>
                        <a:spcAft>
                          <a:spcPts val="0"/>
                        </a:spcAft>
                        <a:buClr>
                          <a:schemeClr val="dk1"/>
                        </a:buClr>
                        <a:buSzPts val="800"/>
                        <a:buFont typeface="Arial"/>
                        <a:buChar char="•"/>
                      </a:pPr>
                      <a:r>
                        <a:rPr lang="en-IN" sz="800"/>
                        <a:t>Attends exec leadership level governance forums and leadership/delivery forums as required</a:t>
                      </a:r>
                    </a:p>
                    <a:p>
                      <a:pPr marL="171450" marR="0" lvl="0" indent="-171450" algn="l" rtl="0">
                        <a:lnSpc>
                          <a:spcPct val="100000"/>
                        </a:lnSpc>
                        <a:spcBef>
                          <a:spcPts val="0"/>
                        </a:spcBef>
                        <a:spcAft>
                          <a:spcPts val="0"/>
                        </a:spcAft>
                        <a:buClr>
                          <a:schemeClr val="dk1"/>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487258926"/>
                  </a:ext>
                </a:extLst>
              </a:tr>
              <a:tr h="524067">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Architecture</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Danny </a:t>
                      </a:r>
                      <a:r>
                        <a:rPr lang="en-IN" sz="800" err="1"/>
                        <a:t>Sobal</a:t>
                      </a:r>
                      <a:r>
                        <a:rPr lang="en-IN" sz="800"/>
                        <a:t> (Finance EA)</a:t>
                      </a:r>
                    </a:p>
                    <a:p>
                      <a:pPr marL="0" marR="0" lvl="0" indent="0" algn="l" rtl="0">
                        <a:lnSpc>
                          <a:spcPct val="100000"/>
                        </a:lnSpc>
                        <a:spcBef>
                          <a:spcPts val="0"/>
                        </a:spcBef>
                        <a:spcAft>
                          <a:spcPts val="0"/>
                        </a:spcAft>
                        <a:buClr>
                          <a:schemeClr val="dk1"/>
                        </a:buClr>
                        <a:buSzPts val="800"/>
                        <a:buNone/>
                      </a:pPr>
                      <a:r>
                        <a:rPr lang="en-IN" sz="800"/>
                        <a:t>Marta </a:t>
                      </a:r>
                      <a:r>
                        <a:rPr lang="en-IN" sz="800" err="1"/>
                        <a:t>Latuszek</a:t>
                      </a:r>
                      <a:r>
                        <a:rPr lang="en-IN" sz="800"/>
                        <a:t> (Billing Business)</a:t>
                      </a:r>
                    </a:p>
                  </a:txBody>
                  <a:tcPr marL="91450" marR="91450" marT="45725" marB="45725"/>
                </a:tc>
                <a:tc>
                  <a:txBody>
                    <a:bodyPr/>
                    <a:lstStyle/>
                    <a:p>
                      <a:pPr marL="171450" lvl="0" indent="-171450">
                        <a:buFont typeface="Arial" panose="020B0604020202020204" pitchFamily="34" charset="0"/>
                        <a:buChar char="•"/>
                      </a:pPr>
                      <a:r>
                        <a:rPr lang="en-US" sz="800" kern="1200">
                          <a:solidFill>
                            <a:schemeClr val="dk1"/>
                          </a:solidFill>
                          <a:effectLst/>
                          <a:latin typeface="+mn-lt"/>
                          <a:ea typeface="+mn-ea"/>
                          <a:cs typeface="+mn-cs"/>
                        </a:rPr>
                        <a:t>Work with squads to define target state technical solutions, identify technology requirements</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Identify and monitor architecture &amp; design technical risks and dependencies, oversee necessary mitigation controls </a:t>
                      </a:r>
                    </a:p>
                    <a:p>
                      <a:pPr marL="171450" lvl="0" indent="-171450">
                        <a:buFont typeface="Arial" panose="020B0604020202020204" pitchFamily="34" charset="0"/>
                        <a:buChar char="•"/>
                      </a:pPr>
                      <a:r>
                        <a:rPr lang="en-IN" sz="800" kern="1200">
                          <a:solidFill>
                            <a:schemeClr val="dk1"/>
                          </a:solidFill>
                          <a:effectLst/>
                          <a:latin typeface="+mn-lt"/>
                          <a:ea typeface="+mn-ea"/>
                          <a:cs typeface="+mn-cs"/>
                        </a:rPr>
                        <a:t>Assurance of HLD and LLD solution designs with CAP Architects for GPAS</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Delivery of HLD/LLD solution designs for Beazley dependent elements of the overall solution design </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Work with Release train teams to:</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Define architectural backlog and technical guardrails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Provide the necessary Inputs to groom the Backlog and Sprint/PI Planning</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Ensure architecture compliance with agreed SDLC and Beazley standards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Manage Version Control of architecture related components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Identify dependencies and risks affecting architecture &amp; design</a:t>
                      </a:r>
                      <a:endParaRPr lang="en-US" sz="800" kern="1200">
                        <a:solidFill>
                          <a:schemeClr val="dk1"/>
                        </a:solidFill>
                        <a:effectLst/>
                        <a:latin typeface="+mn-lt"/>
                        <a:ea typeface="+mn-ea"/>
                        <a:cs typeface="+mn-cs"/>
                      </a:endParaRPr>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1190794974"/>
              </p:ext>
            </p:extLst>
          </p:nvPr>
        </p:nvGraphicFramePr>
        <p:xfrm>
          <a:off x="283780" y="648394"/>
          <a:ext cx="11645460" cy="6098347"/>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Global PAS Technical/Functional Lead</a:t>
                      </a:r>
                      <a:endParaRPr sz="800" u="none" strike="noStrike" cap="none">
                        <a:latin typeface="+mn-lt"/>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Tx/>
                        <a:buNone/>
                        <a:tabLst/>
                        <a:defRPr/>
                      </a:pPr>
                      <a:r>
                        <a:rPr lang="en-US" sz="800" kern="1200" noProof="0">
                          <a:solidFill>
                            <a:schemeClr val="dk1"/>
                          </a:solidFill>
                          <a:latin typeface="+mn-lt"/>
                          <a:ea typeface="+mn-ea"/>
                          <a:cs typeface="+mn-cs"/>
                          <a:sym typeface="Arial"/>
                        </a:rPr>
                        <a:t>Jeff </a:t>
                      </a:r>
                      <a:r>
                        <a:rPr lang="en-US" sz="800" kern="1200" noProof="0" err="1">
                          <a:solidFill>
                            <a:schemeClr val="dk1"/>
                          </a:solidFill>
                          <a:latin typeface="+mn-lt"/>
                          <a:ea typeface="+mn-ea"/>
                          <a:cs typeface="+mn-cs"/>
                          <a:sym typeface="Arial"/>
                        </a:rPr>
                        <a:t>Colandrea</a:t>
                      </a:r>
                      <a:endParaRPr lang="en-US" sz="800" kern="1200" noProof="0">
                        <a:solidFill>
                          <a:schemeClr val="dk1"/>
                        </a:solidFill>
                        <a:latin typeface="+mn-lt"/>
                        <a:ea typeface="+mn-ea"/>
                        <a:cs typeface="+mn-cs"/>
                        <a:sym typeface="Arial"/>
                      </a:endParaRP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Helps define the PAS Product Strategy, Vision and Roadmaps alongside the Product Owners in the PAS initiative.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Managing and prioritizing the PAS Portfolio Backlog taking care to ensure alignment with business architecture, data teams and existing BAU environments.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Delivering Value by ensuring the PAS solutions are complete from the user perspective (including operations, change etc.) and deliver meaningful business value.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Point of escalation and coaching for squad-level Product Owners.</a:t>
                      </a:r>
                      <a:endParaRPr sz="800">
                        <a:latin typeface="+mn-lt"/>
                      </a:endParaRPr>
                    </a:p>
                  </a:txBody>
                  <a:tcPr marL="91450" marR="91450" marT="45725" marB="45725"/>
                </a:tc>
                <a:extLst>
                  <a:ext uri="{0D108BD9-81ED-4DB2-BD59-A6C34878D82A}">
                    <a16:rowId xmlns:a16="http://schemas.microsoft.com/office/drawing/2014/main" val="66971894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solidFill>
                            <a:srgbClr val="000000"/>
                          </a:solidFill>
                          <a:latin typeface="+mn-lt"/>
                        </a:rPr>
                        <a:t>Product Owners</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Carol Hamilton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Patrycja </a:t>
                      </a:r>
                      <a:r>
                        <a:rPr lang="en-GB" sz="800" kern="1200" err="1">
                          <a:solidFill>
                            <a:schemeClr val="dk1"/>
                          </a:solidFill>
                          <a:latin typeface="+mn-lt"/>
                          <a:ea typeface="+mn-ea"/>
                          <a:cs typeface="+mn-cs"/>
                        </a:rPr>
                        <a:t>Kuligowska</a:t>
                      </a:r>
                      <a:r>
                        <a:rPr lang="en-GB" sz="800" kern="1200">
                          <a:solidFill>
                            <a:schemeClr val="dk1"/>
                          </a:solidFill>
                          <a:latin typeface="+mn-lt"/>
                          <a:ea typeface="+mn-ea"/>
                          <a:cs typeface="+mn-cs"/>
                        </a:rPr>
                        <a:t>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Kerstin </a:t>
                      </a:r>
                      <a:r>
                        <a:rPr lang="en-GB" sz="800" kern="1200" err="1">
                          <a:solidFill>
                            <a:schemeClr val="dk1"/>
                          </a:solidFill>
                          <a:latin typeface="+mn-lt"/>
                          <a:ea typeface="+mn-ea"/>
                          <a:cs typeface="+mn-cs"/>
                        </a:rPr>
                        <a:t>Kasdorf</a:t>
                      </a:r>
                      <a:r>
                        <a:rPr lang="en-GB" sz="800" kern="1200">
                          <a:solidFill>
                            <a:schemeClr val="dk1"/>
                          </a:solidFill>
                          <a:latin typeface="+mn-lt"/>
                          <a:ea typeface="+mn-ea"/>
                          <a:cs typeface="+mn-cs"/>
                        </a:rPr>
                        <a:t> (Policy)</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Jeff </a:t>
                      </a:r>
                      <a:r>
                        <a:rPr lang="en-GB" sz="800" kern="1200" err="1">
                          <a:solidFill>
                            <a:schemeClr val="dk1"/>
                          </a:solidFill>
                          <a:latin typeface="+mn-lt"/>
                          <a:ea typeface="+mn-ea"/>
                          <a:cs typeface="+mn-cs"/>
                        </a:rPr>
                        <a:t>Colandrea</a:t>
                      </a:r>
                      <a:r>
                        <a:rPr lang="en-GB" sz="800" kern="1200">
                          <a:solidFill>
                            <a:schemeClr val="dk1"/>
                          </a:solidFill>
                          <a:latin typeface="+mn-lt"/>
                          <a:ea typeface="+mn-ea"/>
                          <a:cs typeface="+mn-cs"/>
                        </a:rPr>
                        <a:t> (Prod Rationalization)</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Stephen Payne (Migration)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800">
                          <a:latin typeface="+mn-lt"/>
                        </a:rPr>
                        <a:t>There will be different Product Leads depending on the release/wave of PAS implementation. For example, Cyber and D&amp;O in Foundation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Ensuring that the Product Backlog is visible, transparent &amp; clear to all stakeholders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The Product Owner is one voice for their workstream but may represent multiple stakeholders (Operations, Underwriting, Finance and Claims areas)</a:t>
                      </a: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and be able to describe the end-to-end solution in a high level, the use cases and related business drivers.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Attend decision making sessions, feeding input regarding the product and its interaction with other components, acting as a point of reference for the product required features and behavior.</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business demands and requirements and translate these into solutions that are refined iteratively and present them to the team.</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Understand impact of the E2E process on People, Process, Technology and data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Engage with various business areas/initiatives to understand impacts upstream/downstream and within Programme delivery</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Escalate risks/issues/decisions/dependencies appropriately as per programme governance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Ensure that the individual scope items meet the “definition of done” before acceptance. Clear definition and alignment of “definition of done” for scope items </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Prioritize requirements of the product and make adjustments as needed after each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Define the future goal of the product (the ‘product vision’)</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Aligns/collaborates with other workstream Product Owners to drive right outcome for programme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Maintain and own the product backlog.</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Accepting or rejecting suggested improvements.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Report progress, involvement in governance arrangements.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Accountable for traceability of requirements to business outcomes and test scenarios</a:t>
                      </a:r>
                      <a:endParaRPr sz="800">
                        <a:latin typeface="+mn-lt"/>
                      </a:endParaRPr>
                    </a:p>
                  </a:txBody>
                  <a:tcPr marL="91450" marR="91450" marT="45725" marB="45725"/>
                </a:tc>
                <a:extLst>
                  <a:ext uri="{0D108BD9-81ED-4DB2-BD59-A6C34878D82A}">
                    <a16:rowId xmlns:a16="http://schemas.microsoft.com/office/drawing/2014/main" val="2602186406"/>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solidFill>
                            <a:schemeClr val="dk1"/>
                          </a:solidFill>
                          <a:latin typeface="+mn-lt"/>
                        </a:rPr>
                        <a:t>Change Management Lead</a:t>
                      </a:r>
                      <a:endParaRPr sz="800" u="none" strike="noStrike" cap="none">
                        <a:solidFill>
                          <a:schemeClr val="dk1"/>
                        </a:solidFill>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latin typeface="+mn-lt"/>
                        </a:rPr>
                        <a:t>TBD</a:t>
                      </a:r>
                      <a:endParaRPr sz="800">
                        <a:latin typeface="+mn-lt"/>
                      </a:endParaRP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Responsible for managing all types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Evaluates the impact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Supports development of communications relevant to change initiatives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defining success metrics and measuring performance against these</a:t>
                      </a:r>
                      <a:endParaRPr sz="800">
                        <a:latin typeface="+mn-lt"/>
                      </a:endParaRPr>
                    </a:p>
                  </a:txBody>
                  <a:tcPr marL="91450" marR="91450" marT="45725" marB="45725"/>
                </a:tc>
                <a:extLst>
                  <a:ext uri="{0D108BD9-81ED-4DB2-BD59-A6C34878D82A}">
                    <a16:rowId xmlns:a16="http://schemas.microsoft.com/office/drawing/2014/main" val="42919052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Quality Assurance Testing Lead</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latin typeface="+mn-lt"/>
                        </a:rPr>
                        <a:t>Nabil </a:t>
                      </a:r>
                      <a:r>
                        <a:rPr lang="en-IN" sz="800" err="1">
                          <a:latin typeface="+mn-lt"/>
                        </a:rPr>
                        <a:t>Ahsraf</a:t>
                      </a:r>
                      <a:r>
                        <a:rPr lang="en-IN" sz="800">
                          <a:latin typeface="+mn-lt"/>
                        </a:rPr>
                        <a:t> (Beazley)</a:t>
                      </a:r>
                    </a:p>
                    <a:p>
                      <a:pPr marL="0" marR="0" lvl="0" indent="0" algn="l" rtl="0">
                        <a:lnSpc>
                          <a:spcPct val="100000"/>
                        </a:lnSpc>
                        <a:spcBef>
                          <a:spcPts val="0"/>
                        </a:spcBef>
                        <a:spcAft>
                          <a:spcPts val="0"/>
                        </a:spcAft>
                        <a:buClr>
                          <a:schemeClr val="dk1"/>
                        </a:buClr>
                        <a:buSzPts val="800"/>
                        <a:buNone/>
                      </a:pPr>
                      <a:r>
                        <a:rPr lang="en-IN" sz="800" err="1">
                          <a:latin typeface="+mn-lt"/>
                        </a:rPr>
                        <a:t>Alagiya</a:t>
                      </a:r>
                      <a:r>
                        <a:rPr lang="en-IN" sz="800">
                          <a:latin typeface="+mn-lt"/>
                        </a:rPr>
                        <a:t> Nambi </a:t>
                      </a:r>
                      <a:r>
                        <a:rPr lang="en-IN" sz="800" err="1">
                          <a:latin typeface="+mn-lt"/>
                        </a:rPr>
                        <a:t>Rajappan</a:t>
                      </a:r>
                      <a:r>
                        <a:rPr lang="en-IN" sz="800">
                          <a:latin typeface="+mn-lt"/>
                        </a:rPr>
                        <a:t> (Hexaware)</a:t>
                      </a:r>
                      <a:endParaRPr sz="800">
                        <a:latin typeface="+mn-lt"/>
                      </a:endParaRPr>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800">
                          <a:latin typeface="+mn-lt"/>
                        </a:rPr>
                        <a:t>Ultimately accountable for the quality of the overall end to end solution</a:t>
                      </a:r>
                      <a:endParaRPr sz="800">
                        <a:latin typeface="+mn-lt"/>
                      </a:endParaRPr>
                    </a:p>
                    <a:p>
                      <a:pPr marL="171450" lvl="0" indent="-171450" algn="l" rtl="0">
                        <a:spcBef>
                          <a:spcPts val="0"/>
                        </a:spcBef>
                        <a:spcAft>
                          <a:spcPts val="0"/>
                        </a:spcAft>
                        <a:buClr>
                          <a:schemeClr val="dk1"/>
                        </a:buClr>
                        <a:buSzPts val="1000"/>
                        <a:buFont typeface="Arial"/>
                        <a:buChar char="•"/>
                      </a:pPr>
                      <a:r>
                        <a:rPr lang="en-US" sz="800">
                          <a:latin typeface="+mn-lt"/>
                        </a:rPr>
                        <a:t>Provides overall QA oversight for test design and execution, striving for commonality where appropriate</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defining Program level test strategies and approaches for all test phases</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planning and oversight of all test phases, including UAT</a:t>
                      </a:r>
                      <a:endParaRPr sz="800">
                        <a:latin typeface="+mn-lt"/>
                      </a:endParaRPr>
                    </a:p>
                    <a:p>
                      <a:pPr marL="177800" lvl="0" indent="-171450" algn="l" rtl="0">
                        <a:spcBef>
                          <a:spcPts val="0"/>
                        </a:spcBef>
                        <a:spcAft>
                          <a:spcPts val="0"/>
                        </a:spcAft>
                        <a:buSzPts val="800"/>
                        <a:buFont typeface="Arial"/>
                        <a:buChar char="•"/>
                      </a:pPr>
                      <a:r>
                        <a:rPr lang="en-US" sz="800">
                          <a:latin typeface="+mn-lt"/>
                        </a:rPr>
                        <a:t>Provides testing oversight and direction, drives execution of testing strategies and manages testing related objectives and issues across the Program</a:t>
                      </a:r>
                      <a:endParaRPr sz="800">
                        <a:latin typeface="+mn-lt"/>
                      </a:endParaRPr>
                    </a:p>
                  </a:txBody>
                  <a:tcPr marL="91450" marR="91450" marT="45725" marB="45725"/>
                </a:tc>
                <a:extLst>
                  <a:ext uri="{0D108BD9-81ED-4DB2-BD59-A6C34878D82A}">
                    <a16:rowId xmlns:a16="http://schemas.microsoft.com/office/drawing/2014/main" val="3068869523"/>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Business Architecture Lead </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800" b="0" i="0" u="none" strike="noStrike" noProof="0" err="1">
                          <a:latin typeface="+mn-lt"/>
                        </a:rPr>
                        <a:t>Subu</a:t>
                      </a:r>
                      <a:r>
                        <a:rPr lang="en-US" sz="800" b="0" i="0" u="none" strike="noStrike" noProof="0">
                          <a:latin typeface="+mn-lt"/>
                        </a:rPr>
                        <a:t> </a:t>
                      </a:r>
                      <a:r>
                        <a:rPr lang="en-US" sz="800" b="0" i="0" u="none" strike="noStrike" noProof="0" err="1">
                          <a:latin typeface="+mn-lt"/>
                        </a:rPr>
                        <a:t>Ramasundaram</a:t>
                      </a:r>
                      <a:endParaRPr lang="en-US" sz="800">
                        <a:latin typeface="+mn-lt"/>
                      </a:endParaRPr>
                    </a:p>
                    <a:p>
                      <a:pPr marL="0" marR="0" lvl="0" indent="0" algn="l">
                        <a:lnSpc>
                          <a:spcPct val="100000"/>
                        </a:lnSpc>
                        <a:spcBef>
                          <a:spcPts val="0"/>
                        </a:spcBef>
                        <a:spcAft>
                          <a:spcPts val="0"/>
                        </a:spcAft>
                        <a:buSzPts val="800"/>
                        <a:buNone/>
                      </a:pPr>
                      <a:r>
                        <a:rPr lang="en-US" sz="800">
                          <a:latin typeface="+mn-lt"/>
                        </a:rPr>
                        <a:t>(Business Design Framework) </a:t>
                      </a:r>
                    </a:p>
                    <a:p>
                      <a:pPr marL="0" marR="0" lvl="0" indent="0" algn="l">
                        <a:lnSpc>
                          <a:spcPct val="100000"/>
                        </a:lnSpc>
                        <a:spcBef>
                          <a:spcPts val="0"/>
                        </a:spcBef>
                        <a:spcAft>
                          <a:spcPts val="0"/>
                        </a:spcAft>
                        <a:buSzPts val="800"/>
                        <a:buNone/>
                      </a:pPr>
                      <a:endParaRPr lang="en-US" sz="800">
                        <a:latin typeface="+mn-lt"/>
                      </a:endParaRPr>
                    </a:p>
                    <a:p>
                      <a:pPr marL="0" marR="0" lvl="0" indent="0" algn="l">
                        <a:lnSpc>
                          <a:spcPct val="100000"/>
                        </a:lnSpc>
                        <a:spcBef>
                          <a:spcPts val="0"/>
                        </a:spcBef>
                        <a:spcAft>
                          <a:spcPts val="0"/>
                        </a:spcAft>
                        <a:buSzPts val="800"/>
                        <a:buNone/>
                      </a:pPr>
                      <a:r>
                        <a:rPr lang="en-US" sz="800">
                          <a:latin typeface="+mn-lt"/>
                        </a:rPr>
                        <a:t>Matt Reynolds</a:t>
                      </a:r>
                    </a:p>
                    <a:p>
                      <a:pPr marL="0" marR="0" lvl="0" indent="0" algn="l">
                        <a:lnSpc>
                          <a:spcPct val="100000"/>
                        </a:lnSpc>
                        <a:spcBef>
                          <a:spcPts val="0"/>
                        </a:spcBef>
                        <a:spcAft>
                          <a:spcPts val="0"/>
                        </a:spcAft>
                        <a:buSzPts val="800"/>
                        <a:buNone/>
                      </a:pPr>
                      <a:r>
                        <a:rPr lang="en-US" sz="800">
                          <a:latin typeface="+mn-lt"/>
                        </a:rPr>
                        <a:t>Marta </a:t>
                      </a:r>
                      <a:r>
                        <a:rPr lang="en-US" sz="800" err="1">
                          <a:latin typeface="+mn-lt"/>
                        </a:rPr>
                        <a:t>Latuszek</a:t>
                      </a:r>
                      <a:endParaRPr lang="en-US" sz="800">
                        <a:latin typeface="+mn-lt"/>
                      </a:endParaRP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Accountable for developing the business architecture strategy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Applying structured business architecture approach and methodology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Drives and facilitates the right discussions with business leaders to identify business capabilities in relation to current and future business objectives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Responsible for presenting recommendations and solutions clearly and concisely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a specific LOB, business pillar or multiple segments, and high level of complexity and attributes</a:t>
                      </a:r>
                      <a:endParaRPr sz="800">
                        <a:latin typeface="+mn-lt"/>
                      </a:endParaRPr>
                    </a:p>
                  </a:txBody>
                  <a:tcPr marL="91450" marR="91450" marT="45725" marB="45725"/>
                </a:tc>
                <a:extLst>
                  <a:ext uri="{0D108BD9-81ED-4DB2-BD59-A6C34878D82A}">
                    <a16:rowId xmlns:a16="http://schemas.microsoft.com/office/drawing/2014/main" val="72763976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Product Manager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Aligning to the ITOM the Product Solutions Manager has accountability for the overall solution across its entire lifecycle working collaboratively with the delivery lead, project teams and stakeholders to ensure Beazley gets maximum value from its technology investment.</a:t>
                      </a:r>
                      <a:endParaRPr sz="800" u="none" strike="noStrike" cap="none"/>
                    </a:p>
                  </a:txBody>
                  <a:tcPr marL="91450" marR="91450" marT="45725" marB="45725"/>
                </a:tc>
                <a:extLst>
                  <a:ext uri="{0D108BD9-81ED-4DB2-BD59-A6C34878D82A}">
                    <a16:rowId xmlns:a16="http://schemas.microsoft.com/office/drawing/2014/main" val="322528274"/>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726989863"/>
              </p:ext>
            </p:extLst>
          </p:nvPr>
        </p:nvGraphicFramePr>
        <p:xfrm>
          <a:off x="273270" y="541056"/>
          <a:ext cx="11645460" cy="5889658"/>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5907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latin typeface="+mn-lt"/>
                        </a:rPr>
                        <a:t>Enterprise Architects</a:t>
                      </a:r>
                      <a:endParaRPr sz="8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SzPts val="800"/>
                        <a:buNone/>
                      </a:pPr>
                      <a:r>
                        <a:rPr lang="en-US" sz="800">
                          <a:latin typeface="+mn-lt"/>
                        </a:rPr>
                        <a:t>Dean Johnson</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IN" sz="800">
                          <a:latin typeface="+mn-lt"/>
                        </a:rPr>
                        <a:t>Understanding business goals and objectives across all our value streams.</a:t>
                      </a:r>
                    </a:p>
                    <a:p>
                      <a:pPr marL="177800" marR="0" lvl="0" indent="-171450" algn="l" rtl="0">
                        <a:lnSpc>
                          <a:spcPct val="100000"/>
                        </a:lnSpc>
                        <a:spcBef>
                          <a:spcPts val="0"/>
                        </a:spcBef>
                        <a:spcAft>
                          <a:spcPts val="0"/>
                        </a:spcAft>
                        <a:buSzPts val="800"/>
                        <a:buFont typeface="Arial"/>
                        <a:buChar char="•"/>
                      </a:pPr>
                      <a:r>
                        <a:rPr lang="en-IN" sz="800">
                          <a:latin typeface="+mn-lt"/>
                        </a:rPr>
                        <a:t>Defining the technical, process and data outcomes needed to deliver those objectives.</a:t>
                      </a:r>
                    </a:p>
                    <a:p>
                      <a:pPr marL="177800" marR="0" lvl="0" indent="-171450" algn="l" rtl="0">
                        <a:lnSpc>
                          <a:spcPct val="100000"/>
                        </a:lnSpc>
                        <a:spcBef>
                          <a:spcPts val="0"/>
                        </a:spcBef>
                        <a:spcAft>
                          <a:spcPts val="0"/>
                        </a:spcAft>
                        <a:buSzPts val="800"/>
                        <a:buFont typeface="Arial"/>
                        <a:buChar char="•"/>
                      </a:pPr>
                      <a:r>
                        <a:rPr lang="en-IN" sz="800">
                          <a:latin typeface="+mn-lt"/>
                        </a:rPr>
                        <a:t>Establishing strong relationships with internal and external users to promote our target state, standards and governance.</a:t>
                      </a:r>
                    </a:p>
                    <a:p>
                      <a:pPr marL="177800" marR="0" lvl="0" indent="-171450" algn="l" rtl="0">
                        <a:lnSpc>
                          <a:spcPct val="100000"/>
                        </a:lnSpc>
                        <a:spcBef>
                          <a:spcPts val="0"/>
                        </a:spcBef>
                        <a:spcAft>
                          <a:spcPts val="0"/>
                        </a:spcAft>
                        <a:buSzPts val="800"/>
                        <a:buFont typeface="Arial"/>
                        <a:buChar char="•"/>
                      </a:pPr>
                      <a:r>
                        <a:rPr lang="en-IN" sz="800">
                          <a:latin typeface="+mn-lt"/>
                        </a:rPr>
                        <a:t>Engaging with decision makers to influence their choices.</a:t>
                      </a:r>
                    </a:p>
                    <a:p>
                      <a:pPr marL="177800" marR="0" lvl="0" indent="-171450" algn="l" rtl="0">
                        <a:lnSpc>
                          <a:spcPct val="100000"/>
                        </a:lnSpc>
                        <a:spcBef>
                          <a:spcPts val="0"/>
                        </a:spcBef>
                        <a:spcAft>
                          <a:spcPts val="0"/>
                        </a:spcAft>
                        <a:buSzPts val="800"/>
                        <a:buFont typeface="Arial"/>
                        <a:buChar char="•"/>
                      </a:pPr>
                      <a:r>
                        <a:rPr lang="en-IN" sz="800">
                          <a:latin typeface="+mn-lt"/>
                        </a:rPr>
                        <a:t>Understanding our wider business context and support our architecture, technology strategy and innovation within that context.</a:t>
                      </a:r>
                    </a:p>
                    <a:p>
                      <a:pPr marL="177800" marR="0" lvl="0" indent="-171450" algn="l" rtl="0">
                        <a:lnSpc>
                          <a:spcPct val="100000"/>
                        </a:lnSpc>
                        <a:spcBef>
                          <a:spcPts val="0"/>
                        </a:spcBef>
                        <a:spcAft>
                          <a:spcPts val="0"/>
                        </a:spcAft>
                        <a:buSzPts val="800"/>
                        <a:buFont typeface="Arial"/>
                        <a:buChar char="•"/>
                      </a:pPr>
                      <a:r>
                        <a:rPr lang="en-IN" sz="800">
                          <a:latin typeface="+mn-lt"/>
                        </a:rPr>
                        <a:t>Advocating across our change landscape for doing the right thing, doing it well, but doing it to meet business goals.</a:t>
                      </a:r>
                    </a:p>
                    <a:p>
                      <a:pPr marL="177800" marR="0" lvl="0" indent="-171450" algn="l" rtl="0">
                        <a:lnSpc>
                          <a:spcPct val="100000"/>
                        </a:lnSpc>
                        <a:spcBef>
                          <a:spcPts val="0"/>
                        </a:spcBef>
                        <a:spcAft>
                          <a:spcPts val="0"/>
                        </a:spcAft>
                        <a:buSzPts val="800"/>
                        <a:buFont typeface="Arial"/>
                        <a:buChar char="•"/>
                      </a:pPr>
                      <a:r>
                        <a:rPr lang="en-IN" sz="800">
                          <a:latin typeface="+mn-lt"/>
                        </a:rPr>
                        <a:t>Being entirely agnostic with regard to individual technologies – as an enterprise architect we need to deliver and re-use a collection of technologies, we can’t give everyone their particular favourite.</a:t>
                      </a:r>
                    </a:p>
                    <a:p>
                      <a:pPr marL="177800" marR="0" lvl="0" indent="-171450" algn="l" rtl="0">
                        <a:lnSpc>
                          <a:spcPct val="100000"/>
                        </a:lnSpc>
                        <a:spcBef>
                          <a:spcPts val="0"/>
                        </a:spcBef>
                        <a:spcAft>
                          <a:spcPts val="0"/>
                        </a:spcAft>
                        <a:buSzPts val="800"/>
                        <a:buFont typeface="Arial"/>
                        <a:buChar char="•"/>
                      </a:pPr>
                      <a:r>
                        <a:rPr lang="en-IN" sz="800">
                          <a:latin typeface="+mn-lt"/>
                        </a:rPr>
                        <a:t>Working with the Enterprise Architecture team to ensure solutions align with enterprise strategy.</a:t>
                      </a:r>
                      <a:endParaRPr sz="800">
                        <a:latin typeface="+mn-lt"/>
                      </a:endParaRPr>
                    </a:p>
                  </a:txBody>
                  <a:tcPr marL="91450" marR="91450" marT="45725" marB="45725"/>
                </a:tc>
                <a:extLst>
                  <a:ext uri="{0D108BD9-81ED-4DB2-BD59-A6C34878D82A}">
                    <a16:rowId xmlns:a16="http://schemas.microsoft.com/office/drawing/2014/main" val="1958687186"/>
                  </a:ext>
                </a:extLst>
              </a:tr>
              <a:tr h="590766">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solidFill>
                            <a:schemeClr val="dk1"/>
                          </a:solidFill>
                        </a:rPr>
                        <a:t>Change Management Lead</a:t>
                      </a:r>
                      <a:endParaRPr sz="8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t>Responsible for managing all types of change</a:t>
                      </a:r>
                      <a:endParaRPr sz="800"/>
                    </a:p>
                    <a:p>
                      <a:pPr marL="177800" marR="0" lvl="0" indent="-171450" algn="l" rtl="0">
                        <a:lnSpc>
                          <a:spcPct val="100000"/>
                        </a:lnSpc>
                        <a:spcBef>
                          <a:spcPts val="0"/>
                        </a:spcBef>
                        <a:spcAft>
                          <a:spcPts val="0"/>
                        </a:spcAft>
                        <a:buSzPts val="800"/>
                        <a:buFont typeface="Arial"/>
                        <a:buChar char="•"/>
                      </a:pPr>
                      <a:r>
                        <a:rPr lang="en-US" sz="800"/>
                        <a:t>Evaluates the impact of change</a:t>
                      </a:r>
                      <a:endParaRPr sz="800"/>
                    </a:p>
                    <a:p>
                      <a:pPr marL="177800" marR="0" lvl="0" indent="-171450" algn="l" rtl="0">
                        <a:lnSpc>
                          <a:spcPct val="100000"/>
                        </a:lnSpc>
                        <a:spcBef>
                          <a:spcPts val="0"/>
                        </a:spcBef>
                        <a:spcAft>
                          <a:spcPts val="0"/>
                        </a:spcAft>
                        <a:buSzPts val="800"/>
                        <a:buFont typeface="Arial"/>
                        <a:buChar char="•"/>
                      </a:pPr>
                      <a:r>
                        <a:rPr lang="en-US" sz="800"/>
                        <a:t>Supports development of communications relevant to change initiatives</a:t>
                      </a:r>
                      <a:endParaRPr sz="800"/>
                    </a:p>
                    <a:p>
                      <a:pPr marL="177800" marR="0" lvl="0" indent="-171450" algn="l" rtl="0">
                        <a:lnSpc>
                          <a:spcPct val="100000"/>
                        </a:lnSpc>
                        <a:spcBef>
                          <a:spcPts val="0"/>
                        </a:spcBef>
                        <a:spcAft>
                          <a:spcPts val="0"/>
                        </a:spcAft>
                        <a:buSzPts val="800"/>
                        <a:buFont typeface="Arial"/>
                        <a:buChar char="•"/>
                      </a:pPr>
                      <a:r>
                        <a:rPr lang="en-US" sz="800"/>
                        <a:t>Accountable for defining success metrics and measuring performance against these</a:t>
                      </a:r>
                      <a:endParaRPr sz="800"/>
                    </a:p>
                  </a:txBody>
                  <a:tcPr marL="91450" marR="91450" marT="45725" marB="45725"/>
                </a:tc>
                <a:extLst>
                  <a:ext uri="{0D108BD9-81ED-4DB2-BD59-A6C34878D82A}">
                    <a16:rowId xmlns:a16="http://schemas.microsoft.com/office/drawing/2014/main" val="4291905200"/>
                  </a:ext>
                </a:extLst>
              </a:tr>
              <a:tr h="567558">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Release Quality</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Stephen Payne</a:t>
                      </a:r>
                      <a:endParaRPr lang="en-US" sz="8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t>Partnering with Product Manager- </a:t>
                      </a:r>
                      <a:r>
                        <a:rPr lang="en-IN" sz="800"/>
                        <a:t>to ensure the solution deliveries are ready for release meeting all the required technical and business acceptance standards</a:t>
                      </a:r>
                      <a:endParaRPr sz="800"/>
                    </a:p>
                    <a:p>
                      <a:pPr marL="177800" marR="0" lvl="0" indent="-171450" algn="l" rtl="0">
                        <a:lnSpc>
                          <a:spcPct val="100000"/>
                        </a:lnSpc>
                        <a:spcBef>
                          <a:spcPts val="0"/>
                        </a:spcBef>
                        <a:spcAft>
                          <a:spcPts val="0"/>
                        </a:spcAft>
                        <a:buSzPts val="800"/>
                        <a:buFont typeface="Arial"/>
                        <a:buChar char="•"/>
                      </a:pPr>
                      <a:r>
                        <a:rPr lang="en-US" sz="800"/>
                        <a:t>Assisting in management of risks, issues and any potential roadblocks</a:t>
                      </a:r>
                      <a:endParaRPr sz="800"/>
                    </a:p>
                    <a:p>
                      <a:pPr marL="177800" marR="0" lvl="0" indent="-171450" algn="l" rtl="0">
                        <a:lnSpc>
                          <a:spcPct val="100000"/>
                        </a:lnSpc>
                        <a:spcBef>
                          <a:spcPts val="0"/>
                        </a:spcBef>
                        <a:spcAft>
                          <a:spcPts val="0"/>
                        </a:spcAft>
                        <a:buSzPts val="800"/>
                        <a:buFont typeface="Arial"/>
                        <a:buChar char="•"/>
                      </a:pPr>
                      <a:r>
                        <a:rPr lang="en-US" sz="800"/>
                        <a:t>Responsible for resolving contingencies and complicated issues, provide leadership to project teams, and act as a consultant/coach to management</a:t>
                      </a:r>
                      <a:endParaRPr sz="800"/>
                    </a:p>
                    <a:p>
                      <a:pPr marL="177800" marR="0" lvl="0" indent="-171450" algn="l" rtl="0">
                        <a:lnSpc>
                          <a:spcPct val="100000"/>
                        </a:lnSpc>
                        <a:spcBef>
                          <a:spcPts val="0"/>
                        </a:spcBef>
                        <a:spcAft>
                          <a:spcPts val="0"/>
                        </a:spcAft>
                        <a:buSzPts val="800"/>
                        <a:buFont typeface="Arial"/>
                        <a:buChar char="•"/>
                      </a:pPr>
                      <a:r>
                        <a:rPr lang="en-US" sz="800"/>
                        <a:t>Responsible for DevOps and improvement of workflow</a:t>
                      </a:r>
                      <a:endParaRPr sz="800"/>
                    </a:p>
                  </a:txBody>
                  <a:tcPr marL="91450" marR="91450" marT="45725" marB="45725"/>
                </a:tc>
                <a:extLst>
                  <a:ext uri="{0D108BD9-81ED-4DB2-BD59-A6C34878D82A}">
                    <a16:rowId xmlns:a16="http://schemas.microsoft.com/office/drawing/2014/main" val="2597694977"/>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Training / Communication</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Vivian </a:t>
                      </a:r>
                      <a:r>
                        <a:rPr lang="en-IN" sz="800" err="1"/>
                        <a:t>Sowho</a:t>
                      </a:r>
                      <a:r>
                        <a:rPr lang="en-IN" sz="800"/>
                        <a:t> Lead</a:t>
                      </a:r>
                      <a:endParaRPr sz="80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IN" sz="800"/>
                        <a:t>Responsible for managing all types of change</a:t>
                      </a:r>
                    </a:p>
                    <a:p>
                      <a:pPr marL="177800" lvl="0" indent="-171450" algn="l" rtl="0">
                        <a:lnSpc>
                          <a:spcPct val="115000"/>
                        </a:lnSpc>
                        <a:spcBef>
                          <a:spcPts val="0"/>
                        </a:spcBef>
                        <a:spcAft>
                          <a:spcPts val="0"/>
                        </a:spcAft>
                        <a:buSzPts val="800"/>
                        <a:buFont typeface="Arial"/>
                        <a:buChar char="•"/>
                      </a:pPr>
                      <a:r>
                        <a:rPr lang="en-IN" sz="800"/>
                        <a:t>Evaluates the impact of change</a:t>
                      </a:r>
                    </a:p>
                    <a:p>
                      <a:pPr marL="177800" lvl="0" indent="-171450" algn="l" rtl="0">
                        <a:lnSpc>
                          <a:spcPct val="115000"/>
                        </a:lnSpc>
                        <a:spcBef>
                          <a:spcPts val="0"/>
                        </a:spcBef>
                        <a:spcAft>
                          <a:spcPts val="0"/>
                        </a:spcAft>
                        <a:buSzPts val="800"/>
                        <a:buFont typeface="Arial"/>
                        <a:buChar char="•"/>
                      </a:pPr>
                      <a:r>
                        <a:rPr lang="en-IN" sz="800"/>
                        <a:t>Supports development of communications relevant to change initiatives</a:t>
                      </a:r>
                    </a:p>
                    <a:p>
                      <a:pPr marL="177800" lvl="0" indent="-171450" algn="l" rtl="0">
                        <a:lnSpc>
                          <a:spcPct val="115000"/>
                        </a:lnSpc>
                        <a:spcBef>
                          <a:spcPts val="0"/>
                        </a:spcBef>
                        <a:spcAft>
                          <a:spcPts val="0"/>
                        </a:spcAft>
                        <a:buSzPts val="800"/>
                        <a:buFont typeface="Arial"/>
                        <a:buChar char="•"/>
                      </a:pPr>
                      <a:r>
                        <a:rPr lang="en-IN" sz="800"/>
                        <a:t>Accountable for defining success metrics and measuring performance against these</a:t>
                      </a:r>
                    </a:p>
                    <a:p>
                      <a:pPr marL="177800" lvl="0" indent="-171450" algn="l" rtl="0">
                        <a:lnSpc>
                          <a:spcPct val="115000"/>
                        </a:lnSpc>
                        <a:spcBef>
                          <a:spcPts val="0"/>
                        </a:spcBef>
                        <a:spcAft>
                          <a:spcPts val="0"/>
                        </a:spcAft>
                        <a:buSzPts val="800"/>
                        <a:buFont typeface="Arial"/>
                        <a:buChar char="•"/>
                      </a:pPr>
                      <a:r>
                        <a:rPr lang="en-US" sz="800"/>
                        <a:t>Coordinating the development, execution, refinement, and measuring the impact of </a:t>
                      </a:r>
                      <a:r>
                        <a:rPr lang="en-US" sz="800" err="1"/>
                        <a:t>programme</a:t>
                      </a:r>
                      <a:r>
                        <a:rPr lang="en-US" sz="800"/>
                        <a:t> outreach, communications, and knowledge management strategies</a:t>
                      </a:r>
                      <a:endParaRPr sz="800"/>
                    </a:p>
                    <a:p>
                      <a:pPr marL="177800" lvl="0" indent="-171450" algn="l" rtl="0">
                        <a:lnSpc>
                          <a:spcPct val="115000"/>
                        </a:lnSpc>
                        <a:spcBef>
                          <a:spcPts val="0"/>
                        </a:spcBef>
                        <a:spcAft>
                          <a:spcPts val="0"/>
                        </a:spcAft>
                        <a:buSzPts val="800"/>
                        <a:buFont typeface="Arial"/>
                        <a:buChar char="•"/>
                      </a:pPr>
                      <a:r>
                        <a:rPr lang="en-US" sz="800"/>
                        <a:t>Responsible for coordinating development of training / learning materials </a:t>
                      </a:r>
                      <a:endParaRPr sz="800"/>
                    </a:p>
                    <a:p>
                      <a:pPr marL="177800" lvl="0" indent="-171450" algn="l" rtl="0">
                        <a:lnSpc>
                          <a:spcPct val="115000"/>
                        </a:lnSpc>
                        <a:spcBef>
                          <a:spcPts val="0"/>
                        </a:spcBef>
                        <a:spcAft>
                          <a:spcPts val="0"/>
                        </a:spcAft>
                        <a:buSzPts val="800"/>
                        <a:buFont typeface="Arial"/>
                        <a:buChar char="•"/>
                      </a:pPr>
                      <a:r>
                        <a:rPr lang="en-US" sz="800"/>
                        <a:t>Accountable for the organization, coordination of workshops and events</a:t>
                      </a:r>
                      <a:endParaRPr sz="800"/>
                    </a:p>
                    <a:p>
                      <a:pPr marL="177800" lvl="0" indent="-171450" algn="l" rtl="0">
                        <a:lnSpc>
                          <a:spcPct val="115000"/>
                        </a:lnSpc>
                        <a:spcBef>
                          <a:spcPts val="0"/>
                        </a:spcBef>
                        <a:spcAft>
                          <a:spcPts val="0"/>
                        </a:spcAft>
                        <a:buSzPts val="800"/>
                        <a:buFont typeface="Arial"/>
                        <a:buChar char="•"/>
                      </a:pPr>
                      <a:r>
                        <a:rPr lang="en-US" sz="800"/>
                        <a:t>Responsible for supporting communications, knowledge management, and training activities</a:t>
                      </a:r>
                    </a:p>
                    <a:p>
                      <a:pPr marL="177800" lvl="0" indent="-171450" algn="l" rtl="0">
                        <a:lnSpc>
                          <a:spcPct val="115000"/>
                        </a:lnSpc>
                        <a:spcBef>
                          <a:spcPts val="0"/>
                        </a:spcBef>
                        <a:spcAft>
                          <a:spcPts val="0"/>
                        </a:spcAft>
                        <a:buSzPts val="800"/>
                        <a:buFont typeface="Arial"/>
                        <a:buChar char="•"/>
                      </a:pPr>
                      <a:r>
                        <a:rPr lang="en-IN" sz="800"/>
                        <a:t>Help the programme define the benefits and OKR’s </a:t>
                      </a:r>
                      <a:endParaRPr sz="8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Data Lead</a:t>
                      </a:r>
                      <a:endParaRPr sz="8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kern="1200">
                          <a:solidFill>
                            <a:schemeClr val="dk1"/>
                          </a:solidFill>
                          <a:latin typeface="+mn-lt"/>
                          <a:ea typeface="+mn-ea"/>
                          <a:cs typeface="+mn-cs"/>
                        </a:rPr>
                        <a:t>TBD</a:t>
                      </a:r>
                      <a:endParaRPr sz="800" kern="1200">
                        <a:solidFill>
                          <a:schemeClr val="dk1"/>
                        </a:solidFill>
                        <a:latin typeface="+mn-lt"/>
                        <a:ea typeface="+mn-ea"/>
                        <a:cs typeface="+mn-cs"/>
                      </a:endParaRPr>
                    </a:p>
                  </a:txBody>
                  <a:tcPr marL="91450" marR="91450" marT="45725" marB="45725"/>
                </a:tc>
                <a:tc>
                  <a:txBody>
                    <a:bodyPr/>
                    <a:lstStyle/>
                    <a:p>
                      <a:pPr marL="6350" lvl="0" indent="0" algn="l" rtl="0">
                        <a:lnSpc>
                          <a:spcPct val="115000"/>
                        </a:lnSpc>
                        <a:spcBef>
                          <a:spcPts val="0"/>
                        </a:spcBef>
                        <a:spcAft>
                          <a:spcPts val="0"/>
                        </a:spcAft>
                        <a:buSzPts val="800"/>
                        <a:buFont typeface="Arial"/>
                        <a:buNone/>
                      </a:pPr>
                      <a:r>
                        <a:rPr lang="en-US" sz="800"/>
                        <a:t>Accountable &amp; Responsible for </a:t>
                      </a:r>
                    </a:p>
                    <a:p>
                      <a:pPr marL="177800" lvl="0" indent="-171450" algn="l" rtl="0">
                        <a:lnSpc>
                          <a:spcPct val="115000"/>
                        </a:lnSpc>
                        <a:spcBef>
                          <a:spcPts val="0"/>
                        </a:spcBef>
                        <a:spcAft>
                          <a:spcPts val="0"/>
                        </a:spcAft>
                        <a:buSzPts val="800"/>
                        <a:buFont typeface="Arial"/>
                        <a:buChar char="•"/>
                      </a:pPr>
                      <a:r>
                        <a:rPr lang="en-US" sz="800"/>
                        <a:t>Data and Analytics requirement, vision &amp; strategy and approach</a:t>
                      </a:r>
                    </a:p>
                    <a:p>
                      <a:pPr marL="177800" lvl="0" indent="-171450" algn="l" rtl="0">
                        <a:lnSpc>
                          <a:spcPct val="115000"/>
                        </a:lnSpc>
                        <a:spcBef>
                          <a:spcPts val="0"/>
                        </a:spcBef>
                        <a:spcAft>
                          <a:spcPts val="0"/>
                        </a:spcAft>
                        <a:buSzPts val="800"/>
                        <a:buFont typeface="Arial"/>
                        <a:buChar char="•"/>
                      </a:pPr>
                      <a:r>
                        <a:rPr lang="en-US" sz="800"/>
                        <a:t>Coordinate the creation of a design for data loads and downstream data use</a:t>
                      </a:r>
                    </a:p>
                    <a:p>
                      <a:pPr marL="177800" lvl="0" indent="-171450" algn="l" rtl="0">
                        <a:lnSpc>
                          <a:spcPct val="115000"/>
                        </a:lnSpc>
                        <a:spcBef>
                          <a:spcPts val="0"/>
                        </a:spcBef>
                        <a:spcAft>
                          <a:spcPts val="0"/>
                        </a:spcAft>
                        <a:buSzPts val="800"/>
                        <a:buFont typeface="Arial"/>
                        <a:buChar char="•"/>
                      </a:pPr>
                      <a:r>
                        <a:rPr lang="en-US" sz="800"/>
                        <a:t>Coordinate with Program stakeholders upstream and downstream to fulfil data reporting requirements</a:t>
                      </a:r>
                    </a:p>
                  </a:txBody>
                  <a:tcPr marL="91450" marR="91450" marT="45725" marB="45725"/>
                </a:tc>
                <a:extLst>
                  <a:ext uri="{0D108BD9-81ED-4DB2-BD59-A6C34878D82A}">
                    <a16:rowId xmlns:a16="http://schemas.microsoft.com/office/drawing/2014/main" val="10004"/>
                  </a:ext>
                </a:extLst>
              </a:tr>
              <a:tr h="46996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solidFill>
                            <a:srgbClr val="000000"/>
                          </a:solidFill>
                        </a:rPr>
                        <a:t>Migration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a:t>Accountable &amp; Responsible for </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Project Management of End-to-End Migration strategy and implementation</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Leading teams capable of handling data sourcing, profiling, rectification and reconciliation tasks</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u="none" strike="noStrike" cap="none"/>
                        <a:t>Finalizing a migration design and business exception handling</a:t>
                      </a:r>
                    </a:p>
                  </a:txBody>
                  <a:tcPr marL="91450" marR="91450" marT="45725" marB="45725"/>
                </a:tc>
                <a:extLst>
                  <a:ext uri="{0D108BD9-81ED-4DB2-BD59-A6C34878D82A}">
                    <a16:rowId xmlns:a16="http://schemas.microsoft.com/office/drawing/2014/main" val="10005"/>
                  </a:ext>
                </a:extLst>
              </a:tr>
              <a:tr h="470266">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u="none" strike="noStrike" cap="none">
                          <a:latin typeface="Calibri" panose="020F0502020204030204" pitchFamily="34" charset="0"/>
                          <a:cs typeface="Calibri" panose="020F0502020204030204" pitchFamily="34" charset="0"/>
                        </a:rPr>
                        <a:t>Business Analysts </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traceability of the overall objectives and requirements for GPAS into OKR’s and benefit realisation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completeness of the epics/stories and acceptance criteria (definition of done/definition of ready) to deliver Beazley benefit throughout the delivery cycles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the adherence to the agreed business design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quality standards are achieved throughout the build lifecycle</a:t>
                      </a:r>
                      <a:endParaRPr sz="800" u="none" strike="noStrike" cap="none"/>
                    </a:p>
                  </a:txBody>
                  <a:tcPr marL="91450" marR="91450" marT="45725" marB="45725"/>
                </a:tc>
                <a:extLst>
                  <a:ext uri="{0D108BD9-81ED-4DB2-BD59-A6C34878D82A}">
                    <a16:rowId xmlns:a16="http://schemas.microsoft.com/office/drawing/2014/main" val="649870169"/>
                  </a:ext>
                </a:extLst>
              </a:tr>
            </a:tbl>
          </a:graphicData>
        </a:graphic>
      </p:graphicFrame>
    </p:spTree>
    <p:extLst>
      <p:ext uri="{BB962C8B-B14F-4D97-AF65-F5344CB8AC3E}">
        <p14:creationId xmlns:p14="http://schemas.microsoft.com/office/powerpoint/2010/main" val="215030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1060437549"/>
              </p:ext>
            </p:extLst>
          </p:nvPr>
        </p:nvGraphicFramePr>
        <p:xfrm>
          <a:off x="273270" y="541056"/>
          <a:ext cx="11645460" cy="5184387"/>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Analyst</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requirements for the programmes SQL, Analysis Services, Power App and Power BI developers.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clear and concise documentation demonstrating the flow of insurance data from source systems or manual process into the conformed data contract.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mapping tables and transformation logic are valid, complete and accurate.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Facilitate discussions between key stakeholders to ensure that data is correctly extracted, transformed and loaded.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test objectives and scripts for System and End-users, and undertake testing where necessary.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Document and resolve bugs identified promptly and independently.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training material to End-users in written and video where necessary.</a:t>
                      </a:r>
                      <a:endParaRPr sz="800" u="none" strike="noStrike" cap="none"/>
                    </a:p>
                  </a:txBody>
                  <a:tcPr marL="91450" marR="91450" marT="45725" marB="45725"/>
                </a:tc>
                <a:extLst>
                  <a:ext uri="{0D108BD9-81ED-4DB2-BD59-A6C34878D82A}">
                    <a16:rowId xmlns:a16="http://schemas.microsoft.com/office/drawing/2014/main" val="2870828717"/>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DevOps</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Application and infrastructure planning &amp; testing including integrations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Maintaining CI/CD pipelines and automation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Guidewire Cloud Console configuration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On-call, incident response and incident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Monitoring the software development process through its entire lifecycle and ensuring adherence to security standards</a:t>
                      </a:r>
                      <a:endParaRPr sz="800" u="none" strike="noStrike" cap="none"/>
                    </a:p>
                  </a:txBody>
                  <a:tcPr marL="91450" marR="91450" marT="45725" marB="45725"/>
                </a:tc>
                <a:extLst>
                  <a:ext uri="{0D108BD9-81ED-4DB2-BD59-A6C34878D82A}">
                    <a16:rowId xmlns:a16="http://schemas.microsoft.com/office/drawing/2014/main" val="649870169"/>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Modeller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Gather and own data modelling requirements from business stakeholders to support the implementation of Guidewire Policy Management solution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Evaluation of existing data systems and working with the development team to create conceptual data models, physical data models and data flows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Review modifications of existing systems for cross-compatibility</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Update and optimise local and metadata models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Work closely with central data modelling team to ensure consistency within a domain federated organization.</a:t>
                      </a:r>
                      <a:endParaRPr sz="800" u="none" strike="noStrike" cap="none"/>
                    </a:p>
                  </a:txBody>
                  <a:tcPr marL="91450" marR="91450" marT="45725" marB="45725"/>
                </a:tc>
                <a:extLst>
                  <a:ext uri="{0D108BD9-81ED-4DB2-BD59-A6C34878D82A}">
                    <a16:rowId xmlns:a16="http://schemas.microsoft.com/office/drawing/2014/main" val="227893661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Infrastructure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the Implementation of the environments plan to support delivery of the overall GPAS/Billing initiative which will require co-ordination between the Vendor(Guidewire), the chosen Systems Integration partner, Security, Networks, DevOps, Enterprise Architecture and cloud solution architecture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Management of the lower environment's within the agreed budget and Guidewire credits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Liaising with the technical lead to assure adherence to the agreed Software Development Lifecycle</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Leading all Infrastructure design workshops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Participating in all design workshops that require input from the Infrastructure team </a:t>
                      </a:r>
                      <a:endParaRPr sz="800" u="none" strike="noStrike" cap="none"/>
                    </a:p>
                  </a:txBody>
                  <a:tcPr marL="91450" marR="91450" marT="45725" marB="45725"/>
                </a:tc>
                <a:extLst>
                  <a:ext uri="{0D108BD9-81ED-4DB2-BD59-A6C34878D82A}">
                    <a16:rowId xmlns:a16="http://schemas.microsoft.com/office/drawing/2014/main" val="1239662436"/>
                  </a:ext>
                </a:extLst>
              </a:tr>
              <a:tr h="508897">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Developer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Development or configuration within their domain knowledge across  </a:t>
                      </a:r>
                      <a:r>
                        <a:rPr lang="en-IN" sz="800" u="none" strike="noStrike" cap="none" err="1"/>
                        <a:t>PolicyCenter</a:t>
                      </a:r>
                      <a:r>
                        <a:rPr lang="en-IN" sz="800" u="none" strike="noStrike" cap="none"/>
                        <a:t>, </a:t>
                      </a:r>
                      <a:r>
                        <a:rPr lang="en-IN" sz="800" u="none" strike="noStrike" cap="none" err="1"/>
                        <a:t>BillingCenter</a:t>
                      </a:r>
                      <a:r>
                        <a:rPr lang="en-IN" sz="800" u="none" strike="noStrike" cap="none"/>
                        <a:t> and Integrations adhering to the agreed ways of working and test frameworks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Participating in all agile ceremonies</a:t>
                      </a:r>
                      <a:endParaRPr sz="800" u="none" strike="noStrike" cap="none"/>
                    </a:p>
                  </a:txBody>
                  <a:tcPr marL="91450" marR="91450" marT="45725" marB="45725"/>
                </a:tc>
                <a:extLst>
                  <a:ext uri="{0D108BD9-81ED-4DB2-BD59-A6C34878D82A}">
                    <a16:rowId xmlns:a16="http://schemas.microsoft.com/office/drawing/2014/main" val="225125126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Test Manager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Deliver E2E quality assurance strategy including performance and operational testing and associated KPI’s(E2E, UAT, NFT,OAT and PEN Testing)</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Governance monitoring and reporting for e2e defect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Overall Test assurance and Governance of all Testing phases</a:t>
                      </a:r>
                      <a:endParaRPr sz="800" u="none" strike="noStrike" cap="none"/>
                    </a:p>
                  </a:txBody>
                  <a:tcPr marL="91450" marR="91450" marT="45725" marB="45725"/>
                </a:tc>
                <a:extLst>
                  <a:ext uri="{0D108BD9-81ED-4DB2-BD59-A6C34878D82A}">
                    <a16:rowId xmlns:a16="http://schemas.microsoft.com/office/drawing/2014/main" val="73201896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Scrum Master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the effective and consistent operational performance for the scrum process.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both timely and effective tracking and reporting on team progress against goals.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managing team capacity, utilisation and velocity.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providing Delivery Lead and Product Owners with relevant input for each team member to support each team member’s development and performance needs</a:t>
                      </a:r>
                      <a:endParaRPr sz="800" u="none" strike="noStrike" cap="none"/>
                    </a:p>
                  </a:txBody>
                  <a:tcPr marL="91450" marR="91450" marT="45725" marB="45725"/>
                </a:tc>
                <a:extLst>
                  <a:ext uri="{0D108BD9-81ED-4DB2-BD59-A6C34878D82A}">
                    <a16:rowId xmlns:a16="http://schemas.microsoft.com/office/drawing/2014/main" val="3990245893"/>
                  </a:ext>
                </a:extLst>
              </a:tr>
            </a:tbl>
          </a:graphicData>
        </a:graphic>
      </p:graphicFrame>
    </p:spTree>
    <p:extLst>
      <p:ext uri="{BB962C8B-B14F-4D97-AF65-F5344CB8AC3E}">
        <p14:creationId xmlns:p14="http://schemas.microsoft.com/office/powerpoint/2010/main" val="3332527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105497" y="-38577"/>
            <a:ext cx="10059072" cy="522454"/>
          </a:xfrm>
        </p:spPr>
        <p:txBody>
          <a:bodyPr/>
          <a:lstStyle/>
          <a:p>
            <a:r>
              <a:rPr lang="en-GB" sz="1800"/>
              <a:t>KEY ROLES - capgemini</a:t>
            </a:r>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3902276693"/>
              </p:ext>
            </p:extLst>
          </p:nvPr>
        </p:nvGraphicFramePr>
        <p:xfrm>
          <a:off x="105497" y="364607"/>
          <a:ext cx="12086504" cy="6465064"/>
        </p:xfrm>
        <a:graphic>
          <a:graphicData uri="http://schemas.openxmlformats.org/drawingml/2006/table">
            <a:tbl>
              <a:tblPr firstRow="1" bandRow="1">
                <a:tableStyleId>{21E4AEA4-8DFA-4A89-87EB-49C32662AFE0}</a:tableStyleId>
              </a:tblPr>
              <a:tblGrid>
                <a:gridCol w="1094856">
                  <a:extLst>
                    <a:ext uri="{9D8B030D-6E8A-4147-A177-3AD203B41FA5}">
                      <a16:colId xmlns:a16="http://schemas.microsoft.com/office/drawing/2014/main" val="1442836257"/>
                    </a:ext>
                  </a:extLst>
                </a:gridCol>
                <a:gridCol w="1219767">
                  <a:extLst>
                    <a:ext uri="{9D8B030D-6E8A-4147-A177-3AD203B41FA5}">
                      <a16:colId xmlns:a16="http://schemas.microsoft.com/office/drawing/2014/main" val="595129677"/>
                    </a:ext>
                  </a:extLst>
                </a:gridCol>
                <a:gridCol w="4936230">
                  <a:extLst>
                    <a:ext uri="{9D8B030D-6E8A-4147-A177-3AD203B41FA5}">
                      <a16:colId xmlns:a16="http://schemas.microsoft.com/office/drawing/2014/main" val="4127677356"/>
                    </a:ext>
                  </a:extLst>
                </a:gridCol>
                <a:gridCol w="4835651">
                  <a:extLst>
                    <a:ext uri="{9D8B030D-6E8A-4147-A177-3AD203B41FA5}">
                      <a16:colId xmlns:a16="http://schemas.microsoft.com/office/drawing/2014/main" val="1222854708"/>
                    </a:ext>
                  </a:extLst>
                </a:gridCol>
              </a:tblGrid>
              <a:tr h="235525">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14058">
                <a:tc>
                  <a:txBody>
                    <a:bodyPr/>
                    <a:lstStyle/>
                    <a:p>
                      <a:pPr marL="0" indent="0">
                        <a:buFont typeface="Arial" panose="020B0604020202020204" pitchFamily="34" charset="0"/>
                        <a:buNone/>
                      </a:pPr>
                      <a:r>
                        <a:rPr lang="en-US" sz="800">
                          <a:latin typeface="+mn-lt"/>
                        </a:rPr>
                        <a:t>Delivery Executive</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noProof="0">
                          <a:solidFill>
                            <a:schemeClr val="tx1"/>
                          </a:solidFill>
                          <a:latin typeface="+mn-lt"/>
                        </a:rPr>
                        <a:t>Barry Houston</a:t>
                      </a:r>
                      <a:endParaRPr lang="en-GB" sz="800" kern="1200" noProof="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a:t>
                      </a:r>
                    </a:p>
                    <a:p>
                      <a:pPr marL="171450" indent="-171450">
                        <a:buSzPct val="100000"/>
                        <a:buFont typeface="Courier New" panose="02070309020205020404" pitchFamily="49" charset="0"/>
                        <a:buChar char="o"/>
                      </a:pPr>
                      <a:r>
                        <a:rPr lang="en-GB" sz="700" kern="1200">
                          <a:solidFill>
                            <a:schemeClr val="tx1"/>
                          </a:solidFill>
                          <a:latin typeface="+mn-lt"/>
                        </a:rPr>
                        <a:t>Assist in the resolution of issues and change controls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Prepare for and support Steering/Policy Executive Advisory Group Meetings </a:t>
                      </a:r>
                    </a:p>
                    <a:p>
                      <a:pPr marL="171450" indent="-171450">
                        <a:buSzPct val="100000"/>
                        <a:buFont typeface="Courier New" panose="02070309020205020404" pitchFamily="49" charset="0"/>
                        <a:buChar char="o"/>
                      </a:pPr>
                      <a:r>
                        <a:rPr lang="en-GB" sz="700" kern="1200">
                          <a:solidFill>
                            <a:schemeClr val="tx1"/>
                          </a:solidFill>
                          <a:latin typeface="+mn-lt"/>
                        </a:rPr>
                        <a:t>Monitor program progress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434850">
                <a:tc>
                  <a:txBody>
                    <a:bodyPr/>
                    <a:lstStyle/>
                    <a:p>
                      <a:pPr marL="0" indent="0">
                        <a:buFont typeface="Arial" panose="020B0604020202020204" pitchFamily="34" charset="0"/>
                        <a:buNone/>
                      </a:pPr>
                      <a:r>
                        <a:rPr lang="en-US" sz="800">
                          <a:latin typeface="+mn-lt"/>
                        </a:rPr>
                        <a:t>Program Director</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kern="1200">
                          <a:solidFill>
                            <a:schemeClr val="tx1"/>
                          </a:solidFill>
                          <a:latin typeface="+mn-lt"/>
                        </a:rPr>
                        <a:t>Max Cartwright</a:t>
                      </a:r>
                      <a:endParaRPr lang="en-US"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in-scope Program activities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and Executive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of the Program </a:t>
                      </a:r>
                    </a:p>
                    <a:p>
                      <a:pPr marL="171450" indent="-171450">
                        <a:buSzPct val="100000"/>
                        <a:buFont typeface="Courier New" panose="02070309020205020404" pitchFamily="49" charset="0"/>
                        <a:buChar char="o"/>
                      </a:pPr>
                      <a:r>
                        <a:rPr lang="en-GB" sz="700" kern="1200">
                          <a:solidFill>
                            <a:schemeClr val="tx1"/>
                          </a:solidFill>
                          <a:latin typeface="+mn-lt"/>
                        </a:rPr>
                        <a:t>Responsible for day-to-day management and tracking of the in-scope Program activities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431688">
                <a:tc>
                  <a:txBody>
                    <a:bodyPr/>
                    <a:lstStyle/>
                    <a:p>
                      <a:pPr marL="0" indent="0">
                        <a:buFont typeface="Arial" panose="020B0604020202020204" pitchFamily="34" charset="0"/>
                        <a:buNone/>
                      </a:pPr>
                      <a:r>
                        <a:rPr lang="en-US" sz="800">
                          <a:latin typeface="+mn-lt"/>
                        </a:rPr>
                        <a:t>Engagement Manager</a:t>
                      </a:r>
                    </a:p>
                  </a:txBody>
                  <a:tcPr marL="90535" marR="90535"/>
                </a:tc>
                <a:tc>
                  <a:txBody>
                    <a:bodyPr/>
                    <a:lstStyle/>
                    <a:p>
                      <a:pPr marL="0" indent="0">
                        <a:buFont typeface="Arial" panose="020B0604020202020204" pitchFamily="34" charset="0"/>
                        <a:buNone/>
                      </a:pPr>
                      <a:r>
                        <a:rPr lang="en-US" sz="800">
                          <a:latin typeface="+mn-lt"/>
                        </a:rPr>
                        <a:t>Ananda Arasu Ponnaiah</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477079">
                <a:tc>
                  <a:txBody>
                    <a:bodyPr/>
                    <a:lstStyle/>
                    <a:p>
                      <a:pPr marL="0" indent="0">
                        <a:buFont typeface="Arial" panose="020B0604020202020204" pitchFamily="34" charset="0"/>
                        <a:buNone/>
                      </a:pPr>
                      <a:r>
                        <a:rPr lang="en-IN" sz="800">
                          <a:latin typeface="+mn-lt"/>
                        </a:rPr>
                        <a:t>India Delivery Executive</a:t>
                      </a:r>
                      <a:endParaRPr lang="en-US" sz="800">
                        <a:latin typeface="+mn-lt"/>
                      </a:endParaRPr>
                    </a:p>
                  </a:txBody>
                  <a:tcPr marL="90535" marR="90535"/>
                </a:tc>
                <a:tc>
                  <a:txBody>
                    <a:bodyPr/>
                    <a:lstStyle/>
                    <a:p>
                      <a:pPr marL="0" lvl="0" indent="0">
                        <a:buFont typeface="Arial" panose="020B0604020202020204" pitchFamily="34" charset="0"/>
                        <a:buNone/>
                      </a:pPr>
                      <a:r>
                        <a:rPr lang="en-IN" sz="800">
                          <a:latin typeface="+mn-lt"/>
                        </a:rPr>
                        <a:t>Natraj Gudla</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555643">
                <a:tc>
                  <a:txBody>
                    <a:bodyPr/>
                    <a:lstStyle/>
                    <a:p>
                      <a:pPr marL="0" indent="0">
                        <a:buFont typeface="Arial" panose="020B0604020202020204" pitchFamily="34" charset="0"/>
                        <a:buNone/>
                      </a:pPr>
                      <a:r>
                        <a:rPr lang="en-US" sz="800">
                          <a:latin typeface="+mn-lt"/>
                        </a:rPr>
                        <a:t>Product Rationalisation</a:t>
                      </a:r>
                      <a:endParaRPr lang="en-US" sz="800" err="1">
                        <a:latin typeface="+mn-lt"/>
                      </a:endParaRPr>
                    </a:p>
                  </a:txBody>
                  <a:tcPr marL="90535" marR="90535"/>
                </a:tc>
                <a:tc>
                  <a:txBody>
                    <a:bodyPr/>
                    <a:lstStyle/>
                    <a:p>
                      <a:pPr marL="0" indent="0">
                        <a:buFont typeface="Arial" panose="020B0604020202020204" pitchFamily="34" charset="0"/>
                        <a:buNone/>
                      </a:pPr>
                      <a:r>
                        <a:rPr lang="en-US" sz="800">
                          <a:latin typeface="+mn-lt"/>
                        </a:rPr>
                        <a:t>Peter Dixon</a:t>
                      </a:r>
                    </a:p>
                    <a:p>
                      <a:pPr marL="0" indent="0">
                        <a:buFont typeface="Arial" panose="020B0604020202020204" pitchFamily="34" charset="0"/>
                        <a:buNone/>
                      </a:pPr>
                      <a:r>
                        <a:rPr lang="en-US" sz="800">
                          <a:latin typeface="+mn-lt"/>
                        </a:rPr>
                        <a:t>Kelly Riesling</a:t>
                      </a: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700" kern="1200">
                          <a:solidFill>
                            <a:schemeClr val="tx1"/>
                          </a:solidFill>
                          <a:latin typeface="+mn-lt"/>
                        </a:rPr>
                        <a:t>Provide input on solving business problems within the defined application landscape by working with the business and Technical resources. </a:t>
                      </a:r>
                      <a:endParaRPr lang="en-GB" sz="700" kern="120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700" kern="1200">
                          <a:solidFill>
                            <a:schemeClr val="tx1"/>
                          </a:solidFill>
                          <a:latin typeface="+mn-lt"/>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1427870">
                <a:tc>
                  <a:txBody>
                    <a:bodyPr/>
                    <a:lstStyle/>
                    <a:p>
                      <a:pPr marL="0" indent="0">
                        <a:buFont typeface="Arial" panose="020B0604020202020204" pitchFamily="34" charset="0"/>
                        <a:buNone/>
                      </a:pPr>
                      <a:r>
                        <a:rPr lang="en-US" sz="800">
                          <a:latin typeface="+mn-lt"/>
                        </a:rPr>
                        <a:t>Enterprise Architect</a:t>
                      </a:r>
                    </a:p>
                  </a:txBody>
                  <a:tcPr marL="90535" marR="90535"/>
                </a:tc>
                <a:tc>
                  <a:txBody>
                    <a:bodyPr/>
                    <a:lstStyle/>
                    <a:p>
                      <a:pPr marL="0" indent="0">
                        <a:buFont typeface="Arial" panose="020B0604020202020204" pitchFamily="34" charset="0"/>
                        <a:buNone/>
                      </a:pPr>
                      <a:r>
                        <a:rPr lang="en-US" sz="800" kern="1200">
                          <a:solidFill>
                            <a:schemeClr val="tx1"/>
                          </a:solidFill>
                          <a:latin typeface="+mn-lt"/>
                        </a:rPr>
                        <a:t>Brett Fabian-Smith</a:t>
                      </a:r>
                      <a:endParaRPr lang="en-US"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700" kern="1200">
                          <a:solidFill>
                            <a:schemeClr val="tx1"/>
                          </a:solidFill>
                          <a:latin typeface="+mn-lt"/>
                        </a:rPr>
                        <a:t>Consult with and advise the Program team on technology and strategic decisions </a:t>
                      </a:r>
                      <a:endParaRPr lang="en-GB" sz="700" kern="1200">
                        <a:solidFill>
                          <a:schemeClr val="tx1"/>
                        </a:solidFill>
                        <a:latin typeface="+mn-lt"/>
                        <a:ea typeface="+mn-ea"/>
                        <a:cs typeface="+mn-cs"/>
                      </a:endParaRPr>
                    </a:p>
                  </a:txBody>
                  <a:tcPr marL="90535" marR="90535"/>
                </a:tc>
                <a:tc>
                  <a:txBody>
                    <a:bodyPr/>
                    <a:lstStyle/>
                    <a:p>
                      <a:pPr lvl="0"/>
                      <a:r>
                        <a:rPr lang="en-US" sz="700" b="1" kern="1200">
                          <a:solidFill>
                            <a:schemeClr val="dk1"/>
                          </a:solidFill>
                          <a:effectLst/>
                          <a:latin typeface="+mn-lt"/>
                          <a:ea typeface="+mn-ea"/>
                          <a:cs typeface="+mn-cs"/>
                        </a:rPr>
                        <a:t>Responsible for Capgemini’s scope of architecture/design deliverables, for deliveries that Capgemini are responsible for:</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Beazley to define target state technical solutions, identify technology requirements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Identify and monitor architecture &amp; design technical risks and dependencies, work with Beazley to oversee necessary mitigation controls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Delivery of HLD/LLD solution designs for GPAS dependent elements of the overall solution design, supported by Beazley architects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Assurance of HLD and LLD solution designs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Capgemini Release train teams to:</a:t>
                      </a:r>
                    </a:p>
                    <a:p>
                      <a:pPr marL="171450" indent="-82550">
                        <a:buFont typeface="Arial" panose="020B0604020202020204" pitchFamily="34" charset="0"/>
                        <a:buChar char="•"/>
                      </a:pPr>
                      <a:r>
                        <a:rPr lang="en-US" sz="700" kern="1200">
                          <a:solidFill>
                            <a:schemeClr val="dk1"/>
                          </a:solidFill>
                          <a:effectLst/>
                          <a:latin typeface="+mn-lt"/>
                          <a:ea typeface="+mn-ea"/>
                          <a:cs typeface="+mn-cs"/>
                        </a:rPr>
                        <a:t>Define architectural backlog and technical guardrails</a:t>
                      </a:r>
                    </a:p>
                    <a:p>
                      <a:pPr marL="171450" indent="-82550">
                        <a:buFont typeface="Arial" panose="020B0604020202020204" pitchFamily="34" charset="0"/>
                        <a:buChar char="•"/>
                      </a:pPr>
                      <a:r>
                        <a:rPr lang="en-US" sz="700" kern="1200">
                          <a:solidFill>
                            <a:schemeClr val="dk1"/>
                          </a:solidFill>
                          <a:effectLst/>
                          <a:latin typeface="+mn-lt"/>
                          <a:ea typeface="+mn-ea"/>
                          <a:cs typeface="+mn-cs"/>
                        </a:rPr>
                        <a:t>Provide the necessary Inputs to groom the Backlog and Sprint/PI Planning</a:t>
                      </a:r>
                    </a:p>
                    <a:p>
                      <a:pPr marL="171450" indent="-82550">
                        <a:buFont typeface="Arial" panose="020B0604020202020204" pitchFamily="34" charset="0"/>
                        <a:buChar char="•"/>
                      </a:pPr>
                      <a:r>
                        <a:rPr lang="en-US" sz="700" kern="1200">
                          <a:solidFill>
                            <a:schemeClr val="dk1"/>
                          </a:solidFill>
                          <a:effectLst/>
                          <a:latin typeface="+mn-lt"/>
                          <a:ea typeface="+mn-ea"/>
                          <a:cs typeface="+mn-cs"/>
                        </a:rPr>
                        <a:t>Ensure architecture compliance with agreed SDLC and Beazley standards</a:t>
                      </a:r>
                    </a:p>
                    <a:p>
                      <a:pPr marL="171450" indent="-82550">
                        <a:buFont typeface="Arial" panose="020B0604020202020204" pitchFamily="34" charset="0"/>
                        <a:buChar char="•"/>
                      </a:pPr>
                      <a:r>
                        <a:rPr lang="en-US" sz="700" kern="1200">
                          <a:solidFill>
                            <a:schemeClr val="dk1"/>
                          </a:solidFill>
                          <a:effectLst/>
                          <a:latin typeface="+mn-lt"/>
                          <a:ea typeface="+mn-ea"/>
                          <a:cs typeface="+mn-cs"/>
                        </a:rPr>
                        <a:t>Manage Version Control of architecture related components</a:t>
                      </a:r>
                    </a:p>
                    <a:p>
                      <a:pPr marL="171450" indent="-82550">
                        <a:buFont typeface="Arial" panose="020B0604020202020204" pitchFamily="34" charset="0"/>
                        <a:buChar char="•"/>
                      </a:pPr>
                      <a:r>
                        <a:rPr lang="en-US" sz="700" kern="1200">
                          <a:solidFill>
                            <a:schemeClr val="dk1"/>
                          </a:solidFill>
                          <a:effectLst/>
                          <a:latin typeface="+mn-lt"/>
                          <a:ea typeface="+mn-ea"/>
                          <a:cs typeface="+mn-cs"/>
                        </a:rPr>
                        <a:t>Identify dependencies and risks affecting architecture &amp; design</a:t>
                      </a:r>
                    </a:p>
                  </a:txBody>
                  <a:tcPr marL="90535" marR="90535"/>
                </a:tc>
                <a:extLst>
                  <a:ext uri="{0D108BD9-81ED-4DB2-BD59-A6C34878D82A}">
                    <a16:rowId xmlns:a16="http://schemas.microsoft.com/office/drawing/2014/main" val="998720998"/>
                  </a:ext>
                </a:extLst>
              </a:tr>
              <a:tr h="434850">
                <a:tc>
                  <a:txBody>
                    <a:bodyPr/>
                    <a:lstStyle/>
                    <a:p>
                      <a:pPr marL="0" indent="0">
                        <a:buFont typeface="Arial" panose="020B0604020202020204" pitchFamily="34" charset="0"/>
                        <a:buNone/>
                      </a:pPr>
                      <a:r>
                        <a:rPr lang="en-US" sz="800" err="1">
                          <a:latin typeface="+mn-lt"/>
                        </a:rPr>
                        <a:t>PolicyCenter</a:t>
                      </a:r>
                      <a:r>
                        <a:rPr lang="en-US" sz="800">
                          <a:latin typeface="+mn-lt"/>
                        </a:rPr>
                        <a:t> Functional Lead</a:t>
                      </a:r>
                    </a:p>
                  </a:txBody>
                  <a:tcPr marL="90535" marR="90535"/>
                </a:tc>
                <a:tc>
                  <a:txBody>
                    <a:bodyPr/>
                    <a:lstStyle/>
                    <a:p>
                      <a:pPr marL="0" lvl="0" indent="0">
                        <a:buNone/>
                      </a:pPr>
                      <a:r>
                        <a:rPr lang="en-US" sz="800" b="0" i="0" u="none" strike="noStrike" noProof="0">
                          <a:solidFill>
                            <a:srgbClr val="000000"/>
                          </a:solidFill>
                          <a:latin typeface="+mn-lt"/>
                        </a:rPr>
                        <a:t>Sherezad Contractor</a:t>
                      </a:r>
                      <a:endParaRPr lang="en-US" sz="1600">
                        <a:latin typeface="+mn-lt"/>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Policy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p>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endParaRPr lang="en-GB" sz="700">
                        <a:latin typeface="+mn-lt"/>
                      </a:endParaRPr>
                    </a:p>
                  </a:txBody>
                  <a:tcPr marL="90535" marR="90535"/>
                </a:tc>
                <a:extLst>
                  <a:ext uri="{0D108BD9-81ED-4DB2-BD59-A6C34878D82A}">
                    <a16:rowId xmlns:a16="http://schemas.microsoft.com/office/drawing/2014/main" val="3479841583"/>
                  </a:ext>
                </a:extLst>
              </a:tr>
              <a:tr h="434850">
                <a:tc>
                  <a:txBody>
                    <a:bodyPr/>
                    <a:lstStyle/>
                    <a:p>
                      <a:pPr marL="0" indent="0">
                        <a:buFont typeface="Arial" panose="020B0604020202020204" pitchFamily="34" charset="0"/>
                        <a:buNone/>
                      </a:pPr>
                      <a:r>
                        <a:rPr lang="en-US" sz="800">
                          <a:latin typeface="+mn-lt"/>
                        </a:rPr>
                        <a:t>BillingCenter Functional Lead</a:t>
                      </a:r>
                    </a:p>
                  </a:txBody>
                  <a:tcPr marL="90535" marR="90535"/>
                </a:tc>
                <a:tc>
                  <a:txBody>
                    <a:bodyPr/>
                    <a:lstStyle/>
                    <a:p>
                      <a:pPr marL="0" indent="0">
                        <a:buFont typeface="Arial" panose="020B0604020202020204" pitchFamily="34" charset="0"/>
                        <a:buNone/>
                      </a:pPr>
                      <a:r>
                        <a:rPr lang="en-US" sz="800">
                          <a:latin typeface="+mn-lt"/>
                        </a:rPr>
                        <a:t>Sriram Jagannathan</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Billing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p>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p>
                    <a:p>
                      <a:pPr marL="171450" indent="-171450">
                        <a:buFont typeface="Courier New" panose="02070309020205020404" pitchFamily="49" charset="0"/>
                        <a:buChar char="o"/>
                      </a:pPr>
                      <a:r>
                        <a:rPr lang="en-GB" sz="700" kern="1200">
                          <a:solidFill>
                            <a:schemeClr val="tx1"/>
                          </a:solidFill>
                          <a:latin typeface="+mn-lt"/>
                        </a:rPr>
                        <a:t>Lead with the high-level implementation approach for complex functional requirements </a:t>
                      </a:r>
                      <a:endParaRPr lang="en-GB" sz="700">
                        <a:latin typeface="+mn-lt"/>
                      </a:endParaRPr>
                    </a:p>
                  </a:txBody>
                  <a:tcPr marL="90535" marR="90535"/>
                </a:tc>
                <a:extLst>
                  <a:ext uri="{0D108BD9-81ED-4DB2-BD59-A6C34878D82A}">
                    <a16:rowId xmlns:a16="http://schemas.microsoft.com/office/drawing/2014/main" val="2693367154"/>
                  </a:ext>
                </a:extLst>
              </a:tr>
              <a:tr h="555643">
                <a:tc>
                  <a:txBody>
                    <a:bodyPr/>
                    <a:lstStyle/>
                    <a:p>
                      <a:pPr marL="0" indent="0">
                        <a:buFont typeface="Arial" panose="020B0604020202020204" pitchFamily="34" charset="0"/>
                        <a:buNone/>
                      </a:pPr>
                      <a:r>
                        <a:rPr lang="en-US" sz="800" err="1">
                          <a:solidFill>
                            <a:schemeClr val="tx1"/>
                          </a:solidFill>
                          <a:latin typeface="+mn-lt"/>
                        </a:rPr>
                        <a:t>PolicyCenter</a:t>
                      </a:r>
                      <a:r>
                        <a:rPr lang="en-US" sz="8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0" u="none" strike="noStrike" kern="1200" cap="none" spc="0" normalizeH="0" baseline="0" noProof="0">
                          <a:ln>
                            <a:noFill/>
                          </a:ln>
                          <a:solidFill>
                            <a:schemeClr val="tx1"/>
                          </a:solidFill>
                          <a:effectLst/>
                          <a:uLnTx/>
                          <a:uFillTx/>
                          <a:latin typeface="+mn-lt"/>
                        </a:rPr>
                        <a:t>Vamshi Chennamadhavuni</a:t>
                      </a:r>
                      <a:endParaRPr kumimoji="0" lang="en-US" sz="800" b="0" i="0" u="none" strike="noStrike" kern="1200" cap="none" spc="0" normalizeH="0" baseline="0" noProof="0" err="1">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PC </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defTabSz="360000">
                        <a:buFont typeface="Courier New" panose="02070309020205020404" pitchFamily="49" charset="0"/>
                        <a:buChar char="o"/>
                      </a:pPr>
                      <a:r>
                        <a:rPr lang="en-GB" sz="700" kern="1200">
                          <a:solidFill>
                            <a:schemeClr val="tx1"/>
                          </a:solidFill>
                          <a:latin typeface="+mn-lt"/>
                        </a:rPr>
                        <a:t>Support the Policy Functional Lead with the high-level implementation approach for complex functional requirements</a:t>
                      </a:r>
                      <a:endParaRPr lang="en-GB" sz="700">
                        <a:latin typeface="+mn-lt"/>
                      </a:endParaRPr>
                    </a:p>
                  </a:txBody>
                  <a:tcPr marL="90535" marR="90535"/>
                </a:tc>
                <a:extLst>
                  <a:ext uri="{0D108BD9-81ED-4DB2-BD59-A6C34878D82A}">
                    <a16:rowId xmlns:a16="http://schemas.microsoft.com/office/drawing/2014/main" val="1164296243"/>
                  </a:ext>
                </a:extLst>
              </a:tr>
              <a:tr h="555643">
                <a:tc>
                  <a:txBody>
                    <a:bodyPr/>
                    <a:lstStyle/>
                    <a:p>
                      <a:pPr marL="0" indent="0">
                        <a:buFont typeface="Arial" panose="020B0604020202020204" pitchFamily="34" charset="0"/>
                        <a:buNone/>
                      </a:pPr>
                      <a:r>
                        <a:rPr lang="en-US" sz="800">
                          <a:solidFill>
                            <a:schemeClr val="tx1"/>
                          </a:solidFill>
                          <a:latin typeface="+mn-lt"/>
                        </a:rPr>
                        <a:t>BillingCenter Technical Lead</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u="none" strike="noStrike" kern="1200" cap="none" spc="0" normalizeH="0" baseline="0" noProof="0">
                          <a:ln>
                            <a:noFill/>
                          </a:ln>
                          <a:solidFill>
                            <a:schemeClr val="tx1"/>
                          </a:solidFill>
                          <a:effectLst/>
                          <a:uLnTx/>
                          <a:uFillTx/>
                          <a:latin typeface="+mn-lt"/>
                        </a:rPr>
                        <a:t>Sriram Jagannathan</a:t>
                      </a: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BC</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a:buFont typeface="Courier New" panose="02070309020205020404" pitchFamily="49" charset="0"/>
                        <a:buChar char="o"/>
                      </a:pPr>
                      <a:r>
                        <a:rPr lang="en-GB" sz="700" kern="1200">
                          <a:solidFill>
                            <a:schemeClr val="tx1"/>
                          </a:solidFill>
                          <a:latin typeface="+mn-lt"/>
                        </a:rPr>
                        <a:t>Support the Policy </a:t>
                      </a:r>
                      <a:endParaRPr lang="en-GB" sz="700">
                        <a:latin typeface="+mn-lt"/>
                      </a:endParaRPr>
                    </a:p>
                  </a:txBody>
                  <a:tcPr marL="90535" marR="90535"/>
                </a:tc>
                <a:extLst>
                  <a:ext uri="{0D108BD9-81ED-4DB2-BD59-A6C34878D82A}">
                    <a16:rowId xmlns:a16="http://schemas.microsoft.com/office/drawing/2014/main" val="4103461069"/>
                  </a:ext>
                </a:extLst>
              </a:tr>
              <a:tr h="3238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800" b="0" u="none" strike="noStrike" kern="0" cap="none" spc="0" normalizeH="0" baseline="0" noProof="0">
                          <a:ln>
                            <a:noFill/>
                          </a:ln>
                          <a:solidFill>
                            <a:srgbClr val="000000"/>
                          </a:solidFill>
                          <a:effectLst/>
                          <a:uLnTx/>
                          <a:uFillTx/>
                          <a:latin typeface="+mn-lt"/>
                        </a:rPr>
                        <a:t>Integration Lead</a:t>
                      </a:r>
                      <a:endParaRPr kumimoji="0" lang="en-GB" sz="800" b="0" i="0" u="none" strike="noStrike" kern="0" cap="none" spc="0" normalizeH="0" baseline="0" noProof="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800">
                          <a:latin typeface="+mn-lt"/>
                        </a:rPr>
                        <a:t>Saharsh Gupta</a:t>
                      </a:r>
                    </a:p>
                    <a:p>
                      <a:pPr marL="0" indent="0">
                        <a:buFont typeface="Arial" panose="020B0604020202020204" pitchFamily="34" charset="0"/>
                        <a:buNone/>
                      </a:pPr>
                      <a:r>
                        <a:rPr lang="en-US" sz="800">
                          <a:latin typeface="+mn-lt"/>
                        </a:rPr>
                        <a:t>Gourab Marik</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integration and technical architecture guidance for GW </a:t>
                      </a:r>
                      <a:endParaRPr lang="en-US" sz="1400">
                        <a:latin typeface="+mn-lt"/>
                      </a:endParaRPr>
                    </a:p>
                    <a:p>
                      <a:pPr marL="171450" indent="-171450">
                        <a:buFont typeface="Courier New" panose="02070309020205020404" pitchFamily="49" charset="0"/>
                        <a:buChar char="o"/>
                      </a:pPr>
                      <a:r>
                        <a:rPr lang="en-GB" sz="700" kern="1200">
                          <a:solidFill>
                            <a:schemeClr val="tx1"/>
                          </a:solidFill>
                          <a:latin typeface="+mn-lt"/>
                        </a:rPr>
                        <a:t>Lead analysis effort of interface specification documents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Lead the integration design effort for specified integration points </a:t>
                      </a:r>
                    </a:p>
                    <a:p>
                      <a:pPr marL="171450" indent="-171450">
                        <a:buFont typeface="Courier New" panose="02070309020205020404" pitchFamily="49" charset="0"/>
                        <a:buChar char="o"/>
                      </a:pPr>
                      <a:r>
                        <a:rPr lang="en-GB" sz="700" kern="1200">
                          <a:solidFill>
                            <a:schemeClr val="tx1"/>
                          </a:solidFill>
                          <a:latin typeface="+mn-lt"/>
                        </a:rPr>
                        <a:t>Provide direction and technical guidance </a:t>
                      </a:r>
                      <a:endParaRPr lang="en-US" sz="700">
                        <a:latin typeface="+mn-lt"/>
                      </a:endParaRPr>
                    </a:p>
                  </a:txBody>
                  <a:tcPr marL="90535" marR="90535"/>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2621471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1399148901"/>
              </p:ext>
            </p:extLst>
          </p:nvPr>
        </p:nvGraphicFramePr>
        <p:xfrm>
          <a:off x="333623" y="1072834"/>
          <a:ext cx="11676993" cy="1308246"/>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Delivery Lead</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en-GB" sz="1000" b="0" kern="100">
                          <a:solidFill>
                            <a:srgbClr val="000000"/>
                          </a:solidFill>
                          <a:effectLst/>
                        </a:rPr>
                        <a:t>Frederic Brunner</a:t>
                      </a:r>
                    </a:p>
                    <a:p>
                      <a:pPr lvl="0" algn="l">
                        <a:buNone/>
                      </a:pPr>
                      <a:r>
                        <a:rPr lang="en-GB" sz="1000" b="0" kern="100">
                          <a:solidFill>
                            <a:srgbClr val="000000"/>
                          </a:solidFill>
                          <a:effectLst/>
                        </a:rPr>
                        <a:t>Bruno Fauchere</a:t>
                      </a:r>
                      <a:endParaRPr lang="en-US"/>
                    </a:p>
                  </a:txBody>
                  <a:tcPr marL="68580" marR="68580" marT="0" marB="0" anchor="ctr"/>
                </a:tc>
                <a:tc>
                  <a:txBody>
                    <a:bodyPr/>
                    <a:lstStyle/>
                    <a:p>
                      <a:pPr marL="0" indent="0" algn="l">
                        <a:buFont typeface="Courier New" panose="02070309020205020404" pitchFamily="49" charset="0"/>
                        <a:buNone/>
                      </a:pPr>
                      <a:r>
                        <a:rPr lang="en-GB" sz="1000" kern="100">
                          <a:solidFill>
                            <a:srgbClr val="000000"/>
                          </a:solidFill>
                          <a:effectLst/>
                        </a:rPr>
                        <a:t>Responsible for Services Engagement, Consults Team Management, Coordination with SI Partner</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Guidewire Cloud Principal</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Stephan Benet-Weiler</a:t>
                      </a:r>
                    </a:p>
                  </a:txBody>
                  <a:tcPr marL="68580" marR="68580" marT="0" marB="0" anchor="ctr"/>
                </a:tc>
                <a:tc>
                  <a:txBody>
                    <a:bodyPr/>
                    <a:lstStyle/>
                    <a:p>
                      <a:pPr marL="0" indent="0" algn="l">
                        <a:buFont typeface="Courier New" panose="02070309020205020404" pitchFamily="49" charset="0"/>
                        <a:buNone/>
                      </a:pPr>
                      <a:r>
                        <a:rPr lang="en-GB" sz="1000" kern="100">
                          <a:effectLst/>
                        </a:rPr>
                        <a:t>Is a Point of Contact for Transformation Execution for Customer &amp; SI, Partner, Strategic Guidance, Ensures Adoption of cloud standards, architecture and quality</a:t>
                      </a:r>
                    </a:p>
                  </a:txBody>
                  <a:tcPr marL="68580" marR="68580" marT="0" marB="0" anchor="ctr"/>
                </a:tc>
                <a:extLst>
                  <a:ext uri="{0D108BD9-81ED-4DB2-BD59-A6C34878D82A}">
                    <a16:rowId xmlns:a16="http://schemas.microsoft.com/office/drawing/2014/main" val="4171489542"/>
                  </a:ext>
                </a:extLst>
              </a:tr>
              <a:tr h="357352">
                <a:tc>
                  <a:txBody>
                    <a:bodyPr/>
                    <a:lstStyle/>
                    <a:p>
                      <a:pPr algn="l"/>
                      <a:r>
                        <a:rPr lang="en-GB" sz="1000" b="0" kern="100">
                          <a:solidFill>
                            <a:schemeClr val="tx1"/>
                          </a:solidFill>
                          <a:effectLst/>
                        </a:rPr>
                        <a:t>Technical Account Manager</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Joel Dupont</a:t>
                      </a:r>
                    </a:p>
                  </a:txBody>
                  <a:tcPr marL="68580" marR="68580" marT="0" marB="0" anchor="ctr"/>
                </a:tc>
                <a:tc>
                  <a:txBody>
                    <a:bodyPr/>
                    <a:lstStyle/>
                    <a:p>
                      <a:pPr marL="0" indent="0" algn="l">
                        <a:buFont typeface="Courier New" panose="02070309020205020404" pitchFamily="49" charset="0"/>
                        <a:buNone/>
                      </a:pPr>
                      <a:r>
                        <a:rPr lang="en-GB" sz="1000" kern="100">
                          <a:effectLst/>
                        </a:rPr>
                        <a:t>Responsible for Enablement and Planning, Guidance on Cloud Capabilities, Prod and NPE Incident Management</a:t>
                      </a:r>
                    </a:p>
                  </a:txBody>
                  <a:tcPr marL="68580" marR="68580" marT="0" marB="0" anchor="ctr"/>
                </a:tc>
                <a:extLst>
                  <a:ext uri="{0D108BD9-81ED-4DB2-BD59-A6C34878D82A}">
                    <a16:rowId xmlns:a16="http://schemas.microsoft.com/office/drawing/2014/main" val="321305368"/>
                  </a:ext>
                </a:extLst>
              </a:tr>
            </a:tbl>
          </a:graphicData>
        </a:graphic>
      </p:graphicFrame>
      <p:sp>
        <p:nvSpPr>
          <p:cNvPr id="4" name="Title 2">
            <a:extLst>
              <a:ext uri="{FF2B5EF4-FFF2-40B4-BE49-F238E27FC236}">
                <a16:creationId xmlns:a16="http://schemas.microsoft.com/office/drawing/2014/main" id="{79ECF27B-342F-3721-BD32-737F7146DDFA}"/>
              </a:ext>
            </a:extLst>
          </p:cNvPr>
          <p:cNvSpPr txBox="1">
            <a:spLocks/>
          </p:cNvSpPr>
          <p:nvPr/>
        </p:nvSpPr>
        <p:spPr>
          <a:xfrm>
            <a:off x="373282" y="2489550"/>
            <a:ext cx="9776592" cy="716711"/>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KEY ROLES - Hexaware</a:t>
            </a:r>
          </a:p>
        </p:txBody>
      </p:sp>
      <p:graphicFrame>
        <p:nvGraphicFramePr>
          <p:cNvPr id="5" name="Table 5">
            <a:extLst>
              <a:ext uri="{FF2B5EF4-FFF2-40B4-BE49-F238E27FC236}">
                <a16:creationId xmlns:a16="http://schemas.microsoft.com/office/drawing/2014/main" id="{BF963F44-2AF5-0D18-B298-EC70E47829C5}"/>
              </a:ext>
            </a:extLst>
          </p:cNvPr>
          <p:cNvGraphicFramePr>
            <a:graphicFrameLocks noGrp="1"/>
          </p:cNvGraphicFramePr>
          <p:nvPr>
            <p:extLst>
              <p:ext uri="{D42A27DB-BD31-4B8C-83A1-F6EECF244321}">
                <p14:modId xmlns:p14="http://schemas.microsoft.com/office/powerpoint/2010/main" val="2648716693"/>
              </p:ext>
            </p:extLst>
          </p:nvPr>
        </p:nvGraphicFramePr>
        <p:xfrm>
          <a:off x="373282" y="3382523"/>
          <a:ext cx="11676993" cy="1665598"/>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Test Manager</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fi-FI" sz="1000" b="0" kern="100">
                          <a:solidFill>
                            <a:srgbClr val="000000"/>
                          </a:solidFill>
                          <a:effectLst/>
                        </a:rPr>
                        <a:t>Alagianambi Rajappan</a:t>
                      </a:r>
                      <a:endParaRPr lang="en-US"/>
                    </a:p>
                  </a:txBody>
                  <a:tcPr marL="68580" marR="68580" marT="0" marB="0" anchor="ctr"/>
                </a:tc>
                <a:tc>
                  <a:txBody>
                    <a:bodyPr/>
                    <a:lstStyle/>
                    <a:p>
                      <a:pPr marL="0" indent="0">
                        <a:buFont typeface="Courier New" panose="02070309020205020404" pitchFamily="49" charset="0"/>
                        <a:buNone/>
                      </a:pPr>
                      <a:r>
                        <a:rPr lang="en-GB" sz="1000" kern="100">
                          <a:solidFill>
                            <a:srgbClr val="000000"/>
                          </a:solidFill>
                          <a:effectLst/>
                        </a:rPr>
                        <a:t>Overall responsibility for Hexaware Test Strategy</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Automation Architect</a:t>
                      </a:r>
                    </a:p>
                  </a:txBody>
                  <a:tcPr marL="68580" marR="68580" marT="0" marB="0" anchor="ctr"/>
                </a:tc>
                <a:tc>
                  <a:txBody>
                    <a:bodyPr/>
                    <a:lstStyle/>
                    <a:p>
                      <a:pPr lvl="0">
                        <a:buNone/>
                      </a:pPr>
                      <a:r>
                        <a:rPr lang="en-GB" sz="1000" b="0" kern="100">
                          <a:effectLst/>
                        </a:rPr>
                        <a:t>Abdul Wahab</a:t>
                      </a:r>
                    </a:p>
                  </a:txBody>
                  <a:tcPr marL="68580" marR="68580" marT="0" marB="0" anchor="ctr"/>
                </a:tc>
                <a:tc>
                  <a:txBody>
                    <a:bodyPr/>
                    <a:lstStyle/>
                    <a:p>
                      <a:pPr marL="0" indent="0">
                        <a:buFont typeface="Courier New" panose="02070309020205020404" pitchFamily="49" charset="0"/>
                        <a:buNone/>
                      </a:pPr>
                      <a:r>
                        <a:rPr lang="en-GB" sz="1000" kern="100">
                          <a:effectLst/>
                        </a:rPr>
                        <a:t>Overall responsibility for Hexaware Test Strategy on Automation</a:t>
                      </a:r>
                    </a:p>
                  </a:txBody>
                  <a:tcPr marL="68580" marR="68580" marT="0" marB="0" anchor="ctr"/>
                </a:tc>
                <a:extLst>
                  <a:ext uri="{0D108BD9-81ED-4DB2-BD59-A6C34878D82A}">
                    <a16:rowId xmlns:a16="http://schemas.microsoft.com/office/drawing/2014/main" val="3479841583"/>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Engagement Lead - TMO</a:t>
                      </a:r>
                    </a:p>
                  </a:txBody>
                  <a:tcPr marL="68580" marR="68580" marT="0" marB="0" anchor="ctr"/>
                </a:tc>
                <a:tc>
                  <a:txBody>
                    <a:bodyPr/>
                    <a:lstStyle/>
                    <a:p>
                      <a:pPr algn="l"/>
                      <a:r>
                        <a:rPr lang="en-GB" sz="1000" b="0" kern="100">
                          <a:solidFill>
                            <a:schemeClr val="tx1"/>
                          </a:solidFill>
                          <a:effectLst/>
                        </a:rPr>
                        <a:t>Sunil Kumar Srinivasan</a:t>
                      </a:r>
                    </a:p>
                  </a:txBody>
                  <a:tcPr marL="68580" marR="68580" marT="0" marB="0" anchor="ctr"/>
                </a:tc>
                <a:tc>
                  <a:txBody>
                    <a:bodyPr/>
                    <a:lstStyle/>
                    <a:p>
                      <a:pPr marL="0" indent="0">
                        <a:buFont typeface="Courier New" panose="02070309020205020404" pitchFamily="49" charset="0"/>
                        <a:buNone/>
                      </a:pPr>
                      <a:r>
                        <a:rPr lang="en-GB" sz="1000" kern="100">
                          <a:effectLst/>
                        </a:rPr>
                        <a:t>Overall Engagement lead for Beazley and Capgemini from Hexaware</a:t>
                      </a:r>
                    </a:p>
                  </a:txBody>
                  <a:tcPr marL="68580" marR="68580" marT="0" marB="0" anchor="ctr"/>
                </a:tc>
                <a:extLst>
                  <a:ext uri="{0D108BD9-81ED-4DB2-BD59-A6C34878D82A}">
                    <a16:rowId xmlns:a16="http://schemas.microsoft.com/office/drawing/2014/main" val="3776792708"/>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NFT Lead</a:t>
                      </a:r>
                    </a:p>
                  </a:txBody>
                  <a:tcPr marL="68580" marR="68580" marT="0" marB="0" anchor="ctr"/>
                </a:tc>
                <a:tc>
                  <a:txBody>
                    <a:bodyPr/>
                    <a:lstStyle/>
                    <a:p>
                      <a:pPr algn="l"/>
                      <a:r>
                        <a:rPr lang="en-US" sz="1000"/>
                        <a:t>Ganesh Kamalanathan</a:t>
                      </a:r>
                      <a:endParaRPr lang="en-GB" sz="1000" b="0" kern="100">
                        <a:solidFill>
                          <a:schemeClr val="tx1"/>
                        </a:solidFill>
                        <a:effectLst/>
                      </a:endParaRPr>
                    </a:p>
                  </a:txBody>
                  <a:tcPr marL="68580" marR="68580" marT="0" marB="0" anchor="ctr"/>
                </a:tc>
                <a:tc>
                  <a:txBody>
                    <a:bodyPr/>
                    <a:lstStyle/>
                    <a:p>
                      <a:pPr marL="0" indent="0">
                        <a:buFont typeface="Courier New" panose="02070309020205020404" pitchFamily="49" charset="0"/>
                        <a:buNone/>
                      </a:pPr>
                      <a:r>
                        <a:rPr lang="en-GB" sz="1000" kern="100">
                          <a:effectLst/>
                        </a:rPr>
                        <a:t>Overall NFT strategy and execution</a:t>
                      </a:r>
                    </a:p>
                  </a:txBody>
                  <a:tcPr marL="68580" marR="68580" marT="0" marB="0" anchor="ctr"/>
                </a:tc>
                <a:extLst>
                  <a:ext uri="{0D108BD9-81ED-4DB2-BD59-A6C34878D82A}">
                    <a16:rowId xmlns:a16="http://schemas.microsoft.com/office/drawing/2014/main" val="2071118357"/>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spTree>
    <p:extLst>
      <p:ext uri="{BB962C8B-B14F-4D97-AF65-F5344CB8AC3E}">
        <p14:creationId xmlns:p14="http://schemas.microsoft.com/office/powerpoint/2010/main" val="340810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440891635"/>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16:30 – 17:30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06:</a:t>
                      </a:r>
                      <a:r>
                        <a:rPr kumimoji="0" lang="en-US" sz="800" b="1" i="0" u="none" strike="noStrike" kern="1200" cap="none" spc="0" normalizeH="0" baseline="0" noProof="0">
                          <a:ln>
                            <a:noFill/>
                          </a:ln>
                          <a:solidFill>
                            <a:srgbClr val="FFFFFF"/>
                          </a:solidFill>
                          <a:effectLst/>
                          <a:uLnTx/>
                          <a:uFillTx/>
                          <a:latin typeface="+mn-lt"/>
                          <a:ea typeface="+mn-ea"/>
                          <a:cs typeface="+mn-cs"/>
                          <a:sym typeface="Wingdings" panose="05000000000000000000" pitchFamily="2" charset="2"/>
                        </a:rPr>
                        <a:t>00</a:t>
                      </a:r>
                      <a:endParaRPr kumimoji="0" lang="en-US" sz="800" b="1" i="0" u="none" strike="noStrike" kern="1200" cap="none" spc="0" normalizeH="0" baseline="0" noProof="0">
                        <a:ln>
                          <a:noFill/>
                        </a:ln>
                        <a:solidFill>
                          <a:srgbClr val="FFFFFF"/>
                        </a:solidFill>
                        <a:effectLst/>
                        <a:uLnTx/>
                        <a:uFillTx/>
                        <a:latin typeface="+mn-lt"/>
                        <a:ea typeface="+mn-ea"/>
                        <a:cs typeface="+mn-cs"/>
                      </a:endParaRP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20:00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08:30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09:30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29" name="Rectangle: Rounded Corners 28">
            <a:extLst>
              <a:ext uri="{FF2B5EF4-FFF2-40B4-BE49-F238E27FC236}">
                <a16:creationId xmlns:a16="http://schemas.microsoft.com/office/drawing/2014/main" id="{B46205D8-9DAB-7EDE-E5B5-B134D915ECDA}"/>
              </a:ext>
              <a:ext uri="{C183D7F6-B498-43B3-948B-1728B52AA6E4}">
                <adec:decorative xmlns:adec="http://schemas.microsoft.com/office/drawing/2017/decorative" val="1"/>
              </a:ext>
            </a:extLst>
          </p:cNvPr>
          <p:cNvSpPr/>
          <p:nvPr/>
        </p:nvSpPr>
        <p:spPr>
          <a:xfrm>
            <a:off x="3935667" y="4762119"/>
            <a:ext cx="1304561"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2" name="Rectangle: Rounded Corners 31">
            <a:extLst>
              <a:ext uri="{FF2B5EF4-FFF2-40B4-BE49-F238E27FC236}">
                <a16:creationId xmlns:a16="http://schemas.microsoft.com/office/drawing/2014/main" id="{3C546BC1-4BDB-C281-3CB8-3F7E4449260F}"/>
              </a:ext>
              <a:ext uri="{C183D7F6-B498-43B3-948B-1728B52AA6E4}">
                <adec:decorative xmlns:adec="http://schemas.microsoft.com/office/drawing/2017/decorative" val="1"/>
              </a:ext>
            </a:extLst>
          </p:cNvPr>
          <p:cNvSpPr/>
          <p:nvPr/>
        </p:nvSpPr>
        <p:spPr>
          <a:xfrm>
            <a:off x="5530217" y="4767951"/>
            <a:ext cx="135563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7" name="Rectangle: Rounded Corners 36">
            <a:extLst>
              <a:ext uri="{FF2B5EF4-FFF2-40B4-BE49-F238E27FC236}">
                <a16:creationId xmlns:a16="http://schemas.microsoft.com/office/drawing/2014/main" id="{F147CC7C-03F1-9738-BE4E-0012726DAAD0}"/>
              </a:ext>
              <a:ext uri="{C183D7F6-B498-43B3-948B-1728B52AA6E4}">
                <adec:decorative xmlns:adec="http://schemas.microsoft.com/office/drawing/2017/decorative" val="1"/>
              </a:ext>
            </a:extLst>
          </p:cNvPr>
          <p:cNvSpPr/>
          <p:nvPr/>
        </p:nvSpPr>
        <p:spPr>
          <a:xfrm>
            <a:off x="7204830" y="4768439"/>
            <a:ext cx="131127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8" name="Rectangle: Rounded Corners 37">
            <a:extLst>
              <a:ext uri="{FF2B5EF4-FFF2-40B4-BE49-F238E27FC236}">
                <a16:creationId xmlns:a16="http://schemas.microsoft.com/office/drawing/2014/main" id="{A5F5CCCE-E921-0F2C-C443-C5335FCAFB68}"/>
              </a:ext>
              <a:ext uri="{C183D7F6-B498-43B3-948B-1728B52AA6E4}">
                <adec:decorative xmlns:adec="http://schemas.microsoft.com/office/drawing/2017/decorative" val="1"/>
              </a:ext>
            </a:extLst>
          </p:cNvPr>
          <p:cNvSpPr/>
          <p:nvPr/>
        </p:nvSpPr>
        <p:spPr>
          <a:xfrm>
            <a:off x="8947831" y="4767951"/>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9" name="Rectangle: Rounded Corners 38">
            <a:extLst>
              <a:ext uri="{FF2B5EF4-FFF2-40B4-BE49-F238E27FC236}">
                <a16:creationId xmlns:a16="http://schemas.microsoft.com/office/drawing/2014/main" id="{B258CEA4-92BF-0A0A-4FBF-E17F9C1EA754}"/>
              </a:ext>
              <a:ext uri="{C183D7F6-B498-43B3-948B-1728B52AA6E4}">
                <adec:decorative xmlns:adec="http://schemas.microsoft.com/office/drawing/2017/decorative" val="1"/>
              </a:ext>
            </a:extLst>
          </p:cNvPr>
          <p:cNvSpPr/>
          <p:nvPr/>
        </p:nvSpPr>
        <p:spPr>
          <a:xfrm>
            <a:off x="10494568" y="4771151"/>
            <a:ext cx="1158879"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40" name="TextBox 39">
            <a:extLst>
              <a:ext uri="{FF2B5EF4-FFF2-40B4-BE49-F238E27FC236}">
                <a16:creationId xmlns:a16="http://schemas.microsoft.com/office/drawing/2014/main" id="{BAD8929A-9F3C-5F5C-EEFB-27089C7A8ED7}"/>
              </a:ext>
            </a:extLst>
          </p:cNvPr>
          <p:cNvSpPr txBox="1"/>
          <p:nvPr/>
        </p:nvSpPr>
        <p:spPr>
          <a:xfrm>
            <a:off x="5766020" y="5304987"/>
            <a:ext cx="4248926" cy="584775"/>
          </a:xfrm>
          <a:prstGeom prst="rect">
            <a:avLst/>
          </a:prstGeom>
          <a:solidFill>
            <a:schemeClr val="accent3">
              <a:lumMod val="10000"/>
              <a:lumOff val="90000"/>
            </a:schemeClr>
          </a:solidFill>
          <a:ln>
            <a:noFill/>
          </a:ln>
        </p:spPr>
        <p:txBody>
          <a:bodyPr wrap="square" rtlCol="0">
            <a:spAutoFit/>
          </a:bodyPr>
          <a:lstStyle/>
          <a:p>
            <a:pPr marL="171450" indent="-171450">
              <a:buFont typeface="Arial" panose="020B0604020202020204" pitchFamily="34" charset="0"/>
              <a:buChar char="•"/>
            </a:pPr>
            <a:r>
              <a:rPr lang="en-IN" sz="800"/>
              <a:t>To allow Product Owners to join SoS, it is aligned to US morning. </a:t>
            </a:r>
          </a:p>
          <a:p>
            <a:pPr marL="171450" indent="-171450">
              <a:buFont typeface="Arial" panose="020B0604020202020204" pitchFamily="34" charset="0"/>
              <a:buChar char="•"/>
            </a:pPr>
            <a:r>
              <a:rPr lang="en-IN" sz="800"/>
              <a:t>Capgemini will be represented by Release Train Leads &amp; Functional leads from UK</a:t>
            </a:r>
          </a:p>
          <a:p>
            <a:pPr marL="171450" indent="-171450">
              <a:buFont typeface="Arial" panose="020B0604020202020204" pitchFamily="34" charset="0"/>
              <a:buChar char="•"/>
            </a:pPr>
            <a:r>
              <a:rPr lang="en-IN" sz="800"/>
              <a:t>Release Train Leads and the POs have an opportunity to catch-up on the SoS</a:t>
            </a:r>
          </a:p>
          <a:p>
            <a:pPr marL="171450" indent="-171450">
              <a:buFont typeface="Arial" panose="020B0604020202020204" pitchFamily="34" charset="0"/>
              <a:buChar char="•"/>
            </a:pPr>
            <a:r>
              <a:rPr lang="en-IN" sz="800"/>
              <a:t>Unless required, no India representation available</a:t>
            </a:r>
          </a:p>
        </p:txBody>
      </p:sp>
      <p:sp>
        <p:nvSpPr>
          <p:cNvPr id="43" name="Rectangle: Rounded Corners 42">
            <a:extLst>
              <a:ext uri="{FF2B5EF4-FFF2-40B4-BE49-F238E27FC236}">
                <a16:creationId xmlns:a16="http://schemas.microsoft.com/office/drawing/2014/main" id="{82A8419B-4F72-D57C-01E3-87DB297E303D}"/>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4" name="Rectangle: Rounded Corners 43">
            <a:extLst>
              <a:ext uri="{FF2B5EF4-FFF2-40B4-BE49-F238E27FC236}">
                <a16:creationId xmlns:a16="http://schemas.microsoft.com/office/drawing/2014/main" id="{A8F464D4-6A30-42E4-D709-0D6C0EB2542B}"/>
              </a:ext>
              <a:ext uri="{C183D7F6-B498-43B3-948B-1728B52AA6E4}">
                <adec:decorative xmlns:adec="http://schemas.microsoft.com/office/drawing/2017/decorative" val="1"/>
              </a:ext>
            </a:extLst>
          </p:cNvPr>
          <p:cNvSpPr/>
          <p:nvPr/>
        </p:nvSpPr>
        <p:spPr>
          <a:xfrm>
            <a:off x="5514196" y="1687501"/>
            <a:ext cx="1353545"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5" name="Rectangle: Rounded Corners 44">
            <a:extLst>
              <a:ext uri="{FF2B5EF4-FFF2-40B4-BE49-F238E27FC236}">
                <a16:creationId xmlns:a16="http://schemas.microsoft.com/office/drawing/2014/main" id="{8CAAA635-E982-2881-8719-31828F29D5DF}"/>
              </a:ext>
              <a:ext uri="{C183D7F6-B498-43B3-948B-1728B52AA6E4}">
                <adec:decorative xmlns:adec="http://schemas.microsoft.com/office/drawing/2017/decorative" val="1"/>
              </a:ext>
            </a:extLst>
          </p:cNvPr>
          <p:cNvSpPr/>
          <p:nvPr/>
        </p:nvSpPr>
        <p:spPr>
          <a:xfrm>
            <a:off x="7161901" y="1713486"/>
            <a:ext cx="131127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6" name="Rectangle: Rounded Corners 45">
            <a:extLst>
              <a:ext uri="{FF2B5EF4-FFF2-40B4-BE49-F238E27FC236}">
                <a16:creationId xmlns:a16="http://schemas.microsoft.com/office/drawing/2014/main" id="{7CF32ECA-0442-1F28-2543-CB5BAAB4EA20}"/>
              </a:ext>
              <a:ext uri="{C183D7F6-B498-43B3-948B-1728B52AA6E4}">
                <adec:decorative xmlns:adec="http://schemas.microsoft.com/office/drawing/2017/decorative" val="1"/>
              </a:ext>
            </a:extLst>
          </p:cNvPr>
          <p:cNvSpPr/>
          <p:nvPr/>
        </p:nvSpPr>
        <p:spPr>
          <a:xfrm>
            <a:off x="8927640" y="1713486"/>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7" name="Rectangle: Rounded Corners 46">
            <a:extLst>
              <a:ext uri="{FF2B5EF4-FFF2-40B4-BE49-F238E27FC236}">
                <a16:creationId xmlns:a16="http://schemas.microsoft.com/office/drawing/2014/main" id="{C9CD12D3-2FCB-FC52-AA4F-3C3A37309CC4}"/>
              </a:ext>
              <a:ext uri="{C183D7F6-B498-43B3-948B-1728B52AA6E4}">
                <adec:decorative xmlns:adec="http://schemas.microsoft.com/office/drawing/2017/decorative" val="1"/>
              </a:ext>
            </a:extLst>
          </p:cNvPr>
          <p:cNvSpPr/>
          <p:nvPr/>
        </p:nvSpPr>
        <p:spPr>
          <a:xfrm>
            <a:off x="10451640" y="1716686"/>
            <a:ext cx="1158878"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8" name="TextBox 47">
            <a:extLst>
              <a:ext uri="{FF2B5EF4-FFF2-40B4-BE49-F238E27FC236}">
                <a16:creationId xmlns:a16="http://schemas.microsoft.com/office/drawing/2014/main" id="{E0424E79-A878-01CF-D1E7-A010098F26AC}"/>
              </a:ext>
            </a:extLst>
          </p:cNvPr>
          <p:cNvSpPr txBox="1"/>
          <p:nvPr/>
        </p:nvSpPr>
        <p:spPr>
          <a:xfrm>
            <a:off x="5766020" y="2184990"/>
            <a:ext cx="3665538" cy="58477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Daily stand ups are within respective Release Train Teams. This includes both Technical &amp; Functional teams from Capgemini in UK &amp; India.  </a:t>
            </a:r>
          </a:p>
          <a:p>
            <a:pPr marL="171450" indent="-171450">
              <a:buFont typeface="Arial" panose="020B0604020202020204" pitchFamily="34" charset="0"/>
              <a:buChar char="•"/>
            </a:pPr>
            <a:r>
              <a:rPr lang="en-IN" sz="800"/>
              <a:t>Catch up with Product Owner is planned on a weekly basis to align with UK &amp; US time. </a:t>
            </a:r>
          </a:p>
        </p:txBody>
      </p:sp>
    </p:spTree>
    <p:extLst>
      <p:ext uri="{BB962C8B-B14F-4D97-AF65-F5344CB8AC3E}">
        <p14:creationId xmlns:p14="http://schemas.microsoft.com/office/powerpoint/2010/main" val="3869446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3927038994"/>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14:00- 14:30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8.30 – 09.00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02:30 – 03:00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03:30 – 04:00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19:30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8927639" y="4786379"/>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7161901" y="4796745"/>
            <a:ext cx="131127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7161900" y="5428653"/>
            <a:ext cx="1311271"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chemeClr val="tx1"/>
                </a:solidFill>
              </a:rPr>
              <a:t>Steer Co</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10474376" y="4810398"/>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Business Design Authority</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10474376" y="2277932"/>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Program Management Update</a:t>
            </a: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842822" y="4810398"/>
            <a:ext cx="13882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Dependency Forum &amp; PMO RAID Review</a:t>
            </a:r>
          </a:p>
        </p:txBody>
      </p:sp>
      <p:sp>
        <p:nvSpPr>
          <p:cNvPr id="3" name="Rectangle: Rounded Corners 2">
            <a:extLst>
              <a:ext uri="{FF2B5EF4-FFF2-40B4-BE49-F238E27FC236}">
                <a16:creationId xmlns:a16="http://schemas.microsoft.com/office/drawing/2014/main" id="{347D1049-2A47-1D2F-78BF-34E7238AA0A5}"/>
              </a:ext>
              <a:ext uri="{C183D7F6-B498-43B3-948B-1728B52AA6E4}">
                <adec:decorative xmlns:adec="http://schemas.microsoft.com/office/drawing/2017/decorative" val="1"/>
              </a:ext>
            </a:extLst>
          </p:cNvPr>
          <p:cNvSpPr/>
          <p:nvPr/>
        </p:nvSpPr>
        <p:spPr>
          <a:xfrm>
            <a:off x="10486184" y="2951991"/>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 Review</a:t>
            </a:r>
            <a:r>
              <a:rPr lang="en-US" sz="800">
                <a:solidFill>
                  <a:schemeClr val="tx1"/>
                </a:solidFill>
              </a:rPr>
              <a:t>*</a:t>
            </a:r>
            <a:endParaRPr kumimoji="0" lang="en-US" sz="800" b="0" i="0" u="none" strike="noStrike" kern="1200" cap="none" spc="0" normalizeH="0" baseline="3000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7" name="Rectangle: Rounded Corners 6">
            <a:extLst>
              <a:ext uri="{FF2B5EF4-FFF2-40B4-BE49-F238E27FC236}">
                <a16:creationId xmlns:a16="http://schemas.microsoft.com/office/drawing/2014/main" id="{A7594C23-7AA6-50F3-71B8-C08A1C56B3F2}"/>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13" name="Rectangle: Rounded Corners 12">
            <a:extLst>
              <a:ext uri="{FF2B5EF4-FFF2-40B4-BE49-F238E27FC236}">
                <a16:creationId xmlns:a16="http://schemas.microsoft.com/office/drawing/2014/main" id="{FF738030-538D-7807-C0D4-D181F0CE54C5}"/>
              </a:ext>
              <a:ext uri="{C183D7F6-B498-43B3-948B-1728B52AA6E4}">
                <adec:decorative xmlns:adec="http://schemas.microsoft.com/office/drawing/2017/decorative" val="1"/>
              </a:ext>
            </a:extLst>
          </p:cNvPr>
          <p:cNvSpPr/>
          <p:nvPr/>
        </p:nvSpPr>
        <p:spPr>
          <a:xfrm>
            <a:off x="5512111"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1" name="Rectangle: Rounded Corners 20">
            <a:extLst>
              <a:ext uri="{FF2B5EF4-FFF2-40B4-BE49-F238E27FC236}">
                <a16:creationId xmlns:a16="http://schemas.microsoft.com/office/drawing/2014/main" id="{78EA80FE-F19E-F6A3-ADA9-F2EE5A438A53}"/>
              </a:ext>
              <a:ext uri="{C183D7F6-B498-43B3-948B-1728B52AA6E4}">
                <adec:decorative xmlns:adec="http://schemas.microsoft.com/office/drawing/2017/decorative" val="1"/>
              </a:ext>
            </a:extLst>
          </p:cNvPr>
          <p:cNvSpPr/>
          <p:nvPr/>
        </p:nvSpPr>
        <p:spPr>
          <a:xfrm>
            <a:off x="7256285"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2" name="Rectangle: Rounded Corners 21">
            <a:extLst>
              <a:ext uri="{FF2B5EF4-FFF2-40B4-BE49-F238E27FC236}">
                <a16:creationId xmlns:a16="http://schemas.microsoft.com/office/drawing/2014/main" id="{36BD00B8-EBEF-0C0F-6F4F-293A468C91EA}"/>
              </a:ext>
              <a:ext uri="{C183D7F6-B498-43B3-948B-1728B52AA6E4}">
                <adec:decorative xmlns:adec="http://schemas.microsoft.com/office/drawing/2017/decorative" val="1"/>
              </a:ext>
            </a:extLst>
          </p:cNvPr>
          <p:cNvSpPr/>
          <p:nvPr/>
        </p:nvSpPr>
        <p:spPr>
          <a:xfrm>
            <a:off x="8852920"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4" name="Rectangle: Rounded Corners 23">
            <a:extLst>
              <a:ext uri="{FF2B5EF4-FFF2-40B4-BE49-F238E27FC236}">
                <a16:creationId xmlns:a16="http://schemas.microsoft.com/office/drawing/2014/main" id="{0747832B-85E5-8DBB-3FF1-E242348B7505}"/>
              </a:ext>
              <a:ext uri="{C183D7F6-B498-43B3-948B-1728B52AA6E4}">
                <adec:decorative xmlns:adec="http://schemas.microsoft.com/office/drawing/2017/decorative" val="1"/>
              </a:ext>
            </a:extLst>
          </p:cNvPr>
          <p:cNvSpPr/>
          <p:nvPr/>
        </p:nvSpPr>
        <p:spPr>
          <a:xfrm>
            <a:off x="10377189" y="1705180"/>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5" name="TextBox 24">
            <a:extLst>
              <a:ext uri="{FF2B5EF4-FFF2-40B4-BE49-F238E27FC236}">
                <a16:creationId xmlns:a16="http://schemas.microsoft.com/office/drawing/2014/main" id="{21F60C92-9760-4A25-F4DD-7DF64E123E58}"/>
              </a:ext>
            </a:extLst>
          </p:cNvPr>
          <p:cNvSpPr txBox="1"/>
          <p:nvPr/>
        </p:nvSpPr>
        <p:spPr>
          <a:xfrm>
            <a:off x="3915476" y="2170735"/>
            <a:ext cx="3665538"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First hr catch-up with Capgemini RTEs to review SoS actions as necessary</a:t>
            </a:r>
          </a:p>
          <a:p>
            <a:pPr marL="171450" indent="-171450">
              <a:buFont typeface="Arial" panose="020B0604020202020204" pitchFamily="34" charset="0"/>
              <a:buChar char="•"/>
            </a:pPr>
            <a:r>
              <a:rPr lang="en-IN" sz="800"/>
              <a:t>RTE, Beazley and Capgemini Program Managers</a:t>
            </a:r>
          </a:p>
        </p:txBody>
      </p:sp>
      <p:sp>
        <p:nvSpPr>
          <p:cNvPr id="28" name="TextBox 27">
            <a:extLst>
              <a:ext uri="{FF2B5EF4-FFF2-40B4-BE49-F238E27FC236}">
                <a16:creationId xmlns:a16="http://schemas.microsoft.com/office/drawing/2014/main" id="{E089AEA1-D7F9-BB7B-856E-86ED7EC317F6}"/>
              </a:ext>
            </a:extLst>
          </p:cNvPr>
          <p:cNvSpPr txBox="1"/>
          <p:nvPr/>
        </p:nvSpPr>
        <p:spPr>
          <a:xfrm>
            <a:off x="8973359" y="5339740"/>
            <a:ext cx="2474455" cy="830997"/>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The TDA and BDA forums are suggested to be GPAS &amp; Billing Program specific to low level design decisions</a:t>
            </a:r>
          </a:p>
          <a:p>
            <a:pPr marL="171450" indent="-171450">
              <a:buFont typeface="Arial" panose="020B0604020202020204" pitchFamily="34" charset="0"/>
              <a:buChar char="•"/>
            </a:pPr>
            <a:r>
              <a:rPr lang="en-IN" sz="800"/>
              <a:t>Those impacting systems outside of GPAS &amp; Billing must be taken up at the wider Modernization authorities (existing forums)</a:t>
            </a:r>
          </a:p>
        </p:txBody>
      </p:sp>
      <p:sp>
        <p:nvSpPr>
          <p:cNvPr id="27" name="Rectangle: Rounded Corners 26">
            <a:extLst>
              <a:ext uri="{FF2B5EF4-FFF2-40B4-BE49-F238E27FC236}">
                <a16:creationId xmlns:a16="http://schemas.microsoft.com/office/drawing/2014/main" id="{7BC6F64A-FEEE-7EA3-B2C7-BC461C52C5F0}"/>
              </a:ext>
              <a:ext uri="{C183D7F6-B498-43B3-948B-1728B52AA6E4}">
                <adec:decorative xmlns:adec="http://schemas.microsoft.com/office/drawing/2017/decorative" val="1"/>
              </a:ext>
            </a:extLst>
          </p:cNvPr>
          <p:cNvSpPr/>
          <p:nvPr/>
        </p:nvSpPr>
        <p:spPr>
          <a:xfrm>
            <a:off x="7293645" y="2953369"/>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Program Working Group</a:t>
            </a:r>
            <a:endParaRPr kumimoji="0" lang="en-US" sz="800" b="0" i="0" u="none" strike="noStrike" kern="1200" cap="none" spc="0" normalizeH="0" baseline="3000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325244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2120315767"/>
              </p:ext>
            </p:extLst>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6388" y="1057940"/>
            <a:ext cx="207336" cy="207336"/>
          </a:xfrm>
          <a:prstGeom prst="rect">
            <a:avLst/>
          </a:prstGeom>
        </p:spPr>
      </p:pic>
    </p:spTree>
    <p:extLst>
      <p:ext uri="{BB962C8B-B14F-4D97-AF65-F5344CB8AC3E}">
        <p14:creationId xmlns:p14="http://schemas.microsoft.com/office/powerpoint/2010/main" val="2644422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555548"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pic>
        <p:nvPicPr>
          <p:cNvPr id="326" name="Picture 325">
            <a:extLst>
              <a:ext uri="{FF2B5EF4-FFF2-40B4-BE49-F238E27FC236}">
                <a16:creationId xmlns:a16="http://schemas.microsoft.com/office/drawing/2014/main" id="{180917D3-1689-AC03-CAC8-11249C0F7F19}"/>
              </a:ext>
            </a:extLst>
          </p:cNvPr>
          <p:cNvPicPr>
            <a:picLocks noChangeAspect="1"/>
          </p:cNvPicPr>
          <p:nvPr/>
        </p:nvPicPr>
        <p:blipFill>
          <a:blip r:embed="rId3"/>
          <a:stretch>
            <a:fillRect/>
          </a:stretch>
        </p:blipFill>
        <p:spPr>
          <a:xfrm>
            <a:off x="930852" y="1446828"/>
            <a:ext cx="10330295" cy="5117664"/>
          </a:xfrm>
          <a:prstGeom prst="rect">
            <a:avLst/>
          </a:prstGeom>
        </p:spPr>
      </p:pic>
    </p:spTree>
    <p:extLst>
      <p:ext uri="{BB962C8B-B14F-4D97-AF65-F5344CB8AC3E}">
        <p14:creationId xmlns:p14="http://schemas.microsoft.com/office/powerpoint/2010/main" val="834678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 </a:t>
            </a:r>
            <a:r>
              <a:rPr lang="en-GB" sz="1800"/>
              <a:t>(Threshold &amp; relevant actions)</a:t>
            </a:r>
            <a:endParaRPr lang="en-GB"/>
          </a:p>
        </p:txBody>
      </p:sp>
      <p:pic>
        <p:nvPicPr>
          <p:cNvPr id="6" name="Picture 5">
            <a:extLst>
              <a:ext uri="{FF2B5EF4-FFF2-40B4-BE49-F238E27FC236}">
                <a16:creationId xmlns:a16="http://schemas.microsoft.com/office/drawing/2014/main" id="{2CF20FA9-F975-B011-FAF9-7F60FD7621C2}"/>
              </a:ext>
            </a:extLst>
          </p:cNvPr>
          <p:cNvPicPr>
            <a:picLocks noChangeAspect="1"/>
          </p:cNvPicPr>
          <p:nvPr/>
        </p:nvPicPr>
        <p:blipFill>
          <a:blip r:embed="rId3"/>
          <a:stretch>
            <a:fillRect/>
          </a:stretch>
        </p:blipFill>
        <p:spPr>
          <a:xfrm>
            <a:off x="529869" y="720967"/>
            <a:ext cx="11132261" cy="5663675"/>
          </a:xfrm>
          <a:prstGeom prst="rect">
            <a:avLst/>
          </a:prstGeom>
        </p:spPr>
      </p:pic>
    </p:spTree>
    <p:extLst>
      <p:ext uri="{BB962C8B-B14F-4D97-AF65-F5344CB8AC3E}">
        <p14:creationId xmlns:p14="http://schemas.microsoft.com/office/powerpoint/2010/main" val="3050278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Raid management</a:t>
            </a:r>
          </a:p>
        </p:txBody>
      </p:sp>
      <p:sp>
        <p:nvSpPr>
          <p:cNvPr id="2" name="TextBox 1">
            <a:extLst>
              <a:ext uri="{FF2B5EF4-FFF2-40B4-BE49-F238E27FC236}">
                <a16:creationId xmlns:a16="http://schemas.microsoft.com/office/drawing/2014/main" id="{8A20CC91-304D-B467-612A-EA4D65ABF2FC}"/>
              </a:ext>
            </a:extLst>
          </p:cNvPr>
          <p:cNvSpPr txBox="1"/>
          <p:nvPr/>
        </p:nvSpPr>
        <p:spPr>
          <a:xfrm>
            <a:off x="531845" y="1306286"/>
            <a:ext cx="10917205" cy="4185761"/>
          </a:xfrm>
          <a:prstGeom prst="rect">
            <a:avLst/>
          </a:prstGeom>
          <a:noFill/>
        </p:spPr>
        <p:txBody>
          <a:bodyPr wrap="square" rtlCol="0">
            <a:spAutoFit/>
          </a:bodyPr>
          <a:lstStyle/>
          <a:p>
            <a:r>
              <a:rPr lang="en-IN" sz="1800">
                <a:effectLst/>
                <a:latin typeface="Calibri" panose="020F0502020204030204" pitchFamily="34" charset="0"/>
                <a:ea typeface="Calibri" panose="020F0502020204030204" pitchFamily="34" charset="0"/>
              </a:rPr>
              <a:t>We will identify, document, and review (fortnightly at least) Risks, Assumptions, Issues and Dependencies (RAID), which we will store in the overall programme RAID log on the Beazley network to ensure one version of the truth and to maintain full transparency.  This will cover the following:</a:t>
            </a:r>
          </a:p>
          <a:p>
            <a:endParaRPr lang="en-GB" sz="1800">
              <a:effectLst/>
              <a:latin typeface="Calibri" panose="020F0502020204030204" pitchFamily="34" charset="0"/>
              <a:ea typeface="Calibri" panose="020F0502020204030204" pitchFamily="34"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Risks</a:t>
            </a:r>
            <a:r>
              <a:rPr lang="en-IN" sz="1800">
                <a:effectLst/>
                <a:latin typeface="Calibri" panose="020F0502020204030204" pitchFamily="34" charset="0"/>
                <a:ea typeface="Times New Roman" panose="02020603050405020304" pitchFamily="18" charset="0"/>
              </a:rPr>
              <a:t> (and their mitigation actions, owners and due dates).</a:t>
            </a:r>
            <a:endParaRPr lang="en-GB" sz="1800">
              <a:effectLst/>
              <a:latin typeface="Arial" panose="020B0604020202020204" pitchFamily="34" charset="0"/>
              <a:ea typeface="Times New Roman" panose="02020603050405020304" pitchFamily="18" charset="0"/>
            </a:endParaRPr>
          </a:p>
          <a:p>
            <a:pPr marL="34290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Assumptions</a:t>
            </a:r>
            <a:r>
              <a:rPr lang="en-IN" sz="1800">
                <a:effectLst/>
                <a:latin typeface="Calibri" panose="020F0502020204030204" pitchFamily="34" charset="0"/>
                <a:ea typeface="Times New Roman" panose="02020603050405020304" pitchFamily="18" charset="0"/>
              </a:rPr>
              <a:t> (and validation actions, owners and due dates). </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Issues</a:t>
            </a:r>
            <a:r>
              <a:rPr lang="en-IN" sz="1800">
                <a:effectLst/>
                <a:latin typeface="Calibri" panose="020F0502020204030204" pitchFamily="34" charset="0"/>
                <a:ea typeface="Times New Roman" panose="02020603050405020304" pitchFamily="18" charset="0"/>
              </a:rPr>
              <a:t> (and resolution actions, owners and due dates).  Note:  We also strictly use the daily Scrum of Scrum (SOS) calls to log </a:t>
            </a:r>
            <a:r>
              <a:rPr lang="en-IN" sz="1800" u="sng">
                <a:effectLst/>
                <a:latin typeface="Calibri" panose="020F0502020204030204" pitchFamily="34" charset="0"/>
                <a:ea typeface="Times New Roman" panose="02020603050405020304" pitchFamily="18" charset="0"/>
              </a:rPr>
              <a:t>all</a:t>
            </a:r>
            <a:r>
              <a:rPr lang="en-IN" sz="1800">
                <a:effectLst/>
                <a:latin typeface="Calibri" panose="020F0502020204030204" pitchFamily="34" charset="0"/>
                <a:ea typeface="Times New Roman" panose="02020603050405020304" pitchFamily="18" charset="0"/>
              </a:rPr>
              <a:t> blockers (on JIRA for visibility and to drive resolution) to give the necessary visibility across the programme in a bid to drive action.</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Dependencies</a:t>
            </a:r>
            <a:r>
              <a:rPr lang="en-IN" sz="1800">
                <a:effectLst/>
                <a:latin typeface="Calibri" panose="020F0502020204030204" pitchFamily="34" charset="0"/>
                <a:ea typeface="Times New Roman" panose="02020603050405020304" pitchFamily="18" charset="0"/>
              </a:rPr>
              <a:t> upcoming and – if they exist – any overdue dependencies.  Based on our experience, we consider strong dependency management a critical success factor, and so we will be implementing this throughout the Inception phase and beyond.</a:t>
            </a:r>
          </a:p>
        </p:txBody>
      </p:sp>
    </p:spTree>
    <p:extLst>
      <p:ext uri="{BB962C8B-B14F-4D97-AF65-F5344CB8AC3E}">
        <p14:creationId xmlns:p14="http://schemas.microsoft.com/office/powerpoint/2010/main" val="446787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1984438" y="2338846"/>
            <a:ext cx="3624587" cy="2064188"/>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163375" y="2822713"/>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a:solidFill>
                  <a:prstClr val="white"/>
                </a:solidFill>
              </a:rPr>
              <a:t>Technical and Collaboration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87694" y="2487847"/>
            <a:ext cx="3314758" cy="1915188"/>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VDIs and software installations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Outlook, MS Teams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Project planner</a:t>
            </a:r>
          </a:p>
          <a:p>
            <a:pPr marL="173038" indent="-173038">
              <a:lnSpc>
                <a:spcPct val="90000"/>
              </a:lnSpc>
              <a:spcBef>
                <a:spcPts val="0"/>
              </a:spcBef>
              <a:buClr>
                <a:srgbClr val="338091"/>
              </a:buClr>
              <a:buFont typeface="Arial" panose="020B0604020202020204" pitchFamily="34" charset="0"/>
              <a:buChar char="•"/>
              <a:defRPr/>
            </a:pPr>
            <a:r>
              <a:rPr lang="en-GB">
                <a:solidFill>
                  <a:prstClr val="black"/>
                </a:solidFill>
              </a:rPr>
              <a:t>Microsoft Office tools- word, excel, ppt</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JIRA</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Confluence</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Microsoft Visio/Biz Design/</a:t>
            </a:r>
            <a:r>
              <a:rPr lang="en-GB" sz="1400" err="1">
                <a:solidFill>
                  <a:prstClr val="black"/>
                </a:solidFill>
              </a:rPr>
              <a:t>Gliffy</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Cloud Console access</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500709" y="2667293"/>
            <a:ext cx="3414369" cy="1306659"/>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50514" y="2822713"/>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Lewis Claxton (Beazley PMO)</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Raghava Kanduru (Capgemini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58832" y="346639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184150" y="1726486"/>
            <a:ext cx="11305485" cy="365120"/>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00982" y="1726486"/>
            <a:ext cx="10289857" cy="338554"/>
          </a:xfrm>
          <a:prstGeom prst="rect">
            <a:avLst/>
          </a:prstGeom>
          <a:noFill/>
        </p:spPr>
        <p:txBody>
          <a:bodyPr wrap="square">
            <a:spAutoFit/>
          </a:bodyPr>
          <a:lstStyle/>
          <a:p>
            <a:pPr algn="ctr">
              <a:defRPr/>
            </a:pPr>
            <a:r>
              <a:rPr lang="en-IN" sz="1600" b="1" i="1">
                <a:solidFill>
                  <a:prstClr val="black"/>
                </a:solidFill>
                <a:ea typeface="Verdana"/>
                <a:cs typeface="Calibri"/>
              </a:rPr>
              <a:t>Inception</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10104306" y="2686761"/>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sz="1800">
                <a:solidFill>
                  <a:prstClr val="white"/>
                </a:solidFill>
                <a:ea typeface="Calibri" panose="020F0502020204030204" pitchFamily="34" charset="0"/>
                <a:cs typeface="Calibri" panose="020F0502020204030204" pitchFamily="34" charset="0"/>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9"/>
          <a:stretch>
            <a:fillRect/>
          </a:stretch>
        </p:blipFill>
        <p:spPr>
          <a:xfrm>
            <a:off x="6099464" y="4142076"/>
            <a:ext cx="3006437" cy="1656485"/>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 screen&#10;&#10;Description automatically generated">
            <a:extLst>
              <a:ext uri="{FF2B5EF4-FFF2-40B4-BE49-F238E27FC236}">
                <a16:creationId xmlns:a16="http://schemas.microsoft.com/office/drawing/2014/main" id="{87DBBA9A-4506-8618-805A-8C3BC13B006B}"/>
              </a:ext>
            </a:extLst>
          </p:cNvPr>
          <p:cNvPicPr>
            <a:picLocks noChangeAspect="1"/>
          </p:cNvPicPr>
          <p:nvPr/>
        </p:nvPicPr>
        <p:blipFill>
          <a:blip r:embed="rId10"/>
          <a:stretch>
            <a:fillRect/>
          </a:stretch>
        </p:blipFill>
        <p:spPr>
          <a:xfrm>
            <a:off x="4854677" y="5458715"/>
            <a:ext cx="5850194" cy="1397473"/>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F9A64BE1-C64A-E426-E6A9-9C2F20986637}"/>
              </a:ext>
            </a:extLst>
          </p:cNvPr>
          <p:cNvPicPr>
            <a:picLocks noChangeAspect="1"/>
          </p:cNvPicPr>
          <p:nvPr/>
        </p:nvPicPr>
        <p:blipFill>
          <a:blip r:embed="rId11"/>
          <a:stretch>
            <a:fillRect/>
          </a:stretch>
        </p:blipFill>
        <p:spPr>
          <a:xfrm>
            <a:off x="973701" y="4565394"/>
            <a:ext cx="4185470" cy="1942795"/>
          </a:xfrm>
          <a:prstGeom prst="rect">
            <a:avLst/>
          </a:prstGeom>
        </p:spPr>
      </p:pic>
    </p:spTree>
    <p:extLst>
      <p:ext uri="{BB962C8B-B14F-4D97-AF65-F5344CB8AC3E}">
        <p14:creationId xmlns:p14="http://schemas.microsoft.com/office/powerpoint/2010/main" val="3078625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43528" y="251084"/>
            <a:ext cx="6375324" cy="716711"/>
          </a:xfrm>
        </p:spPr>
        <p:txBody>
          <a:bodyPr/>
          <a:lstStyle/>
          <a:p>
            <a:r>
              <a:rPr lang="en-IN"/>
              <a:t>Build Phase updates</a:t>
            </a:r>
            <a:endParaRPr lang="en-US"/>
          </a:p>
        </p:txBody>
      </p:sp>
      <p:sp>
        <p:nvSpPr>
          <p:cNvPr id="3" name="TextBox 2">
            <a:extLst>
              <a:ext uri="{FF2B5EF4-FFF2-40B4-BE49-F238E27FC236}">
                <a16:creationId xmlns:a16="http://schemas.microsoft.com/office/drawing/2014/main" id="{4014ADF5-BEEA-9927-7ECB-101546437019}"/>
              </a:ext>
            </a:extLst>
          </p:cNvPr>
          <p:cNvSpPr txBox="1"/>
          <p:nvPr/>
        </p:nvSpPr>
        <p:spPr>
          <a:xfrm>
            <a:off x="343528" y="967795"/>
            <a:ext cx="8030817" cy="5647700"/>
          </a:xfrm>
          <a:prstGeom prst="rect">
            <a:avLst/>
          </a:prstGeom>
          <a:noFill/>
        </p:spPr>
        <p:txBody>
          <a:bodyPr wrap="square" rtlCol="0">
            <a:spAutoFit/>
          </a:bodyPr>
          <a:lstStyle/>
          <a:p>
            <a:pPr marL="342900" indent="-342900">
              <a:spcBef>
                <a:spcPts val="600"/>
              </a:spcBef>
              <a:buAutoNum type="arabicPeriod"/>
            </a:pPr>
            <a:r>
              <a:rPr lang="en-IN"/>
              <a:t>Sprint construct, ceremonies, reporting</a:t>
            </a:r>
          </a:p>
          <a:p>
            <a:pPr marL="342900" indent="-342900">
              <a:spcBef>
                <a:spcPts val="600"/>
              </a:spcBef>
              <a:buAutoNum type="arabicPeriod"/>
            </a:pPr>
            <a:r>
              <a:rPr lang="en-IN"/>
              <a:t>Sprint Events and RACI</a:t>
            </a:r>
          </a:p>
          <a:p>
            <a:pPr marL="342900" indent="-342900">
              <a:spcBef>
                <a:spcPts val="600"/>
              </a:spcBef>
              <a:buAutoNum type="arabicPeriod"/>
            </a:pPr>
            <a:r>
              <a:rPr lang="en-IN"/>
              <a:t>Approval process and SLA</a:t>
            </a:r>
          </a:p>
          <a:p>
            <a:pPr marL="342900" indent="-342900">
              <a:spcBef>
                <a:spcPts val="600"/>
              </a:spcBef>
              <a:buAutoNum type="arabicPeriod"/>
            </a:pPr>
            <a:r>
              <a:rPr lang="en-IN"/>
              <a:t>User story management – illustration of possible scenarios</a:t>
            </a:r>
          </a:p>
          <a:p>
            <a:pPr marL="342900" indent="-342900">
              <a:spcBef>
                <a:spcPts val="600"/>
              </a:spcBef>
              <a:buAutoNum type="arabicPeriod"/>
            </a:pPr>
            <a:r>
              <a:rPr lang="en-IN"/>
              <a:t>Key Activities and deliverables – Design &amp; Build</a:t>
            </a:r>
          </a:p>
          <a:p>
            <a:pPr marL="342900" indent="-342900">
              <a:spcBef>
                <a:spcPts val="600"/>
              </a:spcBef>
              <a:buAutoNum type="arabicPeriod"/>
            </a:pPr>
            <a:r>
              <a:rPr lang="en-IN"/>
              <a:t>A day in a life – Sprint development</a:t>
            </a:r>
          </a:p>
          <a:p>
            <a:pPr marL="342900" indent="-342900">
              <a:spcBef>
                <a:spcPts val="600"/>
              </a:spcBef>
              <a:buAutoNum type="arabicPeriod"/>
            </a:pPr>
            <a:r>
              <a:rPr lang="en-IN"/>
              <a:t>User story Definition of Done and Definition of Ready</a:t>
            </a:r>
          </a:p>
          <a:p>
            <a:pPr marL="342900" indent="-342900">
              <a:spcBef>
                <a:spcPts val="600"/>
              </a:spcBef>
              <a:buAutoNum type="arabicPeriod"/>
            </a:pPr>
            <a:r>
              <a:rPr lang="en-IN"/>
              <a:t>Sprint Definition of Done and Definition of Ready</a:t>
            </a:r>
          </a:p>
          <a:p>
            <a:pPr marL="342900" indent="-342900">
              <a:spcBef>
                <a:spcPts val="600"/>
              </a:spcBef>
              <a:buAutoNum type="arabicPeriod"/>
            </a:pPr>
            <a:r>
              <a:rPr lang="en-IN"/>
              <a:t>Guidewire – 3 way collaboration, Cloud assessment, Code Branching</a:t>
            </a:r>
          </a:p>
          <a:p>
            <a:pPr marL="342900" indent="-342900">
              <a:spcBef>
                <a:spcPts val="600"/>
              </a:spcBef>
              <a:buAutoNum type="arabicPeriod"/>
            </a:pPr>
            <a:r>
              <a:rPr lang="en-IN"/>
              <a:t>Testing – Scope, Strategy, Deliverables and RACI, Risks/Issues</a:t>
            </a:r>
          </a:p>
          <a:p>
            <a:pPr marL="342900" indent="-342900">
              <a:spcBef>
                <a:spcPts val="600"/>
              </a:spcBef>
              <a:buAutoNum type="arabicPeriod"/>
            </a:pPr>
            <a:r>
              <a:rPr lang="en-IN"/>
              <a:t>Third party management &amp; Expectations</a:t>
            </a:r>
          </a:p>
          <a:p>
            <a:pPr marL="342900" indent="-342900">
              <a:spcBef>
                <a:spcPts val="600"/>
              </a:spcBef>
              <a:buAutoNum type="arabicPeriod"/>
            </a:pPr>
            <a:r>
              <a:rPr lang="en-IN"/>
              <a:t>Metrics</a:t>
            </a:r>
          </a:p>
          <a:p>
            <a:pPr marL="342900" indent="-342900">
              <a:buAutoNum type="arabicPeriod"/>
            </a:pPr>
            <a:endParaRPr lang="en-IN"/>
          </a:p>
          <a:p>
            <a:pPr marL="342900" indent="-342900">
              <a:buAutoNum type="arabicPeriod"/>
            </a:pPr>
            <a:endParaRPr lang="en-IN"/>
          </a:p>
          <a:p>
            <a:pPr marL="342900" indent="-342900">
              <a:buAutoNum type="arabicPeriod"/>
            </a:pPr>
            <a:endParaRPr lang="en-IN"/>
          </a:p>
          <a:p>
            <a:pPr marL="342900" indent="-342900">
              <a:buAutoNum type="arabicPeriod"/>
            </a:pPr>
            <a:endParaRPr lang="en-IN"/>
          </a:p>
          <a:p>
            <a:pPr marL="342900" indent="-342900">
              <a:buAutoNum type="arabicPeriod"/>
            </a:pPr>
            <a:endParaRPr lang="en-US"/>
          </a:p>
        </p:txBody>
      </p:sp>
    </p:spTree>
    <p:extLst>
      <p:ext uri="{BB962C8B-B14F-4D97-AF65-F5344CB8AC3E}">
        <p14:creationId xmlns:p14="http://schemas.microsoft.com/office/powerpoint/2010/main" val="293913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9DFB-1700-4E5C-B0B9-99C7B5574560}"/>
              </a:ext>
            </a:extLst>
          </p:cNvPr>
          <p:cNvSpPr>
            <a:spLocks noGrp="1"/>
          </p:cNvSpPr>
          <p:nvPr>
            <p:ph type="ctrTitle"/>
          </p:nvPr>
        </p:nvSpPr>
        <p:spPr>
          <a:xfrm>
            <a:off x="1524000" y="1122363"/>
            <a:ext cx="9144000" cy="2387600"/>
          </a:xfrm>
        </p:spPr>
        <p:txBody>
          <a:bodyPr/>
          <a:lstStyle/>
          <a:p>
            <a:r>
              <a:rPr lang="en-GB" sz="6000" b="1">
                <a:solidFill>
                  <a:srgbClr val="FFFFFF"/>
                </a:solidFill>
                <a:latin typeface="Verdana" panose="020B0604030504040204" pitchFamily="34" charset="0"/>
                <a:ea typeface="Times New Roman" panose="02020603050405020304" pitchFamily="18" charset="0"/>
                <a:cs typeface="Calibri" panose="020F0502020204030204" pitchFamily="34" charset="0"/>
              </a:rPr>
              <a:t>Sprint construct</a:t>
            </a:r>
            <a:br>
              <a:rPr kumimoji="0" lang="en-GB" sz="6000" b="1" i="0" u="none" strike="noStrike" kern="1200" cap="none" spc="0" normalizeH="0" baseline="0" noProof="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Construct</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Ceremonies</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Reporting</a:t>
            </a:r>
            <a:endParaRPr lang="en-IN" sz="3200">
              <a:solidFill>
                <a:schemeClr val="accent1">
                  <a:lumMod val="50000"/>
                </a:schemeClr>
              </a:solidFill>
              <a:latin typeface="Ubuntu" panose="020B0504030602030204" pitchFamily="34" charset="0"/>
            </a:endParaRPr>
          </a:p>
        </p:txBody>
      </p:sp>
    </p:spTree>
    <p:extLst>
      <p:ext uri="{BB962C8B-B14F-4D97-AF65-F5344CB8AC3E}">
        <p14:creationId xmlns:p14="http://schemas.microsoft.com/office/powerpoint/2010/main" val="1871118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9979537" y="4068286"/>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Future Sprints</a:t>
            </a:r>
          </a:p>
        </p:txBody>
      </p:sp>
      <p:sp>
        <p:nvSpPr>
          <p:cNvPr id="84" name="Block arrow"/>
          <p:cNvSpPr>
            <a:spLocks noChangeArrowheads="1"/>
          </p:cNvSpPr>
          <p:nvPr/>
        </p:nvSpPr>
        <p:spPr bwMode="gray">
          <a:xfrm>
            <a:off x="2516105" y="4496995"/>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Block arrow"/>
          <p:cNvSpPr>
            <a:spLocks noChangeArrowheads="1"/>
          </p:cNvSpPr>
          <p:nvPr/>
        </p:nvSpPr>
        <p:spPr bwMode="gray">
          <a:xfrm>
            <a:off x="8945339" y="4503710"/>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0" name="Group 79"/>
          <p:cNvGrpSpPr/>
          <p:nvPr/>
        </p:nvGrpSpPr>
        <p:grpSpPr>
          <a:xfrm flipH="1">
            <a:off x="4433473" y="2192654"/>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83" name="Freeform 26"/>
          <p:cNvSpPr>
            <a:spLocks/>
          </p:cNvSpPr>
          <p:nvPr/>
        </p:nvSpPr>
        <p:spPr bwMode="gray">
          <a:xfrm flipV="1">
            <a:off x="6457104" y="3967154"/>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7" name="Group 86"/>
          <p:cNvGrpSpPr/>
          <p:nvPr/>
        </p:nvGrpSpPr>
        <p:grpSpPr>
          <a:xfrm>
            <a:off x="6893588" y="2192654"/>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90" name="Freeform 29"/>
          <p:cNvSpPr>
            <a:spLocks/>
          </p:cNvSpPr>
          <p:nvPr/>
        </p:nvSpPr>
        <p:spPr bwMode="gray">
          <a:xfrm rot="1909035" flipV="1">
            <a:off x="5650230" y="1415077"/>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99" name="TextBox 98"/>
          <p:cNvSpPr txBox="1"/>
          <p:nvPr/>
        </p:nvSpPr>
        <p:spPr bwMode="gray">
          <a:xfrm>
            <a:off x="5273928" y="3620647"/>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Time-boxed </a:t>
            </a:r>
            <a:b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(4-week sprint)</a:t>
            </a:r>
            <a:br>
              <a:rPr kumimoji="0" lang="en-US" sz="16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endPar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10019928" y="4486819"/>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3161163" y="3902468"/>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sp>
        <p:nvSpPr>
          <p:cNvPr id="102" name="TextBox 101"/>
          <p:cNvSpPr txBox="1"/>
          <p:nvPr/>
        </p:nvSpPr>
        <p:spPr>
          <a:xfrm>
            <a:off x="389107" y="4885068"/>
            <a:ext cx="1575812" cy="1235873"/>
          </a:xfrm>
          <a:prstGeom prst="homePlate">
            <a:avLst/>
          </a:prstGeom>
          <a:solidFill>
            <a:schemeClr val="accent2">
              <a:lumMod val="40000"/>
              <a:lumOff val="6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User Stories tagged to the Sprint and meeting Definition of Ready identified for planning</a:t>
            </a:r>
          </a:p>
        </p:txBody>
      </p:sp>
      <p:sp>
        <p:nvSpPr>
          <p:cNvPr id="107" name="TextBox 106"/>
          <p:cNvSpPr txBox="1"/>
          <p:nvPr/>
        </p:nvSpPr>
        <p:spPr>
          <a:xfrm>
            <a:off x="2848559" y="4990689"/>
            <a:ext cx="1923664" cy="4308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Sprint Planning &amp; Kickoff</a:t>
            </a:r>
          </a:p>
        </p:txBody>
      </p:sp>
      <p:sp>
        <p:nvSpPr>
          <p:cNvPr id="109" name="TextBox 108"/>
          <p:cNvSpPr txBox="1"/>
          <p:nvPr/>
        </p:nvSpPr>
        <p:spPr>
          <a:xfrm>
            <a:off x="2818774" y="5443275"/>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Plan what stories the team will develop in the sprint; the Team decides how much to pull and how they will achieve the goal</a:t>
            </a:r>
          </a:p>
        </p:txBody>
      </p:sp>
      <p:sp>
        <p:nvSpPr>
          <p:cNvPr id="113" name="Oval 20"/>
          <p:cNvSpPr>
            <a:spLocks noChangeArrowheads="1"/>
          </p:cNvSpPr>
          <p:nvPr/>
        </p:nvSpPr>
        <p:spPr bwMode="auto">
          <a:xfrm>
            <a:off x="2547244" y="505579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a:t>
            </a:r>
          </a:p>
        </p:txBody>
      </p:sp>
      <p:sp>
        <p:nvSpPr>
          <p:cNvPr id="144" name="TextBox 143"/>
          <p:cNvSpPr txBox="1"/>
          <p:nvPr/>
        </p:nvSpPr>
        <p:spPr>
          <a:xfrm>
            <a:off x="5033630" y="5494194"/>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Stand-up</a:t>
            </a:r>
          </a:p>
        </p:txBody>
      </p:sp>
      <p:sp>
        <p:nvSpPr>
          <p:cNvPr id="145" name="TextBox 144"/>
          <p:cNvSpPr txBox="1"/>
          <p:nvPr/>
        </p:nvSpPr>
        <p:spPr>
          <a:xfrm>
            <a:off x="5071905" y="5746006"/>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Daily stand-up to improve coordination through a quick check-in on progress, agreeing action plans for the day and surfacing obstacles. </a:t>
            </a:r>
          </a:p>
        </p:txBody>
      </p:sp>
      <p:sp>
        <p:nvSpPr>
          <p:cNvPr id="143" name="Oval 20"/>
          <p:cNvSpPr>
            <a:spLocks noChangeArrowheads="1"/>
          </p:cNvSpPr>
          <p:nvPr/>
        </p:nvSpPr>
        <p:spPr bwMode="auto">
          <a:xfrm>
            <a:off x="4776002" y="5503005"/>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a:t>
            </a:r>
          </a:p>
        </p:txBody>
      </p:sp>
      <p:sp>
        <p:nvSpPr>
          <p:cNvPr id="114" name="TextBox 113"/>
          <p:cNvSpPr txBox="1"/>
          <p:nvPr/>
        </p:nvSpPr>
        <p:spPr>
          <a:xfrm>
            <a:off x="8355899" y="1913272"/>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Scrum of Scrums</a:t>
            </a:r>
          </a:p>
        </p:txBody>
      </p:sp>
      <p:sp>
        <p:nvSpPr>
          <p:cNvPr id="142" name="TextBox 141"/>
          <p:cNvSpPr txBox="1"/>
          <p:nvPr/>
        </p:nvSpPr>
        <p:spPr>
          <a:xfrm>
            <a:off x="8355899" y="2216219"/>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 the Scrum of Scrum platform to get help </a:t>
            </a:r>
            <a:r>
              <a:rPr lang="en-US" sz="1200">
                <a:solidFill>
                  <a:prstClr val="black"/>
                </a:solidFill>
                <a:latin typeface="Ubuntu"/>
                <a:cs typeface="Calibri" panose="020F0502020204030204" pitchFamily="34" charset="0"/>
              </a:rPr>
              <a:t>by </a:t>
            </a: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highlight cross stream dependencies or other external factors impacting team’s progress</a:t>
            </a:r>
          </a:p>
        </p:txBody>
      </p:sp>
      <p:sp>
        <p:nvSpPr>
          <p:cNvPr id="146" name="Oval 20"/>
          <p:cNvSpPr>
            <a:spLocks noChangeArrowheads="1"/>
          </p:cNvSpPr>
          <p:nvPr/>
        </p:nvSpPr>
        <p:spPr bwMode="auto">
          <a:xfrm>
            <a:off x="7980572" y="208671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a:t>
            </a:r>
          </a:p>
        </p:txBody>
      </p:sp>
      <p:sp>
        <p:nvSpPr>
          <p:cNvPr id="149" name="TextBox 148"/>
          <p:cNvSpPr txBox="1"/>
          <p:nvPr/>
        </p:nvSpPr>
        <p:spPr>
          <a:xfrm>
            <a:off x="4938580" y="972860"/>
            <a:ext cx="3875990"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defRPr/>
            </a:pPr>
            <a:r>
              <a:rPr lang="en-US" sz="1600">
                <a:solidFill>
                  <a:prstClr val="black"/>
                </a:solidFill>
                <a:latin typeface="Ubuntu"/>
                <a:cs typeface="Calibri" panose="020F0502020204030204" pitchFamily="34" charset="0"/>
              </a:rPr>
              <a:t>Sprint Demo &amp; Incremental Feature Demo</a:t>
            </a:r>
          </a:p>
        </p:txBody>
      </p:sp>
      <p:sp>
        <p:nvSpPr>
          <p:cNvPr id="150" name="TextBox 149"/>
          <p:cNvSpPr txBox="1"/>
          <p:nvPr/>
        </p:nvSpPr>
        <p:spPr>
          <a:xfrm>
            <a:off x="4907344" y="1199071"/>
            <a:ext cx="424659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All user stories are demoed to Business SME for feedback and sign off. An incremental feature demo is done across sprints</a:t>
            </a:r>
          </a:p>
        </p:txBody>
      </p:sp>
      <p:sp>
        <p:nvSpPr>
          <p:cNvPr id="151" name="Oval 20"/>
          <p:cNvSpPr>
            <a:spLocks noChangeArrowheads="1"/>
          </p:cNvSpPr>
          <p:nvPr/>
        </p:nvSpPr>
        <p:spPr bwMode="auto">
          <a:xfrm>
            <a:off x="4680952" y="981671"/>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
            </a:r>
          </a:p>
        </p:txBody>
      </p:sp>
      <p:sp>
        <p:nvSpPr>
          <p:cNvPr id="152" name="TextBox 151"/>
          <p:cNvSpPr txBox="1"/>
          <p:nvPr/>
        </p:nvSpPr>
        <p:spPr>
          <a:xfrm>
            <a:off x="2981944" y="2424679"/>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Retrospective</a:t>
            </a:r>
          </a:p>
        </p:txBody>
      </p:sp>
      <p:sp>
        <p:nvSpPr>
          <p:cNvPr id="153" name="TextBox 152"/>
          <p:cNvSpPr txBox="1"/>
          <p:nvPr/>
        </p:nvSpPr>
        <p:spPr>
          <a:xfrm>
            <a:off x="2978347" y="2684107"/>
            <a:ext cx="1703383"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meeting to review the completed Sprint to capture learnings and agree plan of action for improvements in future sprints</a:t>
            </a:r>
          </a:p>
        </p:txBody>
      </p:sp>
      <p:sp>
        <p:nvSpPr>
          <p:cNvPr id="154" name="Oval 20"/>
          <p:cNvSpPr>
            <a:spLocks noChangeArrowheads="1"/>
          </p:cNvSpPr>
          <p:nvPr/>
        </p:nvSpPr>
        <p:spPr bwMode="auto">
          <a:xfrm>
            <a:off x="2680248" y="243349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49649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986356"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476213"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3128550"/>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96606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310737"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49649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800593"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986356"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290450"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476213"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96606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7" name="TextBox 96"/>
          <p:cNvSpPr txBox="1"/>
          <p:nvPr/>
        </p:nvSpPr>
        <p:spPr bwMode="gray">
          <a:xfrm>
            <a:off x="5548311" y="5121495"/>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rPr>
              <a:t>Daily</a:t>
            </a:r>
          </a:p>
        </p:txBody>
      </p:sp>
      <p:grpSp>
        <p:nvGrpSpPr>
          <p:cNvPr id="5" name="Group 4"/>
          <p:cNvGrpSpPr/>
          <p:nvPr/>
        </p:nvGrpSpPr>
        <p:grpSpPr>
          <a:xfrm>
            <a:off x="5021808" y="4499080"/>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
        <p:nvSpPr>
          <p:cNvPr id="104" name="Freeform 17"/>
          <p:cNvSpPr>
            <a:spLocks/>
          </p:cNvSpPr>
          <p:nvPr/>
        </p:nvSpPr>
        <p:spPr bwMode="auto">
          <a:xfrm>
            <a:off x="5353618" y="4863593"/>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B7A64A-4AF2-868E-098A-A7D7254B8572}"/>
              </a:ext>
            </a:extLst>
          </p:cNvPr>
          <p:cNvSpPr txBox="1"/>
          <p:nvPr/>
        </p:nvSpPr>
        <p:spPr>
          <a:xfrm>
            <a:off x="9813614" y="5328141"/>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43311" y="154571"/>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Teams work in 4-week Sprints with Key Events &amp; Activities</a:t>
            </a:r>
          </a:p>
        </p:txBody>
      </p:sp>
      <p:sp>
        <p:nvSpPr>
          <p:cNvPr id="2" name="TextBox 1">
            <a:extLst>
              <a:ext uri="{FF2B5EF4-FFF2-40B4-BE49-F238E27FC236}">
                <a16:creationId xmlns:a16="http://schemas.microsoft.com/office/drawing/2014/main" id="{7FFE9DED-9267-39C3-AE91-5E70480A56ED}"/>
              </a:ext>
            </a:extLst>
          </p:cNvPr>
          <p:cNvSpPr txBox="1"/>
          <p:nvPr/>
        </p:nvSpPr>
        <p:spPr>
          <a:xfrm>
            <a:off x="8363682" y="2999370"/>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 refinement</a:t>
            </a:r>
          </a:p>
        </p:txBody>
      </p:sp>
      <p:sp>
        <p:nvSpPr>
          <p:cNvPr id="9" name="TextBox 8">
            <a:extLst>
              <a:ext uri="{FF2B5EF4-FFF2-40B4-BE49-F238E27FC236}">
                <a16:creationId xmlns:a16="http://schemas.microsoft.com/office/drawing/2014/main" id="{887E8CDE-F7B1-5862-C9F4-D5FAFC16C912}"/>
              </a:ext>
            </a:extLst>
          </p:cNvPr>
          <p:cNvSpPr txBox="1"/>
          <p:nvPr/>
        </p:nvSpPr>
        <p:spPr>
          <a:xfrm>
            <a:off x="8363682" y="3272206"/>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 any potential missed commitments having an impact on overall Release plan, Continuous focus on Backlog to refinement is critical</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algn="ctr">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a:t>
            </a:r>
            <a:r>
              <a:rPr lang="en-IN" sz="1400" i="1">
                <a:solidFill>
                  <a:prstClr val="black"/>
                </a:solidFill>
                <a:latin typeface="Calibri"/>
                <a:ea typeface="Calibri"/>
                <a:cs typeface="Calibri"/>
              </a:rPr>
              <a:t> &amp; Testing</a:t>
            </a:r>
            <a:r>
              <a:rPr kumimoji="0" lang="en-IN" sz="1400" b="0" i="1" u="none" strike="noStrike" kern="1200" cap="none" spc="0" normalizeH="0" baseline="0" noProof="0">
                <a:ln>
                  <a:noFill/>
                </a:ln>
                <a:solidFill>
                  <a:prstClr val="black"/>
                </a:solidFill>
                <a:effectLst/>
                <a:uLnTx/>
                <a:uFillTx/>
                <a:latin typeface="Calibri"/>
                <a:ea typeface="Calibri"/>
                <a:cs typeface="Calibri"/>
              </a:rPr>
              <a:t>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4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4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1D906281-ACD5-8301-8C59-F0BD4E2FAFF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Structure for Foundation Release</a:t>
            </a:r>
          </a:p>
        </p:txBody>
      </p:sp>
    </p:spTree>
    <p:extLst>
      <p:ext uri="{BB962C8B-B14F-4D97-AF65-F5344CB8AC3E}">
        <p14:creationId xmlns:p14="http://schemas.microsoft.com/office/powerpoint/2010/main" val="1635902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extLst>
              <p:ext uri="{D42A27DB-BD31-4B8C-83A1-F6EECF244321}">
                <p14:modId xmlns:p14="http://schemas.microsoft.com/office/powerpoint/2010/main" val="359420230"/>
              </p:ext>
            </p:extLst>
          </p:nvPr>
        </p:nvGraphicFramePr>
        <p:xfrm>
          <a:off x="590624" y="1409159"/>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extLst>
              <p:ext uri="{D42A27DB-BD31-4B8C-83A1-F6EECF244321}">
                <p14:modId xmlns:p14="http://schemas.microsoft.com/office/powerpoint/2010/main" val="1355456347"/>
              </p:ext>
            </p:extLst>
          </p:nvPr>
        </p:nvGraphicFramePr>
        <p:xfrm>
          <a:off x="620255" y="429054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indent="-228600">
              <a:buFontTx/>
              <a:buAutoNum type="arabicPeriod"/>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a:t>
            </a:r>
            <a:r>
              <a:rPr lang="en-IN" sz="800">
                <a:solidFill>
                  <a:srgbClr val="3C3F41"/>
                </a:solidFill>
                <a:latin typeface="Calibri"/>
                <a:ea typeface="Calibri"/>
                <a:cs typeface="Calibri"/>
              </a:rPr>
              <a:t> </a:t>
            </a:r>
          </a:p>
          <a:p>
            <a:pPr marL="228600" indent="-228600">
              <a:buFontTx/>
              <a:buAutoNum type="arabicPeriod"/>
              <a:defRPr/>
            </a:pPr>
            <a:r>
              <a:rPr lang="en-IN" sz="800">
                <a:solidFill>
                  <a:srgbClr val="3C3F41"/>
                </a:solidFill>
                <a:latin typeface="Calibri"/>
                <a:ea typeface="Calibri"/>
                <a:cs typeface="Calibri"/>
              </a:rPr>
              <a:t>Testing dashboards for real time progress on test- execution and defect trends</a:t>
            </a:r>
            <a:endParaRPr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94698" y="11519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in action on a Timeline</a:t>
            </a:r>
          </a:p>
        </p:txBody>
      </p:sp>
      <p:sp>
        <p:nvSpPr>
          <p:cNvPr id="2" name="TextBox 1">
            <a:extLst>
              <a:ext uri="{FF2B5EF4-FFF2-40B4-BE49-F238E27FC236}">
                <a16:creationId xmlns:a16="http://schemas.microsoft.com/office/drawing/2014/main" id="{6C30B6E6-93EE-EB5F-0B40-029B34AF39DA}"/>
              </a:ext>
            </a:extLst>
          </p:cNvPr>
          <p:cNvSpPr txBox="1"/>
          <p:nvPr/>
        </p:nvSpPr>
        <p:spPr>
          <a:xfrm>
            <a:off x="746688" y="965779"/>
            <a:ext cx="2148108" cy="200055"/>
          </a:xfrm>
          <a:prstGeom prst="rect">
            <a:avLst/>
          </a:prstGeom>
          <a:noFill/>
        </p:spPr>
        <p:txBody>
          <a:bodyPr wrap="square" rtlCol="0">
            <a:spAutoFit/>
          </a:bodyPr>
          <a:lstStyle/>
          <a:p>
            <a:r>
              <a:rPr lang="en-IN" sz="700"/>
              <a:t>*Only Sp1 Elaboration is 3 weeks</a:t>
            </a:r>
            <a:endParaRPr lang="en-US" sz="700"/>
          </a:p>
        </p:txBody>
      </p: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167020" y="2150926"/>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263682" y="1805968"/>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178979" y="150734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300222" y="149704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&amp; Reporting</a:t>
            </a:r>
            <a:endParaRPr lang="en-US"/>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462655" y="1527941"/>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373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8">
            <a:extLst>
              <a:ext uri="{FF2B5EF4-FFF2-40B4-BE49-F238E27FC236}">
                <a16:creationId xmlns:a16="http://schemas.microsoft.com/office/drawing/2014/main" id="{A72AB8A9-FDD7-0AF0-D95B-276629D32266}"/>
              </a:ext>
            </a:extLst>
          </p:cNvPr>
          <p:cNvSpPr txBox="1">
            <a:spLocks/>
          </p:cNvSpPr>
          <p:nvPr/>
        </p:nvSpPr>
        <p:spPr>
          <a:xfrm>
            <a:off x="2585280" y="2309684"/>
            <a:ext cx="7472504" cy="3703782"/>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grpSp>
        <p:nvGrpSpPr>
          <p:cNvPr id="6" name="Group 5">
            <a:extLst>
              <a:ext uri="{FF2B5EF4-FFF2-40B4-BE49-F238E27FC236}">
                <a16:creationId xmlns:a16="http://schemas.microsoft.com/office/drawing/2014/main" id="{FCECC8D4-35B4-6820-997C-88D37856C2FF}"/>
              </a:ext>
            </a:extLst>
          </p:cNvPr>
          <p:cNvGrpSpPr/>
          <p:nvPr/>
        </p:nvGrpSpPr>
        <p:grpSpPr>
          <a:xfrm>
            <a:off x="4979428" y="2442640"/>
            <a:ext cx="1925892" cy="942284"/>
            <a:chOff x="4345506" y="2644863"/>
            <a:chExt cx="1925892" cy="942284"/>
          </a:xfrm>
        </p:grpSpPr>
        <p:sp>
          <p:nvSpPr>
            <p:cNvPr id="7" name="Rectangle 6">
              <a:extLst>
                <a:ext uri="{FF2B5EF4-FFF2-40B4-BE49-F238E27FC236}">
                  <a16:creationId xmlns:a16="http://schemas.microsoft.com/office/drawing/2014/main" id="{6917DEC1-C53C-B096-2D18-7C766ED15DE0}"/>
                </a:ext>
              </a:extLst>
            </p:cNvPr>
            <p:cNvSpPr/>
            <p:nvPr/>
          </p:nvSpPr>
          <p:spPr>
            <a:xfrm>
              <a:off x="5186625" y="2644863"/>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7340" y="2676877"/>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345506" y="3079316"/>
              <a:ext cx="1925892"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7362521" y="2468775"/>
            <a:ext cx="1860345" cy="1027060"/>
            <a:chOff x="6589166" y="2241753"/>
            <a:chExt cx="1860345" cy="1027060"/>
          </a:xfrm>
        </p:grpSpPr>
        <p:sp>
          <p:nvSpPr>
            <p:cNvPr id="11" name="Rectangle 10">
              <a:extLst>
                <a:ext uri="{FF2B5EF4-FFF2-40B4-BE49-F238E27FC236}">
                  <a16:creationId xmlns:a16="http://schemas.microsoft.com/office/drawing/2014/main" id="{9CD52457-6320-0ABD-9A29-173A47D5A2C5}"/>
                </a:ext>
              </a:extLst>
            </p:cNvPr>
            <p:cNvSpPr/>
            <p:nvPr/>
          </p:nvSpPr>
          <p:spPr>
            <a:xfrm>
              <a:off x="6820306" y="2241753"/>
              <a:ext cx="1629205"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Release Train Lead/Technical Lead</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896610" y="2899481"/>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and reinforces Agile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2925297" y="2667772"/>
            <a:ext cx="1647518" cy="921757"/>
            <a:chOff x="3370281" y="3234136"/>
            <a:chExt cx="1647518" cy="921757"/>
          </a:xfrm>
        </p:grpSpPr>
        <p:sp>
          <p:nvSpPr>
            <p:cNvPr id="20" name="Rectangle 19">
              <a:extLst>
                <a:ext uri="{FF2B5EF4-FFF2-40B4-BE49-F238E27FC236}">
                  <a16:creationId xmlns:a16="http://schemas.microsoft.com/office/drawing/2014/main" id="{77A6F499-3E4E-EF30-B3BA-EE2A121CC89C}"/>
                </a:ext>
              </a:extLst>
            </p:cNvPr>
            <p:cNvSpPr/>
            <p:nvPr/>
          </p:nvSpPr>
          <p:spPr>
            <a:xfrm>
              <a:off x="4021564" y="3438156"/>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5249" y="323413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7178458" y="3725798"/>
            <a:ext cx="1964913" cy="864480"/>
            <a:chOff x="3875716" y="4687355"/>
            <a:chExt cx="1964913" cy="864480"/>
          </a:xfrm>
        </p:grpSpPr>
        <p:sp>
          <p:nvSpPr>
            <p:cNvPr id="24" name="Rectangle 23">
              <a:extLst>
                <a:ext uri="{FF2B5EF4-FFF2-40B4-BE49-F238E27FC236}">
                  <a16:creationId xmlns:a16="http://schemas.microsoft.com/office/drawing/2014/main" id="{639F521B-A7F2-A5E3-34FF-32A2053939A3}"/>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 Team</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build &amp; test the features</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2943829" y="3725798"/>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prstClr val="black"/>
                  </a:solidFill>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2939578" y="4956448"/>
            <a:ext cx="1720081" cy="867933"/>
            <a:chOff x="827585" y="3568057"/>
            <a:chExt cx="2419710" cy="867933"/>
          </a:xfrm>
        </p:grpSpPr>
        <p:sp>
          <p:nvSpPr>
            <p:cNvPr id="32" name="Rectangle 31">
              <a:extLst>
                <a:ext uri="{FF2B5EF4-FFF2-40B4-BE49-F238E27FC236}">
                  <a16:creationId xmlns:a16="http://schemas.microsoft.com/office/drawing/2014/main" id="{A9B6E3B3-196B-5EC5-04F5-9D3B15D03E50}"/>
                </a:ext>
              </a:extLst>
            </p:cNvPr>
            <p:cNvSpPr/>
            <p:nvPr/>
          </p:nvSpPr>
          <p:spPr>
            <a:xfrm>
              <a:off x="1484463" y="3593726"/>
              <a:ext cx="1717837"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Functional Leads</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9597" y="3568057"/>
              <a:ext cx="680402" cy="468033"/>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827585" y="3928159"/>
              <a:ext cx="2419710"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Functional resource who provides ad hoc expertise and guidance</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5636285" y="1983645"/>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078477" y="4989211"/>
            <a:ext cx="1925583" cy="789752"/>
            <a:chOff x="5173806" y="4974957"/>
            <a:chExt cx="1925583" cy="789752"/>
          </a:xfrm>
        </p:grpSpPr>
        <p:sp>
          <p:nvSpPr>
            <p:cNvPr id="45" name="Rectangle 44">
              <a:extLst>
                <a:ext uri="{FF2B5EF4-FFF2-40B4-BE49-F238E27FC236}">
                  <a16:creationId xmlns:a16="http://schemas.microsoft.com/office/drawing/2014/main" id="{C59080AB-1726-8AA3-E633-16311A629AB5}"/>
                </a:ext>
              </a:extLst>
            </p:cNvPr>
            <p:cNvSpPr/>
            <p:nvPr/>
          </p:nvSpPr>
          <p:spPr>
            <a:xfrm>
              <a:off x="5601022" y="5144652"/>
              <a:ext cx="132014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DevOps</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925583"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deal with build operations &amp; environment support</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7061" y="4974957"/>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03458" y="3118662"/>
            <a:ext cx="2159560" cy="2159560"/>
          </a:xfrm>
          <a:prstGeom prst="rect">
            <a:avLst/>
          </a:prstGeom>
        </p:spPr>
      </p:pic>
      <p:sp>
        <p:nvSpPr>
          <p:cNvPr id="53" name="TextBox 52">
            <a:extLst>
              <a:ext uri="{FF2B5EF4-FFF2-40B4-BE49-F238E27FC236}">
                <a16:creationId xmlns:a16="http://schemas.microsoft.com/office/drawing/2014/main" id="{E65706E5-6946-4C8C-FD20-8F273602B74D}"/>
              </a:ext>
            </a:extLst>
          </p:cNvPr>
          <p:cNvSpPr txBox="1"/>
          <p:nvPr/>
        </p:nvSpPr>
        <p:spPr>
          <a:xfrm>
            <a:off x="240244" y="809830"/>
            <a:ext cx="10530898" cy="181588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ea typeface="+mn-ea"/>
                <a:cs typeface="Arial" pitchFamily="34" charset="0"/>
              </a:rPr>
              <a:t>Each Release Train team – Policy, Billing, Integration would consist of cross functional skill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cs typeface="Arial" pitchFamily="34" charset="0"/>
              </a:rPr>
              <a:t>Release Train lead/Technical lead</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Developers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Testers</a:t>
            </a:r>
          </a:p>
          <a:p>
            <a:pPr marR="0" lvl="0" defTabSz="914400" rtl="0" eaLnBrk="1" fontAlgn="auto" latinLnBrk="0" hangingPunct="1">
              <a:lnSpc>
                <a:spcPct val="100000"/>
              </a:lnSpc>
              <a:spcBef>
                <a:spcPts val="0"/>
              </a:spcBef>
              <a:spcAft>
                <a:spcPts val="0"/>
              </a:spcAft>
              <a:buClrTx/>
              <a:buSzTx/>
              <a:tabLst/>
              <a:defRPr/>
            </a:pPr>
            <a:r>
              <a:rPr lang="en-US" sz="1200">
                <a:cs typeface="Arial" pitchFamily="34" charset="0"/>
              </a:rPr>
              <a:t>Partial availability of the following groups to help query resolution OR address requirement or design changes</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Analysts (Capgemini)</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Architects (Capgemini</a:t>
            </a:r>
            <a:r>
              <a:rPr lang="en-US" sz="1200">
                <a:cs typeface="Arial" pitchFamily="34" charset="0"/>
              </a:rPr>
              <a:t>i</a:t>
            </a:r>
            <a:r>
              <a:rPr kumimoji="0" lang="en-US" sz="1200" i="0" u="none" strike="noStrike" kern="1200" cap="none" spc="0" normalizeH="0" baseline="0" noProof="0">
                <a:ln>
                  <a:noFill/>
                </a:ln>
                <a:effectLst/>
                <a:uLnTx/>
                <a:uFillTx/>
                <a:ea typeface="+mn-ea"/>
                <a:cs typeface="Arial" pitchFamily="34" charset="0"/>
              </a:rPr>
              <a: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PO or SME (Beazley)</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DevOps (Beazley)</a:t>
            </a:r>
            <a:endParaRPr kumimoji="0" lang="en-US" sz="1200" i="0" u="none" strike="noStrike" kern="1200" cap="none" spc="0" normalizeH="0" baseline="0" noProof="0">
              <a:ln>
                <a:noFill/>
              </a:ln>
              <a:effectLst/>
              <a:uLnTx/>
              <a:uFillTx/>
              <a:ea typeface="+mn-ea"/>
              <a:cs typeface="Calibri" panose="020F0502020204030204" pitchFamily="34" charset="0"/>
            </a:endParaRPr>
          </a:p>
        </p:txBody>
      </p:sp>
      <p:sp>
        <p:nvSpPr>
          <p:cNvPr id="14" name="Title 3">
            <a:extLst>
              <a:ext uri="{FF2B5EF4-FFF2-40B4-BE49-F238E27FC236}">
                <a16:creationId xmlns:a16="http://schemas.microsoft.com/office/drawing/2014/main" id="{E2369092-C94A-2FD2-098B-130109F4E008}"/>
              </a:ext>
            </a:extLst>
          </p:cNvPr>
          <p:cNvSpPr txBox="1">
            <a:spLocks/>
          </p:cNvSpPr>
          <p:nvPr/>
        </p:nvSpPr>
        <p:spPr>
          <a:xfrm>
            <a:off x="235033" y="16596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n-lt"/>
                <a:ea typeface="+mj-ea"/>
                <a:cs typeface="+mj-cs"/>
                <a:sym typeface="Trebuchet MS" panose="020B0603020202020204" pitchFamily="34" charset="0"/>
              </a:rPr>
              <a:t>Standard Development team composition</a:t>
            </a:r>
          </a:p>
        </p:txBody>
      </p:sp>
      <p:grpSp>
        <p:nvGrpSpPr>
          <p:cNvPr id="2" name="Group 1">
            <a:extLst>
              <a:ext uri="{FF2B5EF4-FFF2-40B4-BE49-F238E27FC236}">
                <a16:creationId xmlns:a16="http://schemas.microsoft.com/office/drawing/2014/main" id="{595094A7-4AFC-3DC6-2232-9C71A525CC3A}"/>
              </a:ext>
            </a:extLst>
          </p:cNvPr>
          <p:cNvGrpSpPr/>
          <p:nvPr/>
        </p:nvGrpSpPr>
        <p:grpSpPr>
          <a:xfrm>
            <a:off x="7178458" y="4911819"/>
            <a:ext cx="1964913" cy="864480"/>
            <a:chOff x="3875716" y="4687355"/>
            <a:chExt cx="1964913" cy="864480"/>
          </a:xfrm>
        </p:grpSpPr>
        <p:sp>
          <p:nvSpPr>
            <p:cNvPr id="54" name="Rectangle 53">
              <a:extLst>
                <a:ext uri="{FF2B5EF4-FFF2-40B4-BE49-F238E27FC236}">
                  <a16:creationId xmlns:a16="http://schemas.microsoft.com/office/drawing/2014/main" id="{F3D6B933-3166-C837-A1F3-C628723E704F}"/>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Third Party</a:t>
              </a:r>
            </a:p>
          </p:txBody>
        </p:sp>
        <p:pic>
          <p:nvPicPr>
            <p:cNvPr id="55" name="Graphic 54" descr="Users with solid fill">
              <a:extLst>
                <a:ext uri="{FF2B5EF4-FFF2-40B4-BE49-F238E27FC236}">
                  <a16:creationId xmlns:a16="http://schemas.microsoft.com/office/drawing/2014/main" id="{BFF34183-260E-7081-6378-0CFEAF147D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56" name="Rectangle 55">
              <a:extLst>
                <a:ext uri="{FF2B5EF4-FFF2-40B4-BE49-F238E27FC236}">
                  <a16:creationId xmlns:a16="http://schemas.microsoft.com/office/drawing/2014/main" id="{204603B8-01F0-9BF8-1F83-6AA16FB3D804}"/>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Support required from third party app/services</a:t>
              </a:r>
            </a:p>
          </p:txBody>
        </p:sp>
      </p:grpSp>
    </p:spTree>
    <p:extLst>
      <p:ext uri="{BB962C8B-B14F-4D97-AF65-F5344CB8AC3E}">
        <p14:creationId xmlns:p14="http://schemas.microsoft.com/office/powerpoint/2010/main" val="4112435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BA83-1B9B-4997-A2DA-81E87D27D4A5}"/>
              </a:ext>
            </a:extLst>
          </p:cNvPr>
          <p:cNvSpPr>
            <a:spLocks noGrp="1"/>
          </p:cNvSpPr>
          <p:nvPr>
            <p:ph type="title"/>
          </p:nvPr>
        </p:nvSpPr>
        <p:spPr>
          <a:xfrm>
            <a:off x="241738" y="85148"/>
            <a:ext cx="11866679" cy="631371"/>
          </a:xfrm>
        </p:spPr>
        <p:txBody>
          <a:bodyPr/>
          <a:lstStyle/>
          <a:p>
            <a:r>
              <a:rPr lang="en-IN"/>
              <a:t>User Story</a:t>
            </a:r>
          </a:p>
        </p:txBody>
      </p:sp>
      <p:sp>
        <p:nvSpPr>
          <p:cNvPr id="6" name="Subtitle 2">
            <a:extLst>
              <a:ext uri="{FF2B5EF4-FFF2-40B4-BE49-F238E27FC236}">
                <a16:creationId xmlns:a16="http://schemas.microsoft.com/office/drawing/2014/main" id="{709717BC-969F-548A-E8DA-CD45ACECB265}"/>
              </a:ext>
            </a:extLst>
          </p:cNvPr>
          <p:cNvSpPr txBox="1">
            <a:spLocks/>
          </p:cNvSpPr>
          <p:nvPr/>
        </p:nvSpPr>
        <p:spPr>
          <a:xfrm>
            <a:off x="446817" y="798823"/>
            <a:ext cx="9144000" cy="293733"/>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b="1" i="1"/>
              <a:t>Clear User Story standards drive quality delivery</a:t>
            </a:r>
          </a:p>
        </p:txBody>
      </p:sp>
      <p:sp>
        <p:nvSpPr>
          <p:cNvPr id="7" name="Rectangle 6">
            <a:extLst>
              <a:ext uri="{FF2B5EF4-FFF2-40B4-BE49-F238E27FC236}">
                <a16:creationId xmlns:a16="http://schemas.microsoft.com/office/drawing/2014/main" id="{75124EC0-5F7E-7B44-91BD-8BBB248C7CE4}"/>
              </a:ext>
            </a:extLst>
          </p:cNvPr>
          <p:cNvSpPr/>
          <p:nvPr/>
        </p:nvSpPr>
        <p:spPr>
          <a:xfrm>
            <a:off x="513960" y="1592175"/>
            <a:ext cx="2781618" cy="1093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Role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action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Business Value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Acceptance Criteria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000" b="0" i="0" u="none" strike="noStrike" kern="1200" cap="none" spc="0" normalizeH="0" baseline="0" noProof="0">
              <a:ln>
                <a:noFill/>
              </a:ln>
              <a:solidFill>
                <a:prstClr val="black">
                  <a:lumMod val="95000"/>
                  <a:lumOff val="5000"/>
                </a:prstClr>
              </a:solidFill>
              <a:effectLst/>
              <a:uLnTx/>
              <a:uFillTx/>
              <a:ea typeface="+mn-ea"/>
              <a:cs typeface="+mn-cs"/>
            </a:endParaRPr>
          </a:p>
        </p:txBody>
      </p:sp>
      <p:sp>
        <p:nvSpPr>
          <p:cNvPr id="8" name="TextBox 7">
            <a:extLst>
              <a:ext uri="{FF2B5EF4-FFF2-40B4-BE49-F238E27FC236}">
                <a16:creationId xmlns:a16="http://schemas.microsoft.com/office/drawing/2014/main" id="{018E3CF3-991E-5567-FF5D-4E28776B4868}"/>
              </a:ext>
            </a:extLst>
          </p:cNvPr>
          <p:cNvSpPr txBox="1"/>
          <p:nvPr/>
        </p:nvSpPr>
        <p:spPr>
          <a:xfrm>
            <a:off x="446817" y="2698546"/>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What a user story must be</a:t>
            </a:r>
          </a:p>
        </p:txBody>
      </p:sp>
      <p:sp>
        <p:nvSpPr>
          <p:cNvPr id="9" name="TextBox 8">
            <a:extLst>
              <a:ext uri="{FF2B5EF4-FFF2-40B4-BE49-F238E27FC236}">
                <a16:creationId xmlns:a16="http://schemas.microsoft.com/office/drawing/2014/main" id="{0028E5A8-33BC-9E7F-4682-9998AAC17253}"/>
              </a:ext>
            </a:extLst>
          </p:cNvPr>
          <p:cNvSpPr txBox="1"/>
          <p:nvPr/>
        </p:nvSpPr>
        <p:spPr>
          <a:xfrm>
            <a:off x="474428" y="1302033"/>
            <a:ext cx="2406537" cy="261610"/>
          </a:xfrm>
          <a:prstGeom prst="rect">
            <a:avLst/>
          </a:prstGeom>
          <a:solidFill>
            <a:srgbClr val="FF66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ea typeface="+mn-ea"/>
                <a:cs typeface="+mn-cs"/>
              </a:rPr>
              <a:t>User story structure</a:t>
            </a:r>
          </a:p>
        </p:txBody>
      </p:sp>
      <p:sp>
        <p:nvSpPr>
          <p:cNvPr id="10" name="Rectangle 9">
            <a:extLst>
              <a:ext uri="{FF2B5EF4-FFF2-40B4-BE49-F238E27FC236}">
                <a16:creationId xmlns:a16="http://schemas.microsoft.com/office/drawing/2014/main" id="{775B8D18-F8E9-D165-514B-7DCFFC4DAA9F}"/>
              </a:ext>
            </a:extLst>
          </p:cNvPr>
          <p:cNvSpPr/>
          <p:nvPr/>
        </p:nvSpPr>
        <p:spPr>
          <a:xfrm>
            <a:off x="513960" y="4847182"/>
            <a:ext cx="3696018" cy="1173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Follow the INVEST standard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Identify correct personas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Have a clear goal/outcome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Be explicit on pathway/flow – Given this, Then …, So that…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Meet Programme Definition of Ready</a:t>
            </a:r>
          </a:p>
        </p:txBody>
      </p:sp>
      <p:sp>
        <p:nvSpPr>
          <p:cNvPr id="11" name="TextBox 10">
            <a:extLst>
              <a:ext uri="{FF2B5EF4-FFF2-40B4-BE49-F238E27FC236}">
                <a16:creationId xmlns:a16="http://schemas.microsoft.com/office/drawing/2014/main" id="{AFF4E205-D9CE-E010-811D-B626949C71F3}"/>
              </a:ext>
            </a:extLst>
          </p:cNvPr>
          <p:cNvSpPr txBox="1"/>
          <p:nvPr/>
        </p:nvSpPr>
        <p:spPr>
          <a:xfrm>
            <a:off x="446817" y="4505177"/>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User story standards must</a:t>
            </a:r>
          </a:p>
        </p:txBody>
      </p:sp>
      <p:sp>
        <p:nvSpPr>
          <p:cNvPr id="12" name="Rectangle 11">
            <a:extLst>
              <a:ext uri="{FF2B5EF4-FFF2-40B4-BE49-F238E27FC236}">
                <a16:creationId xmlns:a16="http://schemas.microsoft.com/office/drawing/2014/main" id="{3B8C47C7-C320-A7FE-D1DF-52D4250B070A}"/>
              </a:ext>
            </a:extLst>
          </p:cNvPr>
          <p:cNvSpPr/>
          <p:nvPr/>
        </p:nvSpPr>
        <p:spPr>
          <a:xfrm>
            <a:off x="513960" y="2985131"/>
            <a:ext cx="1694618" cy="1490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I</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ndependent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N</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egotiable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V</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aluable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E</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stimable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S</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mall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T</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estable</a:t>
            </a:r>
          </a:p>
        </p:txBody>
      </p:sp>
      <p:sp>
        <p:nvSpPr>
          <p:cNvPr id="13" name="Rectangle 12">
            <a:extLst>
              <a:ext uri="{FF2B5EF4-FFF2-40B4-BE49-F238E27FC236}">
                <a16:creationId xmlns:a16="http://schemas.microsoft.com/office/drawing/2014/main" id="{13F933F9-7B13-02F4-8050-D0EE6560AD33}"/>
              </a:ext>
            </a:extLst>
          </p:cNvPr>
          <p:cNvSpPr/>
          <p:nvPr/>
        </p:nvSpPr>
        <p:spPr>
          <a:xfrm>
            <a:off x="7358274" y="1177909"/>
            <a:ext cx="1474887" cy="631372"/>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EPIC</a:t>
            </a:r>
          </a:p>
        </p:txBody>
      </p:sp>
      <p:sp>
        <p:nvSpPr>
          <p:cNvPr id="14" name="Rectangle 13">
            <a:extLst>
              <a:ext uri="{FF2B5EF4-FFF2-40B4-BE49-F238E27FC236}">
                <a16:creationId xmlns:a16="http://schemas.microsoft.com/office/drawing/2014/main" id="{E32185FC-7EAF-578F-35F9-E8816A8C8F26}"/>
              </a:ext>
            </a:extLst>
          </p:cNvPr>
          <p:cNvSpPr/>
          <p:nvPr/>
        </p:nvSpPr>
        <p:spPr>
          <a:xfrm>
            <a:off x="5263955"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FEATURE-1</a:t>
            </a:r>
          </a:p>
        </p:txBody>
      </p:sp>
      <p:sp>
        <p:nvSpPr>
          <p:cNvPr id="15" name="Rectangle 14">
            <a:extLst>
              <a:ext uri="{FF2B5EF4-FFF2-40B4-BE49-F238E27FC236}">
                <a16:creationId xmlns:a16="http://schemas.microsoft.com/office/drawing/2014/main" id="{A1BCA97D-6D54-0362-9BA4-13D20312D51D}"/>
              </a:ext>
            </a:extLst>
          </p:cNvPr>
          <p:cNvSpPr/>
          <p:nvPr/>
        </p:nvSpPr>
        <p:spPr>
          <a:xfrm>
            <a:off x="7280599"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FEATURE-2</a:t>
            </a:r>
          </a:p>
        </p:txBody>
      </p:sp>
      <p:sp>
        <p:nvSpPr>
          <p:cNvPr id="16" name="Rectangle 15">
            <a:extLst>
              <a:ext uri="{FF2B5EF4-FFF2-40B4-BE49-F238E27FC236}">
                <a16:creationId xmlns:a16="http://schemas.microsoft.com/office/drawing/2014/main" id="{994A4183-EB88-DB9B-9045-A4BA1D3E10E9}"/>
              </a:ext>
            </a:extLst>
          </p:cNvPr>
          <p:cNvSpPr/>
          <p:nvPr/>
        </p:nvSpPr>
        <p:spPr>
          <a:xfrm>
            <a:off x="9327053" y="2403459"/>
            <a:ext cx="1630237" cy="485580"/>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FEATURE-N</a:t>
            </a:r>
          </a:p>
        </p:txBody>
      </p:sp>
      <p:sp>
        <p:nvSpPr>
          <p:cNvPr id="18" name="Rectangle 17">
            <a:extLst>
              <a:ext uri="{FF2B5EF4-FFF2-40B4-BE49-F238E27FC236}">
                <a16:creationId xmlns:a16="http://schemas.microsoft.com/office/drawing/2014/main" id="{A969460E-9EBE-805B-7195-DE09C90611DB}"/>
              </a:ext>
            </a:extLst>
          </p:cNvPr>
          <p:cNvSpPr/>
          <p:nvPr/>
        </p:nvSpPr>
        <p:spPr>
          <a:xfrm>
            <a:off x="4415723" y="3601725"/>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19" name="Rectangle 18">
            <a:extLst>
              <a:ext uri="{FF2B5EF4-FFF2-40B4-BE49-F238E27FC236}">
                <a16:creationId xmlns:a16="http://schemas.microsoft.com/office/drawing/2014/main" id="{0AE6AC3F-C64C-57A9-72DE-A2ABC66533BF}"/>
              </a:ext>
            </a:extLst>
          </p:cNvPr>
          <p:cNvSpPr/>
          <p:nvPr/>
        </p:nvSpPr>
        <p:spPr>
          <a:xfrm>
            <a:off x="5574928" y="3601725"/>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21" name="Rectangle 20">
            <a:extLst>
              <a:ext uri="{FF2B5EF4-FFF2-40B4-BE49-F238E27FC236}">
                <a16:creationId xmlns:a16="http://schemas.microsoft.com/office/drawing/2014/main" id="{267FDAA6-4872-4826-DEA7-9DBCA3C7E7BC}"/>
              </a:ext>
            </a:extLst>
          </p:cNvPr>
          <p:cNvSpPr/>
          <p:nvPr/>
        </p:nvSpPr>
        <p:spPr>
          <a:xfrm>
            <a:off x="6712608" y="3601725"/>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22" name="Connector: Elbow 21">
            <a:extLst>
              <a:ext uri="{FF2B5EF4-FFF2-40B4-BE49-F238E27FC236}">
                <a16:creationId xmlns:a16="http://schemas.microsoft.com/office/drawing/2014/main" id="{D2B3E4AD-9509-CA86-BE16-64B7A32427E8}"/>
              </a:ext>
            </a:extLst>
          </p:cNvPr>
          <p:cNvCxnSpPr>
            <a:cxnSpLocks/>
            <a:stCxn id="13" idx="2"/>
            <a:endCxn id="14" idx="0"/>
          </p:cNvCxnSpPr>
          <p:nvPr/>
        </p:nvCxnSpPr>
        <p:spPr>
          <a:xfrm rot="5400000">
            <a:off x="6790307" y="1098048"/>
            <a:ext cx="594178" cy="20166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729CDAD3-A904-C110-0322-63E3FFF7E9F6}"/>
              </a:ext>
            </a:extLst>
          </p:cNvPr>
          <p:cNvCxnSpPr>
            <a:cxnSpLocks/>
            <a:stCxn id="13" idx="2"/>
            <a:endCxn id="16" idx="0"/>
          </p:cNvCxnSpPr>
          <p:nvPr/>
        </p:nvCxnSpPr>
        <p:spPr>
          <a:xfrm rot="16200000" flipH="1">
            <a:off x="8821856" y="1083143"/>
            <a:ext cx="594178" cy="204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584D1D0-D269-0ABB-01E9-4FEEBC644A7A}"/>
              </a:ext>
            </a:extLst>
          </p:cNvPr>
          <p:cNvSpPr/>
          <p:nvPr/>
        </p:nvSpPr>
        <p:spPr>
          <a:xfrm>
            <a:off x="8464834" y="3585069"/>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34" name="Rectangle 33">
            <a:extLst>
              <a:ext uri="{FF2B5EF4-FFF2-40B4-BE49-F238E27FC236}">
                <a16:creationId xmlns:a16="http://schemas.microsoft.com/office/drawing/2014/main" id="{7277151D-A263-FB53-FD0F-89585185182A}"/>
              </a:ext>
            </a:extLst>
          </p:cNvPr>
          <p:cNvSpPr/>
          <p:nvPr/>
        </p:nvSpPr>
        <p:spPr>
          <a:xfrm>
            <a:off x="9634925" y="3585069"/>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35" name="Rectangle 34">
            <a:extLst>
              <a:ext uri="{FF2B5EF4-FFF2-40B4-BE49-F238E27FC236}">
                <a16:creationId xmlns:a16="http://schemas.microsoft.com/office/drawing/2014/main" id="{D6E96330-A34B-BA05-F8DB-9DF3927EF405}"/>
              </a:ext>
            </a:extLst>
          </p:cNvPr>
          <p:cNvSpPr/>
          <p:nvPr/>
        </p:nvSpPr>
        <p:spPr>
          <a:xfrm>
            <a:off x="10761719" y="3585069"/>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37" name="Connector: Elbow 36">
            <a:extLst>
              <a:ext uri="{FF2B5EF4-FFF2-40B4-BE49-F238E27FC236}">
                <a16:creationId xmlns:a16="http://schemas.microsoft.com/office/drawing/2014/main" id="{8786C1D2-D717-3BC8-23B3-5519FD4E2B19}"/>
              </a:ext>
            </a:extLst>
          </p:cNvPr>
          <p:cNvCxnSpPr>
            <a:stCxn id="14" idx="2"/>
            <a:endCxn id="18" idx="0"/>
          </p:cNvCxnSpPr>
          <p:nvPr/>
        </p:nvCxnSpPr>
        <p:spPr>
          <a:xfrm rot="5400000">
            <a:off x="5156364" y="2679014"/>
            <a:ext cx="712687" cy="11327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71BAF195-1907-9CEC-0686-4B8AD411437B}"/>
              </a:ext>
            </a:extLst>
          </p:cNvPr>
          <p:cNvCxnSpPr>
            <a:stCxn id="14" idx="2"/>
            <a:endCxn id="21" idx="0"/>
          </p:cNvCxnSpPr>
          <p:nvPr/>
        </p:nvCxnSpPr>
        <p:spPr>
          <a:xfrm rot="16200000" flipH="1">
            <a:off x="6320993" y="2647118"/>
            <a:ext cx="712687" cy="1196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564DE41-169A-610B-6244-52F6BBFB06A8}"/>
              </a:ext>
            </a:extLst>
          </p:cNvPr>
          <p:cNvCxnSpPr>
            <a:stCxn id="16" idx="2"/>
            <a:endCxn id="33" idx="0"/>
          </p:cNvCxnSpPr>
          <p:nvPr/>
        </p:nvCxnSpPr>
        <p:spPr>
          <a:xfrm rot="5400000">
            <a:off x="9220796" y="2663693"/>
            <a:ext cx="696030" cy="11467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2B7FF8D-613B-E336-873F-7A36023D5ACA}"/>
              </a:ext>
            </a:extLst>
          </p:cNvPr>
          <p:cNvCxnSpPr>
            <a:stCxn id="16" idx="2"/>
            <a:endCxn id="35" idx="0"/>
          </p:cNvCxnSpPr>
          <p:nvPr/>
        </p:nvCxnSpPr>
        <p:spPr>
          <a:xfrm rot="16200000" flipH="1">
            <a:off x="10385426" y="2645785"/>
            <a:ext cx="696030" cy="11825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2E1EDAC-F981-0E94-0785-9B98B45AB58C}"/>
              </a:ext>
            </a:extLst>
          </p:cNvPr>
          <p:cNvSpPr txBox="1"/>
          <p:nvPr/>
        </p:nvSpPr>
        <p:spPr>
          <a:xfrm>
            <a:off x="4415723" y="4124727"/>
            <a:ext cx="679268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ea typeface="+mn-ea"/>
                <a:cs typeface="+mn-cs"/>
              </a:rPr>
              <a:t>USER STORY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 story where you have a user role, action and an outcome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Typically associated with user facing screens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Very closely associated to the product behaviour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technical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Usually linked to a front end functional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Has a technical flow in the background of 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Depends on team composition if you have separate integration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Applies to data and integration layer types of work</a:t>
            </a:r>
          </a:p>
        </p:txBody>
      </p:sp>
      <p:cxnSp>
        <p:nvCxnSpPr>
          <p:cNvPr id="44" name="Straight Arrow Connector 43">
            <a:extLst>
              <a:ext uri="{FF2B5EF4-FFF2-40B4-BE49-F238E27FC236}">
                <a16:creationId xmlns:a16="http://schemas.microsoft.com/office/drawing/2014/main" id="{5D236751-7747-9BC9-2E4A-C9F22D21AF23}"/>
              </a:ext>
            </a:extLst>
          </p:cNvPr>
          <p:cNvCxnSpPr>
            <a:stCxn id="14" idx="2"/>
            <a:endCxn id="19" idx="0"/>
          </p:cNvCxnSpPr>
          <p:nvPr/>
        </p:nvCxnSpPr>
        <p:spPr>
          <a:xfrm>
            <a:off x="6079074" y="2889038"/>
            <a:ext cx="8560" cy="7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EDFC5FB-6616-E089-50E0-31BD52E32E31}"/>
              </a:ext>
            </a:extLst>
          </p:cNvPr>
          <p:cNvCxnSpPr>
            <a:cxnSpLocks/>
            <a:stCxn id="13" idx="2"/>
            <a:endCxn id="15" idx="0"/>
          </p:cNvCxnSpPr>
          <p:nvPr/>
        </p:nvCxnSpPr>
        <p:spPr>
          <a:xfrm>
            <a:off x="8095718" y="1809281"/>
            <a:ext cx="0" cy="59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F5178B-14E1-6673-CA00-15F2FAFE0070}"/>
              </a:ext>
            </a:extLst>
          </p:cNvPr>
          <p:cNvCxnSpPr>
            <a:cxnSpLocks/>
            <a:stCxn id="16" idx="2"/>
            <a:endCxn id="34" idx="0"/>
          </p:cNvCxnSpPr>
          <p:nvPr/>
        </p:nvCxnSpPr>
        <p:spPr>
          <a:xfrm>
            <a:off x="10142172" y="2889039"/>
            <a:ext cx="5459" cy="69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973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3707D8-E0BB-408F-83C1-4CADE7E69E02}"/>
              </a:ext>
            </a:extLst>
          </p:cNvPr>
          <p:cNvSpPr txBox="1">
            <a:spLocks/>
          </p:cNvSpPr>
          <p:nvPr/>
        </p:nvSpPr>
        <p:spPr>
          <a:xfrm>
            <a:off x="126124" y="6199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USER STORY Elaboration Cycle</a:t>
            </a:r>
          </a:p>
        </p:txBody>
      </p:sp>
      <p:sp>
        <p:nvSpPr>
          <p:cNvPr id="5" name="Rectangle 4">
            <a:extLst>
              <a:ext uri="{FF2B5EF4-FFF2-40B4-BE49-F238E27FC236}">
                <a16:creationId xmlns:a16="http://schemas.microsoft.com/office/drawing/2014/main" id="{21A72CD2-BEA9-46E0-A0BE-B19CB5BB961A}"/>
              </a:ext>
            </a:extLst>
          </p:cNvPr>
          <p:cNvSpPr/>
          <p:nvPr/>
        </p:nvSpPr>
        <p:spPr>
          <a:xfrm>
            <a:off x="709769" y="1160867"/>
            <a:ext cx="10414013"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Each User story through the elaboration phase goes through key phases of requirement capturing, aligning dependencies, conformance, drafting and a final approval</a:t>
            </a:r>
          </a:p>
        </p:txBody>
      </p:sp>
      <p:sp>
        <p:nvSpPr>
          <p:cNvPr id="6" name="Freeform 39">
            <a:extLst>
              <a:ext uri="{FF2B5EF4-FFF2-40B4-BE49-F238E27FC236}">
                <a16:creationId xmlns:a16="http://schemas.microsoft.com/office/drawing/2014/main" id="{8C3231AF-0F5E-41DD-A23F-C793457BA2DC}"/>
              </a:ext>
            </a:extLst>
          </p:cNvPr>
          <p:cNvSpPr/>
          <p:nvPr/>
        </p:nvSpPr>
        <p:spPr>
          <a:xfrm>
            <a:off x="7701436" y="2530657"/>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7" name="Freeform 41">
            <a:extLst>
              <a:ext uri="{FF2B5EF4-FFF2-40B4-BE49-F238E27FC236}">
                <a16:creationId xmlns:a16="http://schemas.microsoft.com/office/drawing/2014/main" id="{AE44AE15-7679-44E4-8488-FFF52D7EA48E}"/>
              </a:ext>
            </a:extLst>
          </p:cNvPr>
          <p:cNvSpPr/>
          <p:nvPr/>
        </p:nvSpPr>
        <p:spPr>
          <a:xfrm flipV="1">
            <a:off x="7701436" y="5187496"/>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8" name="Freeform 44">
            <a:extLst>
              <a:ext uri="{FF2B5EF4-FFF2-40B4-BE49-F238E27FC236}">
                <a16:creationId xmlns:a16="http://schemas.microsoft.com/office/drawing/2014/main" id="{FD5DEA2E-D186-4187-9C0C-DC3F6BC589C4}"/>
              </a:ext>
            </a:extLst>
          </p:cNvPr>
          <p:cNvSpPr/>
          <p:nvPr/>
        </p:nvSpPr>
        <p:spPr>
          <a:xfrm flipH="1">
            <a:off x="1333838" y="2530657"/>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9" name="Freeform 45">
            <a:extLst>
              <a:ext uri="{FF2B5EF4-FFF2-40B4-BE49-F238E27FC236}">
                <a16:creationId xmlns:a16="http://schemas.microsoft.com/office/drawing/2014/main" id="{484C7F2D-1B2A-4855-8155-395F4CE965B8}"/>
              </a:ext>
            </a:extLst>
          </p:cNvPr>
          <p:cNvSpPr/>
          <p:nvPr/>
        </p:nvSpPr>
        <p:spPr>
          <a:xfrm flipH="1" flipV="1">
            <a:off x="1333838" y="5187496"/>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10" name="Oval 9">
            <a:extLst>
              <a:ext uri="{FF2B5EF4-FFF2-40B4-BE49-F238E27FC236}">
                <a16:creationId xmlns:a16="http://schemas.microsoft.com/office/drawing/2014/main" id="{4894A4D0-F9E3-4DBE-B286-69E0A2C9F379}"/>
              </a:ext>
            </a:extLst>
          </p:cNvPr>
          <p:cNvSpPr/>
          <p:nvPr/>
        </p:nvSpPr>
        <p:spPr>
          <a:xfrm>
            <a:off x="4530102" y="2447953"/>
            <a:ext cx="3185729" cy="3185729"/>
          </a:xfrm>
          <a:prstGeom prst="ellipse">
            <a:avLst/>
          </a:prstGeom>
          <a:noFill/>
          <a:ln w="19050" cmpd="sng">
            <a:solidFill>
              <a:schemeClr val="accent1"/>
            </a:solidFill>
          </a:ln>
          <a:effectLst/>
        </p:spPr>
        <p:style>
          <a:lnRef idx="0">
            <a:scrgbClr r="0" g="0" b="0"/>
          </a:lnRef>
          <a:fillRef idx="1">
            <a:scrgbClr r="0" g="0" b="0"/>
          </a:fillRef>
          <a:effectRef idx="2">
            <a:scrgbClr r="0" g="0" b="0"/>
          </a:effectRef>
          <a:fontRef idx="minor">
            <a:schemeClr val="dk1">
              <a:hueOff val="0"/>
              <a:satOff val="0"/>
              <a:lumOff val="0"/>
              <a:alphaOff val="0"/>
            </a:schemeClr>
          </a:fontRef>
        </p:style>
      </p:sp>
      <p:sp>
        <p:nvSpPr>
          <p:cNvPr id="11" name="Freeform 5">
            <a:extLst>
              <a:ext uri="{FF2B5EF4-FFF2-40B4-BE49-F238E27FC236}">
                <a16:creationId xmlns:a16="http://schemas.microsoft.com/office/drawing/2014/main" id="{E7B30576-EFF3-46F6-8E5A-FB1BB23B376C}"/>
              </a:ext>
            </a:extLst>
          </p:cNvPr>
          <p:cNvSpPr/>
          <p:nvPr/>
        </p:nvSpPr>
        <p:spPr>
          <a:xfrm>
            <a:off x="4321922" y="2239773"/>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1"/>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Requirement</a:t>
            </a:r>
          </a:p>
        </p:txBody>
      </p:sp>
      <p:sp>
        <p:nvSpPr>
          <p:cNvPr id="12" name="Freeform 6">
            <a:extLst>
              <a:ext uri="{FF2B5EF4-FFF2-40B4-BE49-F238E27FC236}">
                <a16:creationId xmlns:a16="http://schemas.microsoft.com/office/drawing/2014/main" id="{8FF70738-9F89-4B72-9D0E-FE7015F97F91}"/>
              </a:ext>
            </a:extLst>
          </p:cNvPr>
          <p:cNvSpPr/>
          <p:nvPr/>
        </p:nvSpPr>
        <p:spPr>
          <a:xfrm>
            <a:off x="6394358" y="2239773"/>
            <a:ext cx="1604013"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3"/>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Dependencies and conformance</a:t>
            </a: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13" name="Freeform 7">
            <a:extLst>
              <a:ext uri="{FF2B5EF4-FFF2-40B4-BE49-F238E27FC236}">
                <a16:creationId xmlns:a16="http://schemas.microsoft.com/office/drawing/2014/main" id="{E001BBFF-BE3D-4809-BA85-E7787E90E98E}"/>
              </a:ext>
            </a:extLst>
          </p:cNvPr>
          <p:cNvSpPr/>
          <p:nvPr/>
        </p:nvSpPr>
        <p:spPr>
          <a:xfrm>
            <a:off x="4321922"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Playback and approval</a:t>
            </a:r>
            <a:endParaRPr kumimoji="0" lang="en-US" sz="2000" b="0" i="0" u="none" strike="noStrike" kern="1200" cap="none" spc="0" normalizeH="0" baseline="0" noProof="0">
              <a:ln>
                <a:noFill/>
              </a:ln>
              <a:solidFill>
                <a:srgbClr val="FFFFFF"/>
              </a:solidFill>
              <a:effectLst/>
              <a:uLnTx/>
              <a:uFillTx/>
              <a:latin typeface="Ubuntu"/>
              <a:ea typeface="+mn-ea"/>
              <a:cs typeface="+mn-cs"/>
            </a:endParaRPr>
          </a:p>
        </p:txBody>
      </p:sp>
      <p:sp>
        <p:nvSpPr>
          <p:cNvPr id="14" name="Freeform 8">
            <a:extLst>
              <a:ext uri="{FF2B5EF4-FFF2-40B4-BE49-F238E27FC236}">
                <a16:creationId xmlns:a16="http://schemas.microsoft.com/office/drawing/2014/main" id="{1791731E-B8F9-41AC-A342-7F141FF2BB29}"/>
              </a:ext>
            </a:extLst>
          </p:cNvPr>
          <p:cNvSpPr/>
          <p:nvPr/>
        </p:nvSpPr>
        <p:spPr>
          <a:xfrm>
            <a:off x="6394359"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590A42"/>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User story draft</a:t>
            </a:r>
            <a:endParaRPr kumimoji="0" lang="en-US" b="0" i="0" u="none" strike="noStrike" kern="1200" cap="none" spc="0" normalizeH="0" baseline="0" noProof="0">
              <a:ln>
                <a:noFill/>
              </a:ln>
              <a:solidFill>
                <a:srgbClr val="FFFFFF"/>
              </a:solidFill>
              <a:effectLst/>
              <a:uLnTx/>
              <a:uFillTx/>
              <a:latin typeface="Ubuntu"/>
              <a:ea typeface="+mn-ea"/>
              <a:cs typeface="+mn-cs"/>
            </a:endParaRPr>
          </a:p>
        </p:txBody>
      </p:sp>
      <p:sp>
        <p:nvSpPr>
          <p:cNvPr id="15" name="TextBox 14">
            <a:extLst>
              <a:ext uri="{FF2B5EF4-FFF2-40B4-BE49-F238E27FC236}">
                <a16:creationId xmlns:a16="http://schemas.microsoft.com/office/drawing/2014/main" id="{834F62E9-EBF4-4CD6-B083-C5E0A5F7D910}"/>
              </a:ext>
            </a:extLst>
          </p:cNvPr>
          <p:cNvSpPr txBox="1"/>
          <p:nvPr/>
        </p:nvSpPr>
        <p:spPr>
          <a:xfrm>
            <a:off x="8368609" y="2434091"/>
            <a:ext cx="3509362" cy="1089529"/>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Align dependencies between Release Trains – Business and Cap</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Dependencies include internal and external parties</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Design confirmations for feasibility</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GW conformance assessed, </a:t>
            </a:r>
            <a:r>
              <a:rPr lang="en-US" sz="1000">
                <a:solidFill>
                  <a:prstClr val="black"/>
                </a:solidFill>
                <a:latin typeface="Ubuntu"/>
              </a:rPr>
              <a:t>escalations reported to Beazley for approvals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
        <p:nvSpPr>
          <p:cNvPr id="16" name="TextBox 15">
            <a:extLst>
              <a:ext uri="{FF2B5EF4-FFF2-40B4-BE49-F238E27FC236}">
                <a16:creationId xmlns:a16="http://schemas.microsoft.com/office/drawing/2014/main" id="{555B41F6-6A01-4FBF-8F2E-C54768FE7F43}"/>
              </a:ext>
            </a:extLst>
          </p:cNvPr>
          <p:cNvSpPr txBox="1"/>
          <p:nvPr/>
        </p:nvSpPr>
        <p:spPr>
          <a:xfrm>
            <a:off x="8404793" y="546018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Cap BA to create US draft</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Single or multiple US created as applicable</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Socializing with PO and business teams</a:t>
            </a:r>
          </a:p>
          <a:p>
            <a:pPr marL="228600" marR="0" lvl="0" indent="-228600" algn="l" defTabSz="914400" rtl="0" eaLnBrk="1" fontAlgn="auto" latinLnBrk="0" hangingPunct="1">
              <a:lnSpc>
                <a:spcPct val="90000"/>
              </a:lnSpc>
              <a:spcAft>
                <a:spcPts val="0"/>
              </a:spcAft>
              <a:buClrTx/>
              <a:buSzTx/>
              <a:buFontTx/>
              <a:buAutoNum type="arabicPeriod"/>
              <a:tabLst/>
              <a:defRPr/>
            </a:pPr>
            <a:endParaRPr lang="en-US" sz="1000">
              <a:solidFill>
                <a:prstClr val="black"/>
              </a:solidFill>
              <a:latin typeface="Ubuntu"/>
            </a:endParaRPr>
          </a:p>
        </p:txBody>
      </p:sp>
      <p:sp>
        <p:nvSpPr>
          <p:cNvPr id="17" name="TextBox 16">
            <a:extLst>
              <a:ext uri="{FF2B5EF4-FFF2-40B4-BE49-F238E27FC236}">
                <a16:creationId xmlns:a16="http://schemas.microsoft.com/office/drawing/2014/main" id="{662D532B-ACDC-454D-8DAD-C8D223B92D36}"/>
              </a:ext>
            </a:extLst>
          </p:cNvPr>
          <p:cNvSpPr txBox="1"/>
          <p:nvPr/>
        </p:nvSpPr>
        <p:spPr>
          <a:xfrm>
            <a:off x="764524" y="2402732"/>
            <a:ext cx="3453308" cy="923330"/>
          </a:xfrm>
          <a:prstGeom prst="rect">
            <a:avLst/>
          </a:prstGeom>
          <a:noFill/>
        </p:spPr>
        <p:txBody>
          <a:bodyPr wrap="square" lIns="121920" rIns="121920" rtlCol="0">
            <a:spAutoFit/>
          </a:bodyPr>
          <a:lstStyle/>
          <a:p>
            <a:pPr marL="0" marR="0" lvl="0" indent="0" algn="r" defTabSz="914400" rtl="0" eaLnBrk="1" fontAlgn="auto" latinLnBrk="0" hangingPunct="1">
              <a:lnSpc>
                <a:spcPct val="90000"/>
              </a:lnSpc>
              <a:spcBef>
                <a:spcPts val="1067"/>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 and B SME detail requirements</a:t>
            </a:r>
          </a:p>
          <a:p>
            <a:pPr marL="228600" marR="0" lvl="0" indent="-228600"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Cap BA helps with OOTB Demos, aligns requirement</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Business rules discussed</a:t>
            </a:r>
          </a:p>
        </p:txBody>
      </p:sp>
      <p:sp>
        <p:nvSpPr>
          <p:cNvPr id="18" name="TextBox 17">
            <a:extLst>
              <a:ext uri="{FF2B5EF4-FFF2-40B4-BE49-F238E27FC236}">
                <a16:creationId xmlns:a16="http://schemas.microsoft.com/office/drawing/2014/main" id="{3CB14864-1D97-4272-8BDA-F61EE4E18F17}"/>
              </a:ext>
            </a:extLst>
          </p:cNvPr>
          <p:cNvSpPr txBox="1"/>
          <p:nvPr/>
        </p:nvSpPr>
        <p:spPr>
          <a:xfrm>
            <a:off x="5466043" y="3752498"/>
            <a:ext cx="125251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User story Elaboration</a:t>
            </a:r>
          </a:p>
        </p:txBody>
      </p:sp>
      <p:sp>
        <p:nvSpPr>
          <p:cNvPr id="19" name="Isosceles Triangle 18">
            <a:extLst>
              <a:ext uri="{FF2B5EF4-FFF2-40B4-BE49-F238E27FC236}">
                <a16:creationId xmlns:a16="http://schemas.microsoft.com/office/drawing/2014/main" id="{24BD520F-7EE8-4E36-B3FA-5C63237B42A7}"/>
              </a:ext>
            </a:extLst>
          </p:cNvPr>
          <p:cNvSpPr/>
          <p:nvPr/>
        </p:nvSpPr>
        <p:spPr>
          <a:xfrm rot="6496349">
            <a:off x="6353131" y="235856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0" name="Isosceles Triangle 19">
            <a:extLst>
              <a:ext uri="{FF2B5EF4-FFF2-40B4-BE49-F238E27FC236}">
                <a16:creationId xmlns:a16="http://schemas.microsoft.com/office/drawing/2014/main" id="{9ECA91BF-0683-45DD-A77B-E42E6298FD9D}"/>
              </a:ext>
            </a:extLst>
          </p:cNvPr>
          <p:cNvSpPr/>
          <p:nvPr/>
        </p:nvSpPr>
        <p:spPr>
          <a:xfrm rot="11678426">
            <a:off x="7570267" y="426268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1" name="Isosceles Triangle 20">
            <a:extLst>
              <a:ext uri="{FF2B5EF4-FFF2-40B4-BE49-F238E27FC236}">
                <a16:creationId xmlns:a16="http://schemas.microsoft.com/office/drawing/2014/main" id="{3BC8A065-7335-4B8E-9245-873F849E7F99}"/>
              </a:ext>
            </a:extLst>
          </p:cNvPr>
          <p:cNvSpPr/>
          <p:nvPr/>
        </p:nvSpPr>
        <p:spPr>
          <a:xfrm rot="17058865">
            <a:off x="5670042" y="5471670"/>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2" name="Isosceles Triangle 21">
            <a:extLst>
              <a:ext uri="{FF2B5EF4-FFF2-40B4-BE49-F238E27FC236}">
                <a16:creationId xmlns:a16="http://schemas.microsoft.com/office/drawing/2014/main" id="{8FA06855-A88D-4AB7-BF43-F18E84192A8C}"/>
              </a:ext>
            </a:extLst>
          </p:cNvPr>
          <p:cNvSpPr/>
          <p:nvPr/>
        </p:nvSpPr>
        <p:spPr>
          <a:xfrm rot="525752">
            <a:off x="4473337" y="3554167"/>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3" name="TextBox 22">
            <a:extLst>
              <a:ext uri="{FF2B5EF4-FFF2-40B4-BE49-F238E27FC236}">
                <a16:creationId xmlns:a16="http://schemas.microsoft.com/office/drawing/2014/main" id="{B4452E18-F1FE-44DF-A903-E63085BEA1C6}"/>
              </a:ext>
            </a:extLst>
          </p:cNvPr>
          <p:cNvSpPr txBox="1"/>
          <p:nvPr/>
        </p:nvSpPr>
        <p:spPr>
          <a:xfrm>
            <a:off x="859349" y="550127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 BA to arrange for playback sessions</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Beazley PO and B SME to approve user story</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IN" sz="1000">
                <a:solidFill>
                  <a:prstClr val="black"/>
                </a:solidFill>
                <a:latin typeface="Ubuntu"/>
              </a:rPr>
              <a:t>All dependent teams and business aligned</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User story handover to design/dev teams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78614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AF40-5928-077B-58E5-0A5E2710E345}"/>
              </a:ext>
            </a:extLst>
          </p:cNvPr>
          <p:cNvSpPr>
            <a:spLocks noGrp="1"/>
          </p:cNvSpPr>
          <p:nvPr>
            <p:ph type="title"/>
          </p:nvPr>
        </p:nvSpPr>
        <p:spPr/>
        <p:txBody>
          <a:bodyPr/>
          <a:lstStyle/>
          <a:p>
            <a:endParaRPr lang="en-US"/>
          </a:p>
        </p:txBody>
      </p:sp>
      <p:graphicFrame>
        <p:nvGraphicFramePr>
          <p:cNvPr id="3" name="Table 3">
            <a:extLst>
              <a:ext uri="{FF2B5EF4-FFF2-40B4-BE49-F238E27FC236}">
                <a16:creationId xmlns:a16="http://schemas.microsoft.com/office/drawing/2014/main" id="{FD56C828-1453-6F9B-E693-F4560ABB5040}"/>
              </a:ext>
            </a:extLst>
          </p:cNvPr>
          <p:cNvGraphicFramePr>
            <a:graphicFrameLocks noGrp="1"/>
          </p:cNvGraphicFramePr>
          <p:nvPr>
            <p:extLst>
              <p:ext uri="{D42A27DB-BD31-4B8C-83A1-F6EECF244321}">
                <p14:modId xmlns:p14="http://schemas.microsoft.com/office/powerpoint/2010/main" val="2339509907"/>
              </p:ext>
            </p:extLst>
          </p:nvPr>
        </p:nvGraphicFramePr>
        <p:xfrm>
          <a:off x="79512" y="517648"/>
          <a:ext cx="12112488" cy="6340352"/>
        </p:xfrm>
        <a:graphic>
          <a:graphicData uri="http://schemas.openxmlformats.org/drawingml/2006/table">
            <a:tbl>
              <a:tblPr firstRow="1" bandRow="1">
                <a:tableStyleId>{5C22544A-7EE6-4342-B048-85BDC9FD1C3A}</a:tableStyleId>
              </a:tblPr>
              <a:tblGrid>
                <a:gridCol w="2253730">
                  <a:extLst>
                    <a:ext uri="{9D8B030D-6E8A-4147-A177-3AD203B41FA5}">
                      <a16:colId xmlns:a16="http://schemas.microsoft.com/office/drawing/2014/main" val="3822541440"/>
                    </a:ext>
                  </a:extLst>
                </a:gridCol>
                <a:gridCol w="1781864">
                  <a:extLst>
                    <a:ext uri="{9D8B030D-6E8A-4147-A177-3AD203B41FA5}">
                      <a16:colId xmlns:a16="http://schemas.microsoft.com/office/drawing/2014/main" val="239388869"/>
                    </a:ext>
                  </a:extLst>
                </a:gridCol>
                <a:gridCol w="2217725">
                  <a:extLst>
                    <a:ext uri="{9D8B030D-6E8A-4147-A177-3AD203B41FA5}">
                      <a16:colId xmlns:a16="http://schemas.microsoft.com/office/drawing/2014/main" val="505800522"/>
                    </a:ext>
                  </a:extLst>
                </a:gridCol>
                <a:gridCol w="3436672">
                  <a:extLst>
                    <a:ext uri="{9D8B030D-6E8A-4147-A177-3AD203B41FA5}">
                      <a16:colId xmlns:a16="http://schemas.microsoft.com/office/drawing/2014/main" val="3078803982"/>
                    </a:ext>
                  </a:extLst>
                </a:gridCol>
                <a:gridCol w="2422497">
                  <a:extLst>
                    <a:ext uri="{9D8B030D-6E8A-4147-A177-3AD203B41FA5}">
                      <a16:colId xmlns:a16="http://schemas.microsoft.com/office/drawing/2014/main" val="1035312207"/>
                    </a:ext>
                  </a:extLst>
                </a:gridCol>
              </a:tblGrid>
              <a:tr h="463627">
                <a:tc>
                  <a:txBody>
                    <a:bodyPr/>
                    <a:lstStyle/>
                    <a:p>
                      <a:r>
                        <a:rPr lang="en-IN" sz="1100"/>
                        <a:t>Tasks</a:t>
                      </a:r>
                    </a:p>
                  </a:txBody>
                  <a:tcPr>
                    <a:solidFill>
                      <a:srgbClr val="FF66CC"/>
                    </a:solidFill>
                  </a:tcPr>
                </a:tc>
                <a:tc>
                  <a:txBody>
                    <a:bodyPr/>
                    <a:lstStyle/>
                    <a:p>
                      <a:r>
                        <a:rPr lang="en-IN" sz="1100"/>
                        <a:t>Accountable</a:t>
                      </a:r>
                    </a:p>
                  </a:txBody>
                  <a:tcPr>
                    <a:solidFill>
                      <a:srgbClr val="FF66CC"/>
                    </a:solidFill>
                  </a:tcPr>
                </a:tc>
                <a:tc>
                  <a:txBody>
                    <a:bodyPr/>
                    <a:lstStyle/>
                    <a:p>
                      <a:r>
                        <a:rPr lang="en-IN" sz="1100"/>
                        <a:t>Accountable Team</a:t>
                      </a:r>
                    </a:p>
                  </a:txBody>
                  <a:tcPr>
                    <a:solidFill>
                      <a:srgbClr val="FF66CC"/>
                    </a:solidFill>
                  </a:tcPr>
                </a:tc>
                <a:tc>
                  <a:txBody>
                    <a:bodyPr/>
                    <a:lstStyle/>
                    <a:p>
                      <a:r>
                        <a:rPr lang="en-IN" sz="1100"/>
                        <a:t>Supporting Team</a:t>
                      </a:r>
                    </a:p>
                  </a:txBody>
                  <a:tcPr>
                    <a:solidFill>
                      <a:srgbClr val="FF66CC"/>
                    </a:solidFill>
                  </a:tcPr>
                </a:tc>
                <a:tc>
                  <a:txBody>
                    <a:bodyPr/>
                    <a:lstStyle/>
                    <a:p>
                      <a:r>
                        <a:rPr lang="en-IN" sz="1100"/>
                        <a:t>SLA/Expectations</a:t>
                      </a:r>
                    </a:p>
                  </a:txBody>
                  <a:tcPr>
                    <a:solidFill>
                      <a:srgbClr val="FF66CC"/>
                    </a:solidFill>
                  </a:tcPr>
                </a:tc>
                <a:extLst>
                  <a:ext uri="{0D108BD9-81ED-4DB2-BD59-A6C34878D82A}">
                    <a16:rowId xmlns:a16="http://schemas.microsoft.com/office/drawing/2014/main" val="564719488"/>
                  </a:ext>
                </a:extLst>
              </a:tr>
              <a:tr h="461991">
                <a:tc>
                  <a:txBody>
                    <a:bodyPr/>
                    <a:lstStyle/>
                    <a:p>
                      <a:r>
                        <a:rPr lang="en-IN" sz="1000">
                          <a:latin typeface="Ubuntu" panose="020B0504030602030204" pitchFamily="34" charset="0"/>
                        </a:rPr>
                        <a:t>Backlog requirements elaboration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3738103885"/>
                  </a:ext>
                </a:extLst>
              </a:tr>
              <a:tr h="461991">
                <a:tc>
                  <a:txBody>
                    <a:bodyPr/>
                    <a:lstStyle/>
                    <a:p>
                      <a:r>
                        <a:rPr lang="en-IN" sz="1000">
                          <a:latin typeface="Ubuntu" panose="020B0504030602030204" pitchFamily="34" charset="0"/>
                        </a:rPr>
                        <a:t>Requirements conformance to GW product specs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Capgemini BA to escalate to the PO/Business SME if requirement are deviating from product conformance (ex &lt;90%). This happens immediately during the Sprint elaboration sessions much before development begins</a:t>
                      </a:r>
                    </a:p>
                  </a:txBody>
                  <a:tcPr/>
                </a:tc>
                <a:extLst>
                  <a:ext uri="{0D108BD9-81ED-4DB2-BD59-A6C34878D82A}">
                    <a16:rowId xmlns:a16="http://schemas.microsoft.com/office/drawing/2014/main" val="3407293310"/>
                  </a:ext>
                </a:extLst>
              </a:tr>
              <a:tr h="461991">
                <a:tc>
                  <a:txBody>
                    <a:bodyPr/>
                    <a:lstStyle/>
                    <a:p>
                      <a:r>
                        <a:rPr lang="en-IN" sz="1000">
                          <a:latin typeface="Ubuntu" panose="020B0504030602030204" pitchFamily="34" charset="0"/>
                        </a:rPr>
                        <a:t>Requirements clarification for dependent systems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All  dependent RT expectations are aligned by the Beazley PO</a:t>
                      </a:r>
                    </a:p>
                  </a:txBody>
                  <a:tcPr/>
                </a:tc>
                <a:extLst>
                  <a:ext uri="{0D108BD9-81ED-4DB2-BD59-A6C34878D82A}">
                    <a16:rowId xmlns:a16="http://schemas.microsoft.com/office/drawing/2014/main" val="522698854"/>
                  </a:ext>
                </a:extLst>
              </a:tr>
              <a:tr h="461991">
                <a:tc>
                  <a:txBody>
                    <a:bodyPr/>
                    <a:lstStyle/>
                    <a:p>
                      <a:r>
                        <a:rPr lang="en-IN" sz="1000">
                          <a:latin typeface="Ubuntu" panose="020B0504030602030204" pitchFamily="34" charset="0"/>
                        </a:rPr>
                        <a:t>Business validation definitions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73563601"/>
                  </a:ext>
                </a:extLst>
              </a:tr>
              <a:tr h="461991">
                <a:tc>
                  <a:txBody>
                    <a:bodyPr/>
                    <a:lstStyle/>
                    <a:p>
                      <a:r>
                        <a:rPr lang="en-IN" sz="1000">
                          <a:latin typeface="Ubuntu" panose="020B0504030602030204" pitchFamily="34" charset="0"/>
                        </a:rPr>
                        <a:t>Acceptance criteria definition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54354343"/>
                  </a:ext>
                </a:extLst>
              </a:tr>
              <a:tr h="461991">
                <a:tc>
                  <a:txBody>
                    <a:bodyPr/>
                    <a:lstStyle/>
                    <a:p>
                      <a:r>
                        <a:rPr lang="en-IN" sz="1000">
                          <a:latin typeface="Ubuntu" panose="020B0504030602030204" pitchFamily="34" charset="0"/>
                        </a:rPr>
                        <a:t>Business Process Maps traceability to GPAS &amp; Billing Backlog Items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L4 Process Maps created by Beazley to be mapped to GPAS &amp; Billing backlog items at Epic/Feature level by Beazley</a:t>
                      </a:r>
                    </a:p>
                  </a:txBody>
                  <a:tcPr/>
                </a:tc>
                <a:extLst>
                  <a:ext uri="{0D108BD9-81ED-4DB2-BD59-A6C34878D82A}">
                    <a16:rowId xmlns:a16="http://schemas.microsoft.com/office/drawing/2014/main" val="1522832702"/>
                  </a:ext>
                </a:extLst>
              </a:tr>
              <a:tr h="461991">
                <a:tc>
                  <a:txBody>
                    <a:bodyPr/>
                    <a:lstStyle/>
                    <a:p>
                      <a:r>
                        <a:rPr lang="en-IN" sz="1000">
                          <a:latin typeface="Ubuntu" panose="020B0504030602030204" pitchFamily="34" charset="0"/>
                        </a:rPr>
                        <a:t>User story creation</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778237293"/>
                  </a:ext>
                </a:extLst>
              </a:tr>
              <a:tr h="461991">
                <a:tc>
                  <a:txBody>
                    <a:bodyPr/>
                    <a:lstStyle/>
                    <a:p>
                      <a:r>
                        <a:rPr lang="en-IN" sz="1000">
                          <a:latin typeface="Ubuntu" panose="020B0504030602030204" pitchFamily="34" charset="0"/>
                        </a:rPr>
                        <a:t>User story creation in JIRA</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Capgemini RTL, Technical SME, 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4257658700"/>
                  </a:ext>
                </a:extLst>
              </a:tr>
              <a:tr h="461991">
                <a:tc>
                  <a:txBody>
                    <a:bodyPr/>
                    <a:lstStyle/>
                    <a:p>
                      <a:r>
                        <a:rPr lang="en-IN" sz="1000">
                          <a:latin typeface="Ubuntu" panose="020B0504030602030204" pitchFamily="34" charset="0"/>
                        </a:rPr>
                        <a:t>User story sign-off</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All user stories to be signed off by PO within 2 days after issuance</a:t>
                      </a:r>
                    </a:p>
                  </a:txBody>
                  <a:tcPr/>
                </a:tc>
                <a:extLst>
                  <a:ext uri="{0D108BD9-81ED-4DB2-BD59-A6C34878D82A}">
                    <a16:rowId xmlns:a16="http://schemas.microsoft.com/office/drawing/2014/main" val="423437139"/>
                  </a:ext>
                </a:extLst>
              </a:tr>
              <a:tr h="461991">
                <a:tc>
                  <a:txBody>
                    <a:bodyPr/>
                    <a:lstStyle/>
                    <a:p>
                      <a:r>
                        <a:rPr lang="en-IN" sz="1000">
                          <a:latin typeface="Ubuntu" panose="020B0504030602030204" pitchFamily="34" charset="0"/>
                        </a:rPr>
                        <a:t>Sprint planning</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Release Train lead</a:t>
                      </a:r>
                    </a:p>
                  </a:txBody>
                  <a:tcPr/>
                </a:tc>
                <a:tc>
                  <a:txBody>
                    <a:bodyPr/>
                    <a:lstStyle/>
                    <a:p>
                      <a:r>
                        <a:rPr lang="en-IN" sz="1000">
                          <a:latin typeface="Ubuntu" panose="020B0504030602030204" pitchFamily="34" charset="0"/>
                        </a:rPr>
                        <a:t>Beazley PO, Beazley B SME(s)</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3025243704"/>
                  </a:ext>
                </a:extLst>
              </a:tr>
              <a:tr h="461991">
                <a:tc>
                  <a:txBody>
                    <a:bodyPr/>
                    <a:lstStyle/>
                    <a:p>
                      <a:r>
                        <a:rPr lang="en-IN" sz="1000">
                          <a:latin typeface="Ubuntu" panose="020B0504030602030204" pitchFamily="34" charset="0"/>
                        </a:rPr>
                        <a:t>Playback sessions</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2723763394"/>
                  </a:ext>
                </a:extLst>
              </a:tr>
              <a:tr h="555775">
                <a:tc>
                  <a:txBody>
                    <a:bodyPr/>
                    <a:lstStyle/>
                    <a:p>
                      <a:r>
                        <a:rPr lang="en-IN" sz="1000">
                          <a:latin typeface="Ubuntu" panose="020B0504030602030204" pitchFamily="34" charset="0"/>
                        </a:rPr>
                        <a:t>Backlog adjustments</a:t>
                      </a:r>
                    </a:p>
                  </a:txBody>
                  <a:tcPr/>
                </a:tc>
                <a:tc>
                  <a:txBody>
                    <a:bodyPr/>
                    <a:lstStyle/>
                    <a:p>
                      <a:r>
                        <a:rPr lang="en-IN" sz="1000">
                          <a:latin typeface="Ubuntu" panose="020B0504030602030204" pitchFamily="34" charset="0"/>
                        </a:rPr>
                        <a:t>Capgemini and Beazley</a:t>
                      </a:r>
                    </a:p>
                  </a:txBody>
                  <a:tcPr/>
                </a:tc>
                <a:tc>
                  <a:txBody>
                    <a:bodyPr/>
                    <a:lstStyle/>
                    <a:p>
                      <a:r>
                        <a:rPr lang="en-IN" sz="1000">
                          <a:latin typeface="Ubuntu" panose="020B0504030602030204" pitchFamily="34" charset="0"/>
                        </a:rPr>
                        <a:t>Capgemini PO, RTL</a:t>
                      </a:r>
                    </a:p>
                    <a:p>
                      <a:r>
                        <a:rPr lang="en-IN" sz="1000">
                          <a:latin typeface="Ubuntu" panose="020B0504030602030204" pitchFamily="34" charset="0"/>
                        </a:rPr>
                        <a:t>Beazley PO</a:t>
                      </a:r>
                    </a:p>
                    <a:p>
                      <a:endParaRPr lang="en-IN" sz="1000">
                        <a:latin typeface="Ubuntu" panose="020B0504030602030204" pitchFamily="34" charset="0"/>
                      </a:endParaRPr>
                    </a:p>
                  </a:txBody>
                  <a:tcPr/>
                </a:tc>
                <a:tc>
                  <a:txBody>
                    <a:bodyPr/>
                    <a:lstStyle/>
                    <a:p>
                      <a:r>
                        <a:rPr lang="en-IN" sz="1000">
                          <a:latin typeface="Ubuntu" panose="020B0504030602030204" pitchFamily="34" charset="0"/>
                        </a:rPr>
                        <a:t>Capgemini Technical team</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2944691576"/>
                  </a:ext>
                </a:extLst>
              </a:tr>
            </a:tbl>
          </a:graphicData>
        </a:graphic>
      </p:graphicFrame>
      <p:sp>
        <p:nvSpPr>
          <p:cNvPr id="4" name="Title 1">
            <a:extLst>
              <a:ext uri="{FF2B5EF4-FFF2-40B4-BE49-F238E27FC236}">
                <a16:creationId xmlns:a16="http://schemas.microsoft.com/office/drawing/2014/main" id="{3D19B077-312B-E5CB-E944-0A26809E9E4B}"/>
              </a:ext>
            </a:extLst>
          </p:cNvPr>
          <p:cNvSpPr txBox="1">
            <a:spLocks/>
          </p:cNvSpPr>
          <p:nvPr/>
        </p:nvSpPr>
        <p:spPr>
          <a:xfrm>
            <a:off x="-10633" y="-1902"/>
            <a:ext cx="12202633" cy="491979"/>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35362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CF6892CF-D00C-EE57-C7AC-17CD8F880C65}"/>
              </a:ext>
            </a:extLst>
          </p:cNvPr>
          <p:cNvGraphicFramePr>
            <a:graphicFrameLocks noGrp="1"/>
          </p:cNvGraphicFramePr>
          <p:nvPr>
            <p:extLst>
              <p:ext uri="{D42A27DB-BD31-4B8C-83A1-F6EECF244321}">
                <p14:modId xmlns:p14="http://schemas.microsoft.com/office/powerpoint/2010/main" val="2175813154"/>
              </p:ext>
            </p:extLst>
          </p:nvPr>
        </p:nvGraphicFramePr>
        <p:xfrm>
          <a:off x="227012" y="400419"/>
          <a:ext cx="11805661" cy="5918326"/>
        </p:xfrm>
        <a:graphic>
          <a:graphicData uri="http://schemas.openxmlformats.org/drawingml/2006/table">
            <a:tbl>
              <a:tblPr firstRow="1" bandRow="1">
                <a:tableStyleId>{5C22544A-7EE6-4342-B048-85BDC9FD1C3A}</a:tableStyleId>
              </a:tblPr>
              <a:tblGrid>
                <a:gridCol w="2196639">
                  <a:extLst>
                    <a:ext uri="{9D8B030D-6E8A-4147-A177-3AD203B41FA5}">
                      <a16:colId xmlns:a16="http://schemas.microsoft.com/office/drawing/2014/main" val="3822541440"/>
                    </a:ext>
                  </a:extLst>
                </a:gridCol>
                <a:gridCol w="1736726">
                  <a:extLst>
                    <a:ext uri="{9D8B030D-6E8A-4147-A177-3AD203B41FA5}">
                      <a16:colId xmlns:a16="http://schemas.microsoft.com/office/drawing/2014/main" val="239388869"/>
                    </a:ext>
                  </a:extLst>
                </a:gridCol>
                <a:gridCol w="2161546">
                  <a:extLst>
                    <a:ext uri="{9D8B030D-6E8A-4147-A177-3AD203B41FA5}">
                      <a16:colId xmlns:a16="http://schemas.microsoft.com/office/drawing/2014/main" val="505800522"/>
                    </a:ext>
                  </a:extLst>
                </a:gridCol>
                <a:gridCol w="2843683">
                  <a:extLst>
                    <a:ext uri="{9D8B030D-6E8A-4147-A177-3AD203B41FA5}">
                      <a16:colId xmlns:a16="http://schemas.microsoft.com/office/drawing/2014/main" val="3078803982"/>
                    </a:ext>
                  </a:extLst>
                </a:gridCol>
                <a:gridCol w="2867067">
                  <a:extLst>
                    <a:ext uri="{9D8B030D-6E8A-4147-A177-3AD203B41FA5}">
                      <a16:colId xmlns:a16="http://schemas.microsoft.com/office/drawing/2014/main" val="1035312207"/>
                    </a:ext>
                  </a:extLst>
                </a:gridCol>
              </a:tblGrid>
              <a:tr h="425043">
                <a:tc>
                  <a:txBody>
                    <a:bodyPr/>
                    <a:lstStyle/>
                    <a:p>
                      <a:r>
                        <a:rPr lang="en-IN" sz="1200"/>
                        <a:t>Tasks</a:t>
                      </a:r>
                    </a:p>
                  </a:txBody>
                  <a:tcPr>
                    <a:solidFill>
                      <a:srgbClr val="FF66CC"/>
                    </a:solidFill>
                  </a:tcPr>
                </a:tc>
                <a:tc>
                  <a:txBody>
                    <a:bodyPr/>
                    <a:lstStyle/>
                    <a:p>
                      <a:r>
                        <a:rPr lang="en-IN" sz="1200"/>
                        <a:t>Accountable</a:t>
                      </a:r>
                    </a:p>
                  </a:txBody>
                  <a:tcPr>
                    <a:solidFill>
                      <a:srgbClr val="FF66CC"/>
                    </a:solidFill>
                  </a:tcPr>
                </a:tc>
                <a:tc>
                  <a:txBody>
                    <a:bodyPr/>
                    <a:lstStyle/>
                    <a:p>
                      <a:r>
                        <a:rPr lang="en-IN" sz="1200"/>
                        <a:t>Accountable Team</a:t>
                      </a:r>
                    </a:p>
                  </a:txBody>
                  <a:tcPr>
                    <a:solidFill>
                      <a:srgbClr val="FF66CC"/>
                    </a:solidFill>
                  </a:tcPr>
                </a:tc>
                <a:tc>
                  <a:txBody>
                    <a:bodyPr/>
                    <a:lstStyle/>
                    <a:p>
                      <a:r>
                        <a:rPr lang="en-IN" sz="1200"/>
                        <a:t>Supporting Team</a:t>
                      </a:r>
                    </a:p>
                  </a:txBody>
                  <a:tcPr>
                    <a:solidFill>
                      <a:srgbClr val="FF66CC"/>
                    </a:solidFill>
                  </a:tcPr>
                </a:tc>
                <a:tc>
                  <a:txBody>
                    <a:bodyPr/>
                    <a:lstStyle/>
                    <a:p>
                      <a:r>
                        <a:rPr lang="en-IN" sz="1200"/>
                        <a:t>SLA/Expectations</a:t>
                      </a:r>
                    </a:p>
                  </a:txBody>
                  <a:tcPr>
                    <a:solidFill>
                      <a:srgbClr val="FF66CC"/>
                    </a:solidFill>
                  </a:tcPr>
                </a:tc>
                <a:extLst>
                  <a:ext uri="{0D108BD9-81ED-4DB2-BD59-A6C34878D82A}">
                    <a16:rowId xmlns:a16="http://schemas.microsoft.com/office/drawing/2014/main" val="564719488"/>
                  </a:ext>
                </a:extLst>
              </a:tr>
              <a:tr h="509521">
                <a:tc>
                  <a:txBody>
                    <a:bodyPr/>
                    <a:lstStyle/>
                    <a:p>
                      <a:r>
                        <a:rPr lang="en-IN" sz="1050">
                          <a:latin typeface="Ubuntu" panose="020B0504030602030204" pitchFamily="34" charset="0"/>
                        </a:rPr>
                        <a:t>Validate Sprint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738103885"/>
                  </a:ext>
                </a:extLst>
              </a:tr>
              <a:tr h="1085905">
                <a:tc>
                  <a:txBody>
                    <a:bodyPr/>
                    <a:lstStyle/>
                    <a:p>
                      <a:r>
                        <a:rPr lang="en-IN" sz="1050">
                          <a:latin typeface="Ubuntu" panose="020B0504030602030204" pitchFamily="34" charset="0"/>
                        </a:rPr>
                        <a:t>Validate Sprint Definition of Done and Sprint acceptance</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Beazley PO, Beazley Programme Manager</a:t>
                      </a:r>
                    </a:p>
                  </a:txBody>
                  <a:tcPr/>
                </a:tc>
                <a:tc>
                  <a:txBody>
                    <a:bodyPr/>
                    <a:lstStyle/>
                    <a:p>
                      <a:r>
                        <a:rPr lang="en-IN" sz="1050">
                          <a:latin typeface="Ubuntu" panose="020B0504030602030204" pitchFamily="34" charset="0"/>
                        </a:rPr>
                        <a:t>Capgemini RTL, Capgemini Technical SME</a:t>
                      </a:r>
                    </a:p>
                  </a:txBody>
                  <a:tcPr/>
                </a:tc>
                <a:tc>
                  <a:txBody>
                    <a:bodyPr/>
                    <a:lstStyle/>
                    <a:p>
                      <a:r>
                        <a:rPr lang="en-IN" sz="900">
                          <a:latin typeface="Ubuntu" panose="020B0504030602030204" pitchFamily="34" charset="0"/>
                        </a:rPr>
                        <a:t>Beazley Programme team to sign off Sprint Closure report issued by Capgemini within 24 hours after submission</a:t>
                      </a:r>
                    </a:p>
                    <a:p>
                      <a:pPr marL="228600" indent="-228600">
                        <a:buAutoNum type="arabicPeriod"/>
                      </a:pPr>
                      <a:r>
                        <a:rPr lang="en-IN" sz="900">
                          <a:latin typeface="Ubuntu" panose="020B0504030602030204" pitchFamily="34" charset="0"/>
                        </a:rPr>
                        <a:t>A summary of the Sprint DoD status supported by JIRA reports (specifics to be agreed)</a:t>
                      </a:r>
                    </a:p>
                    <a:p>
                      <a:pPr marL="228600" indent="-228600">
                        <a:buAutoNum type="arabicPeriod"/>
                      </a:pPr>
                      <a:r>
                        <a:rPr lang="en-IN" sz="900">
                          <a:latin typeface="Ubuntu" panose="020B0504030602030204" pitchFamily="34" charset="0"/>
                        </a:rPr>
                        <a:t>Time to issue report : Up to One week after Sprint completion</a:t>
                      </a:r>
                    </a:p>
                  </a:txBody>
                  <a:tcPr/>
                </a:tc>
                <a:extLst>
                  <a:ext uri="{0D108BD9-81ED-4DB2-BD59-A6C34878D82A}">
                    <a16:rowId xmlns:a16="http://schemas.microsoft.com/office/drawing/2014/main" val="3407293310"/>
                  </a:ext>
                </a:extLst>
              </a:tr>
              <a:tr h="423542">
                <a:tc>
                  <a:txBody>
                    <a:bodyPr/>
                    <a:lstStyle/>
                    <a:p>
                      <a:r>
                        <a:rPr lang="en-IN" sz="1050">
                          <a:latin typeface="Ubuntu" panose="020B0504030602030204" pitchFamily="34" charset="0"/>
                        </a:rPr>
                        <a:t>Validate User story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522698854"/>
                  </a:ext>
                </a:extLst>
              </a:tr>
              <a:tr h="423542">
                <a:tc>
                  <a:txBody>
                    <a:bodyPr/>
                    <a:lstStyle/>
                    <a:p>
                      <a:r>
                        <a:rPr lang="en-IN" sz="1050">
                          <a:latin typeface="Ubuntu" panose="020B0504030602030204" pitchFamily="34" charset="0"/>
                        </a:rPr>
                        <a:t>Validate User story definition of done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073563601"/>
                  </a:ext>
                </a:extLst>
              </a:tr>
              <a:tr h="423542">
                <a:tc>
                  <a:txBody>
                    <a:bodyPr/>
                    <a:lstStyle/>
                    <a:p>
                      <a:r>
                        <a:rPr lang="en-IN" sz="1050">
                          <a:latin typeface="Ubuntu" panose="020B0504030602030204" pitchFamily="34" charset="0"/>
                        </a:rPr>
                        <a:t>User story show and tell (Demo)</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r>
                        <a:rPr lang="en-IN" sz="900">
                          <a:latin typeface="Ubuntu" panose="020B0504030602030204" pitchFamily="34" charset="0"/>
                        </a:rPr>
                        <a:t>Beazley to sign off the stories in JIRA within 24 hours</a:t>
                      </a:r>
                    </a:p>
                  </a:txBody>
                  <a:tcPr/>
                </a:tc>
                <a:extLst>
                  <a:ext uri="{0D108BD9-81ED-4DB2-BD59-A6C34878D82A}">
                    <a16:rowId xmlns:a16="http://schemas.microsoft.com/office/drawing/2014/main" val="416256423"/>
                  </a:ext>
                </a:extLst>
              </a:tr>
              <a:tr h="423542">
                <a:tc>
                  <a:txBody>
                    <a:bodyPr/>
                    <a:lstStyle/>
                    <a:p>
                      <a:r>
                        <a:rPr lang="en-IN" sz="1050">
                          <a:latin typeface="Ubuntu" panose="020B0504030602030204" pitchFamily="34" charset="0"/>
                        </a:rPr>
                        <a:t>Incremental Feature Demo</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Business Product Owners, Business SME</a:t>
                      </a:r>
                    </a:p>
                  </a:txBody>
                  <a:tcPr/>
                </a:tc>
                <a:tc>
                  <a:txBody>
                    <a:bodyPr/>
                    <a:lstStyle/>
                    <a:p>
                      <a:r>
                        <a:rPr lang="en-IN" sz="1050">
                          <a:latin typeface="Ubuntu" panose="020B0504030602030204" pitchFamily="34" charset="0"/>
                        </a:rPr>
                        <a:t>Capgemini BA</a:t>
                      </a:r>
                    </a:p>
                  </a:txBody>
                  <a:tcPr/>
                </a:tc>
                <a:tc>
                  <a:txBody>
                    <a:bodyPr/>
                    <a:lstStyle/>
                    <a:p>
                      <a:r>
                        <a:rPr lang="en-IN" sz="900">
                          <a:latin typeface="Ubuntu" panose="020B0504030602030204" pitchFamily="34" charset="0"/>
                        </a:rPr>
                        <a:t>Beazley to decide on the timing for an incremental feature demo</a:t>
                      </a:r>
                    </a:p>
                  </a:txBody>
                  <a:tcPr/>
                </a:tc>
                <a:extLst>
                  <a:ext uri="{0D108BD9-81ED-4DB2-BD59-A6C34878D82A}">
                    <a16:rowId xmlns:a16="http://schemas.microsoft.com/office/drawing/2014/main" val="1054354343"/>
                  </a:ext>
                </a:extLst>
              </a:tr>
              <a:tr h="509521">
                <a:tc>
                  <a:txBody>
                    <a:bodyPr/>
                    <a:lstStyle/>
                    <a:p>
                      <a:r>
                        <a:rPr lang="en-IN" sz="1050">
                          <a:latin typeface="Ubuntu" panose="020B0504030602030204" pitchFamily="34" charset="0"/>
                        </a:rPr>
                        <a:t>JIRA reports for all DoD, </a:t>
                      </a:r>
                      <a:r>
                        <a:rPr lang="en-IN" sz="1050" err="1">
                          <a:latin typeface="Ubuntu" panose="020B0504030602030204" pitchFamily="34" charset="0"/>
                        </a:rPr>
                        <a:t>DoR</a:t>
                      </a:r>
                      <a:endParaRPr lang="en-IN" sz="1050">
                        <a:latin typeface="Ubuntu" panose="020B0504030602030204" pitchFamily="34" charset="0"/>
                      </a:endParaRP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JIRA admin</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611993167"/>
                  </a:ext>
                </a:extLst>
              </a:tr>
              <a:tr h="423542">
                <a:tc>
                  <a:txBody>
                    <a:bodyPr/>
                    <a:lstStyle/>
                    <a:p>
                      <a:r>
                        <a:rPr lang="en-IN" sz="1050">
                          <a:latin typeface="Ubuntu" panose="020B0504030602030204" pitchFamily="34" charset="0"/>
                        </a:rPr>
                        <a:t>Sprint start and closure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RTL, Capgemini JIRA admin</a:t>
                      </a:r>
                    </a:p>
                  </a:txBody>
                  <a:tcPr/>
                </a:tc>
                <a:tc>
                  <a:txBody>
                    <a:bodyPr/>
                    <a:lstStyle/>
                    <a:p>
                      <a:r>
                        <a:rPr lang="en-IN" sz="1050">
                          <a:latin typeface="Ubuntu" panose="020B0504030602030204" pitchFamily="34" charset="0"/>
                        </a:rPr>
                        <a:t>Beazley PO, Beazley B SME, Beazley Programme team</a:t>
                      </a:r>
                    </a:p>
                  </a:txBody>
                  <a:tcPr/>
                </a:tc>
                <a:tc>
                  <a:txBody>
                    <a:bodyPr/>
                    <a:lstStyle/>
                    <a:p>
                      <a:r>
                        <a:rPr lang="en-IN" sz="900">
                          <a:latin typeface="Ubuntu" panose="020B0504030602030204" pitchFamily="34" charset="0"/>
                        </a:rPr>
                        <a:t>Beazley Programme team to sign off the JIRA report for Sprint start and closure</a:t>
                      </a:r>
                    </a:p>
                  </a:txBody>
                  <a:tcPr/>
                </a:tc>
                <a:extLst>
                  <a:ext uri="{0D108BD9-81ED-4DB2-BD59-A6C34878D82A}">
                    <a16:rowId xmlns:a16="http://schemas.microsoft.com/office/drawing/2014/main" val="778237293"/>
                  </a:ext>
                </a:extLst>
              </a:tr>
              <a:tr h="423542">
                <a:tc>
                  <a:txBody>
                    <a:bodyPr/>
                    <a:lstStyle/>
                    <a:p>
                      <a:r>
                        <a:rPr lang="en-IN" sz="1050">
                          <a:latin typeface="Ubuntu" panose="020B0504030602030204" pitchFamily="34" charset="0"/>
                        </a:rPr>
                        <a:t>Technical tasks creation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Technical leads, RTL</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423437139"/>
                  </a:ext>
                </a:extLst>
              </a:tr>
              <a:tr h="423542">
                <a:tc>
                  <a:txBody>
                    <a:bodyPr/>
                    <a:lstStyle/>
                    <a:p>
                      <a:r>
                        <a:rPr lang="en-IN" sz="1050">
                          <a:latin typeface="Ubuntu" panose="020B0504030602030204" pitchFamily="34" charset="0"/>
                        </a:rPr>
                        <a:t>Updates to JIRA user story progression (dev, test etc)</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Technical Leads</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025243704"/>
                  </a:ext>
                </a:extLst>
              </a:tr>
              <a:tr h="423542">
                <a:tc>
                  <a:txBody>
                    <a:bodyPr/>
                    <a:lstStyle/>
                    <a:p>
                      <a:r>
                        <a:rPr lang="en-IN" sz="1050">
                          <a:latin typeface="Ubuntu" panose="020B0504030602030204" pitchFamily="34" charset="0"/>
                        </a:rPr>
                        <a:t>Sprint retrospective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2723763394"/>
                  </a:ext>
                </a:extLst>
              </a:tr>
            </a:tbl>
          </a:graphicData>
        </a:graphic>
      </p:graphicFrame>
      <p:sp>
        <p:nvSpPr>
          <p:cNvPr id="6" name="Title 1">
            <a:extLst>
              <a:ext uri="{FF2B5EF4-FFF2-40B4-BE49-F238E27FC236}">
                <a16:creationId xmlns:a16="http://schemas.microsoft.com/office/drawing/2014/main" id="{AA3CCECA-29C2-C3F0-7F76-9B0213F4444B}"/>
              </a:ext>
            </a:extLst>
          </p:cNvPr>
          <p:cNvSpPr txBox="1">
            <a:spLocks/>
          </p:cNvSpPr>
          <p:nvPr/>
        </p:nvSpPr>
        <p:spPr>
          <a:xfrm>
            <a:off x="-10633" y="-1901"/>
            <a:ext cx="12202633" cy="40437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1422036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7688614-22E0-8172-CE18-569F6F3478F1}"/>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9C1200B0-F1A5-9483-C2A9-101ACA23DB37}"/>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EC69735B-A801-4503-DDB9-43C12A828A5B}"/>
              </a:ext>
            </a:extLst>
          </p:cNvPr>
          <p:cNvSpPr>
            <a:spLocks noGrp="1"/>
          </p:cNvSpPr>
          <p:nvPr>
            <p:ph type="sldNum" sz="quarter" idx="12"/>
          </p:nvPr>
        </p:nvSpPr>
        <p:spPr/>
        <p:txBody>
          <a:bodyPr/>
          <a:lstStyle/>
          <a:p>
            <a:endParaRPr lang="en-GB" altLang="en-US"/>
          </a:p>
        </p:txBody>
      </p:sp>
      <p:graphicFrame>
        <p:nvGraphicFramePr>
          <p:cNvPr id="8" name="Diagram 7">
            <a:extLst>
              <a:ext uri="{FF2B5EF4-FFF2-40B4-BE49-F238E27FC236}">
                <a16:creationId xmlns:a16="http://schemas.microsoft.com/office/drawing/2014/main" id="{4303A2CA-FD70-C04C-5061-0F508F93E174}"/>
              </a:ext>
            </a:extLst>
          </p:cNvPr>
          <p:cNvGraphicFramePr/>
          <p:nvPr>
            <p:extLst>
              <p:ext uri="{D42A27DB-BD31-4B8C-83A1-F6EECF244321}">
                <p14:modId xmlns:p14="http://schemas.microsoft.com/office/powerpoint/2010/main" val="3355374614"/>
              </p:ext>
            </p:extLst>
          </p:nvPr>
        </p:nvGraphicFramePr>
        <p:xfrm>
          <a:off x="1017069" y="334904"/>
          <a:ext cx="9433048" cy="230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9FDFD40-CF21-AB68-AE06-AE74524E8CCA}"/>
              </a:ext>
            </a:extLst>
          </p:cNvPr>
          <p:cNvSpPr txBox="1"/>
          <p:nvPr/>
        </p:nvSpPr>
        <p:spPr>
          <a:xfrm>
            <a:off x="1017069" y="2154157"/>
            <a:ext cx="2088232" cy="861774"/>
          </a:xfrm>
          <a:prstGeom prst="rect">
            <a:avLst/>
          </a:prstGeom>
          <a:noFill/>
        </p:spPr>
        <p:txBody>
          <a:bodyPr wrap="square" rtlCol="0">
            <a:spAutoFit/>
          </a:bodyPr>
          <a:lstStyle/>
          <a:p>
            <a:pPr marL="171450" indent="-171450">
              <a:buFont typeface="Arial" panose="020B0604020202020204" pitchFamily="34" charset="0"/>
              <a:buChar char="•"/>
            </a:pPr>
            <a:r>
              <a:rPr lang="en-IN" sz="1000" dirty="0"/>
              <a:t>Primary Responsibility lies with Business Design Team to generate the L4 Process Maps that link back to a Business Outcome</a:t>
            </a:r>
            <a:endParaRPr lang="en-US" sz="1000" dirty="0"/>
          </a:p>
        </p:txBody>
      </p:sp>
      <p:sp>
        <p:nvSpPr>
          <p:cNvPr id="10" name="TextBox 9">
            <a:extLst>
              <a:ext uri="{FF2B5EF4-FFF2-40B4-BE49-F238E27FC236}">
                <a16:creationId xmlns:a16="http://schemas.microsoft.com/office/drawing/2014/main" id="{F099DF28-3B31-1285-E028-4B34C8D2E99F}"/>
              </a:ext>
            </a:extLst>
          </p:cNvPr>
          <p:cNvSpPr txBox="1"/>
          <p:nvPr/>
        </p:nvSpPr>
        <p:spPr>
          <a:xfrm>
            <a:off x="3399521" y="2154157"/>
            <a:ext cx="2457941" cy="846386"/>
          </a:xfrm>
          <a:prstGeom prst="rect">
            <a:avLst/>
          </a:prstGeom>
          <a:noFill/>
        </p:spPr>
        <p:txBody>
          <a:bodyPr wrap="square" rtlCol="0">
            <a:spAutoFit/>
          </a:bodyPr>
          <a:lstStyle/>
          <a:p>
            <a:pPr marL="171450" indent="-171450">
              <a:buFont typeface="Arial" panose="020B0604020202020204" pitchFamily="34" charset="0"/>
              <a:buChar char="•"/>
            </a:pPr>
            <a:r>
              <a:rPr lang="en-IN" sz="1000"/>
              <a:t>Beazley to map the L4 Process maps to an Epic or Feature </a:t>
            </a:r>
            <a:r>
              <a:rPr lang="en-IN" sz="900"/>
              <a:t>(proposed using unique ids for each process map)</a:t>
            </a:r>
            <a:endParaRPr lang="en-IN" sz="1000"/>
          </a:p>
          <a:p>
            <a:pPr marL="171450" indent="-171450">
              <a:buFont typeface="Arial" panose="020B0604020202020204" pitchFamily="34" charset="0"/>
              <a:buChar char="•"/>
            </a:pPr>
            <a:r>
              <a:rPr lang="en-IN" sz="1000"/>
              <a:t>All Epics &amp; Features are uploaded to JIRA</a:t>
            </a:r>
            <a:endParaRPr lang="en-US" sz="1000"/>
          </a:p>
        </p:txBody>
      </p:sp>
      <p:sp>
        <p:nvSpPr>
          <p:cNvPr id="11" name="TextBox 10">
            <a:extLst>
              <a:ext uri="{FF2B5EF4-FFF2-40B4-BE49-F238E27FC236}">
                <a16:creationId xmlns:a16="http://schemas.microsoft.com/office/drawing/2014/main" id="{297D9422-ABA8-0F88-53A1-B379BCB45DD8}"/>
              </a:ext>
            </a:extLst>
          </p:cNvPr>
          <p:cNvSpPr txBox="1"/>
          <p:nvPr/>
        </p:nvSpPr>
        <p:spPr>
          <a:xfrm>
            <a:off x="5916252" y="2108870"/>
            <a:ext cx="2457941" cy="1015663"/>
          </a:xfrm>
          <a:prstGeom prst="rect">
            <a:avLst/>
          </a:prstGeom>
          <a:noFill/>
        </p:spPr>
        <p:txBody>
          <a:bodyPr wrap="square" rtlCol="0">
            <a:spAutoFit/>
          </a:bodyPr>
          <a:lstStyle/>
          <a:p>
            <a:pPr marL="171450" indent="-171450">
              <a:buFont typeface="Arial" panose="020B0604020202020204" pitchFamily="34" charset="0"/>
              <a:buChar char="•"/>
            </a:pPr>
            <a:r>
              <a:rPr lang="en-IN" sz="1000" dirty="0"/>
              <a:t>GPAS and Billing Product backlog created as Inception phase outcome – lists Epics, Features and User stories</a:t>
            </a:r>
          </a:p>
          <a:p>
            <a:pPr marL="171450" indent="-171450">
              <a:buFont typeface="Arial" panose="020B0604020202020204" pitchFamily="34" charset="0"/>
              <a:buChar char="•"/>
            </a:pPr>
            <a:r>
              <a:rPr lang="en-IN" sz="1000" dirty="0"/>
              <a:t>All Epics, Features and User stories are uploaded to JIRA</a:t>
            </a:r>
            <a:endParaRPr lang="en-US" sz="1000" dirty="0"/>
          </a:p>
        </p:txBody>
      </p:sp>
      <p:sp>
        <p:nvSpPr>
          <p:cNvPr id="12" name="TextBox 11">
            <a:extLst>
              <a:ext uri="{FF2B5EF4-FFF2-40B4-BE49-F238E27FC236}">
                <a16:creationId xmlns:a16="http://schemas.microsoft.com/office/drawing/2014/main" id="{FD3254CA-A52C-47F8-C815-B332B000FDCC}"/>
              </a:ext>
            </a:extLst>
          </p:cNvPr>
          <p:cNvSpPr txBox="1"/>
          <p:nvPr/>
        </p:nvSpPr>
        <p:spPr>
          <a:xfrm>
            <a:off x="8217128" y="2103183"/>
            <a:ext cx="2457941" cy="553998"/>
          </a:xfrm>
          <a:prstGeom prst="rect">
            <a:avLst/>
          </a:prstGeom>
          <a:noFill/>
        </p:spPr>
        <p:txBody>
          <a:bodyPr wrap="square" rtlCol="0">
            <a:spAutoFit/>
          </a:bodyPr>
          <a:lstStyle/>
          <a:p>
            <a:pPr marL="171450" indent="-171450">
              <a:buFont typeface="Arial" panose="020B0604020202020204" pitchFamily="34" charset="0"/>
              <a:buChar char="•"/>
            </a:pPr>
            <a:r>
              <a:rPr lang="en-IN" sz="1000"/>
              <a:t>In the build phase, all test scenarios and test cases created are linked back to user stories in JIRA</a:t>
            </a:r>
            <a:endParaRPr lang="en-US" sz="1000"/>
          </a:p>
        </p:txBody>
      </p:sp>
      <p:sp>
        <p:nvSpPr>
          <p:cNvPr id="16" name="TextBox 15">
            <a:extLst>
              <a:ext uri="{FF2B5EF4-FFF2-40B4-BE49-F238E27FC236}">
                <a16:creationId xmlns:a16="http://schemas.microsoft.com/office/drawing/2014/main" id="{C531ADEE-5A10-4DE7-D2D8-6DD048AE338F}"/>
              </a:ext>
            </a:extLst>
          </p:cNvPr>
          <p:cNvSpPr txBox="1"/>
          <p:nvPr/>
        </p:nvSpPr>
        <p:spPr>
          <a:xfrm>
            <a:off x="122545" y="3425255"/>
            <a:ext cx="6704350" cy="523220"/>
          </a:xfrm>
          <a:prstGeom prst="rect">
            <a:avLst/>
          </a:prstGeom>
          <a:noFill/>
        </p:spPr>
        <p:txBody>
          <a:bodyPr wrap="square" rtlCol="0">
            <a:spAutoFit/>
          </a:bodyPr>
          <a:lstStyle/>
          <a:p>
            <a:r>
              <a:rPr lang="en-IN" sz="1400" b="1" dirty="0"/>
              <a:t>Illustrative scenario – </a:t>
            </a:r>
            <a:r>
              <a:rPr lang="en-IN" sz="1400" b="1" dirty="0" err="1"/>
              <a:t>BillingCenter</a:t>
            </a:r>
            <a:r>
              <a:rPr lang="en-IN" sz="1400" b="1" dirty="0"/>
              <a:t> Delinquency – Business Process Maps to Guidewire Backlog </a:t>
            </a:r>
            <a:r>
              <a:rPr lang="en-IN" sz="1400" b="1"/>
              <a:t>during Inception</a:t>
            </a:r>
            <a:endParaRPr lang="en-US" sz="1400" b="1" dirty="0"/>
          </a:p>
        </p:txBody>
      </p:sp>
      <p:sp>
        <p:nvSpPr>
          <p:cNvPr id="21" name="TextBox 20">
            <a:extLst>
              <a:ext uri="{FF2B5EF4-FFF2-40B4-BE49-F238E27FC236}">
                <a16:creationId xmlns:a16="http://schemas.microsoft.com/office/drawing/2014/main" id="{201EBB27-067A-70D7-8D2D-EEC4C7DF6735}"/>
              </a:ext>
            </a:extLst>
          </p:cNvPr>
          <p:cNvSpPr txBox="1"/>
          <p:nvPr/>
        </p:nvSpPr>
        <p:spPr>
          <a:xfrm>
            <a:off x="122545" y="4213314"/>
            <a:ext cx="3433510" cy="369332"/>
          </a:xfrm>
          <a:prstGeom prst="rect">
            <a:avLst/>
          </a:prstGeom>
          <a:noFill/>
        </p:spPr>
        <p:txBody>
          <a:bodyPr wrap="square" rtlCol="0">
            <a:spAutoFit/>
          </a:bodyPr>
          <a:lstStyle/>
          <a:p>
            <a:r>
              <a:rPr lang="en-IN" sz="900" b="1" dirty="0"/>
              <a:t>L4 Process Maps for Delinquency with different system flows between PAS and Billing</a:t>
            </a:r>
            <a:endParaRPr lang="en-US" sz="900" b="1" dirty="0"/>
          </a:p>
        </p:txBody>
      </p:sp>
      <p:sp>
        <p:nvSpPr>
          <p:cNvPr id="24" name="Title 1">
            <a:extLst>
              <a:ext uri="{FF2B5EF4-FFF2-40B4-BE49-F238E27FC236}">
                <a16:creationId xmlns:a16="http://schemas.microsoft.com/office/drawing/2014/main" id="{46D37943-F476-7ACC-49E0-C331B70ACF42}"/>
              </a:ext>
            </a:extLst>
          </p:cNvPr>
          <p:cNvSpPr txBox="1">
            <a:spLocks/>
          </p:cNvSpPr>
          <p:nvPr/>
        </p:nvSpPr>
        <p:spPr>
          <a:xfrm>
            <a:off x="194290" y="17483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Traceability from Business Outcomes through to a Test case</a:t>
            </a:r>
          </a:p>
        </p:txBody>
      </p:sp>
      <p:pic>
        <p:nvPicPr>
          <p:cNvPr id="25" name="Picture 24">
            <a:extLst>
              <a:ext uri="{FF2B5EF4-FFF2-40B4-BE49-F238E27FC236}">
                <a16:creationId xmlns:a16="http://schemas.microsoft.com/office/drawing/2014/main" id="{810AABEA-71AC-46C1-6079-6A84D42E014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4290" y="4592457"/>
            <a:ext cx="3280430" cy="1561715"/>
          </a:xfrm>
          <a:prstGeom prst="rect">
            <a:avLst/>
          </a:prstGeom>
          <a:noFill/>
          <a:ln>
            <a:noFill/>
          </a:ln>
        </p:spPr>
      </p:pic>
      <p:sp>
        <p:nvSpPr>
          <p:cNvPr id="26" name="Arrow: Pentagon 25">
            <a:extLst>
              <a:ext uri="{FF2B5EF4-FFF2-40B4-BE49-F238E27FC236}">
                <a16:creationId xmlns:a16="http://schemas.microsoft.com/office/drawing/2014/main" id="{9061CED3-96A7-A681-45F8-BDD304EC306F}"/>
              </a:ext>
            </a:extLst>
          </p:cNvPr>
          <p:cNvSpPr/>
          <p:nvPr/>
        </p:nvSpPr>
        <p:spPr>
          <a:xfrm>
            <a:off x="7252392" y="4759588"/>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2" name="Picture 1">
            <a:extLst>
              <a:ext uri="{FF2B5EF4-FFF2-40B4-BE49-F238E27FC236}">
                <a16:creationId xmlns:a16="http://schemas.microsoft.com/office/drawing/2014/main" id="{7F505D31-DAA0-0588-83E7-68CD449C7852}"/>
              </a:ext>
            </a:extLst>
          </p:cNvPr>
          <p:cNvPicPr>
            <a:picLocks noChangeAspect="1"/>
          </p:cNvPicPr>
          <p:nvPr/>
        </p:nvPicPr>
        <p:blipFill>
          <a:blip r:embed="rId8"/>
          <a:stretch>
            <a:fillRect/>
          </a:stretch>
        </p:blipFill>
        <p:spPr>
          <a:xfrm>
            <a:off x="7670800" y="4646504"/>
            <a:ext cx="4202028" cy="1580796"/>
          </a:xfrm>
          <a:prstGeom prst="rect">
            <a:avLst/>
          </a:prstGeom>
        </p:spPr>
      </p:pic>
      <p:pic>
        <p:nvPicPr>
          <p:cNvPr id="13" name="Picture 12">
            <a:extLst>
              <a:ext uri="{FF2B5EF4-FFF2-40B4-BE49-F238E27FC236}">
                <a16:creationId xmlns:a16="http://schemas.microsoft.com/office/drawing/2014/main" id="{32DFB0C9-2A30-036A-2E96-1DA6FDDAD648}"/>
              </a:ext>
            </a:extLst>
          </p:cNvPr>
          <p:cNvPicPr>
            <a:picLocks noChangeAspect="1"/>
          </p:cNvPicPr>
          <p:nvPr/>
        </p:nvPicPr>
        <p:blipFill>
          <a:blip r:embed="rId9"/>
          <a:stretch>
            <a:fillRect/>
          </a:stretch>
        </p:blipFill>
        <p:spPr>
          <a:xfrm>
            <a:off x="3985932" y="4625822"/>
            <a:ext cx="3136228" cy="1561715"/>
          </a:xfrm>
          <a:prstGeom prst="rect">
            <a:avLst/>
          </a:prstGeom>
        </p:spPr>
      </p:pic>
      <p:sp>
        <p:nvSpPr>
          <p:cNvPr id="22" name="TextBox 21">
            <a:extLst>
              <a:ext uri="{FF2B5EF4-FFF2-40B4-BE49-F238E27FC236}">
                <a16:creationId xmlns:a16="http://schemas.microsoft.com/office/drawing/2014/main" id="{0C2E9D8E-38F6-C92C-22E7-B521DB5CA6EE}"/>
              </a:ext>
            </a:extLst>
          </p:cNvPr>
          <p:cNvSpPr txBox="1"/>
          <p:nvPr/>
        </p:nvSpPr>
        <p:spPr>
          <a:xfrm>
            <a:off x="3902665" y="4211011"/>
            <a:ext cx="3433510" cy="369332"/>
          </a:xfrm>
          <a:prstGeom prst="rect">
            <a:avLst/>
          </a:prstGeom>
          <a:noFill/>
        </p:spPr>
        <p:txBody>
          <a:bodyPr wrap="square" rtlCol="0">
            <a:spAutoFit/>
          </a:bodyPr>
          <a:lstStyle/>
          <a:p>
            <a:r>
              <a:rPr lang="en-IN" sz="900" b="1" dirty="0"/>
              <a:t>Business Requirements Backlog created by Business SME/PO that becomes input to Inception workshops </a:t>
            </a:r>
            <a:endParaRPr lang="en-US" sz="900" b="1" dirty="0"/>
          </a:p>
        </p:txBody>
      </p:sp>
      <p:sp>
        <p:nvSpPr>
          <p:cNvPr id="23" name="Arrow: Pentagon 22">
            <a:extLst>
              <a:ext uri="{FF2B5EF4-FFF2-40B4-BE49-F238E27FC236}">
                <a16:creationId xmlns:a16="http://schemas.microsoft.com/office/drawing/2014/main" id="{9F4F116D-9F0E-FB36-16FF-5A4CFA681B1F}"/>
              </a:ext>
            </a:extLst>
          </p:cNvPr>
          <p:cNvSpPr/>
          <p:nvPr/>
        </p:nvSpPr>
        <p:spPr>
          <a:xfrm>
            <a:off x="3691021" y="4769127"/>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7" name="TextBox 26">
            <a:extLst>
              <a:ext uri="{FF2B5EF4-FFF2-40B4-BE49-F238E27FC236}">
                <a16:creationId xmlns:a16="http://schemas.microsoft.com/office/drawing/2014/main" id="{9F64C1D0-0F41-BC7A-7A06-E70DA6A86DD0}"/>
              </a:ext>
            </a:extLst>
          </p:cNvPr>
          <p:cNvSpPr txBox="1"/>
          <p:nvPr/>
        </p:nvSpPr>
        <p:spPr>
          <a:xfrm>
            <a:off x="7559695" y="4211011"/>
            <a:ext cx="3433510" cy="369332"/>
          </a:xfrm>
          <a:prstGeom prst="rect">
            <a:avLst/>
          </a:prstGeom>
          <a:noFill/>
        </p:spPr>
        <p:txBody>
          <a:bodyPr wrap="square" rtlCol="0">
            <a:spAutoFit/>
          </a:bodyPr>
          <a:lstStyle/>
          <a:p>
            <a:r>
              <a:rPr lang="en-IN" sz="900" b="1" dirty="0" err="1"/>
              <a:t>BillingCenter</a:t>
            </a:r>
            <a:r>
              <a:rPr lang="en-IN" sz="900" b="1" dirty="0"/>
              <a:t> Guidewire Backlog for </a:t>
            </a:r>
            <a:r>
              <a:rPr lang="en-IN" sz="900" b="1" dirty="0" err="1"/>
              <a:t>Deliquency</a:t>
            </a:r>
            <a:r>
              <a:rPr lang="en-IN" sz="900" b="1" dirty="0"/>
              <a:t> derived with Epics/Features and User stories</a:t>
            </a:r>
            <a:endParaRPr lang="en-US" sz="900" b="1" dirty="0"/>
          </a:p>
        </p:txBody>
      </p:sp>
    </p:spTree>
    <p:extLst>
      <p:ext uri="{BB962C8B-B14F-4D97-AF65-F5344CB8AC3E}">
        <p14:creationId xmlns:p14="http://schemas.microsoft.com/office/powerpoint/2010/main" val="1074754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Scrum of Scrums (SoS)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4" name="TextBox 73">
            <a:extLst>
              <a:ext uri="{FF2B5EF4-FFF2-40B4-BE49-F238E27FC236}">
                <a16:creationId xmlns:a16="http://schemas.microsoft.com/office/drawing/2014/main" id="{B8F35326-3745-BD15-0F99-2EFB277E8EF9}"/>
              </a:ext>
            </a:extLst>
          </p:cNvPr>
          <p:cNvSpPr txBox="1"/>
          <p:nvPr/>
        </p:nvSpPr>
        <p:spPr>
          <a:xfrm>
            <a:off x="309762" y="702469"/>
            <a:ext cx="11288861" cy="6186309"/>
          </a:xfrm>
          <a:prstGeom prst="rect">
            <a:avLst/>
          </a:prstGeom>
          <a:noFill/>
        </p:spPr>
        <p:txBody>
          <a:bodyPr wrap="square" lIns="0" tIns="0" rIns="0" bIns="0" rtlCol="0" anchor="t">
            <a:spAutoFit/>
          </a:bodyPr>
          <a:lstStyle/>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Scrum of Scrums (SoS)?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a:t>
            </a:r>
            <a:r>
              <a:rPr lang="en-AU" sz="1400">
                <a:latin typeface="Calibri" panose="020F0502020204030204" pitchFamily="34" charset="0"/>
                <a:cs typeface="Calibri" panose="020F0502020204030204" pitchFamily="34" charset="0"/>
              </a:rPr>
              <a:t>stand-up which is one level above the daily team Scrum stand-ups. SoS is essential in Large programs for leadership to get first-hand view of current impediments or potential future ones that impact the progress teams can make on day-to-day basis. Program leadership is expected to unblock issues for the team to proceed. Example of SoS entries can be - </a:t>
            </a:r>
            <a:r>
              <a:rPr lang="en-AU" sz="1200">
                <a:latin typeface="Calibri" panose="020F0502020204030204" pitchFamily="34" charset="0"/>
                <a:cs typeface="Calibri" panose="020F0502020204030204" pitchFamily="34" charset="0"/>
              </a:rPr>
              <a:t>risk of missing a dependency, or a missed dependency, requested test data not being available as per SLA, Demo sign-off pending etc</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the frequency of SoS?</a:t>
            </a:r>
          </a:p>
          <a:p>
            <a:pPr marL="126000" lvl="1">
              <a:buClr>
                <a:srgbClr val="E51B24">
                  <a:lumMod val="100000"/>
                </a:srgbClr>
              </a:buClr>
              <a:buSzPct val="100000"/>
              <a:defRPr/>
            </a:pPr>
            <a:r>
              <a:rPr lang="en-AU" sz="1600">
                <a:latin typeface="Calibri" panose="020F0502020204030204" pitchFamily="34" charset="0"/>
                <a:cs typeface="Calibri" panose="020F0502020204030204" pitchFamily="34" charset="0"/>
              </a:rPr>
              <a:t>Ideal is daily at least for initial sprints and later can be reviewed to reduce it to 2 or 3 times a week.</a:t>
            </a:r>
            <a:endParaRPr lang="en-AU" sz="1400">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Who are invited to the Scrum of Scrums?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Engineers from all Release Train Teams (Cap, Beazley and Hexaware) – ex: Policy, Billing, Migration, Infra, Testing etc</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Program Directors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Program and Delivery Managers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Functional Heads and Business Product Owner(s)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will be discussed in Scrum of Scrums?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JIRA board will be used to log all items eligible for Scrum of Scrum meeting</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Check progress on any </a:t>
            </a:r>
            <a:r>
              <a:rPr lang="en-US" sz="1400">
                <a:latin typeface="Calibri" panose="020F0502020204030204" pitchFamily="34" charset="0"/>
                <a:cs typeface="Calibri" panose="020F0502020204030204" pitchFamily="34" charset="0"/>
              </a:rPr>
              <a:t>unresolved </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SoS entries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Review new entries</a:t>
            </a:r>
          </a:p>
          <a:p>
            <a:pPr marL="447675" lvl="2" indent="-268288">
              <a:buClr>
                <a:srgbClr val="E51B24">
                  <a:lumMod val="100000"/>
                </a:srgbClr>
              </a:buClr>
              <a:buSzPct val="100000"/>
              <a:buFont typeface="Trebuchet MS" panose="020B0603020202020204" pitchFamily="34" charset="0"/>
              <a:buChar char="•"/>
              <a:defRPr/>
            </a:pPr>
            <a:r>
              <a:rPr lang="en-US" sz="1400">
                <a:latin typeface="Calibri" panose="020F0502020204030204" pitchFamily="34" charset="0"/>
                <a:cs typeface="Calibri" panose="020F0502020204030204" pitchFamily="34" charset="0"/>
              </a:rPr>
              <a:t>Review active risks/issues that have potential impacts to Sprint velocity or the overall Release Goal</a:t>
            </a:r>
          </a:p>
          <a:p>
            <a:pPr marL="126000" lvl="1">
              <a:buClr>
                <a:srgbClr val="E51B24">
                  <a:lumMod val="100000"/>
                </a:srgbClr>
              </a:buClr>
              <a:buSzPct val="100000"/>
              <a:defRPr/>
            </a:pPr>
            <a:endParaRPr lang="en-AU" sz="1600" b="1">
              <a:solidFill>
                <a:srgbClr val="E51B24"/>
              </a:solidFill>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Where to raise/create SOS tickets</a:t>
            </a: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a:t>
            </a:r>
          </a:p>
          <a:p>
            <a:pPr marL="126000" lvl="1">
              <a:buClr>
                <a:srgbClr val="E51B24">
                  <a:lumMod val="100000"/>
                </a:srgbClr>
              </a:buClr>
              <a:buSzPct val="100000"/>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a:t>
            </a:r>
            <a:r>
              <a:rPr lang="en-AU" sz="1400">
                <a:latin typeface="Calibri" panose="020F0502020204030204" pitchFamily="34" charset="0"/>
                <a:cs typeface="Calibri" panose="020F0502020204030204" pitchFamily="34" charset="0"/>
              </a:rPr>
              <a:t>Leads must use </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JIRA SoS board - “</a:t>
            </a:r>
            <a:r>
              <a:rPr kumimoji="0" lang="en-AU" sz="1400" b="0" i="1" u="sng" strike="noStrike" kern="1200" cap="none" spc="0" normalizeH="0" baseline="0" noProof="0">
                <a:ln>
                  <a:noFill/>
                </a:ln>
                <a:effectLst/>
                <a:uLnTx/>
                <a:uFillTx/>
                <a:latin typeface="Calibri" panose="020F0502020204030204" pitchFamily="34" charset="0"/>
                <a:cs typeface="Calibri" panose="020F0502020204030204" pitchFamily="34" charset="0"/>
              </a:rPr>
              <a:t>GPAS &amp; Billing Scrum of Scrum</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to log entries with complete details and assigned them to </a:t>
            </a:r>
            <a:r>
              <a:rPr lang="en-AU" sz="1400">
                <a:latin typeface="Calibri" panose="020F0502020204030204" pitchFamily="34" charset="0"/>
                <a:cs typeface="Calibri" panose="020F0502020204030204" pitchFamily="34" charset="0"/>
              </a:rPr>
              <a:t>respective dependent teams/representative</a:t>
            </a: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Who runs the Scrum of Scrums:</a:t>
            </a:r>
          </a:p>
          <a:p>
            <a:pPr marL="126000" lvl="1">
              <a:buClr>
                <a:srgbClr val="E51B24">
                  <a:lumMod val="100000"/>
                </a:srgbClr>
              </a:buClr>
              <a:buSzPct val="100000"/>
              <a:defRPr/>
            </a:pPr>
            <a:r>
              <a:rPr kumimoji="0" lang="en-AU" sz="1400" i="0" u="none" strike="noStrike" kern="1200" cap="none" spc="0" normalizeH="0" baseline="0" noProof="0">
                <a:ln>
                  <a:noFill/>
                </a:ln>
                <a:effectLst/>
                <a:uLnTx/>
                <a:uFillTx/>
                <a:latin typeface="Calibri" panose="020F0502020204030204" pitchFamily="34" charset="0"/>
                <a:cs typeface="Calibri" panose="020F0502020204030204" pitchFamily="34" charset="0"/>
              </a:rPr>
              <a:t>Beazley is expected to set-up, run and govern the SoS meetings</a:t>
            </a: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7828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Retrospective</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cxnSp>
        <p:nvCxnSpPr>
          <p:cNvPr id="160" name="Straight Connector 159">
            <a:extLst>
              <a:ext uri="{FF2B5EF4-FFF2-40B4-BE49-F238E27FC236}">
                <a16:creationId xmlns:a16="http://schemas.microsoft.com/office/drawing/2014/main" id="{528D6727-320C-979C-AFDE-4714D05041E5}"/>
              </a:ext>
            </a:extLst>
          </p:cNvPr>
          <p:cNvCxnSpPr>
            <a:cxnSpLocks/>
          </p:cNvCxnSpPr>
          <p:nvPr/>
        </p:nvCxnSpPr>
        <p:spPr>
          <a:xfrm>
            <a:off x="5541603" y="2235619"/>
            <a:ext cx="0" cy="3713934"/>
          </a:xfrm>
          <a:prstGeom prst="line">
            <a:avLst/>
          </a:prstGeom>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D9672B36-56E2-B6FA-2711-EB61A22BC675}"/>
              </a:ext>
            </a:extLst>
          </p:cNvPr>
          <p:cNvSpPr txBox="1"/>
          <p:nvPr/>
        </p:nvSpPr>
        <p:spPr>
          <a:xfrm>
            <a:off x="580720" y="1952994"/>
            <a:ext cx="40807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Release Train Sprint Retrospective</a:t>
            </a:r>
          </a:p>
        </p:txBody>
      </p:sp>
      <p:sp>
        <p:nvSpPr>
          <p:cNvPr id="162" name="TextBox 161">
            <a:extLst>
              <a:ext uri="{FF2B5EF4-FFF2-40B4-BE49-F238E27FC236}">
                <a16:creationId xmlns:a16="http://schemas.microsoft.com/office/drawing/2014/main" id="{710EF47A-BE43-8338-B86A-A421466C42C0}"/>
              </a:ext>
            </a:extLst>
          </p:cNvPr>
          <p:cNvSpPr txBox="1"/>
          <p:nvPr/>
        </p:nvSpPr>
        <p:spPr>
          <a:xfrm>
            <a:off x="7186482" y="1952994"/>
            <a:ext cx="377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Program Sprint Retrospective</a:t>
            </a:r>
          </a:p>
        </p:txBody>
      </p:sp>
      <p:pic>
        <p:nvPicPr>
          <p:cNvPr id="163" name="Picture 162">
            <a:extLst>
              <a:ext uri="{FF2B5EF4-FFF2-40B4-BE49-F238E27FC236}">
                <a16:creationId xmlns:a16="http://schemas.microsoft.com/office/drawing/2014/main" id="{1AA2A080-5914-D332-6965-057C31C40E98}"/>
              </a:ext>
            </a:extLst>
          </p:cNvPr>
          <p:cNvPicPr>
            <a:picLocks noChangeAspect="1"/>
          </p:cNvPicPr>
          <p:nvPr/>
        </p:nvPicPr>
        <p:blipFill>
          <a:blip r:embed="rId2"/>
          <a:stretch>
            <a:fillRect/>
          </a:stretch>
        </p:blipFill>
        <p:spPr>
          <a:xfrm>
            <a:off x="861871" y="2922071"/>
            <a:ext cx="1738412" cy="774038"/>
          </a:xfrm>
          <a:prstGeom prst="rect">
            <a:avLst/>
          </a:prstGeom>
        </p:spPr>
      </p:pic>
      <p:pic>
        <p:nvPicPr>
          <p:cNvPr id="164" name="Picture 163">
            <a:extLst>
              <a:ext uri="{FF2B5EF4-FFF2-40B4-BE49-F238E27FC236}">
                <a16:creationId xmlns:a16="http://schemas.microsoft.com/office/drawing/2014/main" id="{821D6546-ECE0-8F29-4127-55952449C8CB}"/>
              </a:ext>
            </a:extLst>
          </p:cNvPr>
          <p:cNvPicPr>
            <a:picLocks noChangeAspect="1"/>
          </p:cNvPicPr>
          <p:nvPr/>
        </p:nvPicPr>
        <p:blipFill>
          <a:blip r:embed="rId3"/>
          <a:stretch>
            <a:fillRect/>
          </a:stretch>
        </p:blipFill>
        <p:spPr>
          <a:xfrm>
            <a:off x="5980605" y="2700279"/>
            <a:ext cx="2402582" cy="1621643"/>
          </a:xfrm>
          <a:prstGeom prst="rect">
            <a:avLst/>
          </a:prstGeom>
        </p:spPr>
      </p:pic>
      <p:sp>
        <p:nvSpPr>
          <p:cNvPr id="165" name="TextBox 164">
            <a:extLst>
              <a:ext uri="{FF2B5EF4-FFF2-40B4-BE49-F238E27FC236}">
                <a16:creationId xmlns:a16="http://schemas.microsoft.com/office/drawing/2014/main" id="{29EFD10C-E24F-7477-2FFD-7E3578E3F28F}"/>
              </a:ext>
            </a:extLst>
          </p:cNvPr>
          <p:cNvSpPr txBox="1"/>
          <p:nvPr/>
        </p:nvSpPr>
        <p:spPr>
          <a:xfrm>
            <a:off x="2895438" y="3357233"/>
            <a:ext cx="2541265"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Owner/Business SME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Development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Testing Teams</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6" name="TextBox 165">
            <a:extLst>
              <a:ext uri="{FF2B5EF4-FFF2-40B4-BE49-F238E27FC236}">
                <a16:creationId xmlns:a16="http://schemas.microsoft.com/office/drawing/2014/main" id="{36923CEA-8A27-0FE8-2C93-6B7BC044D208}"/>
              </a:ext>
            </a:extLst>
          </p:cNvPr>
          <p:cNvSpPr txBox="1"/>
          <p:nvPr/>
        </p:nvSpPr>
        <p:spPr>
          <a:xfrm>
            <a:off x="8678289" y="3287514"/>
            <a:ext cx="3242811"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Release Train Engineers (RTE)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&amp; Delivery Managers (Cap &amp; BZ)</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Directors (Cap &amp; BZ)</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7" name="TextBox 166">
            <a:extLst>
              <a:ext uri="{FF2B5EF4-FFF2-40B4-BE49-F238E27FC236}">
                <a16:creationId xmlns:a16="http://schemas.microsoft.com/office/drawing/2014/main" id="{18E39404-F392-E884-27B6-7220A78985CC}"/>
              </a:ext>
            </a:extLst>
          </p:cNvPr>
          <p:cNvSpPr txBox="1"/>
          <p:nvPr/>
        </p:nvSpPr>
        <p:spPr>
          <a:xfrm>
            <a:off x="602582" y="4463534"/>
            <a:ext cx="4834117"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Agenda -</a:t>
            </a:r>
          </a:p>
          <a:p>
            <a:pPr marL="171450" indent="-171450">
              <a:buFont typeface="Arial" panose="020B0604020202020204" pitchFamily="34" charset="0"/>
              <a:buChar char="•"/>
            </a:pPr>
            <a:r>
              <a:rPr lang="en-IN" sz="1200">
                <a:solidFill>
                  <a:prstClr val="black"/>
                </a:solidFill>
                <a:latin typeface="Ubuntu"/>
              </a:rPr>
              <a:t>Sprint team </a:t>
            </a:r>
            <a:r>
              <a:rPr kumimoji="0" lang="en-IN" sz="1200" b="0" i="0" u="none" strike="noStrike" kern="1200" cap="none" spc="0" normalizeH="0" baseline="0" noProof="0">
                <a:ln>
                  <a:noFill/>
                </a:ln>
                <a:solidFill>
                  <a:prstClr val="black"/>
                </a:solidFill>
                <a:effectLst/>
                <a:uLnTx/>
                <a:uFillTx/>
                <a:latin typeface="Ubuntu"/>
                <a:ea typeface="+mn-ea"/>
                <a:cs typeface="+mn-cs"/>
              </a:rPr>
              <a:t>to review what went well &amp; what can improve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8" name="TextBox 167">
            <a:extLst>
              <a:ext uri="{FF2B5EF4-FFF2-40B4-BE49-F238E27FC236}">
                <a16:creationId xmlns:a16="http://schemas.microsoft.com/office/drawing/2014/main" id="{B3F3B66A-4E36-0B8C-C1B5-D7FF093518E6}"/>
              </a:ext>
            </a:extLst>
          </p:cNvPr>
          <p:cNvSpPr txBox="1"/>
          <p:nvPr/>
        </p:nvSpPr>
        <p:spPr>
          <a:xfrm>
            <a:off x="5991095" y="4464640"/>
            <a:ext cx="5118538"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u="sng">
                <a:solidFill>
                  <a:prstClr val="black"/>
                </a:solidFill>
                <a:latin typeface="Ubuntu"/>
              </a:rPr>
              <a:t>Agenda</a:t>
            </a:r>
            <a:r>
              <a:rPr kumimoji="0" lang="en-IN" sz="1400" b="0" i="0" u="sng" strike="noStrike" kern="1200" cap="none" spc="0" normalizeH="0" baseline="0" noProof="0">
                <a:ln>
                  <a:noFill/>
                </a:ln>
                <a:solidFill>
                  <a:prstClr val="black"/>
                </a:solidFill>
                <a:effectLst/>
                <a:uLnTx/>
                <a:uFillTx/>
                <a:latin typeface="Ubuntu"/>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RTE share  the release train sprint retrospective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9" name="TextBox 168">
            <a:extLst>
              <a:ext uri="{FF2B5EF4-FFF2-40B4-BE49-F238E27FC236}">
                <a16:creationId xmlns:a16="http://schemas.microsoft.com/office/drawing/2014/main" id="{DF677468-2A85-BD0D-CE4C-F483E8DC4F4B}"/>
              </a:ext>
            </a:extLst>
          </p:cNvPr>
          <p:cNvSpPr txBox="1"/>
          <p:nvPr/>
        </p:nvSpPr>
        <p:spPr>
          <a:xfrm>
            <a:off x="2895439" y="2575620"/>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Release Train Lead</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0" name="TextBox 169">
            <a:extLst>
              <a:ext uri="{FF2B5EF4-FFF2-40B4-BE49-F238E27FC236}">
                <a16:creationId xmlns:a16="http://schemas.microsoft.com/office/drawing/2014/main" id="{5A113194-9A35-4212-44E0-E339A4B4D015}"/>
              </a:ext>
            </a:extLst>
          </p:cNvPr>
          <p:cNvSpPr txBox="1"/>
          <p:nvPr/>
        </p:nvSpPr>
        <p:spPr>
          <a:xfrm>
            <a:off x="8678289" y="2566236"/>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Beazley Program Manager</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2" name="TextBox 171">
            <a:extLst>
              <a:ext uri="{FF2B5EF4-FFF2-40B4-BE49-F238E27FC236}">
                <a16:creationId xmlns:a16="http://schemas.microsoft.com/office/drawing/2014/main" id="{D84B2AB8-5CD4-2E32-61AB-CAEBD0074C0F}"/>
              </a:ext>
            </a:extLst>
          </p:cNvPr>
          <p:cNvSpPr txBox="1"/>
          <p:nvPr/>
        </p:nvSpPr>
        <p:spPr>
          <a:xfrm>
            <a:off x="304800" y="1055912"/>
            <a:ext cx="11048999" cy="584775"/>
          </a:xfrm>
          <a:prstGeom prst="rect">
            <a:avLst/>
          </a:prstGeom>
          <a:noFill/>
        </p:spPr>
        <p:txBody>
          <a:bodyPr wrap="square" rtlCol="0">
            <a:spAutoFit/>
          </a:bodyPr>
          <a:lstStyle/>
          <a:p>
            <a:r>
              <a:rPr lang="en-IN" sz="1600"/>
              <a:t>Release Train Sprint &amp; Program Sprint Retrospective session are conducted at end of sprint to inspect, adapt &amp; identify next sprint improvements </a:t>
            </a:r>
          </a:p>
        </p:txBody>
      </p:sp>
      <p:sp>
        <p:nvSpPr>
          <p:cNvPr id="173" name="TextBox 172">
            <a:extLst>
              <a:ext uri="{FF2B5EF4-FFF2-40B4-BE49-F238E27FC236}">
                <a16:creationId xmlns:a16="http://schemas.microsoft.com/office/drawing/2014/main" id="{064CB3CA-496A-DEB3-3FF2-66485FF24C2C}"/>
              </a:ext>
            </a:extLst>
          </p:cNvPr>
          <p:cNvSpPr txBox="1"/>
          <p:nvPr/>
        </p:nvSpPr>
        <p:spPr>
          <a:xfrm>
            <a:off x="3471177" y="5890107"/>
            <a:ext cx="5018856" cy="261610"/>
          </a:xfrm>
          <a:prstGeom prst="rect">
            <a:avLst/>
          </a:prstGeom>
          <a:noFill/>
        </p:spPr>
        <p:txBody>
          <a:bodyPr wrap="square" rtlCol="0">
            <a:spAutoFit/>
          </a:bodyPr>
          <a:lstStyle/>
          <a:p>
            <a:r>
              <a:rPr lang="en-IN" sz="1100" i="1"/>
              <a:t>Note:  All retrospective decks are stored in confluence </a:t>
            </a:r>
          </a:p>
        </p:txBody>
      </p:sp>
    </p:spTree>
    <p:extLst>
      <p:ext uri="{BB962C8B-B14F-4D97-AF65-F5344CB8AC3E}">
        <p14:creationId xmlns:p14="http://schemas.microsoft.com/office/powerpoint/2010/main" val="2720965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User </a:t>
            </a:r>
            <a:r>
              <a:rPr lang="en-GB" sz="3200" b="1">
                <a:solidFill>
                  <a:schemeClr val="accent1">
                    <a:lumMod val="50000"/>
                  </a:schemeClr>
                </a:solidFill>
                <a:latin typeface="Ubuntu" panose="020B0504030602030204" pitchFamily="34" charset="0"/>
                <a:ea typeface="Times New Roman" panose="02020603050405020304" pitchFamily="18" charset="0"/>
                <a:cs typeface="Calibri" panose="020F0502020204030204" pitchFamily="34" charset="0"/>
              </a:rPr>
              <a:t>S</a:t>
            </a: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tory management</a:t>
            </a:r>
            <a:endParaRPr lang="en-IN"/>
          </a:p>
        </p:txBody>
      </p:sp>
    </p:spTree>
    <p:extLst>
      <p:ext uri="{BB962C8B-B14F-4D97-AF65-F5344CB8AC3E}">
        <p14:creationId xmlns:p14="http://schemas.microsoft.com/office/powerpoint/2010/main" val="4273167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F9F3CD-AA3F-4507-9769-2810EA11C225}"/>
              </a:ext>
            </a:extLst>
          </p:cNvPr>
          <p:cNvSpPr txBox="1"/>
          <p:nvPr/>
        </p:nvSpPr>
        <p:spPr>
          <a:xfrm>
            <a:off x="909083" y="2295049"/>
            <a:ext cx="10363200" cy="2862322"/>
          </a:xfrm>
          <a:prstGeom prst="rect">
            <a:avLst/>
          </a:prstGeom>
          <a:noFill/>
        </p:spPr>
        <p:txBody>
          <a:bodyPr wrap="square" rtlCol="0">
            <a:spAutoFit/>
          </a:bodyPr>
          <a:lstStyle/>
          <a:p>
            <a:pPr marL="342900" indent="-342900">
              <a:buAutoNum type="arabicPeriod"/>
            </a:pPr>
            <a:r>
              <a:rPr lang="en-IN"/>
              <a:t>Elaboration is complete in one sprint, development takes multiple sprints</a:t>
            </a:r>
          </a:p>
          <a:p>
            <a:pPr marL="342900" indent="-342900">
              <a:buAutoNum type="arabicPeriod"/>
            </a:pPr>
            <a:endParaRPr lang="en-IN"/>
          </a:p>
          <a:p>
            <a:pPr marL="342900" indent="-342900">
              <a:buAutoNum type="arabicPeriod"/>
            </a:pPr>
            <a:r>
              <a:rPr lang="en-IN"/>
              <a:t>User story development planned for a sprint does not complete within the sprint timeline</a:t>
            </a:r>
          </a:p>
          <a:p>
            <a:pPr marL="342900" indent="-342900">
              <a:buAutoNum type="arabicPeriod"/>
            </a:pPr>
            <a:endParaRPr lang="en-IN"/>
          </a:p>
          <a:p>
            <a:pPr marL="342900" indent="-342900">
              <a:buAutoNum type="arabicPeriod"/>
            </a:pPr>
            <a:r>
              <a:rPr lang="en-IN"/>
              <a:t>One Epic requirement developed across multiple Release Trains in the same sprint</a:t>
            </a:r>
          </a:p>
          <a:p>
            <a:pPr marL="342900" indent="-342900">
              <a:buAutoNum type="arabicPeriod"/>
            </a:pPr>
            <a:endParaRPr lang="en-IN"/>
          </a:p>
          <a:p>
            <a:pPr marL="342900" indent="-342900">
              <a:buFontTx/>
              <a:buAutoNum type="arabicPeriod"/>
            </a:pPr>
            <a:r>
              <a:rPr lang="en-IN"/>
              <a:t>Elaboration is across multiple sprints and development is across multiple sprints</a:t>
            </a:r>
          </a:p>
          <a:p>
            <a:pPr marL="342900" indent="-342900">
              <a:buFontTx/>
              <a:buAutoNum type="arabicPeriod"/>
            </a:pPr>
            <a:endParaRPr lang="en-IN"/>
          </a:p>
          <a:p>
            <a:pPr marL="342900" indent="-342900">
              <a:buFontTx/>
              <a:buAutoNum type="arabicPeriod"/>
            </a:pPr>
            <a:r>
              <a:rPr lang="en-IN"/>
              <a:t>User story Elaboration does not meet definition of ready for sprint development</a:t>
            </a:r>
          </a:p>
          <a:p>
            <a:pPr marL="342900" indent="-342900">
              <a:buAutoNum type="arabicPeriod"/>
            </a:pPr>
            <a:endParaRPr lang="en-IN"/>
          </a:p>
        </p:txBody>
      </p:sp>
      <p:sp>
        <p:nvSpPr>
          <p:cNvPr id="6" name="Title 1">
            <a:extLst>
              <a:ext uri="{FF2B5EF4-FFF2-40B4-BE49-F238E27FC236}">
                <a16:creationId xmlns:a16="http://schemas.microsoft.com/office/drawing/2014/main" id="{9B5D7639-80A6-44F7-B6F4-80D34EBD7093}"/>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User story management</a:t>
            </a:r>
            <a:endParaRPr lang="en-GB" sz="2400">
              <a:solidFill>
                <a:schemeClr val="tx1"/>
              </a:solidFill>
            </a:endParaRPr>
          </a:p>
        </p:txBody>
      </p:sp>
      <p:sp>
        <p:nvSpPr>
          <p:cNvPr id="7" name="TextBox 6">
            <a:extLst>
              <a:ext uri="{FF2B5EF4-FFF2-40B4-BE49-F238E27FC236}">
                <a16:creationId xmlns:a16="http://schemas.microsoft.com/office/drawing/2014/main" id="{AD21EF35-BD2D-4AA7-9340-1758DE87B855}"/>
              </a:ext>
            </a:extLst>
          </p:cNvPr>
          <p:cNvSpPr txBox="1"/>
          <p:nvPr/>
        </p:nvSpPr>
        <p:spPr>
          <a:xfrm>
            <a:off x="909083" y="1623497"/>
            <a:ext cx="10363200" cy="369332"/>
          </a:xfrm>
          <a:prstGeom prst="rect">
            <a:avLst/>
          </a:prstGeom>
          <a:noFill/>
        </p:spPr>
        <p:txBody>
          <a:bodyPr wrap="square" rtlCol="0">
            <a:spAutoFit/>
          </a:bodyPr>
          <a:lstStyle/>
          <a:p>
            <a:r>
              <a:rPr lang="en-IN"/>
              <a:t>Key Scenarios:</a:t>
            </a:r>
          </a:p>
        </p:txBody>
      </p:sp>
    </p:spTree>
    <p:extLst>
      <p:ext uri="{BB962C8B-B14F-4D97-AF65-F5344CB8AC3E}">
        <p14:creationId xmlns:p14="http://schemas.microsoft.com/office/powerpoint/2010/main" val="199444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1 – </a:t>
            </a:r>
            <a:r>
              <a:rPr lang="en-GB" sz="2400">
                <a:solidFill>
                  <a:schemeClr val="tx1"/>
                </a:solidFill>
                <a:ea typeface="+mj-lt"/>
                <a:cs typeface="+mj-lt"/>
              </a:rPr>
              <a:t>Imburse - Payment Integration</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1400" b="1">
                <a:solidFill>
                  <a:schemeClr val="bg1"/>
                </a:solidFill>
                <a:latin typeface="Ubuntu" panose="020B0504030602030204" pitchFamily="34" charset="0"/>
              </a:rPr>
              <a:t>Elaboration in one sprint, implementation in multiple sprints</a:t>
            </a:r>
            <a:endParaRPr lang="en-GB" sz="1400">
              <a:solidFill>
                <a:schemeClr val="bg1"/>
              </a:solidFill>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Elaboration phase completes requirements capture, acceptance criteria for </a:t>
            </a:r>
            <a:r>
              <a:rPr lang="en-IN" sz="1000" b="1">
                <a:solidFill>
                  <a:schemeClr val="tx1"/>
                </a:solidFill>
                <a:latin typeface="Ubuntu"/>
              </a:rPr>
              <a:t>complete </a:t>
            </a:r>
            <a:r>
              <a:rPr lang="en-IN" sz="1000" b="1">
                <a:solidFill>
                  <a:schemeClr val="tx1"/>
                </a:solidFill>
                <a:latin typeface="Ubuntu"/>
                <a:ea typeface="+mn-lt"/>
                <a:cs typeface="+mn-lt"/>
              </a:rPr>
              <a:t>I</a:t>
            </a:r>
            <a:r>
              <a:rPr lang="en-IN" sz="1000" b="1">
                <a:solidFill>
                  <a:schemeClr val="tx1"/>
                </a:solidFill>
                <a:ea typeface="+mn-lt"/>
                <a:cs typeface="+mn-lt"/>
              </a:rPr>
              <a:t>mburse - Payment Integration</a:t>
            </a:r>
            <a:r>
              <a:rPr lang="en-IN" sz="1000">
                <a:solidFill>
                  <a:schemeClr val="tx1"/>
                </a:solidFill>
                <a:latin typeface="Ubuntu"/>
              </a:rPr>
              <a:t> feature</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The Cap technical SME confirms the entire </a:t>
            </a:r>
            <a:r>
              <a:rPr lang="en-IN" sz="1000">
                <a:solidFill>
                  <a:schemeClr val="tx1"/>
                </a:solidFill>
                <a:ea typeface="+mn-lt"/>
                <a:cs typeface="+mn-lt"/>
              </a:rPr>
              <a:t>Imburse - Payment development </a:t>
            </a:r>
            <a:r>
              <a:rPr lang="en-IN" sz="1000">
                <a:solidFill>
                  <a:schemeClr val="tx1"/>
                </a:solidFill>
                <a:latin typeface="Ubuntu"/>
              </a:rPr>
              <a:t>cannot be complete in one sprint</a:t>
            </a:r>
          </a:p>
          <a:p>
            <a:endParaRPr lang="en-IN" sz="1000">
              <a:solidFill>
                <a:schemeClr val="tx1"/>
              </a:solidFill>
              <a:latin typeface="Ubuntu" panose="020B0504030602030204" pitchFamily="34" charset="0"/>
            </a:endParaRPr>
          </a:p>
          <a:p>
            <a:r>
              <a:rPr lang="en-IN" sz="1000" b="1" i="1">
                <a:solidFill>
                  <a:schemeClr val="tx1"/>
                </a:solidFill>
                <a:latin typeface="Ubuntu"/>
              </a:rPr>
              <a:t>Reason</a:t>
            </a:r>
            <a:r>
              <a:rPr lang="en-IN" sz="1000" i="1">
                <a:solidFill>
                  <a:schemeClr val="tx1"/>
                </a:solidFill>
                <a:latin typeface="Ubuntu"/>
              </a:rPr>
              <a:t> </a:t>
            </a:r>
            <a:r>
              <a:rPr lang="en-IN" sz="1000">
                <a:solidFill>
                  <a:schemeClr val="tx1"/>
                </a:solidFill>
                <a:latin typeface="Ubuntu"/>
              </a:rPr>
              <a:t>– dependency on </a:t>
            </a:r>
            <a:r>
              <a:rPr lang="en-IN" sz="1000" i="1">
                <a:solidFill>
                  <a:schemeClr val="tx1"/>
                </a:solidFill>
                <a:ea typeface="+mn-lt"/>
                <a:cs typeface="+mn-lt"/>
              </a:rPr>
              <a:t>Imburse integration  design, Specification, environment availability and high complexity</a:t>
            </a:r>
          </a:p>
          <a:p>
            <a:endParaRPr lang="en-IN" sz="1000" i="1">
              <a:solidFill>
                <a:schemeClr val="tx1"/>
              </a:solidFill>
              <a:ea typeface="+mn-lt"/>
              <a:cs typeface="+mn-lt"/>
            </a:endParaRPr>
          </a:p>
          <a:p>
            <a:r>
              <a:rPr lang="en-IN" sz="1000" b="1" i="1">
                <a:solidFill>
                  <a:schemeClr val="tx1"/>
                </a:solidFill>
                <a:latin typeface="Ubuntu"/>
              </a:rPr>
              <a:t>Current sprint </a:t>
            </a:r>
            <a:r>
              <a:rPr lang="en-IN" sz="1000">
                <a:solidFill>
                  <a:schemeClr val="tx1"/>
                </a:solidFill>
                <a:latin typeface="Ubuntu"/>
              </a:rPr>
              <a:t>– continue with mock response and complete partial demo</a:t>
            </a: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1"/>
            <a:ext cx="2918129" cy="7195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BA to document multiple user stories aligned to multiple sprints based on Technical SME input provided,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291259" y="3094399"/>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uploaded to JIRA with an appropriate sprint assigned</a:t>
            </a: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291259" y="4142340"/>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a:t>
            </a:r>
            <a:r>
              <a:rPr lang="en-IN" sz="1000">
                <a:solidFill>
                  <a:schemeClr val="tx1"/>
                </a:solidFill>
                <a:ea typeface="+mn-lt"/>
                <a:cs typeface="+mn-lt"/>
              </a:rPr>
              <a:t>Imburse - Payment Integration </a:t>
            </a:r>
            <a:r>
              <a:rPr lang="en-IN" sz="1000">
                <a:solidFill>
                  <a:schemeClr val="tx1"/>
                </a:solidFill>
                <a:latin typeface="Ubuntu"/>
              </a:rPr>
              <a:t>EPIC in JIRA</a:t>
            </a: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8924961" y="3443906"/>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is taken up for development in the assigned sprint</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p:cNvCxnSpPr>
          <p:nvPr/>
        </p:nvCxnSpPr>
        <p:spPr>
          <a:xfrm rot="5400000" flipH="1" flipV="1">
            <a:off x="3146829" y="2259193"/>
            <a:ext cx="2725956" cy="4481034"/>
          </a:xfrm>
          <a:prstGeom prst="bentConnector5">
            <a:avLst>
              <a:gd name="adj1" fmla="val -8386"/>
              <a:gd name="adj2" fmla="val 50000"/>
              <a:gd name="adj3" fmla="val 1083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stCxn id="54" idx="0"/>
            <a:endCxn id="53" idx="2"/>
          </p:cNvCxnSpPr>
          <p:nvPr/>
        </p:nvCxnSpPr>
        <p:spPr>
          <a:xfrm flipV="1">
            <a:off x="6750324" y="3680221"/>
            <a:ext cx="0" cy="46211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A4CBD68-5692-43A8-9353-EA6083CF6CCA}"/>
              </a:ext>
            </a:extLst>
          </p:cNvPr>
          <p:cNvCxnSpPr>
            <a:cxnSpLocks/>
          </p:cNvCxnSpPr>
          <p:nvPr/>
        </p:nvCxnSpPr>
        <p:spPr>
          <a:xfrm rot="5400000" flipH="1" flipV="1">
            <a:off x="7890353" y="2314459"/>
            <a:ext cx="1284256" cy="3564317"/>
          </a:xfrm>
          <a:prstGeom prst="bentConnector5">
            <a:avLst>
              <a:gd name="adj1" fmla="val -17800"/>
              <a:gd name="adj2" fmla="val 50973"/>
              <a:gd name="adj3" fmla="val 1178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749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2 – User story spill over</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925925"/>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planned for a sprint does not complete within the sprint timeline</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panose="020B0504030602030204" pitchFamily="34" charset="0"/>
              </a:rPr>
              <a:t>User story planned for a sprint development and test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unable to meet its sprint definition of done for different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External or Int dependencies not met</a:t>
            </a:r>
          </a:p>
          <a:p>
            <a:pPr marL="228600" indent="-228600">
              <a:buAutoNum type="arabicPeriod"/>
            </a:pPr>
            <a:r>
              <a:rPr lang="en-IN" sz="1000">
                <a:solidFill>
                  <a:schemeClr val="tx1"/>
                </a:solidFill>
                <a:latin typeface="Ubuntu" panose="020B0504030602030204" pitchFamily="34" charset="0"/>
              </a:rPr>
              <a:t>Test execution incomplete</a:t>
            </a:r>
          </a:p>
          <a:p>
            <a:pPr marL="228600" indent="-228600">
              <a:buAutoNum type="arabicPeriod"/>
            </a:pPr>
            <a:r>
              <a:rPr lang="en-IN" sz="1000">
                <a:solidFill>
                  <a:schemeClr val="tx1"/>
                </a:solidFill>
                <a:latin typeface="Ubuntu" panose="020B0504030602030204" pitchFamily="34" charset="0"/>
              </a:rPr>
              <a:t>Last moment data contract changes</a:t>
            </a:r>
          </a:p>
          <a:p>
            <a:pPr marL="228600" indent="-228600">
              <a:buAutoNum type="arabicPeriod"/>
            </a:pPr>
            <a:r>
              <a:rPr lang="en-IN" sz="1000">
                <a:solidFill>
                  <a:schemeClr val="tx1"/>
                </a:solidFill>
                <a:latin typeface="Ubuntu" panose="020B0504030602030204" pitchFamily="34" charset="0"/>
              </a:rPr>
              <a:t>Outstanding high severity defects</a:t>
            </a:r>
          </a:p>
          <a:p>
            <a:pPr marL="228600" indent="-228600">
              <a:buAutoNum type="arabicPeriod"/>
            </a:pPr>
            <a:r>
              <a:rPr lang="en-IN" sz="1000">
                <a:solidFill>
                  <a:schemeClr val="tx1"/>
                </a:solidFill>
                <a:latin typeface="Ubuntu" panose="020B0504030602030204" pitchFamily="34" charset="0"/>
              </a:rPr>
              <a:t>User story approval delayed by PO/B SME</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0"/>
            <a:ext cx="2918129" cy="91039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The progress made on the US and pending tasks are analysed:</a:t>
            </a:r>
          </a:p>
          <a:p>
            <a:pPr marL="228600" indent="-228600">
              <a:buAutoNum type="arabicPeriod"/>
            </a:pPr>
            <a:r>
              <a:rPr lang="en-IN" sz="1000">
                <a:solidFill>
                  <a:schemeClr val="tx1"/>
                </a:solidFill>
                <a:latin typeface="Ubuntu" panose="020B0504030602030204" pitchFamily="34" charset="0"/>
              </a:rPr>
              <a:t>Amount of development pending?</a:t>
            </a:r>
          </a:p>
          <a:p>
            <a:pPr marL="228600" indent="-228600">
              <a:buAutoNum type="arabicPeriod"/>
            </a:pPr>
            <a:r>
              <a:rPr lang="en-IN" sz="1000">
                <a:solidFill>
                  <a:schemeClr val="tx1"/>
                </a:solidFill>
                <a:latin typeface="Ubuntu" panose="020B0504030602030204" pitchFamily="34" charset="0"/>
              </a:rPr>
              <a:t>Amount of testing pending? </a:t>
            </a:r>
          </a:p>
          <a:p>
            <a:pPr marL="228600" indent="-228600">
              <a:buAutoNum type="arabicPeriod"/>
            </a:pPr>
            <a:r>
              <a:rPr lang="en-IN" sz="1000">
                <a:solidFill>
                  <a:schemeClr val="tx1"/>
                </a:solidFill>
                <a:latin typeface="Ubuntu" panose="020B0504030602030204" pitchFamily="34" charset="0"/>
              </a:rPr>
              <a:t>High severity defect fixes pending?</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554124" y="3542398"/>
            <a:ext cx="3172381" cy="123181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RTL, PO discuss the options for next steps: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Clone the user story and assign the new story for next sprint (specific to the pending work)</a:t>
            </a:r>
          </a:p>
          <a:p>
            <a:pPr marL="228600" indent="-228600">
              <a:buAutoNum type="arabicPeriod"/>
            </a:pPr>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Adjust current user story effort for the work already done</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4832362" y="5462263"/>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New cloned User Story* moved to next sprint, current user story marked to Done state</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27" idx="0"/>
          </p:cNvCxnSpPr>
          <p:nvPr/>
        </p:nvCxnSpPr>
        <p:spPr>
          <a:xfrm rot="5400000" flipH="1" flipV="1">
            <a:off x="2571703" y="1536322"/>
            <a:ext cx="4172450" cy="4777276"/>
          </a:xfrm>
          <a:prstGeom prst="bentConnector5">
            <a:avLst>
              <a:gd name="adj1" fmla="val -5479"/>
              <a:gd name="adj2" fmla="val 55322"/>
              <a:gd name="adj3" fmla="val 1054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cxnSpLocks/>
            <a:endCxn id="53" idx="0"/>
          </p:cNvCxnSpPr>
          <p:nvPr/>
        </p:nvCxnSpPr>
        <p:spPr>
          <a:xfrm>
            <a:off x="7139809" y="3056249"/>
            <a:ext cx="506" cy="4861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Flowchart: Decision 26">
            <a:extLst>
              <a:ext uri="{FF2B5EF4-FFF2-40B4-BE49-F238E27FC236}">
                <a16:creationId xmlns:a16="http://schemas.microsoft.com/office/drawing/2014/main" id="{5FCDBD9C-9F4C-4E3D-B0EF-EC39D2597B6E}"/>
              </a:ext>
            </a:extLst>
          </p:cNvPr>
          <p:cNvSpPr/>
          <p:nvPr/>
        </p:nvSpPr>
        <p:spPr>
          <a:xfrm>
            <a:off x="6096000" y="1838735"/>
            <a:ext cx="1901131" cy="1231814"/>
          </a:xfrm>
          <a:prstGeom prst="flowChartDecisi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a:solidFill>
                  <a:schemeClr val="tx1"/>
                </a:solidFill>
                <a:latin typeface="Ubuntu" panose="020B0504030602030204" pitchFamily="34" charset="0"/>
              </a:rPr>
              <a:t>IMPACT</a:t>
            </a:r>
            <a:r>
              <a:rPr lang="en-IN" sz="800">
                <a:solidFill>
                  <a:schemeClr val="tx1"/>
                </a:solidFill>
                <a:latin typeface="Ubuntu" panose="020B0504030602030204" pitchFamily="34" charset="0"/>
              </a:rPr>
              <a:t>: Story cannot be done in the current release or has a cascading impact on remaining work in the release?</a:t>
            </a:r>
          </a:p>
        </p:txBody>
      </p:sp>
      <p:sp>
        <p:nvSpPr>
          <p:cNvPr id="56" name="TextBox 55">
            <a:extLst>
              <a:ext uri="{FF2B5EF4-FFF2-40B4-BE49-F238E27FC236}">
                <a16:creationId xmlns:a16="http://schemas.microsoft.com/office/drawing/2014/main" id="{8859E940-EBC7-422F-8383-3A9FFF30F930}"/>
              </a:ext>
            </a:extLst>
          </p:cNvPr>
          <p:cNvSpPr txBox="1"/>
          <p:nvPr/>
        </p:nvSpPr>
        <p:spPr>
          <a:xfrm>
            <a:off x="7789618" y="2141037"/>
            <a:ext cx="1676228" cy="215444"/>
          </a:xfrm>
          <a:prstGeom prst="rect">
            <a:avLst/>
          </a:prstGeom>
          <a:noFill/>
        </p:spPr>
        <p:txBody>
          <a:bodyPr wrap="square" rtlCol="0">
            <a:spAutoFit/>
          </a:bodyPr>
          <a:lstStyle/>
          <a:p>
            <a:r>
              <a:rPr lang="en-IN" sz="800" b="1" i="1">
                <a:latin typeface="Ubuntu" panose="020B0504030602030204" pitchFamily="34" charset="0"/>
              </a:rPr>
              <a:t>Impacts release timeline</a:t>
            </a:r>
          </a:p>
        </p:txBody>
      </p:sp>
      <p:sp>
        <p:nvSpPr>
          <p:cNvPr id="57" name="Rectangle 56">
            <a:extLst>
              <a:ext uri="{FF2B5EF4-FFF2-40B4-BE49-F238E27FC236}">
                <a16:creationId xmlns:a16="http://schemas.microsoft.com/office/drawing/2014/main" id="{6D039DC6-9A7E-454D-842B-16071E26CCD9}"/>
              </a:ext>
            </a:extLst>
          </p:cNvPr>
          <p:cNvSpPr/>
          <p:nvPr/>
        </p:nvSpPr>
        <p:spPr>
          <a:xfrm>
            <a:off x="7730744" y="5455448"/>
            <a:ext cx="2779360" cy="55573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If the pending work is minor, user story is marked Done in the same sprint after completion</a:t>
            </a:r>
          </a:p>
          <a:p>
            <a:pPr algn="ctr"/>
            <a:endParaRPr lang="en-IN" sz="900">
              <a:solidFill>
                <a:schemeClr val="tx1"/>
              </a:solidFill>
            </a:endParaRPr>
          </a:p>
        </p:txBody>
      </p:sp>
      <p:sp>
        <p:nvSpPr>
          <p:cNvPr id="21" name="Rectangle 20">
            <a:extLst>
              <a:ext uri="{FF2B5EF4-FFF2-40B4-BE49-F238E27FC236}">
                <a16:creationId xmlns:a16="http://schemas.microsoft.com/office/drawing/2014/main" id="{9DF932EC-485F-444E-AA9F-728DF8CBE554}"/>
              </a:ext>
            </a:extLst>
          </p:cNvPr>
          <p:cNvSpPr/>
          <p:nvPr/>
        </p:nvSpPr>
        <p:spPr>
          <a:xfrm>
            <a:off x="9051040" y="3538559"/>
            <a:ext cx="2918129"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Begin the change request procedure for impact assessment and prioritisation</a:t>
            </a:r>
          </a:p>
          <a:p>
            <a:pPr algn="ctr"/>
            <a:endParaRPr lang="en-IN" sz="900">
              <a:solidFill>
                <a:schemeClr val="tx1"/>
              </a:solidFill>
            </a:endParaRPr>
          </a:p>
        </p:txBody>
      </p:sp>
      <p:cxnSp>
        <p:nvCxnSpPr>
          <p:cNvPr id="5" name="Connector: Elbow 4">
            <a:extLst>
              <a:ext uri="{FF2B5EF4-FFF2-40B4-BE49-F238E27FC236}">
                <a16:creationId xmlns:a16="http://schemas.microsoft.com/office/drawing/2014/main" id="{6D02205F-8A18-455A-A4FD-20BEEE73CF57}"/>
              </a:ext>
            </a:extLst>
          </p:cNvPr>
          <p:cNvCxnSpPr>
            <a:cxnSpLocks/>
            <a:stCxn id="27" idx="3"/>
            <a:endCxn id="21" idx="0"/>
          </p:cNvCxnSpPr>
          <p:nvPr/>
        </p:nvCxnSpPr>
        <p:spPr>
          <a:xfrm>
            <a:off x="7997131" y="2454642"/>
            <a:ext cx="2512974" cy="10839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B664615E-1A28-48CB-9958-14F8D0D137ED}"/>
              </a:ext>
            </a:extLst>
          </p:cNvPr>
          <p:cNvCxnSpPr>
            <a:stCxn id="53" idx="2"/>
            <a:endCxn id="55" idx="0"/>
          </p:cNvCxnSpPr>
          <p:nvPr/>
        </p:nvCxnSpPr>
        <p:spPr>
          <a:xfrm rot="5400000">
            <a:off x="6337154" y="4659101"/>
            <a:ext cx="688051" cy="918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53AE1D1-AF04-44E5-9D31-86D985869DD5}"/>
              </a:ext>
            </a:extLst>
          </p:cNvPr>
          <p:cNvCxnSpPr>
            <a:stCxn id="53" idx="2"/>
            <a:endCxn id="57" idx="0"/>
          </p:cNvCxnSpPr>
          <p:nvPr/>
        </p:nvCxnSpPr>
        <p:spPr>
          <a:xfrm rot="16200000" flipH="1">
            <a:off x="7789751" y="4124775"/>
            <a:ext cx="681236" cy="198010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018B74-5F4C-4F31-87C0-9DCFD4ABA9B3}"/>
              </a:ext>
            </a:extLst>
          </p:cNvPr>
          <p:cNvSpPr txBox="1"/>
          <p:nvPr/>
        </p:nvSpPr>
        <p:spPr>
          <a:xfrm>
            <a:off x="6191994" y="3157051"/>
            <a:ext cx="2075155" cy="215444"/>
          </a:xfrm>
          <a:prstGeom prst="rect">
            <a:avLst/>
          </a:prstGeom>
          <a:noFill/>
        </p:spPr>
        <p:txBody>
          <a:bodyPr wrap="square" rtlCol="0">
            <a:spAutoFit/>
          </a:bodyPr>
          <a:lstStyle/>
          <a:p>
            <a:r>
              <a:rPr lang="en-IN" sz="800" b="1" i="1">
                <a:latin typeface="Ubuntu" panose="020B0504030602030204" pitchFamily="34" charset="0"/>
              </a:rPr>
              <a:t>No Impact to overall release timeline</a:t>
            </a:r>
          </a:p>
        </p:txBody>
      </p:sp>
      <p:sp>
        <p:nvSpPr>
          <p:cNvPr id="6" name="TextBox 5">
            <a:extLst>
              <a:ext uri="{FF2B5EF4-FFF2-40B4-BE49-F238E27FC236}">
                <a16:creationId xmlns:a16="http://schemas.microsoft.com/office/drawing/2014/main" id="{01849744-D068-2C37-3877-5FC78DFF8767}"/>
              </a:ext>
            </a:extLst>
          </p:cNvPr>
          <p:cNvSpPr txBox="1"/>
          <p:nvPr/>
        </p:nvSpPr>
        <p:spPr>
          <a:xfrm>
            <a:off x="4175231" y="6157679"/>
            <a:ext cx="7910276" cy="400110"/>
          </a:xfrm>
          <a:prstGeom prst="rect">
            <a:avLst/>
          </a:prstGeom>
          <a:solidFill>
            <a:schemeClr val="bg1"/>
          </a:solidFill>
        </p:spPr>
        <p:txBody>
          <a:bodyPr wrap="square">
            <a:spAutoFit/>
          </a:bodyPr>
          <a:lstStyle/>
          <a:p>
            <a:r>
              <a:rPr lang="en-IN" sz="1000">
                <a:latin typeface="Ubuntu" panose="020B0504030602030204" pitchFamily="34" charset="0"/>
              </a:rPr>
              <a:t>*Cloned story will be automatically linked to the existing story. The cloned story will have pending efforts from existing story as its story points, (Ex- if existing story is 13 SPs after the split, new cloned SPs will be 5 SPs &amp; existing story will be changed to 8 SPs) </a:t>
            </a:r>
          </a:p>
        </p:txBody>
      </p:sp>
    </p:spTree>
    <p:extLst>
      <p:ext uri="{BB962C8B-B14F-4D97-AF65-F5344CB8AC3E}">
        <p14:creationId xmlns:p14="http://schemas.microsoft.com/office/powerpoint/2010/main" val="2377744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3 – User story in multiple streams – Rating Service</a:t>
            </a: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One Epic requirement developed across multiple Release Trains in the same sprint</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2083879"/>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and Technical team agree on technical dependencies for Rating Service to exist on External Rater and UWWB</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48160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a:solidFill>
                  <a:schemeClr val="tx1"/>
                </a:solidFill>
                <a:latin typeface="Ubuntu"/>
              </a:rPr>
              <a:t>BA to document separate user stories for each of the Release Trains in the current sprint</a:t>
            </a:r>
          </a:p>
          <a:p>
            <a:pPr marL="228600" indent="-228600">
              <a:buAutoNum type="arabicPeriod"/>
            </a:pPr>
            <a:r>
              <a:rPr lang="en-IN" sz="1000">
                <a:solidFill>
                  <a:schemeClr val="tx1"/>
                </a:solidFill>
                <a:latin typeface="Ubuntu"/>
              </a:rPr>
              <a:t>Policy development</a:t>
            </a:r>
          </a:p>
          <a:p>
            <a:pPr marL="228600" indent="-228600">
              <a:buAutoNum type="arabicPeriod"/>
            </a:pPr>
            <a:r>
              <a:rPr lang="en-IN" sz="1000">
                <a:solidFill>
                  <a:schemeClr val="tx1"/>
                </a:solidFill>
                <a:latin typeface="Ubuntu"/>
              </a:rPr>
              <a:t>UWWB Rating service development</a:t>
            </a:r>
          </a:p>
          <a:p>
            <a:pPr marL="228600" indent="-228600">
              <a:buAutoNum type="arabicPeriod"/>
            </a:pPr>
            <a:r>
              <a:rPr lang="en-IN" sz="1000">
                <a:solidFill>
                  <a:schemeClr val="tx1"/>
                </a:solidFill>
                <a:latin typeface="Ubuntu"/>
              </a:rPr>
              <a:t>External Rating dependency</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954410"/>
            <a:ext cx="2918129" cy="39382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PO</a:t>
            </a:r>
            <a:r>
              <a:rPr lang="en-IN" sz="1000">
                <a:solidFill>
                  <a:schemeClr val="tx1"/>
                </a:solidFill>
                <a:latin typeface="Ubuntu" panose="020B0504030602030204" pitchFamily="34" charset="0"/>
              </a:rPr>
              <a:t> to approve the user stories</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3 separate user stories by Release Train created in JIRA with a dependency chain</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make it to development depending on the sprint tagged to them</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5455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391376"/>
            <a:ext cx="0" cy="5630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40276" y="1571311"/>
            <a:ext cx="2945695" cy="4608159"/>
          </a:xfrm>
          <a:prstGeom prst="bentConnector5">
            <a:avLst>
              <a:gd name="adj1" fmla="val -7760"/>
              <a:gd name="adj2" fmla="val 48621"/>
              <a:gd name="adj3" fmla="val 10776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All related user stories will be linked to the same Policy search and Retrieve EPIC in JIRA</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486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4 – Complex Integrations</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Elaboration done in multiple sprints and implementation done in multiple sprints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1953942"/>
            <a:ext cx="2918128" cy="98212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identifies, complex integrations like </a:t>
            </a:r>
            <a:r>
              <a:rPr lang="en-IN" sz="1000" b="1">
                <a:solidFill>
                  <a:schemeClr val="tx1"/>
                </a:solidFill>
                <a:ea typeface="+mn-lt"/>
                <a:cs typeface="+mn-lt"/>
              </a:rPr>
              <a:t>MS Dynamics CRM - Customer and Broker </a:t>
            </a:r>
            <a:r>
              <a:rPr lang="en-IN" sz="1000" b="1" err="1">
                <a:solidFill>
                  <a:schemeClr val="tx1"/>
                </a:solidFill>
                <a:ea typeface="+mn-lt"/>
                <a:cs typeface="+mn-lt"/>
              </a:rPr>
              <a:t>management,Snowflake</a:t>
            </a:r>
            <a:r>
              <a:rPr lang="en-IN" sz="1000" b="1">
                <a:solidFill>
                  <a:schemeClr val="tx1"/>
                </a:solidFill>
                <a:ea typeface="+mn-lt"/>
                <a:cs typeface="+mn-lt"/>
              </a:rPr>
              <a:t> - Data </a:t>
            </a:r>
            <a:r>
              <a:rPr lang="en-IN" sz="1000" b="1" err="1">
                <a:solidFill>
                  <a:schemeClr val="tx1"/>
                </a:solidFill>
                <a:ea typeface="+mn-lt"/>
                <a:cs typeface="+mn-lt"/>
              </a:rPr>
              <a:t>Warehouse,Imburse</a:t>
            </a:r>
            <a:r>
              <a:rPr lang="en-IN" sz="1000" b="1">
                <a:solidFill>
                  <a:schemeClr val="tx1"/>
                </a:solidFill>
                <a:ea typeface="+mn-lt"/>
                <a:cs typeface="+mn-lt"/>
              </a:rPr>
              <a:t> - Payment Integration</a:t>
            </a:r>
            <a:r>
              <a:rPr lang="en-IN" sz="1000">
                <a:solidFill>
                  <a:schemeClr val="tx1"/>
                </a:solidFill>
                <a:ea typeface="+mn-lt"/>
                <a:cs typeface="+mn-lt"/>
              </a:rPr>
              <a:t> </a:t>
            </a:r>
            <a:r>
              <a:rPr lang="en-IN" sz="1000" b="1" i="1">
                <a:solidFill>
                  <a:schemeClr val="tx1"/>
                </a:solidFill>
                <a:latin typeface="Ubuntu"/>
              </a:rPr>
              <a:t> </a:t>
            </a:r>
            <a:r>
              <a:rPr lang="en-IN" sz="1000">
                <a:solidFill>
                  <a:schemeClr val="tx1"/>
                </a:solidFill>
                <a:latin typeface="Ubuntu"/>
              </a:rPr>
              <a:t>need elaboration across more than one sprint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343977"/>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t>
            </a:r>
            <a:r>
              <a:rPr lang="en-IN" sz="1000">
                <a:solidFill>
                  <a:schemeClr val="tx1"/>
                </a:solidFill>
                <a:latin typeface="Ubuntu" panose="020B0504030602030204" pitchFamily="34" charset="0"/>
              </a:rPr>
              <a:t>agree on an elaboration plan across sprints with targeted acceptance criteria</a:t>
            </a: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Design team </a:t>
            </a:r>
            <a:r>
              <a:rPr lang="en-IN" sz="1000">
                <a:solidFill>
                  <a:schemeClr val="tx1"/>
                </a:solidFill>
                <a:latin typeface="Ubuntu" panose="020B0504030602030204" pitchFamily="34" charset="0"/>
              </a:rPr>
              <a:t>confirms the split helps incremental design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702351"/>
            <a:ext cx="2918129" cy="54497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a:t>
            </a:r>
            <a:r>
              <a:rPr lang="en-IN" sz="1000">
                <a:solidFill>
                  <a:schemeClr val="tx1"/>
                </a:solidFill>
                <a:latin typeface="Ubuntu" panose="020B0504030602030204" pitchFamily="34" charset="0"/>
              </a:rPr>
              <a:t> to create multiple user stories with the current visibility and tag them to sprints.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Multiple stories created in JIRA with an appropriate sprint assigned for development</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4000" rtlCol="0" anchor="ctr"/>
          <a:lstStyle/>
          <a:p>
            <a:r>
              <a:rPr lang="en-IN" sz="1000">
                <a:solidFill>
                  <a:schemeClr val="tx1"/>
                </a:solidFill>
                <a:latin typeface="Ubuntu" panose="020B0504030602030204" pitchFamily="34" charset="0"/>
              </a:rPr>
              <a:t>Each user story undergoes Elaboration and development subsequently depending on the sprint they are assigned to</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4079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253751"/>
            <a:ext cx="0" cy="44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90735" y="1520852"/>
            <a:ext cx="2844778" cy="4608159"/>
          </a:xfrm>
          <a:prstGeom prst="bentConnector5">
            <a:avLst>
              <a:gd name="adj1" fmla="val -8036"/>
              <a:gd name="adj2" fmla="val 48621"/>
              <a:gd name="adj3" fmla="val 108036"/>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Integration EPIC in JIRA </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899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5 – User story does not meet </a:t>
            </a:r>
            <a:r>
              <a:rPr lang="en-GB" sz="2400" b="1" err="1">
                <a:solidFill>
                  <a:schemeClr val="tx1"/>
                </a:solidFill>
                <a:latin typeface="Ubuntu" panose="020B0504030602030204" pitchFamily="34" charset="0"/>
              </a:rPr>
              <a:t>DoR</a:t>
            </a:r>
            <a:r>
              <a:rPr lang="en-GB" sz="2400" b="1">
                <a:solidFill>
                  <a:schemeClr val="tx1"/>
                </a:solidFill>
                <a:latin typeface="Ubuntu" panose="020B0504030602030204" pitchFamily="34" charset="0"/>
              </a:rPr>
              <a:t>, DoD</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fail to meet their definition of done or ready at elaboration or execution phases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954529"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elaboration </a:t>
            </a:r>
            <a:r>
              <a:rPr lang="en-IN" sz="1000">
                <a:solidFill>
                  <a:schemeClr val="tx1"/>
                </a:solidFill>
                <a:latin typeface="Ubuntu" panose="020B0504030602030204" pitchFamily="34" charset="0"/>
              </a:rPr>
              <a:t>does not meet definition of ready for Sprint start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954529"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Business SME or PO approval pending</a:t>
            </a:r>
          </a:p>
          <a:p>
            <a:pPr marL="228600" indent="-228600">
              <a:buAutoNum type="arabicPeriod"/>
            </a:pPr>
            <a:r>
              <a:rPr lang="en-IN" sz="1000">
                <a:solidFill>
                  <a:schemeClr val="tx1"/>
                </a:solidFill>
                <a:latin typeface="Ubuntu" panose="020B0504030602030204" pitchFamily="34" charset="0"/>
              </a:rPr>
              <a:t>Technical outcomes not achieved</a:t>
            </a:r>
          </a:p>
          <a:p>
            <a:pPr marL="228600" indent="-228600">
              <a:buAutoNum type="arabicPeriod"/>
            </a:pPr>
            <a:r>
              <a:rPr lang="en-IN" sz="1000">
                <a:solidFill>
                  <a:schemeClr val="tx1"/>
                </a:solidFill>
                <a:latin typeface="Ubuntu" panose="020B0504030602030204" pitchFamily="34" charset="0"/>
              </a:rPr>
              <a:t>Dependencies not elaborated</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954528"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a:t>
            </a:r>
          </a:p>
          <a:p>
            <a:pPr algn="ctr"/>
            <a:endParaRPr lang="en-IN" sz="1000">
              <a:solidFill>
                <a:schemeClr val="tx1"/>
              </a:solidFill>
            </a:endParaRPr>
          </a:p>
        </p:txBody>
      </p:sp>
      <p:cxnSp>
        <p:nvCxnSpPr>
          <p:cNvPr id="14" name="Straight Arrow Connector 13">
            <a:extLst>
              <a:ext uri="{FF2B5EF4-FFF2-40B4-BE49-F238E27FC236}">
                <a16:creationId xmlns:a16="http://schemas.microsoft.com/office/drawing/2014/main" id="{DF00E716-A6A9-4874-AD2B-1703D9ABF3A7}"/>
              </a:ext>
            </a:extLst>
          </p:cNvPr>
          <p:cNvCxnSpPr>
            <a:stCxn id="50" idx="2"/>
            <a:endCxn id="51" idx="0"/>
          </p:cNvCxnSpPr>
          <p:nvPr/>
        </p:nvCxnSpPr>
        <p:spPr>
          <a:xfrm>
            <a:off x="2413593"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ADC1225-370E-4BF8-A087-8A5D04C16554}"/>
              </a:ext>
            </a:extLst>
          </p:cNvPr>
          <p:cNvCxnSpPr/>
          <p:nvPr/>
        </p:nvCxnSpPr>
        <p:spPr>
          <a:xfrm>
            <a:off x="2413592"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674DCA8-9F7F-462E-9CCB-4B57B448C43E}"/>
              </a:ext>
            </a:extLst>
          </p:cNvPr>
          <p:cNvSpPr/>
          <p:nvPr/>
        </p:nvSpPr>
        <p:spPr>
          <a:xfrm>
            <a:off x="5099581"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build </a:t>
            </a:r>
            <a:r>
              <a:rPr lang="en-IN" sz="1000">
                <a:solidFill>
                  <a:schemeClr val="tx1"/>
                </a:solidFill>
                <a:latin typeface="Ubuntu" panose="020B0504030602030204" pitchFamily="34" charset="0"/>
              </a:rPr>
              <a:t>does not meet definition of done for the sprint</a:t>
            </a:r>
          </a:p>
          <a:p>
            <a:pPr algn="ctr"/>
            <a:endParaRPr lang="en-IN" sz="1000">
              <a:solidFill>
                <a:schemeClr val="tx1"/>
              </a:solidFill>
            </a:endParaRPr>
          </a:p>
        </p:txBody>
      </p:sp>
      <p:sp>
        <p:nvSpPr>
          <p:cNvPr id="28" name="Rectangle 27">
            <a:extLst>
              <a:ext uri="{FF2B5EF4-FFF2-40B4-BE49-F238E27FC236}">
                <a16:creationId xmlns:a16="http://schemas.microsoft.com/office/drawing/2014/main" id="{00D3A276-8BB4-412F-B38F-235961B74C3C}"/>
              </a:ext>
            </a:extLst>
          </p:cNvPr>
          <p:cNvSpPr/>
          <p:nvPr/>
        </p:nvSpPr>
        <p:spPr>
          <a:xfrm>
            <a:off x="5099581"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Technical dep not resolved</a:t>
            </a:r>
          </a:p>
          <a:p>
            <a:pPr marL="228600" indent="-228600">
              <a:buAutoNum type="arabicPeriod"/>
            </a:pPr>
            <a:r>
              <a:rPr lang="en-IN" sz="1000">
                <a:solidFill>
                  <a:schemeClr val="tx1"/>
                </a:solidFill>
                <a:latin typeface="Ubuntu" panose="020B0504030602030204" pitchFamily="34" charset="0"/>
              </a:rPr>
              <a:t>More complex work involved</a:t>
            </a:r>
          </a:p>
          <a:p>
            <a:pPr marL="228600" indent="-228600">
              <a:buAutoNum type="arabicPeriod"/>
            </a:pPr>
            <a:r>
              <a:rPr lang="en-IN" sz="1000">
                <a:solidFill>
                  <a:schemeClr val="tx1"/>
                </a:solidFill>
                <a:latin typeface="Ubuntu" panose="020B0504030602030204" pitchFamily="34" charset="0"/>
              </a:rPr>
              <a:t>Queries pending resolution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29" name="Rectangle 28">
            <a:extLst>
              <a:ext uri="{FF2B5EF4-FFF2-40B4-BE49-F238E27FC236}">
                <a16:creationId xmlns:a16="http://schemas.microsoft.com/office/drawing/2014/main" id="{6F65ABAD-123F-4CC0-A7C7-B47DFB549FAB}"/>
              </a:ext>
            </a:extLst>
          </p:cNvPr>
          <p:cNvSpPr/>
          <p:nvPr/>
        </p:nvSpPr>
        <p:spPr>
          <a:xfrm>
            <a:off x="5099580"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 OR user story is split to next sprint specific to work pending</a:t>
            </a:r>
          </a:p>
          <a:p>
            <a:pPr algn="ctr"/>
            <a:endParaRPr lang="en-IN" sz="1000">
              <a:solidFill>
                <a:schemeClr val="tx1"/>
              </a:solidFill>
            </a:endParaRPr>
          </a:p>
        </p:txBody>
      </p:sp>
      <p:cxnSp>
        <p:nvCxnSpPr>
          <p:cNvPr id="30" name="Straight Arrow Connector 29">
            <a:extLst>
              <a:ext uri="{FF2B5EF4-FFF2-40B4-BE49-F238E27FC236}">
                <a16:creationId xmlns:a16="http://schemas.microsoft.com/office/drawing/2014/main" id="{F69B9F2C-1FEE-429E-9A72-6E0F1D447F8E}"/>
              </a:ext>
            </a:extLst>
          </p:cNvPr>
          <p:cNvCxnSpPr>
            <a:stCxn id="27" idx="2"/>
            <a:endCxn id="28" idx="0"/>
          </p:cNvCxnSpPr>
          <p:nvPr/>
        </p:nvCxnSpPr>
        <p:spPr>
          <a:xfrm>
            <a:off x="6558645"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688FE4-28D3-4337-B1A9-C9ED1EAFF281}"/>
              </a:ext>
            </a:extLst>
          </p:cNvPr>
          <p:cNvCxnSpPr/>
          <p:nvPr/>
        </p:nvCxnSpPr>
        <p:spPr>
          <a:xfrm>
            <a:off x="6558644"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4853919-B190-4C3C-8CE6-E09856070CDD}"/>
              </a:ext>
            </a:extLst>
          </p:cNvPr>
          <p:cNvSpPr/>
          <p:nvPr/>
        </p:nvSpPr>
        <p:spPr>
          <a:xfrm>
            <a:off x="9123266" y="3033713"/>
            <a:ext cx="2313537"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For all significant effort spilling over due a non-Capgemini dependent reason and that cannot be accommodated in the release, explore the Change Request process for IA and next steps</a:t>
            </a:r>
          </a:p>
          <a:p>
            <a:endParaRPr lang="en-IN" sz="1000">
              <a:solidFill>
                <a:schemeClr val="tx1"/>
              </a:solidFill>
              <a:latin typeface="Ubuntu" panose="020B0504030602030204" pitchFamily="34" charset="0"/>
            </a:endParaRPr>
          </a:p>
        </p:txBody>
      </p:sp>
      <p:cxnSp>
        <p:nvCxnSpPr>
          <p:cNvPr id="16" name="Connector: Elbow 15">
            <a:extLst>
              <a:ext uri="{FF2B5EF4-FFF2-40B4-BE49-F238E27FC236}">
                <a16:creationId xmlns:a16="http://schemas.microsoft.com/office/drawing/2014/main" id="{B1E69288-3C14-4332-B327-9B2E4C230E70}"/>
              </a:ext>
            </a:extLst>
          </p:cNvPr>
          <p:cNvCxnSpPr>
            <a:stCxn id="52" idx="2"/>
            <a:endCxn id="32" idx="0"/>
          </p:cNvCxnSpPr>
          <p:nvPr/>
        </p:nvCxnSpPr>
        <p:spPr>
          <a:xfrm rot="5400000" flipH="1" flipV="1">
            <a:off x="5087812" y="359494"/>
            <a:ext cx="2518004" cy="7866442"/>
          </a:xfrm>
          <a:prstGeom prst="bentConnector5">
            <a:avLst>
              <a:gd name="adj1" fmla="val -9079"/>
              <a:gd name="adj2" fmla="val 80428"/>
              <a:gd name="adj3" fmla="val 1090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566B3C6-398B-4BAD-925F-155849E7D993}"/>
              </a:ext>
            </a:extLst>
          </p:cNvPr>
          <p:cNvCxnSpPr>
            <a:stCxn id="29" idx="2"/>
            <a:endCxn id="32" idx="2"/>
          </p:cNvCxnSpPr>
          <p:nvPr/>
        </p:nvCxnSpPr>
        <p:spPr>
          <a:xfrm rot="5400000" flipH="1" flipV="1">
            <a:off x="7698071" y="2969753"/>
            <a:ext cx="1442538" cy="3721390"/>
          </a:xfrm>
          <a:prstGeom prst="bentConnector3">
            <a:avLst>
              <a:gd name="adj1" fmla="val -1584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228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Activities list</a:t>
            </a:r>
            <a:endParaRPr lang="en-IN"/>
          </a:p>
        </p:txBody>
      </p:sp>
    </p:spTree>
    <p:extLst>
      <p:ext uri="{BB962C8B-B14F-4D97-AF65-F5344CB8AC3E}">
        <p14:creationId xmlns:p14="http://schemas.microsoft.com/office/powerpoint/2010/main" val="2476050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E15E4877-3659-433A-B187-6286B0463470}"/>
              </a:ext>
            </a:extLst>
          </p:cNvPr>
          <p:cNvSpPr/>
          <p:nvPr/>
        </p:nvSpPr>
        <p:spPr>
          <a:xfrm>
            <a:off x="0" y="645932"/>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1" name="Content Placeholder 3">
            <a:extLst>
              <a:ext uri="{FF2B5EF4-FFF2-40B4-BE49-F238E27FC236}">
                <a16:creationId xmlns:a16="http://schemas.microsoft.com/office/drawing/2014/main" id="{9054FDD5-2488-465A-BD3E-08E7E0D90DB3}"/>
              </a:ext>
            </a:extLst>
          </p:cNvPr>
          <p:cNvGraphicFramePr>
            <a:graphicFrameLocks/>
          </p:cNvGraphicFramePr>
          <p:nvPr>
            <p:extLst>
              <p:ext uri="{D42A27DB-BD31-4B8C-83A1-F6EECF244321}">
                <p14:modId xmlns:p14="http://schemas.microsoft.com/office/powerpoint/2010/main" val="2006834331"/>
              </p:ext>
            </p:extLst>
          </p:nvPr>
        </p:nvGraphicFramePr>
        <p:xfrm>
          <a:off x="4259719" y="1189013"/>
          <a:ext cx="7349545" cy="4584593"/>
        </p:xfrm>
        <a:graphic>
          <a:graphicData uri="http://schemas.openxmlformats.org/drawingml/2006/table">
            <a:tbl>
              <a:tblPr firstRow="1" bandRow="1">
                <a:tableStyleId>{21E4AEA4-8DFA-4A89-87EB-49C32662AFE0}</a:tableStyleId>
              </a:tblPr>
              <a:tblGrid>
                <a:gridCol w="1110786">
                  <a:extLst>
                    <a:ext uri="{9D8B030D-6E8A-4147-A177-3AD203B41FA5}">
                      <a16:colId xmlns:a16="http://schemas.microsoft.com/office/drawing/2014/main" val="1024617167"/>
                    </a:ext>
                  </a:extLst>
                </a:gridCol>
                <a:gridCol w="1900938">
                  <a:extLst>
                    <a:ext uri="{9D8B030D-6E8A-4147-A177-3AD203B41FA5}">
                      <a16:colId xmlns:a16="http://schemas.microsoft.com/office/drawing/2014/main" val="3714036670"/>
                    </a:ext>
                  </a:extLst>
                </a:gridCol>
                <a:gridCol w="871865">
                  <a:extLst>
                    <a:ext uri="{9D8B030D-6E8A-4147-A177-3AD203B41FA5}">
                      <a16:colId xmlns:a16="http://schemas.microsoft.com/office/drawing/2014/main" val="4025692746"/>
                    </a:ext>
                  </a:extLst>
                </a:gridCol>
                <a:gridCol w="1102653">
                  <a:extLst>
                    <a:ext uri="{9D8B030D-6E8A-4147-A177-3AD203B41FA5}">
                      <a16:colId xmlns:a16="http://schemas.microsoft.com/office/drawing/2014/main" val="503760471"/>
                    </a:ext>
                  </a:extLst>
                </a:gridCol>
                <a:gridCol w="933301">
                  <a:extLst>
                    <a:ext uri="{9D8B030D-6E8A-4147-A177-3AD203B41FA5}">
                      <a16:colId xmlns:a16="http://schemas.microsoft.com/office/drawing/2014/main" val="1539092265"/>
                    </a:ext>
                  </a:extLst>
                </a:gridCol>
                <a:gridCol w="1430002">
                  <a:extLst>
                    <a:ext uri="{9D8B030D-6E8A-4147-A177-3AD203B41FA5}">
                      <a16:colId xmlns:a16="http://schemas.microsoft.com/office/drawing/2014/main" val="1606831626"/>
                    </a:ext>
                  </a:extLst>
                </a:gridCol>
              </a:tblGrid>
              <a:tr h="289445">
                <a:tc>
                  <a:txBody>
                    <a:bodyPr/>
                    <a:lstStyle/>
                    <a:p>
                      <a:r>
                        <a:rPr lang="en-GB" sz="1000"/>
                        <a:t>Activities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1272383">
                <a:tc>
                  <a:txBody>
                    <a:bodyPr/>
                    <a:lstStyle/>
                    <a:p>
                      <a:r>
                        <a:rPr lang="en-GB" sz="1000"/>
                        <a:t>Sprint Planning</a:t>
                      </a:r>
                      <a:endParaRPr lang="en-GB" sz="1000">
                        <a:latin typeface="Arial" panose="020B0604020202020204" pitchFamily="34" charset="0"/>
                        <a:cs typeface="Arial" panose="020B0604020202020204" pitchFamily="34" charset="0"/>
                      </a:endParaRPr>
                    </a:p>
                  </a:txBody>
                  <a:tcPr anchor="ctr"/>
                </a:tc>
                <a:tc>
                  <a:txBody>
                    <a:bodyPr/>
                    <a:lstStyle/>
                    <a:p>
                      <a:r>
                        <a:rPr lang="en-US" sz="1000"/>
                        <a:t>Sprint planning to review all the items in the backlog,  identify all dependencies and any pre-requisites for the Sprint. The opportunity to share the vision and agree the Sprint Goal</a:t>
                      </a:r>
                      <a:endParaRPr lang="en-US" sz="1000">
                        <a:latin typeface="Arial" panose="020B0604020202020204" pitchFamily="34" charset="0"/>
                        <a:cs typeface="Arial" panose="020B0604020202020204" pitchFamily="34" charset="0"/>
                      </a:endParaRPr>
                    </a:p>
                  </a:txBody>
                  <a:tcPr anchor="ctr"/>
                </a:tc>
                <a:tc>
                  <a:txBody>
                    <a:bodyPr/>
                    <a:lstStyle/>
                    <a:p>
                      <a:r>
                        <a:rPr lang="en-GB" sz="1000" kern="1200"/>
                        <a:t>4 hours*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 PO, BA, SME’s, Architect</a:t>
                      </a:r>
                    </a:p>
                    <a:p>
                      <a:r>
                        <a:rPr lang="en-GB" sz="1000" kern="1200"/>
                        <a:t>Dependent team Leads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r>
                        <a:rPr lang="en-GB" sz="1000" kern="1200"/>
                        <a:t>Backlog</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lvl="0" indent="-279343" algn="l" fontAlgn="base">
                        <a:lnSpc>
                          <a:spcPct val="95000"/>
                        </a:lnSpc>
                        <a:spcBef>
                          <a:spcPct val="25000"/>
                        </a:spcBef>
                        <a:spcAft>
                          <a:spcPct val="0"/>
                        </a:spcAft>
                        <a:buFont typeface="Arial" panose="020B0604020202020204" pitchFamily="34" charset="0"/>
                        <a:buNone/>
                        <a:defRPr/>
                      </a:pPr>
                      <a:r>
                        <a:rPr lang="en-US" sz="1000" kern="1200"/>
                        <a:t>Sprint Backlog to be taken into the Design phase Workshops</a:t>
                      </a:r>
                      <a:endParaRPr lang="en-US" sz="1000" kern="1200">
                        <a:solidFill>
                          <a:schemeClr val="dk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22497327"/>
                  </a:ext>
                </a:extLst>
              </a:tr>
              <a:tr h="884938">
                <a:tc>
                  <a:txBody>
                    <a:bodyPr/>
                    <a:lstStyle/>
                    <a:p>
                      <a:r>
                        <a:rPr lang="en-GB" sz="1000"/>
                        <a:t>Stand-ups</a:t>
                      </a:r>
                      <a:endParaRPr lang="en-GB" sz="1000">
                        <a:latin typeface="Arial" panose="020B0604020202020204" pitchFamily="34" charset="0"/>
                        <a:cs typeface="Arial" panose="020B0604020202020204" pitchFamily="34" charset="0"/>
                      </a:endParaRPr>
                    </a:p>
                  </a:txBody>
                  <a:tcPr anchor="ctr"/>
                </a:tc>
                <a:tc>
                  <a:txBody>
                    <a:bodyPr/>
                    <a:lstStyle/>
                    <a:p>
                      <a:r>
                        <a:rPr lang="en-GB" sz="1000"/>
                        <a:t>Standup to track Sprint N readiness and plan Sprint N+1</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30 minutes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BA’s, SME, Architect, </a:t>
                      </a:r>
                      <a:endParaRPr lang="en-GB" sz="1000">
                        <a:latin typeface="Arial" panose="020B0604020202020204" pitchFamily="34" charset="0"/>
                        <a:cs typeface="Arial" panose="020B0604020202020204" pitchFamily="34" charset="0"/>
                      </a:endParaRPr>
                    </a:p>
                  </a:txBody>
                  <a:tcPr anchor="ct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nchor="ctr"/>
                </a:tc>
                <a:tc>
                  <a:txBody>
                    <a:bodyPr/>
                    <a:lstStyle/>
                    <a:p>
                      <a:r>
                        <a:rPr lang="en-GB" sz="1000"/>
                        <a:t>Dependencies and blockers identified with accountable owner and target closure </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01728379"/>
                  </a:ext>
                </a:extLst>
              </a:tr>
              <a:tr h="726913">
                <a:tc>
                  <a:txBody>
                    <a:bodyPr/>
                    <a:lstStyle/>
                    <a:p>
                      <a:r>
                        <a:rPr lang="en-GB" sz="1000"/>
                        <a:t>Workshop</a:t>
                      </a:r>
                      <a:endParaRPr lang="en-GB" sz="1000">
                        <a:latin typeface="Arial" panose="020B0604020202020204" pitchFamily="34" charset="0"/>
                        <a:cs typeface="Arial" panose="020B0604020202020204" pitchFamily="34" charset="0"/>
                      </a:endParaRPr>
                    </a:p>
                  </a:txBody>
                  <a:tcPr anchor="ctr"/>
                </a:tc>
                <a:tc>
                  <a:txBody>
                    <a:bodyPr/>
                    <a:lstStyle/>
                    <a:p>
                      <a:r>
                        <a:rPr lang="en-GB" sz="1000"/>
                        <a:t>Detailed elaboration of requirement (Design Phase) and user stories</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6 Hours max*</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p>
                    <a:p>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Design Phase deck and detailed user story</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49022075"/>
                  </a:ext>
                </a:extLst>
              </a:tr>
              <a:tr h="568889">
                <a:tc>
                  <a:txBody>
                    <a:bodyPr/>
                    <a:lstStyle/>
                    <a:p>
                      <a:r>
                        <a:rPr lang="en-GB" sz="1000"/>
                        <a:t>Review</a:t>
                      </a:r>
                      <a:endParaRPr lang="en-GB" sz="1000">
                        <a:latin typeface="Arial" panose="020B0604020202020204" pitchFamily="34" charset="0"/>
                        <a:cs typeface="Arial" panose="020B0604020202020204" pitchFamily="34" charset="0"/>
                      </a:endParaRPr>
                    </a:p>
                  </a:txBody>
                  <a:tcPr anchor="ctr"/>
                </a:tc>
                <a:tc>
                  <a:txBody>
                    <a:bodyPr/>
                    <a:lstStyle/>
                    <a:p>
                      <a:r>
                        <a:rPr lang="en-GB" sz="1000"/>
                        <a:t>Review user story for formal acceptance by PO</a:t>
                      </a:r>
                      <a:endParaRPr lang="en-GB" sz="1000">
                        <a:latin typeface="Arial" panose="020B0604020202020204" pitchFamily="34" charset="0"/>
                        <a:cs typeface="Arial" panose="020B0604020202020204" pitchFamily="34" charset="0"/>
                      </a:endParaRPr>
                    </a:p>
                  </a:txBody>
                  <a:tcPr anchor="ctr"/>
                </a:tc>
                <a:tc>
                  <a:txBody>
                    <a:bodyPr/>
                    <a:lstStyle/>
                    <a:p>
                      <a:r>
                        <a:rPr lang="en-GB" sz="1000"/>
                        <a:t>3 Hours*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Finalized Sprint Backlog</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17733744"/>
                  </a:ext>
                </a:extLst>
              </a:tr>
              <a:tr h="842025">
                <a:tc>
                  <a:txBody>
                    <a:bodyPr/>
                    <a:lstStyle/>
                    <a:p>
                      <a:r>
                        <a:rPr lang="en-GB" sz="1000"/>
                        <a:t>Retrospective</a:t>
                      </a:r>
                      <a:endParaRPr lang="en-GB" sz="1000">
                        <a:latin typeface="Arial" panose="020B0604020202020204" pitchFamily="34" charset="0"/>
                        <a:cs typeface="Arial" panose="020B0604020202020204" pitchFamily="34" charset="0"/>
                      </a:endParaRPr>
                    </a:p>
                  </a:txBody>
                  <a:tcPr anchor="ctr"/>
                </a:tc>
                <a:tc>
                  <a:txBody>
                    <a:bodyPr/>
                    <a:lstStyle/>
                    <a:p>
                      <a:r>
                        <a:rPr lang="en-GB" sz="1000"/>
                        <a:t>Part of the overall Sprint retrospective to provide feedback and suggest improvement</a:t>
                      </a:r>
                      <a:endParaRPr lang="en-GB" sz="1000">
                        <a:latin typeface="Arial" panose="020B0604020202020204" pitchFamily="34" charset="0"/>
                        <a:cs typeface="Arial" panose="020B0604020202020204" pitchFamily="34" charset="0"/>
                      </a:endParaRPr>
                    </a:p>
                  </a:txBody>
                  <a:tcPr anchor="ctr"/>
                </a:tc>
                <a:tc>
                  <a:txBody>
                    <a:bodyPr/>
                    <a:lstStyle/>
                    <a:p>
                      <a:r>
                        <a:rPr lang="en-GB" sz="1000"/>
                        <a:t>1 Hour</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Feedback</a:t>
                      </a:r>
                      <a:endParaRPr lang="en-GB" sz="1000">
                        <a:latin typeface="Arial" panose="020B0604020202020204" pitchFamily="34" charset="0"/>
                        <a:cs typeface="Arial" panose="020B0604020202020204" pitchFamily="34" charset="0"/>
                      </a:endParaRPr>
                    </a:p>
                  </a:txBody>
                  <a:tcPr anchor="ct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21064403"/>
                  </a:ext>
                </a:extLst>
              </a:tr>
            </a:tbl>
          </a:graphicData>
        </a:graphic>
      </p:graphicFrame>
      <p:sp>
        <p:nvSpPr>
          <p:cNvPr id="93" name="Rectangle 92">
            <a:extLst>
              <a:ext uri="{FF2B5EF4-FFF2-40B4-BE49-F238E27FC236}">
                <a16:creationId xmlns:a16="http://schemas.microsoft.com/office/drawing/2014/main" id="{8FB2F3B1-A473-429B-B33E-45621EA72E01}"/>
              </a:ext>
            </a:extLst>
          </p:cNvPr>
          <p:cNvSpPr/>
          <p:nvPr/>
        </p:nvSpPr>
        <p:spPr>
          <a:xfrm>
            <a:off x="152971" y="932141"/>
            <a:ext cx="3942398" cy="4939814"/>
          </a:xfrm>
          <a:prstGeom prst="rect">
            <a:avLst/>
          </a:prstGeom>
          <a:noFill/>
          <a:ln>
            <a:noFill/>
          </a:ln>
        </p:spPr>
        <p:txBody>
          <a:bodyPr wrap="square">
            <a:spAutoFit/>
          </a:bodyPr>
          <a:lstStyle/>
          <a:p>
            <a:r>
              <a:rPr lang="en-US" sz="1100" b="1">
                <a:cs typeface="Arial" panose="020B0604020202020204" pitchFamily="34" charset="0"/>
              </a:rPr>
              <a:t>Key activities during Elaboration include</a:t>
            </a:r>
            <a:r>
              <a:rPr lang="en-US" sz="1000" b="1">
                <a:latin typeface="Arial" panose="020B0604020202020204" pitchFamily="34" charset="0"/>
                <a:cs typeface="Arial" panose="020B0604020202020204" pitchFamily="34" charset="0"/>
              </a:rPr>
              <a:t>:</a:t>
            </a:r>
          </a:p>
          <a:p>
            <a:endParaRPr lang="en-US" sz="1000">
              <a:latin typeface="Arial" panose="020B0604020202020204" pitchFamily="34" charset="0"/>
              <a:cs typeface="Arial" panose="020B060402020202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Clear evaluation &amp; review of overall product &amp; release back-log to assess where programme stands compared to the Go-Live </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Where prep work is required, BAs will work with SMEs, POs and dependent teams to confirm what is needed in the elaboration workshops, based on the User Stories</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PO and BA will define or identify user stories from the Project (release) backlog for sprint planning</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At the start of each workshop, BAs will provide an overview of how to break down a User Story and what a good user story looks like</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User Stories will be elaborated as per Definition of Ready with agreed acceptance criteria</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Architect will review the User Stories to determine if there are any architectural considerations to be taken into the build</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Artefacts required for each User Story will be agreed between the Release train team, PO and Architect</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Sprint backlog and associated documentation is reviewed by PO and agreed to be ready to take into the Design Phase workshop</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Where Out Of The Box functionality is included in the sprint, the environment should be available for demo</a:t>
            </a:r>
          </a:p>
        </p:txBody>
      </p:sp>
      <p:sp>
        <p:nvSpPr>
          <p:cNvPr id="94" name="TextBox 93">
            <a:extLst>
              <a:ext uri="{FF2B5EF4-FFF2-40B4-BE49-F238E27FC236}">
                <a16:creationId xmlns:a16="http://schemas.microsoft.com/office/drawing/2014/main" id="{880CED63-F229-42E2-B50B-7696AD53DEA2}"/>
              </a:ext>
            </a:extLst>
          </p:cNvPr>
          <p:cNvSpPr txBox="1"/>
          <p:nvPr/>
        </p:nvSpPr>
        <p:spPr>
          <a:xfrm>
            <a:off x="4396879" y="5892181"/>
            <a:ext cx="7349544" cy="261610"/>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*Sprint planning, Workshop and Review frequency and duration will be at the discretion of PO, BA and Stream Lead</a:t>
            </a:r>
          </a:p>
        </p:txBody>
      </p:sp>
      <p:sp>
        <p:nvSpPr>
          <p:cNvPr id="95" name="TextBox 94">
            <a:extLst>
              <a:ext uri="{FF2B5EF4-FFF2-40B4-BE49-F238E27FC236}">
                <a16:creationId xmlns:a16="http://schemas.microsoft.com/office/drawing/2014/main" id="{57B9D2BE-6A64-466F-BBFE-761F35769F05}"/>
              </a:ext>
            </a:extLst>
          </p:cNvPr>
          <p:cNvSpPr txBox="1"/>
          <p:nvPr/>
        </p:nvSpPr>
        <p:spPr>
          <a:xfrm>
            <a:off x="227013" y="6022986"/>
            <a:ext cx="2324163" cy="646331"/>
          </a:xfrm>
          <a:prstGeom prst="rect">
            <a:avLst/>
          </a:prstGeom>
          <a:noFill/>
        </p:spPr>
        <p:txBody>
          <a:bodyPr wrap="square" rtlCol="0">
            <a:spAutoFit/>
          </a:bodyPr>
          <a:lstStyle/>
          <a:p>
            <a:r>
              <a:rPr lang="en-US" sz="900" i="1"/>
              <a:t> PO   – Product Owner</a:t>
            </a:r>
          </a:p>
          <a:p>
            <a:r>
              <a:rPr lang="en-US" sz="900" i="1"/>
              <a:t> BA    – Business Analyst (</a:t>
            </a:r>
            <a:r>
              <a:rPr lang="en-US" sz="900" i="1" err="1"/>
              <a:t>Cap+Beazley</a:t>
            </a:r>
            <a:r>
              <a:rPr lang="en-US" sz="900" i="1"/>
              <a:t>)</a:t>
            </a:r>
          </a:p>
          <a:p>
            <a:r>
              <a:rPr lang="en-US" sz="900" i="1"/>
              <a:t> SME  – Subject Matter Expert</a:t>
            </a:r>
          </a:p>
          <a:p>
            <a:r>
              <a:rPr lang="en-US" sz="900" i="1"/>
              <a:t> </a:t>
            </a:r>
          </a:p>
        </p:txBody>
      </p:sp>
      <p:sp>
        <p:nvSpPr>
          <p:cNvPr id="96" name="TextBox 95">
            <a:extLst>
              <a:ext uri="{FF2B5EF4-FFF2-40B4-BE49-F238E27FC236}">
                <a16:creationId xmlns:a16="http://schemas.microsoft.com/office/drawing/2014/main" id="{0D7145B8-917E-4E6E-8C0F-E9C208221A73}"/>
              </a:ext>
            </a:extLst>
          </p:cNvPr>
          <p:cNvSpPr txBox="1"/>
          <p:nvPr/>
        </p:nvSpPr>
        <p:spPr>
          <a:xfrm>
            <a:off x="2439782" y="6058203"/>
            <a:ext cx="2057197" cy="369332"/>
          </a:xfrm>
          <a:prstGeom prst="rect">
            <a:avLst/>
          </a:prstGeom>
          <a:noFill/>
        </p:spPr>
        <p:txBody>
          <a:bodyPr wrap="square" rtlCol="0">
            <a:spAutoFit/>
          </a:bodyPr>
          <a:lstStyle/>
          <a:p>
            <a:r>
              <a:rPr lang="en-US" sz="900"/>
              <a:t>RT</a:t>
            </a:r>
            <a:r>
              <a:rPr lang="en-US" sz="900" i="1"/>
              <a:t>   – Release train (</a:t>
            </a:r>
            <a:r>
              <a:rPr lang="en-US" sz="900" i="1" err="1"/>
              <a:t>Cap+Beazley</a:t>
            </a:r>
            <a:r>
              <a:rPr lang="en-US" sz="900" i="1"/>
              <a:t>)</a:t>
            </a:r>
          </a:p>
          <a:p>
            <a:r>
              <a:rPr lang="en-US" sz="900" i="1"/>
              <a:t> </a:t>
            </a:r>
          </a:p>
        </p:txBody>
      </p:sp>
      <p:sp>
        <p:nvSpPr>
          <p:cNvPr id="10" name="TextBox 9">
            <a:extLst>
              <a:ext uri="{FF2B5EF4-FFF2-40B4-BE49-F238E27FC236}">
                <a16:creationId xmlns:a16="http://schemas.microsoft.com/office/drawing/2014/main" id="{2ED5614F-4F0E-4F7B-8EA1-03BBFAA9A1C6}"/>
              </a:ext>
            </a:extLst>
          </p:cNvPr>
          <p:cNvSpPr txBox="1"/>
          <p:nvPr/>
        </p:nvSpPr>
        <p:spPr>
          <a:xfrm>
            <a:off x="2439782" y="6296730"/>
            <a:ext cx="3974720" cy="338554"/>
          </a:xfrm>
          <a:prstGeom prst="rect">
            <a:avLst/>
          </a:prstGeom>
          <a:noFill/>
        </p:spPr>
        <p:txBody>
          <a:bodyPr wrap="square" rtlCol="0">
            <a:spAutoFit/>
          </a:bodyPr>
          <a:lstStyle/>
          <a:p>
            <a:r>
              <a:rPr lang="en-US" sz="800" b="1" i="1"/>
              <a:t>*Beazley here means Beazley other </a:t>
            </a:r>
            <a:r>
              <a:rPr lang="en-US" sz="800" b="1" i="1" err="1"/>
              <a:t>programme</a:t>
            </a:r>
            <a:r>
              <a:rPr lang="en-US" sz="800" b="1" i="1"/>
              <a:t> Release Trains that are required in the activity</a:t>
            </a:r>
          </a:p>
        </p:txBody>
      </p:sp>
      <p:sp>
        <p:nvSpPr>
          <p:cNvPr id="11" name="Title 1">
            <a:extLst>
              <a:ext uri="{FF2B5EF4-FFF2-40B4-BE49-F238E27FC236}">
                <a16:creationId xmlns:a16="http://schemas.microsoft.com/office/drawing/2014/main" id="{BD1FE32F-2D4A-4864-8834-0CDF5388B5CA}"/>
              </a:ext>
            </a:extLst>
          </p:cNvPr>
          <p:cNvSpPr txBox="1">
            <a:spLocks/>
          </p:cNvSpPr>
          <p:nvPr/>
        </p:nvSpPr>
        <p:spPr>
          <a:xfrm>
            <a:off x="-10633" y="7387"/>
            <a:ext cx="12202633" cy="558228"/>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Elaboration Phase Activities (elaboration + design)</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1236684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78F57F-433F-40CF-9899-10F07B39ADED}"/>
              </a:ext>
            </a:extLst>
          </p:cNvPr>
          <p:cNvSpPr/>
          <p:nvPr/>
        </p:nvSpPr>
        <p:spPr>
          <a:xfrm>
            <a:off x="19050" y="726135"/>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EB7C3B9-542F-44E4-8EC3-CA871A2D464A}"/>
              </a:ext>
            </a:extLst>
          </p:cNvPr>
          <p:cNvGraphicFramePr>
            <a:graphicFrameLocks/>
          </p:cNvGraphicFramePr>
          <p:nvPr>
            <p:extLst>
              <p:ext uri="{D42A27DB-BD31-4B8C-83A1-F6EECF244321}">
                <p14:modId xmlns:p14="http://schemas.microsoft.com/office/powerpoint/2010/main" val="995139514"/>
              </p:ext>
            </p:extLst>
          </p:nvPr>
        </p:nvGraphicFramePr>
        <p:xfrm>
          <a:off x="4791075" y="1172009"/>
          <a:ext cx="7238998" cy="4600187"/>
        </p:xfrm>
        <a:graphic>
          <a:graphicData uri="http://schemas.openxmlformats.org/drawingml/2006/table">
            <a:tbl>
              <a:tblPr firstRow="1" bandRow="1">
                <a:tableStyleId>{21E4AEA4-8DFA-4A89-87EB-49C32662AFE0}</a:tableStyleId>
              </a:tblPr>
              <a:tblGrid>
                <a:gridCol w="1144949">
                  <a:extLst>
                    <a:ext uri="{9D8B030D-6E8A-4147-A177-3AD203B41FA5}">
                      <a16:colId xmlns:a16="http://schemas.microsoft.com/office/drawing/2014/main" val="1024617167"/>
                    </a:ext>
                  </a:extLst>
                </a:gridCol>
                <a:gridCol w="1518046">
                  <a:extLst>
                    <a:ext uri="{9D8B030D-6E8A-4147-A177-3AD203B41FA5}">
                      <a16:colId xmlns:a16="http://schemas.microsoft.com/office/drawing/2014/main" val="3714036670"/>
                    </a:ext>
                  </a:extLst>
                </a:gridCol>
                <a:gridCol w="989113">
                  <a:extLst>
                    <a:ext uri="{9D8B030D-6E8A-4147-A177-3AD203B41FA5}">
                      <a16:colId xmlns:a16="http://schemas.microsoft.com/office/drawing/2014/main" val="4025692746"/>
                    </a:ext>
                  </a:extLst>
                </a:gridCol>
                <a:gridCol w="1108676">
                  <a:extLst>
                    <a:ext uri="{9D8B030D-6E8A-4147-A177-3AD203B41FA5}">
                      <a16:colId xmlns:a16="http://schemas.microsoft.com/office/drawing/2014/main" val="503760471"/>
                    </a:ext>
                  </a:extLst>
                </a:gridCol>
                <a:gridCol w="1058652">
                  <a:extLst>
                    <a:ext uri="{9D8B030D-6E8A-4147-A177-3AD203B41FA5}">
                      <a16:colId xmlns:a16="http://schemas.microsoft.com/office/drawing/2014/main" val="1539092265"/>
                    </a:ext>
                  </a:extLst>
                </a:gridCol>
                <a:gridCol w="1419562">
                  <a:extLst>
                    <a:ext uri="{9D8B030D-6E8A-4147-A177-3AD203B41FA5}">
                      <a16:colId xmlns:a16="http://schemas.microsoft.com/office/drawing/2014/main" val="1606831626"/>
                    </a:ext>
                  </a:extLst>
                </a:gridCol>
              </a:tblGrid>
              <a:tr h="332987">
                <a:tc>
                  <a:txBody>
                    <a:bodyPr/>
                    <a:lstStyle/>
                    <a:p>
                      <a:r>
                        <a:rPr lang="en-GB" sz="1000"/>
                        <a:t>Ceremonies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657600">
                <a:tc>
                  <a:txBody>
                    <a:bodyPr/>
                    <a:lstStyle/>
                    <a:p>
                      <a:r>
                        <a:rPr lang="en-GB" sz="1000"/>
                        <a:t>Stand-up</a:t>
                      </a:r>
                      <a:endParaRPr lang="en-GB" sz="1000">
                        <a:latin typeface="Arial" panose="020B0604020202020204" pitchFamily="34" charset="0"/>
                        <a:cs typeface="Arial" panose="020B0604020202020204" pitchFamily="34" charset="0"/>
                      </a:endParaRPr>
                    </a:p>
                  </a:txBody>
                  <a:tcPr/>
                </a:tc>
                <a:tc>
                  <a:txBody>
                    <a:bodyPr/>
                    <a:lstStyle/>
                    <a:p>
                      <a:r>
                        <a:rPr lang="en-GB" sz="1000"/>
                        <a:t>Stand-up as part of the overall Sprint per Release train </a:t>
                      </a:r>
                      <a:endParaRPr lang="en-GB" sz="1000">
                        <a:latin typeface="Arial" panose="020B0604020202020204" pitchFamily="34" charset="0"/>
                        <a:cs typeface="Arial" panose="020B0604020202020204" pitchFamily="34" charset="0"/>
                      </a:endParaRPr>
                    </a:p>
                  </a:txBody>
                  <a:tcPr/>
                </a:tc>
                <a:tc>
                  <a:txBody>
                    <a:bodyPr/>
                    <a:lstStyle/>
                    <a:p>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Release train</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01728379"/>
                  </a:ext>
                </a:extLst>
              </a:tr>
              <a:tr h="657600">
                <a:tc>
                  <a:txBody>
                    <a:bodyPr/>
                    <a:lstStyle/>
                    <a:p>
                      <a:r>
                        <a:rPr lang="en-GB" sz="1000"/>
                        <a:t>Scrum of Scrum</a:t>
                      </a:r>
                      <a:endParaRPr lang="en-GB" sz="1000">
                        <a:latin typeface="Arial" panose="020B0604020202020204" pitchFamily="34" charset="0"/>
                        <a:cs typeface="Arial" panose="020B0604020202020204" pitchFamily="34" charset="0"/>
                      </a:endParaRPr>
                    </a:p>
                  </a:txBody>
                  <a:tcPr/>
                </a:tc>
                <a:tc>
                  <a:txBody>
                    <a:bodyPr/>
                    <a:lstStyle/>
                    <a:p>
                      <a:r>
                        <a:rPr lang="en-GB" sz="1000"/>
                        <a:t>Standup to track sprint dependencies and blockers across Release Trains </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273" rtl="0" eaLnBrk="1" fontAlgn="auto" latinLnBrk="0" hangingPunct="1">
                        <a:lnSpc>
                          <a:spcPct val="100000"/>
                        </a:lnSpc>
                        <a:spcBef>
                          <a:spcPts val="0"/>
                        </a:spcBef>
                        <a:spcAft>
                          <a:spcPts val="0"/>
                        </a:spcAft>
                        <a:buClrTx/>
                        <a:buSzTx/>
                        <a:buFontTx/>
                        <a:buNone/>
                        <a:tabLst/>
                        <a:defRPr/>
                      </a:pPr>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RT Leads</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60292077"/>
                  </a:ext>
                </a:extLst>
              </a:tr>
              <a:tr h="800556">
                <a:tc>
                  <a:txBody>
                    <a:bodyPr/>
                    <a:lstStyle/>
                    <a:p>
                      <a:r>
                        <a:rPr lang="en-GB" sz="1000"/>
                        <a:t>Sprint Planning</a:t>
                      </a:r>
                      <a:endParaRPr lang="en-GB" sz="1000">
                        <a:latin typeface="Arial" panose="020B0604020202020204" pitchFamily="34" charset="0"/>
                        <a:cs typeface="Arial" panose="020B0604020202020204" pitchFamily="34" charset="0"/>
                      </a:endParaRPr>
                    </a:p>
                  </a:txBody>
                  <a:tcPr/>
                </a:tc>
                <a:tc>
                  <a:txBody>
                    <a:bodyPr/>
                    <a:lstStyle/>
                    <a:p>
                      <a:r>
                        <a:rPr lang="en-GB" sz="1000" b="1"/>
                        <a:t>Last day of Prev Sprint and First Day of current Sprint - </a:t>
                      </a:r>
                      <a:r>
                        <a:rPr lang="en-GB" sz="1000"/>
                        <a:t> Review readiness of stories identified for Sprint</a:t>
                      </a:r>
                      <a:endParaRPr lang="en-GB" sz="1000">
                        <a:latin typeface="Arial" panose="020B0604020202020204" pitchFamily="34" charset="0"/>
                        <a:cs typeface="Arial" panose="020B0604020202020204" pitchFamily="34" charset="0"/>
                      </a:endParaRPr>
                    </a:p>
                  </a:txBody>
                  <a:tcPr/>
                </a:tc>
                <a:tc>
                  <a:txBody>
                    <a:bodyPr/>
                    <a:lstStyle/>
                    <a:p>
                      <a:r>
                        <a:rPr lang="en-GB" sz="1000"/>
                        <a:t>2 Hours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Scrum Team</a:t>
                      </a:r>
                      <a:endParaRPr lang="en-GB" sz="1000">
                        <a:latin typeface="Arial" panose="020B0604020202020204" pitchFamily="34" charset="0"/>
                        <a:cs typeface="Arial" panose="020B0604020202020204" pitchFamily="34" charset="0"/>
                      </a:endParaRPr>
                    </a:p>
                  </a:txBody>
                  <a:tcPr/>
                </a:tc>
                <a:tc>
                  <a:txBody>
                    <a:bodyPr/>
                    <a:lstStyle/>
                    <a:p>
                      <a:r>
                        <a:rPr lang="en-GB" sz="1000"/>
                        <a:t>User Stories</a:t>
                      </a:r>
                      <a:endParaRPr lang="en-GB" sz="1000">
                        <a:latin typeface="Arial" panose="020B0604020202020204" pitchFamily="34" charset="0"/>
                        <a:cs typeface="Arial" panose="020B0604020202020204" pitchFamily="34" charset="0"/>
                      </a:endParaRPr>
                    </a:p>
                  </a:txBody>
                  <a:tcPr/>
                </a:tc>
                <a:tc>
                  <a:txBody>
                    <a:bodyPr/>
                    <a:lstStyle/>
                    <a:p>
                      <a:r>
                        <a:rPr lang="en-GB" sz="1000"/>
                        <a:t>User stories ready for development</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7733744"/>
                  </a:ext>
                </a:extLst>
              </a:tr>
              <a:tr h="779311">
                <a:tc>
                  <a:txBody>
                    <a:bodyPr/>
                    <a:lstStyle/>
                    <a:p>
                      <a:r>
                        <a:rPr lang="en-GB" sz="1000"/>
                        <a:t>Demo</a:t>
                      </a:r>
                      <a:endParaRPr lang="en-GB" sz="1000">
                        <a:latin typeface="Arial" panose="020B0604020202020204" pitchFamily="34" charset="0"/>
                        <a:cs typeface="Arial" panose="020B0604020202020204" pitchFamily="34" charset="0"/>
                      </a:endParaRPr>
                    </a:p>
                  </a:txBody>
                  <a:tcPr/>
                </a:tc>
                <a:tc>
                  <a:txBody>
                    <a:bodyPr/>
                    <a:lstStyle/>
                    <a:p>
                      <a:r>
                        <a:rPr lang="en-GB" sz="1000" b="1"/>
                        <a:t>As soon as user story build is complete -</a:t>
                      </a:r>
                      <a:r>
                        <a:rPr lang="en-GB" sz="1000"/>
                        <a:t> Demo of completed User Story to PO/Business SME</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Product Increment</a:t>
                      </a:r>
                      <a:endParaRPr lang="en-GB" sz="1000">
                        <a:latin typeface="Arial" panose="020B0604020202020204" pitchFamily="34" charset="0"/>
                        <a:cs typeface="Arial" panose="020B0604020202020204" pitchFamily="34" charset="0"/>
                      </a:endParaRPr>
                    </a:p>
                  </a:txBody>
                  <a:tcPr/>
                </a:tc>
                <a:tc>
                  <a:txBody>
                    <a:bodyPr/>
                    <a:lstStyle/>
                    <a:p>
                      <a:r>
                        <a:rPr lang="en-GB" sz="1000"/>
                        <a:t>User story signed off by PO</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3100158"/>
                  </a:ext>
                </a:extLst>
              </a:tr>
              <a:tr h="677283">
                <a:tc>
                  <a:txBody>
                    <a:bodyPr/>
                    <a:lstStyle/>
                    <a:p>
                      <a:r>
                        <a:rPr lang="en-GB" sz="1000"/>
                        <a:t>Retrospective</a:t>
                      </a:r>
                      <a:endParaRPr lang="en-GB" sz="1000">
                        <a:latin typeface="Arial" panose="020B0604020202020204" pitchFamily="34" charset="0"/>
                        <a:cs typeface="Arial" panose="020B0604020202020204" pitchFamily="34" charset="0"/>
                      </a:endParaRPr>
                    </a:p>
                  </a:txBody>
                  <a:tcPr/>
                </a:tc>
                <a:tc>
                  <a:txBody>
                    <a:bodyPr/>
                    <a:lstStyle/>
                    <a:p>
                      <a:r>
                        <a:rPr lang="en-GB" sz="1000" b="1"/>
                        <a:t>After Sprint completion -</a:t>
                      </a:r>
                      <a:r>
                        <a:rPr lang="en-GB" sz="1000"/>
                        <a:t> Retrospective to provide feedback and suggest process improvements</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Feedback</a:t>
                      </a:r>
                      <a:endParaRPr lang="en-GB" sz="1000">
                        <a:latin typeface="Arial" panose="020B0604020202020204" pitchFamily="34" charset="0"/>
                        <a:cs typeface="Arial" panose="020B0604020202020204" pitchFamily="34" charset="0"/>
                      </a:endParaRPr>
                    </a:p>
                  </a:txBody>
                  <a:tcP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1064403"/>
                  </a:ext>
                </a:extLst>
              </a:tr>
            </a:tbl>
          </a:graphicData>
        </a:graphic>
      </p:graphicFrame>
      <p:sp>
        <p:nvSpPr>
          <p:cNvPr id="5" name="Rectangle 4">
            <a:extLst>
              <a:ext uri="{FF2B5EF4-FFF2-40B4-BE49-F238E27FC236}">
                <a16:creationId xmlns:a16="http://schemas.microsoft.com/office/drawing/2014/main" id="{B22970E3-C81E-47FC-B12D-47D1E31656D3}"/>
              </a:ext>
            </a:extLst>
          </p:cNvPr>
          <p:cNvSpPr/>
          <p:nvPr/>
        </p:nvSpPr>
        <p:spPr>
          <a:xfrm>
            <a:off x="1629363" y="695357"/>
            <a:ext cx="9158501" cy="307777"/>
          </a:xfrm>
          <a:prstGeom prst="rect">
            <a:avLst/>
          </a:prstGeom>
        </p:spPr>
        <p:txBody>
          <a:bodyPr wrap="square">
            <a:spAutoFit/>
          </a:bodyPr>
          <a:lstStyle/>
          <a:p>
            <a:pPr algn="ctr"/>
            <a:r>
              <a:rPr lang="en-GB" sz="1400">
                <a:cs typeface="Arial" panose="020B0604020202020204" pitchFamily="34" charset="0"/>
              </a:rPr>
              <a:t>The objective of Build is to deliver user stories approved for the sprint</a:t>
            </a:r>
          </a:p>
        </p:txBody>
      </p:sp>
      <p:sp>
        <p:nvSpPr>
          <p:cNvPr id="6" name="Rectangle 5">
            <a:extLst>
              <a:ext uri="{FF2B5EF4-FFF2-40B4-BE49-F238E27FC236}">
                <a16:creationId xmlns:a16="http://schemas.microsoft.com/office/drawing/2014/main" id="{DBF12C14-EF12-4ED5-9B62-8D1F4F53C626}"/>
              </a:ext>
            </a:extLst>
          </p:cNvPr>
          <p:cNvSpPr/>
          <p:nvPr/>
        </p:nvSpPr>
        <p:spPr>
          <a:xfrm>
            <a:off x="84923" y="1125538"/>
            <a:ext cx="4587661" cy="4633576"/>
          </a:xfrm>
          <a:prstGeom prst="rect">
            <a:avLst/>
          </a:prstGeom>
          <a:ln>
            <a:noFill/>
          </a:ln>
        </p:spPr>
        <p:txBody>
          <a:bodyPr wrap="square">
            <a:spAutoFit/>
          </a:bodyPr>
          <a:lstStyle/>
          <a:p>
            <a:pPr marL="342900" lvl="0" indent="-342900" defTabSz="1097280" fontAlgn="base">
              <a:lnSpc>
                <a:spcPct val="110000"/>
              </a:lnSpc>
              <a:spcBef>
                <a:spcPct val="25000"/>
              </a:spcBef>
              <a:spcAft>
                <a:spcPts val="600"/>
              </a:spcAft>
              <a:defRPr/>
            </a:pPr>
            <a:r>
              <a:rPr lang="en-US" sz="1100" b="1">
                <a:solidFill>
                  <a:prstClr val="black"/>
                </a:solidFill>
                <a:cs typeface="Arial" panose="020B0604020202020204" pitchFamily="34" charset="0"/>
              </a:rPr>
              <a:t>Key activities during Build (Sprint Execution) include:</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kick off in Jira provided Sprint definition of ready is met.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Dev team to manage sprint backlog during sprint execution and will prioritize user stories for build</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User stories in JIRA updated for remaining effort on frequent basis</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Update story status, comment and due date in Jira to reflect latest status for reporting build progress, test execution, blockers, defect and dependency</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progress will be tracked daily via Jira dashboard(s)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Release Train Leads to monitor sprint execution progress on daily basis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User stories that meet Definition of Done will be demoed to the PO and , Business SME for sign off</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Stories that do not meet sprint goal OR Definition of Done will return to the product backlog for further refinement and prioritisation</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Code merge activities if applicable in parallel release development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The desired outcomes of the Sprint and reporting includes: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Unit Test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Code Review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QA sign off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Daily sprint progress report (Jira dashboard snapshot)</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completion report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retrospective</a:t>
            </a:r>
          </a:p>
        </p:txBody>
      </p:sp>
      <p:sp>
        <p:nvSpPr>
          <p:cNvPr id="7" name="TextBox 6">
            <a:extLst>
              <a:ext uri="{FF2B5EF4-FFF2-40B4-BE49-F238E27FC236}">
                <a16:creationId xmlns:a16="http://schemas.microsoft.com/office/drawing/2014/main" id="{1762C123-3604-4350-AAAE-4AB17DF54D09}"/>
              </a:ext>
            </a:extLst>
          </p:cNvPr>
          <p:cNvSpPr txBox="1"/>
          <p:nvPr/>
        </p:nvSpPr>
        <p:spPr>
          <a:xfrm>
            <a:off x="4725593" y="5851045"/>
            <a:ext cx="6800045" cy="253916"/>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*Review and Demo frequency and duration will be at the discretion of PO, BA and Stream Lead</a:t>
            </a:r>
          </a:p>
        </p:txBody>
      </p:sp>
      <p:sp>
        <p:nvSpPr>
          <p:cNvPr id="8" name="TextBox 7">
            <a:extLst>
              <a:ext uri="{FF2B5EF4-FFF2-40B4-BE49-F238E27FC236}">
                <a16:creationId xmlns:a16="http://schemas.microsoft.com/office/drawing/2014/main" id="{67FC2665-4723-420E-8059-CA2735495D61}"/>
              </a:ext>
            </a:extLst>
          </p:cNvPr>
          <p:cNvSpPr txBox="1"/>
          <p:nvPr/>
        </p:nvSpPr>
        <p:spPr>
          <a:xfrm>
            <a:off x="4725593" y="6033051"/>
            <a:ext cx="2057197" cy="646331"/>
          </a:xfrm>
          <a:prstGeom prst="rect">
            <a:avLst/>
          </a:prstGeom>
          <a:noFill/>
        </p:spPr>
        <p:txBody>
          <a:bodyPr wrap="square" rtlCol="0">
            <a:spAutoFit/>
          </a:bodyPr>
          <a:lstStyle/>
          <a:p>
            <a:r>
              <a:rPr lang="en-US" sz="900" i="1"/>
              <a:t> PO   – Product Owner</a:t>
            </a:r>
          </a:p>
          <a:p>
            <a:r>
              <a:rPr lang="en-US" sz="900" i="1"/>
              <a:t> RT   – Release Train </a:t>
            </a:r>
          </a:p>
          <a:p>
            <a:r>
              <a:rPr lang="en-US" sz="900" i="1"/>
              <a:t> SME – Subject Matter Expert</a:t>
            </a:r>
          </a:p>
          <a:p>
            <a:r>
              <a:rPr lang="en-US" sz="900" i="1"/>
              <a:t> </a:t>
            </a:r>
          </a:p>
        </p:txBody>
      </p:sp>
      <p:sp>
        <p:nvSpPr>
          <p:cNvPr id="9" name="Title 1">
            <a:extLst>
              <a:ext uri="{FF2B5EF4-FFF2-40B4-BE49-F238E27FC236}">
                <a16:creationId xmlns:a16="http://schemas.microsoft.com/office/drawing/2014/main" id="{8DFD0602-ECDB-4281-B096-FE56751A8091}"/>
              </a:ext>
            </a:extLst>
          </p:cNvPr>
          <p:cNvSpPr txBox="1">
            <a:spLocks/>
          </p:cNvSpPr>
          <p:nvPr/>
        </p:nvSpPr>
        <p:spPr>
          <a:xfrm>
            <a:off x="13733" y="71988"/>
            <a:ext cx="12202633" cy="535247"/>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Build Activities</a:t>
            </a:r>
          </a:p>
        </p:txBody>
      </p:sp>
    </p:spTree>
    <p:extLst>
      <p:ext uri="{BB962C8B-B14F-4D97-AF65-F5344CB8AC3E}">
        <p14:creationId xmlns:p14="http://schemas.microsoft.com/office/powerpoint/2010/main" val="2462143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Sprint Development</a:t>
            </a:r>
            <a:endParaRPr kumimoji="0" lang="en-US" sz="2800" b="0" i="0" u="none" strike="noStrike" kern="1200" cap="none" spc="0" normalizeH="0" baseline="0" noProof="0">
              <a:ln>
                <a:noFill/>
              </a:ln>
              <a:solidFill>
                <a:srgbClr val="0070C0"/>
              </a:solidFill>
              <a:effectLst/>
              <a:highlight>
                <a:srgbClr val="FFFF00"/>
              </a:highlight>
              <a:uLnTx/>
              <a:uFillTx/>
              <a:latin typeface="Ubuntu Medium"/>
              <a:ea typeface="+mj-ea"/>
              <a:cs typeface="+mj-cs"/>
              <a:sym typeface="Trebuchet MS" panose="020B0603020202020204" pitchFamily="34" charset="0"/>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446824"/>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Raise any blocker immediately on same day – get it to the SOS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Always review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DoR</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for user stories before start &amp; DoD after completion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Prg</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Mgmt</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to review SOS daily and unblock issues urgently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Differentiate and report Change requests vs Defects, especially during story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Schedule all demo upfront to block time, Business SME not to delay sign-off</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Keep an eye on the release goal in parallel to highlight risks/issues to the overall timeline</a:t>
            </a:r>
          </a:p>
          <a:p>
            <a:pPr marL="0" marR="0" lvl="0" indent="0" algn="l" defTabSz="914400" rtl="0" eaLnBrk="1" fontAlgn="auto" latinLnBrk="0" hangingPunct="1">
              <a:lnSpc>
                <a:spcPct val="100000"/>
              </a:lnSpc>
              <a:spcBef>
                <a:spcPts val="200"/>
              </a:spcBef>
              <a:spcAft>
                <a:spcPts val="200"/>
              </a:spcAft>
              <a:buClr>
                <a:srgbClr val="4A66AC"/>
              </a:buClr>
              <a:buSzTx/>
              <a:buFontTx/>
              <a:buNone/>
              <a:tabLst/>
              <a:defRPr/>
            </a:pPr>
            <a:endParaRPr kumimoji="0" lang="en-US" sz="70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39781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User story sign-off and handover on time before Sprint start</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Business SME time for demo &amp; sign-off, last moment changes during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Missed dependencies always affect critical path</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Delayed decision making across the teams affecting sprint goal – Dev, Design or Business</a:t>
            </a:r>
          </a:p>
          <a:p>
            <a:pPr marR="0" lvl="0" algn="l" defTabSz="914400" rtl="0" eaLnBrk="1" fontAlgn="auto" latinLnBrk="0" hangingPunct="1">
              <a:lnSpc>
                <a:spcPct val="100000"/>
              </a:lnSpc>
              <a:spcBef>
                <a:spcPts val="200"/>
              </a:spcBef>
              <a:spcAft>
                <a:spcPts val="200"/>
              </a:spcAft>
              <a:buClr>
                <a:srgbClr val="4A66AC"/>
              </a:buClr>
              <a:buSzTx/>
              <a:tabLst/>
              <a:defRPr/>
            </a:pPr>
            <a:endParaRPr kumimoji="0" lang="en-US" sz="65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73987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76110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095706"/>
            <a:ext cx="1588444" cy="1426031"/>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All stories in-scope are signed-off, all templates updated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JIRA for backlog management, development progress tracking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Dev environments available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SOS board usage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lang="en-US" sz="700">
                <a:solidFill>
                  <a:prstClr val="black"/>
                </a:solidFill>
                <a:latin typeface="Ubuntu"/>
                <a:cs typeface="Calibri" pitchFamily="34" charset="0"/>
              </a:rPr>
              <a:t>Logs for risks, issues, dependencies &amp; 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war rooms to collaborate</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Continuous review of Sprint progress by Program Management for any </a:t>
            </a:r>
            <a:r>
              <a:rPr kumimoji="0" lang="en-GB" sz="1100" b="0" i="0" u="none" strike="noStrike" kern="0" cap="none" spc="0" normalizeH="0" baseline="0" noProof="0">
                <a:ln>
                  <a:noFill/>
                </a:ln>
                <a:solidFill>
                  <a:srgbClr val="FFC000"/>
                </a:solidFill>
                <a:effectLst/>
                <a:uLnTx/>
                <a:uFillTx/>
                <a:latin typeface="Ubuntu"/>
                <a:ea typeface="+mn-ea"/>
                <a:cs typeface="+mn-cs"/>
              </a:rPr>
              <a:t>impacts on end Release goal</a:t>
            </a:r>
            <a:endParaRPr kumimoji="0" lang="en-US" sz="1100" b="0" i="0" u="none" strike="noStrike" kern="0" cap="none" spc="0" normalizeH="0" baseline="0" noProof="0">
              <a:ln>
                <a:noFill/>
              </a:ln>
              <a:solidFill>
                <a:srgbClr val="FFC000"/>
              </a:solidFill>
              <a:effectLst/>
              <a:uLnTx/>
              <a:uFillTx/>
              <a:latin typeface="Ubuntu"/>
              <a:ea typeface="+mn-ea"/>
              <a:cs typeface="+mn-cs"/>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i="0" u="none" strike="noStrike" kern="0" cap="none" spc="0" normalizeH="0" baseline="0" noProof="0">
                <a:ln>
                  <a:noFill/>
                </a:ln>
                <a:solidFill>
                  <a:srgbClr val="FFC000"/>
                </a:solidFill>
                <a:effectLst/>
                <a:uLnTx/>
                <a:uFillTx/>
                <a:latin typeface="Ubuntu"/>
                <a:ea typeface="+mn-ea"/>
                <a:cs typeface="+mn-cs"/>
              </a:rPr>
              <a:t>unexpected impediments </a:t>
            </a:r>
            <a:r>
              <a:rPr kumimoji="0" lang="en-GB" sz="1100" b="0" i="0" u="none" strike="noStrike" kern="0" cap="none" spc="0" normalizeH="0" baseline="0" noProof="0">
                <a:ln>
                  <a:noFill/>
                </a:ln>
                <a:solidFill>
                  <a:prstClr val="white"/>
                </a:solidFill>
                <a:effectLst/>
                <a:uLnTx/>
                <a:uFillTx/>
                <a:latin typeface="Ubuntu"/>
                <a:ea typeface="+mn-ea"/>
                <a:cs typeface="+mn-cs"/>
              </a:rPr>
              <a:t>delaying user story completion are taken up for review &amp; backlog refined accordingly</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fontScale="925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b="0" i="0" u="none" strike="noStrike" kern="0" cap="none" spc="0" normalizeH="0" baseline="0" noProof="0">
                <a:ln>
                  <a:noFill/>
                </a:ln>
                <a:solidFill>
                  <a:srgbClr val="FFC000"/>
                </a:solidFill>
                <a:effectLst/>
                <a:uLnTx/>
                <a:uFillTx/>
                <a:latin typeface="Ubuntu"/>
                <a:ea typeface="+mn-ea"/>
                <a:cs typeface="+mn-cs"/>
              </a:rPr>
              <a:t>blockers</a:t>
            </a:r>
            <a:r>
              <a:rPr kumimoji="0" lang="en-GB" sz="1100" b="0" i="0" u="none" strike="noStrike" kern="0" cap="none" spc="0" normalizeH="0" baseline="0" noProof="0">
                <a:ln>
                  <a:noFill/>
                </a:ln>
                <a:solidFill>
                  <a:prstClr val="white"/>
                </a:solidFill>
                <a:effectLst/>
                <a:uLnTx/>
                <a:uFillTx/>
                <a:latin typeface="Ubuntu"/>
                <a:ea typeface="+mn-ea"/>
                <a:cs typeface="+mn-cs"/>
              </a:rPr>
              <a:t> to development or test execution are raised as </a:t>
            </a:r>
            <a:r>
              <a:rPr kumimoji="0" lang="en-GB" sz="1100" b="0" i="0" u="none" strike="noStrike" kern="0" cap="none" spc="0" normalizeH="0" baseline="0" noProof="0">
                <a:ln>
                  <a:noFill/>
                </a:ln>
                <a:solidFill>
                  <a:srgbClr val="FFC000"/>
                </a:solidFill>
                <a:effectLst/>
                <a:uLnTx/>
                <a:uFillTx/>
                <a:latin typeface="Ubuntu"/>
                <a:ea typeface="+mn-ea"/>
                <a:cs typeface="+mn-cs"/>
              </a:rPr>
              <a:t>SOS (Scrum of Scrum)</a:t>
            </a:r>
            <a:r>
              <a:rPr kumimoji="0" lang="en-GB" sz="1100" b="0" i="0" u="none" strike="noStrike" kern="0" cap="none" spc="0" normalizeH="0" baseline="0" noProof="0">
                <a:ln>
                  <a:noFill/>
                </a:ln>
                <a:solidFill>
                  <a:prstClr val="white"/>
                </a:solidFill>
                <a:effectLst/>
                <a:uLnTx/>
                <a:uFillTx/>
                <a:latin typeface="Ubuntu"/>
                <a:ea typeface="+mn-ea"/>
                <a:cs typeface="+mn-cs"/>
              </a:rPr>
              <a:t> blockers by Release Train leads, use </a:t>
            </a:r>
            <a:r>
              <a:rPr kumimoji="0" lang="en-GB" sz="1100" i="0" u="none" strike="noStrike" kern="0" cap="none" spc="0" normalizeH="0" baseline="0" noProof="0">
                <a:ln>
                  <a:noFill/>
                </a:ln>
                <a:solidFill>
                  <a:srgbClr val="FFC000"/>
                </a:solidFill>
                <a:effectLst/>
                <a:uLnTx/>
                <a:uFillTx/>
                <a:latin typeface="Ubuntu"/>
                <a:ea typeface="+mn-ea"/>
                <a:cs typeface="+mn-cs"/>
              </a:rPr>
              <a:t>war rooms </a:t>
            </a:r>
            <a:r>
              <a:rPr kumimoji="0" lang="en-GB" sz="1100" b="0" i="0" u="none" strike="noStrike" kern="0" cap="none" spc="0" normalizeH="0" baseline="0" noProof="0">
                <a:ln>
                  <a:noFill/>
                </a:ln>
                <a:solidFill>
                  <a:prstClr val="white"/>
                </a:solidFill>
                <a:effectLst/>
                <a:uLnTx/>
                <a:uFillTx/>
                <a:latin typeface="Ubuntu"/>
                <a:ea typeface="+mn-ea"/>
                <a:cs typeface="+mn-cs"/>
              </a:rPr>
              <a:t>to resolve</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User stories completing test execution are </a:t>
            </a:r>
            <a:r>
              <a:rPr kumimoji="0" lang="en-GB" sz="1100" i="0" u="none" strike="noStrike" kern="0" cap="none" spc="0" normalizeH="0" baseline="0" noProof="0">
                <a:ln>
                  <a:noFill/>
                </a:ln>
                <a:solidFill>
                  <a:srgbClr val="FFC000"/>
                </a:solidFill>
                <a:effectLst/>
                <a:uLnTx/>
                <a:uFillTx/>
                <a:latin typeface="Ubuntu"/>
                <a:ea typeface="+mn-ea"/>
                <a:cs typeface="+mn-cs"/>
              </a:rPr>
              <a:t>demoed to Business SME</a:t>
            </a:r>
            <a:r>
              <a:rPr kumimoji="0" lang="en-GB" sz="1100" b="0" i="0" u="none" strike="noStrike" kern="0" cap="none" spc="0" normalizeH="0" baseline="0" noProof="0">
                <a:ln>
                  <a:noFill/>
                </a:ln>
                <a:solidFill>
                  <a:prstClr val="white"/>
                </a:solidFill>
                <a:effectLst/>
                <a:uLnTx/>
                <a:uFillTx/>
                <a:latin typeface="Ubuntu"/>
                <a:ea typeface="+mn-ea"/>
                <a:cs typeface="+mn-cs"/>
              </a:rPr>
              <a:t> and signed-off</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100" i="0" u="none" strike="noStrike" kern="0" cap="none" spc="0" normalizeH="0" baseline="0" noProof="0">
                <a:ln>
                  <a:noFill/>
                </a:ln>
                <a:solidFill>
                  <a:srgbClr val="FFC000"/>
                </a:solidFill>
                <a:effectLst/>
                <a:uLnTx/>
                <a:uFillTx/>
                <a:latin typeface="Ubuntu"/>
                <a:ea typeface="+mn-ea"/>
                <a:cs typeface="+mn-cs"/>
              </a:rPr>
              <a:t>JIRA as a single source </a:t>
            </a:r>
            <a:r>
              <a:rPr kumimoji="0" lang="en-IN" sz="1100" b="0" i="0" u="none" strike="noStrike" kern="0" cap="none" spc="0" normalizeH="0" baseline="0" noProof="0">
                <a:ln>
                  <a:noFill/>
                </a:ln>
                <a:solidFill>
                  <a:prstClr val="white"/>
                </a:solidFill>
                <a:effectLst/>
                <a:uLnTx/>
                <a:uFillTx/>
                <a:latin typeface="Ubuntu"/>
                <a:ea typeface="+mn-ea"/>
                <a:cs typeface="+mn-cs"/>
              </a:rPr>
              <a:t>of truth for the entire team to track user story progress on daily basis</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fontScale="92500" lnSpcReduction="2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FFC000"/>
                </a:solidFill>
                <a:effectLst/>
                <a:uLnTx/>
                <a:uFillTx/>
                <a:latin typeface="Ubuntu"/>
                <a:ea typeface="+mn-ea"/>
                <a:cs typeface="+mn-cs"/>
              </a:rPr>
              <a:t>Daily stand-ups </a:t>
            </a:r>
            <a:r>
              <a:rPr kumimoji="0" lang="en-US" sz="1100" b="0" i="0" u="none" strike="noStrike" kern="0" cap="none" spc="0" normalizeH="0" baseline="0" noProof="0">
                <a:ln>
                  <a:noFill/>
                </a:ln>
                <a:solidFill>
                  <a:prstClr val="white"/>
                </a:solidFill>
                <a:effectLst/>
                <a:uLnTx/>
                <a:uFillTx/>
                <a:latin typeface="Ubuntu"/>
                <a:ea typeface="+mn-ea"/>
                <a:cs typeface="+mn-cs"/>
              </a:rPr>
              <a:t>conducted separately for each Release Train (Policy, Billing, Integration </a:t>
            </a:r>
            <a:r>
              <a:rPr kumimoji="0" lang="en-US" sz="1100" b="0" i="0" u="none" strike="noStrike" kern="0" cap="none" spc="0" normalizeH="0" baseline="0" noProof="0" err="1">
                <a:ln>
                  <a:noFill/>
                </a:ln>
                <a:solidFill>
                  <a:prstClr val="white"/>
                </a:solidFill>
                <a:effectLst/>
                <a:uLnTx/>
                <a:uFillTx/>
                <a:latin typeface="Ubuntu"/>
                <a:ea typeface="+mn-ea"/>
                <a:cs typeface="+mn-cs"/>
              </a:rPr>
              <a:t>etc</a:t>
            </a:r>
            <a:r>
              <a:rPr kumimoji="0" lang="en-US" sz="1100" b="0" i="0" u="none" strike="noStrike" kern="0" cap="none" spc="0" normalizeH="0" baseline="0" noProof="0">
                <a:ln>
                  <a:noFill/>
                </a:ln>
                <a:solidFill>
                  <a:prstClr val="white"/>
                </a:solidFill>
                <a:effectLst/>
                <a:uLnTx/>
                <a:uFillTx/>
                <a:latin typeface="Ubuntu"/>
                <a:ea typeface="+mn-ea"/>
                <a:cs typeface="+mn-cs"/>
              </a:rPr>
              <a:t>). All risks/issues/dependencies are reviewed &amp; logged</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Cap BA or Business SME </a:t>
            </a:r>
            <a:r>
              <a:rPr kumimoji="0" lang="en-US" sz="1100" b="0" i="0" u="none" strike="noStrike" kern="0" cap="none" spc="0" normalizeH="0" baseline="0" noProof="0">
                <a:ln>
                  <a:noFill/>
                </a:ln>
                <a:solidFill>
                  <a:srgbClr val="FFC000"/>
                </a:solidFill>
                <a:effectLst/>
                <a:uLnTx/>
                <a:uFillTx/>
                <a:latin typeface="Ubuntu"/>
                <a:ea typeface="+mn-ea"/>
                <a:cs typeface="+mn-cs"/>
              </a:rPr>
              <a:t>resolve queries </a:t>
            </a:r>
            <a:r>
              <a:rPr kumimoji="0" lang="en-US" sz="1100" b="0" i="0" u="none" strike="noStrike" kern="0" cap="none" spc="0" normalizeH="0" baseline="0" noProof="0">
                <a:ln>
                  <a:noFill/>
                </a:ln>
                <a:solidFill>
                  <a:prstClr val="white"/>
                </a:solidFill>
                <a:effectLst/>
                <a:uLnTx/>
                <a:uFillTx/>
                <a:latin typeface="Ubuntu"/>
                <a:ea typeface="+mn-ea"/>
                <a:cs typeface="+mn-cs"/>
              </a:rPr>
              <a:t>raised by Developers or Test analysts against user stories assigned</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All </a:t>
            </a:r>
            <a:r>
              <a:rPr kumimoji="0" lang="en-US" sz="1100" b="0" i="0" u="none" strike="noStrike" kern="0" cap="none" spc="0" normalizeH="0" baseline="0" noProof="0">
                <a:ln>
                  <a:noFill/>
                </a:ln>
                <a:solidFill>
                  <a:srgbClr val="FFC000"/>
                </a:solidFill>
                <a:effectLst/>
                <a:uLnTx/>
                <a:uFillTx/>
                <a:latin typeface="Ubuntu"/>
                <a:ea typeface="+mn-ea"/>
                <a:cs typeface="+mn-cs"/>
              </a:rPr>
              <a:t>in-scope and signed-off </a:t>
            </a:r>
            <a:r>
              <a:rPr kumimoji="0" lang="en-US" sz="1100" b="0" i="0" u="none" strike="noStrike" kern="0" cap="none" spc="0" normalizeH="0" baseline="0" noProof="0">
                <a:ln>
                  <a:noFill/>
                </a:ln>
                <a:solidFill>
                  <a:prstClr val="white"/>
                </a:solidFill>
                <a:effectLst/>
                <a:uLnTx/>
                <a:uFillTx/>
                <a:latin typeface="Ubuntu"/>
                <a:ea typeface="+mn-ea"/>
                <a:cs typeface="+mn-cs"/>
              </a:rPr>
              <a:t>user stories to be handed over to development team</a:t>
            </a: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kern="0">
                <a:solidFill>
                  <a:prstClr val="white"/>
                </a:solidFill>
                <a:latin typeface="Ubuntu"/>
              </a:rPr>
              <a:t>Cap BA, Architect &amp; Development teams to conduct S</a:t>
            </a:r>
            <a:r>
              <a:rPr lang="en-IN" sz="1100" kern="0">
                <a:solidFill>
                  <a:srgbClr val="FFC000"/>
                </a:solidFill>
                <a:latin typeface="Ubuntu"/>
              </a:rPr>
              <a:t>print Planning </a:t>
            </a:r>
            <a:r>
              <a:rPr lang="en-IN" sz="1100" kern="0">
                <a:solidFill>
                  <a:prstClr val="white"/>
                </a:solidFill>
                <a:latin typeface="Ubuntu"/>
              </a:rPr>
              <a:t>to </a:t>
            </a:r>
            <a:r>
              <a:rPr lang="en-IN" sz="1100" kern="0">
                <a:solidFill>
                  <a:srgbClr val="FFC000"/>
                </a:solidFill>
                <a:latin typeface="Ubuntu"/>
              </a:rPr>
              <a:t>validate </a:t>
            </a:r>
            <a:r>
              <a:rPr lang="en-IN" sz="1100" kern="0" err="1">
                <a:solidFill>
                  <a:srgbClr val="FFC000"/>
                </a:solidFill>
                <a:latin typeface="Ubuntu"/>
              </a:rPr>
              <a:t>DoR</a:t>
            </a:r>
            <a:r>
              <a:rPr lang="en-IN" sz="1100" kern="0">
                <a:solidFill>
                  <a:prstClr val="white"/>
                </a:solidFill>
                <a:latin typeface="Ubuntu"/>
              </a:rPr>
              <a:t> for sprint &amp; each story. Sprint goal is agreed.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Sprint planning sessions also cover – </a:t>
            </a:r>
            <a:r>
              <a:rPr kumimoji="0" lang="en-US" sz="1100" b="0" i="0" u="none" strike="noStrike" kern="0" cap="none" spc="0" normalizeH="0" baseline="0" noProof="0">
                <a:ln>
                  <a:noFill/>
                </a:ln>
                <a:solidFill>
                  <a:srgbClr val="FFC000"/>
                </a:solidFill>
                <a:effectLst/>
                <a:uLnTx/>
                <a:uFillTx/>
                <a:latin typeface="Ubuntu"/>
                <a:ea typeface="+mn-ea"/>
                <a:cs typeface="+mn-cs"/>
              </a:rPr>
              <a:t>dependencies review</a:t>
            </a:r>
            <a:r>
              <a:rPr kumimoji="0" lang="en-US" sz="1100" b="0" i="0" u="none" strike="noStrike" kern="0" cap="none" spc="0" normalizeH="0" baseline="0" noProof="0">
                <a:ln>
                  <a:noFill/>
                </a:ln>
                <a:solidFill>
                  <a:prstClr val="white"/>
                </a:solidFill>
                <a:effectLst/>
                <a:uLnTx/>
                <a:uFillTx/>
                <a:latin typeface="Ubuntu"/>
                <a:ea typeface="+mn-ea"/>
                <a:cs typeface="+mn-cs"/>
              </a:rPr>
              <a:t>, identifying key risks and issues that might impact sprint goal</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SMEs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Solution Architect</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Team members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 / BAs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Actors</a:t>
            </a:r>
            <a:endParaRPr kumimoji="0" lang="en-US" sz="1100" b="1" i="0" u="none" strike="noStrike" kern="1200" cap="none" spc="0" normalizeH="0" baseline="0" noProof="0" err="1">
              <a:ln>
                <a:noFill/>
              </a:ln>
              <a:solidFill>
                <a:prstClr val="black"/>
              </a:solidFill>
              <a:effectLst/>
              <a:uLnTx/>
              <a:uFillTx/>
              <a:latin typeface="Ubuntu"/>
              <a:ea typeface="+mn-ea"/>
              <a:cs typeface="+mn-cs"/>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teams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Definition of Ready (</a:t>
            </a:r>
            <a:r>
              <a:rPr kumimoji="0" lang="en-GB" sz="2800" b="1" i="0" u="none" strike="noStrike" kern="1200" cap="none" spc="0" normalizeH="0" baseline="0" noProof="0" err="1">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DoR</a:t>
            </a: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 and Definition of Done (DoD)</a:t>
            </a:r>
            <a:b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endParaRPr lang="en-IN">
              <a:highlight>
                <a:srgbClr val="FFFF00"/>
              </a:highlight>
            </a:endParaRPr>
          </a:p>
        </p:txBody>
      </p:sp>
    </p:spTree>
    <p:extLst>
      <p:ext uri="{BB962C8B-B14F-4D97-AF65-F5344CB8AC3E}">
        <p14:creationId xmlns:p14="http://schemas.microsoft.com/office/powerpoint/2010/main" val="2361152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Business Requirements: The business requirements are well-documented, clear, and approved by stakeholders.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Scope Defined: The scope of the project is clearly defined, including what is in and out of scope.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Architectural Vision: An initial architectural vision is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Stakeholder Alignment: All key stakeholders are identified and aligned with the high-level objectives.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architects, senior developers)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Constraints: Known technical constraints and dependencies are documented.</a:t>
            </a:r>
          </a:p>
          <a:p>
            <a:pPr marL="342900" lvl="0" indent="-342900">
              <a:buFont typeface="Symbol" panose="05050102010706020507" pitchFamily="18" charset="2"/>
              <a:buChar char=""/>
            </a:pPr>
            <a:r>
              <a:rPr lang="en-GB" sz="1100">
                <a:ea typeface="Calibri" panose="020F0502020204030204" pitchFamily="34" charset="0"/>
              </a:rPr>
              <a:t>Service Provider: Alignment with the service provider with regards to capability, design principles and well documented design </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Design Documentation: Complete high-level design documentation, including system architecture, data flow diagrams, exception flow and key components.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stakeholders, including architects and business SMEs.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Alignment with Requirements: Design is aligned with business requirements and scope.</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Feasibility: Technical feasibility has been confirmed.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Compliance: Design adheres to relevant standards, principles, and regulatory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Integration Points: Key integration points with other systems are identified and documented.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Dependencies: Major dependencies are identified and planned for.</a:t>
            </a:r>
          </a:p>
          <a:p>
            <a:pPr marL="342900" lvl="0" indent="-342900">
              <a:buFont typeface="Symbol" panose="05050102010706020507" pitchFamily="18" charset="2"/>
              <a:buChar char=""/>
            </a:pPr>
            <a:r>
              <a:rPr lang="en-GB" sz="1100">
                <a:effectLst/>
                <a:latin typeface="+mn-lt"/>
                <a:ea typeface="Calibri" panose="020F0502020204030204" pitchFamily="34" charset="0"/>
              </a:rPr>
              <a:t>Solution designs must be in Beazley standard template as a minimum.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High-level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34680485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High-Level Design Completed: High-level design is completed, reviewed, and signed off by stakeholders i.e. </a:t>
            </a:r>
            <a:r>
              <a:rPr lang="en-GB" sz="1100">
                <a:ea typeface="Times New Roman" panose="02020603050405020304" pitchFamily="18" charset="0"/>
              </a:rPr>
              <a:t>technical and business architects</a:t>
            </a:r>
            <a:r>
              <a:rPr lang="en-GB" sz="1100">
                <a:effectLst/>
                <a:ea typeface="Times New Roman" panose="02020603050405020304" pitchFamily="18" charset="0"/>
              </a:rPr>
              <a:t>.</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Detailed Requirements: Detailed functional and non-functional requirements are documented and approved.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Specifications: Low level technical specifications from Service provider and guidelines are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developers, technical leads)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Development Tools: Development tools and environments are set up and accessible.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Interface Definitions: Interface definitions are available for components that will interact with others.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Acceptance Criteria: Acceptance criteria for low-level design are defined.</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Detailed Design Documentation: Complete low-level design documentation, including detailed class diagrams, sequence diagrams, database schema, and API specifications. Including Exception flow.</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Standards: Design adheres to GW and Beazley standards and guidelines.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technical leads and architects.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Traceability: Design elements are traceable back to high-level design and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Performance Considerations: Performance and scalability considerations are addressed.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Security: Security requirements and considerations are integrated into the design.</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Testability: Design ensures that the system is testable and includes test cases.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Documentation: All relevant documentation is updated and accessible. Solution designs must be in Beazley standard template as a minimum.</a:t>
            </a:r>
            <a:endParaRPr lang="en-GB" sz="1100">
              <a:latin typeface="+mn-lt"/>
            </a:endParaRPr>
          </a:p>
          <a:p>
            <a:endParaRPr lang="en-GB" sz="1100">
              <a:latin typeface="+mn-lt"/>
            </a:endParaRPr>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Low-level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
        <p:nvSpPr>
          <p:cNvPr id="2" name="TextBox 1">
            <a:extLst>
              <a:ext uri="{FF2B5EF4-FFF2-40B4-BE49-F238E27FC236}">
                <a16:creationId xmlns:a16="http://schemas.microsoft.com/office/drawing/2014/main" id="{233C76D0-BB1D-2CE8-8E20-6669952C501B}"/>
              </a:ext>
            </a:extLst>
          </p:cNvPr>
          <p:cNvSpPr txBox="1"/>
          <p:nvPr/>
        </p:nvSpPr>
        <p:spPr>
          <a:xfrm>
            <a:off x="191956" y="5940599"/>
            <a:ext cx="5118538" cy="261610"/>
          </a:xfrm>
          <a:prstGeom prst="rect">
            <a:avLst/>
          </a:prstGeom>
          <a:noFill/>
        </p:spPr>
        <p:txBody>
          <a:bodyPr wrap="square" rtlCol="0">
            <a:spAutoFit/>
          </a:bodyPr>
          <a:lstStyle/>
          <a:p>
            <a:r>
              <a:rPr lang="en-IN" sz="1100" i="1"/>
              <a:t>*LLDs will be developed in parallel with sprints</a:t>
            </a:r>
          </a:p>
        </p:txBody>
      </p:sp>
    </p:spTree>
    <p:extLst>
      <p:ext uri="{BB962C8B-B14F-4D97-AF65-F5344CB8AC3E}">
        <p14:creationId xmlns:p14="http://schemas.microsoft.com/office/powerpoint/2010/main" val="3204792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49C433-38DC-42A4-AEF1-D936F52843D7}"/>
              </a:ext>
            </a:extLst>
          </p:cNvPr>
          <p:cNvSpPr txBox="1">
            <a:spLocks/>
          </p:cNvSpPr>
          <p:nvPr/>
        </p:nvSpPr>
        <p:spPr>
          <a:xfrm>
            <a:off x="283232" y="1404258"/>
            <a:ext cx="5431737" cy="4836160"/>
          </a:xfrm>
          <a:prstGeom prst="rect">
            <a:avLst/>
          </a:prstGeom>
          <a:noFill/>
          <a:ln w="12700">
            <a:solidFill>
              <a:schemeClr val="accent1"/>
            </a:solidFill>
            <a:prstDash val="dash"/>
          </a:ln>
        </p:spPr>
        <p:txBody>
          <a:bodyPr lIns="91440" tIns="45720" rIns="91440" bIns="45720" anchor="t">
            <a:normAutofit lnSpcReduction="10000"/>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171450" indent="-171450">
              <a:buFont typeface="Wingdings" panose="05000000000000000000" pitchFamily="2" charset="2"/>
              <a:buChar char="§"/>
            </a:pPr>
            <a:endParaRPr lang="en-US" sz="1200">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Requirement package is signed-off by Beazley SME which consists of a documented user story and acceptance criteria(s)</a:t>
            </a:r>
          </a:p>
          <a:p>
            <a:pPr marL="171450" indent="-171450">
              <a:buFont typeface="Wingdings" panose="05000000000000000000" pitchFamily="2" charset="2"/>
              <a:buChar char="§"/>
            </a:pPr>
            <a:r>
              <a:rPr lang="en-US" sz="1200">
                <a:ea typeface="Calibri"/>
                <a:cs typeface="Calibri"/>
              </a:rPr>
              <a:t>User Stories are elaborated to have detailed functional, non-functional, integration requirements, business rules, FLS, process flows, mockup screens (only if applicable) and well-defined acceptance criteria</a:t>
            </a:r>
          </a:p>
          <a:p>
            <a:pPr marL="171450" indent="-171450">
              <a:buFont typeface="Wingdings" panose="05000000000000000000" pitchFamily="2" charset="2"/>
              <a:buChar char="§"/>
            </a:pPr>
            <a:r>
              <a:rPr lang="en-US" sz="1200">
                <a:ea typeface="Calibri"/>
                <a:cs typeface="Calibri"/>
              </a:rPr>
              <a:t>Requirements hand-over is complete by Cap BA to development team</a:t>
            </a:r>
          </a:p>
          <a:p>
            <a:pPr marL="171450" indent="-171450">
              <a:buFont typeface="Wingdings" panose="05000000000000000000" pitchFamily="2" charset="2"/>
              <a:buChar char="§"/>
            </a:pPr>
            <a:r>
              <a:rPr lang="en-US" sz="1200">
                <a:ea typeface="Calibri"/>
                <a:cs typeface="Calibri"/>
              </a:rPr>
              <a:t>All known dependencies associated with delivering a story have been resolved or any pending ones have an eta for resolution not affecting the user story development outcome</a:t>
            </a:r>
          </a:p>
          <a:p>
            <a:pPr marL="171450" indent="-171450">
              <a:buFont typeface="Wingdings" panose="05000000000000000000" pitchFamily="2" charset="2"/>
              <a:buChar char="§"/>
            </a:pPr>
            <a:r>
              <a:rPr lang="en-US" sz="1200">
                <a:ea typeface="Calibri"/>
                <a:cs typeface="Calibri"/>
              </a:rPr>
              <a:t>Any dependent user story across PC config, integration, policy or billing is already available or has a plan in place not impacting the current story acceptance criteria</a:t>
            </a:r>
          </a:p>
          <a:p>
            <a:pPr marL="171450" indent="-171450">
              <a:buFont typeface="Wingdings" panose="05000000000000000000" pitchFamily="2" charset="2"/>
              <a:buChar char="§"/>
            </a:pPr>
            <a:r>
              <a:rPr lang="en-US" sz="1200">
                <a:ea typeface="Calibri"/>
                <a:cs typeface="Calibri"/>
              </a:rPr>
              <a:t>Product dependencies (finalized </a:t>
            </a:r>
            <a:r>
              <a:rPr lang="en-US" sz="1200" err="1">
                <a:ea typeface="Calibri"/>
                <a:cs typeface="Calibri"/>
              </a:rPr>
              <a:t>Xmind</a:t>
            </a:r>
            <a:r>
              <a:rPr lang="en-US" sz="1200">
                <a:ea typeface="Calibri"/>
                <a:cs typeface="Calibri"/>
              </a:rPr>
              <a:t> map and APD ) for story development are available</a:t>
            </a:r>
            <a:endParaRPr lang="en-US" sz="1200">
              <a:ea typeface="Calibri"/>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User story development does not add customization above permissible guideline of 10%</a:t>
            </a:r>
            <a:endParaRPr lang="en-US" sz="1200">
              <a:solidFill>
                <a:srgbClr val="FF0000"/>
              </a:solidFill>
              <a:ea typeface="Calibri"/>
              <a:cs typeface="Calibri"/>
            </a:endParaRPr>
          </a:p>
          <a:p>
            <a:pPr marL="171450" indent="-171450">
              <a:buFont typeface="Wingdings" panose="05000000000000000000" pitchFamily="2" charset="2"/>
              <a:buChar char="§"/>
            </a:pPr>
            <a:r>
              <a:rPr lang="en-US" sz="1200">
                <a:ea typeface="Calibri"/>
                <a:cs typeface="Calibri"/>
              </a:rPr>
              <a:t>Any pre-dev tasks created during elaboration are marked complete in JIRA</a:t>
            </a:r>
          </a:p>
          <a:p>
            <a:pPr marL="171450" indent="-171450">
              <a:buFont typeface="Wingdings" panose="05000000000000000000" pitchFamily="2" charset="2"/>
              <a:buChar char="§"/>
            </a:pPr>
            <a:r>
              <a:rPr lang="en-US" sz="1200">
                <a:ea typeface="Calibri"/>
                <a:cs typeface="Calibri"/>
              </a:rPr>
              <a:t>Third party connectivity dependency is resolved and available</a:t>
            </a:r>
          </a:p>
          <a:p>
            <a:pPr marL="171450" indent="-171450">
              <a:buFont typeface="Wingdings" panose="05000000000000000000" pitchFamily="2" charset="2"/>
              <a:buChar char="§"/>
            </a:pPr>
            <a:r>
              <a:rPr lang="en-US" sz="1200">
                <a:ea typeface="Calibri"/>
                <a:cs typeface="Calibri"/>
              </a:rPr>
              <a:t>Agreement in place to use stub services or an alternate in absence of a working live integration </a:t>
            </a:r>
          </a:p>
          <a:p>
            <a:pPr marL="0" indent="0">
              <a:buNone/>
            </a:pPr>
            <a:endParaRPr lang="en-US" sz="1200">
              <a:ea typeface="Calibri"/>
              <a:cs typeface="Calibri"/>
            </a:endParaRPr>
          </a:p>
          <a:p>
            <a:pPr marL="0" indent="0">
              <a:buNone/>
            </a:pPr>
            <a:endParaRPr lang="en-US" sz="1200">
              <a:ea typeface="Calibri"/>
              <a:cs typeface="Calibri"/>
            </a:endParaRPr>
          </a:p>
        </p:txBody>
      </p:sp>
      <p:sp>
        <p:nvSpPr>
          <p:cNvPr id="4" name="Content Placeholder 2">
            <a:extLst>
              <a:ext uri="{FF2B5EF4-FFF2-40B4-BE49-F238E27FC236}">
                <a16:creationId xmlns:a16="http://schemas.microsoft.com/office/drawing/2014/main" id="{6A9D0897-80A0-45C9-B608-935DC2E7176D}"/>
              </a:ext>
            </a:extLst>
          </p:cNvPr>
          <p:cNvSpPr txBox="1">
            <a:spLocks/>
          </p:cNvSpPr>
          <p:nvPr/>
        </p:nvSpPr>
        <p:spPr>
          <a:xfrm>
            <a:off x="6008916" y="1404257"/>
            <a:ext cx="6095997" cy="4836160"/>
          </a:xfrm>
          <a:prstGeom prst="rect">
            <a:avLst/>
          </a:prstGeom>
          <a:noFill/>
          <a:ln w="12700">
            <a:solidFill>
              <a:schemeClr val="accent1"/>
            </a:solidFill>
            <a:prstDash val="dash"/>
          </a:ln>
        </p:spPr>
        <p:txBody>
          <a:bodyPr lIns="91440" tIns="45720" rIns="91440" bIns="45720" anchor="t">
            <a:normAutofit fontScale="92500" lnSpcReduction="10000"/>
          </a:bodyPr>
          <a:lstStyle>
            <a:defPPr>
              <a:defRPr lang="pt-PT"/>
            </a:defPPr>
            <a:lvl1pPr marL="171450" indent="-171450" defTabSz="914273">
              <a:lnSpc>
                <a:spcPct val="90000"/>
              </a:lnSpc>
              <a:spcBef>
                <a:spcPts val="1000"/>
              </a:spcBef>
              <a:buFont typeface="Wingdings" panose="05000000000000000000" pitchFamily="2" charset="2"/>
              <a:buChar char="§"/>
              <a:defRPr sz="120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endParaRPr lang="en-GB"/>
          </a:p>
          <a:p>
            <a:r>
              <a:rPr lang="en-GB">
                <a:cs typeface="Calibri"/>
              </a:rPr>
              <a:t>User story is successfully demonstrated on top of the code built during the Sprint, that meets the acceptance criteria and is signed off by the PO/Business SME</a:t>
            </a:r>
          </a:p>
          <a:p>
            <a:r>
              <a:rPr lang="en-GB">
                <a:cs typeface="Calibri"/>
              </a:rPr>
              <a:t>Unit test result and code review result are uploaded in Jira/Confluence</a:t>
            </a:r>
          </a:p>
          <a:p>
            <a:r>
              <a:rPr lang="en-GB">
                <a:cs typeface="Calibri"/>
              </a:rPr>
              <a:t>Stub routines used to complete unit testing where a third-party service live integration is not available</a:t>
            </a:r>
          </a:p>
          <a:p>
            <a:r>
              <a:rPr lang="en-GB">
                <a:cs typeface="Calibri"/>
              </a:rPr>
              <a:t>Code complies with GW cloud coding and security standards; all valid observations have a plan of action agreed</a:t>
            </a:r>
          </a:p>
          <a:p>
            <a:r>
              <a:rPr lang="en-GB">
                <a:cs typeface="Calibri"/>
              </a:rPr>
              <a:t>Code is ready for deployment to a Test environment</a:t>
            </a:r>
          </a:p>
          <a:p>
            <a:r>
              <a:rPr lang="en-GB">
                <a:cs typeface="Calibri"/>
              </a:rPr>
              <a:t>All sub-tasks of the user story are in DONE status</a:t>
            </a:r>
          </a:p>
          <a:p>
            <a:r>
              <a:rPr lang="en-GB">
                <a:solidFill>
                  <a:srgbClr val="000000"/>
                </a:solidFill>
                <a:cs typeface="Calibri"/>
              </a:rPr>
              <a:t>Unit test cases to be achieved through </a:t>
            </a:r>
            <a:r>
              <a:rPr lang="en-GB" err="1">
                <a:solidFill>
                  <a:srgbClr val="000000"/>
                </a:solidFill>
                <a:cs typeface="Calibri"/>
              </a:rPr>
              <a:t>Gunits</a:t>
            </a:r>
            <a:endParaRPr lang="en-GB">
              <a:solidFill>
                <a:srgbClr val="000000"/>
              </a:solidFill>
              <a:cs typeface="Calibri"/>
            </a:endParaRPr>
          </a:p>
          <a:p>
            <a:r>
              <a:rPr lang="en-GB">
                <a:solidFill>
                  <a:srgbClr val="000000"/>
                </a:solidFill>
                <a:cs typeface="Calibri"/>
              </a:rPr>
              <a:t>Data tracker should be updated for any Data model changes</a:t>
            </a:r>
          </a:p>
          <a:p>
            <a:r>
              <a:rPr lang="en-US">
                <a:cs typeface="Calibri"/>
              </a:rPr>
              <a:t>Test execution is complete with no ‘ To Do’ test cases pending in Jira OR there is  an agreement and ETA for the pending ones</a:t>
            </a:r>
          </a:p>
          <a:p>
            <a:r>
              <a:rPr lang="en-US">
                <a:cs typeface="Calibri"/>
              </a:rPr>
              <a:t>No outstanding High Priority or Severity defects resolution open on the defects OR for any open ones, there is a conditional sign off with a ETA for fix. The defect priorities and severities will be assigned as per </a:t>
            </a:r>
            <a:r>
              <a:rPr lang="en-US" err="1">
                <a:cs typeface="Calibri"/>
              </a:rPr>
              <a:t>beazley</a:t>
            </a:r>
            <a:r>
              <a:rPr lang="en-US">
                <a:cs typeface="Calibri"/>
              </a:rPr>
              <a:t> QA defect management process. Ref testing - slide 65. The defects will be tracked in Jira through triage process.</a:t>
            </a:r>
          </a:p>
          <a:p>
            <a:r>
              <a:rPr lang="en-US">
                <a:cs typeface="Calibri"/>
              </a:rPr>
              <a:t>Test data used to test the scenarios are relevant and sanitized to ensure no production data is used.</a:t>
            </a:r>
          </a:p>
          <a:p>
            <a:r>
              <a:rPr lang="en-US">
                <a:cs typeface="Calibri"/>
              </a:rPr>
              <a:t>Identified automatable test cases are automation completed and integrated to the pipeline</a:t>
            </a:r>
            <a:endParaRPr lang="en-US"/>
          </a:p>
          <a:p>
            <a:endParaRPr lang="en-US"/>
          </a:p>
          <a:p>
            <a:endParaRPr lang="en-GB"/>
          </a:p>
          <a:p>
            <a:endParaRPr lang="en-GB"/>
          </a:p>
        </p:txBody>
      </p:sp>
      <p:sp>
        <p:nvSpPr>
          <p:cNvPr id="5" name="Rectangle: Rounded Corners 4">
            <a:extLst>
              <a:ext uri="{FF2B5EF4-FFF2-40B4-BE49-F238E27FC236}">
                <a16:creationId xmlns:a16="http://schemas.microsoft.com/office/drawing/2014/main" id="{DAABB1EF-A6CF-4D58-9A82-ADDD8C795FE5}"/>
              </a:ext>
            </a:extLst>
          </p:cNvPr>
          <p:cNvSpPr/>
          <p:nvPr/>
        </p:nvSpPr>
        <p:spPr>
          <a:xfrm>
            <a:off x="283232" y="827859"/>
            <a:ext cx="5355563"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Ready</a:t>
            </a:r>
          </a:p>
        </p:txBody>
      </p:sp>
      <p:sp>
        <p:nvSpPr>
          <p:cNvPr id="6" name="Rectangle: Rounded Corners 5">
            <a:extLst>
              <a:ext uri="{FF2B5EF4-FFF2-40B4-BE49-F238E27FC236}">
                <a16:creationId xmlns:a16="http://schemas.microsoft.com/office/drawing/2014/main" id="{0EDDE76D-E1C5-4688-B3E5-64456EFA79BA}"/>
              </a:ext>
            </a:extLst>
          </p:cNvPr>
          <p:cNvSpPr/>
          <p:nvPr/>
        </p:nvSpPr>
        <p:spPr>
          <a:xfrm>
            <a:off x="6008909" y="827859"/>
            <a:ext cx="6095997"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Done</a:t>
            </a:r>
          </a:p>
        </p:txBody>
      </p:sp>
      <p:cxnSp>
        <p:nvCxnSpPr>
          <p:cNvPr id="7" name="Straight Connector 6">
            <a:extLst>
              <a:ext uri="{FF2B5EF4-FFF2-40B4-BE49-F238E27FC236}">
                <a16:creationId xmlns:a16="http://schemas.microsoft.com/office/drawing/2014/main" id="{08275E88-6F3F-49F0-8403-81C32F2FBC86}"/>
              </a:ext>
            </a:extLst>
          </p:cNvPr>
          <p:cNvCxnSpPr>
            <a:cxnSpLocks/>
          </p:cNvCxnSpPr>
          <p:nvPr/>
        </p:nvCxnSpPr>
        <p:spPr>
          <a:xfrm>
            <a:off x="5823862" y="1262199"/>
            <a:ext cx="0" cy="48361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9187466-2F15-4B47-9E26-D890A4488729}"/>
              </a:ext>
            </a:extLst>
          </p:cNvPr>
          <p:cNvSpPr txBox="1">
            <a:spLocks/>
          </p:cNvSpPr>
          <p:nvPr/>
        </p:nvSpPr>
        <p:spPr>
          <a:xfrm>
            <a:off x="-10633" y="-13707"/>
            <a:ext cx="12202633" cy="589780"/>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User story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p>
        </p:txBody>
      </p:sp>
    </p:spTree>
    <p:extLst>
      <p:ext uri="{BB962C8B-B14F-4D97-AF65-F5344CB8AC3E}">
        <p14:creationId xmlns:p14="http://schemas.microsoft.com/office/powerpoint/2010/main" val="42404615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a:t>
            </a:r>
            <a:r>
              <a:rPr lang="en-GB" sz="110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a:latin typeface="Ubuntu" panose="020B0504030602030204" pitchFamily="34" charset="0"/>
                <a:cs typeface="Calibri" panose="020F0502020204030204" pitchFamily="34" charset="0"/>
              </a:rPr>
              <a:t>in compliance with Definition of Ready</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is </a:t>
            </a:r>
            <a:r>
              <a:rPr lang="en-GB" sz="1100">
                <a:latin typeface="Ubuntu" panose="020B0504030602030204" pitchFamily="34" charset="0"/>
                <a:cs typeface="Calibri" panose="020F0502020204030204" pitchFamily="34" charset="0"/>
              </a:rPr>
              <a:t>based on the available sprint capacity (Build &amp; QA hours available)</a:t>
            </a:r>
          </a:p>
          <a:p>
            <a:pPr marL="227965" indent="-227965">
              <a:buFont typeface="Wingdings" panose="05000000000000000000" pitchFamily="2" charset="2"/>
              <a:buChar char="§"/>
            </a:pPr>
            <a:r>
              <a:rPr lang="en-US" sz="1100">
                <a:latin typeface="Ubuntu"/>
                <a:cs typeface="Calibri"/>
              </a:rPr>
              <a:t>Product Data Model  requirements are finalized any Data requirements are resolved or have a plan in place without impacting Sprint delivery</a:t>
            </a:r>
            <a:endParaRPr lang="en-US" sz="1100">
              <a:latin typeface="Ubuntu" panose="020B0504030602030204" pitchFamily="34" charset="0"/>
              <a:cs typeface="Calibri" panose="020F0502020204030204" pitchFamily="34" charset="0"/>
            </a:endParaRPr>
          </a:p>
          <a:p>
            <a:pPr>
              <a:buFont typeface="Wingdings" panose="05000000000000000000" pitchFamily="2" charset="2"/>
              <a:buChar char="§"/>
            </a:pPr>
            <a:r>
              <a:rPr lang="en-US" sz="1100">
                <a:latin typeface="Ubuntu" panose="020B0504030602030204" pitchFamily="34" charset="0"/>
                <a:cs typeface="Calibri" panose="020F0502020204030204" pitchFamily="34" charset="0"/>
              </a:rPr>
              <a:t>HLA is signed-off by the architecture team wherever applicable ( applicability of this is determined during elaboration of requirements)</a:t>
            </a:r>
          </a:p>
          <a:p>
            <a:pPr>
              <a:buFont typeface="Wingdings" panose="05000000000000000000" pitchFamily="2" charset="2"/>
              <a:buChar char="§"/>
            </a:pPr>
            <a:r>
              <a:rPr lang="en-GB" sz="1100">
                <a:latin typeface="Ubuntu" panose="020B0504030602030204" pitchFamily="34" charset="0"/>
                <a:cs typeface="Calibri" panose="020F0502020204030204" pitchFamily="34" charset="0"/>
              </a:rPr>
              <a:t>Other Design items to be in place</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External API or vendor specification document</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IP whitelisting completed for any third-party connectivity</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Service request and response mapping documents</a:t>
            </a:r>
          </a:p>
          <a:p>
            <a:pPr marL="227965" indent="-227965">
              <a:buFont typeface="Wingdings" panose="05000000000000000000" pitchFamily="2" charset="2"/>
              <a:buChar char="§"/>
            </a:pPr>
            <a:r>
              <a:rPr lang="en-US" sz="1100">
                <a:latin typeface="Ubuntu"/>
                <a:cs typeface="Calibri"/>
              </a:rPr>
              <a:t>All dependencies have been resolved. Dependency items are agreed for all third-parties (internal and external)</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Environment configuration completed, and access setup done for </a:t>
            </a:r>
            <a:r>
              <a:rPr lang="en-GB" sz="1100">
                <a:latin typeface="Ubuntu" panose="020B0504030602030204" pitchFamily="34" charset="0"/>
                <a:cs typeface="Calibri" panose="020F0502020204030204" pitchFamily="34" charset="0"/>
              </a:rPr>
              <a:t>Release train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r>
              <a:rPr lang="en-GB" sz="1100"/>
              <a:t>All user stories and sub tasks within a user story are in Done status</a:t>
            </a:r>
          </a:p>
          <a:p>
            <a:r>
              <a:rPr lang="en-GB" sz="1100"/>
              <a:t>Completed user stories follow the User Story Definition of Done or any exception is agreed with Beazley</a:t>
            </a:r>
          </a:p>
          <a:p>
            <a:r>
              <a:rPr lang="en-GB" sz="1100"/>
              <a:t>Stories not in ‘Done’ status have been moved out of the sprint in agreement with Beazley – Stories not in Done status are discussed with respective Product Owner based giving a visibility of a completion plan or a risk if exists. Story is either moved to subsequent sprint or parked in backlog for further action. (Please refer to User story management section for specific scenario covering this)</a:t>
            </a:r>
          </a:p>
          <a:p>
            <a:r>
              <a:rPr lang="en-GB" sz="1100"/>
              <a:t>Test execution is complete in Jira with no test cases in ‘To Do’ status or if any exception is agreed with Beazley</a:t>
            </a:r>
          </a:p>
          <a:p>
            <a:r>
              <a:rPr lang="en-GB" sz="1100"/>
              <a:t>High priority or severity defects have been either closed or there is a mutually agreed fix plan with Beazley for the open defects</a:t>
            </a:r>
          </a:p>
          <a:p>
            <a:r>
              <a:rPr lang="en-GB" sz="1100"/>
              <a:t>Code has been checked-in accordance with the DevOps pipeline</a:t>
            </a:r>
          </a:p>
          <a:p>
            <a:r>
              <a:rPr lang="en-GB" sz="1100"/>
              <a:t>Sprint completion reports has been shared with Beazley stakeholders - Product Owner, Programme management team</a:t>
            </a:r>
          </a:p>
          <a:p>
            <a:pPr marL="227965" indent="-227965"/>
            <a:r>
              <a:rPr lang="en-GB" sz="1100">
                <a:latin typeface="Ubuntu"/>
                <a:cs typeface="Calibri"/>
              </a:rPr>
              <a:t>Automation testing (if applicable) has a coverage to the requirement level as defined in the test strategy</a:t>
            </a:r>
            <a:r>
              <a:rPr lang="en-GB" sz="800">
                <a:latin typeface="Ubuntu"/>
                <a:cs typeface="Calibri"/>
              </a:rPr>
              <a:t> </a:t>
            </a:r>
            <a:endParaRPr lang="en-GB" sz="800"/>
          </a:p>
          <a:p>
            <a:pPr marL="227965" indent="-227965"/>
            <a:r>
              <a:rPr lang="en-GB" sz="1100">
                <a:latin typeface="Ubuntu"/>
                <a:cs typeface="Calibri"/>
              </a:rPr>
              <a:t>Sprint completion reports have been shared with Beazley stakeholders - Product Owner, Programme management team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369332"/>
          </a:xfrm>
          <a:prstGeom prst="rect">
            <a:avLst/>
          </a:prstGeom>
          <a:noFill/>
        </p:spPr>
        <p:txBody>
          <a:bodyPr wrap="square" lIns="91440" tIns="45720" rIns="91440" bIns="45720" rtlCol="0" anchor="t">
            <a:spAutoFit/>
          </a:bodyPr>
          <a:lstStyle/>
          <a:p>
            <a:r>
              <a:rPr lang="en-US" sz="900" i="1"/>
              <a:t> PO   – Product Owner</a:t>
            </a:r>
          </a:p>
          <a:p>
            <a:r>
              <a:rPr lang="en-US" sz="900" i="1"/>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8155668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DDD2-36DC-A907-44C5-A230513CA959}"/>
              </a:ext>
            </a:extLst>
          </p:cNvPr>
          <p:cNvSpPr>
            <a:spLocks noGrp="1"/>
          </p:cNvSpPr>
          <p:nvPr>
            <p:ph type="title"/>
          </p:nvPr>
        </p:nvSpPr>
        <p:spPr>
          <a:xfrm>
            <a:off x="1110491" y="2946873"/>
            <a:ext cx="9776592" cy="716711"/>
          </a:xfrm>
        </p:spPr>
        <p:txBody>
          <a:bodyPr/>
          <a:lstStyle/>
          <a:p>
            <a:pPr algn="ctr"/>
            <a:r>
              <a:rPr lang="en-IN"/>
              <a:t>WORKING WITH Guidewire </a:t>
            </a:r>
            <a:br>
              <a:rPr lang="en-IN"/>
            </a:br>
            <a:br>
              <a:rPr lang="en-IN"/>
            </a:br>
            <a:r>
              <a:rPr lang="en-IN" sz="1800"/>
              <a:t>alignment, governance and assessments</a:t>
            </a:r>
            <a:endParaRPr lang="en-US"/>
          </a:p>
        </p:txBody>
      </p:sp>
      <p:sp>
        <p:nvSpPr>
          <p:cNvPr id="3" name="Date Placeholder 2">
            <a:extLst>
              <a:ext uri="{FF2B5EF4-FFF2-40B4-BE49-F238E27FC236}">
                <a16:creationId xmlns:a16="http://schemas.microsoft.com/office/drawing/2014/main" id="{64617697-1D09-C13F-D9B7-8AD176DDDB45}"/>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FE45E72E-D427-4F7A-AECE-3142A12B9AD0}"/>
              </a:ext>
            </a:extLst>
          </p:cNvPr>
          <p:cNvSpPr>
            <a:spLocks noGrp="1"/>
          </p:cNvSpPr>
          <p:nvPr>
            <p:ph type="ftr" sz="quarter" idx="11"/>
          </p:nvPr>
        </p:nvSpPr>
        <p:spPr/>
        <p:txBody>
          <a:bodyPr/>
          <a:lstStyle/>
          <a:p>
            <a:r>
              <a:rPr lang="en-GB" altLang="en-US"/>
              <a:t>New presentation – Author</a:t>
            </a:r>
          </a:p>
        </p:txBody>
      </p:sp>
      <p:sp>
        <p:nvSpPr>
          <p:cNvPr id="5" name="Slide Number Placeholder 4">
            <a:extLst>
              <a:ext uri="{FF2B5EF4-FFF2-40B4-BE49-F238E27FC236}">
                <a16:creationId xmlns:a16="http://schemas.microsoft.com/office/drawing/2014/main" id="{3FFCC5AD-003B-1863-E9B1-3D1B40E4D1C1}"/>
              </a:ext>
            </a:extLst>
          </p:cNvPr>
          <p:cNvSpPr>
            <a:spLocks noGrp="1"/>
          </p:cNvSpPr>
          <p:nvPr>
            <p:ph type="sldNum" sz="quarter" idx="12"/>
          </p:nvPr>
        </p:nvSpPr>
        <p:spPr/>
        <p:txBody>
          <a:bodyPr/>
          <a:lstStyle/>
          <a:p>
            <a:fld id="{532E4B0F-E077-49F8-921C-80D80331C8AC}" type="slidenum">
              <a:rPr lang="en-GB" altLang="en-US" smtClean="0"/>
              <a:pPr/>
              <a:t>60</a:t>
            </a:fld>
            <a:endParaRPr lang="en-GB" altLang="en-US"/>
          </a:p>
        </p:txBody>
      </p:sp>
    </p:spTree>
    <p:extLst>
      <p:ext uri="{BB962C8B-B14F-4D97-AF65-F5344CB8AC3E}">
        <p14:creationId xmlns:p14="http://schemas.microsoft.com/office/powerpoint/2010/main" val="35783172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4D652D9-3411-89A5-4E6B-360FFAB58CA7}"/>
              </a:ext>
            </a:extLst>
          </p:cNvPr>
          <p:cNvSpPr/>
          <p:nvPr/>
        </p:nvSpPr>
        <p:spPr>
          <a:xfrm>
            <a:off x="-1" y="1178376"/>
            <a:ext cx="12192001" cy="4370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719614AD-B611-D048-15DC-1EA375A98276}"/>
              </a:ext>
            </a:extLst>
          </p:cNvPr>
          <p:cNvSpPr>
            <a:spLocks noGrp="1"/>
          </p:cNvSpPr>
          <p:nvPr>
            <p:ph type="title"/>
          </p:nvPr>
        </p:nvSpPr>
        <p:spPr>
          <a:xfrm>
            <a:off x="73288" y="140755"/>
            <a:ext cx="9776592" cy="716711"/>
          </a:xfrm>
        </p:spPr>
        <p:txBody>
          <a:bodyPr/>
          <a:lstStyle/>
          <a:p>
            <a:r>
              <a:rPr lang="en-IN"/>
              <a:t>THE 3-way collaboration for success</a:t>
            </a:r>
            <a:endParaRPr lang="en-US"/>
          </a:p>
        </p:txBody>
      </p:sp>
      <p:sp>
        <p:nvSpPr>
          <p:cNvPr id="3" name="Date Placeholder 2">
            <a:extLst>
              <a:ext uri="{FF2B5EF4-FFF2-40B4-BE49-F238E27FC236}">
                <a16:creationId xmlns:a16="http://schemas.microsoft.com/office/drawing/2014/main" id="{E7F98B43-2E8F-90BF-599D-72E7FDACDC74}"/>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E52D2787-0BD2-EEF2-3D5C-7F7EF9AADDC4}"/>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5F28BB75-9760-1FC8-5011-6456E7634A5B}"/>
              </a:ext>
            </a:extLst>
          </p:cNvPr>
          <p:cNvSpPr>
            <a:spLocks noGrp="1"/>
          </p:cNvSpPr>
          <p:nvPr>
            <p:ph type="sldNum" sz="quarter" idx="12"/>
          </p:nvPr>
        </p:nvSpPr>
        <p:spPr/>
        <p:txBody>
          <a:bodyPr/>
          <a:lstStyle/>
          <a:p>
            <a:endParaRPr lang="en-GB" altLang="en-US"/>
          </a:p>
        </p:txBody>
      </p:sp>
      <p:graphicFrame>
        <p:nvGraphicFramePr>
          <p:cNvPr id="6" name="Diagram 5">
            <a:extLst>
              <a:ext uri="{FF2B5EF4-FFF2-40B4-BE49-F238E27FC236}">
                <a16:creationId xmlns:a16="http://schemas.microsoft.com/office/drawing/2014/main" id="{AFCB64ED-7858-0482-D517-119AF26FAF4B}"/>
              </a:ext>
            </a:extLst>
          </p:cNvPr>
          <p:cNvGraphicFramePr/>
          <p:nvPr>
            <p:extLst>
              <p:ext uri="{D42A27DB-BD31-4B8C-83A1-F6EECF244321}">
                <p14:modId xmlns:p14="http://schemas.microsoft.com/office/powerpoint/2010/main" val="1422984750"/>
              </p:ext>
            </p:extLst>
          </p:nvPr>
        </p:nvGraphicFramePr>
        <p:xfrm>
          <a:off x="2990574" y="1535316"/>
          <a:ext cx="5656469" cy="3265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6070EA2-1A33-D57A-5739-9057832D322C}"/>
              </a:ext>
            </a:extLst>
          </p:cNvPr>
          <p:cNvSpPr txBox="1"/>
          <p:nvPr/>
        </p:nvSpPr>
        <p:spPr>
          <a:xfrm>
            <a:off x="59635" y="689757"/>
            <a:ext cx="10465904" cy="461665"/>
          </a:xfrm>
          <a:prstGeom prst="rect">
            <a:avLst/>
          </a:prstGeom>
          <a:noFill/>
        </p:spPr>
        <p:txBody>
          <a:bodyPr wrap="square" rtlCol="0">
            <a:spAutoFit/>
          </a:bodyPr>
          <a:lstStyle/>
          <a:p>
            <a:r>
              <a:rPr lang="en-IN" sz="1200"/>
              <a:t>For the success of GPAS &amp; Billing Program, It is critical for Capgemini-Beazley-Guidewire to work in close collaboration across phases of the Program execution. </a:t>
            </a:r>
            <a:endParaRPr lang="en-US" sz="1200"/>
          </a:p>
        </p:txBody>
      </p:sp>
      <p:sp>
        <p:nvSpPr>
          <p:cNvPr id="11" name="TextBox 10">
            <a:extLst>
              <a:ext uri="{FF2B5EF4-FFF2-40B4-BE49-F238E27FC236}">
                <a16:creationId xmlns:a16="http://schemas.microsoft.com/office/drawing/2014/main" id="{CD875C97-F7A6-5DD8-CB0C-A8AF4541D2B1}"/>
              </a:ext>
            </a:extLst>
          </p:cNvPr>
          <p:cNvSpPr txBox="1"/>
          <p:nvPr/>
        </p:nvSpPr>
        <p:spPr>
          <a:xfrm>
            <a:off x="8351003" y="3947167"/>
            <a:ext cx="3679072" cy="1015663"/>
          </a:xfrm>
          <a:prstGeom prst="rect">
            <a:avLst/>
          </a:prstGeom>
          <a:noFill/>
        </p:spPr>
        <p:txBody>
          <a:bodyPr wrap="square" rtlCol="0">
            <a:spAutoFit/>
          </a:bodyPr>
          <a:lstStyle/>
          <a:p>
            <a:pPr marL="171450" indent="-171450" algn="just">
              <a:buFont typeface="Arial" panose="020B0604020202020204" pitchFamily="34" charset="0"/>
              <a:buChar char="•"/>
            </a:pPr>
            <a:r>
              <a:rPr lang="en-IN" sz="1000"/>
              <a:t>Provide SaaS platform to deploy GPAS &amp; Billing solution</a:t>
            </a:r>
          </a:p>
          <a:p>
            <a:pPr marL="171450" indent="-171450" algn="just">
              <a:buFont typeface="Arial" panose="020B0604020202020204" pitchFamily="34" charset="0"/>
              <a:buChar char="•"/>
            </a:pPr>
            <a:r>
              <a:rPr lang="en-IN" sz="1000"/>
              <a:t>Provide Dev and Prod environments</a:t>
            </a:r>
          </a:p>
          <a:p>
            <a:pPr marL="171450" indent="-171450" algn="just">
              <a:buFont typeface="Arial" panose="020B0604020202020204" pitchFamily="34" charset="0"/>
              <a:buChar char="•"/>
            </a:pPr>
            <a:r>
              <a:rPr lang="en-IN" sz="1000"/>
              <a:t>Perform Code assessments &amp; Design validations</a:t>
            </a:r>
          </a:p>
          <a:p>
            <a:pPr marL="171450" indent="-171450" algn="just">
              <a:buFont typeface="Arial" panose="020B0604020202020204" pitchFamily="34" charset="0"/>
              <a:buChar char="•"/>
            </a:pPr>
            <a:r>
              <a:rPr lang="en-IN" sz="1000"/>
              <a:t>Updates on new product version releases</a:t>
            </a:r>
          </a:p>
          <a:p>
            <a:pPr marL="171450" indent="-171450" algn="just">
              <a:buFont typeface="Arial" panose="020B0604020202020204" pitchFamily="34" charset="0"/>
              <a:buChar char="•"/>
            </a:pPr>
            <a:r>
              <a:rPr lang="en-IN" sz="1000"/>
              <a:t>Provide SME support as per the agreements with Beazley &amp; Capgemini</a:t>
            </a:r>
          </a:p>
        </p:txBody>
      </p:sp>
      <p:sp>
        <p:nvSpPr>
          <p:cNvPr id="12" name="TextBox 11">
            <a:extLst>
              <a:ext uri="{FF2B5EF4-FFF2-40B4-BE49-F238E27FC236}">
                <a16:creationId xmlns:a16="http://schemas.microsoft.com/office/drawing/2014/main" id="{41DAFE21-2BCC-D78E-F21B-781BE3D53673}"/>
              </a:ext>
            </a:extLst>
          </p:cNvPr>
          <p:cNvSpPr txBox="1"/>
          <p:nvPr/>
        </p:nvSpPr>
        <p:spPr>
          <a:xfrm>
            <a:off x="288236" y="4036167"/>
            <a:ext cx="3195902" cy="1061829"/>
          </a:xfrm>
          <a:prstGeom prst="rect">
            <a:avLst/>
          </a:prstGeom>
          <a:noFill/>
        </p:spPr>
        <p:txBody>
          <a:bodyPr wrap="square" rtlCol="0">
            <a:spAutoFit/>
          </a:bodyPr>
          <a:lstStyle/>
          <a:p>
            <a:pPr marL="171450" indent="-171450" algn="just">
              <a:buFont typeface="Arial" panose="020B0604020202020204" pitchFamily="34" charset="0"/>
              <a:buChar char="•"/>
            </a:pPr>
            <a:r>
              <a:rPr lang="en-IN" sz="1050"/>
              <a:t>Deploy certified technical team</a:t>
            </a:r>
          </a:p>
          <a:p>
            <a:pPr marL="171450" indent="-171450" algn="just">
              <a:buFont typeface="Arial" panose="020B0604020202020204" pitchFamily="34" charset="0"/>
              <a:buChar char="•"/>
            </a:pPr>
            <a:r>
              <a:rPr lang="en-IN" sz="1050"/>
              <a:t>Build GPAS &amp; Billing Code on SaaS platform</a:t>
            </a:r>
          </a:p>
          <a:p>
            <a:pPr marL="171450" indent="-171450" algn="just">
              <a:buFont typeface="Arial" panose="020B0604020202020204" pitchFamily="34" charset="0"/>
              <a:buChar char="•"/>
            </a:pPr>
            <a:r>
              <a:rPr lang="en-IN" sz="1050"/>
              <a:t>Conform to Guidewire Cloud Coding standards</a:t>
            </a:r>
          </a:p>
          <a:p>
            <a:pPr marL="171450" indent="-171450" algn="just">
              <a:buFont typeface="Arial" panose="020B0604020202020204" pitchFamily="34" charset="0"/>
              <a:buChar char="•"/>
            </a:pPr>
            <a:r>
              <a:rPr lang="en-IN" sz="1050"/>
              <a:t>Resolve Cloud assessment observations</a:t>
            </a:r>
          </a:p>
          <a:p>
            <a:pPr marL="171450" indent="-171450" algn="just">
              <a:buFont typeface="Arial" panose="020B0604020202020204" pitchFamily="34" charset="0"/>
              <a:buChar char="•"/>
            </a:pPr>
            <a:r>
              <a:rPr lang="en-IN" sz="1050"/>
              <a:t>Collaborate for all major design decisions</a:t>
            </a:r>
          </a:p>
          <a:p>
            <a:pPr marL="171450" indent="-171450" algn="just">
              <a:buFont typeface="Arial" panose="020B0604020202020204" pitchFamily="34" charset="0"/>
              <a:buChar char="•"/>
            </a:pPr>
            <a:endParaRPr lang="en-IN" sz="1050"/>
          </a:p>
        </p:txBody>
      </p:sp>
      <p:sp>
        <p:nvSpPr>
          <p:cNvPr id="13" name="TextBox 12">
            <a:extLst>
              <a:ext uri="{FF2B5EF4-FFF2-40B4-BE49-F238E27FC236}">
                <a16:creationId xmlns:a16="http://schemas.microsoft.com/office/drawing/2014/main" id="{206585B5-690C-B060-BFA0-AF113395CF4F}"/>
              </a:ext>
            </a:extLst>
          </p:cNvPr>
          <p:cNvSpPr txBox="1"/>
          <p:nvPr/>
        </p:nvSpPr>
        <p:spPr>
          <a:xfrm>
            <a:off x="6835284" y="1516493"/>
            <a:ext cx="4385841" cy="900246"/>
          </a:xfrm>
          <a:prstGeom prst="rect">
            <a:avLst/>
          </a:prstGeom>
          <a:noFill/>
        </p:spPr>
        <p:txBody>
          <a:bodyPr wrap="square" rtlCol="0">
            <a:spAutoFit/>
          </a:bodyPr>
          <a:lstStyle/>
          <a:p>
            <a:pPr marL="171450" indent="-171450">
              <a:buFont typeface="Arial" panose="020B0604020202020204" pitchFamily="34" charset="0"/>
              <a:buChar char="•"/>
            </a:pPr>
            <a:r>
              <a:rPr lang="en-IN" sz="1050"/>
              <a:t>Finalize &amp; maintain Product contract with Guidewire</a:t>
            </a:r>
          </a:p>
          <a:p>
            <a:pPr marL="171450" indent="-171450">
              <a:buFont typeface="Arial" panose="020B0604020202020204" pitchFamily="34" charset="0"/>
              <a:buChar char="•"/>
            </a:pPr>
            <a:r>
              <a:rPr lang="en-IN" sz="1050"/>
              <a:t>Conform requirements to OOTB</a:t>
            </a:r>
          </a:p>
          <a:p>
            <a:pPr marL="171450" indent="-171450">
              <a:buFont typeface="Arial" panose="020B0604020202020204" pitchFamily="34" charset="0"/>
              <a:buChar char="•"/>
            </a:pPr>
            <a:r>
              <a:rPr lang="en-IN" sz="1050"/>
              <a:t>Timely approvals pending architecture or design considerations</a:t>
            </a:r>
          </a:p>
          <a:p>
            <a:pPr marL="171450" indent="-171450">
              <a:buFont typeface="Arial" panose="020B0604020202020204" pitchFamily="34" charset="0"/>
              <a:buChar char="•"/>
            </a:pPr>
            <a:r>
              <a:rPr lang="en-IN" sz="1050"/>
              <a:t>Review code assessment reports</a:t>
            </a:r>
          </a:p>
          <a:p>
            <a:pPr marL="171450" indent="-171450">
              <a:buFont typeface="Arial" panose="020B0604020202020204" pitchFamily="34" charset="0"/>
              <a:buChar char="•"/>
            </a:pPr>
            <a:r>
              <a:rPr lang="en-IN" sz="1050"/>
              <a:t>Adhering to the Release management prescribed by Guidewire</a:t>
            </a:r>
          </a:p>
        </p:txBody>
      </p:sp>
      <p:graphicFrame>
        <p:nvGraphicFramePr>
          <p:cNvPr id="17" name="Diagram 16">
            <a:extLst>
              <a:ext uri="{FF2B5EF4-FFF2-40B4-BE49-F238E27FC236}">
                <a16:creationId xmlns:a16="http://schemas.microsoft.com/office/drawing/2014/main" id="{9C6F00DB-0525-C666-261D-8334B8683280}"/>
              </a:ext>
            </a:extLst>
          </p:cNvPr>
          <p:cNvGraphicFramePr/>
          <p:nvPr>
            <p:extLst>
              <p:ext uri="{D42A27DB-BD31-4B8C-83A1-F6EECF244321}">
                <p14:modId xmlns:p14="http://schemas.microsoft.com/office/powerpoint/2010/main" val="2908493292"/>
              </p:ext>
            </p:extLst>
          </p:nvPr>
        </p:nvGraphicFramePr>
        <p:xfrm>
          <a:off x="5094001" y="4663666"/>
          <a:ext cx="1293193" cy="6946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TextBox 17">
            <a:extLst>
              <a:ext uri="{FF2B5EF4-FFF2-40B4-BE49-F238E27FC236}">
                <a16:creationId xmlns:a16="http://schemas.microsoft.com/office/drawing/2014/main" id="{3FD5180D-7566-997B-9BC1-F3328288D594}"/>
              </a:ext>
            </a:extLst>
          </p:cNvPr>
          <p:cNvSpPr txBox="1"/>
          <p:nvPr/>
        </p:nvSpPr>
        <p:spPr>
          <a:xfrm>
            <a:off x="5274637" y="4758445"/>
            <a:ext cx="1613416" cy="215444"/>
          </a:xfrm>
          <a:prstGeom prst="rect">
            <a:avLst/>
          </a:prstGeom>
          <a:noFill/>
        </p:spPr>
        <p:txBody>
          <a:bodyPr wrap="square" rtlCol="0">
            <a:spAutoFit/>
          </a:bodyPr>
          <a:lstStyle/>
          <a:p>
            <a:r>
              <a:rPr lang="en-IN" sz="800" b="1"/>
              <a:t>Weekly Cadence</a:t>
            </a:r>
            <a:endParaRPr lang="en-US" sz="800" b="1"/>
          </a:p>
        </p:txBody>
      </p:sp>
      <p:graphicFrame>
        <p:nvGraphicFramePr>
          <p:cNvPr id="19" name="Diagram 18">
            <a:extLst>
              <a:ext uri="{FF2B5EF4-FFF2-40B4-BE49-F238E27FC236}">
                <a16:creationId xmlns:a16="http://schemas.microsoft.com/office/drawing/2014/main" id="{D86DCA0D-4A29-D62B-D82B-D8BFBF27637C}"/>
              </a:ext>
            </a:extLst>
          </p:cNvPr>
          <p:cNvGraphicFramePr/>
          <p:nvPr>
            <p:extLst>
              <p:ext uri="{D42A27DB-BD31-4B8C-83A1-F6EECF244321}">
                <p14:modId xmlns:p14="http://schemas.microsoft.com/office/powerpoint/2010/main" val="4272457368"/>
              </p:ext>
            </p:extLst>
          </p:nvPr>
        </p:nvGraphicFramePr>
        <p:xfrm>
          <a:off x="6688541" y="2902900"/>
          <a:ext cx="1251213" cy="780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0" name="TextBox 19">
            <a:extLst>
              <a:ext uri="{FF2B5EF4-FFF2-40B4-BE49-F238E27FC236}">
                <a16:creationId xmlns:a16="http://schemas.microsoft.com/office/drawing/2014/main" id="{60209D52-104F-3F5C-41CB-7730759A57E6}"/>
              </a:ext>
            </a:extLst>
          </p:cNvPr>
          <p:cNvSpPr txBox="1"/>
          <p:nvPr/>
        </p:nvSpPr>
        <p:spPr>
          <a:xfrm>
            <a:off x="6883622" y="3039159"/>
            <a:ext cx="1561041" cy="215444"/>
          </a:xfrm>
          <a:prstGeom prst="rect">
            <a:avLst/>
          </a:prstGeom>
          <a:noFill/>
        </p:spPr>
        <p:txBody>
          <a:bodyPr wrap="square" rtlCol="0">
            <a:spAutoFit/>
          </a:bodyPr>
          <a:lstStyle/>
          <a:p>
            <a:r>
              <a:rPr lang="en-IN" sz="800" b="1"/>
              <a:t>Weekly Cadence</a:t>
            </a:r>
            <a:endParaRPr lang="en-US" sz="800" b="1"/>
          </a:p>
        </p:txBody>
      </p:sp>
      <p:graphicFrame>
        <p:nvGraphicFramePr>
          <p:cNvPr id="21" name="Diagram 20">
            <a:extLst>
              <a:ext uri="{FF2B5EF4-FFF2-40B4-BE49-F238E27FC236}">
                <a16:creationId xmlns:a16="http://schemas.microsoft.com/office/drawing/2014/main" id="{CDC0170D-5284-53F2-4475-EE18F3B8FC04}"/>
              </a:ext>
            </a:extLst>
          </p:cNvPr>
          <p:cNvGraphicFramePr/>
          <p:nvPr>
            <p:extLst>
              <p:ext uri="{D42A27DB-BD31-4B8C-83A1-F6EECF244321}">
                <p14:modId xmlns:p14="http://schemas.microsoft.com/office/powerpoint/2010/main" val="3801757684"/>
              </p:ext>
            </p:extLst>
          </p:nvPr>
        </p:nvGraphicFramePr>
        <p:xfrm>
          <a:off x="5135981" y="3009909"/>
          <a:ext cx="1251213" cy="78010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2" name="TextBox 21">
            <a:extLst>
              <a:ext uri="{FF2B5EF4-FFF2-40B4-BE49-F238E27FC236}">
                <a16:creationId xmlns:a16="http://schemas.microsoft.com/office/drawing/2014/main" id="{762BDE76-75E5-704F-A9F6-7A490C4D587A}"/>
              </a:ext>
            </a:extLst>
          </p:cNvPr>
          <p:cNvSpPr txBox="1"/>
          <p:nvPr/>
        </p:nvSpPr>
        <p:spPr>
          <a:xfrm>
            <a:off x="5412196" y="3092184"/>
            <a:ext cx="1125671" cy="307777"/>
          </a:xfrm>
          <a:prstGeom prst="rect">
            <a:avLst/>
          </a:prstGeom>
          <a:noFill/>
        </p:spPr>
        <p:txBody>
          <a:bodyPr wrap="square" rtlCol="0">
            <a:spAutoFit/>
          </a:bodyPr>
          <a:lstStyle/>
          <a:p>
            <a:r>
              <a:rPr lang="en-IN" sz="700" b="1">
                <a:solidFill>
                  <a:schemeClr val="tx2">
                    <a:lumMod val="95000"/>
                    <a:lumOff val="5000"/>
                  </a:schemeClr>
                </a:solidFill>
              </a:rPr>
              <a:t>3 Way Cadence on Need basis</a:t>
            </a:r>
            <a:endParaRPr lang="en-US" sz="700" b="1">
              <a:solidFill>
                <a:schemeClr val="tx2">
                  <a:lumMod val="95000"/>
                  <a:lumOff val="5000"/>
                </a:schemeClr>
              </a:solidFill>
            </a:endParaRPr>
          </a:p>
        </p:txBody>
      </p:sp>
      <p:sp>
        <p:nvSpPr>
          <p:cNvPr id="24" name="TextBox 23">
            <a:extLst>
              <a:ext uri="{FF2B5EF4-FFF2-40B4-BE49-F238E27FC236}">
                <a16:creationId xmlns:a16="http://schemas.microsoft.com/office/drawing/2014/main" id="{253D7C3F-4640-88F8-D4F3-7D48A95B783D}"/>
              </a:ext>
            </a:extLst>
          </p:cNvPr>
          <p:cNvSpPr txBox="1"/>
          <p:nvPr/>
        </p:nvSpPr>
        <p:spPr>
          <a:xfrm>
            <a:off x="11748" y="6010604"/>
            <a:ext cx="1918252" cy="521307"/>
          </a:xfrm>
          <a:prstGeom prst="homePlate">
            <a:avLst/>
          </a:prstGeom>
          <a:solidFill>
            <a:srgbClr val="FFC000"/>
          </a:solidFill>
        </p:spPr>
        <p:txBody>
          <a:bodyPr wrap="square" rtlCol="0">
            <a:spAutoFit/>
          </a:bodyPr>
          <a:lstStyle/>
          <a:p>
            <a:r>
              <a:rPr lang="en-IN" sz="1400" b="1"/>
              <a:t>KEY SUCCESS FACTORS</a:t>
            </a:r>
            <a:endParaRPr lang="en-US" sz="1400" b="1"/>
          </a:p>
        </p:txBody>
      </p:sp>
      <p:sp>
        <p:nvSpPr>
          <p:cNvPr id="25" name="TextBox 24">
            <a:extLst>
              <a:ext uri="{FF2B5EF4-FFF2-40B4-BE49-F238E27FC236}">
                <a16:creationId xmlns:a16="http://schemas.microsoft.com/office/drawing/2014/main" id="{701E1FEE-051B-3E0C-CF53-46F65074B783}"/>
              </a:ext>
            </a:extLst>
          </p:cNvPr>
          <p:cNvSpPr txBox="1"/>
          <p:nvPr/>
        </p:nvSpPr>
        <p:spPr>
          <a:xfrm>
            <a:off x="2303391" y="6137779"/>
            <a:ext cx="2870123" cy="269529"/>
          </a:xfrm>
          <a:prstGeom prst="rect">
            <a:avLst/>
          </a:prstGeom>
          <a:solidFill>
            <a:schemeClr val="accent1">
              <a:lumMod val="60000"/>
              <a:lumOff val="40000"/>
            </a:schemeClr>
          </a:solidFill>
          <a:ln>
            <a:noFill/>
          </a:ln>
        </p:spPr>
        <p:txBody>
          <a:bodyPr wrap="square" rtlCol="0">
            <a:spAutoFit/>
          </a:bodyPr>
          <a:lstStyle/>
          <a:p>
            <a:pPr algn="ctr"/>
            <a:r>
              <a:rPr lang="en-IN" sz="1100">
                <a:solidFill>
                  <a:schemeClr val="bg1"/>
                </a:solidFill>
              </a:rPr>
              <a:t>Align requirements to Product</a:t>
            </a:r>
            <a:endParaRPr lang="en-US" sz="1100">
              <a:solidFill>
                <a:schemeClr val="bg1"/>
              </a:solidFill>
            </a:endParaRPr>
          </a:p>
        </p:txBody>
      </p:sp>
      <p:sp>
        <p:nvSpPr>
          <p:cNvPr id="26" name="TextBox 25">
            <a:extLst>
              <a:ext uri="{FF2B5EF4-FFF2-40B4-BE49-F238E27FC236}">
                <a16:creationId xmlns:a16="http://schemas.microsoft.com/office/drawing/2014/main" id="{D19C9E1B-6ABD-4173-D6ED-164F4D2109A3}"/>
              </a:ext>
            </a:extLst>
          </p:cNvPr>
          <p:cNvSpPr txBox="1"/>
          <p:nvPr/>
        </p:nvSpPr>
        <p:spPr>
          <a:xfrm>
            <a:off x="5292587" y="6133175"/>
            <a:ext cx="2870123" cy="269529"/>
          </a:xfrm>
          <a:prstGeom prst="rect">
            <a:avLst/>
          </a:prstGeom>
          <a:solidFill>
            <a:schemeClr val="accent3">
              <a:lumMod val="25000"/>
              <a:lumOff val="75000"/>
            </a:schemeClr>
          </a:solidFill>
        </p:spPr>
        <p:txBody>
          <a:bodyPr wrap="square" rtlCol="0">
            <a:spAutoFit/>
          </a:bodyPr>
          <a:lstStyle/>
          <a:p>
            <a:pPr algn="ctr"/>
            <a:r>
              <a:rPr lang="en-IN" sz="1100"/>
              <a:t>Design and Build to standards</a:t>
            </a:r>
            <a:endParaRPr lang="en-US" sz="1100"/>
          </a:p>
        </p:txBody>
      </p:sp>
      <p:sp>
        <p:nvSpPr>
          <p:cNvPr id="27" name="TextBox 26">
            <a:extLst>
              <a:ext uri="{FF2B5EF4-FFF2-40B4-BE49-F238E27FC236}">
                <a16:creationId xmlns:a16="http://schemas.microsoft.com/office/drawing/2014/main" id="{6A2F57E9-4007-D7DB-84A8-D3C5B9588FC9}"/>
              </a:ext>
            </a:extLst>
          </p:cNvPr>
          <p:cNvSpPr txBox="1"/>
          <p:nvPr/>
        </p:nvSpPr>
        <p:spPr>
          <a:xfrm>
            <a:off x="8351003" y="6137779"/>
            <a:ext cx="2870123" cy="269529"/>
          </a:xfrm>
          <a:prstGeom prst="rect">
            <a:avLst/>
          </a:prstGeom>
          <a:solidFill>
            <a:srgbClr val="C00000"/>
          </a:solidFill>
        </p:spPr>
        <p:txBody>
          <a:bodyPr wrap="square" rtlCol="0">
            <a:spAutoFit/>
          </a:bodyPr>
          <a:lstStyle/>
          <a:p>
            <a:pPr algn="ctr"/>
            <a:r>
              <a:rPr lang="en-IN" sz="1100">
                <a:solidFill>
                  <a:schemeClr val="bg1"/>
                </a:solidFill>
              </a:rPr>
              <a:t>Collaborate on decisions</a:t>
            </a:r>
            <a:endParaRPr lang="en-US" sz="1100">
              <a:solidFill>
                <a:schemeClr val="bg1"/>
              </a:solidFill>
            </a:endParaRPr>
          </a:p>
        </p:txBody>
      </p:sp>
    </p:spTree>
    <p:extLst>
      <p:ext uri="{BB962C8B-B14F-4D97-AF65-F5344CB8AC3E}">
        <p14:creationId xmlns:p14="http://schemas.microsoft.com/office/powerpoint/2010/main" val="31918730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kumimoji="0" lang="en-GB" sz="2800" b="1" i="0" u="none" strike="noStrike" kern="1200" cap="none" spc="0" normalizeH="0" baseline="0" noProof="0">
                <a:ln>
                  <a:noFill/>
                </a:ln>
                <a:solidFill>
                  <a:schemeClr val="tx1"/>
                </a:solidFill>
                <a:effectLst/>
                <a:uLnTx/>
                <a:uFillTx/>
                <a:latin typeface="Ubuntu"/>
              </a:rPr>
              <a:t>Guidewire Cloud </a:t>
            </a:r>
            <a:r>
              <a:rPr lang="en-GB">
                <a:solidFill>
                  <a:schemeClr val="tx1"/>
                </a:solidFill>
                <a:latin typeface="Ubuntu"/>
              </a:rPr>
              <a:t>Assurance Assessment (CAA)</a:t>
            </a:r>
            <a:endParaRPr kumimoji="0" lang="en-GB" sz="2800" b="1" i="0" u="none" strike="noStrike" kern="1200" cap="none" spc="0" normalizeH="0" baseline="0" noProof="0">
              <a:ln>
                <a:noFill/>
              </a:ln>
              <a:solidFill>
                <a:schemeClr val="tx1"/>
              </a:solidFill>
              <a:effectLst/>
              <a:uLnTx/>
              <a:uFillTx/>
              <a:latin typeface="Ubuntu"/>
            </a:endParaRPr>
          </a:p>
        </p:txBody>
      </p:sp>
      <p:sp>
        <p:nvSpPr>
          <p:cNvPr id="4" name="TextBox 3">
            <a:extLst>
              <a:ext uri="{FF2B5EF4-FFF2-40B4-BE49-F238E27FC236}">
                <a16:creationId xmlns:a16="http://schemas.microsoft.com/office/drawing/2014/main" id="{D3E9CD0C-43D4-8A37-4193-057960911025}"/>
              </a:ext>
            </a:extLst>
          </p:cNvPr>
          <p:cNvSpPr txBox="1"/>
          <p:nvPr/>
        </p:nvSpPr>
        <p:spPr>
          <a:xfrm>
            <a:off x="255018" y="3237383"/>
            <a:ext cx="5199304"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0">
                <a:solidFill>
                  <a:srgbClr val="0D0D0D"/>
                </a:solidFill>
                <a:cs typeface="Segoe UI"/>
              </a:rPr>
              <a:t>Overview:</a:t>
            </a:r>
          </a:p>
          <a:p>
            <a:endParaRPr lang="en-US" sz="1100" b="1" kern="0">
              <a:solidFill>
                <a:srgbClr val="0D0D0D"/>
              </a:solidFill>
              <a:cs typeface="Segoe UI"/>
            </a:endParaRPr>
          </a:p>
          <a:p>
            <a:pPr marL="228600">
              <a:buFont typeface=""/>
              <a:buChar char="•"/>
            </a:pPr>
            <a:r>
              <a:rPr lang="en-US" sz="1100" kern="0">
                <a:solidFill>
                  <a:srgbClr val="0D0D0D"/>
                </a:solidFill>
                <a:cs typeface="Segoe UI"/>
              </a:rPr>
              <a:t> </a:t>
            </a:r>
            <a:r>
              <a:rPr lang="en-US" sz="1100" b="1" kern="0">
                <a:solidFill>
                  <a:srgbClr val="0D0D0D"/>
                </a:solidFill>
                <a:cs typeface="Segoe UI"/>
              </a:rPr>
              <a:t>Purpose:</a:t>
            </a:r>
            <a:r>
              <a:rPr lang="en-US" sz="1100" kern="0">
                <a:solidFill>
                  <a:srgbClr val="0D0D0D"/>
                </a:solidFill>
                <a:cs typeface="Segoe UI"/>
              </a:rPr>
              <a:t> </a:t>
            </a:r>
            <a:r>
              <a:rPr lang="en-US" sz="1050" kern="0">
                <a:solidFill>
                  <a:srgbClr val="0D0D0D"/>
                </a:solidFill>
                <a:cs typeface="Segoe UI"/>
              </a:rPr>
              <a:t>Validate if developed code conforms to Guidewire Cloud   </a:t>
            </a:r>
          </a:p>
          <a:p>
            <a:pPr marL="228600"/>
            <a:r>
              <a:rPr lang="en-US" sz="1050" kern="0">
                <a:solidFill>
                  <a:srgbClr val="0D0D0D"/>
                </a:solidFill>
                <a:cs typeface="Segoe UI"/>
              </a:rPr>
              <a:t>	 standards</a:t>
            </a:r>
          </a:p>
          <a:p>
            <a:pPr marL="228600">
              <a:buFont typeface=""/>
              <a:buChar char="•"/>
            </a:pPr>
            <a:r>
              <a:rPr lang="en-US" sz="1100" kern="0">
                <a:solidFill>
                  <a:srgbClr val="0D0D0D"/>
                </a:solidFill>
                <a:cs typeface="Segoe UI"/>
              </a:rPr>
              <a:t> </a:t>
            </a:r>
            <a:r>
              <a:rPr lang="en-US" sz="1100" b="1" kern="0">
                <a:solidFill>
                  <a:srgbClr val="0D0D0D"/>
                </a:solidFill>
                <a:cs typeface="Segoe UI"/>
              </a:rPr>
              <a:t>Frequency:</a:t>
            </a:r>
            <a:r>
              <a:rPr lang="en-US" sz="1100" kern="0">
                <a:solidFill>
                  <a:srgbClr val="0D0D0D"/>
                </a:solidFill>
                <a:cs typeface="Segoe UI"/>
              </a:rPr>
              <a:t> </a:t>
            </a:r>
            <a:r>
              <a:rPr lang="en-US" sz="1050" kern="0">
                <a:solidFill>
                  <a:srgbClr val="0D0D0D"/>
                </a:solidFill>
                <a:cs typeface="Segoe UI"/>
              </a:rPr>
              <a:t>Monthly, at the end of each Sprint/Stabilization/Pre-Go-live</a:t>
            </a:r>
            <a:endParaRPr lang="en-US" sz="1100" kern="0">
              <a:solidFill>
                <a:srgbClr val="0D0D0D"/>
              </a:solidFill>
              <a:cs typeface="Segoe UI"/>
            </a:endParaRPr>
          </a:p>
          <a:p>
            <a:pPr marL="228600"/>
            <a:endParaRPr lang="en-US" sz="1100"/>
          </a:p>
          <a:p>
            <a:r>
              <a:rPr lang="en-US" sz="1100" b="1" kern="0">
                <a:solidFill>
                  <a:srgbClr val="0D0D0D"/>
                </a:solidFill>
                <a:cs typeface="Segoe UI"/>
              </a:rPr>
              <a:t>Assessment Methods:</a:t>
            </a:r>
          </a:p>
          <a:p>
            <a:endParaRPr lang="en-US" sz="1100" b="1" kern="0">
              <a:solidFill>
                <a:srgbClr val="0D0D0D"/>
              </a:solidFill>
              <a:cs typeface="Segoe UI"/>
            </a:endParaRPr>
          </a:p>
          <a:p>
            <a:pPr marL="171450" indent="-171450">
              <a:buFont typeface="Arial" panose="020B0604020202020204" pitchFamily="34" charset="0"/>
              <a:buChar char="•"/>
            </a:pPr>
            <a:r>
              <a:rPr lang="en-IN" sz="1050" kern="0">
                <a:solidFill>
                  <a:srgbClr val="0D0D0D"/>
                </a:solidFill>
                <a:cs typeface="Segoe UI"/>
              </a:rPr>
              <a:t>Automated Cloud Assurance is executed in TeamCity to run inspection on all Cloud Standards that have assessment type “Partial/Fully Automated”. </a:t>
            </a:r>
          </a:p>
          <a:p>
            <a:pPr marL="171450" indent="-171450">
              <a:buFont typeface="Arial" panose="020B0604020202020204" pitchFamily="34" charset="0"/>
              <a:buChar char="•"/>
            </a:pPr>
            <a:r>
              <a:rPr lang="en-IN" sz="1050" kern="0">
                <a:solidFill>
                  <a:srgbClr val="0D0D0D"/>
                </a:solidFill>
                <a:cs typeface="Segoe UI"/>
              </a:rPr>
              <a:t>Additional manual code review of Cloud Standards that have assessment type “manual” are carried out by the Guidewire Cloud Assurance team</a:t>
            </a:r>
          </a:p>
          <a:p>
            <a:endParaRPr lang="en-US" sz="1100" kern="0">
              <a:solidFill>
                <a:srgbClr val="0D0D0D"/>
              </a:solidFill>
              <a:cs typeface="Segoe UI"/>
            </a:endParaRPr>
          </a:p>
          <a:p>
            <a:r>
              <a:rPr lang="en-US" sz="1100" b="1" kern="0">
                <a:solidFill>
                  <a:srgbClr val="0D0D0D"/>
                </a:solidFill>
                <a:cs typeface="Segoe UI"/>
              </a:rPr>
              <a:t>Outcome: Is a Cloud Assurance Report:</a:t>
            </a:r>
          </a:p>
          <a:p>
            <a:endParaRPr lang="en-US" sz="1100" b="1" kern="0">
              <a:solidFill>
                <a:srgbClr val="0D0D0D"/>
              </a:solidFill>
              <a:cs typeface="Segoe UI"/>
            </a:endParaRPr>
          </a:p>
          <a:p>
            <a:pPr marL="171450" indent="-171450">
              <a:buFont typeface="Arial"/>
              <a:buChar char="•"/>
            </a:pPr>
            <a:r>
              <a:rPr lang="en-US" sz="1100">
                <a:solidFill>
                  <a:srgbClr val="0D0D0D"/>
                </a:solidFill>
                <a:cs typeface="Segoe UI"/>
              </a:rPr>
              <a:t>GW provides report on custom code that violates Cloud Standards</a:t>
            </a:r>
          </a:p>
          <a:p>
            <a:pPr marL="171450" indent="-171450">
              <a:buFont typeface="Arial"/>
              <a:buChar char="•"/>
            </a:pPr>
            <a:r>
              <a:rPr lang="en-IN" sz="1100">
                <a:solidFill>
                  <a:srgbClr val="0D0D0D"/>
                </a:solidFill>
                <a:cs typeface="Segoe UI"/>
              </a:rPr>
              <a:t>Provides suggested remediations in the Guidance section of the Cloud Assurance Report</a:t>
            </a:r>
          </a:p>
          <a:p>
            <a:pPr marL="171450" indent="-171450">
              <a:buFont typeface="Arial"/>
              <a:buChar char="•"/>
            </a:pPr>
            <a:r>
              <a:rPr lang="en-US" sz="1100">
                <a:solidFill>
                  <a:srgbClr val="0D0D0D"/>
                </a:solidFill>
                <a:cs typeface="Segoe UI"/>
              </a:rPr>
              <a:t>Capgemini and Beazley teams are provided access to the report</a:t>
            </a:r>
            <a:endParaRPr lang="en-US" sz="1600"/>
          </a:p>
        </p:txBody>
      </p:sp>
      <p:pic>
        <p:nvPicPr>
          <p:cNvPr id="5" name="Picture 4" descr="Diagram of a cloud service&#10;&#10;Description automatically generated">
            <a:extLst>
              <a:ext uri="{FF2B5EF4-FFF2-40B4-BE49-F238E27FC236}">
                <a16:creationId xmlns:a16="http://schemas.microsoft.com/office/drawing/2014/main" id="{07475B88-0C45-E660-E469-D94146E616D5}"/>
              </a:ext>
            </a:extLst>
          </p:cNvPr>
          <p:cNvPicPr>
            <a:picLocks/>
          </p:cNvPicPr>
          <p:nvPr/>
        </p:nvPicPr>
        <p:blipFill>
          <a:blip r:embed="rId3"/>
          <a:stretch>
            <a:fillRect/>
          </a:stretch>
        </p:blipFill>
        <p:spPr>
          <a:xfrm>
            <a:off x="5841401" y="607126"/>
            <a:ext cx="5023909" cy="2362405"/>
          </a:xfrm>
          <a:prstGeom prst="rect">
            <a:avLst/>
          </a:prstGeom>
        </p:spPr>
      </p:pic>
      <p:pic>
        <p:nvPicPr>
          <p:cNvPr id="8" name="Picture 7">
            <a:extLst>
              <a:ext uri="{FF2B5EF4-FFF2-40B4-BE49-F238E27FC236}">
                <a16:creationId xmlns:a16="http://schemas.microsoft.com/office/drawing/2014/main" id="{A1634904-F113-1BA2-1EB1-CC1269051B1F}"/>
              </a:ext>
            </a:extLst>
          </p:cNvPr>
          <p:cNvPicPr>
            <a:picLocks noChangeAspect="1"/>
          </p:cNvPicPr>
          <p:nvPr/>
        </p:nvPicPr>
        <p:blipFill>
          <a:blip r:embed="rId4"/>
          <a:stretch>
            <a:fillRect/>
          </a:stretch>
        </p:blipFill>
        <p:spPr>
          <a:xfrm>
            <a:off x="315669" y="3062947"/>
            <a:ext cx="5033435" cy="157693"/>
          </a:xfrm>
          <a:prstGeom prst="rect">
            <a:avLst/>
          </a:prstGeom>
        </p:spPr>
      </p:pic>
      <p:sp>
        <p:nvSpPr>
          <p:cNvPr id="3" name="TextBox 2">
            <a:extLst>
              <a:ext uri="{FF2B5EF4-FFF2-40B4-BE49-F238E27FC236}">
                <a16:creationId xmlns:a16="http://schemas.microsoft.com/office/drawing/2014/main" id="{20BB6379-0285-56F4-3687-3DD0B131A670}"/>
              </a:ext>
            </a:extLst>
          </p:cNvPr>
          <p:cNvSpPr txBox="1"/>
          <p:nvPr/>
        </p:nvSpPr>
        <p:spPr>
          <a:xfrm>
            <a:off x="5514976" y="3176196"/>
            <a:ext cx="5600699" cy="2292935"/>
          </a:xfrm>
          <a:prstGeom prst="rect">
            <a:avLst/>
          </a:prstGeom>
          <a:noFill/>
        </p:spPr>
        <p:txBody>
          <a:bodyPr wrap="square">
            <a:spAutoFit/>
          </a:bodyPr>
          <a:lstStyle/>
          <a:p>
            <a:r>
              <a:rPr lang="en-US" sz="1100" b="1" kern="0">
                <a:solidFill>
                  <a:srgbClr val="0D0D0D"/>
                </a:solidFill>
                <a:cs typeface="Segoe UI"/>
              </a:rPr>
              <a:t>Review, Resolution &amp; Reporting Process:</a:t>
            </a:r>
          </a:p>
          <a:p>
            <a:endParaRPr lang="en-US" sz="1100" b="1" kern="0">
              <a:solidFill>
                <a:srgbClr val="0D0D0D"/>
              </a:solidFill>
              <a:cs typeface="Segoe UI"/>
            </a:endParaRPr>
          </a:p>
          <a:p>
            <a:pPr marL="742950" lvl="1" indent="-285750">
              <a:buFont typeface="Arial"/>
              <a:buChar char="•"/>
            </a:pPr>
            <a:r>
              <a:rPr lang="en-US" sz="1100" b="1">
                <a:solidFill>
                  <a:srgbClr val="0D0D0D"/>
                </a:solidFill>
                <a:cs typeface="Segoe UI"/>
              </a:rPr>
              <a:t>Issue Identification:</a:t>
            </a:r>
            <a:endParaRPr lang="en-US" sz="1100"/>
          </a:p>
          <a:p>
            <a:pPr marL="1200150" lvl="2" indent="-285750">
              <a:buFont typeface="Arial"/>
              <a:buChar char="•"/>
            </a:pPr>
            <a:r>
              <a:rPr lang="en-US" sz="1100">
                <a:solidFill>
                  <a:srgbClr val="0D0D0D"/>
                </a:solidFill>
                <a:cs typeface="Segoe UI"/>
              </a:rPr>
              <a:t>Guidewire team identifies and documents issues in the Cloud Assurance Report</a:t>
            </a:r>
            <a:endParaRPr lang="en-US" sz="1100"/>
          </a:p>
          <a:p>
            <a:pPr marL="742950" lvl="1" indent="-285750">
              <a:buFont typeface="Arial"/>
              <a:buChar char="•"/>
            </a:pPr>
            <a:r>
              <a:rPr lang="en-US" sz="1100" b="1">
                <a:solidFill>
                  <a:srgbClr val="0D0D0D"/>
                </a:solidFill>
                <a:cs typeface="Segoe UI"/>
              </a:rPr>
              <a:t>Assigning observations to developers</a:t>
            </a:r>
            <a:endParaRPr lang="en-US" sz="1100"/>
          </a:p>
          <a:p>
            <a:pPr marL="1200150" lvl="2" indent="-285750">
              <a:buFont typeface="Arial"/>
              <a:buChar char="•"/>
            </a:pPr>
            <a:r>
              <a:rPr lang="en-US" sz="1100">
                <a:solidFill>
                  <a:srgbClr val="0D0D0D"/>
                </a:solidFill>
                <a:cs typeface="Segoe UI"/>
              </a:rPr>
              <a:t>All Cloud Assurance Report items are moved to JIRA board, assigned priority, and assigned to developers for fix</a:t>
            </a:r>
          </a:p>
          <a:p>
            <a:pPr marL="1200150" lvl="2" indent="-285750">
              <a:buFont typeface="Arial"/>
              <a:buChar char="•"/>
            </a:pPr>
            <a:r>
              <a:rPr lang="en-US" sz="1100">
                <a:solidFill>
                  <a:srgbClr val="0D0D0D"/>
                </a:solidFill>
                <a:cs typeface="Segoe UI"/>
              </a:rPr>
              <a:t>Any conversations on reported issues with Guidewire are completed by team ad-hoc and almost immediately</a:t>
            </a:r>
          </a:p>
          <a:p>
            <a:pPr marL="742950" lvl="1" indent="-285750">
              <a:buFont typeface="Arial"/>
              <a:buChar char="•"/>
            </a:pPr>
            <a:r>
              <a:rPr lang="en-US" sz="1100" b="1" kern="0">
                <a:solidFill>
                  <a:srgbClr val="0D0D0D"/>
                </a:solidFill>
                <a:cs typeface="Segoe UI"/>
              </a:rPr>
              <a:t>Reporting:</a:t>
            </a:r>
          </a:p>
          <a:p>
            <a:pPr marL="1200150" lvl="2" indent="-285750">
              <a:buFont typeface="Arial"/>
              <a:buChar char="•"/>
            </a:pPr>
            <a:r>
              <a:rPr lang="en-US" sz="1100" kern="0">
                <a:solidFill>
                  <a:srgbClr val="0D0D0D"/>
                </a:solidFill>
                <a:cs typeface="Segoe UI"/>
              </a:rPr>
              <a:t>The Guidewire observations fix status is reported via JIRA in the Sprint closure review provided to Beazley</a:t>
            </a:r>
            <a:endParaRPr lang="en-US" sz="1600"/>
          </a:p>
        </p:txBody>
      </p:sp>
      <p:sp>
        <p:nvSpPr>
          <p:cNvPr id="2" name="Rectangle 1">
            <a:extLst>
              <a:ext uri="{FF2B5EF4-FFF2-40B4-BE49-F238E27FC236}">
                <a16:creationId xmlns:a16="http://schemas.microsoft.com/office/drawing/2014/main" id="{C4EE46F5-F28B-905A-7C87-5E422074DC8E}"/>
              </a:ext>
            </a:extLst>
          </p:cNvPr>
          <p:cNvSpPr/>
          <p:nvPr/>
        </p:nvSpPr>
        <p:spPr>
          <a:xfrm>
            <a:off x="315671" y="685800"/>
            <a:ext cx="5199304" cy="2362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7" name="TextBox 6">
            <a:extLst>
              <a:ext uri="{FF2B5EF4-FFF2-40B4-BE49-F238E27FC236}">
                <a16:creationId xmlns:a16="http://schemas.microsoft.com/office/drawing/2014/main" id="{805157E9-C057-74BE-43B5-DFF57CC6D423}"/>
              </a:ext>
            </a:extLst>
          </p:cNvPr>
          <p:cNvSpPr txBox="1"/>
          <p:nvPr/>
        </p:nvSpPr>
        <p:spPr>
          <a:xfrm>
            <a:off x="315671" y="825495"/>
            <a:ext cx="4699819" cy="523220"/>
          </a:xfrm>
          <a:prstGeom prst="rect">
            <a:avLst/>
          </a:prstGeom>
          <a:noFill/>
        </p:spPr>
        <p:txBody>
          <a:bodyPr wrap="square" rtlCol="0">
            <a:spAutoFit/>
          </a:bodyPr>
          <a:lstStyle/>
          <a:p>
            <a:r>
              <a:rPr lang="en-IN" sz="1400" b="1"/>
              <a:t>Cloud Assurance Program Goals are:</a:t>
            </a:r>
          </a:p>
          <a:p>
            <a:endParaRPr lang="en-IN" sz="1400" b="1"/>
          </a:p>
        </p:txBody>
      </p:sp>
      <p:sp>
        <p:nvSpPr>
          <p:cNvPr id="9" name="TextBox 8">
            <a:extLst>
              <a:ext uri="{FF2B5EF4-FFF2-40B4-BE49-F238E27FC236}">
                <a16:creationId xmlns:a16="http://schemas.microsoft.com/office/drawing/2014/main" id="{9DA62556-784D-277C-E6D4-42224ADAAF50}"/>
              </a:ext>
            </a:extLst>
          </p:cNvPr>
          <p:cNvSpPr txBox="1"/>
          <p:nvPr/>
        </p:nvSpPr>
        <p:spPr>
          <a:xfrm>
            <a:off x="398605" y="1040431"/>
            <a:ext cx="5033435" cy="2132892"/>
          </a:xfrm>
          <a:prstGeom prst="rect">
            <a:avLst/>
          </a:prstGeom>
          <a:noFill/>
        </p:spPr>
        <p:txBody>
          <a:bodyPr wrap="square" rtlCol="0">
            <a:spAutoFit/>
          </a:bodyPr>
          <a:lstStyle/>
          <a:p>
            <a:endParaRPr lang="en-IN">
              <a:effectLst/>
            </a:endParaRP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Assess and report adherence to Cloud Standards</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Enforce remediation of Cloud Standards violations by the implementation team</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Competency Assurance    - Periodic reviews conducted to ensure all Developers and Analysts are appropriately trained, certified and each workstream has the required Lead to Associate ratio (1:3).  Managed by Guidewire Education team</a:t>
            </a:r>
          </a:p>
          <a:p>
            <a:endParaRPr lang="en-IN"/>
          </a:p>
        </p:txBody>
      </p:sp>
      <p:pic>
        <p:nvPicPr>
          <p:cNvPr id="12" name="Picture 11">
            <a:extLst>
              <a:ext uri="{FF2B5EF4-FFF2-40B4-BE49-F238E27FC236}">
                <a16:creationId xmlns:a16="http://schemas.microsoft.com/office/drawing/2014/main" id="{49D6B094-499F-AFF2-75F8-768A25AB6E6D}"/>
              </a:ext>
            </a:extLst>
          </p:cNvPr>
          <p:cNvPicPr>
            <a:picLocks noChangeAspect="1"/>
          </p:cNvPicPr>
          <p:nvPr/>
        </p:nvPicPr>
        <p:blipFill>
          <a:blip r:embed="rId5"/>
          <a:stretch>
            <a:fillRect/>
          </a:stretch>
        </p:blipFill>
        <p:spPr>
          <a:xfrm>
            <a:off x="4139381" y="1332981"/>
            <a:ext cx="307036" cy="193701"/>
          </a:xfrm>
          <a:prstGeom prst="rect">
            <a:avLst/>
          </a:prstGeom>
        </p:spPr>
      </p:pic>
      <p:pic>
        <p:nvPicPr>
          <p:cNvPr id="14" name="Picture 13">
            <a:extLst>
              <a:ext uri="{FF2B5EF4-FFF2-40B4-BE49-F238E27FC236}">
                <a16:creationId xmlns:a16="http://schemas.microsoft.com/office/drawing/2014/main" id="{39D16FB6-7BB8-1481-E608-63F987BB59C6}"/>
              </a:ext>
            </a:extLst>
          </p:cNvPr>
          <p:cNvPicPr>
            <a:picLocks noChangeAspect="1"/>
          </p:cNvPicPr>
          <p:nvPr/>
        </p:nvPicPr>
        <p:blipFill>
          <a:blip r:embed="rId6"/>
          <a:stretch>
            <a:fillRect/>
          </a:stretch>
        </p:blipFill>
        <p:spPr>
          <a:xfrm>
            <a:off x="2192592" y="1767084"/>
            <a:ext cx="256677" cy="189130"/>
          </a:xfrm>
          <a:prstGeom prst="rect">
            <a:avLst/>
          </a:prstGeom>
        </p:spPr>
      </p:pic>
      <p:pic>
        <p:nvPicPr>
          <p:cNvPr id="16" name="Picture 15">
            <a:extLst>
              <a:ext uri="{FF2B5EF4-FFF2-40B4-BE49-F238E27FC236}">
                <a16:creationId xmlns:a16="http://schemas.microsoft.com/office/drawing/2014/main" id="{E196D3AA-DB5E-E9D2-D4EC-3B48452C6A7F}"/>
              </a:ext>
            </a:extLst>
          </p:cNvPr>
          <p:cNvPicPr>
            <a:picLocks noChangeAspect="1"/>
          </p:cNvPicPr>
          <p:nvPr/>
        </p:nvPicPr>
        <p:blipFill>
          <a:blip r:embed="rId7"/>
          <a:stretch>
            <a:fillRect/>
          </a:stretch>
        </p:blipFill>
        <p:spPr>
          <a:xfrm>
            <a:off x="2385432" y="1990197"/>
            <a:ext cx="259288" cy="233359"/>
          </a:xfrm>
          <a:prstGeom prst="rect">
            <a:avLst/>
          </a:prstGeom>
        </p:spPr>
      </p:pic>
    </p:spTree>
    <p:extLst>
      <p:ext uri="{BB962C8B-B14F-4D97-AF65-F5344CB8AC3E}">
        <p14:creationId xmlns:p14="http://schemas.microsoft.com/office/powerpoint/2010/main" val="20428857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8133" y="88492"/>
            <a:ext cx="432619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Developer Workflow</a:t>
            </a:r>
          </a:p>
        </p:txBody>
      </p:sp>
      <p:sp>
        <p:nvSpPr>
          <p:cNvPr id="24" name="TextBox 23">
            <a:extLst>
              <a:ext uri="{FF2B5EF4-FFF2-40B4-BE49-F238E27FC236}">
                <a16:creationId xmlns:a16="http://schemas.microsoft.com/office/drawing/2014/main" id="{DE9F6699-A4EB-E190-A87C-48F569402D5E}"/>
              </a:ext>
            </a:extLst>
          </p:cNvPr>
          <p:cNvSpPr txBox="1"/>
          <p:nvPr/>
        </p:nvSpPr>
        <p:spPr>
          <a:xfrm>
            <a:off x="155619" y="733976"/>
            <a:ext cx="5320949" cy="5740033"/>
          </a:xfrm>
          <a:prstGeom prst="rect">
            <a:avLst/>
          </a:prstGeom>
          <a:noFill/>
        </p:spPr>
        <p:txBody>
          <a:bodyPr wrap="square">
            <a:spAutoFit/>
          </a:bodyPr>
          <a:lstStyle/>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Feature Branch Creation and Code Changes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creates a Feature Branch from the release branch and applies changes to the code.</a:t>
            </a: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Code Inspection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runs the Guidewire Assurance plugin to find deviations from cloud standards.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any code standard issues are reported by the plugin: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fixes the issues and re-runs the Guidewire Assurance plugin.</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Pushing to Bitbucket and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pushes the Feature Branch to the Bitbucket repository and waits for the TeamCity CI/CD pipeline to run.</a:t>
            </a:r>
          </a:p>
          <a:p>
            <a:pPr lvl="1">
              <a:buSzPts val="1000"/>
              <a:tabLst>
                <a:tab pos="9144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Handling Test Failures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server or assurance tests fail in the TeamCity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rectifies the code in Guidewire studio , pushes the changes to the Feature Branch</a:t>
            </a:r>
            <a:r>
              <a:rPr lang="en-IN" sz="12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and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continues this cycle until the server test and assurance test pass in TeamCity.</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Pull Request and Code Review</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raises a Pull Request (PR) to merge the Feature Branch into the release branch.</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Lead developer provides code review comments within the PR and creates a task for the developer to refactor the code.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4CE4E6A-E893-0B83-0644-6B123ECB045A}"/>
              </a:ext>
            </a:extLst>
          </p:cNvPr>
          <p:cNvCxnSpPr/>
          <p:nvPr/>
        </p:nvCxnSpPr>
        <p:spPr>
          <a:xfrm>
            <a:off x="5948517" y="88491"/>
            <a:ext cx="0" cy="6515592"/>
          </a:xfrm>
          <a:prstGeom prst="line">
            <a:avLst/>
          </a:prstGeom>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work flow&#10;&#10;Description automatically generated">
            <a:extLst>
              <a:ext uri="{FF2B5EF4-FFF2-40B4-BE49-F238E27FC236}">
                <a16:creationId xmlns:a16="http://schemas.microsoft.com/office/drawing/2014/main" id="{D5C05C0C-8422-2860-7926-5BF3580BF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596324"/>
            <a:ext cx="4831746" cy="5872175"/>
          </a:xfrm>
          <a:prstGeom prst="rect">
            <a:avLst/>
          </a:prstGeom>
        </p:spPr>
      </p:pic>
    </p:spTree>
    <p:extLst>
      <p:ext uri="{BB962C8B-B14F-4D97-AF65-F5344CB8AC3E}">
        <p14:creationId xmlns:p14="http://schemas.microsoft.com/office/powerpoint/2010/main" val="34504655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157316" y="7609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Git Branching and Merging Strategy</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4" name="Rectangle 3">
            <a:extLst>
              <a:ext uri="{FF2B5EF4-FFF2-40B4-BE49-F238E27FC236}">
                <a16:creationId xmlns:a16="http://schemas.microsoft.com/office/drawing/2014/main" id="{A78D7F20-BD18-FBC4-3EBB-56D28960E3AB}"/>
              </a:ext>
            </a:extLst>
          </p:cNvPr>
          <p:cNvSpPr/>
          <p:nvPr/>
        </p:nvSpPr>
        <p:spPr>
          <a:xfrm>
            <a:off x="8347587" y="253917"/>
            <a:ext cx="1681316" cy="21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TextBox 2">
            <a:extLst>
              <a:ext uri="{FF2B5EF4-FFF2-40B4-BE49-F238E27FC236}">
                <a16:creationId xmlns:a16="http://schemas.microsoft.com/office/drawing/2014/main" id="{C90AE33C-F0E6-6FFA-149D-E6FE71B03496}"/>
              </a:ext>
            </a:extLst>
          </p:cNvPr>
          <p:cNvSpPr txBox="1"/>
          <p:nvPr/>
        </p:nvSpPr>
        <p:spPr>
          <a:xfrm>
            <a:off x="277762" y="601896"/>
            <a:ext cx="5827763" cy="3479671"/>
          </a:xfrm>
          <a:prstGeom prst="rect">
            <a:avLst/>
          </a:prstGeom>
          <a:noFill/>
        </p:spPr>
        <p:txBody>
          <a:bodyPr wrap="square">
            <a:spAutoFit/>
          </a:bodyPr>
          <a:lstStyle/>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Guidewire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Follows </a:t>
            </a:r>
            <a:r>
              <a:rPr lang="en-IN" sz="1200" i="1" kern="0">
                <a:solidFill>
                  <a:schemeClr val="accent1"/>
                </a:solidFill>
                <a:effectLst/>
                <a:latin typeface="Segoe UI" panose="020B0502040204020203" pitchFamily="34" charset="0"/>
                <a:ea typeface="Times New Roman" panose="02020603050405020304" pitchFamily="18" charset="0"/>
                <a:cs typeface="Times New Roman" panose="02020603050405020304" pitchFamily="18" charset="0"/>
              </a:rPr>
              <a:t>"Guidewire GW-MTH-1084 Branching Strategy for Guidewire Implementation Projects."</a:t>
            </a:r>
            <a:endParaRPr lang="en-IN" sz="1100" i="1" kern="10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Ensures robust, consistent process for managing parallel code changes within and across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Intended for technical leads and implementation consultants.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latin typeface="Segoe UI" panose="020B0502040204020203" pitchFamily="34" charset="0"/>
                <a:cs typeface="Times New Roman" panose="02020603050405020304" pitchFamily="18" charset="0"/>
              </a:rPr>
              <a:t>Uses Git repositories for version control of source code and software artifacts</a:t>
            </a: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Managed using Guidewire-provisioned Bitbucket Server instance.</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Implements the branching strategy described in the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Branching Strategy Overview</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Production Branch (master)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production branch named master. Contains out-of-the-box product and configurations at project start.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Updated only during release activities or emergency fixes by senior developers.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C93696-1864-0DC7-4D77-1E8EDFF33956}"/>
              </a:ext>
            </a:extLst>
          </p:cNvPr>
          <p:cNvSpPr txBox="1"/>
          <p:nvPr/>
        </p:nvSpPr>
        <p:spPr>
          <a:xfrm>
            <a:off x="277762" y="3704386"/>
            <a:ext cx="6542138" cy="705450"/>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 Release Branch (</a:t>
            </a:r>
            <a:r>
              <a:rPr lang="en-IN" sz="1200" b="1" kern="0" err="1">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gw</a:t>
            </a: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-releases)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master at project start for new product versions and owned by Guidewire Customer and Cloud Operations.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B52411C-42EE-C25D-BB6B-78BD55883BCA}"/>
              </a:ext>
            </a:extLst>
          </p:cNvPr>
          <p:cNvSpPr txBox="1"/>
          <p:nvPr/>
        </p:nvSpPr>
        <p:spPr>
          <a:xfrm>
            <a:off x="277761" y="4338804"/>
            <a:ext cx="6170663" cy="1558953"/>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Mainline Branch (develop)</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mainline branch named develop, created off master and contains all code across all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Accessible to all team developers for merging.</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User-Story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user stories.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050" kern="100">
                <a:effectLst/>
                <a:latin typeface="Calibri" panose="020F0502020204030204" pitchFamily="34" charset="0"/>
                <a:ea typeface="Calibri" panose="020F0502020204030204" pitchFamily="34" charset="0"/>
                <a:cs typeface="Times New Roman" panose="02020603050405020304" pitchFamily="18" charset="0"/>
              </a:rPr>
              <a:t> </a:t>
            </a:r>
            <a:endParaRPr lang="en-IN" sz="1600"/>
          </a:p>
        </p:txBody>
      </p:sp>
      <p:pic>
        <p:nvPicPr>
          <p:cNvPr id="5" name="Picture 4" descr="A diagram of a network&#10;&#10;Description automatically generated">
            <a:extLst>
              <a:ext uri="{FF2B5EF4-FFF2-40B4-BE49-F238E27FC236}">
                <a16:creationId xmlns:a16="http://schemas.microsoft.com/office/drawing/2014/main" id="{08996741-D2A8-3219-FF6A-4E4D4BEB2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882" y="992133"/>
            <a:ext cx="5645356" cy="3159156"/>
          </a:xfrm>
          <a:prstGeom prst="rect">
            <a:avLst/>
          </a:prstGeom>
        </p:spPr>
      </p:pic>
      <p:sp>
        <p:nvSpPr>
          <p:cNvPr id="7" name="TextBox 6">
            <a:extLst>
              <a:ext uri="{FF2B5EF4-FFF2-40B4-BE49-F238E27FC236}">
                <a16:creationId xmlns:a16="http://schemas.microsoft.com/office/drawing/2014/main" id="{0C13EC37-873E-1479-817C-0F603A4A4FDA}"/>
              </a:ext>
            </a:extLst>
          </p:cNvPr>
          <p:cNvSpPr txBox="1"/>
          <p:nvPr/>
        </p:nvSpPr>
        <p:spPr>
          <a:xfrm>
            <a:off x="6187203" y="4171764"/>
            <a:ext cx="5808713" cy="2177904"/>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Defect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defects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Project Release Branches (release/r-*)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Used to stabilize code before moving to production and Named as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release/r-{</a:t>
            </a:r>
            <a:r>
              <a:rPr lang="en-IN" sz="1000" b="1" kern="0" err="1">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release_number</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Hotfix Branches (hotfix/*)</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For high-severity production incidents and created off master and named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hotfix/{id}</a:t>
            </a:r>
            <a:r>
              <a:rPr lang="en-IN" sz="1100" b="1"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t>
            </a:r>
            <a:r>
              <a:rPr lang="en-IN" sz="11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and m</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erged back to master and other branches by authorized developers</a:t>
            </a:r>
          </a:p>
        </p:txBody>
      </p:sp>
      <p:sp>
        <p:nvSpPr>
          <p:cNvPr id="9" name="Speech Bubble: Rectangle with Corners Rounded 8">
            <a:extLst>
              <a:ext uri="{FF2B5EF4-FFF2-40B4-BE49-F238E27FC236}">
                <a16:creationId xmlns:a16="http://schemas.microsoft.com/office/drawing/2014/main" id="{36B397A2-F792-5FB3-C803-0DF4F893B590}"/>
              </a:ext>
            </a:extLst>
          </p:cNvPr>
          <p:cNvSpPr/>
          <p:nvPr/>
        </p:nvSpPr>
        <p:spPr>
          <a:xfrm>
            <a:off x="8082371" y="372764"/>
            <a:ext cx="2018378" cy="507832"/>
          </a:xfrm>
          <a:prstGeom prst="wedgeRoundRectCallout">
            <a:avLst>
              <a:gd name="adj1" fmla="val 77572"/>
              <a:gd name="adj2" fmla="val 72363"/>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master branch</a:t>
            </a:r>
            <a:r>
              <a:rPr lang="en-IN" sz="800">
                <a:solidFill>
                  <a:schemeClr val="bg1"/>
                </a:solidFill>
                <a:latin typeface="Arial" panose="020B0604020202020204" pitchFamily="34" charset="0"/>
                <a:cs typeface="Arial" panose="020B0604020202020204" pitchFamily="34" charset="0"/>
              </a:rPr>
              <a:t>: Updated post release or during emergency fixes</a:t>
            </a:r>
          </a:p>
        </p:txBody>
      </p:sp>
      <p:sp>
        <p:nvSpPr>
          <p:cNvPr id="11" name="Speech Bubble: Rectangle with Corners Rounded 10">
            <a:extLst>
              <a:ext uri="{FF2B5EF4-FFF2-40B4-BE49-F238E27FC236}">
                <a16:creationId xmlns:a16="http://schemas.microsoft.com/office/drawing/2014/main" id="{37E920BF-BA2B-2454-BD9F-47A76FF32115}"/>
              </a:ext>
            </a:extLst>
          </p:cNvPr>
          <p:cNvSpPr/>
          <p:nvPr/>
        </p:nvSpPr>
        <p:spPr>
          <a:xfrm>
            <a:off x="10651916" y="1351541"/>
            <a:ext cx="1425679" cy="558597"/>
          </a:xfrm>
          <a:prstGeom prst="wedgeRoundRectCallout">
            <a:avLst>
              <a:gd name="adj1" fmla="val -6310"/>
              <a:gd name="adj2" fmla="val 99269"/>
              <a:gd name="adj3" fmla="val 16667"/>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release branch: </a:t>
            </a:r>
            <a:r>
              <a:rPr lang="en-IN" sz="900">
                <a:latin typeface="Arial" panose="020B0604020202020204" pitchFamily="34" charset="0"/>
                <a:cs typeface="Arial" panose="020B0604020202020204" pitchFamily="34" charset="0"/>
              </a:rPr>
              <a:t>Created when the project enters stabilization phase</a:t>
            </a:r>
            <a:endParaRPr lang="en-IN" sz="900" b="1">
              <a:latin typeface="Arial" panose="020B0604020202020204" pitchFamily="34" charset="0"/>
              <a:cs typeface="Arial" panose="020B0604020202020204" pitchFamily="34" charset="0"/>
            </a:endParaRPr>
          </a:p>
        </p:txBody>
      </p:sp>
      <p:sp>
        <p:nvSpPr>
          <p:cNvPr id="12" name="Speech Bubble: Rectangle with Corners Rounded 11">
            <a:extLst>
              <a:ext uri="{FF2B5EF4-FFF2-40B4-BE49-F238E27FC236}">
                <a16:creationId xmlns:a16="http://schemas.microsoft.com/office/drawing/2014/main" id="{CD77A307-7CC8-5493-B604-0E6CDFBF8B16}"/>
              </a:ext>
            </a:extLst>
          </p:cNvPr>
          <p:cNvSpPr/>
          <p:nvPr/>
        </p:nvSpPr>
        <p:spPr>
          <a:xfrm>
            <a:off x="9674508" y="4029984"/>
            <a:ext cx="1704563" cy="507832"/>
          </a:xfrm>
          <a:prstGeom prst="wedgeRoundRectCallout">
            <a:avLst>
              <a:gd name="adj1" fmla="val 61869"/>
              <a:gd name="adj2" fmla="val -70063"/>
              <a:gd name="adj3" fmla="val 16667"/>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develop branch</a:t>
            </a:r>
            <a:r>
              <a:rPr lang="en-IN" sz="900">
                <a:latin typeface="Arial" panose="020B0604020202020204" pitchFamily="34" charset="0"/>
                <a:cs typeface="Arial" panose="020B0604020202020204" pitchFamily="34" charset="0"/>
              </a:rPr>
              <a:t>: The mainline branch, contains all code across all releases</a:t>
            </a:r>
          </a:p>
        </p:txBody>
      </p:sp>
      <p:sp>
        <p:nvSpPr>
          <p:cNvPr id="16" name="Speech Bubble: Rectangle with Corners Rounded 15">
            <a:extLst>
              <a:ext uri="{FF2B5EF4-FFF2-40B4-BE49-F238E27FC236}">
                <a16:creationId xmlns:a16="http://schemas.microsoft.com/office/drawing/2014/main" id="{BB360998-D650-32B3-DC82-7ADAE28B5CA6}"/>
              </a:ext>
            </a:extLst>
          </p:cNvPr>
          <p:cNvSpPr/>
          <p:nvPr/>
        </p:nvSpPr>
        <p:spPr>
          <a:xfrm>
            <a:off x="9232924" y="1160935"/>
            <a:ext cx="1239118" cy="507832"/>
          </a:xfrm>
          <a:prstGeom prst="wedgeRoundRectCallout">
            <a:avLst>
              <a:gd name="adj1" fmla="val -66339"/>
              <a:gd name="adj2" fmla="val 39450"/>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err="1">
                <a:latin typeface="Arial" panose="020B0604020202020204" pitchFamily="34" charset="0"/>
                <a:cs typeface="Arial" panose="020B0604020202020204" pitchFamily="34" charset="0"/>
              </a:rPr>
              <a:t>gw</a:t>
            </a:r>
            <a:r>
              <a:rPr lang="en-IN" sz="900" b="1">
                <a:latin typeface="Arial" panose="020B0604020202020204" pitchFamily="34" charset="0"/>
                <a:cs typeface="Arial" panose="020B0604020202020204" pitchFamily="34" charset="0"/>
              </a:rPr>
              <a:t>-releases branch: </a:t>
            </a:r>
            <a:r>
              <a:rPr lang="en-IN" sz="800">
                <a:latin typeface="Arial" panose="020B0604020202020204" pitchFamily="34" charset="0"/>
                <a:cs typeface="Arial" panose="020B0604020202020204" pitchFamily="34" charset="0"/>
              </a:rPr>
              <a:t>Owned by GW</a:t>
            </a:r>
            <a:endParaRPr lang="en-IN" sz="800" b="1">
              <a:latin typeface="Arial" panose="020B0604020202020204" pitchFamily="34" charset="0"/>
              <a:cs typeface="Arial" panose="020B0604020202020204" pitchFamily="34" charset="0"/>
            </a:endParaRPr>
          </a:p>
        </p:txBody>
      </p:sp>
      <p:sp>
        <p:nvSpPr>
          <p:cNvPr id="14" name="Speech Bubble: Rectangle with Corners Rounded 13">
            <a:extLst>
              <a:ext uri="{FF2B5EF4-FFF2-40B4-BE49-F238E27FC236}">
                <a16:creationId xmlns:a16="http://schemas.microsoft.com/office/drawing/2014/main" id="{8E6F847A-195A-3864-1AA1-7FA87B173DDD}"/>
              </a:ext>
            </a:extLst>
          </p:cNvPr>
          <p:cNvSpPr/>
          <p:nvPr/>
        </p:nvSpPr>
        <p:spPr>
          <a:xfrm>
            <a:off x="5527317" y="2351190"/>
            <a:ext cx="1704563" cy="507832"/>
          </a:xfrm>
          <a:prstGeom prst="wedgeRoundRectCallout">
            <a:avLst>
              <a:gd name="adj1" fmla="val 36507"/>
              <a:gd name="adj2" fmla="val -130203"/>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hotfix branch</a:t>
            </a:r>
            <a:r>
              <a:rPr lang="en-IN" sz="900">
                <a:latin typeface="Arial" panose="020B0604020202020204" pitchFamily="34" charset="0"/>
                <a:cs typeface="Arial" panose="020B0604020202020204" pitchFamily="34" charset="0"/>
              </a:rPr>
              <a:t>: Used for high-severity production incidents</a:t>
            </a:r>
          </a:p>
        </p:txBody>
      </p:sp>
      <p:sp>
        <p:nvSpPr>
          <p:cNvPr id="17" name="Speech Bubble: Rectangle with Corners Rounded 16">
            <a:extLst>
              <a:ext uri="{FF2B5EF4-FFF2-40B4-BE49-F238E27FC236}">
                <a16:creationId xmlns:a16="http://schemas.microsoft.com/office/drawing/2014/main" id="{470EDCE0-CE9D-C81F-10A4-662AE0A7D140}"/>
              </a:ext>
            </a:extLst>
          </p:cNvPr>
          <p:cNvSpPr/>
          <p:nvPr/>
        </p:nvSpPr>
        <p:spPr>
          <a:xfrm>
            <a:off x="9981278" y="2922399"/>
            <a:ext cx="1555340" cy="509154"/>
          </a:xfrm>
          <a:prstGeom prst="wedgeRoundRectCallout">
            <a:avLst>
              <a:gd name="adj1" fmla="val -98583"/>
              <a:gd name="adj2" fmla="val 58298"/>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user story branch: </a:t>
            </a:r>
            <a:r>
              <a:rPr lang="en-IN" sz="800">
                <a:solidFill>
                  <a:schemeClr val="bg1"/>
                </a:solidFill>
                <a:latin typeface="Arial" panose="020B0604020202020204" pitchFamily="34" charset="0"/>
                <a:cs typeface="Arial" panose="020B0604020202020204" pitchFamily="34" charset="0"/>
              </a:rPr>
              <a:t>Changes pertaining to a  user story developed in the user story branch</a:t>
            </a:r>
            <a:endParaRPr lang="en-IN" sz="90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CB474D8-15F0-D82A-9E0E-DDC6776C875F}"/>
              </a:ext>
            </a:extLst>
          </p:cNvPr>
          <p:cNvSpPr txBox="1"/>
          <p:nvPr/>
        </p:nvSpPr>
        <p:spPr>
          <a:xfrm>
            <a:off x="0" y="5730090"/>
            <a:ext cx="6285171" cy="669414"/>
          </a:xfrm>
          <a:prstGeom prst="rect">
            <a:avLst/>
          </a:prstGeom>
          <a:solidFill>
            <a:schemeClr val="bg1">
              <a:lumMod val="95000"/>
            </a:schemeClr>
          </a:solidFill>
        </p:spPr>
        <p:txBody>
          <a:bodyPr wrap="square">
            <a:spAutoFit/>
          </a:bodyPr>
          <a:lstStyle/>
          <a:p>
            <a:pPr marL="268288" lvl="1" indent="-179388">
              <a:buSzPts val="1000"/>
              <a:tabLst>
                <a:tab pos="1371600" algn="l"/>
              </a:tabLst>
            </a:pPr>
            <a:r>
              <a:rPr lang="en-IN" sz="1050" b="1" i="1" kern="0">
                <a:ea typeface="Calibri" panose="020F0502020204030204" pitchFamily="34" charset="0"/>
                <a:cs typeface="Times New Roman" panose="02020603050405020304" pitchFamily="18" charset="0"/>
              </a:rPr>
              <a:t>Note: </a:t>
            </a:r>
          </a:p>
          <a:p>
            <a:pPr marL="685800" lvl="1" indent="-228600">
              <a:buSzPts val="1000"/>
              <a:buAutoNum type="arabicPeriod"/>
              <a:tabLst>
                <a:tab pos="1371600" algn="l"/>
              </a:tabLst>
            </a:pPr>
            <a:r>
              <a:rPr lang="en-IN" sz="900" i="0">
                <a:effectLst/>
              </a:rPr>
              <a:t>Code management strategy will be revisite</a:t>
            </a:r>
            <a:r>
              <a:rPr lang="en-IN" sz="900"/>
              <a:t>d once the single instance vs multiple instance code base approach is finalized (US region and UK region specific)</a:t>
            </a:r>
            <a:endParaRPr lang="en-IN" sz="900" i="0">
              <a:effectLst/>
            </a:endParaRPr>
          </a:p>
          <a:p>
            <a:pPr marL="685800" lvl="1" indent="-228600">
              <a:buSzPts val="1000"/>
              <a:buAutoNum type="arabicPeriod"/>
              <a:tabLst>
                <a:tab pos="1371600" algn="l"/>
              </a:tabLst>
            </a:pPr>
            <a:r>
              <a:rPr lang="en-IN" sz="900" i="0">
                <a:effectLst/>
              </a:rPr>
              <a:t>For the initial foundation release, there will be a single branch (develop)</a:t>
            </a:r>
            <a:endParaRPr lang="en-IN" sz="1200" kern="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347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D6F0-BD6E-C6A0-DF40-88329FFE4005}"/>
              </a:ext>
            </a:extLst>
          </p:cNvPr>
          <p:cNvSpPr>
            <a:spLocks noGrp="1"/>
          </p:cNvSpPr>
          <p:nvPr>
            <p:ph type="title"/>
          </p:nvPr>
        </p:nvSpPr>
        <p:spPr>
          <a:xfrm>
            <a:off x="92964" y="70695"/>
            <a:ext cx="9776592" cy="553869"/>
          </a:xfrm>
        </p:spPr>
        <p:txBody>
          <a:bodyPr/>
          <a:lstStyle/>
          <a:p>
            <a:r>
              <a:rPr lang="en-IN" sz="2000"/>
              <a:t>Guidewire updates Process</a:t>
            </a:r>
            <a:endParaRPr lang="en-US" sz="2000"/>
          </a:p>
        </p:txBody>
      </p:sp>
      <p:sp>
        <p:nvSpPr>
          <p:cNvPr id="3" name="Date Placeholder 2">
            <a:extLst>
              <a:ext uri="{FF2B5EF4-FFF2-40B4-BE49-F238E27FC236}">
                <a16:creationId xmlns:a16="http://schemas.microsoft.com/office/drawing/2014/main" id="{D5383689-08B4-4D36-8FD7-DA16A68DB005}"/>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7030F571-E9C8-A568-C4CF-EC13730CC46E}"/>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4D75CCB5-137F-1B45-B5C9-F0E274B4D7B5}"/>
              </a:ext>
            </a:extLst>
          </p:cNvPr>
          <p:cNvSpPr>
            <a:spLocks noGrp="1"/>
          </p:cNvSpPr>
          <p:nvPr>
            <p:ph type="sldNum" sz="quarter" idx="12"/>
          </p:nvPr>
        </p:nvSpPr>
        <p:spPr/>
        <p:txBody>
          <a:bodyPr/>
          <a:lstStyle/>
          <a:p>
            <a:endParaRPr lang="en-GB" altLang="en-US"/>
          </a:p>
        </p:txBody>
      </p:sp>
      <p:sp>
        <p:nvSpPr>
          <p:cNvPr id="9" name="TextBox 8">
            <a:extLst>
              <a:ext uri="{FF2B5EF4-FFF2-40B4-BE49-F238E27FC236}">
                <a16:creationId xmlns:a16="http://schemas.microsoft.com/office/drawing/2014/main" id="{8EAE1C5E-2848-04B0-B245-270B7F78B942}"/>
              </a:ext>
            </a:extLst>
          </p:cNvPr>
          <p:cNvSpPr txBox="1"/>
          <p:nvPr/>
        </p:nvSpPr>
        <p:spPr>
          <a:xfrm>
            <a:off x="646516" y="2574659"/>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GUIDEWIRE LAYER AND CUSTOMER LAYER</a:t>
            </a:r>
          </a:p>
        </p:txBody>
      </p:sp>
      <p:sp>
        <p:nvSpPr>
          <p:cNvPr id="10" name="TextBox 9">
            <a:extLst>
              <a:ext uri="{FF2B5EF4-FFF2-40B4-BE49-F238E27FC236}">
                <a16:creationId xmlns:a16="http://schemas.microsoft.com/office/drawing/2014/main" id="{F88E1010-514F-997C-4033-AB7CC8EBCB38}"/>
              </a:ext>
            </a:extLst>
          </p:cNvPr>
          <p:cNvSpPr txBox="1"/>
          <p:nvPr/>
        </p:nvSpPr>
        <p:spPr>
          <a:xfrm>
            <a:off x="576942" y="775839"/>
            <a:ext cx="4035287" cy="261610"/>
          </a:xfrm>
          <a:prstGeom prst="rect">
            <a:avLst/>
          </a:prstGeom>
          <a:solidFill>
            <a:schemeClr val="accent3"/>
          </a:solidFill>
        </p:spPr>
        <p:txBody>
          <a:bodyPr wrap="square" rtlCol="0">
            <a:spAutoFit/>
          </a:bodyPr>
          <a:lstStyle/>
          <a:p>
            <a:r>
              <a:rPr lang="en-IN" sz="1100">
                <a:solidFill>
                  <a:schemeClr val="bg1"/>
                </a:solidFill>
                <a:latin typeface="+mj-lt"/>
              </a:rPr>
              <a:t>Capgemini’s GUIDEWIRE UPDATES SCOPE</a:t>
            </a:r>
          </a:p>
        </p:txBody>
      </p:sp>
      <p:sp>
        <p:nvSpPr>
          <p:cNvPr id="11" name="TextBox 10">
            <a:extLst>
              <a:ext uri="{FF2B5EF4-FFF2-40B4-BE49-F238E27FC236}">
                <a16:creationId xmlns:a16="http://schemas.microsoft.com/office/drawing/2014/main" id="{4D6CF719-EFFE-73A1-A683-2514BC931479}"/>
              </a:ext>
            </a:extLst>
          </p:cNvPr>
          <p:cNvSpPr txBox="1"/>
          <p:nvPr/>
        </p:nvSpPr>
        <p:spPr>
          <a:xfrm>
            <a:off x="576942" y="2881878"/>
            <a:ext cx="9445911" cy="843821"/>
          </a:xfrm>
          <a:prstGeom prst="rect">
            <a:avLst/>
          </a:prstGeom>
          <a:noFill/>
        </p:spPr>
        <p:txBody>
          <a:bodyPr wrap="square">
            <a:spAutoFit/>
          </a:bodyPr>
          <a:lstStyle/>
          <a:p>
            <a:pPr marL="184150" marR="5080" indent="-171450">
              <a:lnSpc>
                <a:spcPct val="100000"/>
              </a:lnSpc>
              <a:spcBef>
                <a:spcPts val="100"/>
              </a:spcBef>
              <a:buFont typeface="Arial" panose="020B0604020202020204" pitchFamily="34" charset="0"/>
              <a:buChar char="•"/>
            </a:pPr>
            <a:r>
              <a:rPr lang="en-IN" sz="1200"/>
              <a:t>The Guidewire layer and customer layer are defined to designate clear ownership of files that are contained within the  InsuranceSuite artifact</a:t>
            </a:r>
          </a:p>
          <a:p>
            <a:pPr marL="184150" marR="5080" indent="-171450">
              <a:lnSpc>
                <a:spcPct val="100000"/>
              </a:lnSpc>
              <a:spcBef>
                <a:spcPts val="100"/>
              </a:spcBef>
              <a:buFont typeface="Arial" panose="020B0604020202020204" pitchFamily="34" charset="0"/>
              <a:buChar char="•"/>
            </a:pPr>
            <a:r>
              <a:rPr lang="en-IN" sz="1200"/>
              <a:t>For every Version Update cycle, Guidewire will perform the Guidewire Layer update, followed by Capgemini doing the customer layer update and regression testing</a:t>
            </a:r>
          </a:p>
        </p:txBody>
      </p:sp>
      <p:sp>
        <p:nvSpPr>
          <p:cNvPr id="12" name="TextBox 11">
            <a:extLst>
              <a:ext uri="{FF2B5EF4-FFF2-40B4-BE49-F238E27FC236}">
                <a16:creationId xmlns:a16="http://schemas.microsoft.com/office/drawing/2014/main" id="{DFCAA548-6752-2C2E-803C-4EFC9B0A501B}"/>
              </a:ext>
            </a:extLst>
          </p:cNvPr>
          <p:cNvSpPr txBox="1"/>
          <p:nvPr/>
        </p:nvSpPr>
        <p:spPr>
          <a:xfrm>
            <a:off x="646516" y="3986248"/>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Indicative timeline  for each Update activity</a:t>
            </a:r>
          </a:p>
        </p:txBody>
      </p:sp>
      <p:sp>
        <p:nvSpPr>
          <p:cNvPr id="13" name="TextBox 12">
            <a:extLst>
              <a:ext uri="{FF2B5EF4-FFF2-40B4-BE49-F238E27FC236}">
                <a16:creationId xmlns:a16="http://schemas.microsoft.com/office/drawing/2014/main" id="{95D14826-D73B-07AB-3902-F91831C3CD51}"/>
              </a:ext>
            </a:extLst>
          </p:cNvPr>
          <p:cNvSpPr txBox="1"/>
          <p:nvPr/>
        </p:nvSpPr>
        <p:spPr>
          <a:xfrm>
            <a:off x="576942" y="1073549"/>
            <a:ext cx="9610668" cy="1246495"/>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IN" sz="1200"/>
              <a:t>Capgemini will Update Beazley’s Foundation Release to have the latest GW v10 release of PC and BC components</a:t>
            </a:r>
          </a:p>
          <a:p>
            <a:pPr marL="285750" indent="-285750">
              <a:spcBef>
                <a:spcPts val="600"/>
              </a:spcBef>
              <a:buFont typeface="Arial" panose="020B0604020202020204" pitchFamily="34" charset="0"/>
              <a:buChar char="•"/>
            </a:pPr>
            <a:r>
              <a:rPr lang="en-IN" sz="1200"/>
              <a:t>To best protect the release delivery timeline, Version Update will be taken-up during Sprint development phase and not in Stabilisation phase (E2E+UAT)</a:t>
            </a:r>
          </a:p>
          <a:p>
            <a:pPr marL="285750" indent="-285750">
              <a:spcBef>
                <a:spcPts val="600"/>
              </a:spcBef>
              <a:buFont typeface="Arial" panose="020B0604020202020204" pitchFamily="34" charset="0"/>
              <a:buChar char="•"/>
            </a:pPr>
            <a:r>
              <a:rPr lang="en-IN" sz="1200"/>
              <a:t>To keep the Update efforts within the plan, Beazley implementation must stay within 10% customization limit</a:t>
            </a:r>
          </a:p>
          <a:p>
            <a:pPr marL="285750" indent="-285750">
              <a:spcBef>
                <a:spcPts val="600"/>
              </a:spcBef>
              <a:buFont typeface="Arial" panose="020B0604020202020204" pitchFamily="34" charset="0"/>
              <a:buChar char="•"/>
            </a:pPr>
            <a:r>
              <a:rPr lang="en-IN" sz="1200"/>
              <a:t>Updated code base will undergo regression testing, deployments into higher environments &amp; developer synch-up activities</a:t>
            </a:r>
            <a:endParaRPr lang="en-US" sz="1200"/>
          </a:p>
        </p:txBody>
      </p:sp>
      <p:sp>
        <p:nvSpPr>
          <p:cNvPr id="6" name="TextBox 5">
            <a:extLst>
              <a:ext uri="{FF2B5EF4-FFF2-40B4-BE49-F238E27FC236}">
                <a16:creationId xmlns:a16="http://schemas.microsoft.com/office/drawing/2014/main" id="{C3FA89D9-6B2B-2E99-4D46-0B8BADB3E95A}"/>
              </a:ext>
            </a:extLst>
          </p:cNvPr>
          <p:cNvSpPr txBox="1"/>
          <p:nvPr/>
        </p:nvSpPr>
        <p:spPr>
          <a:xfrm>
            <a:off x="646516" y="4422913"/>
            <a:ext cx="6191606" cy="1061829"/>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IN" sz="1200"/>
              <a:t>Updates by Guidewire – 1 to 2 weeks</a:t>
            </a:r>
          </a:p>
          <a:p>
            <a:pPr marL="171450" indent="-171450">
              <a:spcBef>
                <a:spcPts val="600"/>
              </a:spcBef>
              <a:buFont typeface="Arial" panose="020B0604020202020204" pitchFamily="34" charset="0"/>
              <a:buChar char="•"/>
            </a:pPr>
            <a:r>
              <a:rPr lang="en-IN" sz="1200"/>
              <a:t>Updates by Capgemini for Beazley code base – 1 to 2 weeks</a:t>
            </a:r>
          </a:p>
          <a:p>
            <a:pPr marL="171450" indent="-171450">
              <a:spcBef>
                <a:spcPts val="600"/>
              </a:spcBef>
              <a:buFont typeface="Arial" panose="020B0604020202020204" pitchFamily="34" charset="0"/>
              <a:buChar char="•"/>
            </a:pPr>
            <a:r>
              <a:rPr lang="en-IN" sz="1200"/>
              <a:t>Regression testing across dev &amp; test environments within build phase – 1 to 2 weeks</a:t>
            </a:r>
          </a:p>
          <a:p>
            <a:pPr marL="171450" indent="-171450">
              <a:spcBef>
                <a:spcPts val="600"/>
              </a:spcBef>
              <a:buFont typeface="Arial" panose="020B0604020202020204" pitchFamily="34" charset="0"/>
              <a:buChar char="•"/>
            </a:pPr>
            <a:r>
              <a:rPr lang="en-IN" sz="1200"/>
              <a:t>Final sign-off by development team &amp; developer workspace synch-up – 1 week</a:t>
            </a:r>
            <a:endParaRPr lang="en-US" sz="1200"/>
          </a:p>
        </p:txBody>
      </p:sp>
    </p:spTree>
    <p:extLst>
      <p:ext uri="{BB962C8B-B14F-4D97-AF65-F5344CB8AC3E}">
        <p14:creationId xmlns:p14="http://schemas.microsoft.com/office/powerpoint/2010/main" val="20470810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Testing</a:t>
            </a:r>
            <a:endParaRPr lang="en-IN"/>
          </a:p>
        </p:txBody>
      </p:sp>
    </p:spTree>
    <p:extLst>
      <p:ext uri="{BB962C8B-B14F-4D97-AF65-F5344CB8AC3E}">
        <p14:creationId xmlns:p14="http://schemas.microsoft.com/office/powerpoint/2010/main" val="39173654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B6F70B5-642E-E428-E2B9-E4ADAE527FBE}"/>
              </a:ext>
            </a:extLst>
          </p:cNvPr>
          <p:cNvSpPr>
            <a:spLocks noGrp="1"/>
          </p:cNvSpPr>
          <p:nvPr>
            <p:ph type="body" sz="quarter" idx="10"/>
          </p:nvPr>
        </p:nvSpPr>
        <p:spPr>
          <a:xfrm>
            <a:off x="382589" y="1571688"/>
            <a:ext cx="5600701" cy="5025663"/>
          </a:xfrm>
        </p:spPr>
        <p:txBody>
          <a:bodyPr vert="horz" lIns="0" tIns="0" rIns="0" bIns="0" rtlCol="0" anchor="t">
            <a:noAutofit/>
          </a:bodyPr>
          <a:lstStyle/>
          <a:p>
            <a:pPr marL="171450" indent="-171450">
              <a:buFont typeface="Wingdings" panose="05000000000000000000" pitchFamily="2" charset="2"/>
              <a:buChar char="§"/>
            </a:pPr>
            <a:r>
              <a:rPr lang="en-US" sz="1200" b="1">
                <a:latin typeface="+mn-lt"/>
                <a:cs typeface="Arial"/>
              </a:rPr>
              <a:t>Functional testing </a:t>
            </a:r>
            <a:r>
              <a:rPr lang="en-US" sz="1200">
                <a:latin typeface="+mn-lt"/>
                <a:cs typeface="Arial"/>
              </a:rPr>
              <a:t>of Guidewire PolicyCenter &amp; BillingCenter which is configured as per the requirements finalized and documented in the Product Backlog. The below scope might change based on the outcome of the architecture discussion which is in progress</a:t>
            </a:r>
          </a:p>
          <a:p>
            <a:pPr marL="349250" lvl="1" indent="-171450">
              <a:buFont typeface="Wingdings" panose="05000000000000000000" pitchFamily="2" charset="2"/>
              <a:buChar char="ü"/>
            </a:pPr>
            <a:r>
              <a:rPr lang="en-US" sz="1200">
                <a:latin typeface="+mn-lt"/>
                <a:cs typeface="Arial"/>
              </a:rPr>
              <a:t>Policy life cycle transactions (Example - New Submission, Policy change, Cancellation, Renewal, Rewrite and Reinstatement etc.’) </a:t>
            </a:r>
          </a:p>
          <a:p>
            <a:pPr marL="349250" lvl="1" indent="-171450">
              <a:buFont typeface="Wingdings" panose="05000000000000000000" pitchFamily="2" charset="2"/>
              <a:buChar char="ü"/>
            </a:pPr>
            <a:r>
              <a:rPr lang="en-US" sz="1200">
                <a:latin typeface="+mn-lt"/>
                <a:cs typeface="Arial"/>
              </a:rPr>
              <a:t>Document triggers only – both out of the box and any customizations requested in requirements.</a:t>
            </a:r>
          </a:p>
          <a:p>
            <a:pPr marL="349250" lvl="1" indent="-171450">
              <a:buFont typeface="Wingdings" panose="05000000000000000000" pitchFamily="2" charset="2"/>
              <a:buChar char="ü"/>
            </a:pPr>
            <a:r>
              <a:rPr lang="en-US" sz="1200">
                <a:latin typeface="+mn-lt"/>
                <a:cs typeface="Arial"/>
              </a:rPr>
              <a:t>Business Rules- Underlying policy business rules (Underwriting, extension &amp; renewal)</a:t>
            </a:r>
          </a:p>
          <a:p>
            <a:pPr marL="349250" lvl="1" indent="-171450">
              <a:buFont typeface="Wingdings" panose="05000000000000000000" pitchFamily="2" charset="2"/>
              <a:buChar char="ü"/>
            </a:pPr>
            <a:r>
              <a:rPr lang="en-US" sz="1200">
                <a:latin typeface="+mn-lt"/>
                <a:cs typeface="Arial"/>
              </a:rPr>
              <a:t>Roles- Role based testing (Underwriting org structure feed)</a:t>
            </a:r>
          </a:p>
          <a:p>
            <a:pPr marL="349250" lvl="1" indent="-171450">
              <a:buFont typeface="Wingdings" panose="05000000000000000000" pitchFamily="2" charset="2"/>
              <a:buChar char="ü"/>
            </a:pPr>
            <a:r>
              <a:rPr lang="en-US" sz="1200">
                <a:latin typeface="+mn-lt"/>
                <a:cs typeface="Arial"/>
              </a:rPr>
              <a:t>Billing lifecycle (Example - Co-insurance management, Delinquency management, Invoicing &amp; commission management)</a:t>
            </a:r>
          </a:p>
          <a:p>
            <a:pPr marL="349250" lvl="1" indent="-171450">
              <a:buFont typeface="Wingdings" panose="05000000000000000000" pitchFamily="2" charset="2"/>
              <a:buChar char="ü"/>
            </a:pPr>
            <a:r>
              <a:rPr lang="en-US" sz="1200">
                <a:latin typeface="+mn-lt"/>
                <a:cs typeface="Arial"/>
              </a:rPr>
              <a:t>Batches in Policy Center and Billing Center.</a:t>
            </a:r>
          </a:p>
          <a:p>
            <a:pPr marL="171450" indent="-171450">
              <a:buFont typeface="Wingdings" panose="05000000000000000000" pitchFamily="2" charset="2"/>
              <a:buChar char="§"/>
            </a:pPr>
            <a:r>
              <a:rPr lang="en-US" sz="1200" b="1">
                <a:latin typeface="+mn-lt"/>
                <a:cs typeface="Arial"/>
              </a:rPr>
              <a:t>Integrations</a:t>
            </a:r>
            <a:r>
              <a:rPr lang="en-US" sz="1200">
                <a:latin typeface="+mn-lt"/>
                <a:cs typeface="Arial"/>
              </a:rPr>
              <a:t> - Integrations with PAS / Billing through Integration Gateway and/ or direct through Integrations from guidewire. For example: (Authentication, Billing  &amp; Delinquency). </a:t>
            </a:r>
            <a:endParaRPr lang="en-US" sz="1200" b="1">
              <a:latin typeface="+mn-lt"/>
              <a:cs typeface="Arial"/>
            </a:endParaRPr>
          </a:p>
          <a:p>
            <a:pPr marL="171450" indent="-171450">
              <a:buFont typeface="Wingdings" panose="05000000000000000000" pitchFamily="2" charset="2"/>
              <a:buChar char="§"/>
            </a:pPr>
            <a:r>
              <a:rPr lang="en-US" sz="1200" b="1">
                <a:latin typeface="+mn-lt"/>
                <a:cs typeface="Arial"/>
              </a:rPr>
              <a:t>Test automation</a:t>
            </a:r>
            <a:r>
              <a:rPr lang="en-US" sz="1200">
                <a:latin typeface="+mn-lt"/>
                <a:cs typeface="Arial"/>
              </a:rPr>
              <a:t> – Sprint level test automation aligning to overall Automation Strategy</a:t>
            </a:r>
          </a:p>
          <a:p>
            <a:pPr marL="171450" indent="-171450">
              <a:buFont typeface="Wingdings" panose="05000000000000000000" pitchFamily="2" charset="2"/>
              <a:buChar char="§"/>
            </a:pPr>
            <a:r>
              <a:rPr lang="en-US" sz="1200" b="1">
                <a:latin typeface="+mn-lt"/>
                <a:cs typeface="Arial"/>
              </a:rPr>
              <a:t>Product Rationalization</a:t>
            </a:r>
            <a:r>
              <a:rPr lang="en-US" sz="1200">
                <a:latin typeface="+mn-lt"/>
                <a:cs typeface="Arial"/>
              </a:rPr>
              <a:t> –Product Model will be converted as ADL (Admin Data load) and this will be validated against the relevant user stories.</a:t>
            </a:r>
          </a:p>
          <a:p>
            <a:pPr marL="171450" indent="-171450">
              <a:buFont typeface="Wingdings" panose="05000000000000000000" pitchFamily="2" charset="2"/>
              <a:buChar char="§"/>
            </a:pPr>
            <a:r>
              <a:rPr lang="en-US" sz="1200" b="1">
                <a:latin typeface="+mn-lt"/>
                <a:cs typeface="Arial"/>
              </a:rPr>
              <a:t>Migration testing</a:t>
            </a:r>
            <a:r>
              <a:rPr lang="en-US" sz="1200">
                <a:latin typeface="+mn-lt"/>
                <a:cs typeface="Arial"/>
              </a:rPr>
              <a:t> - Policy Migration of D&amp;O product lines from Source (On-prem) to Guidewire cloud</a:t>
            </a:r>
            <a:endParaRPr lang="en-US">
              <a:latin typeface="+mn-lt"/>
            </a:endParaRPr>
          </a:p>
        </p:txBody>
      </p:sp>
      <p:sp>
        <p:nvSpPr>
          <p:cNvPr id="8" name="Text Placeholder 7">
            <a:extLst>
              <a:ext uri="{FF2B5EF4-FFF2-40B4-BE49-F238E27FC236}">
                <a16:creationId xmlns:a16="http://schemas.microsoft.com/office/drawing/2014/main" id="{AC2AC599-5A5D-A025-F194-35BD1008D772}"/>
              </a:ext>
            </a:extLst>
          </p:cNvPr>
          <p:cNvSpPr>
            <a:spLocks noGrp="1"/>
          </p:cNvSpPr>
          <p:nvPr>
            <p:ph type="body" sz="quarter" idx="12"/>
          </p:nvPr>
        </p:nvSpPr>
        <p:spPr>
          <a:xfrm>
            <a:off x="398462" y="977970"/>
            <a:ext cx="5600701" cy="743987"/>
          </a:xfrm>
        </p:spPr>
        <p:txBody>
          <a:bodyPr vert="horz" lIns="0" tIns="0" rIns="0" bIns="0" rtlCol="0" anchor="ctr" anchorCtr="0">
            <a:noAutofit/>
          </a:bodyPr>
          <a:lstStyle/>
          <a:p>
            <a:r>
              <a:rPr lang="en-IN">
                <a:solidFill>
                  <a:srgbClr val="FF66FF"/>
                </a:solidFill>
              </a:rPr>
              <a:t>In Scope					</a:t>
            </a:r>
            <a:endParaRPr lang="en-US">
              <a:solidFill>
                <a:srgbClr val="FF66FF"/>
              </a:solidFill>
            </a:endParaRPr>
          </a:p>
        </p:txBody>
      </p:sp>
      <p:sp>
        <p:nvSpPr>
          <p:cNvPr id="9" name="Text Placeholder 8">
            <a:extLst>
              <a:ext uri="{FF2B5EF4-FFF2-40B4-BE49-F238E27FC236}">
                <a16:creationId xmlns:a16="http://schemas.microsoft.com/office/drawing/2014/main" id="{F7A7562B-2E8D-3BA1-3209-CE1C8776C84D}"/>
              </a:ext>
            </a:extLst>
          </p:cNvPr>
          <p:cNvSpPr>
            <a:spLocks noGrp="1"/>
          </p:cNvSpPr>
          <p:nvPr>
            <p:ph type="body" sz="quarter" idx="13"/>
          </p:nvPr>
        </p:nvSpPr>
        <p:spPr>
          <a:xfrm>
            <a:off x="6192838" y="977971"/>
            <a:ext cx="5588001" cy="743987"/>
          </a:xfrm>
        </p:spPr>
        <p:txBody>
          <a:bodyPr/>
          <a:lstStyle/>
          <a:p>
            <a:r>
              <a:rPr lang="en-IN">
                <a:solidFill>
                  <a:srgbClr val="FF66FF"/>
                </a:solidFill>
              </a:rPr>
              <a:t>Out of Scope</a:t>
            </a:r>
            <a:endParaRPr lang="en-US">
              <a:solidFill>
                <a:srgbClr val="FF66FF"/>
              </a:solidFill>
            </a:endParaRPr>
          </a:p>
        </p:txBody>
      </p:sp>
      <p:sp>
        <p:nvSpPr>
          <p:cNvPr id="10" name="Text Placeholder 9">
            <a:extLst>
              <a:ext uri="{FF2B5EF4-FFF2-40B4-BE49-F238E27FC236}">
                <a16:creationId xmlns:a16="http://schemas.microsoft.com/office/drawing/2014/main" id="{2D2AF330-23A5-254C-D45F-71CCE51D3C15}"/>
              </a:ext>
            </a:extLst>
          </p:cNvPr>
          <p:cNvSpPr>
            <a:spLocks noGrp="1"/>
          </p:cNvSpPr>
          <p:nvPr>
            <p:ph type="body" sz="quarter" idx="14"/>
          </p:nvPr>
        </p:nvSpPr>
        <p:spPr>
          <a:xfrm>
            <a:off x="6173790" y="1571690"/>
            <a:ext cx="5594351" cy="4257393"/>
          </a:xfrm>
        </p:spPr>
        <p:txBody>
          <a:bodyPr vert="horz" lIns="0" tIns="0" rIns="0" bIns="0" rtlCol="0" anchor="t">
            <a:noAutofit/>
          </a:bodyPr>
          <a:lstStyle/>
          <a:p>
            <a:pPr marL="171450" indent="-171450">
              <a:buFont typeface="Wingdings" panose="05000000000000000000" pitchFamily="2" charset="2"/>
              <a:buChar char="§"/>
            </a:pPr>
            <a:r>
              <a:rPr lang="en-US" sz="1200">
                <a:latin typeface="Arial"/>
                <a:cs typeface="Arial"/>
              </a:rPr>
              <a:t>End to End Testing with components outside GPAS and Billing during Sprints</a:t>
            </a:r>
          </a:p>
          <a:p>
            <a:pPr marL="171450" indent="-171450">
              <a:buFont typeface="Wingdings" panose="05000000000000000000" pitchFamily="2" charset="2"/>
              <a:buChar char="§"/>
            </a:pPr>
            <a:r>
              <a:rPr lang="en-US" sz="1200">
                <a:latin typeface="Arial"/>
                <a:cs typeface="Arial"/>
              </a:rPr>
              <a:t>Systems outside Guidewire - Policy Center &amp; BillingCenter</a:t>
            </a:r>
          </a:p>
          <a:p>
            <a:pPr marL="171450" indent="-171450">
              <a:buFont typeface="Wingdings" panose="05000000000000000000" pitchFamily="2" charset="2"/>
              <a:buChar char="§"/>
            </a:pPr>
            <a:r>
              <a:rPr lang="en-US" sz="1200">
                <a:latin typeface="Arial"/>
                <a:cs typeface="Arial"/>
              </a:rPr>
              <a:t>3</a:t>
            </a:r>
            <a:r>
              <a:rPr lang="en-US" sz="1200" baseline="30000">
                <a:latin typeface="Arial"/>
                <a:cs typeface="Arial"/>
              </a:rPr>
              <a:t>rd</a:t>
            </a:r>
            <a:r>
              <a:rPr lang="en-US" sz="1200">
                <a:latin typeface="Arial"/>
                <a:cs typeface="Arial"/>
              </a:rPr>
              <a:t> Party management – For Example – Scheduling/Planning, agreeing contracts, managing defects etc.</a:t>
            </a:r>
          </a:p>
          <a:p>
            <a:pPr marL="171450" indent="-171450">
              <a:buFont typeface="Wingdings" panose="05000000000000000000" pitchFamily="2" charset="2"/>
              <a:buChar char="§"/>
            </a:pPr>
            <a:r>
              <a:rPr lang="en-US" sz="1200">
                <a:latin typeface="Arial"/>
                <a:cs typeface="Arial"/>
              </a:rPr>
              <a:t>Documents Testing (DocVault)</a:t>
            </a:r>
          </a:p>
          <a:p>
            <a:pPr marL="171450" indent="-171450">
              <a:buFont typeface="Wingdings" panose="05000000000000000000" pitchFamily="2" charset="2"/>
              <a:buChar char="§"/>
            </a:pPr>
            <a:r>
              <a:rPr lang="en-US" sz="1200">
                <a:latin typeface="Arial"/>
                <a:cs typeface="Arial"/>
              </a:rPr>
              <a:t>NFT, OAT and UAT. Refer (E2E Test strategy)</a:t>
            </a:r>
          </a:p>
          <a:p>
            <a:pPr marL="171450" indent="-171450">
              <a:buFont typeface="Wingdings" panose="05000000000000000000" pitchFamily="2" charset="2"/>
              <a:buChar char="§"/>
            </a:pPr>
            <a:r>
              <a:rPr lang="en-US" sz="1200">
                <a:latin typeface="Arial"/>
                <a:cs typeface="Arial"/>
              </a:rPr>
              <a:t>Beazley legacy system &amp; its corresponding integration testing</a:t>
            </a:r>
          </a:p>
          <a:p>
            <a:pPr marL="171450" indent="-171450">
              <a:buFont typeface="Wingdings" panose="05000000000000000000" pitchFamily="2" charset="2"/>
              <a:buChar char="§"/>
            </a:pPr>
            <a:r>
              <a:rPr lang="en-US" sz="1200">
                <a:latin typeface="Arial"/>
                <a:cs typeface="Arial"/>
              </a:rPr>
              <a:t>Downstream Systems within the Modernization Program</a:t>
            </a:r>
          </a:p>
          <a:p>
            <a:pPr marL="171450" indent="-171450">
              <a:buFont typeface="Wingdings" panose="05000000000000000000" pitchFamily="2" charset="2"/>
              <a:buChar char="§"/>
            </a:pPr>
            <a:r>
              <a:rPr lang="en-US" sz="1200">
                <a:latin typeface="Arial"/>
                <a:cs typeface="Arial"/>
              </a:rPr>
              <a:t>Any other components that are not part of In Scope</a:t>
            </a:r>
          </a:p>
          <a:p>
            <a:endParaRPr lang="en-US"/>
          </a:p>
        </p:txBody>
      </p:sp>
      <p:sp>
        <p:nvSpPr>
          <p:cNvPr id="6" name="Title 5">
            <a:extLst>
              <a:ext uri="{FF2B5EF4-FFF2-40B4-BE49-F238E27FC236}">
                <a16:creationId xmlns:a16="http://schemas.microsoft.com/office/drawing/2014/main" id="{F85BE96A-2894-E228-F1BC-6348BE49A5AD}"/>
              </a:ext>
            </a:extLst>
          </p:cNvPr>
          <p:cNvSpPr>
            <a:spLocks noGrp="1"/>
          </p:cNvSpPr>
          <p:nvPr>
            <p:ph type="title"/>
          </p:nvPr>
        </p:nvSpPr>
        <p:spPr>
          <a:xfrm>
            <a:off x="119336" y="189733"/>
            <a:ext cx="9776592" cy="716711"/>
          </a:xfrm>
        </p:spPr>
        <p:txBody>
          <a:bodyPr/>
          <a:lstStyle/>
          <a:p>
            <a:r>
              <a:rPr lang="en-IN" sz="2400" b="1">
                <a:latin typeface="+mn-lt"/>
              </a:rPr>
              <a:t> scope</a:t>
            </a:r>
            <a:endParaRPr lang="en-US" sz="2400" b="1">
              <a:latin typeface="+mn-lt"/>
            </a:endParaRPr>
          </a:p>
        </p:txBody>
      </p:sp>
      <p:sp>
        <p:nvSpPr>
          <p:cNvPr id="3" name="Date Placeholder 2">
            <a:extLst>
              <a:ext uri="{FF2B5EF4-FFF2-40B4-BE49-F238E27FC236}">
                <a16:creationId xmlns:a16="http://schemas.microsoft.com/office/drawing/2014/main" id="{73916846-ECDF-44D0-826B-EA1E7C090CEF}"/>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6445FD7E-7BDD-5A21-99FF-AA600C2F0539}"/>
              </a:ext>
            </a:extLst>
          </p:cNvPr>
          <p:cNvSpPr>
            <a:spLocks noGrp="1"/>
          </p:cNvSpPr>
          <p:nvPr>
            <p:ph type="ftr" sz="quarter" idx="4294967295"/>
          </p:nvPr>
        </p:nvSpPr>
        <p:spPr>
          <a:xfrm>
            <a:off x="0" y="0"/>
            <a:ext cx="0" cy="0"/>
          </a:xfrm>
        </p:spPr>
        <p:txBody>
          <a:bodyPr/>
          <a:lstStyle/>
          <a:p>
            <a:endParaRPr lang="en-GB" altLang="en-US"/>
          </a:p>
        </p:txBody>
      </p:sp>
      <p:sp>
        <p:nvSpPr>
          <p:cNvPr id="2" name="TextBox 1">
            <a:extLst>
              <a:ext uri="{FF2B5EF4-FFF2-40B4-BE49-F238E27FC236}">
                <a16:creationId xmlns:a16="http://schemas.microsoft.com/office/drawing/2014/main" id="{021791E4-2D4B-E471-7209-2FBAC46FC3EC}"/>
              </a:ext>
            </a:extLst>
          </p:cNvPr>
          <p:cNvSpPr txBox="1"/>
          <p:nvPr/>
        </p:nvSpPr>
        <p:spPr>
          <a:xfrm>
            <a:off x="1601242" y="363423"/>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3148455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27DF19F2-A2C9-2AB4-4779-2CC5BFD977EE}"/>
              </a:ext>
            </a:extLst>
          </p:cNvPr>
          <p:cNvSpPr>
            <a:spLocks noGrp="1"/>
          </p:cNvSpPr>
          <p:nvPr>
            <p:ph type="body" sz="quarter" idx="10"/>
          </p:nvPr>
        </p:nvSpPr>
        <p:spPr>
          <a:xfrm>
            <a:off x="402230" y="2822129"/>
            <a:ext cx="5444629" cy="3176142"/>
          </a:xfrm>
        </p:spPr>
        <p:txBody>
          <a:bodyPr vert="horz" lIns="0" tIns="0" rIns="0" bIns="0" rtlCol="0" anchor="t">
            <a:noAutofit/>
          </a:bodyPr>
          <a:lstStyle/>
          <a:p>
            <a:r>
              <a:rPr lang="en-US" sz="1050" b="1">
                <a:solidFill>
                  <a:schemeClr val="accent5"/>
                </a:solidFill>
                <a:latin typeface="+mn-lt"/>
                <a:cs typeface="Arial"/>
              </a:rPr>
              <a:t>A</a:t>
            </a:r>
            <a:r>
              <a:rPr lang="en-US" sz="1050" b="1">
                <a:solidFill>
                  <a:schemeClr val="accent1"/>
                </a:solidFill>
                <a:latin typeface="+mn-lt"/>
                <a:cs typeface="Arial"/>
              </a:rPr>
              <a:t>-</a:t>
            </a:r>
            <a:r>
              <a:rPr lang="en-US" sz="1050" b="1">
                <a:latin typeface="+mn-lt"/>
                <a:cs typeface="Arial"/>
              </a:rPr>
              <a:t> Functional testing- </a:t>
            </a:r>
          </a:p>
          <a:p>
            <a:pPr marL="285750" indent="-285750">
              <a:buFont typeface="Arial" panose="020B0604020202020204" pitchFamily="34" charset="0"/>
              <a:buChar char="•"/>
            </a:pPr>
            <a:r>
              <a:rPr lang="en-US" sz="1050">
                <a:latin typeface="+mn-lt"/>
                <a:cs typeface="Arial"/>
              </a:rPr>
              <a:t>To test the system has been configured according to the provided acceptance criteria within the User story and this includes validating the Business rules, UI screens and field level validations. </a:t>
            </a:r>
          </a:p>
          <a:p>
            <a:pPr marL="285750" indent="-285750">
              <a:buFont typeface="Arial" panose="020B0604020202020204" pitchFamily="34" charset="0"/>
              <a:buChar char="•"/>
            </a:pPr>
            <a:r>
              <a:rPr lang="en-US" sz="1050">
                <a:latin typeface="+mn-lt"/>
                <a:cs typeface="Arial"/>
              </a:rPr>
              <a:t>Requirement Traceability Matrix will be used to reflect the test scenarios coverage for requirements. This will be carried out for every user story as part of sprint for the following areas of capability or functionality such as Account creation &amp; Policy Information</a:t>
            </a:r>
          </a:p>
          <a:p>
            <a:pPr marL="285750" indent="-285750">
              <a:buFont typeface="Arial" panose="020B0604020202020204" pitchFamily="34" charset="0"/>
              <a:buChar char="•"/>
            </a:pPr>
            <a:r>
              <a:rPr lang="en-US" sz="1050">
                <a:latin typeface="+mn-lt"/>
                <a:cs typeface="Arial"/>
              </a:rPr>
              <a:t>All the Test scenarios/test cases will be peer reviewed by test leads. </a:t>
            </a:r>
          </a:p>
          <a:p>
            <a:pPr marL="285750" indent="-285750">
              <a:buFont typeface="Arial" panose="020B0604020202020204" pitchFamily="34" charset="0"/>
              <a:buChar char="•"/>
            </a:pPr>
            <a:r>
              <a:rPr lang="en-US" sz="1050">
                <a:latin typeface="+mn-lt"/>
                <a:cs typeface="Arial"/>
              </a:rPr>
              <a:t>The test data required to perform the tests with variations will be compiled by the testing team. Data which has dependency from other systems will be coordinated and made ready before test execution.</a:t>
            </a:r>
          </a:p>
          <a:p>
            <a:r>
              <a:rPr lang="en-US" sz="1050" b="1">
                <a:solidFill>
                  <a:schemeClr val="accent5"/>
                </a:solidFill>
                <a:latin typeface="+mn-lt"/>
                <a:cs typeface="Arial"/>
              </a:rPr>
              <a:t>B</a:t>
            </a:r>
            <a:r>
              <a:rPr lang="en-US" sz="1050" b="1">
                <a:latin typeface="+mn-lt"/>
                <a:cs typeface="Arial"/>
              </a:rPr>
              <a:t>-Integration testing- </a:t>
            </a:r>
          </a:p>
          <a:p>
            <a:pPr marL="171450" indent="-171450">
              <a:buFont typeface="Arial" panose="020B0604020202020204" pitchFamily="34" charset="0"/>
              <a:buChar char="•"/>
            </a:pPr>
            <a:r>
              <a:rPr lang="en-US" sz="1050" b="1">
                <a:latin typeface="+mn-lt"/>
                <a:cs typeface="Arial"/>
              </a:rPr>
              <a:t>    </a:t>
            </a:r>
            <a:r>
              <a:rPr lang="en-US" sz="1050">
                <a:latin typeface="+mn-lt"/>
                <a:cs typeface="Arial"/>
              </a:rPr>
              <a:t>To test each component is integrated with each other. Our Integration testing validates the payload of PolicyCenter and BillingCenter integrations through MDA/CDA and dependent systems should validate their own validations.  This includes Internal and External Integrations. For Example, Internal Integrations (Authentication, Document Management) &amp; External Integrations – Appian (Workflow Management), Oden, Oanda (Exchange Rate Service).</a:t>
            </a:r>
          </a:p>
          <a:p>
            <a:pPr marL="171450" indent="-171450">
              <a:buFont typeface="Arial" panose="020B0604020202020204" pitchFamily="34" charset="0"/>
              <a:buChar char="•"/>
            </a:pPr>
            <a:endParaRPr lang="en-US" sz="1050">
              <a:latin typeface="+mn-lt"/>
              <a:cs typeface="Arial" panose="020B0604020202020204" pitchFamily="34" charset="0"/>
            </a:endParaRPr>
          </a:p>
        </p:txBody>
      </p:sp>
      <p:sp>
        <p:nvSpPr>
          <p:cNvPr id="19" name="Text Placeholder 2">
            <a:extLst>
              <a:ext uri="{FF2B5EF4-FFF2-40B4-BE49-F238E27FC236}">
                <a16:creationId xmlns:a16="http://schemas.microsoft.com/office/drawing/2014/main" id="{77B7CEB3-302A-C888-7A78-769E8DD0A408}"/>
              </a:ext>
            </a:extLst>
          </p:cNvPr>
          <p:cNvSpPr>
            <a:spLocks noGrp="1"/>
          </p:cNvSpPr>
          <p:nvPr>
            <p:ph type="body" sz="quarter" idx="12"/>
          </p:nvPr>
        </p:nvSpPr>
        <p:spPr>
          <a:xfrm>
            <a:off x="3124545" y="775484"/>
            <a:ext cx="6426912" cy="569683"/>
          </a:xfrm>
        </p:spPr>
        <p:txBody>
          <a:bodyPr/>
          <a:lstStyle/>
          <a:p>
            <a:r>
              <a:rPr lang="en-IN">
                <a:solidFill>
                  <a:srgbClr val="FF66FF"/>
                </a:solidFill>
              </a:rPr>
              <a:t>                           Build &amp; Test Phase</a:t>
            </a:r>
            <a:r>
              <a:rPr lang="en-IN"/>
              <a:t>	</a:t>
            </a:r>
            <a:endParaRPr lang="en-US"/>
          </a:p>
        </p:txBody>
      </p:sp>
      <p:sp>
        <p:nvSpPr>
          <p:cNvPr id="23" name="Text Placeholder 4">
            <a:extLst>
              <a:ext uri="{FF2B5EF4-FFF2-40B4-BE49-F238E27FC236}">
                <a16:creationId xmlns:a16="http://schemas.microsoft.com/office/drawing/2014/main" id="{F41F6C11-121F-FB9F-CA43-AE1640376333}"/>
              </a:ext>
            </a:extLst>
          </p:cNvPr>
          <p:cNvSpPr>
            <a:spLocks noGrp="1"/>
          </p:cNvSpPr>
          <p:nvPr>
            <p:ph type="body" sz="quarter" idx="14"/>
          </p:nvPr>
        </p:nvSpPr>
        <p:spPr>
          <a:xfrm>
            <a:off x="6063588" y="2791238"/>
            <a:ext cx="5594351" cy="3951626"/>
          </a:xfrm>
        </p:spPr>
        <p:txBody>
          <a:bodyPr vert="horz" lIns="0" tIns="0" rIns="0" bIns="0" rtlCol="0" anchor="t">
            <a:noAutofit/>
          </a:bodyPr>
          <a:lstStyle/>
          <a:p>
            <a:pPr marL="285750" indent="-285750">
              <a:buFont typeface="Arial" panose="020B0604020202020204" pitchFamily="34" charset="0"/>
              <a:buChar char="•"/>
            </a:pPr>
            <a:r>
              <a:rPr lang="en-GB" sz="1050">
                <a:effectLst/>
                <a:ea typeface="Calibri" panose="020F0502020204030204" pitchFamily="34" charset="0"/>
              </a:rPr>
              <a:t>These Integrations are tested by a method </a:t>
            </a:r>
            <a:r>
              <a:rPr lang="en-US" sz="1050">
                <a:effectLst/>
                <a:ea typeface="Calibri" panose="020F0502020204030204" pitchFamily="34" charset="0"/>
              </a:rPr>
              <a:t>called API testing using (SOAP UI/POSTMAN) to verify the response with provided request and End point URL.</a:t>
            </a:r>
          </a:p>
          <a:p>
            <a:pPr marL="285750" indent="-285750">
              <a:buFont typeface="Arial" panose="020B0604020202020204" pitchFamily="34" charset="0"/>
              <a:buChar char="•"/>
            </a:pPr>
            <a:r>
              <a:rPr lang="en-US" sz="1050">
                <a:ea typeface="Calibri" panose="020F0502020204030204" pitchFamily="34" charset="0"/>
              </a:rPr>
              <a:t>This will validate various actions including Authentications, Payloads, response headers and basic schema validations &amp; type lists.</a:t>
            </a:r>
          </a:p>
          <a:p>
            <a:pPr marL="285750" indent="-285750">
              <a:buFont typeface="Arial" panose="020B0604020202020204" pitchFamily="34" charset="0"/>
              <a:buChar char="•"/>
            </a:pPr>
            <a:r>
              <a:rPr lang="en-US" sz="1050">
                <a:effectLst/>
                <a:ea typeface="Calibri" panose="020F0502020204030204" pitchFamily="34" charset="0"/>
              </a:rPr>
              <a:t>In-Sprint Integration testing - 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p>
          <a:p>
            <a:pPr marL="285750" indent="-285750">
              <a:buFont typeface="Arial" panose="020B0604020202020204" pitchFamily="34" charset="0"/>
              <a:buChar char="•"/>
            </a:pPr>
            <a:r>
              <a:rPr lang="en-US" sz="1050">
                <a:effectLst/>
                <a:ea typeface="Calibri" panose="020F0502020204030204" pitchFamily="34" charset="0"/>
              </a:rPr>
              <a:t>Dependencies will be aligned to integrate policy center and billing center</a:t>
            </a:r>
          </a:p>
          <a:p>
            <a:r>
              <a:rPr lang="en-US" sz="1050" b="1">
                <a:solidFill>
                  <a:schemeClr val="accent5"/>
                </a:solidFill>
                <a:latin typeface="+mn-lt"/>
                <a:cs typeface="Arial"/>
              </a:rPr>
              <a:t>C-</a:t>
            </a:r>
            <a:r>
              <a:rPr lang="en-US" sz="1050" b="1">
                <a:solidFill>
                  <a:srgbClr val="000000"/>
                </a:solidFill>
                <a:latin typeface="+mn-lt"/>
                <a:cs typeface="Arial"/>
              </a:rPr>
              <a:t>Regression testing- </a:t>
            </a:r>
          </a:p>
          <a:p>
            <a:pPr marL="285750" indent="-285750">
              <a:buFont typeface="Arial,Sans-Serif" panose="020B0604020202020204" pitchFamily="34" charset="0"/>
              <a:buChar char="•"/>
            </a:pPr>
            <a:r>
              <a:rPr lang="en-US" sz="1050">
                <a:solidFill>
                  <a:srgbClr val="000000"/>
                </a:solidFill>
                <a:latin typeface="+mn-lt"/>
                <a:cs typeface="Arial"/>
              </a:rPr>
              <a:t>During the end of every sprint, the tester will identify specific test cases to include into regression test suite. </a:t>
            </a:r>
          </a:p>
          <a:p>
            <a:pPr marL="285750" indent="-285750">
              <a:buFont typeface="Arial,Sans-Serif" panose="020B0604020202020204" pitchFamily="34" charset="0"/>
              <a:buChar char="•"/>
            </a:pPr>
            <a:r>
              <a:rPr lang="en-US" sz="1050">
                <a:solidFill>
                  <a:srgbClr val="000000"/>
                </a:solidFill>
                <a:latin typeface="+mn-lt"/>
                <a:cs typeface="Arial"/>
              </a:rPr>
              <a:t>The regression test suite will be leveraged to ensure the code has not regressed in quality and validate features and functionality are still working as expected. </a:t>
            </a:r>
          </a:p>
          <a:p>
            <a:pPr marL="285750" indent="-285750">
              <a:buFont typeface="Arial,Sans-Serif" panose="020B0604020202020204" pitchFamily="34" charset="0"/>
              <a:buChar char="•"/>
            </a:pPr>
            <a:r>
              <a:rPr lang="en-US" sz="1050">
                <a:solidFill>
                  <a:srgbClr val="000000"/>
                </a:solidFill>
                <a:latin typeface="+mn-lt"/>
                <a:cs typeface="Arial"/>
              </a:rPr>
              <a:t>This suite is incrementally built with a combination of manual &amp; automated tests throughout the build &amp; test phase</a:t>
            </a:r>
          </a:p>
          <a:p>
            <a:r>
              <a:rPr lang="en-US" sz="1050" b="1">
                <a:solidFill>
                  <a:schemeClr val="accent5"/>
                </a:solidFill>
                <a:latin typeface="+mn-lt"/>
                <a:cs typeface="Arial"/>
              </a:rPr>
              <a:t>D -</a:t>
            </a:r>
            <a:r>
              <a:rPr lang="en-US" sz="1050" b="1">
                <a:solidFill>
                  <a:srgbClr val="000000"/>
                </a:solidFill>
                <a:latin typeface="+mn-lt"/>
                <a:cs typeface="Arial"/>
              </a:rPr>
              <a:t>Automation Testing-</a:t>
            </a:r>
          </a:p>
          <a:p>
            <a:pPr marL="285750" indent="-285750">
              <a:buFont typeface="Arial,Sans-Serif" panose="020B0604020202020204" pitchFamily="34" charset="0"/>
              <a:buChar char="•"/>
            </a:pPr>
            <a:r>
              <a:rPr lang="en-US" sz="1050">
                <a:solidFill>
                  <a:srgbClr val="000000"/>
                </a:solidFill>
                <a:latin typeface="+mn-lt"/>
                <a:cs typeface="Arial"/>
              </a:rPr>
              <a:t>Automation Testing approach will be updated based on Program Test Automation strategy.</a:t>
            </a:r>
          </a:p>
          <a:p>
            <a:pPr marL="285750" indent="-285750">
              <a:buFont typeface="Arial,Sans-Serif" panose="020B0604020202020204" pitchFamily="34" charset="0"/>
              <a:buChar char="•"/>
            </a:pPr>
            <a:endParaRPr lang="en-US" sz="1050" b="1">
              <a:solidFill>
                <a:srgbClr val="000000"/>
              </a:solidFill>
              <a:latin typeface="+mn-lt"/>
              <a:cs typeface="Arial"/>
            </a:endParaRPr>
          </a:p>
          <a:p>
            <a:pPr marL="285750" indent="-285750">
              <a:buFont typeface="Arial" panose="020B0604020202020204" pitchFamily="34" charset="0"/>
              <a:buChar char="•"/>
            </a:pPr>
            <a:endParaRPr lang="en-US" sz="1050">
              <a:latin typeface="+mn-lt"/>
              <a:cs typeface="Arial"/>
            </a:endParaRPr>
          </a:p>
          <a:p>
            <a:endParaRPr lang="en-US" sz="1050">
              <a:latin typeface="+mn-lt"/>
              <a:cs typeface="Arial"/>
            </a:endParaRPr>
          </a:p>
        </p:txBody>
      </p:sp>
      <p:sp>
        <p:nvSpPr>
          <p:cNvPr id="11" name="Title 10">
            <a:extLst>
              <a:ext uri="{FF2B5EF4-FFF2-40B4-BE49-F238E27FC236}">
                <a16:creationId xmlns:a16="http://schemas.microsoft.com/office/drawing/2014/main" id="{49782297-8701-32AA-E181-1F11F0B26B41}"/>
              </a:ext>
            </a:extLst>
          </p:cNvPr>
          <p:cNvSpPr>
            <a:spLocks noGrp="1"/>
          </p:cNvSpPr>
          <p:nvPr>
            <p:ph type="title"/>
          </p:nvPr>
        </p:nvSpPr>
        <p:spPr>
          <a:xfrm>
            <a:off x="281673" y="172958"/>
            <a:ext cx="9776592" cy="716711"/>
          </a:xfrm>
        </p:spPr>
        <p:txBody>
          <a:bodyPr anchor="ctr">
            <a:normAutofit/>
          </a:bodyPr>
          <a:lstStyle/>
          <a:p>
            <a:r>
              <a:rPr lang="en-IN" sz="2400" b="1">
                <a:latin typeface="+mn-lt"/>
              </a:rPr>
              <a:t>Types of Testing</a:t>
            </a:r>
            <a:endParaRPr lang="en-US" sz="2400" b="1">
              <a:latin typeface="+mn-lt"/>
            </a:endParaRPr>
          </a:p>
        </p:txBody>
      </p:sp>
      <p:sp>
        <p:nvSpPr>
          <p:cNvPr id="3" name="Date Placeholder 2">
            <a:extLst>
              <a:ext uri="{FF2B5EF4-FFF2-40B4-BE49-F238E27FC236}">
                <a16:creationId xmlns:a16="http://schemas.microsoft.com/office/drawing/2014/main" id="{9C0BB354-BE2E-D71F-8727-1440FFCDA98B}"/>
              </a:ext>
            </a:extLst>
          </p:cNvPr>
          <p:cNvSpPr>
            <a:spLocks noGrp="1"/>
          </p:cNvSpPr>
          <p:nvPr>
            <p:ph type="dt" sz="half" idx="4294967295"/>
          </p:nvPr>
        </p:nvSpPr>
        <p:spPr>
          <a:xfrm>
            <a:off x="0" y="0"/>
            <a:ext cx="0" cy="0"/>
          </a:xfrm>
        </p:spPr>
        <p:txBody>
          <a:bodyPr/>
          <a:lstStyle/>
          <a:p>
            <a:pPr>
              <a:spcAft>
                <a:spcPts val="600"/>
              </a:spcAft>
            </a:pPr>
            <a:r>
              <a:rPr lang="en-US" altLang="en-US"/>
              <a:t>Date</a:t>
            </a:r>
            <a:endParaRPr lang="en-GB" altLang="en-US"/>
          </a:p>
        </p:txBody>
      </p:sp>
      <p:sp>
        <p:nvSpPr>
          <p:cNvPr id="4" name="Footer Placeholder 3">
            <a:extLst>
              <a:ext uri="{FF2B5EF4-FFF2-40B4-BE49-F238E27FC236}">
                <a16:creationId xmlns:a16="http://schemas.microsoft.com/office/drawing/2014/main" id="{5A65C4CF-DD3B-1250-AABC-95144320AE39}"/>
              </a:ext>
            </a:extLst>
          </p:cNvPr>
          <p:cNvSpPr>
            <a:spLocks noGrp="1"/>
          </p:cNvSpPr>
          <p:nvPr>
            <p:ph type="ftr" sz="quarter" idx="4294967295"/>
          </p:nvPr>
        </p:nvSpPr>
        <p:spPr>
          <a:xfrm>
            <a:off x="0" y="0"/>
            <a:ext cx="0" cy="0"/>
          </a:xfrm>
        </p:spPr>
        <p:txBody>
          <a:bodyPr/>
          <a:lstStyle/>
          <a:p>
            <a:pPr>
              <a:spcAft>
                <a:spcPts val="600"/>
              </a:spcAft>
            </a:pPr>
            <a:r>
              <a:rPr lang="en-GB" altLang="en-US"/>
              <a:t>New presentation – Author</a:t>
            </a:r>
          </a:p>
        </p:txBody>
      </p:sp>
      <p:sp>
        <p:nvSpPr>
          <p:cNvPr id="5" name="Slide Number Placeholder 4">
            <a:extLst>
              <a:ext uri="{FF2B5EF4-FFF2-40B4-BE49-F238E27FC236}">
                <a16:creationId xmlns:a16="http://schemas.microsoft.com/office/drawing/2014/main" id="{1E6F0198-338E-4E95-2039-A78E531250F8}"/>
              </a:ext>
            </a:extLst>
          </p:cNvPr>
          <p:cNvSpPr>
            <a:spLocks noGrp="1"/>
          </p:cNvSpPr>
          <p:nvPr>
            <p:ph type="sldNum" sz="quarter" idx="4294967295"/>
          </p:nvPr>
        </p:nvSpPr>
        <p:spPr>
          <a:xfrm>
            <a:off x="0" y="0"/>
            <a:ext cx="0" cy="0"/>
          </a:xfrm>
        </p:spPr>
        <p:txBody>
          <a:bodyPr/>
          <a:lstStyle/>
          <a:p>
            <a:pPr>
              <a:spcAft>
                <a:spcPts val="600"/>
              </a:spcAft>
            </a:pPr>
            <a:fld id="{532E4B0F-E077-49F8-921C-80D80331C8AC}" type="slidenum">
              <a:rPr lang="en-GB" altLang="en-US" smtClean="0"/>
              <a:pPr>
                <a:spcAft>
                  <a:spcPts val="600"/>
                </a:spcAft>
              </a:pPr>
              <a:t>68</a:t>
            </a:fld>
            <a:endParaRPr lang="en-GB" altLang="en-US"/>
          </a:p>
        </p:txBody>
      </p:sp>
      <p:graphicFrame>
        <p:nvGraphicFramePr>
          <p:cNvPr id="40" name="Table 4">
            <a:extLst>
              <a:ext uri="{FF2B5EF4-FFF2-40B4-BE49-F238E27FC236}">
                <a16:creationId xmlns:a16="http://schemas.microsoft.com/office/drawing/2014/main" id="{8C76BFE0-7E0C-2BEA-EA90-34B10D67DC01}"/>
              </a:ext>
            </a:extLst>
          </p:cNvPr>
          <p:cNvGraphicFramePr>
            <a:graphicFrameLocks noGrp="1"/>
          </p:cNvGraphicFramePr>
          <p:nvPr>
            <p:extLst>
              <p:ext uri="{D42A27DB-BD31-4B8C-83A1-F6EECF244321}">
                <p14:modId xmlns:p14="http://schemas.microsoft.com/office/powerpoint/2010/main" val="3129781651"/>
              </p:ext>
            </p:extLst>
          </p:nvPr>
        </p:nvGraphicFramePr>
        <p:xfrm>
          <a:off x="898955" y="1449040"/>
          <a:ext cx="9305412" cy="865865"/>
        </p:xfrm>
        <a:graphic>
          <a:graphicData uri="http://schemas.openxmlformats.org/drawingml/2006/table">
            <a:tbl>
              <a:tblPr firstRow="1" bandRow="1"/>
              <a:tblGrid>
                <a:gridCol w="465271">
                  <a:extLst>
                    <a:ext uri="{9D8B030D-6E8A-4147-A177-3AD203B41FA5}">
                      <a16:colId xmlns:a16="http://schemas.microsoft.com/office/drawing/2014/main" val="1501315682"/>
                    </a:ext>
                  </a:extLst>
                </a:gridCol>
                <a:gridCol w="465270">
                  <a:extLst>
                    <a:ext uri="{9D8B030D-6E8A-4147-A177-3AD203B41FA5}">
                      <a16:colId xmlns:a16="http://schemas.microsoft.com/office/drawing/2014/main" val="2825470920"/>
                    </a:ext>
                  </a:extLst>
                </a:gridCol>
                <a:gridCol w="465271">
                  <a:extLst>
                    <a:ext uri="{9D8B030D-6E8A-4147-A177-3AD203B41FA5}">
                      <a16:colId xmlns:a16="http://schemas.microsoft.com/office/drawing/2014/main" val="2652091836"/>
                    </a:ext>
                  </a:extLst>
                </a:gridCol>
                <a:gridCol w="465270">
                  <a:extLst>
                    <a:ext uri="{9D8B030D-6E8A-4147-A177-3AD203B41FA5}">
                      <a16:colId xmlns:a16="http://schemas.microsoft.com/office/drawing/2014/main" val="2775558986"/>
                    </a:ext>
                  </a:extLst>
                </a:gridCol>
                <a:gridCol w="465271">
                  <a:extLst>
                    <a:ext uri="{9D8B030D-6E8A-4147-A177-3AD203B41FA5}">
                      <a16:colId xmlns:a16="http://schemas.microsoft.com/office/drawing/2014/main" val="2318077013"/>
                    </a:ext>
                  </a:extLst>
                </a:gridCol>
                <a:gridCol w="465271">
                  <a:extLst>
                    <a:ext uri="{9D8B030D-6E8A-4147-A177-3AD203B41FA5}">
                      <a16:colId xmlns:a16="http://schemas.microsoft.com/office/drawing/2014/main" val="3182741775"/>
                    </a:ext>
                  </a:extLst>
                </a:gridCol>
                <a:gridCol w="465270">
                  <a:extLst>
                    <a:ext uri="{9D8B030D-6E8A-4147-A177-3AD203B41FA5}">
                      <a16:colId xmlns:a16="http://schemas.microsoft.com/office/drawing/2014/main" val="1722560678"/>
                    </a:ext>
                  </a:extLst>
                </a:gridCol>
                <a:gridCol w="465271">
                  <a:extLst>
                    <a:ext uri="{9D8B030D-6E8A-4147-A177-3AD203B41FA5}">
                      <a16:colId xmlns:a16="http://schemas.microsoft.com/office/drawing/2014/main" val="2887719345"/>
                    </a:ext>
                  </a:extLst>
                </a:gridCol>
                <a:gridCol w="465270">
                  <a:extLst>
                    <a:ext uri="{9D8B030D-6E8A-4147-A177-3AD203B41FA5}">
                      <a16:colId xmlns:a16="http://schemas.microsoft.com/office/drawing/2014/main" val="588875010"/>
                    </a:ext>
                  </a:extLst>
                </a:gridCol>
                <a:gridCol w="465271">
                  <a:extLst>
                    <a:ext uri="{9D8B030D-6E8A-4147-A177-3AD203B41FA5}">
                      <a16:colId xmlns:a16="http://schemas.microsoft.com/office/drawing/2014/main" val="1356267931"/>
                    </a:ext>
                  </a:extLst>
                </a:gridCol>
                <a:gridCol w="465271">
                  <a:extLst>
                    <a:ext uri="{9D8B030D-6E8A-4147-A177-3AD203B41FA5}">
                      <a16:colId xmlns:a16="http://schemas.microsoft.com/office/drawing/2014/main" val="743860919"/>
                    </a:ext>
                  </a:extLst>
                </a:gridCol>
                <a:gridCol w="465270">
                  <a:extLst>
                    <a:ext uri="{9D8B030D-6E8A-4147-A177-3AD203B41FA5}">
                      <a16:colId xmlns:a16="http://schemas.microsoft.com/office/drawing/2014/main" val="3685307173"/>
                    </a:ext>
                  </a:extLst>
                </a:gridCol>
                <a:gridCol w="465271">
                  <a:extLst>
                    <a:ext uri="{9D8B030D-6E8A-4147-A177-3AD203B41FA5}">
                      <a16:colId xmlns:a16="http://schemas.microsoft.com/office/drawing/2014/main" val="3248111494"/>
                    </a:ext>
                  </a:extLst>
                </a:gridCol>
                <a:gridCol w="465270">
                  <a:extLst>
                    <a:ext uri="{9D8B030D-6E8A-4147-A177-3AD203B41FA5}">
                      <a16:colId xmlns:a16="http://schemas.microsoft.com/office/drawing/2014/main" val="766000711"/>
                    </a:ext>
                  </a:extLst>
                </a:gridCol>
                <a:gridCol w="465271">
                  <a:extLst>
                    <a:ext uri="{9D8B030D-6E8A-4147-A177-3AD203B41FA5}">
                      <a16:colId xmlns:a16="http://schemas.microsoft.com/office/drawing/2014/main" val="2419156433"/>
                    </a:ext>
                  </a:extLst>
                </a:gridCol>
                <a:gridCol w="465271">
                  <a:extLst>
                    <a:ext uri="{9D8B030D-6E8A-4147-A177-3AD203B41FA5}">
                      <a16:colId xmlns:a16="http://schemas.microsoft.com/office/drawing/2014/main" val="2361867494"/>
                    </a:ext>
                  </a:extLst>
                </a:gridCol>
                <a:gridCol w="465270">
                  <a:extLst>
                    <a:ext uri="{9D8B030D-6E8A-4147-A177-3AD203B41FA5}">
                      <a16:colId xmlns:a16="http://schemas.microsoft.com/office/drawing/2014/main" val="832535601"/>
                    </a:ext>
                  </a:extLst>
                </a:gridCol>
                <a:gridCol w="465271">
                  <a:extLst>
                    <a:ext uri="{9D8B030D-6E8A-4147-A177-3AD203B41FA5}">
                      <a16:colId xmlns:a16="http://schemas.microsoft.com/office/drawing/2014/main" val="647445238"/>
                    </a:ext>
                  </a:extLst>
                </a:gridCol>
                <a:gridCol w="465270">
                  <a:extLst>
                    <a:ext uri="{9D8B030D-6E8A-4147-A177-3AD203B41FA5}">
                      <a16:colId xmlns:a16="http://schemas.microsoft.com/office/drawing/2014/main" val="883778301"/>
                    </a:ext>
                  </a:extLst>
                </a:gridCol>
                <a:gridCol w="465271">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44" name="TextBox 43">
            <a:extLst>
              <a:ext uri="{FF2B5EF4-FFF2-40B4-BE49-F238E27FC236}">
                <a16:creationId xmlns:a16="http://schemas.microsoft.com/office/drawing/2014/main" id="{1F928BFC-5132-3A53-0B80-5D1ADE750FF7}"/>
              </a:ext>
            </a:extLst>
          </p:cNvPr>
          <p:cNvSpPr txBox="1"/>
          <p:nvPr/>
        </p:nvSpPr>
        <p:spPr>
          <a:xfrm>
            <a:off x="885736"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sp>
        <p:nvSpPr>
          <p:cNvPr id="48" name="Right Brace 47">
            <a:extLst>
              <a:ext uri="{FF2B5EF4-FFF2-40B4-BE49-F238E27FC236}">
                <a16:creationId xmlns:a16="http://schemas.microsoft.com/office/drawing/2014/main" id="{6E09E182-F970-FBCF-A1A4-2A80A457E6BE}"/>
              </a:ext>
            </a:extLst>
          </p:cNvPr>
          <p:cNvSpPr/>
          <p:nvPr/>
        </p:nvSpPr>
        <p:spPr>
          <a:xfrm rot="5400000">
            <a:off x="1459406" y="2484983"/>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0" name="TextBox 49">
            <a:extLst>
              <a:ext uri="{FF2B5EF4-FFF2-40B4-BE49-F238E27FC236}">
                <a16:creationId xmlns:a16="http://schemas.microsoft.com/office/drawing/2014/main" id="{A9439EB5-8BD3-61A1-328E-19F2AFEE55B2}"/>
              </a:ext>
            </a:extLst>
          </p:cNvPr>
          <p:cNvSpPr txBox="1"/>
          <p:nvPr/>
        </p:nvSpPr>
        <p:spPr>
          <a:xfrm>
            <a:off x="2707368"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52" name="Right Brace 51">
            <a:extLst>
              <a:ext uri="{FF2B5EF4-FFF2-40B4-BE49-F238E27FC236}">
                <a16:creationId xmlns:a16="http://schemas.microsoft.com/office/drawing/2014/main" id="{B22B7EC9-98E5-E034-FD07-DE81E9FA0681}"/>
              </a:ext>
            </a:extLst>
          </p:cNvPr>
          <p:cNvSpPr/>
          <p:nvPr/>
        </p:nvSpPr>
        <p:spPr>
          <a:xfrm rot="5400000">
            <a:off x="2776405" y="2140025"/>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4" name="TextBox 53">
            <a:extLst>
              <a:ext uri="{FF2B5EF4-FFF2-40B4-BE49-F238E27FC236}">
                <a16:creationId xmlns:a16="http://schemas.microsoft.com/office/drawing/2014/main" id="{A2D9E38B-28BB-C06D-9D5B-924105E27D1F}"/>
              </a:ext>
            </a:extLst>
          </p:cNvPr>
          <p:cNvSpPr txBox="1"/>
          <p:nvPr/>
        </p:nvSpPr>
        <p:spPr>
          <a:xfrm>
            <a:off x="4540682" y="2311243"/>
            <a:ext cx="163801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 A, B &amp; C</a:t>
            </a:r>
          </a:p>
        </p:txBody>
      </p:sp>
      <p:sp>
        <p:nvSpPr>
          <p:cNvPr id="56" name="Right Brace 55">
            <a:extLst>
              <a:ext uri="{FF2B5EF4-FFF2-40B4-BE49-F238E27FC236}">
                <a16:creationId xmlns:a16="http://schemas.microsoft.com/office/drawing/2014/main" id="{EE5A0B43-ACB2-1938-D560-060C6BD81723}"/>
              </a:ext>
            </a:extLst>
          </p:cNvPr>
          <p:cNvSpPr/>
          <p:nvPr/>
        </p:nvSpPr>
        <p:spPr>
          <a:xfrm rot="5400000">
            <a:off x="4251027" y="1850584"/>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8" name="TextBox 57">
            <a:extLst>
              <a:ext uri="{FF2B5EF4-FFF2-40B4-BE49-F238E27FC236}">
                <a16:creationId xmlns:a16="http://schemas.microsoft.com/office/drawing/2014/main" id="{F1C4B105-F37A-4901-BE40-E63D233C4918}"/>
              </a:ext>
            </a:extLst>
          </p:cNvPr>
          <p:cNvSpPr txBox="1"/>
          <p:nvPr/>
        </p:nvSpPr>
        <p:spPr>
          <a:xfrm>
            <a:off x="6175715" y="2311243"/>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 A,B &amp; C</a:t>
            </a:r>
          </a:p>
        </p:txBody>
      </p:sp>
      <p:sp>
        <p:nvSpPr>
          <p:cNvPr id="60" name="Right Brace 59">
            <a:extLst>
              <a:ext uri="{FF2B5EF4-FFF2-40B4-BE49-F238E27FC236}">
                <a16:creationId xmlns:a16="http://schemas.microsoft.com/office/drawing/2014/main" id="{D5C8B4B6-3170-2EF5-91FA-06094867284B}"/>
              </a:ext>
            </a:extLst>
          </p:cNvPr>
          <p:cNvSpPr/>
          <p:nvPr/>
        </p:nvSpPr>
        <p:spPr>
          <a:xfrm rot="5400000">
            <a:off x="6647692" y="183110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2" name="TextBox 61">
            <a:extLst>
              <a:ext uri="{FF2B5EF4-FFF2-40B4-BE49-F238E27FC236}">
                <a16:creationId xmlns:a16="http://schemas.microsoft.com/office/drawing/2014/main" id="{8A9A5BC5-9701-3144-35CC-08AA4D5AB0AB}"/>
              </a:ext>
            </a:extLst>
          </p:cNvPr>
          <p:cNvSpPr txBox="1"/>
          <p:nvPr/>
        </p:nvSpPr>
        <p:spPr>
          <a:xfrm>
            <a:off x="7850949" y="2306556"/>
            <a:ext cx="2368008"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retrospective&amp; Reporting- D </a:t>
            </a:r>
            <a:endParaRPr lang="en-US"/>
          </a:p>
        </p:txBody>
      </p:sp>
      <p:sp>
        <p:nvSpPr>
          <p:cNvPr id="64" name="Right Brace 63">
            <a:extLst>
              <a:ext uri="{FF2B5EF4-FFF2-40B4-BE49-F238E27FC236}">
                <a16:creationId xmlns:a16="http://schemas.microsoft.com/office/drawing/2014/main" id="{93DF4904-2C0C-CFB5-3162-74C6ADB2EDBA}"/>
              </a:ext>
            </a:extLst>
          </p:cNvPr>
          <p:cNvSpPr/>
          <p:nvPr/>
        </p:nvSpPr>
        <p:spPr>
          <a:xfrm rot="5400000">
            <a:off x="8543884" y="1861998"/>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5" name="Arrow: Right 64">
            <a:extLst>
              <a:ext uri="{FF2B5EF4-FFF2-40B4-BE49-F238E27FC236}">
                <a16:creationId xmlns:a16="http://schemas.microsoft.com/office/drawing/2014/main" id="{A1227A7F-1C23-89B8-819D-F1ECAF207FBA}"/>
              </a:ext>
            </a:extLst>
          </p:cNvPr>
          <p:cNvSpPr/>
          <p:nvPr/>
        </p:nvSpPr>
        <p:spPr>
          <a:xfrm>
            <a:off x="898955" y="1221119"/>
            <a:ext cx="9305319" cy="31937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Arial"/>
                <a:cs typeface="Arial"/>
              </a:rPr>
              <a:t>Sprint N</a:t>
            </a:r>
            <a:endParaRPr lang="en-US" sz="1400" err="1">
              <a:solidFill>
                <a:schemeClr val="bg1"/>
              </a:solidFill>
              <a:latin typeface="Arial"/>
              <a:cs typeface="Arial"/>
            </a:endParaRPr>
          </a:p>
        </p:txBody>
      </p:sp>
      <p:sp>
        <p:nvSpPr>
          <p:cNvPr id="2" name="TextBox 1">
            <a:extLst>
              <a:ext uri="{FF2B5EF4-FFF2-40B4-BE49-F238E27FC236}">
                <a16:creationId xmlns:a16="http://schemas.microsoft.com/office/drawing/2014/main" id="{323748F5-5454-7667-04EF-20C707AC828B}"/>
              </a:ext>
            </a:extLst>
          </p:cNvPr>
          <p:cNvSpPr txBox="1"/>
          <p:nvPr/>
        </p:nvSpPr>
        <p:spPr>
          <a:xfrm>
            <a:off x="3448341" y="576236"/>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7598819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F12C14-EF12-4ED5-9B62-8D1F4F53C626}"/>
              </a:ext>
            </a:extLst>
          </p:cNvPr>
          <p:cNvSpPr/>
          <p:nvPr/>
        </p:nvSpPr>
        <p:spPr>
          <a:xfrm>
            <a:off x="471425" y="1088191"/>
            <a:ext cx="11249150" cy="4681618"/>
          </a:xfrm>
          <a:prstGeom prst="rect">
            <a:avLst/>
          </a:prstGeom>
          <a:ln>
            <a:noFill/>
          </a:ln>
        </p:spPr>
        <p:txBody>
          <a:bodyPr wrap="square" lIns="91440" tIns="45720" rIns="91440" bIns="45720" numCol="2" anchor="t">
            <a:spAutoFit/>
          </a:bodyPr>
          <a:lstStyle/>
          <a:p>
            <a:pPr marL="342900" lvl="0" indent="-342900" defTabSz="1097280" fontAlgn="base">
              <a:lnSpc>
                <a:spcPct val="110000"/>
              </a:lnSpc>
              <a:spcBef>
                <a:spcPct val="25000"/>
              </a:spcBef>
              <a:spcAft>
                <a:spcPts val="600"/>
              </a:spcAft>
              <a:defRPr/>
            </a:pPr>
            <a:r>
              <a:rPr lang="en-US" sz="1100" b="1">
                <a:solidFill>
                  <a:srgbClr val="FF66FF"/>
                </a:solidFill>
                <a:cs typeface="Arial"/>
              </a:rPr>
              <a:t>Key activities during In Sprint Testing:</a:t>
            </a:r>
            <a:endParaRPr lang="en-GB" sz="1100" b="1">
              <a:solidFill>
                <a:srgbClr val="FF66FF"/>
              </a:solidFill>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Plan (Scope, risks, defects). Refer this for detail Test Approach -  </a:t>
            </a:r>
            <a:r>
              <a:rPr lang="en-US" sz="1100">
                <a:cs typeface="Arial"/>
                <a:hlinkClick r:id="rId3"/>
              </a:rPr>
              <a:t>Test Strategy for Sprint Testing - GPAS &amp; Billing </a:t>
            </a:r>
            <a:endParaRPr lang="en-GB" sz="1100">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design based on acceptance criteria for GPAS and Billing</a:t>
            </a:r>
          </a:p>
          <a:p>
            <a:pPr marL="228600" indent="-228600" defTabSz="666723">
              <a:spcBef>
                <a:spcPct val="0"/>
              </a:spcBef>
              <a:spcAft>
                <a:spcPts val="600"/>
              </a:spcAft>
              <a:buClr>
                <a:srgbClr val="000000"/>
              </a:buClr>
              <a:buAutoNum type="arabicPeriod"/>
            </a:pPr>
            <a:r>
              <a:rPr lang="en-GB" sz="1100">
                <a:cs typeface="Arial"/>
              </a:rPr>
              <a:t>Test review &amp; sign off to ensure coverage, negative sessions, boundary conditions and defect status and mitigation.</a:t>
            </a:r>
          </a:p>
          <a:p>
            <a:pPr marL="228600" indent="-228600" defTabSz="666723">
              <a:spcBef>
                <a:spcPct val="0"/>
              </a:spcBef>
              <a:spcAft>
                <a:spcPts val="600"/>
              </a:spcAft>
              <a:buClr>
                <a:schemeClr val="tx1"/>
              </a:buClr>
              <a:buFont typeface="+mj-lt"/>
              <a:buAutoNum type="arabicPeriod"/>
            </a:pPr>
            <a:r>
              <a:rPr lang="en-GB" sz="1100">
                <a:cs typeface="Arial"/>
              </a:rPr>
              <a:t>Test data preparation to ensure right data is used to test the scenario</a:t>
            </a:r>
          </a:p>
          <a:p>
            <a:pPr marL="228600" indent="-228600" defTabSz="666723">
              <a:spcBef>
                <a:spcPct val="0"/>
              </a:spcBef>
              <a:spcAft>
                <a:spcPts val="600"/>
              </a:spcAft>
              <a:buClr>
                <a:schemeClr val="tx1"/>
              </a:buClr>
              <a:buFont typeface="+mj-lt"/>
              <a:buAutoNum type="arabicPeriod"/>
            </a:pPr>
            <a:r>
              <a:rPr lang="en-GB" sz="1100">
                <a:cs typeface="Arial"/>
              </a:rPr>
              <a:t>Traceability of test cases to corresponding functional user stories via JIRA</a:t>
            </a:r>
          </a:p>
          <a:p>
            <a:pPr marL="228600" indent="-228600" defTabSz="666723">
              <a:spcBef>
                <a:spcPct val="0"/>
              </a:spcBef>
              <a:spcAft>
                <a:spcPts val="600"/>
              </a:spcAft>
              <a:buClr>
                <a:schemeClr val="tx1"/>
              </a:buClr>
              <a:buFont typeface="+mj-lt"/>
              <a:buAutoNum type="arabicPeriod"/>
            </a:pPr>
            <a:r>
              <a:rPr lang="en-GB" sz="1100">
                <a:cs typeface="Arial"/>
              </a:rPr>
              <a:t>Sanity check on In Sprint Testing environments </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cs typeface="Arial"/>
              </a:rPr>
              <a:t>Test execution</a:t>
            </a:r>
          </a:p>
          <a:p>
            <a:pPr marL="228600" indent="-228600" defTabSz="666723">
              <a:spcBef>
                <a:spcPct val="0"/>
              </a:spcBef>
              <a:spcAft>
                <a:spcPts val="600"/>
              </a:spcAft>
              <a:buClr>
                <a:schemeClr val="tx1"/>
              </a:buClr>
              <a:buFont typeface="+mj-lt"/>
              <a:buAutoNum type="arabicPeriod"/>
            </a:pPr>
            <a:r>
              <a:rPr lang="en-GB" sz="1100">
                <a:cs typeface="Arial"/>
              </a:rPr>
              <a:t>Regression testing ( Automation + Manual)</a:t>
            </a:r>
          </a:p>
          <a:p>
            <a:pPr marL="228600" indent="-228600" defTabSz="666723">
              <a:spcBef>
                <a:spcPct val="0"/>
              </a:spcBef>
              <a:spcAft>
                <a:spcPts val="600"/>
              </a:spcAft>
              <a:buClr>
                <a:schemeClr val="tx1"/>
              </a:buClr>
              <a:buFont typeface="+mj-lt"/>
              <a:buAutoNum type="arabicPeriod"/>
            </a:pPr>
            <a:r>
              <a:rPr lang="en-GB" sz="1100">
                <a:cs typeface="Arial"/>
              </a:rPr>
              <a:t>Defect reporting</a:t>
            </a:r>
          </a:p>
          <a:p>
            <a:pPr marL="228600" indent="-228600" defTabSz="666723">
              <a:spcBef>
                <a:spcPct val="0"/>
              </a:spcBef>
              <a:spcAft>
                <a:spcPts val="600"/>
              </a:spcAft>
              <a:buClr>
                <a:schemeClr val="tx1"/>
              </a:buClr>
              <a:buFont typeface="+mj-lt"/>
              <a:buAutoNum type="arabicPeriod"/>
            </a:pPr>
            <a:r>
              <a:rPr lang="en-GB" sz="1100">
                <a:cs typeface="Arial"/>
              </a:rPr>
              <a:t>Participation across all Sprint events including user story demo. </a:t>
            </a:r>
          </a:p>
          <a:p>
            <a:pPr marL="228600" indent="-228600" defTabSz="666723">
              <a:spcBef>
                <a:spcPct val="0"/>
              </a:spcBef>
              <a:spcAft>
                <a:spcPts val="600"/>
              </a:spcAft>
              <a:buClr>
                <a:schemeClr val="tx1"/>
              </a:buClr>
              <a:buFont typeface="+mj-lt"/>
              <a:buAutoNum type="arabicPeriod"/>
            </a:pPr>
            <a:r>
              <a:rPr lang="en-GB" sz="1100">
                <a:cs typeface="Arial"/>
              </a:rPr>
              <a:t>Test Completion report at the end of Sprint</a:t>
            </a:r>
          </a:p>
          <a:p>
            <a:pPr defTabSz="666723">
              <a:spcBef>
                <a:spcPct val="0"/>
              </a:spcBef>
              <a:spcAft>
                <a:spcPts val="600"/>
              </a:spcAft>
            </a:pPr>
            <a:r>
              <a:rPr lang="en-US" sz="1100" b="1">
                <a:solidFill>
                  <a:srgbClr val="FF66FF"/>
                </a:solidFill>
                <a:cs typeface="Arial"/>
              </a:rPr>
              <a:t>Test Governance ( as per Test Strategy ) </a:t>
            </a:r>
          </a:p>
          <a:p>
            <a:pPr marL="228600" indent="-228600" defTabSz="666723">
              <a:spcBef>
                <a:spcPct val="0"/>
              </a:spcBef>
              <a:spcAft>
                <a:spcPts val="600"/>
              </a:spcAft>
              <a:buAutoNum type="arabicPeriod"/>
            </a:pPr>
            <a:r>
              <a:rPr lang="en-US" sz="1100">
                <a:cs typeface="Arial"/>
              </a:rPr>
              <a:t>Daily Testing status meeting with team and Beazley key stakeholders to bring out  and resolve impediments</a:t>
            </a:r>
          </a:p>
          <a:p>
            <a:pPr marL="228600" indent="-228600" defTabSz="666723">
              <a:spcBef>
                <a:spcPct val="0"/>
              </a:spcBef>
              <a:spcAft>
                <a:spcPts val="600"/>
              </a:spcAft>
              <a:buAutoNum type="arabicPeriod"/>
            </a:pPr>
            <a:r>
              <a:rPr lang="en-US" sz="1100">
                <a:cs typeface="Arial"/>
              </a:rPr>
              <a:t>Weekly risk &amp; status meeting with leadership for making key decisions</a:t>
            </a:r>
          </a:p>
          <a:p>
            <a:pPr marL="228600" indent="-228600" defTabSz="666723">
              <a:spcBef>
                <a:spcPct val="0"/>
              </a:spcBef>
              <a:spcAft>
                <a:spcPts val="600"/>
              </a:spcAft>
              <a:buClr>
                <a:srgbClr val="000000"/>
              </a:buClr>
              <a:buFontTx/>
              <a:buAutoNum type="arabicPeriod"/>
            </a:pPr>
            <a:endParaRPr lang="en-US" sz="1100">
              <a:cs typeface="Arial" panose="020B0604020202020204" pitchFamily="34" charset="0"/>
            </a:endParaRPr>
          </a:p>
          <a:p>
            <a:pPr marL="228600" indent="-228600" defTabSz="666723">
              <a:spcBef>
                <a:spcPct val="0"/>
              </a:spcBef>
              <a:spcAft>
                <a:spcPts val="600"/>
              </a:spcAft>
              <a:buClr>
                <a:schemeClr val="tx1"/>
              </a:buClr>
              <a:buFont typeface="Ubuntu Medium"/>
              <a:buAutoNum type="arabicPeriod"/>
            </a:pPr>
            <a:endParaRPr lang="en-US" sz="1100">
              <a:cs typeface="Arial" panose="020B0604020202020204" pitchFamily="34" charset="0"/>
            </a:endParaRPr>
          </a:p>
          <a:p>
            <a:pPr defTabSz="666723">
              <a:spcBef>
                <a:spcPct val="0"/>
              </a:spcBef>
              <a:spcAft>
                <a:spcPts val="600"/>
              </a:spcAft>
              <a:buClr>
                <a:schemeClr val="tx1"/>
              </a:buClr>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p:txBody>
      </p:sp>
      <p:sp>
        <p:nvSpPr>
          <p:cNvPr id="4" name="TextBox 3">
            <a:extLst>
              <a:ext uri="{FF2B5EF4-FFF2-40B4-BE49-F238E27FC236}">
                <a16:creationId xmlns:a16="http://schemas.microsoft.com/office/drawing/2014/main" id="{B07CCD17-A394-49F2-802C-5AAC7972B809}"/>
              </a:ext>
            </a:extLst>
          </p:cNvPr>
          <p:cNvSpPr txBox="1"/>
          <p:nvPr/>
        </p:nvSpPr>
        <p:spPr>
          <a:xfrm>
            <a:off x="402784" y="6187018"/>
            <a:ext cx="10629081" cy="215444"/>
          </a:xfrm>
          <a:prstGeom prst="rect">
            <a:avLst/>
          </a:prstGeom>
          <a:noFill/>
        </p:spPr>
        <p:txBody>
          <a:bodyPr wrap="square" lIns="91440" tIns="45720" rIns="91440" bIns="45720" rtlCol="0" anchor="t">
            <a:spAutoFit/>
          </a:bodyPr>
          <a:lstStyle/>
          <a:p>
            <a:r>
              <a:rPr lang="en-GB" sz="800" i="1"/>
              <a:t>** JIRA will be single source of truth for all test cases, executions, defects &amp; status reports </a:t>
            </a:r>
            <a:endParaRPr lang="en-US"/>
          </a:p>
        </p:txBody>
      </p:sp>
      <p:sp>
        <p:nvSpPr>
          <p:cNvPr id="12" name="Title 1">
            <a:extLst>
              <a:ext uri="{FF2B5EF4-FFF2-40B4-BE49-F238E27FC236}">
                <a16:creationId xmlns:a16="http://schemas.microsoft.com/office/drawing/2014/main" id="{892DC568-0E49-46A8-8851-40D687752CA1}"/>
              </a:ext>
            </a:extLst>
          </p:cNvPr>
          <p:cNvSpPr txBox="1">
            <a:spLocks/>
          </p:cNvSpPr>
          <p:nvPr/>
        </p:nvSpPr>
        <p:spPr>
          <a:xfrm>
            <a:off x="8417" y="219426"/>
            <a:ext cx="12202633" cy="47749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Testing Activities</a:t>
            </a:r>
            <a:endParaRPr lang="en-GB" sz="2400">
              <a:solidFill>
                <a:schemeClr val="tx1"/>
              </a:solidFill>
            </a:endParaRPr>
          </a:p>
        </p:txBody>
      </p:sp>
      <p:sp>
        <p:nvSpPr>
          <p:cNvPr id="2" name="TextBox 1">
            <a:extLst>
              <a:ext uri="{FF2B5EF4-FFF2-40B4-BE49-F238E27FC236}">
                <a16:creationId xmlns:a16="http://schemas.microsoft.com/office/drawing/2014/main" id="{A92312B2-839E-3341-FEEA-33205852B8B9}"/>
              </a:ext>
            </a:extLst>
          </p:cNvPr>
          <p:cNvSpPr txBox="1"/>
          <p:nvPr/>
        </p:nvSpPr>
        <p:spPr>
          <a:xfrm>
            <a:off x="2879636" y="32759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58752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E7FE5FB-15FE-4A12-CEF9-FBC1A8615F0B}"/>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F349C067-5934-2AD7-82DE-0965B330E931}"/>
              </a:ext>
            </a:extLst>
          </p:cNvPr>
          <p:cNvSpPr>
            <a:spLocks noGrp="1"/>
          </p:cNvSpPr>
          <p:nvPr>
            <p:ph type="title"/>
          </p:nvPr>
        </p:nvSpPr>
        <p:spPr/>
        <p:txBody>
          <a:bodyPr/>
          <a:lstStyle/>
          <a:p>
            <a:r>
              <a:rPr lang="en-IN" sz="2400"/>
              <a:t>Testing Deliverables</a:t>
            </a:r>
            <a:endParaRPr lang="en-US" sz="2400"/>
          </a:p>
        </p:txBody>
      </p:sp>
      <p:graphicFrame>
        <p:nvGraphicFramePr>
          <p:cNvPr id="5" name="Table 5">
            <a:extLst>
              <a:ext uri="{FF2B5EF4-FFF2-40B4-BE49-F238E27FC236}">
                <a16:creationId xmlns:a16="http://schemas.microsoft.com/office/drawing/2014/main" id="{0FF2AB5B-189E-0A66-27A2-3A85CBF0E408}"/>
              </a:ext>
            </a:extLst>
          </p:cNvPr>
          <p:cNvGraphicFramePr>
            <a:graphicFrameLocks noGrp="1"/>
          </p:cNvGraphicFramePr>
          <p:nvPr>
            <p:extLst>
              <p:ext uri="{D42A27DB-BD31-4B8C-83A1-F6EECF244321}">
                <p14:modId xmlns:p14="http://schemas.microsoft.com/office/powerpoint/2010/main" val="2581206604"/>
              </p:ext>
            </p:extLst>
          </p:nvPr>
        </p:nvGraphicFramePr>
        <p:xfrm>
          <a:off x="360405" y="988540"/>
          <a:ext cx="11498119" cy="5229759"/>
        </p:xfrm>
        <a:graphic>
          <a:graphicData uri="http://schemas.openxmlformats.org/drawingml/2006/table">
            <a:tbl>
              <a:tblPr firstRow="1" bandRow="1">
                <a:tableStyleId>{21E4AEA4-8DFA-4A89-87EB-49C32662AFE0}</a:tableStyleId>
              </a:tblPr>
              <a:tblGrid>
                <a:gridCol w="1312121">
                  <a:extLst>
                    <a:ext uri="{9D8B030D-6E8A-4147-A177-3AD203B41FA5}">
                      <a16:colId xmlns:a16="http://schemas.microsoft.com/office/drawing/2014/main" val="1231774218"/>
                    </a:ext>
                  </a:extLst>
                </a:gridCol>
                <a:gridCol w="1312121">
                  <a:extLst>
                    <a:ext uri="{9D8B030D-6E8A-4147-A177-3AD203B41FA5}">
                      <a16:colId xmlns:a16="http://schemas.microsoft.com/office/drawing/2014/main" val="3600507755"/>
                    </a:ext>
                  </a:extLst>
                </a:gridCol>
                <a:gridCol w="2833576">
                  <a:extLst>
                    <a:ext uri="{9D8B030D-6E8A-4147-A177-3AD203B41FA5}">
                      <a16:colId xmlns:a16="http://schemas.microsoft.com/office/drawing/2014/main" val="248574675"/>
                    </a:ext>
                  </a:extLst>
                </a:gridCol>
                <a:gridCol w="1221201">
                  <a:extLst>
                    <a:ext uri="{9D8B030D-6E8A-4147-A177-3AD203B41FA5}">
                      <a16:colId xmlns:a16="http://schemas.microsoft.com/office/drawing/2014/main" val="4192112407"/>
                    </a:ext>
                  </a:extLst>
                </a:gridCol>
                <a:gridCol w="1221201">
                  <a:extLst>
                    <a:ext uri="{9D8B030D-6E8A-4147-A177-3AD203B41FA5}">
                      <a16:colId xmlns:a16="http://schemas.microsoft.com/office/drawing/2014/main" val="2609995193"/>
                    </a:ext>
                  </a:extLst>
                </a:gridCol>
                <a:gridCol w="1458762">
                  <a:extLst>
                    <a:ext uri="{9D8B030D-6E8A-4147-A177-3AD203B41FA5}">
                      <a16:colId xmlns:a16="http://schemas.microsoft.com/office/drawing/2014/main" val="4050222103"/>
                    </a:ext>
                  </a:extLst>
                </a:gridCol>
                <a:gridCol w="1199947">
                  <a:extLst>
                    <a:ext uri="{9D8B030D-6E8A-4147-A177-3AD203B41FA5}">
                      <a16:colId xmlns:a16="http://schemas.microsoft.com/office/drawing/2014/main" val="1545668042"/>
                    </a:ext>
                  </a:extLst>
                </a:gridCol>
                <a:gridCol w="939190">
                  <a:extLst>
                    <a:ext uri="{9D8B030D-6E8A-4147-A177-3AD203B41FA5}">
                      <a16:colId xmlns:a16="http://schemas.microsoft.com/office/drawing/2014/main" val="1199652050"/>
                    </a:ext>
                  </a:extLst>
                </a:gridCol>
              </a:tblGrid>
              <a:tr h="423432">
                <a:tc>
                  <a:txBody>
                    <a:bodyPr/>
                    <a:lstStyle/>
                    <a:p>
                      <a:pPr algn="ctr"/>
                      <a:r>
                        <a:rPr lang="en-IN" sz="1400">
                          <a:solidFill>
                            <a:schemeClr val="bg1"/>
                          </a:solidFill>
                          <a:latin typeface="+mn-lt"/>
                        </a:rPr>
                        <a:t>Deliverables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Phases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Purpose</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Ownership</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Reviewed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 Sign off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Frequency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Format</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78641413"/>
                  </a:ext>
                </a:extLst>
              </a:tr>
              <a:tr h="966150">
                <a:tc>
                  <a:txBody>
                    <a:bodyPr/>
                    <a:lstStyle/>
                    <a:p>
                      <a:r>
                        <a:rPr lang="en-IN" sz="900">
                          <a:latin typeface="+mn-lt"/>
                        </a:rPr>
                        <a:t>Test Strategy for Sprint Testing</a:t>
                      </a:r>
                      <a:endParaRPr lang="en-US" sz="900">
                        <a:latin typeface="+mn-lt"/>
                        <a:cs typeface="Arial"/>
                      </a:endParaRPr>
                    </a:p>
                  </a:txBody>
                  <a:tcPr/>
                </a:tc>
                <a:tc>
                  <a:txBody>
                    <a:bodyPr/>
                    <a:lstStyle/>
                    <a:p>
                      <a:r>
                        <a:rPr lang="en-US" sz="900">
                          <a:latin typeface="+mn-lt"/>
                        </a:rPr>
                        <a:t>Inception</a:t>
                      </a:r>
                      <a:endParaRPr lang="en-US" sz="900">
                        <a:latin typeface="+mn-lt"/>
                        <a:cs typeface="Arial"/>
                      </a:endParaRPr>
                    </a:p>
                  </a:txBody>
                  <a:tcPr/>
                </a:tc>
                <a:tc>
                  <a:txBody>
                    <a:bodyPr/>
                    <a:lstStyle/>
                    <a:p>
                      <a:r>
                        <a:rPr lang="en-US" sz="900">
                          <a:latin typeface="+mn-lt"/>
                        </a:rPr>
                        <a:t>This document defines the overall test approach for the program &amp; all types of testing that will be conducted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cs typeface="Arial"/>
                        </a:rPr>
                        <a:t> </a:t>
                      </a:r>
                      <a:r>
                        <a:rPr lang="en-IN" sz="900">
                          <a:latin typeface="+mn-lt"/>
                        </a:rPr>
                        <a:t>Capgemini</a:t>
                      </a:r>
                      <a:endParaRPr lang="en-US" sz="900">
                        <a:latin typeface="+mn-lt"/>
                      </a:endParaRPr>
                    </a:p>
                    <a:p>
                      <a:pPr lvl="0">
                        <a:buNone/>
                      </a:pPr>
                      <a:endParaRPr lang="en-IN" sz="900">
                        <a:latin typeface="+mn-lt"/>
                        <a:cs typeface="Arial"/>
                      </a:endParaRPr>
                    </a:p>
                  </a:txBody>
                  <a:tcPr/>
                </a:tc>
                <a:tc>
                  <a:txBody>
                    <a:bodyPr/>
                    <a:lstStyle/>
                    <a:p>
                      <a:r>
                        <a:rPr lang="en-IN" sz="900">
                          <a:latin typeface="+mn-lt"/>
                        </a:rPr>
                        <a:t>Natraj Gudla (Cap- India delivery executive)</a:t>
                      </a:r>
                    </a:p>
                    <a:p>
                      <a:pPr lvl="0">
                        <a:buNone/>
                      </a:pPr>
                      <a:r>
                        <a:rPr lang="en-IN" sz="900">
                          <a:latin typeface="+mn-lt"/>
                        </a:rPr>
                        <a:t>Ananda Ponniah (Cap- Engagement Manager)</a:t>
                      </a:r>
                      <a:endParaRPr lang="en-IN" sz="900">
                        <a:latin typeface="+mn-lt"/>
                        <a:cs typeface="Arial"/>
                      </a:endParaRPr>
                    </a:p>
                  </a:txBody>
                  <a:tcPr/>
                </a:tc>
                <a:tc>
                  <a:txBody>
                    <a:bodyPr/>
                    <a:lstStyle/>
                    <a:p>
                      <a:r>
                        <a:rPr lang="en-IN" sz="900">
                          <a:latin typeface="+mn-lt"/>
                        </a:rPr>
                        <a:t>Faye Newton (Beazley)</a:t>
                      </a:r>
                    </a:p>
                    <a:p>
                      <a:r>
                        <a:rPr lang="en-IN" sz="900">
                          <a:latin typeface="+mn-lt"/>
                        </a:rPr>
                        <a:t>Warren Pilkington (Beazley)</a:t>
                      </a:r>
                    </a:p>
                    <a:p>
                      <a:r>
                        <a:rPr lang="en-IN" sz="900">
                          <a:latin typeface="+mn-lt"/>
                          <a:cs typeface="Arial"/>
                        </a:rPr>
                        <a:t>Nithya Midde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Stephen Payne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Athik Miah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Alagiya Nambi Rajappan (Hexaware)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Carol Hamilton / Patrycja Kuligowska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Kim Cisco US / Abby Vrendenburg (Beazley)</a:t>
                      </a:r>
                    </a:p>
                  </a:txBody>
                  <a:tcPr/>
                </a:tc>
                <a:tc>
                  <a:txBody>
                    <a:bodyPr/>
                    <a:lstStyle/>
                    <a:p>
                      <a:r>
                        <a:rPr lang="en-IN" sz="900">
                          <a:latin typeface="+mn-lt"/>
                        </a:rPr>
                        <a:t>End of Inception</a:t>
                      </a:r>
                      <a:endParaRPr lang="en-US" sz="900">
                        <a:latin typeface="+mn-lt"/>
                        <a:cs typeface="Arial"/>
                      </a:endParaRPr>
                    </a:p>
                  </a:txBody>
                  <a:tcPr/>
                </a:tc>
                <a:tc>
                  <a:txBody>
                    <a:bodyPr/>
                    <a:lstStyle/>
                    <a:p>
                      <a:r>
                        <a:rPr lang="en-IN" sz="900">
                          <a:latin typeface="+mn-lt"/>
                        </a:rPr>
                        <a:t>Word</a:t>
                      </a:r>
                      <a:endParaRPr lang="en-US" sz="900">
                        <a:latin typeface="+mn-lt"/>
                        <a:cs typeface="Arial"/>
                      </a:endParaRPr>
                    </a:p>
                  </a:txBody>
                  <a:tcPr/>
                </a:tc>
                <a:extLst>
                  <a:ext uri="{0D108BD9-81ED-4DB2-BD59-A6C34878D82A}">
                    <a16:rowId xmlns:a16="http://schemas.microsoft.com/office/drawing/2014/main" val="3545832034"/>
                  </a:ext>
                </a:extLst>
              </a:tr>
              <a:tr h="787743">
                <a:tc>
                  <a:txBody>
                    <a:bodyPr/>
                    <a:lstStyle/>
                    <a:p>
                      <a:r>
                        <a:rPr lang="en-IN" sz="900">
                          <a:latin typeface="+mn-lt"/>
                        </a:rPr>
                        <a:t>Test Plan</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pPr marL="0" algn="l" rtl="0" eaLnBrk="1" latinLnBrk="0" hangingPunct="1"/>
                      <a:r>
                        <a:rPr lang="en-US" sz="900" kern="1200">
                          <a:solidFill>
                            <a:schemeClr val="dk1"/>
                          </a:solidFill>
                          <a:latin typeface="+mn-lt"/>
                        </a:rPr>
                        <a:t>This document defines the scope, approach, schedule of intended test activities.</a:t>
                      </a:r>
                    </a:p>
                    <a:p>
                      <a:pPr marL="0" algn="l" defTabSz="914400" rtl="0" eaLnBrk="1" latinLnBrk="0" hangingPunct="1"/>
                      <a:r>
                        <a:rPr lang="en-US" sz="900" kern="1200">
                          <a:solidFill>
                            <a:schemeClr val="dk1"/>
                          </a:solidFill>
                          <a:latin typeface="+mn-lt"/>
                        </a:rPr>
                        <a:t>∙Sprint level Test Plan</a:t>
                      </a:r>
                    </a:p>
                    <a:p>
                      <a:pPr marL="0" algn="l" defTabSz="914400" rtl="0" eaLnBrk="1" latinLnBrk="0" hangingPunct="1"/>
                      <a:endParaRPr lang="en-US" sz="900">
                        <a:latin typeface="+mn-lt"/>
                        <a:cs typeface="Arial"/>
                      </a:endParaRPr>
                    </a:p>
                  </a:txBody>
                  <a:tcPr/>
                </a:tc>
                <a:tc>
                  <a:txBody>
                    <a:bodyPr/>
                    <a:lstStyle/>
                    <a:p>
                      <a:pPr lvl="0">
                        <a:buNone/>
                      </a:pPr>
                      <a:r>
                        <a:rPr lang="en-IN" sz="1000">
                          <a:latin typeface="+mn-lt"/>
                        </a:rPr>
                        <a:t>Capgemini</a:t>
                      </a:r>
                      <a:endParaRPr lang="en-US" sz="1000">
                        <a:latin typeface="+mn-lt"/>
                      </a:endParaRPr>
                    </a:p>
                  </a:txBody>
                  <a:tcPr/>
                </a:tc>
                <a:tc>
                  <a:txBody>
                    <a:bodyPr/>
                    <a:lstStyle/>
                    <a:p>
                      <a:pPr lvl="0">
                        <a:buNone/>
                      </a:pPr>
                      <a:r>
                        <a:rPr lang="en-IN" sz="900" b="0" u="none" strike="noStrike" noProof="0">
                          <a:solidFill>
                            <a:srgbClr val="000000"/>
                          </a:solidFill>
                          <a:latin typeface="+mn-lt"/>
                        </a:rPr>
                        <a:t>Test leads (Hexaware/Beazley)</a:t>
                      </a:r>
                      <a:endParaRPr lang="en-US">
                        <a:latin typeface="+mn-lt"/>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Start of each Sprint</a:t>
                      </a:r>
                      <a:endParaRPr lang="en-US" sz="900">
                        <a:latin typeface="+mn-lt"/>
                        <a:cs typeface="Arial"/>
                      </a:endParaRPr>
                    </a:p>
                  </a:txBody>
                  <a:tcPr/>
                </a:tc>
                <a:tc>
                  <a:txBody>
                    <a:bodyPr/>
                    <a:lstStyle/>
                    <a:p>
                      <a:r>
                        <a:rPr lang="en-IN" sz="900">
                          <a:latin typeface="+mn-lt"/>
                        </a:rPr>
                        <a:t>Word/PPT</a:t>
                      </a:r>
                      <a:endParaRPr lang="en-US" sz="900">
                        <a:latin typeface="+mn-lt"/>
                        <a:cs typeface="Arial"/>
                      </a:endParaRPr>
                    </a:p>
                  </a:txBody>
                  <a:tcPr/>
                </a:tc>
                <a:extLst>
                  <a:ext uri="{0D108BD9-81ED-4DB2-BD59-A6C34878D82A}">
                    <a16:rowId xmlns:a16="http://schemas.microsoft.com/office/drawing/2014/main" val="265586846"/>
                  </a:ext>
                </a:extLst>
              </a:tr>
              <a:tr h="531382">
                <a:tc>
                  <a:txBody>
                    <a:bodyPr/>
                    <a:lstStyle/>
                    <a:p>
                      <a:r>
                        <a:rPr lang="en-IN" sz="900">
                          <a:latin typeface="+mn-lt"/>
                        </a:rPr>
                        <a:t>Test Cases</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Cases or scripts that will be executed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p>
                      <a:endParaRPr lang="en-US" sz="900">
                        <a:latin typeface="+mn-lt"/>
                        <a:cs typeface="Arial"/>
                      </a:endParaRPr>
                    </a:p>
                  </a:txBody>
                  <a:tcPr/>
                </a:tc>
                <a:tc>
                  <a:txBody>
                    <a:bodyPr/>
                    <a:lstStyle/>
                    <a:p>
                      <a:r>
                        <a:rPr lang="en-IN" sz="900">
                          <a:latin typeface="+mn-lt"/>
                        </a:rPr>
                        <a:t>Once per release</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2155935992"/>
                  </a:ext>
                </a:extLst>
              </a:tr>
              <a:tr h="531382">
                <a:tc>
                  <a:txBody>
                    <a:bodyPr/>
                    <a:lstStyle/>
                    <a:p>
                      <a:r>
                        <a:rPr lang="en-IN" sz="900">
                          <a:latin typeface="+mn-lt"/>
                        </a:rPr>
                        <a:t>Test Automation Report</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automation details to understand the efficiency, accuracy, and speed to reduce cycle time</a:t>
                      </a:r>
                    </a:p>
                    <a:p>
                      <a:r>
                        <a:rPr lang="en-US" sz="900">
                          <a:latin typeface="+mn-lt"/>
                        </a:rPr>
                        <a:t>  </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Once per week</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884266907"/>
                  </a:ext>
                </a:extLst>
              </a:tr>
              <a:tr h="740714">
                <a:tc>
                  <a:txBody>
                    <a:bodyPr/>
                    <a:lstStyle/>
                    <a:p>
                      <a:r>
                        <a:rPr lang="en-IN" sz="900">
                          <a:latin typeface="+mn-lt"/>
                        </a:rPr>
                        <a:t>Test Completion Report</a:t>
                      </a:r>
                      <a:endParaRPr lang="en-US" sz="900">
                        <a:latin typeface="+mn-lt"/>
                        <a:cs typeface="Arial"/>
                      </a:endParaRPr>
                    </a:p>
                  </a:txBody>
                  <a:tcPr/>
                </a:tc>
                <a:tc>
                  <a:txBody>
                    <a:bodyPr/>
                    <a:lstStyle/>
                    <a:p>
                      <a:r>
                        <a:rPr lang="en-IN" sz="900">
                          <a:latin typeface="+mn-lt"/>
                        </a:rPr>
                        <a:t>Build &amp; Test </a:t>
                      </a:r>
                    </a:p>
                  </a:txBody>
                  <a:tcPr/>
                </a:tc>
                <a:tc>
                  <a:txBody>
                    <a:bodyPr/>
                    <a:lstStyle/>
                    <a:p>
                      <a:r>
                        <a:rPr lang="en-US" sz="900">
                          <a:latin typeface="+mn-lt"/>
                        </a:rPr>
                        <a:t>Provides the summary of Test execution </a:t>
                      </a:r>
                    </a:p>
                    <a:p>
                      <a:r>
                        <a:rPr lang="en-US" sz="900">
                          <a:latin typeface="+mn-lt"/>
                        </a:rPr>
                        <a:t> - Sprint summary report</a:t>
                      </a:r>
                    </a:p>
                    <a:p>
                      <a:r>
                        <a:rPr lang="en-US" sz="90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Capgemini  Test Leads</a:t>
                      </a:r>
                      <a:endParaRPr lang="en-US" sz="900">
                        <a:latin typeface="+mn-lt"/>
                        <a:cs typeface="Arial"/>
                      </a:endParaRPr>
                    </a:p>
                    <a:p>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Beazley Program Test Lead</a:t>
                      </a:r>
                      <a:endParaRPr lang="en-US" sz="900">
                        <a:latin typeface="+mn-lt"/>
                        <a:cs typeface="Arial"/>
                      </a:endParaRPr>
                    </a:p>
                  </a:txBody>
                  <a:tcPr/>
                </a:tc>
                <a:tc>
                  <a:txBody>
                    <a:bodyPr/>
                    <a:lstStyle/>
                    <a:p>
                      <a:r>
                        <a:rPr lang="en-IN" sz="900">
                          <a:latin typeface="+mn-lt"/>
                        </a:rPr>
                        <a:t>- End of each sprint</a:t>
                      </a:r>
                      <a:endParaRPr lang="en-US" sz="900">
                        <a:latin typeface="+mn-lt"/>
                        <a:cs typeface="Arial"/>
                      </a:endParaRPr>
                    </a:p>
                  </a:txBody>
                  <a:tcPr/>
                </a:tc>
                <a:tc>
                  <a:txBody>
                    <a:bodyPr/>
                    <a:lstStyle/>
                    <a:p>
                      <a:r>
                        <a:rPr lang="en-IN" sz="900">
                          <a:latin typeface="+mn-lt"/>
                        </a:rPr>
                        <a:t>Email/JIRA</a:t>
                      </a:r>
                      <a:endParaRPr lang="en-US" sz="900">
                        <a:latin typeface="+mn-lt"/>
                        <a:cs typeface="Arial"/>
                      </a:endParaRPr>
                    </a:p>
                  </a:txBody>
                  <a:tcPr/>
                </a:tc>
                <a:extLst>
                  <a:ext uri="{0D108BD9-81ED-4DB2-BD59-A6C34878D82A}">
                    <a16:rowId xmlns:a16="http://schemas.microsoft.com/office/drawing/2014/main" val="3531900358"/>
                  </a:ext>
                </a:extLst>
              </a:tr>
            </a:tbl>
          </a:graphicData>
        </a:graphic>
      </p:graphicFrame>
      <p:sp>
        <p:nvSpPr>
          <p:cNvPr id="2" name="TextBox 1">
            <a:extLst>
              <a:ext uri="{FF2B5EF4-FFF2-40B4-BE49-F238E27FC236}">
                <a16:creationId xmlns:a16="http://schemas.microsoft.com/office/drawing/2014/main" id="{8108EE3A-DA95-60CD-75A5-D1116DF7F6F6}"/>
              </a:ext>
            </a:extLst>
          </p:cNvPr>
          <p:cNvSpPr txBox="1"/>
          <p:nvPr/>
        </p:nvSpPr>
        <p:spPr>
          <a:xfrm>
            <a:off x="3923277" y="203521"/>
            <a:ext cx="6261247"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2145505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2616A57-FDCA-0BA4-52A5-7D2973F5DC70}"/>
              </a:ext>
            </a:extLst>
          </p:cNvPr>
          <p:cNvSpPr>
            <a:spLocks noGrp="1"/>
          </p:cNvSpPr>
          <p:nvPr>
            <p:ph type="title"/>
          </p:nvPr>
        </p:nvSpPr>
        <p:spPr>
          <a:xfrm>
            <a:off x="404812" y="388187"/>
            <a:ext cx="10947772" cy="716711"/>
          </a:xfrm>
        </p:spPr>
        <p:txBody>
          <a:bodyPr/>
          <a:lstStyle/>
          <a:p>
            <a:r>
              <a:rPr lang="en-IN" sz="2400"/>
              <a:t>Key Risks</a:t>
            </a:r>
            <a:endParaRPr lang="en-US" sz="2400"/>
          </a:p>
        </p:txBody>
      </p:sp>
      <p:sp>
        <p:nvSpPr>
          <p:cNvPr id="3" name="Date Placeholder 2">
            <a:extLst>
              <a:ext uri="{FF2B5EF4-FFF2-40B4-BE49-F238E27FC236}">
                <a16:creationId xmlns:a16="http://schemas.microsoft.com/office/drawing/2014/main" id="{EAD2E6CE-E220-E52C-9D90-391A858E21E6}"/>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2C9B6EF9-03BC-AA3F-7482-F316CBE95688}"/>
              </a:ext>
            </a:extLst>
          </p:cNvPr>
          <p:cNvSpPr>
            <a:spLocks noGrp="1"/>
          </p:cNvSpPr>
          <p:nvPr>
            <p:ph type="ftr" sz="quarter" idx="4294967295"/>
          </p:nvPr>
        </p:nvSpPr>
        <p:spPr>
          <a:xfrm>
            <a:off x="0" y="0"/>
            <a:ext cx="0" cy="0"/>
          </a:xfrm>
        </p:spPr>
        <p:txBody>
          <a:bodyPr/>
          <a:lstStyle/>
          <a:p>
            <a:r>
              <a:rPr lang="en-GB" altLang="en-US"/>
              <a:t>New presentation – Author</a:t>
            </a:r>
          </a:p>
        </p:txBody>
      </p:sp>
      <p:graphicFrame>
        <p:nvGraphicFramePr>
          <p:cNvPr id="15" name="Table 15">
            <a:extLst>
              <a:ext uri="{FF2B5EF4-FFF2-40B4-BE49-F238E27FC236}">
                <a16:creationId xmlns:a16="http://schemas.microsoft.com/office/drawing/2014/main" id="{DC388D56-E830-41BE-7B25-DF1AA6918424}"/>
              </a:ext>
            </a:extLst>
          </p:cNvPr>
          <p:cNvGraphicFramePr>
            <a:graphicFrameLocks noGrp="1"/>
          </p:cNvGraphicFramePr>
          <p:nvPr>
            <p:extLst>
              <p:ext uri="{D42A27DB-BD31-4B8C-83A1-F6EECF244321}">
                <p14:modId xmlns:p14="http://schemas.microsoft.com/office/powerpoint/2010/main" val="3736235549"/>
              </p:ext>
            </p:extLst>
          </p:nvPr>
        </p:nvGraphicFramePr>
        <p:xfrm>
          <a:off x="401594" y="1112108"/>
          <a:ext cx="11379200" cy="5128407"/>
        </p:xfrm>
        <a:graphic>
          <a:graphicData uri="http://schemas.openxmlformats.org/drawingml/2006/table">
            <a:tbl>
              <a:tblPr firstRow="1" bandRow="1">
                <a:tableStyleId>{21E4AEA4-8DFA-4A89-87EB-49C32662AFE0}</a:tableStyleId>
              </a:tblPr>
              <a:tblGrid>
                <a:gridCol w="2275840">
                  <a:extLst>
                    <a:ext uri="{9D8B030D-6E8A-4147-A177-3AD203B41FA5}">
                      <a16:colId xmlns:a16="http://schemas.microsoft.com/office/drawing/2014/main" val="3864326382"/>
                    </a:ext>
                  </a:extLst>
                </a:gridCol>
                <a:gridCol w="2275840">
                  <a:extLst>
                    <a:ext uri="{9D8B030D-6E8A-4147-A177-3AD203B41FA5}">
                      <a16:colId xmlns:a16="http://schemas.microsoft.com/office/drawing/2014/main" val="670298245"/>
                    </a:ext>
                  </a:extLst>
                </a:gridCol>
                <a:gridCol w="2275840">
                  <a:extLst>
                    <a:ext uri="{9D8B030D-6E8A-4147-A177-3AD203B41FA5}">
                      <a16:colId xmlns:a16="http://schemas.microsoft.com/office/drawing/2014/main" val="3561825565"/>
                    </a:ext>
                  </a:extLst>
                </a:gridCol>
                <a:gridCol w="2275840">
                  <a:extLst>
                    <a:ext uri="{9D8B030D-6E8A-4147-A177-3AD203B41FA5}">
                      <a16:colId xmlns:a16="http://schemas.microsoft.com/office/drawing/2014/main" val="1719023686"/>
                    </a:ext>
                  </a:extLst>
                </a:gridCol>
                <a:gridCol w="2275840">
                  <a:extLst>
                    <a:ext uri="{9D8B030D-6E8A-4147-A177-3AD203B41FA5}">
                      <a16:colId xmlns:a16="http://schemas.microsoft.com/office/drawing/2014/main" val="2434667132"/>
                    </a:ext>
                  </a:extLst>
                </a:gridCol>
              </a:tblGrid>
              <a:tr h="317299">
                <a:tc>
                  <a:txBody>
                    <a:bodyPr/>
                    <a:lstStyle/>
                    <a:p>
                      <a:pPr algn="ctr"/>
                      <a:r>
                        <a:rPr lang="en-IN" sz="1400">
                          <a:solidFill>
                            <a:schemeClr val="bg1"/>
                          </a:solidFill>
                          <a:latin typeface="+mn-lt"/>
                        </a:rPr>
                        <a:t>Risks</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Impact</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Severity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Likelihood</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Mitigation</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2456578759"/>
                  </a:ext>
                </a:extLst>
              </a:tr>
              <a:tr h="652200">
                <a:tc>
                  <a:txBody>
                    <a:bodyPr/>
                    <a:lstStyle/>
                    <a:p>
                      <a:pPr algn="ctr"/>
                      <a:r>
                        <a:rPr lang="en-IN" sz="1000" b="1">
                          <a:latin typeface="+mn-lt"/>
                        </a:rPr>
                        <a:t>Test Data- </a:t>
                      </a:r>
                      <a:r>
                        <a:rPr lang="en-IN" sz="1000">
                          <a:latin typeface="+mn-lt"/>
                        </a:rPr>
                        <a:t>Inadequate or Incorrect Test data</a:t>
                      </a:r>
                      <a:endParaRPr lang="en-US" sz="1000">
                        <a:latin typeface="+mn-lt"/>
                        <a:cs typeface="Arial"/>
                      </a:endParaRPr>
                    </a:p>
                  </a:txBody>
                  <a:tcPr/>
                </a:tc>
                <a:tc>
                  <a:txBody>
                    <a:bodyPr/>
                    <a:lstStyle/>
                    <a:p>
                      <a:pPr algn="ctr"/>
                      <a:r>
                        <a:rPr lang="en-IN" sz="1000">
                          <a:latin typeface="+mn-lt"/>
                        </a:rPr>
                        <a:t>Test Coverage</a:t>
                      </a:r>
                      <a:endParaRPr lang="en-US" sz="1000">
                        <a:latin typeface="+mn-lt"/>
                        <a:cs typeface="Arial"/>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Follow test data management procedure before commencing Test execution phase</a:t>
                      </a:r>
                      <a:endParaRPr lang="en-US" sz="1000">
                        <a:latin typeface="+mn-lt"/>
                        <a:cs typeface="Arial"/>
                      </a:endParaRPr>
                    </a:p>
                  </a:txBody>
                  <a:tcPr/>
                </a:tc>
                <a:extLst>
                  <a:ext uri="{0D108BD9-81ED-4DB2-BD59-A6C34878D82A}">
                    <a16:rowId xmlns:a16="http://schemas.microsoft.com/office/drawing/2014/main" val="223322510"/>
                  </a:ext>
                </a:extLst>
              </a:tr>
              <a:tr h="800427">
                <a:tc>
                  <a:txBody>
                    <a:bodyPr/>
                    <a:lstStyle/>
                    <a:p>
                      <a:pPr algn="ctr"/>
                      <a:r>
                        <a:rPr lang="en-IN" sz="1000" b="1">
                          <a:latin typeface="+mn-lt"/>
                        </a:rPr>
                        <a:t>3</a:t>
                      </a:r>
                      <a:r>
                        <a:rPr lang="en-IN" sz="1000" b="1" baseline="30000">
                          <a:latin typeface="+mn-lt"/>
                        </a:rPr>
                        <a:t>rd</a:t>
                      </a:r>
                      <a:r>
                        <a:rPr lang="en-IN" sz="1000" b="1">
                          <a:latin typeface="+mn-lt"/>
                        </a:rPr>
                        <a:t> Party Integration </a:t>
                      </a:r>
                      <a:r>
                        <a:rPr lang="en-IN" sz="1000">
                          <a:latin typeface="+mn-lt"/>
                        </a:rPr>
                        <a:t>– Delay in engagement with suppliers will result in not getting integration test requirements as per the plan</a:t>
                      </a:r>
                      <a:endParaRPr lang="en-US" sz="1000">
                        <a:latin typeface="+mn-lt"/>
                        <a:cs typeface="Arial"/>
                      </a:endParaRPr>
                    </a:p>
                  </a:txBody>
                  <a:tcPr/>
                </a:tc>
                <a:tc>
                  <a:txBody>
                    <a:bodyPr/>
                    <a:lstStyle/>
                    <a:p>
                      <a:pPr algn="ctr"/>
                      <a:r>
                        <a:rPr lang="en-IN" sz="1000">
                          <a:latin typeface="+mn-lt"/>
                        </a:rPr>
                        <a:t>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Early Management &amp; involvement from 3</a:t>
                      </a:r>
                      <a:r>
                        <a:rPr lang="en-IN" sz="1000" baseline="30000">
                          <a:latin typeface="+mn-lt"/>
                        </a:rPr>
                        <a:t>rd</a:t>
                      </a:r>
                      <a:r>
                        <a:rPr lang="en-IN" sz="1000">
                          <a:latin typeface="+mn-lt"/>
                        </a:rPr>
                        <a:t> parties with clear articulation of test dependencies will mitigate the delay</a:t>
                      </a:r>
                      <a:endParaRPr lang="en-US" sz="1000">
                        <a:latin typeface="+mn-lt"/>
                        <a:cs typeface="Arial"/>
                      </a:endParaRPr>
                    </a:p>
                  </a:txBody>
                  <a:tcPr/>
                </a:tc>
                <a:extLst>
                  <a:ext uri="{0D108BD9-81ED-4DB2-BD59-A6C34878D82A}">
                    <a16:rowId xmlns:a16="http://schemas.microsoft.com/office/drawing/2014/main" val="2454390832"/>
                  </a:ext>
                </a:extLst>
              </a:tr>
              <a:tr h="652200">
                <a:tc>
                  <a:txBody>
                    <a:bodyPr/>
                    <a:lstStyle/>
                    <a:p>
                      <a:pPr algn="ctr"/>
                      <a:r>
                        <a:rPr lang="en-IN" sz="1000" b="1">
                          <a:latin typeface="+mn-lt"/>
                        </a:rPr>
                        <a:t>Defects Volume </a:t>
                      </a:r>
                      <a:r>
                        <a:rPr lang="en-IN" sz="1000">
                          <a:latin typeface="+mn-lt"/>
                        </a:rPr>
                        <a:t>– If the number of defects in sprint exceeds, this will result in lack of quality and effort</a:t>
                      </a:r>
                      <a:endParaRPr lang="en-US" sz="1000">
                        <a:latin typeface="+mn-lt"/>
                        <a:cs typeface="Arial"/>
                      </a:endParaRPr>
                    </a:p>
                  </a:txBody>
                  <a:tcPr/>
                </a:tc>
                <a:tc>
                  <a:txBody>
                    <a:bodyPr/>
                    <a:lstStyle/>
                    <a:p>
                      <a:pPr algn="ctr"/>
                      <a:r>
                        <a:rPr lang="en-IN" sz="1000">
                          <a:latin typeface="+mn-lt"/>
                        </a:rPr>
                        <a:t>Quality &amp; Cost, 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Effect code reviews and through Unit testing during development will help mitigate this risk</a:t>
                      </a:r>
                      <a:endParaRPr lang="en-US" sz="1000">
                        <a:latin typeface="+mn-lt"/>
                        <a:cs typeface="Arial"/>
                      </a:endParaRPr>
                    </a:p>
                  </a:txBody>
                  <a:tcPr/>
                </a:tc>
                <a:extLst>
                  <a:ext uri="{0D108BD9-81ED-4DB2-BD59-A6C34878D82A}">
                    <a16:rowId xmlns:a16="http://schemas.microsoft.com/office/drawing/2014/main" val="3257642952"/>
                  </a:ext>
                </a:extLst>
              </a:tr>
              <a:tr h="755958">
                <a:tc>
                  <a:txBody>
                    <a:bodyPr/>
                    <a:lstStyle/>
                    <a:p>
                      <a:pPr algn="ctr"/>
                      <a:r>
                        <a:rPr lang="en-IN" sz="1000" b="1">
                          <a:latin typeface="+mn-lt"/>
                        </a:rPr>
                        <a:t>Overlapping Phase </a:t>
                      </a:r>
                      <a:r>
                        <a:rPr lang="en-IN" sz="1000">
                          <a:latin typeface="+mn-lt"/>
                        </a:rPr>
                        <a:t>– Delay in defect fixes/deployment will impact test deliverables timelines </a:t>
                      </a:r>
                      <a:endParaRPr lang="en-US" sz="1000">
                        <a:latin typeface="+mn-lt"/>
                        <a:cs typeface="Arial" panose="020B0604020202020204" pitchFamily="34" charset="0"/>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processes for phase overlapping changes, defect management, resolution and diligent compliance with the SLAs defined</a:t>
                      </a:r>
                      <a:endParaRPr lang="en-US" sz="1000">
                        <a:latin typeface="+mn-lt"/>
                        <a:cs typeface="Arial"/>
                      </a:endParaRPr>
                    </a:p>
                  </a:txBody>
                  <a:tcPr/>
                </a:tc>
                <a:extLst>
                  <a:ext uri="{0D108BD9-81ED-4DB2-BD59-A6C34878D82A}">
                    <a16:rowId xmlns:a16="http://schemas.microsoft.com/office/drawing/2014/main" val="3255666623"/>
                  </a:ext>
                </a:extLst>
              </a:tr>
              <a:tr h="1082059">
                <a:tc>
                  <a:txBody>
                    <a:bodyPr/>
                    <a:lstStyle/>
                    <a:p>
                      <a:pPr algn="ctr"/>
                      <a:r>
                        <a:rPr lang="en-IN" sz="1000" b="1">
                          <a:latin typeface="+mn-lt"/>
                        </a:rPr>
                        <a:t>Environment Downtime </a:t>
                      </a:r>
                      <a:r>
                        <a:rPr lang="en-IN" sz="1000">
                          <a:latin typeface="+mn-lt"/>
                        </a:rPr>
                        <a:t>– Environment downtime during sprints (Build &amp; Test) and SIT will impact test delivery  timelines</a:t>
                      </a:r>
                      <a:endParaRPr lang="en-US" sz="1000">
                        <a:latin typeface="+mn-lt"/>
                        <a:cs typeface="Arial"/>
                      </a:endParaRPr>
                    </a:p>
                  </a:txBody>
                  <a:tcPr/>
                </a:tc>
                <a:tc>
                  <a:txBody>
                    <a:bodyPr/>
                    <a:lstStyle/>
                    <a:p>
                      <a:pPr algn="ctr"/>
                      <a:r>
                        <a:rPr lang="en-IN" sz="1000">
                          <a:latin typeface="+mn-lt"/>
                        </a:rPr>
                        <a:t>Schedule Deviation</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Testing team should be informed well before, in case of any planned downtime. Infrastructure team should be made available for quick resolution in case of any unplanned or unexpected downtime</a:t>
                      </a:r>
                      <a:endParaRPr lang="en-US" sz="1000">
                        <a:latin typeface="+mn-lt"/>
                        <a:cs typeface="Arial"/>
                      </a:endParaRPr>
                    </a:p>
                  </a:txBody>
                  <a:tcPr/>
                </a:tc>
                <a:extLst>
                  <a:ext uri="{0D108BD9-81ED-4DB2-BD59-A6C34878D82A}">
                    <a16:rowId xmlns:a16="http://schemas.microsoft.com/office/drawing/2014/main" val="810881822"/>
                  </a:ext>
                </a:extLst>
              </a:tr>
              <a:tr h="770782">
                <a:tc>
                  <a:txBody>
                    <a:bodyPr/>
                    <a:lstStyle/>
                    <a:p>
                      <a:pPr algn="ctr"/>
                      <a:r>
                        <a:rPr lang="en-IN" sz="1000" b="1">
                          <a:latin typeface="+mn-lt"/>
                        </a:rPr>
                        <a:t>Handover Delay </a:t>
                      </a:r>
                      <a:r>
                        <a:rPr lang="en-IN" sz="1000">
                          <a:latin typeface="+mn-lt"/>
                        </a:rPr>
                        <a:t>– User Story handover delay to QA delay will result in current Sprint testing spill overs</a:t>
                      </a:r>
                      <a:endParaRPr lang="en-US" sz="1000">
                        <a:latin typeface="+mn-lt"/>
                        <a:cs typeface="Arial"/>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and agree handover timelines with dev &amp; env team</a:t>
                      </a:r>
                      <a:endParaRPr lang="en-US" sz="1000">
                        <a:latin typeface="+mn-lt"/>
                        <a:cs typeface="Arial"/>
                      </a:endParaRPr>
                    </a:p>
                  </a:txBody>
                  <a:tcPr/>
                </a:tc>
                <a:extLst>
                  <a:ext uri="{0D108BD9-81ED-4DB2-BD59-A6C34878D82A}">
                    <a16:rowId xmlns:a16="http://schemas.microsoft.com/office/drawing/2014/main" val="4091798674"/>
                  </a:ext>
                </a:extLst>
              </a:tr>
            </a:tbl>
          </a:graphicData>
        </a:graphic>
      </p:graphicFrame>
      <p:sp>
        <p:nvSpPr>
          <p:cNvPr id="5" name="TextBox 4">
            <a:extLst>
              <a:ext uri="{FF2B5EF4-FFF2-40B4-BE49-F238E27FC236}">
                <a16:creationId xmlns:a16="http://schemas.microsoft.com/office/drawing/2014/main" id="{CC195EBB-57E1-45C8-4A5E-C133D8D767B9}"/>
              </a:ext>
            </a:extLst>
          </p:cNvPr>
          <p:cNvSpPr txBox="1"/>
          <p:nvPr/>
        </p:nvSpPr>
        <p:spPr>
          <a:xfrm>
            <a:off x="2126008" y="522281"/>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
        <p:nvSpPr>
          <p:cNvPr id="6" name="TextBox 5">
            <a:extLst>
              <a:ext uri="{FF2B5EF4-FFF2-40B4-BE49-F238E27FC236}">
                <a16:creationId xmlns:a16="http://schemas.microsoft.com/office/drawing/2014/main" id="{1425C407-E96A-6BD1-E3D7-16A6793EF726}"/>
              </a:ext>
            </a:extLst>
          </p:cNvPr>
          <p:cNvSpPr txBox="1"/>
          <p:nvPr/>
        </p:nvSpPr>
        <p:spPr>
          <a:xfrm>
            <a:off x="256374" y="6335719"/>
            <a:ext cx="1124464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cs typeface="Arial"/>
              </a:rPr>
              <a:t>*All the testing dependencies will be included in the programme risk register (In JIRA) periodically for review and closure</a:t>
            </a:r>
          </a:p>
        </p:txBody>
      </p:sp>
    </p:spTree>
    <p:extLst>
      <p:ext uri="{BB962C8B-B14F-4D97-AF65-F5344CB8AC3E}">
        <p14:creationId xmlns:p14="http://schemas.microsoft.com/office/powerpoint/2010/main" val="33197301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7AA2E0-006E-6193-2A48-EC7F83B9A40A}"/>
              </a:ext>
            </a:extLst>
          </p:cNvPr>
          <p:cNvSpPr>
            <a:spLocks noGrp="1"/>
          </p:cNvSpPr>
          <p:nvPr>
            <p:ph type="title"/>
          </p:nvPr>
        </p:nvSpPr>
        <p:spPr>
          <a:xfrm>
            <a:off x="404812" y="366827"/>
            <a:ext cx="10947772" cy="716711"/>
          </a:xfrm>
        </p:spPr>
        <p:txBody>
          <a:bodyPr/>
          <a:lstStyle/>
          <a:p>
            <a:r>
              <a:rPr lang="en-IN" sz="2800">
                <a:solidFill>
                  <a:schemeClr val="tx1"/>
                </a:solidFill>
                <a:latin typeface="+mn-lt"/>
              </a:rPr>
              <a:t>Key Assumptions &amp; Dependencies</a:t>
            </a:r>
            <a:endParaRPr lang="en-US" sz="2800">
              <a:solidFill>
                <a:schemeClr val="tx1"/>
              </a:solidFill>
              <a:latin typeface="+mn-lt"/>
            </a:endParaRPr>
          </a:p>
        </p:txBody>
      </p:sp>
      <p:graphicFrame>
        <p:nvGraphicFramePr>
          <p:cNvPr id="4" name="Table 4">
            <a:extLst>
              <a:ext uri="{FF2B5EF4-FFF2-40B4-BE49-F238E27FC236}">
                <a16:creationId xmlns:a16="http://schemas.microsoft.com/office/drawing/2014/main" id="{5A98F1A9-E976-7196-9F52-25A6610526EA}"/>
              </a:ext>
            </a:extLst>
          </p:cNvPr>
          <p:cNvGraphicFramePr>
            <a:graphicFrameLocks noGrp="1"/>
          </p:cNvGraphicFramePr>
          <p:nvPr>
            <p:extLst>
              <p:ext uri="{D42A27DB-BD31-4B8C-83A1-F6EECF244321}">
                <p14:modId xmlns:p14="http://schemas.microsoft.com/office/powerpoint/2010/main" val="2968753290"/>
              </p:ext>
            </p:extLst>
          </p:nvPr>
        </p:nvGraphicFramePr>
        <p:xfrm>
          <a:off x="320729" y="1310567"/>
          <a:ext cx="8371326" cy="1158240"/>
        </p:xfrm>
        <a:graphic>
          <a:graphicData uri="http://schemas.openxmlformats.org/drawingml/2006/table">
            <a:tbl>
              <a:tblPr firstRow="1" bandRow="1">
                <a:tableStyleId>{21E4AEA4-8DFA-4A89-87EB-49C32662AFE0}</a:tableStyleId>
              </a:tblPr>
              <a:tblGrid>
                <a:gridCol w="3399933">
                  <a:extLst>
                    <a:ext uri="{9D8B030D-6E8A-4147-A177-3AD203B41FA5}">
                      <a16:colId xmlns:a16="http://schemas.microsoft.com/office/drawing/2014/main" val="569273904"/>
                    </a:ext>
                  </a:extLst>
                </a:gridCol>
                <a:gridCol w="4971393">
                  <a:extLst>
                    <a:ext uri="{9D8B030D-6E8A-4147-A177-3AD203B41FA5}">
                      <a16:colId xmlns:a16="http://schemas.microsoft.com/office/drawing/2014/main" val="1280037700"/>
                    </a:ext>
                  </a:extLst>
                </a:gridCol>
              </a:tblGrid>
              <a:tr h="318536">
                <a:tc>
                  <a:txBody>
                    <a:bodyPr/>
                    <a:lstStyle/>
                    <a:p>
                      <a:r>
                        <a:rPr lang="en-IN" sz="1600">
                          <a:solidFill>
                            <a:schemeClr val="bg1"/>
                          </a:solidFill>
                          <a:latin typeface="+mn-lt"/>
                        </a:rPr>
                        <a:t>Phase</a:t>
                      </a:r>
                      <a:endParaRPr lang="en-US" sz="1600">
                        <a:solidFill>
                          <a:schemeClr val="bg1"/>
                        </a:solidFill>
                        <a:latin typeface="+mn-lt"/>
                      </a:endParaRPr>
                    </a:p>
                  </a:txBody>
                  <a:tcPr>
                    <a:solidFill>
                      <a:srgbClr val="FF66CC"/>
                    </a:solidFill>
                  </a:tcPr>
                </a:tc>
                <a:tc>
                  <a:txBody>
                    <a:bodyPr/>
                    <a:lstStyle/>
                    <a:p>
                      <a:r>
                        <a:rPr lang="en-IN" sz="1600">
                          <a:solidFill>
                            <a:schemeClr val="bg1"/>
                          </a:solidFill>
                          <a:latin typeface="+mn-lt"/>
                        </a:rPr>
                        <a:t>Assumptions</a:t>
                      </a:r>
                      <a:endParaRPr lang="en-US" sz="1600">
                        <a:solidFill>
                          <a:schemeClr val="bg1"/>
                        </a:solidFill>
                        <a:latin typeface="+mn-lt"/>
                      </a:endParaRPr>
                    </a:p>
                  </a:txBody>
                  <a:tcPr>
                    <a:solidFill>
                      <a:srgbClr val="FF66CC"/>
                    </a:solidFill>
                  </a:tcPr>
                </a:tc>
                <a:extLst>
                  <a:ext uri="{0D108BD9-81ED-4DB2-BD59-A6C34878D82A}">
                    <a16:rowId xmlns:a16="http://schemas.microsoft.com/office/drawing/2014/main" val="858937367"/>
                  </a:ext>
                </a:extLst>
              </a:tr>
              <a:tr h="370840">
                <a:tc>
                  <a:txBody>
                    <a:bodyPr/>
                    <a:lstStyle/>
                    <a:p>
                      <a:r>
                        <a:rPr lang="en-IN" sz="1200">
                          <a:latin typeface="+mn-lt"/>
                        </a:rPr>
                        <a:t>In Sprint Testing</a:t>
                      </a:r>
                      <a:endParaRPr lang="en-US" sz="1200">
                        <a:latin typeface="+mn-lt"/>
                        <a:cs typeface="Arial" panose="020B0604020202020204" pitchFamily="34" charset="0"/>
                      </a:endParaRPr>
                    </a:p>
                  </a:txBody>
                  <a:tcPr/>
                </a:tc>
                <a:tc>
                  <a:txBody>
                    <a:bodyPr/>
                    <a:lstStyle/>
                    <a:p>
                      <a:pPr marL="171450" indent="-171450">
                        <a:buFont typeface="Arial" panose="020B0604020202020204" pitchFamily="34" charset="0"/>
                        <a:buChar char="•"/>
                      </a:pPr>
                      <a:r>
                        <a:rPr lang="en-US" sz="1200">
                          <a:latin typeface="+mn-lt"/>
                        </a:rPr>
                        <a:t>Approved product backlog will be considered as the final scope document</a:t>
                      </a:r>
                    </a:p>
                    <a:p>
                      <a:pPr marL="171450" indent="-171450">
                        <a:buFont typeface="Arial" panose="020B0604020202020204" pitchFamily="34" charset="0"/>
                        <a:buChar char="•"/>
                      </a:pPr>
                      <a:r>
                        <a:rPr lang="en-US" sz="1200">
                          <a:latin typeface="+mn-lt"/>
                        </a:rPr>
                        <a:t>It is assumed that Guidewire OOTB features, and functionality will work as expected</a:t>
                      </a:r>
                      <a:endParaRPr lang="en-US" sz="1200">
                        <a:latin typeface="+mn-lt"/>
                        <a:cs typeface="Arial" panose="020B0604020202020204" pitchFamily="34" charset="0"/>
                      </a:endParaRPr>
                    </a:p>
                  </a:txBody>
                  <a:tcPr/>
                </a:tc>
                <a:extLst>
                  <a:ext uri="{0D108BD9-81ED-4DB2-BD59-A6C34878D82A}">
                    <a16:rowId xmlns:a16="http://schemas.microsoft.com/office/drawing/2014/main" val="3967539940"/>
                  </a:ext>
                </a:extLst>
              </a:tr>
            </a:tbl>
          </a:graphicData>
        </a:graphic>
      </p:graphicFrame>
      <p:graphicFrame>
        <p:nvGraphicFramePr>
          <p:cNvPr id="5" name="Table 5">
            <a:extLst>
              <a:ext uri="{FF2B5EF4-FFF2-40B4-BE49-F238E27FC236}">
                <a16:creationId xmlns:a16="http://schemas.microsoft.com/office/drawing/2014/main" id="{5E658667-5B80-7E8D-0F4B-BC96CC1C1609}"/>
              </a:ext>
            </a:extLst>
          </p:cNvPr>
          <p:cNvGraphicFramePr>
            <a:graphicFrameLocks noGrp="1"/>
          </p:cNvGraphicFramePr>
          <p:nvPr>
            <p:extLst>
              <p:ext uri="{D42A27DB-BD31-4B8C-83A1-F6EECF244321}">
                <p14:modId xmlns:p14="http://schemas.microsoft.com/office/powerpoint/2010/main" val="642172520"/>
              </p:ext>
            </p:extLst>
          </p:nvPr>
        </p:nvGraphicFramePr>
        <p:xfrm>
          <a:off x="314067" y="2870886"/>
          <a:ext cx="8377988" cy="2525512"/>
        </p:xfrm>
        <a:graphic>
          <a:graphicData uri="http://schemas.openxmlformats.org/drawingml/2006/table">
            <a:tbl>
              <a:tblPr firstRow="1" bandRow="1">
                <a:tableStyleId>{21E4AEA4-8DFA-4A89-87EB-49C32662AFE0}</a:tableStyleId>
              </a:tblPr>
              <a:tblGrid>
                <a:gridCol w="3427616">
                  <a:extLst>
                    <a:ext uri="{9D8B030D-6E8A-4147-A177-3AD203B41FA5}">
                      <a16:colId xmlns:a16="http://schemas.microsoft.com/office/drawing/2014/main" val="1101082619"/>
                    </a:ext>
                  </a:extLst>
                </a:gridCol>
                <a:gridCol w="4950372">
                  <a:extLst>
                    <a:ext uri="{9D8B030D-6E8A-4147-A177-3AD203B41FA5}">
                      <a16:colId xmlns:a16="http://schemas.microsoft.com/office/drawing/2014/main" val="1856294953"/>
                    </a:ext>
                  </a:extLst>
                </a:gridCol>
              </a:tblGrid>
              <a:tr h="345280">
                <a:tc>
                  <a:txBody>
                    <a:bodyPr/>
                    <a:lstStyle/>
                    <a:p>
                      <a:r>
                        <a:rPr lang="en-IN" sz="1600" b="1" kern="1200">
                          <a:solidFill>
                            <a:schemeClr val="bg1"/>
                          </a:solidFill>
                          <a:latin typeface="+mn-lt"/>
                        </a:rPr>
                        <a:t>Phase</a:t>
                      </a:r>
                      <a:endParaRPr lang="en-US" sz="1600" b="1" kern="1200">
                        <a:solidFill>
                          <a:schemeClr val="bg1"/>
                        </a:solidFill>
                        <a:latin typeface="+mn-lt"/>
                        <a:ea typeface="+mn-ea"/>
                        <a:cs typeface="+mn-cs"/>
                      </a:endParaRPr>
                    </a:p>
                  </a:txBody>
                  <a:tcPr>
                    <a:solidFill>
                      <a:srgbClr val="FF66CC"/>
                    </a:solidFill>
                  </a:tcPr>
                </a:tc>
                <a:tc>
                  <a:txBody>
                    <a:bodyPr/>
                    <a:lstStyle/>
                    <a:p>
                      <a:r>
                        <a:rPr lang="en-IN" sz="1600" b="1" kern="1200">
                          <a:solidFill>
                            <a:schemeClr val="bg1"/>
                          </a:solidFill>
                          <a:latin typeface="+mn-lt"/>
                        </a:rPr>
                        <a:t>Dependencies</a:t>
                      </a:r>
                      <a:endParaRPr lang="en-US" sz="1600" b="1" kern="1200">
                        <a:solidFill>
                          <a:schemeClr val="bg1"/>
                        </a:solidFill>
                        <a:latin typeface="+mn-lt"/>
                        <a:ea typeface="+mn-ea"/>
                        <a:cs typeface="+mn-cs"/>
                      </a:endParaRPr>
                    </a:p>
                  </a:txBody>
                  <a:tcPr>
                    <a:solidFill>
                      <a:srgbClr val="FF66CC"/>
                    </a:solidFill>
                  </a:tcPr>
                </a:tc>
                <a:extLst>
                  <a:ext uri="{0D108BD9-81ED-4DB2-BD59-A6C34878D82A}">
                    <a16:rowId xmlns:a16="http://schemas.microsoft.com/office/drawing/2014/main" val="2703081705"/>
                  </a:ext>
                </a:extLst>
              </a:tr>
              <a:tr h="412131">
                <a:tc>
                  <a:txBody>
                    <a:bodyPr/>
                    <a:lstStyle/>
                    <a:p>
                      <a:r>
                        <a:rPr lang="en-IN" sz="1200">
                          <a:latin typeface="+mn-lt"/>
                        </a:rPr>
                        <a:t>Start of Build &amp; Test</a:t>
                      </a:r>
                      <a:endParaRPr lang="en-US" sz="1200">
                        <a:latin typeface="+mn-lt"/>
                        <a:cs typeface="Arial"/>
                      </a:endParaRPr>
                    </a:p>
                  </a:txBody>
                  <a:tcPr/>
                </a:tc>
                <a:tc>
                  <a:txBody>
                    <a:bodyPr/>
                    <a:lstStyle/>
                    <a:p>
                      <a:r>
                        <a:rPr lang="en-US" sz="1200">
                          <a:latin typeface="+mn-lt"/>
                        </a:rPr>
                        <a:t>Availability of test environments (per the defined plan (</a:t>
                      </a:r>
                      <a:r>
                        <a:rPr lang="en-US" sz="1200">
                          <a:latin typeface="+mn-lt"/>
                          <a:hlinkClick r:id="rId2"/>
                        </a:rPr>
                        <a:t>Confluence Link</a:t>
                      </a:r>
                      <a:r>
                        <a:rPr lang="en-US" sz="1200">
                          <a:latin typeface="+mn-lt"/>
                        </a:rPr>
                        <a:t>  ), Testing tools for QA team - </a:t>
                      </a:r>
                      <a:endParaRPr lang="en-US" sz="1200">
                        <a:latin typeface="+mn-lt"/>
                        <a:cs typeface="Arial"/>
                      </a:endParaRPr>
                    </a:p>
                  </a:txBody>
                  <a:tcPr/>
                </a:tc>
                <a:extLst>
                  <a:ext uri="{0D108BD9-81ED-4DB2-BD59-A6C34878D82A}">
                    <a16:rowId xmlns:a16="http://schemas.microsoft.com/office/drawing/2014/main" val="240636378"/>
                  </a:ext>
                </a:extLst>
              </a:tr>
              <a:tr h="412131">
                <a:tc>
                  <a:txBody>
                    <a:bodyPr/>
                    <a:lstStyle/>
                    <a:p>
                      <a:r>
                        <a:rPr lang="en-IN" sz="1200">
                          <a:latin typeface="+mn-lt"/>
                        </a:rPr>
                        <a:t>Start of Build Phase</a:t>
                      </a:r>
                      <a:endParaRPr lang="en-US" sz="1200">
                        <a:latin typeface="+mn-lt"/>
                        <a:cs typeface="Arial"/>
                      </a:endParaRPr>
                    </a:p>
                  </a:txBody>
                  <a:tcPr/>
                </a:tc>
                <a:tc>
                  <a:txBody>
                    <a:bodyPr/>
                    <a:lstStyle/>
                    <a:p>
                      <a:r>
                        <a:rPr lang="en-IN" sz="1200">
                          <a:latin typeface="+mn-lt"/>
                        </a:rPr>
                        <a:t>Review &amp; sign off on the  Test strategy</a:t>
                      </a:r>
                      <a:endParaRPr lang="en-US" sz="1200">
                        <a:latin typeface="+mn-lt"/>
                        <a:cs typeface="Arial"/>
                      </a:endParaRPr>
                    </a:p>
                  </a:txBody>
                  <a:tcPr/>
                </a:tc>
                <a:extLst>
                  <a:ext uri="{0D108BD9-81ED-4DB2-BD59-A6C34878D82A}">
                    <a16:rowId xmlns:a16="http://schemas.microsoft.com/office/drawing/2014/main" val="2691747909"/>
                  </a:ext>
                </a:extLst>
              </a:tr>
              <a:tr h="412131">
                <a:tc>
                  <a:txBody>
                    <a:bodyPr/>
                    <a:lstStyle/>
                    <a:p>
                      <a:r>
                        <a:rPr lang="en-IN" sz="1200">
                          <a:latin typeface="+mn-lt"/>
                        </a:rPr>
                        <a:t>Start of Sprints</a:t>
                      </a:r>
                      <a:endParaRPr lang="en-US" sz="1200">
                        <a:latin typeface="+mn-lt"/>
                        <a:cs typeface="Arial"/>
                      </a:endParaRPr>
                    </a:p>
                  </a:txBody>
                  <a:tcPr/>
                </a:tc>
                <a:tc>
                  <a:txBody>
                    <a:bodyPr/>
                    <a:lstStyle/>
                    <a:p>
                      <a:r>
                        <a:rPr lang="en-IN" sz="1200">
                          <a:latin typeface="+mn-lt"/>
                        </a:rPr>
                        <a:t>Review of the Test scenarios (Peer Review)</a:t>
                      </a:r>
                      <a:endParaRPr lang="en-US" sz="1200">
                        <a:latin typeface="+mn-lt"/>
                        <a:cs typeface="Arial"/>
                      </a:endParaRPr>
                    </a:p>
                  </a:txBody>
                  <a:tcPr/>
                </a:tc>
                <a:extLst>
                  <a:ext uri="{0D108BD9-81ED-4DB2-BD59-A6C34878D82A}">
                    <a16:rowId xmlns:a16="http://schemas.microsoft.com/office/drawing/2014/main" val="299820684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blocker query resolution to enable testing</a:t>
                      </a:r>
                      <a:endParaRPr lang="en-US" sz="1200">
                        <a:latin typeface="+mn-lt"/>
                        <a:cs typeface="Arial"/>
                      </a:endParaRPr>
                    </a:p>
                  </a:txBody>
                  <a:tcPr/>
                </a:tc>
                <a:extLst>
                  <a:ext uri="{0D108BD9-81ED-4DB2-BD59-A6C34878D82A}">
                    <a16:rowId xmlns:a16="http://schemas.microsoft.com/office/drawing/2014/main" val="117759706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test data- Internal systems data load and external support from external vendors on their test environments</a:t>
                      </a:r>
                      <a:endParaRPr lang="en-US" sz="1200">
                        <a:latin typeface="+mn-lt"/>
                        <a:cs typeface="Arial" panose="020B0604020202020204" pitchFamily="34" charset="0"/>
                      </a:endParaRPr>
                    </a:p>
                  </a:txBody>
                  <a:tcPr/>
                </a:tc>
                <a:extLst>
                  <a:ext uri="{0D108BD9-81ED-4DB2-BD59-A6C34878D82A}">
                    <a16:rowId xmlns:a16="http://schemas.microsoft.com/office/drawing/2014/main" val="1574101354"/>
                  </a:ext>
                </a:extLst>
              </a:tr>
            </a:tbl>
          </a:graphicData>
        </a:graphic>
      </p:graphicFrame>
      <p:sp>
        <p:nvSpPr>
          <p:cNvPr id="2" name="TextBox 1">
            <a:extLst>
              <a:ext uri="{FF2B5EF4-FFF2-40B4-BE49-F238E27FC236}">
                <a16:creationId xmlns:a16="http://schemas.microsoft.com/office/drawing/2014/main" id="{A221F6CB-7665-9672-77E5-A7F4826CACE8}"/>
              </a:ext>
            </a:extLst>
          </p:cNvPr>
          <p:cNvSpPr txBox="1"/>
          <p:nvPr/>
        </p:nvSpPr>
        <p:spPr>
          <a:xfrm>
            <a:off x="3786642" y="88168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19060586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7EB63D-A643-0259-B9CE-5D2050E3FD49}"/>
              </a:ext>
            </a:extLst>
          </p:cNvPr>
          <p:cNvSpPr>
            <a:spLocks noGrp="1"/>
          </p:cNvSpPr>
          <p:nvPr>
            <p:ph type="title"/>
          </p:nvPr>
        </p:nvSpPr>
        <p:spPr/>
        <p:txBody>
          <a:bodyPr/>
          <a:lstStyle/>
          <a:p>
            <a:r>
              <a:rPr lang="en-US" sz="2400"/>
              <a:t>Tools &amp; framework</a:t>
            </a:r>
          </a:p>
        </p:txBody>
      </p:sp>
      <p:graphicFrame>
        <p:nvGraphicFramePr>
          <p:cNvPr id="8" name="Table 7">
            <a:extLst>
              <a:ext uri="{FF2B5EF4-FFF2-40B4-BE49-F238E27FC236}">
                <a16:creationId xmlns:a16="http://schemas.microsoft.com/office/drawing/2014/main" id="{84F68552-B897-7EF6-ECBF-8F0EDF077AA8}"/>
              </a:ext>
            </a:extLst>
          </p:cNvPr>
          <p:cNvGraphicFramePr>
            <a:graphicFrameLocks noGrp="1"/>
          </p:cNvGraphicFramePr>
          <p:nvPr>
            <p:extLst>
              <p:ext uri="{D42A27DB-BD31-4B8C-83A1-F6EECF244321}">
                <p14:modId xmlns:p14="http://schemas.microsoft.com/office/powerpoint/2010/main" val="433141289"/>
              </p:ext>
            </p:extLst>
          </p:nvPr>
        </p:nvGraphicFramePr>
        <p:xfrm>
          <a:off x="380999" y="772297"/>
          <a:ext cx="11456589" cy="3386905"/>
        </p:xfrm>
        <a:graphic>
          <a:graphicData uri="http://schemas.openxmlformats.org/drawingml/2006/table">
            <a:tbl>
              <a:tblPr bandRow="1">
                <a:tableStyleId>{21E4AEA4-8DFA-4A89-87EB-49C32662AFE0}</a:tableStyleId>
              </a:tblPr>
              <a:tblGrid>
                <a:gridCol w="1664486">
                  <a:extLst>
                    <a:ext uri="{9D8B030D-6E8A-4147-A177-3AD203B41FA5}">
                      <a16:colId xmlns:a16="http://schemas.microsoft.com/office/drawing/2014/main" val="2125614286"/>
                    </a:ext>
                  </a:extLst>
                </a:gridCol>
                <a:gridCol w="3340071">
                  <a:extLst>
                    <a:ext uri="{9D8B030D-6E8A-4147-A177-3AD203B41FA5}">
                      <a16:colId xmlns:a16="http://schemas.microsoft.com/office/drawing/2014/main" val="1920397613"/>
                    </a:ext>
                  </a:extLst>
                </a:gridCol>
                <a:gridCol w="3226016">
                  <a:extLst>
                    <a:ext uri="{9D8B030D-6E8A-4147-A177-3AD203B41FA5}">
                      <a16:colId xmlns:a16="http://schemas.microsoft.com/office/drawing/2014/main" val="141460495"/>
                    </a:ext>
                  </a:extLst>
                </a:gridCol>
                <a:gridCol w="3226016">
                  <a:extLst>
                    <a:ext uri="{9D8B030D-6E8A-4147-A177-3AD203B41FA5}">
                      <a16:colId xmlns:a16="http://schemas.microsoft.com/office/drawing/2014/main" val="1673068710"/>
                    </a:ext>
                  </a:extLst>
                </a:gridCol>
              </a:tblGrid>
              <a:tr h="273509">
                <a:tc>
                  <a:txBody>
                    <a:bodyPr/>
                    <a:lstStyle/>
                    <a:p>
                      <a:pPr algn="ctr"/>
                      <a:r>
                        <a:rPr lang="en-US" sz="1600" b="1">
                          <a:solidFill>
                            <a:schemeClr val="bg1"/>
                          </a:solidFill>
                          <a:effectLst/>
                          <a:latin typeface="+mn-lt"/>
                        </a:rPr>
                        <a:t>Test Area </a:t>
                      </a:r>
                    </a:p>
                  </a:txBody>
                  <a:tcPr marL="0" marR="0" marT="0" marB="0" anchor="ctr">
                    <a:solidFill>
                      <a:srgbClr val="FF66CC"/>
                    </a:solidFill>
                  </a:tcPr>
                </a:tc>
                <a:tc>
                  <a:txBody>
                    <a:bodyPr/>
                    <a:lstStyle/>
                    <a:p>
                      <a:pPr algn="ctr"/>
                      <a:r>
                        <a:rPr lang="en-US" sz="1600" b="1">
                          <a:solidFill>
                            <a:schemeClr val="bg1"/>
                          </a:solidFill>
                          <a:effectLst/>
                          <a:latin typeface="+mn-lt"/>
                        </a:rPr>
                        <a:t>Description </a:t>
                      </a:r>
                    </a:p>
                  </a:txBody>
                  <a:tcPr marL="0" marR="0" marT="0" marB="0" anchor="ctr">
                    <a:solidFill>
                      <a:srgbClr val="FF66CC"/>
                    </a:solidFill>
                  </a:tcPr>
                </a:tc>
                <a:tc>
                  <a:txBody>
                    <a:bodyPr/>
                    <a:lstStyle/>
                    <a:p>
                      <a:pPr algn="ctr"/>
                      <a:r>
                        <a:rPr lang="en-US" sz="1600" b="1">
                          <a:solidFill>
                            <a:schemeClr val="bg1"/>
                          </a:solidFill>
                          <a:effectLst/>
                          <a:latin typeface="+mn-lt"/>
                        </a:rPr>
                        <a:t>Tools </a:t>
                      </a:r>
                    </a:p>
                  </a:txBody>
                  <a:tcPr marL="0" marR="0" marT="0" marB="0" anchor="ctr">
                    <a:solidFill>
                      <a:srgbClr val="FF66CC"/>
                    </a:solidFill>
                  </a:tcPr>
                </a:tc>
                <a:tc>
                  <a:txBody>
                    <a:bodyPr/>
                    <a:lstStyle/>
                    <a:p>
                      <a:pPr algn="ctr"/>
                      <a:r>
                        <a:rPr lang="en-IN" sz="1600" b="1">
                          <a:solidFill>
                            <a:schemeClr val="bg1"/>
                          </a:solidFill>
                          <a:effectLst/>
                          <a:latin typeface="+mn-lt"/>
                        </a:rPr>
                        <a:t>Phase</a:t>
                      </a:r>
                      <a:endParaRPr lang="en-US" sz="1600" b="1">
                        <a:solidFill>
                          <a:schemeClr val="bg1"/>
                        </a:solidFill>
                        <a:effectLst/>
                        <a:latin typeface="+mn-lt"/>
                      </a:endParaRPr>
                    </a:p>
                  </a:txBody>
                  <a:tcPr marL="0" marR="0" marT="0" marB="0" anchor="ctr">
                    <a:solidFill>
                      <a:srgbClr val="FF66CC"/>
                    </a:solidFill>
                  </a:tcPr>
                </a:tc>
                <a:extLst>
                  <a:ext uri="{0D108BD9-81ED-4DB2-BD59-A6C34878D82A}">
                    <a16:rowId xmlns:a16="http://schemas.microsoft.com/office/drawing/2014/main" val="2585584559"/>
                  </a:ext>
                </a:extLst>
              </a:tr>
              <a:tr h="618994">
                <a:tc>
                  <a:txBody>
                    <a:bodyPr/>
                    <a:lstStyle/>
                    <a:p>
                      <a:r>
                        <a:rPr lang="en-US" sz="1200">
                          <a:effectLst/>
                          <a:latin typeface="+mn-lt"/>
                        </a:rPr>
                        <a:t>Test Management &amp; Defect management</a:t>
                      </a:r>
                    </a:p>
                  </a:txBody>
                  <a:tcPr marL="0" marR="0" marT="0" marB="0" anchor="ctr"/>
                </a:tc>
                <a:tc>
                  <a:txBody>
                    <a:bodyPr/>
                    <a:lstStyle/>
                    <a:p>
                      <a:r>
                        <a:rPr lang="en-US" sz="1200">
                          <a:effectLst/>
                          <a:latin typeface="+mn-lt"/>
                        </a:rPr>
                        <a:t>To maintain Test strategy, Plans, Traceability, Test Scenarios, Test data, Reports, Test Cases and Defects </a:t>
                      </a:r>
                    </a:p>
                  </a:txBody>
                  <a:tcPr marL="0" marR="0" marT="0" marB="0" anchor="ctr"/>
                </a:tc>
                <a:tc>
                  <a:txBody>
                    <a:bodyPr/>
                    <a:lstStyle/>
                    <a:p>
                      <a:r>
                        <a:rPr lang="en-US" sz="1200">
                          <a:effectLst/>
                          <a:latin typeface="+mn-lt"/>
                        </a:rPr>
                        <a:t>Jira /Sharepoint/ Confluence</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941791365"/>
                  </a:ext>
                </a:extLst>
              </a:tr>
              <a:tr h="432486">
                <a:tc>
                  <a:txBody>
                    <a:bodyPr/>
                    <a:lstStyle/>
                    <a:p>
                      <a:r>
                        <a:rPr lang="en-US" sz="1200">
                          <a:effectLst/>
                          <a:latin typeface="+mn-lt"/>
                        </a:rPr>
                        <a:t>Functional  Testing</a:t>
                      </a:r>
                    </a:p>
                  </a:txBody>
                  <a:tcPr marL="0" marR="0" marT="0" marB="0" anchor="ctr"/>
                </a:tc>
                <a:tc>
                  <a:txBody>
                    <a:bodyPr/>
                    <a:lstStyle/>
                    <a:p>
                      <a:r>
                        <a:rPr lang="en-US" sz="1200">
                          <a:latin typeface="+mn-lt"/>
                          <a:cs typeface="Arial"/>
                        </a:rPr>
                        <a:t>To test the system has been configured according to the provided acceptance criteria </a:t>
                      </a:r>
                      <a:endParaRPr lang="en-US" sz="1200">
                        <a:effectLst/>
                        <a:latin typeface="+mn-lt"/>
                      </a:endParaRPr>
                    </a:p>
                  </a:txBody>
                  <a:tcPr marL="0" marR="0" marT="0" marB="0" anchor="ctr"/>
                </a:tc>
                <a:tc>
                  <a:txBody>
                    <a:bodyPr/>
                    <a:lstStyle/>
                    <a:p>
                      <a:r>
                        <a:rPr lang="en-US" sz="1200">
                          <a:effectLst/>
                          <a:latin typeface="+mn-lt"/>
                        </a:rPr>
                        <a:t>Guidewire Cloud Instance </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1552235648"/>
                  </a:ext>
                </a:extLst>
              </a:tr>
              <a:tr h="375367">
                <a:tc>
                  <a:txBody>
                    <a:bodyPr/>
                    <a:lstStyle/>
                    <a:p>
                      <a:r>
                        <a:rPr lang="en-US" sz="1200">
                          <a:effectLst/>
                          <a:latin typeface="+mn-lt"/>
                        </a:rPr>
                        <a:t>Integration Testing by API Method</a:t>
                      </a:r>
                    </a:p>
                  </a:txBody>
                  <a:tcPr marL="0" marR="0" marT="0" marB="0" anchor="ctr"/>
                </a:tc>
                <a:tc>
                  <a:txBody>
                    <a:bodyPr/>
                    <a:lstStyle/>
                    <a:p>
                      <a:r>
                        <a:rPr lang="en-US" sz="1200">
                          <a:effectLst/>
                          <a:latin typeface="+mn-lt"/>
                        </a:rPr>
                        <a:t>To test the interfaces and Web Services </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mn-lt"/>
                        </a:rPr>
                        <a:t>SOAP UI/POSTMAN</a:t>
                      </a:r>
                    </a:p>
                    <a:p>
                      <a:endParaRPr lang="en-US" sz="1200">
                        <a:effectLst/>
                        <a:latin typeface="+mn-lt"/>
                      </a:endParaRP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3707963895"/>
                  </a:ext>
                </a:extLst>
              </a:tr>
              <a:tr h="273509">
                <a:tc>
                  <a:txBody>
                    <a:bodyPr/>
                    <a:lstStyle/>
                    <a:p>
                      <a:r>
                        <a:rPr lang="en-US" sz="1200">
                          <a:effectLst/>
                          <a:latin typeface="+mn-lt"/>
                        </a:rPr>
                        <a:t>UI Testing</a:t>
                      </a:r>
                    </a:p>
                  </a:txBody>
                  <a:tcPr marL="0" marR="0" marT="0" marB="0" anchor="ctr"/>
                </a:tc>
                <a:tc>
                  <a:txBody>
                    <a:bodyPr/>
                    <a:lstStyle/>
                    <a:p>
                      <a:r>
                        <a:rPr lang="en-US" sz="1200">
                          <a:effectLst/>
                          <a:latin typeface="+mn-lt"/>
                        </a:rPr>
                        <a:t>To test the UI components</a:t>
                      </a:r>
                    </a:p>
                  </a:txBody>
                  <a:tcPr marL="0" marR="0" marT="0" marB="0" anchor="ctr"/>
                </a:tc>
                <a:tc>
                  <a:txBody>
                    <a:bodyPr/>
                    <a:lstStyle/>
                    <a:p>
                      <a:r>
                        <a:rPr lang="en-US" sz="1200">
                          <a:effectLst/>
                          <a:latin typeface="+mn-lt"/>
                        </a:rPr>
                        <a:t> 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2839915599"/>
                  </a:ext>
                </a:extLst>
              </a:tr>
              <a:tr h="880418">
                <a:tc>
                  <a:txBody>
                    <a:bodyPr/>
                    <a:lstStyle/>
                    <a:p>
                      <a:r>
                        <a:rPr lang="en-US" sz="1200">
                          <a:effectLst/>
                          <a:latin typeface="+mn-lt"/>
                        </a:rPr>
                        <a:t> Automation </a:t>
                      </a:r>
                    </a:p>
                  </a:txBody>
                  <a:tcPr marL="0" marR="0" marT="0" marB="0" anchor="ctr"/>
                </a:tc>
                <a:tc>
                  <a:txBody>
                    <a:bodyPr/>
                    <a:lstStyle/>
                    <a:p>
                      <a:r>
                        <a:rPr lang="en-US" sz="1200">
                          <a:effectLst/>
                          <a:latin typeface="+mn-lt"/>
                        </a:rPr>
                        <a:t>For Automating smoke &amp; release regression scripts </a:t>
                      </a:r>
                    </a:p>
                  </a:txBody>
                  <a:tcPr marL="0" marR="0" marT="0" marB="0" anchor="ctr"/>
                </a:tc>
                <a:tc>
                  <a:txBody>
                    <a:bodyPr/>
                    <a:lstStyle/>
                    <a:p>
                      <a:r>
                        <a:rPr lang="en-US" sz="1200">
                          <a:effectLst/>
                          <a:latin typeface="+mn-lt"/>
                        </a:rPr>
                        <a:t>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4093195860"/>
                  </a:ext>
                </a:extLst>
              </a:tr>
              <a:tr h="532622">
                <a:tc>
                  <a:txBody>
                    <a:bodyPr/>
                    <a:lstStyle/>
                    <a:p>
                      <a:r>
                        <a:rPr lang="en-US" sz="1200">
                          <a:effectLst/>
                          <a:latin typeface="+mn-lt"/>
                        </a:rPr>
                        <a:t>Test Configuration Management </a:t>
                      </a:r>
                    </a:p>
                  </a:txBody>
                  <a:tcPr marL="0" marR="0" marT="0" marB="0" anchor="ctr"/>
                </a:tc>
                <a:tc>
                  <a:txBody>
                    <a:bodyPr/>
                    <a:lstStyle/>
                    <a:p>
                      <a:r>
                        <a:rPr lang="en-US" sz="1200">
                          <a:effectLst/>
                          <a:latin typeface="+mn-lt"/>
                        </a:rPr>
                        <a:t>To store Test Data Libraries, Assets and automation scripts </a:t>
                      </a:r>
                    </a:p>
                  </a:txBody>
                  <a:tcPr marL="0" marR="0" marT="0" marB="0" anchor="ctr"/>
                </a:tc>
                <a:tc>
                  <a:txBody>
                    <a:bodyPr/>
                    <a:lstStyle/>
                    <a:p>
                      <a:r>
                        <a:rPr lang="en-US" sz="1200">
                          <a:effectLst/>
                          <a:latin typeface="+mn-lt"/>
                        </a:rPr>
                        <a:t>Bitbucket</a:t>
                      </a:r>
                    </a:p>
                  </a:txBody>
                  <a:tcPr marL="0" marR="0" marT="0" marB="0" anchor="ctr"/>
                </a:tc>
                <a:tc>
                  <a:txBody>
                    <a:bodyPr/>
                    <a:lstStyle/>
                    <a:p>
                      <a:r>
                        <a:rPr lang="en-IN" sz="1200">
                          <a:effectLst/>
                          <a:latin typeface="+mn-lt"/>
                        </a:rPr>
                        <a:t>All</a:t>
                      </a:r>
                      <a:endParaRPr lang="en-US" sz="1200">
                        <a:effectLst/>
                        <a:latin typeface="+mn-lt"/>
                      </a:endParaRPr>
                    </a:p>
                  </a:txBody>
                  <a:tcPr marL="0" marR="0" marT="0" marB="0" anchor="ctr"/>
                </a:tc>
                <a:extLst>
                  <a:ext uri="{0D108BD9-81ED-4DB2-BD59-A6C34878D82A}">
                    <a16:rowId xmlns:a16="http://schemas.microsoft.com/office/drawing/2014/main" val="538310624"/>
                  </a:ext>
                </a:extLst>
              </a:tr>
            </a:tbl>
          </a:graphicData>
        </a:graphic>
      </p:graphicFrame>
      <p:sp>
        <p:nvSpPr>
          <p:cNvPr id="2" name="TextBox 1">
            <a:extLst>
              <a:ext uri="{FF2B5EF4-FFF2-40B4-BE49-F238E27FC236}">
                <a16:creationId xmlns:a16="http://schemas.microsoft.com/office/drawing/2014/main" id="{0584B5A5-E601-A267-2E30-E3EA414B4134}"/>
              </a:ext>
            </a:extLst>
          </p:cNvPr>
          <p:cNvSpPr txBox="1"/>
          <p:nvPr/>
        </p:nvSpPr>
        <p:spPr>
          <a:xfrm>
            <a:off x="3713070" y="234404"/>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1452207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Third party Dependencies and Alignment</a:t>
            </a:r>
            <a:endParaRPr lang="en-IN">
              <a:highlight>
                <a:srgbClr val="FFFF00"/>
              </a:highlight>
            </a:endParaRPr>
          </a:p>
        </p:txBody>
      </p:sp>
    </p:spTree>
    <p:extLst>
      <p:ext uri="{BB962C8B-B14F-4D97-AF65-F5344CB8AC3E}">
        <p14:creationId xmlns:p14="http://schemas.microsoft.com/office/powerpoint/2010/main" val="159378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38729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Dependencies – Introduction</a:t>
            </a:r>
          </a:p>
        </p:txBody>
      </p:sp>
      <p:sp>
        <p:nvSpPr>
          <p:cNvPr id="2" name="TextBox 1">
            <a:extLst>
              <a:ext uri="{FF2B5EF4-FFF2-40B4-BE49-F238E27FC236}">
                <a16:creationId xmlns:a16="http://schemas.microsoft.com/office/drawing/2014/main" id="{90DA2FFE-9868-1F0F-8A4E-1DF6A5B07EC9}"/>
              </a:ext>
            </a:extLst>
          </p:cNvPr>
          <p:cNvSpPr txBox="1"/>
          <p:nvPr/>
        </p:nvSpPr>
        <p:spPr>
          <a:xfrm>
            <a:off x="235670" y="984738"/>
            <a:ext cx="11597742" cy="55630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For GPAS &amp; Billing Transformation at Beazley, we have differentiated between…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Point-to-Point Dependencies e.g. between Release trains within the programme or with another programme.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Complex Dependency Chains e.g. passing between Release trains and out to 3</a:t>
            </a:r>
            <a:r>
              <a:rPr kumimoji="0" lang="en-GB" sz="1800" b="0"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parties.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The process followed is similar for both, and involves 3 key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268288"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black"/>
                </a:solidFill>
                <a:effectLst/>
                <a:uLnTx/>
                <a:uFillTx/>
                <a:latin typeface="Calibri" panose="020F0502020204030204"/>
                <a:ea typeface="+mn-ea"/>
                <a:cs typeface="+mn-cs"/>
              </a:rPr>
              <a:t>* For 3rd party dependencies, we work with the supplier to agree a Touch Point Plan (TPP), synchronising dates between the main programme and third party plans.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This approach is no silver bullet, but it helps us secure on-time delivery of cross-Release train and cross-programme dependencies, and provides visibility of what is required by each team to shore-up the end-to-end delivery.</a:t>
            </a:r>
          </a:p>
        </p:txBody>
      </p:sp>
      <p:sp>
        <p:nvSpPr>
          <p:cNvPr id="5" name="Arrow: Pentagon 4">
            <a:extLst>
              <a:ext uri="{FF2B5EF4-FFF2-40B4-BE49-F238E27FC236}">
                <a16:creationId xmlns:a16="http://schemas.microsoft.com/office/drawing/2014/main" id="{34B8C950-8808-0C33-7E61-485AA7B82670}"/>
              </a:ext>
            </a:extLst>
          </p:cNvPr>
          <p:cNvSpPr/>
          <p:nvPr/>
        </p:nvSpPr>
        <p:spPr>
          <a:xfrm>
            <a:off x="564777" y="2617693"/>
            <a:ext cx="3316941" cy="1972235"/>
          </a:xfrm>
          <a:prstGeom prst="homePlate">
            <a:avLst>
              <a:gd name="adj" fmla="val 1677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Identify &amp; document all dependencies required for the programme to succeed, adding due dates as plans firm up.</a:t>
            </a:r>
          </a:p>
        </p:txBody>
      </p:sp>
      <p:sp>
        <p:nvSpPr>
          <p:cNvPr id="6" name="Arrow: Chevron 5">
            <a:extLst>
              <a:ext uri="{FF2B5EF4-FFF2-40B4-BE49-F238E27FC236}">
                <a16:creationId xmlns:a16="http://schemas.microsoft.com/office/drawing/2014/main" id="{B02B24DD-04AA-51B1-2F5A-055203B211D7}"/>
              </a:ext>
            </a:extLst>
          </p:cNvPr>
          <p:cNvSpPr/>
          <p:nvPr/>
        </p:nvSpPr>
        <p:spPr>
          <a:xfrm>
            <a:off x="3827930" y="2617692"/>
            <a:ext cx="3316941" cy="1972235"/>
          </a:xfrm>
          <a:prstGeom prst="chevron">
            <a:avLst>
              <a:gd name="adj" fmla="val 1772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Work with the dependent teams / third parties* to ‘handshake’ on what is required, by when, and agree ownership for dependency delivery.</a:t>
            </a:r>
          </a:p>
        </p:txBody>
      </p:sp>
      <p:sp>
        <p:nvSpPr>
          <p:cNvPr id="7" name="Arrow: Chevron 6">
            <a:extLst>
              <a:ext uri="{FF2B5EF4-FFF2-40B4-BE49-F238E27FC236}">
                <a16:creationId xmlns:a16="http://schemas.microsoft.com/office/drawing/2014/main" id="{46ADD61C-337D-D94E-68F2-79B64F920143}"/>
              </a:ext>
            </a:extLst>
          </p:cNvPr>
          <p:cNvSpPr/>
          <p:nvPr/>
        </p:nvSpPr>
        <p:spPr>
          <a:xfrm>
            <a:off x="7091083" y="2617691"/>
            <a:ext cx="3316941" cy="1972235"/>
          </a:xfrm>
          <a:prstGeom prst="chevron">
            <a:avLst>
              <a:gd name="adj" fmla="val 1772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Track to completion each of the dependencies, raising issues in daily scrum meetings and managing risks via weekly look-ahead sessions.</a:t>
            </a:r>
          </a:p>
        </p:txBody>
      </p:sp>
      <p:sp>
        <p:nvSpPr>
          <p:cNvPr id="9" name="Oval 8">
            <a:extLst>
              <a:ext uri="{FF2B5EF4-FFF2-40B4-BE49-F238E27FC236}">
                <a16:creationId xmlns:a16="http://schemas.microsoft.com/office/drawing/2014/main" id="{3FE2FCAC-4BDF-60C5-9381-4CCA2FC3E121}"/>
              </a:ext>
            </a:extLst>
          </p:cNvPr>
          <p:cNvSpPr/>
          <p:nvPr/>
        </p:nvSpPr>
        <p:spPr>
          <a:xfrm>
            <a:off x="358588"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10" name="Oval 9">
            <a:extLst>
              <a:ext uri="{FF2B5EF4-FFF2-40B4-BE49-F238E27FC236}">
                <a16:creationId xmlns:a16="http://schemas.microsoft.com/office/drawing/2014/main" id="{44C45AEC-E9E9-E38B-DFCF-1B1981E7D33F}"/>
              </a:ext>
            </a:extLst>
          </p:cNvPr>
          <p:cNvSpPr/>
          <p:nvPr/>
        </p:nvSpPr>
        <p:spPr>
          <a:xfrm>
            <a:off x="3724835"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2</a:t>
            </a:r>
          </a:p>
        </p:txBody>
      </p:sp>
      <p:sp>
        <p:nvSpPr>
          <p:cNvPr id="11" name="Oval 10">
            <a:extLst>
              <a:ext uri="{FF2B5EF4-FFF2-40B4-BE49-F238E27FC236}">
                <a16:creationId xmlns:a16="http://schemas.microsoft.com/office/drawing/2014/main" id="{AAFF20E1-C593-6B21-9CAE-225544858AD7}"/>
              </a:ext>
            </a:extLst>
          </p:cNvPr>
          <p:cNvSpPr/>
          <p:nvPr/>
        </p:nvSpPr>
        <p:spPr>
          <a:xfrm>
            <a:off x="6961094"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3</a:t>
            </a:r>
          </a:p>
        </p:txBody>
      </p:sp>
      <p:cxnSp>
        <p:nvCxnSpPr>
          <p:cNvPr id="13" name="Straight Arrow Connector 12">
            <a:extLst>
              <a:ext uri="{FF2B5EF4-FFF2-40B4-BE49-F238E27FC236}">
                <a16:creationId xmlns:a16="http://schemas.microsoft.com/office/drawing/2014/main" id="{537BA8BC-2B42-47A4-EFDF-8D4FD2FCB4B0}"/>
              </a:ext>
            </a:extLst>
          </p:cNvPr>
          <p:cNvCxnSpPr/>
          <p:nvPr/>
        </p:nvCxnSpPr>
        <p:spPr>
          <a:xfrm>
            <a:off x="564777" y="5118844"/>
            <a:ext cx="65263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3EBF3AF-0358-F6BF-7145-388377B4A69B}"/>
              </a:ext>
            </a:extLst>
          </p:cNvPr>
          <p:cNvSpPr txBox="1"/>
          <p:nvPr/>
        </p:nvSpPr>
        <p:spPr>
          <a:xfrm>
            <a:off x="2708200" y="4938477"/>
            <a:ext cx="2239459"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Discovery &amp; Inception</a:t>
            </a:r>
          </a:p>
        </p:txBody>
      </p:sp>
      <p:cxnSp>
        <p:nvCxnSpPr>
          <p:cNvPr id="15" name="Straight Arrow Connector 14">
            <a:extLst>
              <a:ext uri="{FF2B5EF4-FFF2-40B4-BE49-F238E27FC236}">
                <a16:creationId xmlns:a16="http://schemas.microsoft.com/office/drawing/2014/main" id="{99190433-7B19-4292-DA0E-BD122D88F332}"/>
              </a:ext>
            </a:extLst>
          </p:cNvPr>
          <p:cNvCxnSpPr>
            <a:cxnSpLocks/>
          </p:cNvCxnSpPr>
          <p:nvPr/>
        </p:nvCxnSpPr>
        <p:spPr>
          <a:xfrm>
            <a:off x="7144871" y="5118847"/>
            <a:ext cx="33393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0A0DE5D-02EF-A764-1B7C-C93D8F4BB1A5}"/>
              </a:ext>
            </a:extLst>
          </p:cNvPr>
          <p:cNvSpPr txBox="1"/>
          <p:nvPr/>
        </p:nvSpPr>
        <p:spPr>
          <a:xfrm>
            <a:off x="8273846" y="4938477"/>
            <a:ext cx="951414"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Delivery</a:t>
            </a:r>
          </a:p>
        </p:txBody>
      </p:sp>
    </p:spTree>
    <p:extLst>
      <p:ext uri="{BB962C8B-B14F-4D97-AF65-F5344CB8AC3E}">
        <p14:creationId xmlns:p14="http://schemas.microsoft.com/office/powerpoint/2010/main" val="1685977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251754D-DA2E-C1EA-4E43-F75331DFA29A}"/>
              </a:ext>
            </a:extLst>
          </p:cNvPr>
          <p:cNvGraphicFramePr>
            <a:graphicFrameLocks noGrp="1"/>
          </p:cNvGraphicFramePr>
          <p:nvPr>
            <p:extLst>
              <p:ext uri="{D42A27DB-BD31-4B8C-83A1-F6EECF244321}">
                <p14:modId xmlns:p14="http://schemas.microsoft.com/office/powerpoint/2010/main" val="1651833288"/>
              </p:ext>
            </p:extLst>
          </p:nvPr>
        </p:nvGraphicFramePr>
        <p:xfrm>
          <a:off x="880348" y="1963463"/>
          <a:ext cx="8032425" cy="1891999"/>
        </p:xfrm>
        <a:graphic>
          <a:graphicData uri="http://schemas.openxmlformats.org/drawingml/2006/table">
            <a:tbl>
              <a:tblPr/>
              <a:tblGrid>
                <a:gridCol w="337639">
                  <a:extLst>
                    <a:ext uri="{9D8B030D-6E8A-4147-A177-3AD203B41FA5}">
                      <a16:colId xmlns:a16="http://schemas.microsoft.com/office/drawing/2014/main" val="2396751833"/>
                    </a:ext>
                  </a:extLst>
                </a:gridCol>
                <a:gridCol w="661772">
                  <a:extLst>
                    <a:ext uri="{9D8B030D-6E8A-4147-A177-3AD203B41FA5}">
                      <a16:colId xmlns:a16="http://schemas.microsoft.com/office/drawing/2014/main" val="1042463406"/>
                    </a:ext>
                  </a:extLst>
                </a:gridCol>
                <a:gridCol w="810687">
                  <a:extLst>
                    <a:ext uri="{9D8B030D-6E8A-4147-A177-3AD203B41FA5}">
                      <a16:colId xmlns:a16="http://schemas.microsoft.com/office/drawing/2014/main" val="3267202457"/>
                    </a:ext>
                  </a:extLst>
                </a:gridCol>
                <a:gridCol w="958361">
                  <a:extLst>
                    <a:ext uri="{9D8B030D-6E8A-4147-A177-3AD203B41FA5}">
                      <a16:colId xmlns:a16="http://schemas.microsoft.com/office/drawing/2014/main" val="3363275690"/>
                    </a:ext>
                  </a:extLst>
                </a:gridCol>
                <a:gridCol w="756139">
                  <a:extLst>
                    <a:ext uri="{9D8B030D-6E8A-4147-A177-3AD203B41FA5}">
                      <a16:colId xmlns:a16="http://schemas.microsoft.com/office/drawing/2014/main" val="1670756785"/>
                    </a:ext>
                  </a:extLst>
                </a:gridCol>
                <a:gridCol w="597877">
                  <a:extLst>
                    <a:ext uri="{9D8B030D-6E8A-4147-A177-3AD203B41FA5}">
                      <a16:colId xmlns:a16="http://schemas.microsoft.com/office/drawing/2014/main" val="1110427621"/>
                    </a:ext>
                  </a:extLst>
                </a:gridCol>
                <a:gridCol w="842502">
                  <a:extLst>
                    <a:ext uri="{9D8B030D-6E8A-4147-A177-3AD203B41FA5}">
                      <a16:colId xmlns:a16="http://schemas.microsoft.com/office/drawing/2014/main" val="4037010148"/>
                    </a:ext>
                  </a:extLst>
                </a:gridCol>
                <a:gridCol w="1735463">
                  <a:extLst>
                    <a:ext uri="{9D8B030D-6E8A-4147-A177-3AD203B41FA5}">
                      <a16:colId xmlns:a16="http://schemas.microsoft.com/office/drawing/2014/main" val="3647797978"/>
                    </a:ext>
                  </a:extLst>
                </a:gridCol>
                <a:gridCol w="526717">
                  <a:extLst>
                    <a:ext uri="{9D8B030D-6E8A-4147-A177-3AD203B41FA5}">
                      <a16:colId xmlns:a16="http://schemas.microsoft.com/office/drawing/2014/main" val="3441675851"/>
                    </a:ext>
                  </a:extLst>
                </a:gridCol>
                <a:gridCol w="805268">
                  <a:extLst>
                    <a:ext uri="{9D8B030D-6E8A-4147-A177-3AD203B41FA5}">
                      <a16:colId xmlns:a16="http://schemas.microsoft.com/office/drawing/2014/main" val="2369199983"/>
                    </a:ext>
                  </a:extLst>
                </a:gridCol>
              </a:tblGrid>
              <a:tr h="407530">
                <a:tc>
                  <a:txBody>
                    <a:bodyPr/>
                    <a:lstStyle/>
                    <a:p>
                      <a:pPr algn="ctr" fontAlgn="t"/>
                      <a:r>
                        <a:rPr lang="en-GB" sz="700" b="1" i="0" u="none" strike="noStrike">
                          <a:solidFill>
                            <a:srgbClr val="000000"/>
                          </a:solidFill>
                          <a:effectLst/>
                          <a:latin typeface="Arial" panose="020B0604020202020204" pitchFamily="34" charset="0"/>
                        </a:rPr>
                        <a:t>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RT Lead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GETTING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 Entity GIVING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Sprint </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(Start of…)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 Description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Handshake</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GB" sz="700" b="1" i="0" u="none" strike="noStrike">
                          <a:solidFill>
                            <a:srgbClr val="000000"/>
                          </a:solidFill>
                          <a:effectLst/>
                          <a:latin typeface="Arial" panose="020B0604020202020204" pitchFamily="34" charset="0"/>
                        </a:rPr>
                        <a:t>Status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22163003"/>
                  </a:ext>
                </a:extLst>
              </a:tr>
              <a:tr h="319631">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PGM01-Underwriting Workbench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S1-Build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03-Apr-23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RT01-PGM01-01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Technical Design Documentation (TDs).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Forecast Delay Plan to Recover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00961910"/>
                  </a:ext>
                </a:extLst>
              </a:tr>
              <a:tr h="479447">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PGM02-Aptian Workflow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S3-Elaboration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RT01-PGM02-01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attend and sign-off against Requirements during S3 Elaboration for input into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2109540071"/>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PGM03-Policy Admin System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S2-Build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RT02-PGM03-01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Integration Design Documentation for S2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4680265"/>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PGM04-Data Transformation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29-May-23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RT02-PGM04-01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Data Dictionary in time to support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None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8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9031102"/>
                  </a:ext>
                </a:extLst>
              </a:tr>
            </a:tbl>
          </a:graphicData>
        </a:graphic>
      </p:graphicFrame>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8122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1. Point to Point Dependencies – Within Programme (example data)</a:t>
            </a:r>
          </a:p>
        </p:txBody>
      </p:sp>
      <p:sp>
        <p:nvSpPr>
          <p:cNvPr id="9" name="Callout: Bent Line 8">
            <a:extLst>
              <a:ext uri="{FF2B5EF4-FFF2-40B4-BE49-F238E27FC236}">
                <a16:creationId xmlns:a16="http://schemas.microsoft.com/office/drawing/2014/main" id="{B377CF75-617E-D0BD-4B85-386A209EC016}"/>
              </a:ext>
            </a:extLst>
          </p:cNvPr>
          <p:cNvSpPr/>
          <p:nvPr/>
        </p:nvSpPr>
        <p:spPr>
          <a:xfrm>
            <a:off x="2309748" y="931606"/>
            <a:ext cx="2357040" cy="838985"/>
          </a:xfrm>
          <a:prstGeom prst="borderCallout2">
            <a:avLst>
              <a:gd name="adj1" fmla="val 18750"/>
              <a:gd name="adj2" fmla="val -8333"/>
              <a:gd name="adj3" fmla="val 18750"/>
              <a:gd name="adj4" fmla="val -16667"/>
              <a:gd name="adj5" fmla="val 112500"/>
              <a:gd name="adj6" fmla="val -34752"/>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1 (Discovery &amp; Inception):</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documents the dependencies they have on other Release trains / client programmes.</a:t>
            </a:r>
          </a:p>
        </p:txBody>
      </p:sp>
      <p:sp>
        <p:nvSpPr>
          <p:cNvPr id="10" name="Callout: Bent Line 9">
            <a:extLst>
              <a:ext uri="{FF2B5EF4-FFF2-40B4-BE49-F238E27FC236}">
                <a16:creationId xmlns:a16="http://schemas.microsoft.com/office/drawing/2014/main" id="{8555B5BE-EC73-FC31-AFFA-4CB424755799}"/>
              </a:ext>
            </a:extLst>
          </p:cNvPr>
          <p:cNvSpPr/>
          <p:nvPr/>
        </p:nvSpPr>
        <p:spPr>
          <a:xfrm>
            <a:off x="4782316" y="931606"/>
            <a:ext cx="2357040" cy="838985"/>
          </a:xfrm>
          <a:prstGeom prst="borderCallout2">
            <a:avLst>
              <a:gd name="adj1" fmla="val 17702"/>
              <a:gd name="adj2" fmla="val 103837"/>
              <a:gd name="adj3" fmla="val 17703"/>
              <a:gd name="adj4" fmla="val 113581"/>
              <a:gd name="adj5" fmla="val 111452"/>
              <a:gd name="adj6" fmla="val 128778"/>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2 (Discovery &amp; Inception):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aligns with the GIVING Release Train Lead(s) / Other Programme Lead(s) on timeline, marking the date of the ‘Handshake’.</a:t>
            </a:r>
          </a:p>
        </p:txBody>
      </p:sp>
      <p:sp>
        <p:nvSpPr>
          <p:cNvPr id="11" name="Callout: Bent Line 10">
            <a:extLst>
              <a:ext uri="{FF2B5EF4-FFF2-40B4-BE49-F238E27FC236}">
                <a16:creationId xmlns:a16="http://schemas.microsoft.com/office/drawing/2014/main" id="{CBC6DFDD-18B3-B3B1-E215-E4E760B9BE68}"/>
              </a:ext>
            </a:extLst>
          </p:cNvPr>
          <p:cNvSpPr/>
          <p:nvPr/>
        </p:nvSpPr>
        <p:spPr>
          <a:xfrm>
            <a:off x="9114995" y="931606"/>
            <a:ext cx="2357040" cy="838985"/>
          </a:xfrm>
          <a:prstGeom prst="borderCallout2">
            <a:avLst>
              <a:gd name="adj1" fmla="val 16654"/>
              <a:gd name="adj2" fmla="val -7922"/>
              <a:gd name="adj3" fmla="val 16654"/>
              <a:gd name="adj4" fmla="val -17078"/>
              <a:gd name="adj5" fmla="val 111452"/>
              <a:gd name="adj6" fmla="val -3146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3 (Delivery):</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Daily Scrum calls to unblock issues. Weekly reviews of coming due dependencies with RT Leads, updating status and agreeing corrective action.</a:t>
            </a:r>
          </a:p>
        </p:txBody>
      </p:sp>
      <p:graphicFrame>
        <p:nvGraphicFramePr>
          <p:cNvPr id="14" name="Table 13">
            <a:extLst>
              <a:ext uri="{FF2B5EF4-FFF2-40B4-BE49-F238E27FC236}">
                <a16:creationId xmlns:a16="http://schemas.microsoft.com/office/drawing/2014/main" id="{00B8AB2B-3979-12DA-E250-EA46C89CCD63}"/>
              </a:ext>
            </a:extLst>
          </p:cNvPr>
          <p:cNvGraphicFramePr>
            <a:graphicFrameLocks noGrp="1"/>
          </p:cNvGraphicFramePr>
          <p:nvPr>
            <p:extLst>
              <p:ext uri="{D42A27DB-BD31-4B8C-83A1-F6EECF244321}">
                <p14:modId xmlns:p14="http://schemas.microsoft.com/office/powerpoint/2010/main" val="939662360"/>
              </p:ext>
            </p:extLst>
          </p:nvPr>
        </p:nvGraphicFramePr>
        <p:xfrm>
          <a:off x="862761" y="4336598"/>
          <a:ext cx="2362200" cy="2049780"/>
        </p:xfrm>
        <a:graphic>
          <a:graphicData uri="http://schemas.openxmlformats.org/drawingml/2006/table">
            <a:tbl>
              <a:tblPr/>
              <a:tblGrid>
                <a:gridCol w="979758">
                  <a:extLst>
                    <a:ext uri="{9D8B030D-6E8A-4147-A177-3AD203B41FA5}">
                      <a16:colId xmlns:a16="http://schemas.microsoft.com/office/drawing/2014/main" val="61412112"/>
                    </a:ext>
                  </a:extLst>
                </a:gridCol>
                <a:gridCol w="1382442">
                  <a:extLst>
                    <a:ext uri="{9D8B030D-6E8A-4147-A177-3AD203B41FA5}">
                      <a16:colId xmlns:a16="http://schemas.microsoft.com/office/drawing/2014/main" val="2978088417"/>
                    </a:ext>
                  </a:extLst>
                </a:gridCol>
              </a:tblGrid>
              <a:tr h="286274">
                <a:tc>
                  <a:txBody>
                    <a:bodyPr/>
                    <a:lstStyle/>
                    <a:p>
                      <a:pPr algn="l" fontAlgn="b"/>
                      <a:r>
                        <a:rPr lang="en-GB" sz="1100" b="1" i="0" u="none" strike="noStrike">
                          <a:solidFill>
                            <a:srgbClr val="000000"/>
                          </a:solidFill>
                          <a:effectLst/>
                          <a:latin typeface="Calibri" panose="020F0502020204030204" pitchFamily="34" charset="0"/>
                        </a:rPr>
                        <a:t>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Count of Handshakes Missing</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21530173"/>
                  </a:ext>
                </a:extLst>
              </a:tr>
              <a:tr h="190500">
                <a:tc>
                  <a:txBody>
                    <a:bodyPr/>
                    <a:lstStyle/>
                    <a:p>
                      <a:pPr algn="l" fontAlgn="b"/>
                      <a:r>
                        <a:rPr lang="en-GB" sz="1100" b="1"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90514000"/>
                  </a:ext>
                </a:extLst>
              </a:tr>
              <a:tr h="190500">
                <a:tc>
                  <a:txBody>
                    <a:bodyPr/>
                    <a:lstStyle/>
                    <a:p>
                      <a:pPr algn="l" fontAlgn="b"/>
                      <a:r>
                        <a:rPr lang="en-GB" sz="1100" b="1" i="0" u="none" strike="noStrike">
                          <a:solidFill>
                            <a:srgbClr val="000000"/>
                          </a:solidFill>
                          <a:effectLst/>
                          <a:latin typeface="Calibri" panose="020F0502020204030204" pitchFamily="34" charset="0"/>
                        </a:rPr>
                        <a:t>6</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574800612"/>
                  </a:ext>
                </a:extLst>
              </a:tr>
              <a:tr h="190500">
                <a:tc>
                  <a:txBody>
                    <a:bodyPr/>
                    <a:lstStyle/>
                    <a:p>
                      <a:pPr algn="l" fontAlgn="b"/>
                      <a:r>
                        <a:rPr lang="en-GB" sz="1100" b="1" i="0" u="none" strike="noStrike">
                          <a:solidFill>
                            <a:srgbClr val="000000"/>
                          </a:solidFill>
                          <a:effectLst/>
                          <a:latin typeface="Calibri" panose="020F0502020204030204" pitchFamily="34" charset="0"/>
                        </a:rPr>
                        <a:t>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8</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4416832"/>
                  </a:ext>
                </a:extLst>
              </a:tr>
              <a:tr h="190500">
                <a:tc>
                  <a:txBody>
                    <a:bodyPr/>
                    <a:lstStyle/>
                    <a:p>
                      <a:pPr algn="l" fontAlgn="b"/>
                      <a:r>
                        <a:rPr lang="en-GB" sz="1100" b="1" i="0" u="none" strike="noStrike">
                          <a:solidFill>
                            <a:srgbClr val="000000"/>
                          </a:solidFill>
                          <a:effectLst/>
                          <a:latin typeface="Calibri" panose="020F0502020204030204" pitchFamily="34" charset="0"/>
                        </a:rPr>
                        <a:t>12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370299480"/>
                  </a:ext>
                </a:extLst>
              </a:tr>
              <a:tr h="190500">
                <a:tc>
                  <a:txBody>
                    <a:bodyPr/>
                    <a:lstStyle/>
                    <a:p>
                      <a:pPr algn="l" fontAlgn="b"/>
                      <a:r>
                        <a:rPr lang="en-GB" sz="1100" b="1" i="0" u="none" strike="noStrike">
                          <a:solidFill>
                            <a:srgbClr val="000000"/>
                          </a:solidFill>
                          <a:effectLst/>
                          <a:latin typeface="Calibri" panose="020F0502020204030204" pitchFamily="34" charset="0"/>
                        </a:rPr>
                        <a:t>13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066492288"/>
                  </a:ext>
                </a:extLst>
              </a:tr>
              <a:tr h="190500">
                <a:tc>
                  <a:txBody>
                    <a:bodyPr/>
                    <a:lstStyle/>
                    <a:p>
                      <a:pPr algn="l" fontAlgn="b"/>
                      <a:r>
                        <a:rPr lang="en-GB" sz="1100" b="1" i="0" u="none" strike="noStrike">
                          <a:solidFill>
                            <a:srgbClr val="000000"/>
                          </a:solidFill>
                          <a:effectLst/>
                          <a:latin typeface="Calibri" panose="020F0502020204030204" pitchFamily="34" charset="0"/>
                        </a:rPr>
                        <a:t>14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27</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50750346"/>
                  </a:ext>
                </a:extLst>
              </a:tr>
              <a:tr h="190500">
                <a:tc>
                  <a:txBody>
                    <a:bodyPr/>
                    <a:lstStyle/>
                    <a:p>
                      <a:pPr algn="l" fontAlgn="b"/>
                      <a:r>
                        <a:rPr lang="en-GB" sz="1100" b="1" i="0" u="none" strike="noStrike">
                          <a:solidFill>
                            <a:srgbClr val="000000"/>
                          </a:solidFill>
                          <a:effectLst/>
                          <a:latin typeface="Calibri" panose="020F0502020204030204" pitchFamily="34" charset="0"/>
                        </a:rPr>
                        <a:t>19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269854021"/>
                  </a:ext>
                </a:extLst>
              </a:tr>
              <a:tr h="190500">
                <a:tc>
                  <a:txBody>
                    <a:bodyPr/>
                    <a:lstStyle/>
                    <a:p>
                      <a:pPr algn="l" fontAlgn="b"/>
                      <a:r>
                        <a:rPr lang="en-GB" sz="1100" b="1" i="0" u="none" strike="noStrike">
                          <a:solidFill>
                            <a:srgbClr val="000000"/>
                          </a:solidFill>
                          <a:effectLst/>
                          <a:latin typeface="Calibri" panose="020F0502020204030204" pitchFamily="34" charset="0"/>
                        </a:rPr>
                        <a:t>(blank)</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endParaRPr lang="en-GB" sz="1100" b="1" i="0" u="none" strike="noStrike">
                        <a:solidFill>
                          <a:srgbClr val="FF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41982508"/>
                  </a:ext>
                </a:extLst>
              </a:tr>
              <a:tr h="190500">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76</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759390619"/>
                  </a:ext>
                </a:extLst>
              </a:tr>
            </a:tbl>
          </a:graphicData>
        </a:graphic>
      </p:graphicFrame>
      <p:sp>
        <p:nvSpPr>
          <p:cNvPr id="16" name="TextBox 15">
            <a:extLst>
              <a:ext uri="{FF2B5EF4-FFF2-40B4-BE49-F238E27FC236}">
                <a16:creationId xmlns:a16="http://schemas.microsoft.com/office/drawing/2014/main" id="{F3A2DF66-68B8-333F-FE3D-5C1415282B14}"/>
              </a:ext>
            </a:extLst>
          </p:cNvPr>
          <p:cNvSpPr txBox="1"/>
          <p:nvPr/>
        </p:nvSpPr>
        <p:spPr>
          <a:xfrm>
            <a:off x="3389432" y="4545880"/>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produced to show the number of handshakes that are outstanding.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complete handshakes so that there is a commitment made by the GIVING Release train to the GETTING Release train.</a:t>
            </a:r>
          </a:p>
        </p:txBody>
      </p:sp>
      <p:graphicFrame>
        <p:nvGraphicFramePr>
          <p:cNvPr id="21" name="Table 20">
            <a:extLst>
              <a:ext uri="{FF2B5EF4-FFF2-40B4-BE49-F238E27FC236}">
                <a16:creationId xmlns:a16="http://schemas.microsoft.com/office/drawing/2014/main" id="{465BA34C-5399-F407-9FA6-8B90ECF7C420}"/>
              </a:ext>
            </a:extLst>
          </p:cNvPr>
          <p:cNvGraphicFramePr>
            <a:graphicFrameLocks noGrp="1"/>
          </p:cNvGraphicFramePr>
          <p:nvPr>
            <p:extLst>
              <p:ext uri="{D42A27DB-BD31-4B8C-83A1-F6EECF244321}">
                <p14:modId xmlns:p14="http://schemas.microsoft.com/office/powerpoint/2010/main" val="231649505"/>
              </p:ext>
            </p:extLst>
          </p:nvPr>
        </p:nvGraphicFramePr>
        <p:xfrm>
          <a:off x="5476628" y="4338414"/>
          <a:ext cx="4368799" cy="2047963"/>
        </p:xfrm>
        <a:graphic>
          <a:graphicData uri="http://schemas.openxmlformats.org/drawingml/2006/table">
            <a:tbl>
              <a:tblPr/>
              <a:tblGrid>
                <a:gridCol w="1519583">
                  <a:extLst>
                    <a:ext uri="{9D8B030D-6E8A-4147-A177-3AD203B41FA5}">
                      <a16:colId xmlns:a16="http://schemas.microsoft.com/office/drawing/2014/main" val="3280137386"/>
                    </a:ext>
                  </a:extLst>
                </a:gridCol>
                <a:gridCol w="712304">
                  <a:extLst>
                    <a:ext uri="{9D8B030D-6E8A-4147-A177-3AD203B41FA5}">
                      <a16:colId xmlns:a16="http://schemas.microsoft.com/office/drawing/2014/main" val="276921462"/>
                    </a:ext>
                  </a:extLst>
                </a:gridCol>
                <a:gridCol w="712304">
                  <a:extLst>
                    <a:ext uri="{9D8B030D-6E8A-4147-A177-3AD203B41FA5}">
                      <a16:colId xmlns:a16="http://schemas.microsoft.com/office/drawing/2014/main" val="2318659619"/>
                    </a:ext>
                  </a:extLst>
                </a:gridCol>
                <a:gridCol w="712304">
                  <a:extLst>
                    <a:ext uri="{9D8B030D-6E8A-4147-A177-3AD203B41FA5}">
                      <a16:colId xmlns:a16="http://schemas.microsoft.com/office/drawing/2014/main" val="2864369723"/>
                    </a:ext>
                  </a:extLst>
                </a:gridCol>
                <a:gridCol w="712304">
                  <a:extLst>
                    <a:ext uri="{9D8B030D-6E8A-4147-A177-3AD203B41FA5}">
                      <a16:colId xmlns:a16="http://schemas.microsoft.com/office/drawing/2014/main" val="1598098591"/>
                    </a:ext>
                  </a:extLst>
                </a:gridCol>
              </a:tblGrid>
              <a:tr h="218187">
                <a:tc gridSpan="5">
                  <a:txBody>
                    <a:bodyPr/>
                    <a:lstStyle/>
                    <a:p>
                      <a:pPr algn="l" fontAlgn="b"/>
                      <a:r>
                        <a:rPr lang="en-GB" sz="1100" b="1" i="0" u="none" strike="noStrike">
                          <a:solidFill>
                            <a:srgbClr val="000000"/>
                          </a:solidFill>
                          <a:effectLst/>
                          <a:latin typeface="Calibri" panose="020F0502020204030204" pitchFamily="34" charset="0"/>
                        </a:rPr>
                        <a:t>Count of Dependencies Due</a:t>
                      </a: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extLst>
                  <a:ext uri="{0D108BD9-81ED-4DB2-BD59-A6C34878D82A}">
                    <a16:rowId xmlns:a16="http://schemas.microsoft.com/office/drawing/2014/main" val="3230793017"/>
                  </a:ext>
                </a:extLst>
              </a:tr>
              <a:tr h="228722">
                <a:tc>
                  <a:txBody>
                    <a:bodyPr/>
                    <a:lstStyle/>
                    <a:p>
                      <a:pPr algn="l" fontAlgn="b"/>
                      <a:r>
                        <a:rPr lang="en-GB" sz="1100" b="1" i="0" u="none" strike="noStrike">
                          <a:solidFill>
                            <a:srgbClr val="000000"/>
                          </a:solidFill>
                          <a:effectLst/>
                          <a:latin typeface="Calibri" panose="020F0502020204030204" pitchFamily="34" charset="0"/>
                        </a:rPr>
                        <a:t>GETTING 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06/03/23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10/03/23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13/03/23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17/03/23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41659348"/>
                  </a:ext>
                </a:extLst>
              </a:tr>
              <a:tr h="228722">
                <a:tc>
                  <a:txBody>
                    <a:bodyPr/>
                    <a:lstStyle/>
                    <a:p>
                      <a:pPr algn="l" fontAlgn="b"/>
                      <a:r>
                        <a:rPr lang="en-GB" sz="1100" b="0"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EEB5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81761952"/>
                  </a:ext>
                </a:extLst>
              </a:tr>
              <a:tr h="228722">
                <a:tc>
                  <a:txBody>
                    <a:bodyPr/>
                    <a:lstStyle/>
                    <a:p>
                      <a:pPr algn="l"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r>
                        <a:rPr lang="en-GB" sz="1100" b="0" i="0" u="none" strike="noStrike">
                          <a:solidFill>
                            <a:srgbClr val="FFC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436259026"/>
                  </a:ext>
                </a:extLst>
              </a:tr>
              <a:tr h="228722">
                <a:tc>
                  <a:txBody>
                    <a:bodyPr/>
                    <a:lstStyle/>
                    <a:p>
                      <a:pPr algn="l" fontAlgn="b"/>
                      <a:r>
                        <a:rPr lang="en-GB" sz="1100" b="0" i="0" u="none" strike="noStrike">
                          <a:solidFill>
                            <a:srgbClr val="000000"/>
                          </a:solidFill>
                          <a:effectLst/>
                          <a:latin typeface="Calibri" panose="020F0502020204030204" pitchFamily="34" charset="0"/>
                        </a:rPr>
                        <a:t>7</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extLst>
                  <a:ext uri="{0D108BD9-81ED-4DB2-BD59-A6C34878D82A}">
                    <a16:rowId xmlns:a16="http://schemas.microsoft.com/office/drawing/2014/main" val="176129962"/>
                  </a:ext>
                </a:extLst>
              </a:tr>
              <a:tr h="228722">
                <a:tc>
                  <a:txBody>
                    <a:bodyPr/>
                    <a:lstStyle/>
                    <a:p>
                      <a:pPr algn="l"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EEB5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13</a:t>
                      </a:r>
                    </a:p>
                  </a:txBody>
                  <a:tcPr marL="0" marR="0" marT="0" marB="0" anchor="b">
                    <a:lnL>
                      <a:noFill/>
                    </a:lnL>
                    <a:lnR>
                      <a:noFill/>
                    </a:lnR>
                    <a:lnT>
                      <a:noFill/>
                    </a:lnT>
                    <a:lnB>
                      <a:noFill/>
                    </a:lnB>
                  </a:tcPr>
                </a:tc>
                <a:extLst>
                  <a:ext uri="{0D108BD9-81ED-4DB2-BD59-A6C34878D82A}">
                    <a16:rowId xmlns:a16="http://schemas.microsoft.com/office/drawing/2014/main" val="763648003"/>
                  </a:ext>
                </a:extLst>
              </a:tr>
              <a:tr h="228722">
                <a:tc>
                  <a:txBody>
                    <a:bodyPr/>
                    <a:lstStyle/>
                    <a:p>
                      <a:pPr algn="l" fontAlgn="b"/>
                      <a:r>
                        <a:rPr lang="en-GB" sz="1100" b="0" i="0" u="none" strike="noStrike">
                          <a:solidFill>
                            <a:srgbClr val="000000"/>
                          </a:solidFill>
                          <a:effectLst/>
                          <a:latin typeface="Calibri" panose="020F0502020204030204" pitchFamily="34" charset="0"/>
                        </a:rPr>
                        <a:t>14</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extLst>
                  <a:ext uri="{0D108BD9-81ED-4DB2-BD59-A6C34878D82A}">
                    <a16:rowId xmlns:a16="http://schemas.microsoft.com/office/drawing/2014/main" val="3426099419"/>
                  </a:ext>
                </a:extLst>
              </a:tr>
              <a:tr h="228722">
                <a:tc>
                  <a:txBody>
                    <a:bodyPr/>
                    <a:lstStyle/>
                    <a:p>
                      <a:pPr algn="l" fontAlgn="b"/>
                      <a:r>
                        <a:rPr lang="en-GB" sz="1100" b="0" i="0" u="none" strike="noStrike">
                          <a:solidFill>
                            <a:srgbClr val="000000"/>
                          </a:solidFill>
                          <a:effectLst/>
                          <a:latin typeface="Calibri" panose="020F0502020204030204" pitchFamily="34" charset="0"/>
                        </a:rPr>
                        <a:t>19</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4044709624"/>
                  </a:ext>
                </a:extLst>
              </a:tr>
              <a:tr h="228722">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25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24758704"/>
                  </a:ext>
                </a:extLst>
              </a:tr>
            </a:tbl>
          </a:graphicData>
        </a:graphic>
      </p:graphicFrame>
      <p:sp>
        <p:nvSpPr>
          <p:cNvPr id="22" name="TextBox 21">
            <a:extLst>
              <a:ext uri="{FF2B5EF4-FFF2-40B4-BE49-F238E27FC236}">
                <a16:creationId xmlns:a16="http://schemas.microsoft.com/office/drawing/2014/main" id="{F79EAC5F-9B7C-E721-79E1-576EDC7F996F}"/>
              </a:ext>
            </a:extLst>
          </p:cNvPr>
          <p:cNvSpPr txBox="1"/>
          <p:nvPr/>
        </p:nvSpPr>
        <p:spPr>
          <a:xfrm>
            <a:off x="10181662" y="4474017"/>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used to show the number of dependencies coming due.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continually manage their dependencies, ensuring they are on track, and taking appropriate actions where required to avoid impact of any delays.</a:t>
            </a:r>
          </a:p>
        </p:txBody>
      </p:sp>
      <p:sp>
        <p:nvSpPr>
          <p:cNvPr id="23" name="Right Brace 22">
            <a:extLst>
              <a:ext uri="{FF2B5EF4-FFF2-40B4-BE49-F238E27FC236}">
                <a16:creationId xmlns:a16="http://schemas.microsoft.com/office/drawing/2014/main" id="{A3A3D484-7B07-D3E0-5923-C8B80233A190}"/>
              </a:ext>
            </a:extLst>
          </p:cNvPr>
          <p:cNvSpPr/>
          <p:nvPr/>
        </p:nvSpPr>
        <p:spPr>
          <a:xfrm>
            <a:off x="3192896" y="4215388"/>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ight Brace 23">
            <a:extLst>
              <a:ext uri="{FF2B5EF4-FFF2-40B4-BE49-F238E27FC236}">
                <a16:creationId xmlns:a16="http://schemas.microsoft.com/office/drawing/2014/main" id="{E95D827D-4DD3-AE1D-5BC6-D3C8E546E529}"/>
              </a:ext>
            </a:extLst>
          </p:cNvPr>
          <p:cNvSpPr/>
          <p:nvPr/>
        </p:nvSpPr>
        <p:spPr>
          <a:xfrm>
            <a:off x="9870653" y="4226746"/>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B2D2824-F527-562C-A8FB-A05FC97752B6}"/>
              </a:ext>
            </a:extLst>
          </p:cNvPr>
          <p:cNvSpPr txBox="1"/>
          <p:nvPr/>
        </p:nvSpPr>
        <p:spPr>
          <a:xfrm>
            <a:off x="222835" y="3911364"/>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sp>
        <p:nvSpPr>
          <p:cNvPr id="28" name="TextBox 27">
            <a:extLst>
              <a:ext uri="{FF2B5EF4-FFF2-40B4-BE49-F238E27FC236}">
                <a16:creationId xmlns:a16="http://schemas.microsoft.com/office/drawing/2014/main" id="{D0D71A11-2163-6A26-8B7B-393C7BA20DA5}"/>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graphicFrame>
        <p:nvGraphicFramePr>
          <p:cNvPr id="2" name="Object 1">
            <a:extLst>
              <a:ext uri="{FF2B5EF4-FFF2-40B4-BE49-F238E27FC236}">
                <a16:creationId xmlns:a16="http://schemas.microsoft.com/office/drawing/2014/main" id="{D416E9F1-5A93-0FD0-3F7A-16F68FC96D61}"/>
              </a:ext>
            </a:extLst>
          </p:cNvPr>
          <p:cNvGraphicFramePr>
            <a:graphicFrameLocks noChangeAspect="1"/>
          </p:cNvGraphicFramePr>
          <p:nvPr>
            <p:extLst>
              <p:ext uri="{D42A27DB-BD31-4B8C-83A1-F6EECF244321}">
                <p14:modId xmlns:p14="http://schemas.microsoft.com/office/powerpoint/2010/main" val="922990403"/>
              </p:ext>
            </p:extLst>
          </p:nvPr>
        </p:nvGraphicFramePr>
        <p:xfrm>
          <a:off x="9883775" y="2289175"/>
          <a:ext cx="1212850" cy="1020763"/>
        </p:xfrm>
        <a:graphic>
          <a:graphicData uri="http://schemas.openxmlformats.org/presentationml/2006/ole">
            <mc:AlternateContent xmlns:mc="http://schemas.openxmlformats.org/markup-compatibility/2006">
              <mc:Choice xmlns:v="urn:schemas-microsoft-com:vml" Requires="v">
                <p:oleObj name="Worksheet" showAsIcon="1" r:id="rId2" imgW="948600" imgH="799200" progId="Excel.Sheet.12">
                  <p:embed/>
                </p:oleObj>
              </mc:Choice>
              <mc:Fallback>
                <p:oleObj name="Worksheet" showAsIcon="1" r:id="rId2" imgW="948600" imgH="799200" progId="Excel.Sheet.12">
                  <p:embed/>
                  <p:pic>
                    <p:nvPicPr>
                      <p:cNvPr id="2" name="Object 1">
                        <a:extLst>
                          <a:ext uri="{FF2B5EF4-FFF2-40B4-BE49-F238E27FC236}">
                            <a16:creationId xmlns:a16="http://schemas.microsoft.com/office/drawing/2014/main" id="{D416E9F1-5A93-0FD0-3F7A-16F68FC96D61}"/>
                          </a:ext>
                        </a:extLst>
                      </p:cNvPr>
                      <p:cNvPicPr/>
                      <p:nvPr/>
                    </p:nvPicPr>
                    <p:blipFill>
                      <a:blip r:embed="rId3"/>
                      <a:stretch>
                        <a:fillRect/>
                      </a:stretch>
                    </p:blipFill>
                    <p:spPr>
                      <a:xfrm>
                        <a:off x="9883775" y="2289175"/>
                        <a:ext cx="1212850" cy="1020763"/>
                      </a:xfrm>
                      <a:prstGeom prst="rect">
                        <a:avLst/>
                      </a:prstGeom>
                    </p:spPr>
                  </p:pic>
                </p:oleObj>
              </mc:Fallback>
            </mc:AlternateContent>
          </a:graphicData>
        </a:graphic>
      </p:graphicFrame>
    </p:spTree>
    <p:extLst>
      <p:ext uri="{BB962C8B-B14F-4D97-AF65-F5344CB8AC3E}">
        <p14:creationId xmlns:p14="http://schemas.microsoft.com/office/powerpoint/2010/main" val="16419990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4593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2. Complex Dependency Chains – with 3</a:t>
            </a:r>
            <a:r>
              <a:rPr kumimoji="0" lang="en-GB" sz="2400" b="1"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 Parties (example data) </a:t>
            </a:r>
          </a:p>
        </p:txBody>
      </p:sp>
      <p:cxnSp>
        <p:nvCxnSpPr>
          <p:cNvPr id="29" name="Straight Arrow Connector 28">
            <a:extLst>
              <a:ext uri="{FF2B5EF4-FFF2-40B4-BE49-F238E27FC236}">
                <a16:creationId xmlns:a16="http://schemas.microsoft.com/office/drawing/2014/main" id="{2C3DC77F-FBE6-3616-FDC7-7D678B9C4AF1}"/>
              </a:ext>
            </a:extLst>
          </p:cNvPr>
          <p:cNvCxnSpPr/>
          <p:nvPr/>
        </p:nvCxnSpPr>
        <p:spPr>
          <a:xfrm>
            <a:off x="8559800" y="12651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C8235DC-2AF5-6471-9369-955702D83B11}"/>
              </a:ext>
            </a:extLst>
          </p:cNvPr>
          <p:cNvCxnSpPr/>
          <p:nvPr/>
        </p:nvCxnSpPr>
        <p:spPr>
          <a:xfrm>
            <a:off x="8559800" y="17985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E2FDCF0-A9B1-C7FE-1728-DFF3BC84F3E9}"/>
              </a:ext>
            </a:extLst>
          </p:cNvPr>
          <p:cNvCxnSpPr/>
          <p:nvPr/>
        </p:nvCxnSpPr>
        <p:spPr>
          <a:xfrm>
            <a:off x="8594223" y="2552700"/>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AC6AA1A-E700-1674-08D4-24920F711889}"/>
              </a:ext>
            </a:extLst>
          </p:cNvPr>
          <p:cNvSpPr txBox="1"/>
          <p:nvPr/>
        </p:nvSpPr>
        <p:spPr>
          <a:xfrm>
            <a:off x="8966200" y="1104900"/>
            <a:ext cx="3098800" cy="26161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chain of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is listed 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All activities are listed out in the order they need to take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dates by when each activity needs to be completed by each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and for each supplier is documented and forms the input to the TPPs.</a:t>
            </a:r>
          </a:p>
        </p:txBody>
      </p:sp>
      <p:sp>
        <p:nvSpPr>
          <p:cNvPr id="33" name="TextBox 32">
            <a:extLst>
              <a:ext uri="{FF2B5EF4-FFF2-40B4-BE49-F238E27FC236}">
                <a16:creationId xmlns:a16="http://schemas.microsoft.com/office/drawing/2014/main" id="{B01DD51F-A898-BC7A-2FCF-F25C6B79FFE3}"/>
              </a:ext>
            </a:extLst>
          </p:cNvPr>
          <p:cNvSpPr txBox="1"/>
          <p:nvPr/>
        </p:nvSpPr>
        <p:spPr>
          <a:xfrm>
            <a:off x="9000623" y="4009659"/>
            <a:ext cx="3098800" cy="26930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 weekly report showing the status of each supplier integration is produced and reviewed with the programme leadership to ensure quick decisions / corrective action is taken for ‘at risk’ dependencies.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This is crucial within an agile environment to drive delivery in complex multi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&amp; supplier environments.</a:t>
            </a:r>
          </a:p>
        </p:txBody>
      </p:sp>
      <p:sp>
        <p:nvSpPr>
          <p:cNvPr id="34" name="Right Brace 33">
            <a:extLst>
              <a:ext uri="{FF2B5EF4-FFF2-40B4-BE49-F238E27FC236}">
                <a16:creationId xmlns:a16="http://schemas.microsoft.com/office/drawing/2014/main" id="{6298355E-8BFC-47FB-58D4-0621750D1AD8}"/>
              </a:ext>
            </a:extLst>
          </p:cNvPr>
          <p:cNvSpPr/>
          <p:nvPr/>
        </p:nvSpPr>
        <p:spPr>
          <a:xfrm>
            <a:off x="8644303" y="3984472"/>
            <a:ext cx="237393" cy="27434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5581829-E7F9-22F8-A32E-2063C6D799DC}"/>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sp>
        <p:nvSpPr>
          <p:cNvPr id="36" name="TextBox 35">
            <a:extLst>
              <a:ext uri="{FF2B5EF4-FFF2-40B4-BE49-F238E27FC236}">
                <a16:creationId xmlns:a16="http://schemas.microsoft.com/office/drawing/2014/main" id="{ECDB066F-9A61-A99F-8701-A2BFCC031582}"/>
              </a:ext>
            </a:extLst>
          </p:cNvPr>
          <p:cNvSpPr txBox="1"/>
          <p:nvPr/>
        </p:nvSpPr>
        <p:spPr>
          <a:xfrm>
            <a:off x="222835" y="3619133"/>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pic>
        <p:nvPicPr>
          <p:cNvPr id="3" name="Picture 2">
            <a:extLst>
              <a:ext uri="{FF2B5EF4-FFF2-40B4-BE49-F238E27FC236}">
                <a16:creationId xmlns:a16="http://schemas.microsoft.com/office/drawing/2014/main" id="{EF630A7C-FEB4-CED6-9177-91B634D2AC31}"/>
              </a:ext>
            </a:extLst>
          </p:cNvPr>
          <p:cNvPicPr>
            <a:picLocks noChangeAspect="1"/>
          </p:cNvPicPr>
          <p:nvPr/>
        </p:nvPicPr>
        <p:blipFill>
          <a:blip r:embed="rId2"/>
          <a:stretch>
            <a:fillRect/>
          </a:stretch>
        </p:blipFill>
        <p:spPr>
          <a:xfrm>
            <a:off x="539358" y="3949665"/>
            <a:ext cx="8020442" cy="2813032"/>
          </a:xfrm>
          <a:prstGeom prst="rect">
            <a:avLst/>
          </a:prstGeom>
        </p:spPr>
      </p:pic>
      <p:pic>
        <p:nvPicPr>
          <p:cNvPr id="5" name="Picture 4">
            <a:extLst>
              <a:ext uri="{FF2B5EF4-FFF2-40B4-BE49-F238E27FC236}">
                <a16:creationId xmlns:a16="http://schemas.microsoft.com/office/drawing/2014/main" id="{C691145C-FDE9-A8F7-BA9A-ECD3F0DDDEA7}"/>
              </a:ext>
            </a:extLst>
          </p:cNvPr>
          <p:cNvPicPr>
            <a:picLocks noChangeAspect="1"/>
          </p:cNvPicPr>
          <p:nvPr/>
        </p:nvPicPr>
        <p:blipFill>
          <a:blip r:embed="rId3"/>
          <a:stretch>
            <a:fillRect/>
          </a:stretch>
        </p:blipFill>
        <p:spPr>
          <a:xfrm>
            <a:off x="649518" y="1091066"/>
            <a:ext cx="7910281" cy="2598873"/>
          </a:xfrm>
          <a:prstGeom prst="rect">
            <a:avLst/>
          </a:prstGeom>
        </p:spPr>
      </p:pic>
    </p:spTree>
    <p:extLst>
      <p:ext uri="{BB962C8B-B14F-4D97-AF65-F5344CB8AC3E}">
        <p14:creationId xmlns:p14="http://schemas.microsoft.com/office/powerpoint/2010/main" val="26366724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BBE8C9-94A5-4EF2-B7A3-80CE5E9C21A8}"/>
              </a:ext>
            </a:extLst>
          </p:cNvPr>
          <p:cNvCxnSpPr>
            <a:cxnSpLocks/>
          </p:cNvCxnSpPr>
          <p:nvPr/>
        </p:nvCxnSpPr>
        <p:spPr>
          <a:xfrm>
            <a:off x="2249861" y="1425159"/>
            <a:ext cx="0" cy="5497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3AA5E4E-55D1-4863-8C1C-5F292FD4D3CB}"/>
              </a:ext>
            </a:extLst>
          </p:cNvPr>
          <p:cNvCxnSpPr>
            <a:cxnSpLocks/>
          </p:cNvCxnSpPr>
          <p:nvPr/>
        </p:nvCxnSpPr>
        <p:spPr>
          <a:xfrm>
            <a:off x="5755060" y="1361759"/>
            <a:ext cx="0" cy="54962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4F50133-F86A-4865-A09B-50336B30BB55}"/>
              </a:ext>
            </a:extLst>
          </p:cNvPr>
          <p:cNvCxnSpPr>
            <a:cxnSpLocks/>
          </p:cNvCxnSpPr>
          <p:nvPr/>
        </p:nvCxnSpPr>
        <p:spPr>
          <a:xfrm>
            <a:off x="8868369" y="1378214"/>
            <a:ext cx="0" cy="5479786"/>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ACB097C-B422-44D9-8803-476A8BABAF05}"/>
              </a:ext>
            </a:extLst>
          </p:cNvPr>
          <p:cNvSpPr/>
          <p:nvPr/>
        </p:nvSpPr>
        <p:spPr>
          <a:xfrm>
            <a:off x="-125162" y="1938435"/>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Elaboration &amp; Design</a:t>
            </a:r>
          </a:p>
        </p:txBody>
      </p:sp>
      <p:sp>
        <p:nvSpPr>
          <p:cNvPr id="7" name="Rectangle 6">
            <a:extLst>
              <a:ext uri="{FF2B5EF4-FFF2-40B4-BE49-F238E27FC236}">
                <a16:creationId xmlns:a16="http://schemas.microsoft.com/office/drawing/2014/main" id="{C2241EAD-8AD8-40CF-B766-A8A3B8D8FE8D}"/>
              </a:ext>
            </a:extLst>
          </p:cNvPr>
          <p:cNvSpPr/>
          <p:nvPr/>
        </p:nvSpPr>
        <p:spPr>
          <a:xfrm>
            <a:off x="-125161" y="3566821"/>
            <a:ext cx="2039298"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7">
            <a:extLst>
              <a:ext uri="{FF2B5EF4-FFF2-40B4-BE49-F238E27FC236}">
                <a16:creationId xmlns:a16="http://schemas.microsoft.com/office/drawing/2014/main" id="{D1A0413D-E36A-422D-8EF6-A0D7A1AF7B22}"/>
              </a:ext>
            </a:extLst>
          </p:cNvPr>
          <p:cNvSpPr/>
          <p:nvPr/>
        </p:nvSpPr>
        <p:spPr>
          <a:xfrm>
            <a:off x="-152396" y="5315831"/>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Stabilisation</a:t>
            </a:r>
          </a:p>
        </p:txBody>
      </p:sp>
      <p:sp>
        <p:nvSpPr>
          <p:cNvPr id="11" name="Rectangle 10">
            <a:extLst>
              <a:ext uri="{FF2B5EF4-FFF2-40B4-BE49-F238E27FC236}">
                <a16:creationId xmlns:a16="http://schemas.microsoft.com/office/drawing/2014/main" id="{B3700D3C-2BCB-4862-A27B-6CC1D3C13531}"/>
              </a:ext>
            </a:extLst>
          </p:cNvPr>
          <p:cNvSpPr/>
          <p:nvPr/>
        </p:nvSpPr>
        <p:spPr>
          <a:xfrm>
            <a:off x="8839195" y="758089"/>
            <a:ext cx="3407197"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prstClr val="black"/>
                </a:solidFill>
                <a:latin typeface="Ubuntu" panose="020B0504030602030204" pitchFamily="34" charset="0"/>
              </a:rPr>
              <a:t>Third Party</a:t>
            </a:r>
          </a:p>
        </p:txBody>
      </p:sp>
      <p:sp>
        <p:nvSpPr>
          <p:cNvPr id="12" name="Rectangle 11">
            <a:extLst>
              <a:ext uri="{FF2B5EF4-FFF2-40B4-BE49-F238E27FC236}">
                <a16:creationId xmlns:a16="http://schemas.microsoft.com/office/drawing/2014/main" id="{BBD7F395-FDFD-4A47-A67A-520936B1A43A}"/>
              </a:ext>
            </a:extLst>
          </p:cNvPr>
          <p:cNvSpPr/>
          <p:nvPr/>
        </p:nvSpPr>
        <p:spPr>
          <a:xfrm>
            <a:off x="2231569" y="758089"/>
            <a:ext cx="3276595"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Cap Dependency detail</a:t>
            </a:r>
          </a:p>
        </p:txBody>
      </p:sp>
      <p:sp>
        <p:nvSpPr>
          <p:cNvPr id="13" name="Rectangle 12">
            <a:extLst>
              <a:ext uri="{FF2B5EF4-FFF2-40B4-BE49-F238E27FC236}">
                <a16:creationId xmlns:a16="http://schemas.microsoft.com/office/drawing/2014/main" id="{2401DEAB-6B39-40F7-AC9C-B1D999F16834}"/>
              </a:ext>
            </a:extLst>
          </p:cNvPr>
          <p:cNvSpPr/>
          <p:nvPr/>
        </p:nvSpPr>
        <p:spPr>
          <a:xfrm>
            <a:off x="5508173" y="758089"/>
            <a:ext cx="3331022"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Cadence Touchpoint</a:t>
            </a:r>
          </a:p>
        </p:txBody>
      </p:sp>
      <p:sp>
        <p:nvSpPr>
          <p:cNvPr id="14" name="TextBox 13">
            <a:extLst>
              <a:ext uri="{FF2B5EF4-FFF2-40B4-BE49-F238E27FC236}">
                <a16:creationId xmlns:a16="http://schemas.microsoft.com/office/drawing/2014/main" id="{B0D8BD57-9469-4984-B8F5-30A92943706F}"/>
              </a:ext>
            </a:extLst>
          </p:cNvPr>
          <p:cNvSpPr txBox="1"/>
          <p:nvPr/>
        </p:nvSpPr>
        <p:spPr>
          <a:xfrm>
            <a:off x="2434971" y="1782987"/>
            <a:ext cx="3080643" cy="769441"/>
          </a:xfrm>
          <a:prstGeom prst="rect">
            <a:avLst/>
          </a:prstGeom>
          <a:noFill/>
          <a:ln>
            <a:solidFill>
              <a:schemeClr val="bg1"/>
            </a:solidFill>
            <a:prstDash val="dash"/>
          </a:ln>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Align integrations in-scope for sprint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Transaction details of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Timeline dependency for service availability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 of third-party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Environment and connectivity detail</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 name="TextBox 14">
            <a:extLst>
              <a:ext uri="{FF2B5EF4-FFF2-40B4-BE49-F238E27FC236}">
                <a16:creationId xmlns:a16="http://schemas.microsoft.com/office/drawing/2014/main" id="{D1435FD4-3EE6-459E-8800-E1865B52F597}"/>
              </a:ext>
            </a:extLst>
          </p:cNvPr>
          <p:cNvSpPr txBox="1"/>
          <p:nvPr/>
        </p:nvSpPr>
        <p:spPr>
          <a:xfrm>
            <a:off x="6248457" y="1853805"/>
            <a:ext cx="22515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planning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Requirements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Playback sessions</a:t>
            </a:r>
          </a:p>
        </p:txBody>
      </p:sp>
      <p:sp>
        <p:nvSpPr>
          <p:cNvPr id="16" name="TextBox 15">
            <a:extLst>
              <a:ext uri="{FF2B5EF4-FFF2-40B4-BE49-F238E27FC236}">
                <a16:creationId xmlns:a16="http://schemas.microsoft.com/office/drawing/2014/main" id="{E567468D-0A6E-4F26-AD89-4594D40D79D4}"/>
              </a:ext>
            </a:extLst>
          </p:cNvPr>
          <p:cNvSpPr txBox="1"/>
          <p:nvPr/>
        </p:nvSpPr>
        <p:spPr>
          <a:xfrm>
            <a:off x="9011169" y="1837417"/>
            <a:ext cx="29826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Confirmation of dependencies can be met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schedule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Highlight challenges with </a:t>
            </a: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a:t>
            </a:r>
          </a:p>
        </p:txBody>
      </p:sp>
      <p:sp>
        <p:nvSpPr>
          <p:cNvPr id="17" name="TextBox 16">
            <a:extLst>
              <a:ext uri="{FF2B5EF4-FFF2-40B4-BE49-F238E27FC236}">
                <a16:creationId xmlns:a16="http://schemas.microsoft.com/office/drawing/2014/main" id="{FBEC106A-C334-4465-9000-AAB271239614}"/>
              </a:ext>
            </a:extLst>
          </p:cNvPr>
          <p:cNvSpPr txBox="1"/>
          <p:nvPr/>
        </p:nvSpPr>
        <p:spPr>
          <a:xfrm>
            <a:off x="2417825" y="3396950"/>
            <a:ext cx="2983907"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developed to requirements agreed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 name="TextBox 17">
            <a:extLst>
              <a:ext uri="{FF2B5EF4-FFF2-40B4-BE49-F238E27FC236}">
                <a16:creationId xmlns:a16="http://schemas.microsoft.com/office/drawing/2014/main" id="{F64332A6-BABF-4589-B97E-8FD8915C805E}"/>
              </a:ext>
            </a:extLst>
          </p:cNvPr>
          <p:cNvSpPr txBox="1"/>
          <p:nvPr/>
        </p:nvSpPr>
        <p:spPr>
          <a:xfrm>
            <a:off x="6240196" y="3499266"/>
            <a:ext cx="2455602" cy="615553"/>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Retrospective meetings</a:t>
            </a:r>
          </a:p>
        </p:txBody>
      </p:sp>
      <p:sp>
        <p:nvSpPr>
          <p:cNvPr id="19" name="TextBox 18">
            <a:extLst>
              <a:ext uri="{FF2B5EF4-FFF2-40B4-BE49-F238E27FC236}">
                <a16:creationId xmlns:a16="http://schemas.microsoft.com/office/drawing/2014/main" id="{CB277B04-CB73-4CB4-ADFE-BD823E467FF7}"/>
              </a:ext>
            </a:extLst>
          </p:cNvPr>
          <p:cNvSpPr txBox="1"/>
          <p:nvPr/>
        </p:nvSpPr>
        <p:spPr>
          <a:xfrm>
            <a:off x="9062718" y="3459816"/>
            <a:ext cx="274559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test case validations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0" name="TextBox 19">
            <a:extLst>
              <a:ext uri="{FF2B5EF4-FFF2-40B4-BE49-F238E27FC236}">
                <a16:creationId xmlns:a16="http://schemas.microsoft.com/office/drawing/2014/main" id="{3E357247-09D4-4C08-BBB9-87BE17B412AA}"/>
              </a:ext>
            </a:extLst>
          </p:cNvPr>
          <p:cNvSpPr txBox="1"/>
          <p:nvPr/>
        </p:nvSpPr>
        <p:spPr>
          <a:xfrm>
            <a:off x="2437178" y="5204327"/>
            <a:ext cx="2907703"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indent="-171450">
              <a:buFont typeface="Arial" panose="020B0604020202020204" pitchFamily="34" charset="0"/>
              <a:buChar char="•"/>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1" name="TextBox 20">
            <a:extLst>
              <a:ext uri="{FF2B5EF4-FFF2-40B4-BE49-F238E27FC236}">
                <a16:creationId xmlns:a16="http://schemas.microsoft.com/office/drawing/2014/main" id="{B062223B-1E2D-47AF-9B4C-FC0A752C2C62}"/>
              </a:ext>
            </a:extLst>
          </p:cNvPr>
          <p:cNvSpPr txBox="1"/>
          <p:nvPr/>
        </p:nvSpPr>
        <p:spPr>
          <a:xfrm>
            <a:off x="6240462" y="5234686"/>
            <a:ext cx="244510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p:txBody>
      </p:sp>
      <p:sp>
        <p:nvSpPr>
          <p:cNvPr id="22" name="Rectangle 21">
            <a:extLst>
              <a:ext uri="{FF2B5EF4-FFF2-40B4-BE49-F238E27FC236}">
                <a16:creationId xmlns:a16="http://schemas.microsoft.com/office/drawing/2014/main" id="{ADE736CB-6743-4DDF-A8A9-EDBC0556228B}"/>
              </a:ext>
            </a:extLst>
          </p:cNvPr>
          <p:cNvSpPr/>
          <p:nvPr/>
        </p:nvSpPr>
        <p:spPr>
          <a:xfrm>
            <a:off x="-125162" y="767379"/>
            <a:ext cx="2356721"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Phase</a:t>
            </a:r>
          </a:p>
        </p:txBody>
      </p:sp>
      <p:sp>
        <p:nvSpPr>
          <p:cNvPr id="29" name="Rectangle 28">
            <a:extLst>
              <a:ext uri="{FF2B5EF4-FFF2-40B4-BE49-F238E27FC236}">
                <a16:creationId xmlns:a16="http://schemas.microsoft.com/office/drawing/2014/main" id="{51A981C0-6EF1-4E2C-A8E1-BD02992B09D5}"/>
              </a:ext>
            </a:extLst>
          </p:cNvPr>
          <p:cNvSpPr/>
          <p:nvPr/>
        </p:nvSpPr>
        <p:spPr>
          <a:xfrm>
            <a:off x="5725880" y="1818517"/>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2431FCF-AB6D-4F1B-9C60-27A9B4F0A332}"/>
              </a:ext>
            </a:extLst>
          </p:cNvPr>
          <p:cNvSpPr txBox="1"/>
          <p:nvPr/>
        </p:nvSpPr>
        <p:spPr>
          <a:xfrm>
            <a:off x="9062718" y="5160383"/>
            <a:ext cx="264846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on business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6" name="Rectangle 35">
            <a:extLst>
              <a:ext uri="{FF2B5EF4-FFF2-40B4-BE49-F238E27FC236}">
                <a16:creationId xmlns:a16="http://schemas.microsoft.com/office/drawing/2014/main" id="{9F0EF1A6-DFF3-447C-A74B-E87D29A548F0}"/>
              </a:ext>
            </a:extLst>
          </p:cNvPr>
          <p:cNvSpPr/>
          <p:nvPr/>
        </p:nvSpPr>
        <p:spPr>
          <a:xfrm>
            <a:off x="8692650" y="1835441"/>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BE5676F-E3C7-4DF4-8A6E-66C64C90C7A2}"/>
              </a:ext>
            </a:extLst>
          </p:cNvPr>
          <p:cNvSpPr/>
          <p:nvPr/>
        </p:nvSpPr>
        <p:spPr>
          <a:xfrm>
            <a:off x="5727329" y="3509345"/>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84AE219E-CD0B-48DB-83B6-48C173D5D225}"/>
              </a:ext>
            </a:extLst>
          </p:cNvPr>
          <p:cNvSpPr/>
          <p:nvPr/>
        </p:nvSpPr>
        <p:spPr>
          <a:xfrm>
            <a:off x="8688994" y="3472164"/>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4F2B6DA6-FBAB-4190-9FC6-50505CF29B1D}"/>
              </a:ext>
            </a:extLst>
          </p:cNvPr>
          <p:cNvSpPr/>
          <p:nvPr/>
        </p:nvSpPr>
        <p:spPr>
          <a:xfrm>
            <a:off x="5726538"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1508C91-26E0-414D-9500-3C6264EE0A79}"/>
              </a:ext>
            </a:extLst>
          </p:cNvPr>
          <p:cNvSpPr/>
          <p:nvPr/>
        </p:nvSpPr>
        <p:spPr>
          <a:xfrm>
            <a:off x="8718862"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itle 1">
            <a:extLst>
              <a:ext uri="{FF2B5EF4-FFF2-40B4-BE49-F238E27FC236}">
                <a16:creationId xmlns:a16="http://schemas.microsoft.com/office/drawing/2014/main" id="{C29C2196-7DD0-40F5-BD76-460245DCFCFE}"/>
              </a:ext>
            </a:extLst>
          </p:cNvPr>
          <p:cNvSpPr txBox="1">
            <a:spLocks/>
          </p:cNvSpPr>
          <p:nvPr/>
        </p:nvSpPr>
        <p:spPr>
          <a:xfrm>
            <a:off x="-10633" y="0"/>
            <a:ext cx="9997913" cy="56288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Catalogue of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Thirdparty</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dependencies across phases</a:t>
            </a:r>
          </a:p>
        </p:txBody>
      </p:sp>
      <p:cxnSp>
        <p:nvCxnSpPr>
          <p:cNvPr id="46" name="Connector: Elbow 45">
            <a:extLst>
              <a:ext uri="{FF2B5EF4-FFF2-40B4-BE49-F238E27FC236}">
                <a16:creationId xmlns:a16="http://schemas.microsoft.com/office/drawing/2014/main" id="{893412E3-3A8A-487A-9BB3-E0A35E859707}"/>
              </a:ext>
            </a:extLst>
          </p:cNvPr>
          <p:cNvCxnSpPr>
            <a:cxnSpLocks/>
            <a:stCxn id="14" idx="0"/>
            <a:endCxn id="15" idx="0"/>
          </p:cNvCxnSpPr>
          <p:nvPr/>
        </p:nvCxnSpPr>
        <p:spPr>
          <a:xfrm rot="16200000" flipH="1">
            <a:off x="5639356" y="118924"/>
            <a:ext cx="70818" cy="3398945"/>
          </a:xfrm>
          <a:prstGeom prst="bentConnector3">
            <a:avLst>
              <a:gd name="adj1" fmla="val -3227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26220FB1-7AA6-4DB4-9AD0-EAC0FB0F8BE2}"/>
              </a:ext>
            </a:extLst>
          </p:cNvPr>
          <p:cNvCxnSpPr>
            <a:cxnSpLocks/>
            <a:stCxn id="16" idx="2"/>
            <a:endCxn id="15" idx="2"/>
          </p:cNvCxnSpPr>
          <p:nvPr/>
        </p:nvCxnSpPr>
        <p:spPr>
          <a:xfrm rot="5400000">
            <a:off x="8930175" y="743145"/>
            <a:ext cx="16388" cy="3128262"/>
          </a:xfrm>
          <a:prstGeom prst="bentConnector3">
            <a:avLst>
              <a:gd name="adj1" fmla="val 14949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5F332CCB-BE2E-424B-9321-7E0005A636B3}"/>
              </a:ext>
            </a:extLst>
          </p:cNvPr>
          <p:cNvCxnSpPr>
            <a:cxnSpLocks/>
            <a:stCxn id="17" idx="0"/>
            <a:endCxn id="18" idx="0"/>
          </p:cNvCxnSpPr>
          <p:nvPr/>
        </p:nvCxnSpPr>
        <p:spPr>
          <a:xfrm rot="16200000" flipH="1">
            <a:off x="5637730" y="1668999"/>
            <a:ext cx="102316" cy="3558218"/>
          </a:xfrm>
          <a:prstGeom prst="bentConnector3">
            <a:avLst>
              <a:gd name="adj1" fmla="val -22342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AF3918CB-5E01-4F92-9EA6-4BDF7A1B15BE}"/>
              </a:ext>
            </a:extLst>
          </p:cNvPr>
          <p:cNvCxnSpPr>
            <a:cxnSpLocks/>
            <a:stCxn id="19" idx="2"/>
            <a:endCxn id="18" idx="2"/>
          </p:cNvCxnSpPr>
          <p:nvPr/>
        </p:nvCxnSpPr>
        <p:spPr>
          <a:xfrm rot="5400000" flipH="1">
            <a:off x="8663705" y="2919111"/>
            <a:ext cx="576103" cy="2967520"/>
          </a:xfrm>
          <a:prstGeom prst="bentConnector3">
            <a:avLst>
              <a:gd name="adj1" fmla="val -3968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79D8597-4C7E-456C-851A-8B5F941A3A59}"/>
              </a:ext>
            </a:extLst>
          </p:cNvPr>
          <p:cNvCxnSpPr>
            <a:cxnSpLocks/>
            <a:stCxn id="20" idx="0"/>
            <a:endCxn id="21" idx="0"/>
          </p:cNvCxnSpPr>
          <p:nvPr/>
        </p:nvCxnSpPr>
        <p:spPr>
          <a:xfrm rot="16200000" flipH="1">
            <a:off x="5661841" y="3433515"/>
            <a:ext cx="30359" cy="3571983"/>
          </a:xfrm>
          <a:prstGeom prst="bentConnector3">
            <a:avLst>
              <a:gd name="adj1" fmla="val -752989"/>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322DFC1-07A0-403E-9C61-C5C8B9119DA6}"/>
              </a:ext>
            </a:extLst>
          </p:cNvPr>
          <p:cNvCxnSpPr>
            <a:stCxn id="35" idx="2"/>
            <a:endCxn id="21" idx="2"/>
          </p:cNvCxnSpPr>
          <p:nvPr/>
        </p:nvCxnSpPr>
        <p:spPr>
          <a:xfrm rot="5400000" flipH="1">
            <a:off x="8577414" y="4581951"/>
            <a:ext cx="695138" cy="2923939"/>
          </a:xfrm>
          <a:prstGeom prst="bentConnector3">
            <a:avLst>
              <a:gd name="adj1" fmla="val -3288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0CD1261-F78D-45F4-84D7-609CE97DDA20}"/>
              </a:ext>
            </a:extLst>
          </p:cNvPr>
          <p:cNvSpPr txBox="1"/>
          <p:nvPr/>
        </p:nvSpPr>
        <p:spPr>
          <a:xfrm>
            <a:off x="2480607" y="2592146"/>
            <a:ext cx="2752476" cy="338554"/>
          </a:xfrm>
          <a:prstGeom prst="rect">
            <a:avLst/>
          </a:prstGeom>
          <a:solidFill>
            <a:schemeClr val="tx2">
              <a:lumMod val="20000"/>
              <a:lumOff val="80000"/>
            </a:schemeClr>
          </a:solidFill>
        </p:spPr>
        <p:txBody>
          <a:bodyPr wrap="square" rtlCol="0">
            <a:spAutoFit/>
          </a:bodyPr>
          <a:lstStyle/>
          <a:p>
            <a:r>
              <a:rPr lang="en-IN" sz="800" b="1">
                <a:solidFill>
                  <a:srgbClr val="002060"/>
                </a:solidFill>
                <a:latin typeface="Ubuntu" panose="020B0504030602030204" pitchFamily="34" charset="0"/>
              </a:rPr>
              <a:t>Roles: Release Train Leads, Architects, Technical SME</a:t>
            </a:r>
          </a:p>
        </p:txBody>
      </p:sp>
      <p:sp>
        <p:nvSpPr>
          <p:cNvPr id="42" name="TextBox 41">
            <a:extLst>
              <a:ext uri="{FF2B5EF4-FFF2-40B4-BE49-F238E27FC236}">
                <a16:creationId xmlns:a16="http://schemas.microsoft.com/office/drawing/2014/main" id="{2C73AB5A-1D7B-48E8-8925-50E92522ED50}"/>
              </a:ext>
            </a:extLst>
          </p:cNvPr>
          <p:cNvSpPr txBox="1"/>
          <p:nvPr/>
        </p:nvSpPr>
        <p:spPr>
          <a:xfrm>
            <a:off x="9062718" y="1503699"/>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3" name="TextBox 42">
            <a:extLst>
              <a:ext uri="{FF2B5EF4-FFF2-40B4-BE49-F238E27FC236}">
                <a16:creationId xmlns:a16="http://schemas.microsoft.com/office/drawing/2014/main" id="{9DCFA583-BDA3-44C3-B2F5-DCEF3D29F503}"/>
              </a:ext>
            </a:extLst>
          </p:cNvPr>
          <p:cNvSpPr txBox="1"/>
          <p:nvPr/>
        </p:nvSpPr>
        <p:spPr>
          <a:xfrm>
            <a:off x="2424316" y="4520334"/>
            <a:ext cx="3268502"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 Test leads</a:t>
            </a:r>
          </a:p>
        </p:txBody>
      </p:sp>
      <p:sp>
        <p:nvSpPr>
          <p:cNvPr id="44" name="TextBox 43">
            <a:extLst>
              <a:ext uri="{FF2B5EF4-FFF2-40B4-BE49-F238E27FC236}">
                <a16:creationId xmlns:a16="http://schemas.microsoft.com/office/drawing/2014/main" id="{EE863DC6-6693-4BEE-B851-5FC67115CC0A}"/>
              </a:ext>
            </a:extLst>
          </p:cNvPr>
          <p:cNvSpPr txBox="1"/>
          <p:nvPr/>
        </p:nvSpPr>
        <p:spPr>
          <a:xfrm>
            <a:off x="9049992" y="3256720"/>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5" name="TextBox 44">
            <a:extLst>
              <a:ext uri="{FF2B5EF4-FFF2-40B4-BE49-F238E27FC236}">
                <a16:creationId xmlns:a16="http://schemas.microsoft.com/office/drawing/2014/main" id="{E54521F5-5C8C-4B55-9633-5B242ACC99A7}"/>
              </a:ext>
            </a:extLst>
          </p:cNvPr>
          <p:cNvSpPr txBox="1"/>
          <p:nvPr/>
        </p:nvSpPr>
        <p:spPr>
          <a:xfrm>
            <a:off x="2429199" y="6281545"/>
            <a:ext cx="2752476" cy="21544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Technical SME, Test leads</a:t>
            </a:r>
          </a:p>
        </p:txBody>
      </p:sp>
      <p:sp>
        <p:nvSpPr>
          <p:cNvPr id="47" name="TextBox 46">
            <a:extLst>
              <a:ext uri="{FF2B5EF4-FFF2-40B4-BE49-F238E27FC236}">
                <a16:creationId xmlns:a16="http://schemas.microsoft.com/office/drawing/2014/main" id="{E4746BB3-3B64-4D62-918E-F949F6C0A08A}"/>
              </a:ext>
            </a:extLst>
          </p:cNvPr>
          <p:cNvSpPr txBox="1"/>
          <p:nvPr/>
        </p:nvSpPr>
        <p:spPr>
          <a:xfrm>
            <a:off x="9126261" y="4932654"/>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Tree>
    <p:extLst>
      <p:ext uri="{BB962C8B-B14F-4D97-AF65-F5344CB8AC3E}">
        <p14:creationId xmlns:p14="http://schemas.microsoft.com/office/powerpoint/2010/main" val="17542361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C29C2196-7DD0-40F5-BD76-460245DCFCFE}"/>
              </a:ext>
            </a:extLst>
          </p:cNvPr>
          <p:cNvSpPr txBox="1">
            <a:spLocks/>
          </p:cNvSpPr>
          <p:nvPr/>
        </p:nvSpPr>
        <p:spPr>
          <a:xfrm>
            <a:off x="-32414" y="-34575"/>
            <a:ext cx="12202633" cy="54664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Third party response time </a:t>
            </a:r>
          </a:p>
        </p:txBody>
      </p:sp>
      <p:graphicFrame>
        <p:nvGraphicFramePr>
          <p:cNvPr id="50" name="Content Placeholder 3">
            <a:extLst>
              <a:ext uri="{FF2B5EF4-FFF2-40B4-BE49-F238E27FC236}">
                <a16:creationId xmlns:a16="http://schemas.microsoft.com/office/drawing/2014/main" id="{E1B8C18C-25B6-45B5-86F8-83947EE64D80}"/>
              </a:ext>
            </a:extLst>
          </p:cNvPr>
          <p:cNvGraphicFramePr>
            <a:graphicFrameLocks/>
          </p:cNvGraphicFramePr>
          <p:nvPr>
            <p:extLst>
              <p:ext uri="{D42A27DB-BD31-4B8C-83A1-F6EECF244321}">
                <p14:modId xmlns:p14="http://schemas.microsoft.com/office/powerpoint/2010/main" val="485601152"/>
              </p:ext>
            </p:extLst>
          </p:nvPr>
        </p:nvGraphicFramePr>
        <p:xfrm>
          <a:off x="668333" y="1121725"/>
          <a:ext cx="9909485" cy="5121697"/>
        </p:xfrm>
        <a:graphic>
          <a:graphicData uri="http://schemas.openxmlformats.org/drawingml/2006/table">
            <a:tbl>
              <a:tblPr firstRow="1" bandRow="1">
                <a:tableStyleId>{5C22544A-7EE6-4342-B048-85BDC9FD1C3A}</a:tableStyleId>
              </a:tblPr>
              <a:tblGrid>
                <a:gridCol w="2020003">
                  <a:extLst>
                    <a:ext uri="{9D8B030D-6E8A-4147-A177-3AD203B41FA5}">
                      <a16:colId xmlns:a16="http://schemas.microsoft.com/office/drawing/2014/main" val="1024617167"/>
                    </a:ext>
                  </a:extLst>
                </a:gridCol>
                <a:gridCol w="4992624">
                  <a:extLst>
                    <a:ext uri="{9D8B030D-6E8A-4147-A177-3AD203B41FA5}">
                      <a16:colId xmlns:a16="http://schemas.microsoft.com/office/drawing/2014/main" val="3714036670"/>
                    </a:ext>
                  </a:extLst>
                </a:gridCol>
                <a:gridCol w="2896858">
                  <a:extLst>
                    <a:ext uri="{9D8B030D-6E8A-4147-A177-3AD203B41FA5}">
                      <a16:colId xmlns:a16="http://schemas.microsoft.com/office/drawing/2014/main" val="4025692746"/>
                    </a:ext>
                  </a:extLst>
                </a:gridCol>
              </a:tblGrid>
              <a:tr h="289445">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Phase</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Dependency</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p>
                      <a:pPr marL="0" algn="l" defTabSz="914400" rtl="0" eaLnBrk="1" fontAlgn="b" latinLnBrk="0" hangingPunct="1"/>
                      <a:r>
                        <a:rPr lang="en-US" sz="1100" b="1" kern="1200">
                          <a:solidFill>
                            <a:schemeClr val="lt1"/>
                          </a:solidFill>
                          <a:latin typeface="Ubuntu" panose="020B0504030602030204" pitchFamily="34" charset="0"/>
                        </a:rPr>
                        <a:t>Expected response time</a:t>
                      </a:r>
                      <a:endParaRPr lang="en-US" sz="1100" b="1" kern="1200">
                        <a:solidFill>
                          <a:schemeClr val="lt1"/>
                        </a:solidFill>
                        <a:latin typeface="Ubuntu" panose="020B0504030602030204" pitchFamily="34" charset="0"/>
                        <a:ea typeface="+mn-ea"/>
                        <a:cs typeface="+mn-cs"/>
                      </a:endParaRPr>
                    </a:p>
                  </a:txBody>
                  <a:tcPr marL="72000" marR="72000" marT="6350" marB="0" anchor="ctr">
                    <a:solidFill>
                      <a:srgbClr val="FF66CC"/>
                    </a:solidFill>
                  </a:tcPr>
                </a:tc>
                <a:extLst>
                  <a:ext uri="{0D108BD9-81ED-4DB2-BD59-A6C34878D82A}">
                    <a16:rowId xmlns:a16="http://schemas.microsoft.com/office/drawing/2014/main" val="3019638724"/>
                  </a:ext>
                </a:extLst>
              </a:tr>
              <a:tr h="535277">
                <a:tc rowSpan="3">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a:latin typeface="Ubuntu" panose="020B0504030602030204" pitchFamily="34" charset="0"/>
                        </a:rPr>
                        <a:t>Elaboration &amp; Design</a:t>
                      </a:r>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Sample file format for inbound and outbound feeds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By start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422497327"/>
                  </a:ext>
                </a:extLst>
              </a:tr>
              <a:tr h="335782">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Third party test scenarios which are required for providing sign-off</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Week 1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601728379"/>
                  </a:ext>
                </a:extLst>
              </a:tr>
              <a:tr h="403752">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Document Third party test scenarios (If any) which are required for providing sign-off</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1 Week prior to sprint start date</a:t>
                      </a:r>
                    </a:p>
                  </a:txBody>
                  <a:tcPr marL="72000" marR="72000" marT="6350" marB="0" anchor="ctr"/>
                </a:tc>
                <a:extLst>
                  <a:ext uri="{0D108BD9-81ED-4DB2-BD59-A6C34878D82A}">
                    <a16:rowId xmlns:a16="http://schemas.microsoft.com/office/drawing/2014/main" val="477605298"/>
                  </a:ext>
                </a:extLst>
              </a:tr>
              <a:tr h="359595">
                <a:tc rowSpan="5">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kern="1200">
                          <a:solidFill>
                            <a:schemeClr val="dk1"/>
                          </a:solidFill>
                          <a:latin typeface="Ubuntu" panose="020B0504030602030204" pitchFamily="34" charset="0"/>
                          <a:ea typeface="+mn-ea"/>
                          <a:cs typeface="+mn-cs"/>
                        </a:rPr>
                        <a:t>Development</a:t>
                      </a:r>
                    </a:p>
                  </a:txBody>
                  <a:tcPr marL="72000" marR="72000" anchor="ctr">
                    <a:solidFill>
                      <a:srgbClr val="EDF1F9"/>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2249022075"/>
                  </a:ext>
                </a:extLst>
              </a:tr>
              <a:tr h="267129">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1617733744"/>
                  </a:ext>
                </a:extLst>
              </a:tr>
              <a:tr h="390418">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21064403"/>
                  </a:ext>
                </a:extLst>
              </a:tr>
              <a:tr h="349321">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Data validations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1 working day</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103265080"/>
                  </a:ext>
                </a:extLst>
              </a:tr>
              <a:tr h="349321">
                <a:tc vMerge="1">
                  <a:txBody>
                    <a:bodyPr/>
                    <a:lstStyle/>
                    <a:p>
                      <a:endParaRPr lang="en-GB" sz="1100" kern="1200">
                        <a:solidFill>
                          <a:schemeClr val="dk1"/>
                        </a:solidFill>
                        <a:latin typeface="Ubuntu" panose="020B0504030602030204" pitchFamily="34" charset="0"/>
                        <a:ea typeface="+mn-ea"/>
                        <a:cs typeface="+mn-cs"/>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566862728"/>
                  </a:ext>
                </a:extLst>
              </a:tr>
              <a:tr h="493159">
                <a:tc rowSpan="5">
                  <a:txBody>
                    <a:bodyPr/>
                    <a:lstStyle/>
                    <a:p>
                      <a:r>
                        <a:rPr lang="en-GB" sz="1100" kern="1200">
                          <a:solidFill>
                            <a:schemeClr val="dk1"/>
                          </a:solidFill>
                          <a:latin typeface="Ubuntu" panose="020B0504030602030204" pitchFamily="34" charset="0"/>
                          <a:ea typeface="+mn-ea"/>
                          <a:cs typeface="+mn-cs"/>
                        </a:rPr>
                        <a:t>Stabilization</a:t>
                      </a:r>
                    </a:p>
                  </a:txBody>
                  <a:tcPr marL="72000" marR="72000" anchor="ctr">
                    <a:solidFill>
                      <a:srgbClr val="D0DBF0"/>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271405298"/>
                  </a:ext>
                </a:extLst>
              </a:tr>
              <a:tr h="349322">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782233015"/>
                  </a:ext>
                </a:extLst>
              </a:tr>
              <a:tr h="349322">
                <a:tc vMerge="1">
                  <a:txBody>
                    <a:bodyPr/>
                    <a:lstStyle/>
                    <a:p>
                      <a:endParaRPr lang="en-US"/>
                    </a:p>
                  </a:txBody>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33976154"/>
                  </a:ext>
                </a:extLst>
              </a:tr>
              <a:tr h="308224">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Data validations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974402016"/>
                  </a:ext>
                </a:extLst>
              </a:tr>
              <a:tr h="308224">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3041371719"/>
                  </a:ext>
                </a:extLst>
              </a:tr>
            </a:tbl>
          </a:graphicData>
        </a:graphic>
      </p:graphicFrame>
    </p:spTree>
    <p:extLst>
      <p:ext uri="{BB962C8B-B14F-4D97-AF65-F5344CB8AC3E}">
        <p14:creationId xmlns:p14="http://schemas.microsoft.com/office/powerpoint/2010/main" val="16077610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Metrics</a:t>
            </a:r>
            <a:endParaRPr lang="en-IN"/>
          </a:p>
        </p:txBody>
      </p:sp>
    </p:spTree>
    <p:extLst>
      <p:ext uri="{BB962C8B-B14F-4D97-AF65-F5344CB8AC3E}">
        <p14:creationId xmlns:p14="http://schemas.microsoft.com/office/powerpoint/2010/main" val="20302119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1" y="1"/>
            <a:ext cx="926729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Tracking Sprint progress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graphicFrame>
        <p:nvGraphicFramePr>
          <p:cNvPr id="4" name="Diagram 3">
            <a:extLst>
              <a:ext uri="{FF2B5EF4-FFF2-40B4-BE49-F238E27FC236}">
                <a16:creationId xmlns:a16="http://schemas.microsoft.com/office/drawing/2014/main" id="{B10DAC52-42A1-42F3-9DE7-D08C6FF1A103}"/>
              </a:ext>
            </a:extLst>
          </p:cNvPr>
          <p:cNvGraphicFramePr/>
          <p:nvPr>
            <p:extLst>
              <p:ext uri="{D42A27DB-BD31-4B8C-83A1-F6EECF244321}">
                <p14:modId xmlns:p14="http://schemas.microsoft.com/office/powerpoint/2010/main" val="1659167762"/>
              </p:ext>
            </p:extLst>
          </p:nvPr>
        </p:nvGraphicFramePr>
        <p:xfrm>
          <a:off x="627741" y="1299710"/>
          <a:ext cx="10138229" cy="5008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D0E4BD8-BE23-492A-BBB8-B96FF0716E0D}"/>
              </a:ext>
            </a:extLst>
          </p:cNvPr>
          <p:cNvSpPr txBox="1"/>
          <p:nvPr/>
        </p:nvSpPr>
        <p:spPr>
          <a:xfrm>
            <a:off x="-10634" y="653379"/>
            <a:ext cx="12202633" cy="472159"/>
          </a:xfrm>
          <a:prstGeom prst="rect">
            <a:avLst/>
          </a:prstGeom>
          <a:solidFill>
            <a:schemeClr val="bg2">
              <a:lumMod val="90000"/>
            </a:schemeClr>
          </a:solidFill>
          <a:ln>
            <a:noFill/>
          </a:ln>
        </p:spPr>
        <p:txBody>
          <a:bodyPr wrap="square" rtlCol="0">
            <a:spAutoFit/>
          </a:bodyPr>
          <a:lstStyle/>
          <a:p>
            <a:r>
              <a:rPr lang="en-IN" sz="1200">
                <a:latin typeface="Ubuntu" panose="020B0504030602030204" pitchFamily="34" charset="0"/>
              </a:rPr>
              <a:t>Each Sprint to have a daily reporting through JIRA dashboards to track velocity numbers by story or story points and other test metrics as applicable. The dashboard designs will be agreed between the RTLs and programme governance teams. Following are some of the standard metrics that are proposed for tracking progress</a:t>
            </a:r>
          </a:p>
        </p:txBody>
      </p:sp>
    </p:spTree>
    <p:extLst>
      <p:ext uri="{BB962C8B-B14F-4D97-AF65-F5344CB8AC3E}">
        <p14:creationId xmlns:p14="http://schemas.microsoft.com/office/powerpoint/2010/main" val="20750320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Sprint Closure pack</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 name="TextBox 6">
            <a:extLst>
              <a:ext uri="{FF2B5EF4-FFF2-40B4-BE49-F238E27FC236}">
                <a16:creationId xmlns:a16="http://schemas.microsoft.com/office/drawing/2014/main" id="{08103C3B-ECF5-47A9-E814-20A28BD040C1}"/>
              </a:ext>
            </a:extLst>
          </p:cNvPr>
          <p:cNvSpPr txBox="1"/>
          <p:nvPr/>
        </p:nvSpPr>
        <p:spPr>
          <a:xfrm>
            <a:off x="229688" y="826620"/>
            <a:ext cx="11886112" cy="2431435"/>
          </a:xfrm>
          <a:prstGeom prst="rect">
            <a:avLst/>
          </a:prstGeom>
          <a:noFill/>
        </p:spPr>
        <p:txBody>
          <a:bodyPr wrap="square">
            <a:spAutoFit/>
          </a:bodyPr>
          <a:lstStyle/>
          <a:p>
            <a:r>
              <a:rPr lang="en-IN" sz="1400">
                <a:solidFill>
                  <a:prstClr val="black">
                    <a:hueOff val="0"/>
                    <a:satOff val="0"/>
                    <a:lumOff val="0"/>
                    <a:alphaOff val="0"/>
                  </a:prstClr>
                </a:solidFill>
                <a:latin typeface="Ubuntu" panose="020B0504030602030204" pitchFamily="34" charset="0"/>
              </a:rPr>
              <a:t>A Sprint Closure pack will be presented to Beazley for each sprint approximately a week after the sprint is formally closed in JIRA. Assuming sprint X closes formally in JIRA on a Monday, the closure pack will be published by Friday same week.</a:t>
            </a:r>
          </a:p>
          <a:p>
            <a:endParaRPr lang="en-IN" sz="1400">
              <a:solidFill>
                <a:prstClr val="black">
                  <a:hueOff val="0"/>
                  <a:satOff val="0"/>
                  <a:lumOff val="0"/>
                  <a:alphaOff val="0"/>
                </a:prstClr>
              </a:solidFill>
              <a:latin typeface="Ubuntu" panose="020B0504030602030204" pitchFamily="34" charset="0"/>
            </a:endParaRPr>
          </a:p>
          <a:p>
            <a:r>
              <a:rPr lang="en-IN" sz="1200" b="1">
                <a:solidFill>
                  <a:prstClr val="black">
                    <a:hueOff val="0"/>
                    <a:satOff val="0"/>
                    <a:lumOff val="0"/>
                    <a:alphaOff val="0"/>
                  </a:prstClr>
                </a:solidFill>
                <a:latin typeface="Ubuntu" panose="020B0504030602030204" pitchFamily="34" charset="0"/>
              </a:rPr>
              <a:t>Sprint Closure Pack contents: All data extracted from JIRA</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Baseline vs Planned vs Delivered Story Points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Sprint closure stats &amp; Deferred stories data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Overall active defects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Cloud assessment status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Release burndown – Orig vs Current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Potential risks for overall Release plan due to delays (if any)</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Status of DOD, DOR &amp; Retrospective links</a:t>
            </a:r>
            <a:r>
              <a:rPr lang="en-IN" sz="1400">
                <a:solidFill>
                  <a:prstClr val="black">
                    <a:hueOff val="0"/>
                    <a:satOff val="0"/>
                    <a:lumOff val="0"/>
                    <a:alphaOff val="0"/>
                  </a:prstClr>
                </a:solidFill>
                <a:latin typeface="Ubuntu" panose="020B0504030602030204" pitchFamily="34" charset="0"/>
              </a:rPr>
              <a: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conformance summary for user stories</a:t>
            </a:r>
          </a:p>
        </p:txBody>
      </p:sp>
      <p:sp>
        <p:nvSpPr>
          <p:cNvPr id="2" name="TextBox 1">
            <a:extLst>
              <a:ext uri="{FF2B5EF4-FFF2-40B4-BE49-F238E27FC236}">
                <a16:creationId xmlns:a16="http://schemas.microsoft.com/office/drawing/2014/main" id="{516B10BD-EA74-37C8-CC12-F7D682501E43}"/>
              </a:ext>
            </a:extLst>
          </p:cNvPr>
          <p:cNvSpPr txBox="1"/>
          <p:nvPr/>
        </p:nvSpPr>
        <p:spPr>
          <a:xfrm>
            <a:off x="560679" y="3553780"/>
            <a:ext cx="2799078" cy="230832"/>
          </a:xfrm>
          <a:prstGeom prst="rect">
            <a:avLst/>
          </a:prstGeom>
          <a:noFill/>
        </p:spPr>
        <p:txBody>
          <a:bodyPr wrap="square" rtlCol="0">
            <a:spAutoFit/>
          </a:bodyPr>
          <a:lstStyle/>
          <a:p>
            <a:r>
              <a:rPr lang="en-IN" sz="900" b="1" i="1" u="sng"/>
              <a:t>Sample Release Burndown</a:t>
            </a:r>
            <a:endParaRPr lang="en-US" sz="900" b="1" i="1" u="sng"/>
          </a:p>
        </p:txBody>
      </p:sp>
      <p:sp>
        <p:nvSpPr>
          <p:cNvPr id="4" name="TextBox 3">
            <a:extLst>
              <a:ext uri="{FF2B5EF4-FFF2-40B4-BE49-F238E27FC236}">
                <a16:creationId xmlns:a16="http://schemas.microsoft.com/office/drawing/2014/main" id="{4C19DD01-B2A0-22B2-7952-8B0E07ACC120}"/>
              </a:ext>
            </a:extLst>
          </p:cNvPr>
          <p:cNvSpPr txBox="1"/>
          <p:nvPr/>
        </p:nvSpPr>
        <p:spPr>
          <a:xfrm>
            <a:off x="5525752" y="4337390"/>
            <a:ext cx="4482548" cy="230832"/>
          </a:xfrm>
          <a:prstGeom prst="rect">
            <a:avLst/>
          </a:prstGeom>
          <a:noFill/>
        </p:spPr>
        <p:txBody>
          <a:bodyPr wrap="square" rtlCol="0">
            <a:spAutoFit/>
          </a:bodyPr>
          <a:lstStyle/>
          <a:p>
            <a:r>
              <a:rPr lang="en-IN" sz="900" b="1" i="1" u="sng"/>
              <a:t>Sample JIRA board showing Guidewire Assessment observations </a:t>
            </a:r>
            <a:endParaRPr lang="en-US" sz="900" b="1" i="1" u="sng"/>
          </a:p>
        </p:txBody>
      </p:sp>
      <p:sp>
        <p:nvSpPr>
          <p:cNvPr id="5" name="TextBox 4">
            <a:extLst>
              <a:ext uri="{FF2B5EF4-FFF2-40B4-BE49-F238E27FC236}">
                <a16:creationId xmlns:a16="http://schemas.microsoft.com/office/drawing/2014/main" id="{6933146C-9175-3137-BC51-046417F6F051}"/>
              </a:ext>
            </a:extLst>
          </p:cNvPr>
          <p:cNvSpPr txBox="1"/>
          <p:nvPr/>
        </p:nvSpPr>
        <p:spPr>
          <a:xfrm>
            <a:off x="5643290" y="1394034"/>
            <a:ext cx="4322426" cy="230832"/>
          </a:xfrm>
          <a:prstGeom prst="rect">
            <a:avLst/>
          </a:prstGeom>
          <a:noFill/>
        </p:spPr>
        <p:txBody>
          <a:bodyPr wrap="square" rtlCol="0">
            <a:spAutoFit/>
          </a:bodyPr>
          <a:lstStyle/>
          <a:p>
            <a:r>
              <a:rPr lang="en-IN" sz="900" b="1" i="1" u="sng"/>
              <a:t>Sample Summary in the Closure Pack showing Planned Vs Delivered stories </a:t>
            </a:r>
            <a:endParaRPr lang="en-US" sz="900" b="1" i="1" u="sng"/>
          </a:p>
        </p:txBody>
      </p:sp>
      <p:pic>
        <p:nvPicPr>
          <p:cNvPr id="8" name="Picture 7">
            <a:extLst>
              <a:ext uri="{FF2B5EF4-FFF2-40B4-BE49-F238E27FC236}">
                <a16:creationId xmlns:a16="http://schemas.microsoft.com/office/drawing/2014/main" id="{63FCA822-283D-F42F-DAC6-272CE3EFF04F}"/>
              </a:ext>
            </a:extLst>
          </p:cNvPr>
          <p:cNvPicPr>
            <a:picLocks noChangeAspect="1"/>
          </p:cNvPicPr>
          <p:nvPr/>
        </p:nvPicPr>
        <p:blipFill>
          <a:blip r:embed="rId2"/>
          <a:stretch>
            <a:fillRect/>
          </a:stretch>
        </p:blipFill>
        <p:spPr>
          <a:xfrm>
            <a:off x="678217" y="3784612"/>
            <a:ext cx="4634082" cy="2012239"/>
          </a:xfrm>
          <a:prstGeom prst="rect">
            <a:avLst/>
          </a:prstGeom>
          <a:ln>
            <a:solidFill>
              <a:schemeClr val="accent1"/>
            </a:solidFill>
          </a:ln>
        </p:spPr>
      </p:pic>
      <p:pic>
        <p:nvPicPr>
          <p:cNvPr id="11" name="Picture 10">
            <a:extLst>
              <a:ext uri="{FF2B5EF4-FFF2-40B4-BE49-F238E27FC236}">
                <a16:creationId xmlns:a16="http://schemas.microsoft.com/office/drawing/2014/main" id="{D2CFED04-C675-0C5F-1EB5-A3C0F5F6FF35}"/>
              </a:ext>
            </a:extLst>
          </p:cNvPr>
          <p:cNvPicPr>
            <a:picLocks noChangeAspect="1"/>
          </p:cNvPicPr>
          <p:nvPr/>
        </p:nvPicPr>
        <p:blipFill>
          <a:blip r:embed="rId3"/>
          <a:stretch>
            <a:fillRect/>
          </a:stretch>
        </p:blipFill>
        <p:spPr>
          <a:xfrm>
            <a:off x="5643290" y="1603150"/>
            <a:ext cx="6384706" cy="2524708"/>
          </a:xfrm>
          <a:prstGeom prst="rect">
            <a:avLst/>
          </a:prstGeom>
        </p:spPr>
      </p:pic>
      <p:pic>
        <p:nvPicPr>
          <p:cNvPr id="19" name="Picture 18">
            <a:extLst>
              <a:ext uri="{FF2B5EF4-FFF2-40B4-BE49-F238E27FC236}">
                <a16:creationId xmlns:a16="http://schemas.microsoft.com/office/drawing/2014/main" id="{C7DF511A-810B-8C03-2239-A91C6F5F9479}"/>
              </a:ext>
            </a:extLst>
          </p:cNvPr>
          <p:cNvPicPr>
            <a:picLocks noChangeAspect="1"/>
          </p:cNvPicPr>
          <p:nvPr/>
        </p:nvPicPr>
        <p:blipFill>
          <a:blip r:embed="rId4"/>
          <a:stretch>
            <a:fillRect/>
          </a:stretch>
        </p:blipFill>
        <p:spPr>
          <a:xfrm>
            <a:off x="5643290" y="4543523"/>
            <a:ext cx="3468925" cy="1475360"/>
          </a:xfrm>
          <a:prstGeom prst="rect">
            <a:avLst/>
          </a:prstGeom>
        </p:spPr>
      </p:pic>
    </p:spTree>
    <p:extLst>
      <p:ext uri="{BB962C8B-B14F-4D97-AF65-F5344CB8AC3E}">
        <p14:creationId xmlns:p14="http://schemas.microsoft.com/office/powerpoint/2010/main" val="4156269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CDCBC3-44D2-90BC-3C36-118AD36D0C57}"/>
              </a:ext>
            </a:extLst>
          </p:cNvPr>
          <p:cNvSpPr>
            <a:spLocks noGrp="1"/>
          </p:cNvSpPr>
          <p:nvPr>
            <p:ph type="body" sz="quarter" idx="10"/>
          </p:nvPr>
        </p:nvSpPr>
        <p:spPr>
          <a:xfrm>
            <a:off x="404813" y="2977827"/>
            <a:ext cx="11379201" cy="520747"/>
          </a:xfrm>
        </p:spPr>
        <p:txBody>
          <a:bodyPr>
            <a:normAutofit/>
          </a:bodyPr>
          <a:lstStyle/>
          <a:p>
            <a:r>
              <a:rPr lang="en-IN" sz="2800"/>
              <a:t>Appendix</a:t>
            </a:r>
            <a:endParaRPr lang="en-US" sz="2800"/>
          </a:p>
        </p:txBody>
      </p:sp>
    </p:spTree>
    <p:extLst>
      <p:ext uri="{BB962C8B-B14F-4D97-AF65-F5344CB8AC3E}">
        <p14:creationId xmlns:p14="http://schemas.microsoft.com/office/powerpoint/2010/main" val="1102921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01685" y="203673"/>
            <a:ext cx="9776592" cy="716711"/>
          </a:xfrm>
        </p:spPr>
        <p:txBody>
          <a:bodyPr/>
          <a:lstStyle/>
          <a:p>
            <a:r>
              <a:rPr lang="en-IN"/>
              <a:t>Lessons learned from UWWB Project </a:t>
            </a:r>
            <a:endParaRPr lang="en-US"/>
          </a:p>
        </p:txBody>
      </p:sp>
      <p:graphicFrame>
        <p:nvGraphicFramePr>
          <p:cNvPr id="3" name="Diagram 2">
            <a:extLst>
              <a:ext uri="{FF2B5EF4-FFF2-40B4-BE49-F238E27FC236}">
                <a16:creationId xmlns:a16="http://schemas.microsoft.com/office/drawing/2014/main" id="{2F44B11B-A71C-812C-B863-05CC98DFF384}"/>
              </a:ext>
            </a:extLst>
          </p:cNvPr>
          <p:cNvGraphicFramePr/>
          <p:nvPr>
            <p:extLst>
              <p:ext uri="{D42A27DB-BD31-4B8C-83A1-F6EECF244321}">
                <p14:modId xmlns:p14="http://schemas.microsoft.com/office/powerpoint/2010/main" val="3489611623"/>
              </p:ext>
            </p:extLst>
          </p:nvPr>
        </p:nvGraphicFramePr>
        <p:xfrm>
          <a:off x="596347" y="1341781"/>
          <a:ext cx="8070575" cy="444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8900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Theme1">
  <a:themeElements>
    <a:clrScheme name="beazley Jul22">
      <a:dk1>
        <a:srgbClr val="000000"/>
      </a:dk1>
      <a:lt1>
        <a:srgbClr val="FFFFFF"/>
      </a:lt1>
      <a:dk2>
        <a:srgbClr val="DC199B"/>
      </a:dk2>
      <a:lt2>
        <a:srgbClr val="F0F0F0"/>
      </a:lt2>
      <a:accent1>
        <a:srgbClr val="DC199B"/>
      </a:accent1>
      <a:accent2>
        <a:srgbClr val="4B0050"/>
      </a:accent2>
      <a:accent3>
        <a:srgbClr val="C8C3CD"/>
      </a:accent3>
      <a:accent4>
        <a:srgbClr val="F56B00"/>
      </a:accent4>
      <a:accent5>
        <a:srgbClr val="FF82D4"/>
      </a:accent5>
      <a:accent6>
        <a:srgbClr val="3741A5"/>
      </a:accent6>
      <a:hlink>
        <a:srgbClr val="4B0050"/>
      </a:hlink>
      <a:folHlink>
        <a:srgbClr val="08A6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0.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schemas.microsoft.com/office/2006/documentManagement/types"/>
    <ds:schemaRef ds:uri="http://purl.org/dc/dcmitype/"/>
    <ds:schemaRef ds:uri="http://purl.org/dc/elements/1.1/"/>
    <ds:schemaRef ds:uri="http://www.w3.org/XML/1998/namespace"/>
    <ds:schemaRef ds:uri="e2f04ce6-5625-4773-b511-ff6e32fd78d6"/>
    <ds:schemaRef ds:uri="http://purl.org/dc/terms/"/>
    <ds:schemaRef ds:uri="http://schemas.microsoft.com/office/2006/metadata/properties"/>
    <ds:schemaRef ds:uri="http://schemas.microsoft.com/office/infopath/2007/PartnerControls"/>
    <ds:schemaRef ds:uri="http://schemas.openxmlformats.org/package/2006/metadata/core-properties"/>
    <ds:schemaRef ds:uri="886d0db5-4d18-497d-97ce-51cb0d7fa060"/>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C30A898D-B7F9-46D4-9A21-36A7A3669D18}">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ppt-Capgemini_MasterTemplate</Template>
  <TotalTime>0</TotalTime>
  <Words>17131</Words>
  <Application>Microsoft Office PowerPoint</Application>
  <PresentationFormat>Widescreen</PresentationFormat>
  <Paragraphs>2512</Paragraphs>
  <Slides>85</Slides>
  <Notes>39</Notes>
  <HiddenSlides>0</HiddenSlides>
  <MMClips>0</MMClips>
  <ScaleCrop>false</ScaleCrop>
  <HeadingPairs>
    <vt:vector size="8" baseType="variant">
      <vt:variant>
        <vt:lpstr>Fonts Used</vt:lpstr>
      </vt:variant>
      <vt:variant>
        <vt:i4>17</vt:i4>
      </vt:variant>
      <vt:variant>
        <vt:lpstr>Theme</vt:lpstr>
      </vt:variant>
      <vt:variant>
        <vt:i4>9</vt:i4>
      </vt:variant>
      <vt:variant>
        <vt:lpstr>Embedded OLE Servers</vt:lpstr>
      </vt:variant>
      <vt:variant>
        <vt:i4>2</vt:i4>
      </vt:variant>
      <vt:variant>
        <vt:lpstr>Slide Titles</vt:lpstr>
      </vt:variant>
      <vt:variant>
        <vt:i4>85</vt:i4>
      </vt:variant>
    </vt:vector>
  </HeadingPairs>
  <TitlesOfParts>
    <vt:vector size="113" baseType="lpstr">
      <vt:lpstr>Avenir Next LT Pro</vt:lpstr>
      <vt:lpstr>Verdana</vt:lpstr>
      <vt:lpstr>Calibri Light</vt:lpstr>
      <vt:lpstr>Ubuntu</vt:lpstr>
      <vt:lpstr>Franklin Gothic Medium</vt:lpstr>
      <vt:lpstr>Arial</vt:lpstr>
      <vt:lpstr>Ubuntu Mono</vt:lpstr>
      <vt:lpstr>Courier New</vt:lpstr>
      <vt:lpstr>Arial,Sans-Serif</vt:lpstr>
      <vt:lpstr>Ubuntu Light</vt:lpstr>
      <vt:lpstr>Times New Roman</vt:lpstr>
      <vt:lpstr>Trebuchet MS</vt:lpstr>
      <vt:lpstr>Wingdings</vt:lpstr>
      <vt:lpstr>Symbol</vt:lpstr>
      <vt:lpstr>Segoe UI</vt:lpstr>
      <vt:lpstr>Ubuntu Medium</vt:lpstr>
      <vt:lpstr>Calibri</vt:lpstr>
      <vt:lpstr>Capgemini Master 2021</vt:lpstr>
      <vt:lpstr>Cover options_Section</vt:lpstr>
      <vt:lpstr>Capgemini Master 2021</vt:lpstr>
      <vt:lpstr>Capgemini Master 2021</vt:lpstr>
      <vt:lpstr>1_Capgemini Master 2021</vt:lpstr>
      <vt:lpstr>2_Capgemini Master 2021</vt:lpstr>
      <vt:lpstr>Theme1</vt:lpstr>
      <vt:lpstr>3_Capgemini Master 2021</vt:lpstr>
      <vt:lpstr>4_Capgemini Master 2021</vt:lpstr>
      <vt:lpstr>think-cell Slide</vt:lpstr>
      <vt:lpstr>Worksheet</vt:lpstr>
      <vt:lpstr>Beazley  gpas and Billing OPERATING MODEL</vt:lpstr>
      <vt:lpstr>CONTEXT</vt:lpstr>
      <vt:lpstr>Ways of working</vt:lpstr>
      <vt:lpstr>GPAS &amp; Billing PROGRAM Release Trains</vt:lpstr>
      <vt:lpstr>PowerPoint Presentation</vt:lpstr>
      <vt:lpstr>INCEPTION PHASE HELPS TO CREATE THE FOUNDATION AND VISION FOR THE TRANSFORMATION</vt:lpstr>
      <vt:lpstr>KEY SUCCESS FACTORS</vt:lpstr>
      <vt:lpstr>Design principles</vt:lpstr>
      <vt:lpstr>PowerPoint Presentation</vt:lpstr>
      <vt:lpstr>HIGH LEVEL SCOPE Elements</vt:lpstr>
      <vt:lpstr>Inception programme deliverable outputs</vt:lpstr>
      <vt:lpstr>Inception programme deliverable outputs</vt:lpstr>
      <vt:lpstr>KEY AREAS – raci [1]</vt:lpstr>
      <vt:lpstr>KEY AREAS – raci [2]</vt:lpstr>
      <vt:lpstr>KEY ROLES – Beazley</vt:lpstr>
      <vt:lpstr>KEY ROLES – Beazley</vt:lpstr>
      <vt:lpstr>KEY ROLES – Beazley</vt:lpstr>
      <vt:lpstr>KEY ROLES – Beazley</vt:lpstr>
      <vt:lpstr>KEY ROLES - capgemini</vt:lpstr>
      <vt:lpstr>KEY ROLES - guidewire</vt:lpstr>
      <vt:lpstr>governance</vt:lpstr>
      <vt:lpstr>PowerPoint Presentation</vt:lpstr>
      <vt:lpstr>PowerPoint Presentation</vt:lpstr>
      <vt:lpstr>PowerPoint Presentation</vt:lpstr>
      <vt:lpstr>Escalation process</vt:lpstr>
      <vt:lpstr>Change control</vt:lpstr>
      <vt:lpstr>Change control (Threshold &amp; relevant actions)</vt:lpstr>
      <vt:lpstr>Raid management</vt:lpstr>
      <vt:lpstr>PowerPoint Presentation</vt:lpstr>
      <vt:lpstr>PowerPoint Presentation</vt:lpstr>
      <vt:lpstr>Build Phase updates</vt:lpstr>
      <vt:lpstr>Sprint construct Sprint Construct Sprint Ceremonies Sprint Reporting</vt:lpstr>
      <vt:lpstr>PowerPoint Presentation</vt:lpstr>
      <vt:lpstr>PowerPoint Presentation</vt:lpstr>
      <vt:lpstr>PowerPoint Presentation</vt:lpstr>
      <vt:lpstr>PowerPoint Presentation</vt:lpstr>
      <vt:lpstr>User Story</vt:lpstr>
      <vt:lpstr>PowerPoint Presentation</vt:lpstr>
      <vt:lpstr>PowerPoint Presentation</vt:lpstr>
      <vt:lpstr>PowerPoint Presentation</vt:lpstr>
      <vt:lpstr>PowerPoint Presentation</vt:lpstr>
      <vt:lpstr>PowerPoint Presentation</vt:lpstr>
      <vt:lpstr>PowerPoint Presentation</vt:lpstr>
      <vt:lpstr>User Story management</vt:lpstr>
      <vt:lpstr>PowerPoint Presentation</vt:lpstr>
      <vt:lpstr>PowerPoint Presentation</vt:lpstr>
      <vt:lpstr>PowerPoint Presentation</vt:lpstr>
      <vt:lpstr>PowerPoint Presentation</vt:lpstr>
      <vt:lpstr>PowerPoint Presentation</vt:lpstr>
      <vt:lpstr>PowerPoint Presentation</vt:lpstr>
      <vt:lpstr>Activities list</vt:lpstr>
      <vt:lpstr>PowerPoint Presentation</vt:lpstr>
      <vt:lpstr>PowerPoint Presentation</vt:lpstr>
      <vt:lpstr>PowerPoint Presentation</vt:lpstr>
      <vt:lpstr>Definition of Ready (DoR) and Definition of Done (DoD) </vt:lpstr>
      <vt:lpstr>PowerPoint Presentation</vt:lpstr>
      <vt:lpstr>PowerPoint Presentation</vt:lpstr>
      <vt:lpstr>PowerPoint Presentation</vt:lpstr>
      <vt:lpstr>PowerPoint Presentation</vt:lpstr>
      <vt:lpstr>WORKING WITH Guidewire   alignment, governance and assessments</vt:lpstr>
      <vt:lpstr>THE 3-way collaboration for success</vt:lpstr>
      <vt:lpstr>PowerPoint Presentation</vt:lpstr>
      <vt:lpstr>PowerPoint Presentation</vt:lpstr>
      <vt:lpstr>PowerPoint Presentation</vt:lpstr>
      <vt:lpstr>Guidewire updates Process</vt:lpstr>
      <vt:lpstr>Testing</vt:lpstr>
      <vt:lpstr> scope</vt:lpstr>
      <vt:lpstr>Types of Testing</vt:lpstr>
      <vt:lpstr>PowerPoint Presentation</vt:lpstr>
      <vt:lpstr>Testing Deliverables</vt:lpstr>
      <vt:lpstr>Key Risks</vt:lpstr>
      <vt:lpstr>Key Assumptions &amp; Dependencies</vt:lpstr>
      <vt:lpstr>Tools &amp; framework</vt:lpstr>
      <vt:lpstr>Third party Dependencies and Alignment</vt:lpstr>
      <vt:lpstr>PowerPoint Presentation</vt:lpstr>
      <vt:lpstr>PowerPoint Presentation</vt:lpstr>
      <vt:lpstr>PowerPoint Presentation</vt:lpstr>
      <vt:lpstr>PowerPoint Presentation</vt:lpstr>
      <vt:lpstr>PowerPoint Presentation</vt:lpstr>
      <vt:lpstr>Metrics</vt:lpstr>
      <vt:lpstr>PowerPoint Presentation</vt:lpstr>
      <vt:lpstr>PowerPoint Presentation</vt:lpstr>
      <vt:lpstr>PowerPoint Presentation</vt:lpstr>
      <vt:lpstr>Lessons learned from UWWB Project </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Gudla, Natraj</cp:lastModifiedBy>
  <cp:revision>1</cp:revision>
  <cp:lastPrinted>2024-06-26T08:02:41Z</cp:lastPrinted>
  <dcterms:created xsi:type="dcterms:W3CDTF">2021-06-03T11:11:51Z</dcterms:created>
  <dcterms:modified xsi:type="dcterms:W3CDTF">2024-07-14T10:17:29Z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
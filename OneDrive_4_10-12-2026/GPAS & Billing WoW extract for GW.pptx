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2" r:id="rId5"/>
  </p:sldMasterIdLst>
  <p:notesMasterIdLst>
    <p:notesMasterId r:id="rId16"/>
  </p:notesMasterIdLst>
  <p:sldIdLst>
    <p:sldId id="256" r:id="rId6"/>
    <p:sldId id="2147475822" r:id="rId7"/>
    <p:sldId id="2147474170" r:id="rId8"/>
    <p:sldId id="2147474174" r:id="rId9"/>
    <p:sldId id="2147475792" r:id="rId10"/>
    <p:sldId id="2147474192" r:id="rId11"/>
    <p:sldId id="2147474193" r:id="rId12"/>
    <p:sldId id="2147474194" r:id="rId13"/>
    <p:sldId id="2147475821" r:id="rId14"/>
    <p:sldId id="20761378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2" d="100"/>
          <a:sy n="102" d="100"/>
        </p:scale>
        <p:origin x="162"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AE6BCD-0D56-453D-8B93-AEB4EB60ED51}" type="doc">
      <dgm:prSet loTypeId="urn:microsoft.com/office/officeart/2005/8/layout/vList5" loCatId="list" qsTypeId="urn:microsoft.com/office/officeart/2005/8/quickstyle/simple3" qsCatId="simple" csTypeId="urn:microsoft.com/office/officeart/2005/8/colors/colorful1" csCatId="colorful" phldr="1"/>
      <dgm:spPr/>
      <dgm:t>
        <a:bodyPr/>
        <a:lstStyle/>
        <a:p>
          <a:endParaRPr lang="en-IN"/>
        </a:p>
      </dgm:t>
    </dgm:pt>
    <dgm:pt modelId="{519280F7-7628-4427-8D99-8BEA3E6DF619}">
      <dgm:prSet phldrT="[Text]" custT="1"/>
      <dgm:spPr>
        <a:solidFill>
          <a:schemeClr val="accent6">
            <a:lumMod val="40000"/>
            <a:lumOff val="60000"/>
          </a:schemeClr>
        </a:solidFill>
      </dgm:spPr>
      <dgm:t>
        <a:bodyPr/>
        <a:lstStyle/>
        <a:p>
          <a:r>
            <a:rPr lang="en-IN" sz="1100" b="1">
              <a:latin typeface="Ubuntu" panose="020B0504030602030204" pitchFamily="34" charset="0"/>
            </a:rPr>
            <a:t>BILLING (Guidewire)</a:t>
          </a:r>
        </a:p>
      </dgm:t>
    </dgm:pt>
    <dgm:pt modelId="{485B8268-1F85-4278-B6B6-29EB042B2E32}" type="parTrans" cxnId="{D81815D7-8834-4E20-B6DB-00E584E1DD50}">
      <dgm:prSet/>
      <dgm:spPr/>
      <dgm:t>
        <a:bodyPr/>
        <a:lstStyle/>
        <a:p>
          <a:endParaRPr lang="en-IN" sz="1100">
            <a:latin typeface="Ubuntu" panose="020B0504030602030204" pitchFamily="34" charset="0"/>
          </a:endParaRPr>
        </a:p>
      </dgm:t>
    </dgm:pt>
    <dgm:pt modelId="{1C1CC9FE-7F9A-46D7-9295-121B89D7BCA1}" type="sibTrans" cxnId="{D81815D7-8834-4E20-B6DB-00E584E1DD50}">
      <dgm:prSet/>
      <dgm:spPr/>
      <dgm:t>
        <a:bodyPr/>
        <a:lstStyle/>
        <a:p>
          <a:endParaRPr lang="en-IN" sz="1100">
            <a:latin typeface="Ubuntu" panose="020B0504030602030204" pitchFamily="34" charset="0"/>
          </a:endParaRPr>
        </a:p>
      </dgm:t>
    </dgm:pt>
    <dgm:pt modelId="{894BE2F0-305F-4435-B4EF-E9F7227E7E15}">
      <dgm:prSet phldrT="[Text]" custT="1"/>
      <dgm:spPr>
        <a:solidFill>
          <a:schemeClr val="accent4">
            <a:lumMod val="10000"/>
            <a:lumOff val="90000"/>
          </a:schemeClr>
        </a:solidFill>
      </dgm:spPr>
      <dgm:t>
        <a:bodyPr/>
        <a:lstStyle/>
        <a:p>
          <a:pPr marL="88900" indent="-88900"/>
          <a:r>
            <a:rPr lang="en-IN" sz="1100" b="0">
              <a:latin typeface="Ubuntu" panose="020B0504030602030204" pitchFamily="34" charset="0"/>
            </a:rPr>
            <a:t>Responsible to implement the new Policy system in Guidewire across all Beazley Product variations &amp; Lines of Business in Scope</a:t>
          </a:r>
          <a:endParaRPr lang="en-IN" sz="1100">
            <a:latin typeface="Ubuntu" panose="020B0504030602030204" pitchFamily="34" charset="0"/>
          </a:endParaRPr>
        </a:p>
      </dgm:t>
    </dgm:pt>
    <dgm:pt modelId="{1C47E045-A720-48A2-AFBD-8D8B93F18BBD}" type="parTrans" cxnId="{CC9261C8-0255-496E-A81B-97729709D7C9}">
      <dgm:prSet/>
      <dgm:spPr/>
      <dgm:t>
        <a:bodyPr/>
        <a:lstStyle/>
        <a:p>
          <a:endParaRPr lang="en-IN" sz="1100">
            <a:latin typeface="Ubuntu" panose="020B0504030602030204" pitchFamily="34" charset="0"/>
          </a:endParaRPr>
        </a:p>
      </dgm:t>
    </dgm:pt>
    <dgm:pt modelId="{72059E62-80FA-4D06-AEE5-B776686D80F6}" type="sibTrans" cxnId="{CC9261C8-0255-496E-A81B-97729709D7C9}">
      <dgm:prSet/>
      <dgm:spPr/>
      <dgm:t>
        <a:bodyPr/>
        <a:lstStyle/>
        <a:p>
          <a:endParaRPr lang="en-IN" sz="1100">
            <a:latin typeface="Ubuntu" panose="020B0504030602030204" pitchFamily="34" charset="0"/>
          </a:endParaRPr>
        </a:p>
      </dgm:t>
    </dgm:pt>
    <dgm:pt modelId="{3FB6CB80-3680-46A1-9F08-5AD4B5AC819C}">
      <dgm:prSet phldrT="[Text]" custT="1"/>
      <dgm:spPr>
        <a:solidFill>
          <a:schemeClr val="accent6">
            <a:lumMod val="40000"/>
            <a:lumOff val="60000"/>
          </a:schemeClr>
        </a:solidFill>
      </dgm:spPr>
      <dgm:t>
        <a:bodyPr/>
        <a:lstStyle/>
        <a:p>
          <a:r>
            <a:rPr lang="en-IN" sz="1100" b="1">
              <a:latin typeface="Ubuntu" panose="020B0504030602030204" pitchFamily="34" charset="0"/>
            </a:rPr>
            <a:t>MIGRATION</a:t>
          </a:r>
        </a:p>
      </dgm:t>
    </dgm:pt>
    <dgm:pt modelId="{E0ACFD6F-0D8F-4F86-A435-13F5ACBC77C9}" type="parTrans" cxnId="{CA7D97B8-5466-4266-8FAF-78DDDA933AFF}">
      <dgm:prSet/>
      <dgm:spPr/>
      <dgm:t>
        <a:bodyPr/>
        <a:lstStyle/>
        <a:p>
          <a:endParaRPr lang="en-IN" sz="1100">
            <a:latin typeface="Ubuntu" panose="020B0504030602030204" pitchFamily="34" charset="0"/>
          </a:endParaRPr>
        </a:p>
      </dgm:t>
    </dgm:pt>
    <dgm:pt modelId="{3E7F05EA-5FE7-4580-96BB-810A48E0CDFB}" type="sibTrans" cxnId="{CA7D97B8-5466-4266-8FAF-78DDDA933AFF}">
      <dgm:prSet/>
      <dgm:spPr/>
      <dgm:t>
        <a:bodyPr/>
        <a:lstStyle/>
        <a:p>
          <a:endParaRPr lang="en-IN" sz="1100">
            <a:latin typeface="Ubuntu" panose="020B0504030602030204" pitchFamily="34" charset="0"/>
          </a:endParaRPr>
        </a:p>
      </dgm:t>
    </dgm:pt>
    <dgm:pt modelId="{90BF0E12-C226-4FB0-9932-FBEEA36E2C94}">
      <dgm:prSet phldrT="[Text]" custT="1"/>
      <dgm:spPr>
        <a:solidFill>
          <a:schemeClr val="bg1">
            <a:lumMod val="95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provision all Infrastructure &amp; Environments for a smooth Program execution e.g. Citrix machines, Scalable Dev, Test and Prod environments, DevOps support for continuous deployments &amp; testing.</a:t>
          </a:r>
        </a:p>
      </dgm:t>
    </dgm:pt>
    <dgm:pt modelId="{A44223AB-E665-4D78-8F56-5D82B8204D8A}" type="parTrans" cxnId="{6EB24F85-002F-4BFC-8FAA-3A19235C29B0}">
      <dgm:prSet/>
      <dgm:spPr/>
      <dgm:t>
        <a:bodyPr/>
        <a:lstStyle/>
        <a:p>
          <a:endParaRPr lang="en-IN" sz="1100">
            <a:latin typeface="Ubuntu" panose="020B0504030602030204" pitchFamily="34" charset="0"/>
          </a:endParaRPr>
        </a:p>
      </dgm:t>
    </dgm:pt>
    <dgm:pt modelId="{CC3A9C73-715C-44FE-A052-F51A447F9633}" type="sibTrans" cxnId="{6EB24F85-002F-4BFC-8FAA-3A19235C29B0}">
      <dgm:prSet/>
      <dgm:spPr/>
      <dgm:t>
        <a:bodyPr/>
        <a:lstStyle/>
        <a:p>
          <a:endParaRPr lang="en-IN" sz="1100">
            <a:latin typeface="Ubuntu" panose="020B0504030602030204" pitchFamily="34" charset="0"/>
          </a:endParaRPr>
        </a:p>
      </dgm:t>
    </dgm:pt>
    <dgm:pt modelId="{E52636F8-EB52-4A84-88B0-6A7B8CF5F797}">
      <dgm:prSet phldrT="[Text]" custT="1"/>
      <dgm:spPr>
        <a:solidFill>
          <a:srgbClr val="7ED1E7"/>
        </a:solidFill>
        <a:ln>
          <a:noFill/>
        </a:ln>
        <a:effectLst/>
        <a:scene3d>
          <a:camera prst="orthographicFront"/>
          <a:lightRig rig="flat" dir="t"/>
        </a:scene3d>
        <a:sp3d prstMaterial="dkEdge">
          <a:bevelT w="8200" h="38100"/>
        </a:sp3d>
      </dgm:spPr>
      <dgm:t>
        <a:bodyPr spcFirstLastPara="0" vert="horz" wrap="square" lIns="41910" tIns="20955" rIns="41910" bIns="20955" numCol="1" spcCol="1270" anchor="ctr" anchorCtr="0"/>
        <a:lstStyle/>
        <a:p>
          <a:pPr marL="0" lvl="0" indent="0" algn="ctr" defTabSz="488950">
            <a:lnSpc>
              <a:spcPct val="90000"/>
            </a:lnSpc>
            <a:spcBef>
              <a:spcPct val="0"/>
            </a:spcBef>
            <a:spcAft>
              <a:spcPct val="35000"/>
            </a:spcAft>
            <a:buNone/>
          </a:pPr>
          <a:r>
            <a:rPr lang="en-IN" sz="1100" b="1" kern="1200">
              <a:solidFill>
                <a:prstClr val="black"/>
              </a:solidFill>
              <a:latin typeface="Ubuntu" panose="020B0504030602030204" pitchFamily="34" charset="0"/>
              <a:ea typeface="+mn-ea"/>
              <a:cs typeface="+mn-cs"/>
            </a:rPr>
            <a:t>PROGRAM MANAGEMENT</a:t>
          </a:r>
        </a:p>
      </dgm:t>
    </dgm:pt>
    <dgm:pt modelId="{B76662C0-B333-4FD8-A062-39F7243FA6F3}" type="parTrans" cxnId="{313B71F9-2720-4AE9-90F2-77F74A033643}">
      <dgm:prSet/>
      <dgm:spPr/>
      <dgm:t>
        <a:bodyPr/>
        <a:lstStyle/>
        <a:p>
          <a:endParaRPr lang="en-US"/>
        </a:p>
      </dgm:t>
    </dgm:pt>
    <dgm:pt modelId="{94FF7E0E-FC75-49EF-B86F-A25916C2DACC}" type="sibTrans" cxnId="{313B71F9-2720-4AE9-90F2-77F74A033643}">
      <dgm:prSet/>
      <dgm:spPr/>
      <dgm:t>
        <a:bodyPr/>
        <a:lstStyle/>
        <a:p>
          <a:endParaRPr lang="en-US"/>
        </a:p>
      </dgm:t>
    </dgm:pt>
    <dgm:pt modelId="{56A8AAEF-4775-4785-BB4A-E93096F2D14F}">
      <dgm:prSet custT="1"/>
      <dgm:spPr>
        <a:solidFill>
          <a:schemeClr val="accent6">
            <a:lumMod val="20000"/>
            <a:lumOff val="80000"/>
          </a:schemeClr>
        </a:solidFill>
      </dgm:spPr>
      <dgm:t>
        <a:bodyPr/>
        <a:lstStyle/>
        <a:p>
          <a:r>
            <a:rPr lang="en-IN" sz="1100" b="1">
              <a:latin typeface="Ubuntu" panose="020B0504030602030204" pitchFamily="34" charset="0"/>
            </a:rPr>
            <a:t>LEGACY</a:t>
          </a:r>
        </a:p>
      </dgm:t>
    </dgm:pt>
    <dgm:pt modelId="{F36613CE-CD42-44F0-852C-33379FEF9DA1}" type="parTrans" cxnId="{0EB0D1D1-F98D-4A86-8D99-0EC4BBFA1AE4}">
      <dgm:prSet/>
      <dgm:spPr/>
      <dgm:t>
        <a:bodyPr/>
        <a:lstStyle/>
        <a:p>
          <a:endParaRPr lang="en-US"/>
        </a:p>
      </dgm:t>
    </dgm:pt>
    <dgm:pt modelId="{E82DCF90-1998-47E1-A52F-43CB980AD5E8}" type="sibTrans" cxnId="{0EB0D1D1-F98D-4A86-8D99-0EC4BBFA1AE4}">
      <dgm:prSet/>
      <dgm:spPr/>
      <dgm:t>
        <a:bodyPr/>
        <a:lstStyle/>
        <a:p>
          <a:endParaRPr lang="en-US"/>
        </a:p>
      </dgm:t>
    </dgm:pt>
    <dgm:pt modelId="{84802377-002A-4C5F-B4AA-BB1581D62536}">
      <dgm:prSet phldrT="[Text]" custT="1"/>
      <dgm:spPr>
        <a:solidFill>
          <a:schemeClr val="accent4">
            <a:lumMod val="10000"/>
            <a:lumOff val="90000"/>
          </a:schemeClr>
        </a:solidFill>
      </dgm:spPr>
      <dgm:t>
        <a:bodyPr/>
        <a:lstStyle/>
        <a:p>
          <a:pPr marL="88900" indent="-88900"/>
          <a:r>
            <a:rPr lang="en-IN" sz="1050" b="0">
              <a:latin typeface="Ubuntu" panose="020B0504030602030204" pitchFamily="34" charset="0"/>
            </a:rPr>
            <a:t>Responsible for Overall Program Governance that includes Planning, Monitoring execution to Budget, Mitigate Risks &amp; Issues.</a:t>
          </a:r>
        </a:p>
      </dgm:t>
    </dgm:pt>
    <dgm:pt modelId="{FDA1DDCD-AECB-4377-952F-316A48BFEC39}" type="parTrans" cxnId="{AF98560B-B347-461B-96CE-F2261C3EB430}">
      <dgm:prSet/>
      <dgm:spPr/>
      <dgm:t>
        <a:bodyPr/>
        <a:lstStyle/>
        <a:p>
          <a:endParaRPr lang="en-US"/>
        </a:p>
      </dgm:t>
    </dgm:pt>
    <dgm:pt modelId="{23C7A202-3C40-46BC-9DE8-E5D085A16A8C}" type="sibTrans" cxnId="{AF98560B-B347-461B-96CE-F2261C3EB430}">
      <dgm:prSet/>
      <dgm:spPr/>
      <dgm:t>
        <a:bodyPr/>
        <a:lstStyle/>
        <a:p>
          <a:endParaRPr lang="en-US"/>
        </a:p>
      </dgm:t>
    </dgm:pt>
    <dgm:pt modelId="{A6EC7119-4F27-4292-AEA6-A651871AB7B4}">
      <dgm:prSet custT="1"/>
      <dgm:spPr>
        <a:solidFill>
          <a:schemeClr val="bg1">
            <a:lumMod val="95000"/>
          </a:schemeClr>
        </a:solidFill>
      </dgm:spPr>
      <dgm:t>
        <a:bodyPr/>
        <a:lstStyle/>
        <a:p>
          <a:pPr marL="88900" indent="-88900"/>
          <a:r>
            <a:rPr lang="en-IN" sz="1100" b="0">
              <a:latin typeface="Ubuntu" panose="020B0504030602030204" pitchFamily="34" charset="0"/>
            </a:rPr>
            <a:t>Responsible to validate &amp; sign-off Finance systems to the new GPAS &amp; Billing implementation</a:t>
          </a:r>
        </a:p>
      </dgm:t>
    </dgm:pt>
    <dgm:pt modelId="{AF0F00AD-179D-4DF3-B3FE-E9C5AB1395D6}" type="parTrans" cxnId="{9458A771-87A6-4C9A-B008-14C383390A7A}">
      <dgm:prSet/>
      <dgm:spPr/>
      <dgm:t>
        <a:bodyPr/>
        <a:lstStyle/>
        <a:p>
          <a:endParaRPr lang="en-US"/>
        </a:p>
      </dgm:t>
    </dgm:pt>
    <dgm:pt modelId="{0BB10B57-6C97-47D5-B35B-8184800A0A68}" type="sibTrans" cxnId="{9458A771-87A6-4C9A-B008-14C383390A7A}">
      <dgm:prSet/>
      <dgm:spPr/>
      <dgm:t>
        <a:bodyPr/>
        <a:lstStyle/>
        <a:p>
          <a:endParaRPr lang="en-US"/>
        </a:p>
      </dgm:t>
    </dgm:pt>
    <dgm:pt modelId="{EA9F4BBF-1558-4578-8D2B-BF0E67FB86E4}">
      <dgm:prSet custT="1"/>
      <dgm:spPr>
        <a:solidFill>
          <a:schemeClr val="bg1">
            <a:lumMod val="95000"/>
          </a:schemeClr>
        </a:solidFill>
      </dgm:spPr>
      <dgm:t>
        <a:bodyPr/>
        <a:lstStyle/>
        <a:p>
          <a:pPr marL="88900" indent="-88900"/>
          <a:r>
            <a:rPr lang="en-IN" sz="1100" b="0">
              <a:latin typeface="Ubuntu" panose="020B0504030602030204" pitchFamily="34" charset="0"/>
            </a:rPr>
            <a:t>Responsible to support Data Migration Release train enabling smooth migration of all Legacy Policy records into the new system</a:t>
          </a:r>
        </a:p>
      </dgm:t>
    </dgm:pt>
    <dgm:pt modelId="{F18A2511-9263-4233-998E-28B3A365502B}" type="parTrans" cxnId="{213D7555-CCF1-4E5F-9F85-C4D9E6378703}">
      <dgm:prSet/>
      <dgm:spPr/>
      <dgm:t>
        <a:bodyPr/>
        <a:lstStyle/>
        <a:p>
          <a:endParaRPr lang="en-US"/>
        </a:p>
      </dgm:t>
    </dgm:pt>
    <dgm:pt modelId="{CA0FB040-21E9-45B7-B90F-4854F6D0D0C3}" type="sibTrans" cxnId="{213D7555-CCF1-4E5F-9F85-C4D9E6378703}">
      <dgm:prSet/>
      <dgm:spPr/>
      <dgm:t>
        <a:bodyPr/>
        <a:lstStyle/>
        <a:p>
          <a:endParaRPr lang="en-US"/>
        </a:p>
      </dgm:t>
    </dgm:pt>
    <dgm:pt modelId="{759B67AA-2F0E-404C-89E0-DF26C9F9D57F}">
      <dgm:prSet custT="1"/>
      <dgm:spPr>
        <a:solidFill>
          <a:schemeClr val="accent6">
            <a:lumMod val="20000"/>
            <a:lumOff val="80000"/>
          </a:schemeClr>
        </a:solidFill>
      </dgm:spPr>
      <dgm:t>
        <a:bodyPr/>
        <a:lstStyle/>
        <a:p>
          <a:r>
            <a:rPr lang="en-IN" sz="1100" b="1">
              <a:latin typeface="Ubuntu" panose="020B0504030602030204" pitchFamily="34" charset="0"/>
            </a:rPr>
            <a:t>FINANCE</a:t>
          </a:r>
        </a:p>
      </dgm:t>
    </dgm:pt>
    <dgm:pt modelId="{CB8B9831-A178-4812-8E16-87C470AB5A55}" type="parTrans" cxnId="{ED36DF8C-AAA9-4A0E-BA97-A486401FC99F}">
      <dgm:prSet/>
      <dgm:spPr/>
      <dgm:t>
        <a:bodyPr/>
        <a:lstStyle/>
        <a:p>
          <a:endParaRPr lang="en-GB"/>
        </a:p>
      </dgm:t>
    </dgm:pt>
    <dgm:pt modelId="{834D1899-9000-4B03-9FCF-58ECDC94CCD6}" type="sibTrans" cxnId="{ED36DF8C-AAA9-4A0E-BA97-A486401FC99F}">
      <dgm:prSet/>
      <dgm:spPr/>
      <dgm:t>
        <a:bodyPr/>
        <a:lstStyle/>
        <a:p>
          <a:endParaRPr lang="en-GB"/>
        </a:p>
      </dgm:t>
    </dgm:pt>
    <dgm:pt modelId="{CBB5115D-FFC2-4783-9CCC-12558F2BA30B}">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new Billing system in Guidewire to handle Billing cycle of all new Policies to be initiated under the new Policy system</a:t>
          </a:r>
        </a:p>
      </dgm:t>
    </dgm:pt>
    <dgm:pt modelId="{3A5EAB4D-D96F-4B2B-A63E-B1D382B15180}" type="parTrans" cxnId="{E5201D49-5F6D-4D90-BD23-B5F1FD2CA561}">
      <dgm:prSet/>
      <dgm:spPr/>
      <dgm:t>
        <a:bodyPr/>
        <a:lstStyle/>
        <a:p>
          <a:endParaRPr lang="en-GB"/>
        </a:p>
      </dgm:t>
    </dgm:pt>
    <dgm:pt modelId="{F1975721-A8F2-4426-A5A5-59343C1CC0B7}" type="sibTrans" cxnId="{E5201D49-5F6D-4D90-BD23-B5F1FD2CA561}">
      <dgm:prSet/>
      <dgm:spPr/>
      <dgm:t>
        <a:bodyPr/>
        <a:lstStyle/>
        <a:p>
          <a:endParaRPr lang="en-GB"/>
        </a:p>
      </dgm:t>
    </dgm:pt>
    <dgm:pt modelId="{7C47D506-136E-4947-851F-F16BA6950347}">
      <dgm:prSet phldrT="[Text]" custT="1"/>
      <dgm:spPr>
        <a:solidFill>
          <a:schemeClr val="accent6">
            <a:lumMod val="40000"/>
            <a:lumOff val="60000"/>
          </a:schemeClr>
        </a:solidFill>
      </dgm:spPr>
      <dgm:t>
        <a:bodyPr/>
        <a:lstStyle/>
        <a:p>
          <a:r>
            <a:rPr lang="en-IN" sz="1100" b="1">
              <a:latin typeface="Ubuntu" panose="020B0504030602030204" pitchFamily="34" charset="0"/>
            </a:rPr>
            <a:t>POLICY (Guidewire)</a:t>
          </a:r>
        </a:p>
      </dgm:t>
    </dgm:pt>
    <dgm:pt modelId="{0D6981C4-C7BD-484F-890F-1EDB39F3BEF3}" type="parTrans" cxnId="{6E5AF43F-9205-47BD-97EE-C4F57F9DF0E0}">
      <dgm:prSet/>
      <dgm:spPr/>
      <dgm:t>
        <a:bodyPr/>
        <a:lstStyle/>
        <a:p>
          <a:endParaRPr lang="en-GB"/>
        </a:p>
      </dgm:t>
    </dgm:pt>
    <dgm:pt modelId="{4A560DFA-81F8-42B4-930E-1134023CDEEB}" type="sibTrans" cxnId="{6E5AF43F-9205-47BD-97EE-C4F57F9DF0E0}">
      <dgm:prSet/>
      <dgm:spPr/>
      <dgm:t>
        <a:bodyPr/>
        <a:lstStyle/>
        <a:p>
          <a:endParaRPr lang="en-GB"/>
        </a:p>
      </dgm:t>
    </dgm:pt>
    <dgm:pt modelId="{54B501E2-7117-48A1-B422-DC3F63CBA0C2}">
      <dgm:prSet phldrT="[Text]" custT="1"/>
      <dgm:spPr>
        <a:solidFill>
          <a:schemeClr val="accent6">
            <a:lumMod val="40000"/>
            <a:lumOff val="60000"/>
          </a:schemeClr>
        </a:solidFill>
      </dgm:spPr>
      <dgm:t>
        <a:bodyPr/>
        <a:lstStyle/>
        <a:p>
          <a:r>
            <a:rPr lang="en-IN" sz="1100" b="1">
              <a:latin typeface="Ubuntu" panose="020B0504030602030204" pitchFamily="34" charset="0"/>
            </a:rPr>
            <a:t>INTEGRATION</a:t>
          </a:r>
        </a:p>
      </dgm:t>
    </dgm:pt>
    <dgm:pt modelId="{EC1435A4-2D13-4E2F-B436-B4899F283A83}" type="parTrans" cxnId="{489A4B52-7FF3-4FD9-91FA-13241E6B8E91}">
      <dgm:prSet/>
      <dgm:spPr/>
      <dgm:t>
        <a:bodyPr/>
        <a:lstStyle/>
        <a:p>
          <a:endParaRPr lang="en-GB"/>
        </a:p>
      </dgm:t>
    </dgm:pt>
    <dgm:pt modelId="{22900D2E-F0F2-4430-9239-2C16523FA8A1}" type="sibTrans" cxnId="{489A4B52-7FF3-4FD9-91FA-13241E6B8E91}">
      <dgm:prSet/>
      <dgm:spPr/>
      <dgm:t>
        <a:bodyPr/>
        <a:lstStyle/>
        <a:p>
          <a:endParaRPr lang="en-GB"/>
        </a:p>
      </dgm:t>
    </dgm:pt>
    <dgm:pt modelId="{8F229605-F471-4D12-8B3A-F15B5329D290}">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in-scope integration elements necessary to ensure Guidewire operates as per business requirements.</a:t>
          </a:r>
        </a:p>
      </dgm:t>
    </dgm:pt>
    <dgm:pt modelId="{8370A935-42F4-4D3F-BE45-794573CDB401}" type="parTrans" cxnId="{1EDCDBF9-F4C3-449C-AA9A-7752D2B159AA}">
      <dgm:prSet/>
      <dgm:spPr/>
      <dgm:t>
        <a:bodyPr/>
        <a:lstStyle/>
        <a:p>
          <a:endParaRPr lang="en-GB"/>
        </a:p>
      </dgm:t>
    </dgm:pt>
    <dgm:pt modelId="{4E59440F-5E2F-4976-887E-2B552D1E70A6}" type="sibTrans" cxnId="{1EDCDBF9-F4C3-449C-AA9A-7752D2B159AA}">
      <dgm:prSet/>
      <dgm:spPr/>
      <dgm:t>
        <a:bodyPr/>
        <a:lstStyle/>
        <a:p>
          <a:endParaRPr lang="en-GB"/>
        </a:p>
      </dgm:t>
    </dgm:pt>
    <dgm:pt modelId="{DAC97C0D-5216-407E-9BDE-533B3EDCC8C3}">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Build Data analytics on top of GPAS &amp; Billing data meeting Business needs.</a:t>
          </a:r>
        </a:p>
      </dgm:t>
    </dgm:pt>
    <dgm:pt modelId="{00A6E24F-A57A-4AD4-B512-79799202099F}" type="parTrans" cxnId="{9DEF1334-5BD7-43E2-9828-B756A12863B6}">
      <dgm:prSet/>
      <dgm:spPr/>
      <dgm:t>
        <a:bodyPr/>
        <a:lstStyle/>
        <a:p>
          <a:endParaRPr lang="en-GB"/>
        </a:p>
      </dgm:t>
    </dgm:pt>
    <dgm:pt modelId="{9AC9AE46-2DDE-4889-9492-78829E3A9556}" type="sibTrans" cxnId="{9DEF1334-5BD7-43E2-9828-B756A12863B6}">
      <dgm:prSet/>
      <dgm:spPr/>
      <dgm:t>
        <a:bodyPr/>
        <a:lstStyle/>
        <a:p>
          <a:endParaRPr lang="en-GB"/>
        </a:p>
      </dgm:t>
    </dgm:pt>
    <dgm:pt modelId="{3D8CC209-6DDB-477A-BC8D-18682591DFFB}">
      <dgm:prSet phldrT="[Text]" custT="1"/>
      <dgm:spPr>
        <a:solidFill>
          <a:schemeClr val="accent6">
            <a:lumMod val="40000"/>
            <a:lumOff val="60000"/>
          </a:schemeClr>
        </a:solidFill>
      </dgm:spPr>
      <dgm:t>
        <a:bodyPr/>
        <a:lstStyle/>
        <a:p>
          <a:r>
            <a:rPr lang="en-IN" sz="1100" b="1">
              <a:latin typeface="Ubuntu" panose="020B0504030602030204" pitchFamily="34" charset="0"/>
            </a:rPr>
            <a:t>DOCS TOOLING</a:t>
          </a:r>
        </a:p>
      </dgm:t>
    </dgm:pt>
    <dgm:pt modelId="{C8701B82-AF31-4C09-B041-D295CEA0603E}" type="parTrans" cxnId="{DD478117-19C0-4CE4-AF68-10522882DE07}">
      <dgm:prSet/>
      <dgm:spPr/>
      <dgm:t>
        <a:bodyPr/>
        <a:lstStyle/>
        <a:p>
          <a:endParaRPr lang="en-GB"/>
        </a:p>
      </dgm:t>
    </dgm:pt>
    <dgm:pt modelId="{2256BE55-81AC-4F59-B731-8BC162FC38F8}" type="sibTrans" cxnId="{DD478117-19C0-4CE4-AF68-10522882DE07}">
      <dgm:prSet/>
      <dgm:spPr/>
      <dgm:t>
        <a:bodyPr/>
        <a:lstStyle/>
        <a:p>
          <a:endParaRPr lang="en-GB"/>
        </a:p>
      </dgm:t>
    </dgm:pt>
    <dgm:pt modelId="{0F06907D-9BA3-4108-B756-86385024BA7C}">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all necessary communications to support Beazley’s business requirements.</a:t>
          </a:r>
        </a:p>
      </dgm:t>
    </dgm:pt>
    <dgm:pt modelId="{7DE5C7AF-DA36-46C2-82F0-2FF521502D44}" type="parTrans" cxnId="{AA87214A-9F93-4DA8-A455-AE7B1B7552A0}">
      <dgm:prSet/>
      <dgm:spPr/>
      <dgm:t>
        <a:bodyPr/>
        <a:lstStyle/>
        <a:p>
          <a:endParaRPr lang="en-GB"/>
        </a:p>
      </dgm:t>
    </dgm:pt>
    <dgm:pt modelId="{4A1369E7-5C6B-45CE-A464-66D92AE43ADA}" type="sibTrans" cxnId="{AA87214A-9F93-4DA8-A455-AE7B1B7552A0}">
      <dgm:prSet/>
      <dgm:spPr/>
      <dgm:t>
        <a:bodyPr/>
        <a:lstStyle/>
        <a:p>
          <a:endParaRPr lang="en-GB"/>
        </a:p>
      </dgm:t>
    </dgm:pt>
    <dgm:pt modelId="{56B10537-C552-4F41-9A6D-506DF441BD0B}">
      <dgm:prSet phldrT="[Text]" custT="1"/>
      <dgm:spPr>
        <a:solidFill>
          <a:srgbClr val="7ED1E7"/>
        </a:solidFill>
      </dgm:spPr>
      <dgm:t>
        <a:bodyPr/>
        <a:lstStyle/>
        <a:p>
          <a:r>
            <a:rPr lang="en-IN" sz="1100" b="1">
              <a:latin typeface="Ubuntu" panose="020B0504030602030204" pitchFamily="34" charset="0"/>
            </a:rPr>
            <a:t>TRAINING &amp; BUSINESS READINESS</a:t>
          </a:r>
        </a:p>
      </dgm:t>
    </dgm:pt>
    <dgm:pt modelId="{685EE92B-DA6D-4ECE-8251-54DEAB17041D}" type="parTrans" cxnId="{1D9FC81D-B2D4-489E-884C-967A3AEA9278}">
      <dgm:prSet/>
      <dgm:spPr/>
      <dgm:t>
        <a:bodyPr/>
        <a:lstStyle/>
        <a:p>
          <a:endParaRPr lang="en-GB"/>
        </a:p>
      </dgm:t>
    </dgm:pt>
    <dgm:pt modelId="{37A1CEF3-C1FC-4FE3-A811-5DCD2584CFFF}" type="sibTrans" cxnId="{1D9FC81D-B2D4-489E-884C-967A3AEA9278}">
      <dgm:prSet/>
      <dgm:spPr/>
      <dgm:t>
        <a:bodyPr/>
        <a:lstStyle/>
        <a:p>
          <a:endParaRPr lang="en-GB"/>
        </a:p>
      </dgm:t>
    </dgm:pt>
    <dgm:pt modelId="{679D09C8-7477-4245-A56C-FBBD9E2C9054}">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Design and Roll out the new system to Business users, handle training, comms, stakeholder Mgmnt., risks and issue mitigation.</a:t>
          </a:r>
        </a:p>
      </dgm:t>
    </dgm:pt>
    <dgm:pt modelId="{4B937133-3FC7-4304-836D-C7311C2857E2}" type="parTrans" cxnId="{73D0A960-E86B-4A0E-B66D-EAF22E2A9256}">
      <dgm:prSet/>
      <dgm:spPr/>
      <dgm:t>
        <a:bodyPr/>
        <a:lstStyle/>
        <a:p>
          <a:endParaRPr lang="en-GB"/>
        </a:p>
      </dgm:t>
    </dgm:pt>
    <dgm:pt modelId="{480EF8F8-A468-45A4-8EC0-A09446C0A493}" type="sibTrans" cxnId="{73D0A960-E86B-4A0E-B66D-EAF22E2A9256}">
      <dgm:prSet/>
      <dgm:spPr/>
      <dgm:t>
        <a:bodyPr/>
        <a:lstStyle/>
        <a:p>
          <a:endParaRPr lang="en-GB"/>
        </a:p>
      </dgm:t>
    </dgm:pt>
    <dgm:pt modelId="{082A7A81-A72A-4B37-8567-6501C0B39CD3}">
      <dgm:prSet phldrT="[Text]" custT="1"/>
      <dgm:spPr>
        <a:solidFill>
          <a:srgbClr val="7ED1E7"/>
        </a:solidFill>
      </dgm:spPr>
      <dgm:t>
        <a:bodyPr/>
        <a:lstStyle/>
        <a:p>
          <a:r>
            <a:rPr lang="en-IN" sz="1100" b="1">
              <a:latin typeface="Ubuntu" panose="020B0504030602030204" pitchFamily="34" charset="0"/>
            </a:rPr>
            <a:t>ARCHITECTURE</a:t>
          </a:r>
        </a:p>
      </dgm:t>
    </dgm:pt>
    <dgm:pt modelId="{6C9F7104-0932-46C2-AC09-2DEDB798C02D}" type="parTrans" cxnId="{8CBA137E-E991-40F3-8009-3E97170B9559}">
      <dgm:prSet/>
      <dgm:spPr/>
      <dgm:t>
        <a:bodyPr/>
        <a:lstStyle/>
        <a:p>
          <a:endParaRPr lang="en-GB"/>
        </a:p>
      </dgm:t>
    </dgm:pt>
    <dgm:pt modelId="{C1F476B8-8B28-439D-9CC0-3406EB8E0F88}" type="sibTrans" cxnId="{8CBA137E-E991-40F3-8009-3E97170B9559}">
      <dgm:prSet/>
      <dgm:spPr/>
      <dgm:t>
        <a:bodyPr/>
        <a:lstStyle/>
        <a:p>
          <a:endParaRPr lang="en-GB"/>
        </a:p>
      </dgm:t>
    </dgm:pt>
    <dgm:pt modelId="{E01F4A76-1D89-4639-96ED-A95977656CAA}">
      <dgm:prSet phldrT="[Text]" custT="1"/>
      <dgm:spPr>
        <a:solidFill>
          <a:schemeClr val="accent6">
            <a:lumMod val="40000"/>
            <a:lumOff val="60000"/>
          </a:schemeClr>
        </a:solidFill>
      </dgm:spPr>
      <dgm:t>
        <a:bodyPr/>
        <a:lstStyle/>
        <a:p>
          <a:r>
            <a:rPr lang="en-IN" sz="1100" b="1">
              <a:latin typeface="Ubuntu" panose="020B0504030602030204" pitchFamily="34" charset="0"/>
            </a:rPr>
            <a:t>PRODUCT RATIONALISATION</a:t>
          </a:r>
        </a:p>
      </dgm:t>
    </dgm:pt>
    <dgm:pt modelId="{A98D360D-2B56-4263-94A1-6021C14F0A34}" type="parTrans" cxnId="{E6828B89-1D3C-4306-9D7D-50EB4CE8E516}">
      <dgm:prSet/>
      <dgm:spPr/>
      <dgm:t>
        <a:bodyPr/>
        <a:lstStyle/>
        <a:p>
          <a:endParaRPr lang="en-GB"/>
        </a:p>
      </dgm:t>
    </dgm:pt>
    <dgm:pt modelId="{CCBD9653-A588-4BE4-AE0B-324376061265}" type="sibTrans" cxnId="{E6828B89-1D3C-4306-9D7D-50EB4CE8E516}">
      <dgm:prSet/>
      <dgm:spPr/>
      <dgm:t>
        <a:bodyPr/>
        <a:lstStyle/>
        <a:p>
          <a:endParaRPr lang="en-GB"/>
        </a:p>
      </dgm:t>
    </dgm:pt>
    <dgm:pt modelId="{56925F8D-643D-4E16-B0CC-936C4D2E970E}">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a:t>
          </a:r>
          <a:r>
            <a:rPr lang="en-GB" sz="1050" b="0" kern="1200">
              <a:solidFill>
                <a:prstClr val="black">
                  <a:hueOff val="0"/>
                  <a:satOff val="0"/>
                  <a:lumOff val="0"/>
                  <a:alphaOff val="0"/>
                </a:prstClr>
              </a:solidFill>
              <a:latin typeface="Ubuntu" panose="020B0504030602030204" pitchFamily="34" charset="0"/>
              <a:ea typeface="+mn-ea"/>
              <a:cs typeface="+mn-cs"/>
            </a:rPr>
            <a:t>Rationalise product set for Foundation release and agree a framework for rationalising the remaining GPAS Products.</a:t>
          </a:r>
          <a:endParaRPr lang="en-IN" sz="1050" b="0" kern="1200">
            <a:solidFill>
              <a:prstClr val="black">
                <a:hueOff val="0"/>
                <a:satOff val="0"/>
                <a:lumOff val="0"/>
                <a:alphaOff val="0"/>
              </a:prstClr>
            </a:solidFill>
            <a:latin typeface="Ubuntu" panose="020B0504030602030204" pitchFamily="34" charset="0"/>
            <a:ea typeface="+mn-ea"/>
            <a:cs typeface="+mn-cs"/>
          </a:endParaRPr>
        </a:p>
      </dgm:t>
    </dgm:pt>
    <dgm:pt modelId="{3300936D-BA5F-4359-9C76-5C19DF82EAC3}" type="parTrans" cxnId="{9EA4F7E4-DACA-4E4B-A81B-6CE22DD9E6C7}">
      <dgm:prSet/>
      <dgm:spPr/>
      <dgm:t>
        <a:bodyPr/>
        <a:lstStyle/>
        <a:p>
          <a:endParaRPr lang="en-GB"/>
        </a:p>
      </dgm:t>
    </dgm:pt>
    <dgm:pt modelId="{9B6E7F5D-223F-4FF0-BB9E-35249EDD8AB2}" type="sibTrans" cxnId="{9EA4F7E4-DACA-4E4B-A81B-6CE22DD9E6C7}">
      <dgm:prSet/>
      <dgm:spPr/>
      <dgm:t>
        <a:bodyPr/>
        <a:lstStyle/>
        <a:p>
          <a:endParaRPr lang="en-GB"/>
        </a:p>
      </dgm:t>
    </dgm:pt>
    <dgm:pt modelId="{7DF63F71-148E-482B-AF71-C608CA321911}">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Migrate all Legacy Policy data at renewal into the new Guidewire system.</a:t>
          </a:r>
        </a:p>
      </dgm:t>
    </dgm:pt>
    <dgm:pt modelId="{DCEB5AF6-0AD2-4E4A-BA46-D6FBE635F7A5}" type="parTrans" cxnId="{EF7A4ABB-D8E3-40BB-AD4D-B5F1BA5EACBF}">
      <dgm:prSet/>
      <dgm:spPr/>
      <dgm:t>
        <a:bodyPr/>
        <a:lstStyle/>
        <a:p>
          <a:endParaRPr lang="en-GB"/>
        </a:p>
      </dgm:t>
    </dgm:pt>
    <dgm:pt modelId="{B9CCB80C-D660-4C69-AFF9-C8F2E26EE9BD}" type="sibTrans" cxnId="{EF7A4ABB-D8E3-40BB-AD4D-B5F1BA5EACBF}">
      <dgm:prSet/>
      <dgm:spPr/>
      <dgm:t>
        <a:bodyPr/>
        <a:lstStyle/>
        <a:p>
          <a:endParaRPr lang="en-GB"/>
        </a:p>
      </dgm:t>
    </dgm:pt>
    <dgm:pt modelId="{F0126D46-D7F5-4C85-A81C-71271E5E828B}">
      <dgm:prSet phldrT="[Text]" custT="1"/>
      <dgm:spPr>
        <a:solidFill>
          <a:schemeClr val="accent6">
            <a:lumMod val="40000"/>
            <a:lumOff val="60000"/>
          </a:schemeClr>
        </a:solidFill>
      </dgm:spPr>
      <dgm:t>
        <a:bodyPr/>
        <a:lstStyle/>
        <a:p>
          <a:r>
            <a:rPr lang="en-IN" sz="1100" b="1">
              <a:latin typeface="Ubuntu" panose="020B0504030602030204" pitchFamily="34" charset="0"/>
            </a:rPr>
            <a:t>TESTING</a:t>
          </a:r>
        </a:p>
      </dgm:t>
    </dgm:pt>
    <dgm:pt modelId="{2B84499F-072C-4EF3-BA14-C7C71419D01C}" type="parTrans" cxnId="{1450514F-EE6A-4B83-8EE1-0D0122078EBC}">
      <dgm:prSet/>
      <dgm:spPr/>
      <dgm:t>
        <a:bodyPr/>
        <a:lstStyle/>
        <a:p>
          <a:endParaRPr lang="en-GB"/>
        </a:p>
      </dgm:t>
    </dgm:pt>
    <dgm:pt modelId="{6A0CCA06-E416-4C4F-A429-6FFB4287DCC9}" type="sibTrans" cxnId="{1450514F-EE6A-4B83-8EE1-0D0122078EBC}">
      <dgm:prSet/>
      <dgm:spPr/>
      <dgm:t>
        <a:bodyPr/>
        <a:lstStyle/>
        <a:p>
          <a:endParaRPr lang="en-GB"/>
        </a:p>
      </dgm:t>
    </dgm:pt>
    <dgm:pt modelId="{6BFFF2AA-5635-4512-BEF0-F172D8ACBB77}">
      <dgm:prSet phldrT="[Text]" custT="1"/>
      <dgm:spPr>
        <a:solidFill>
          <a:schemeClr val="accent4">
            <a:lumMod val="10000"/>
            <a:lumOff val="90000"/>
          </a:schemeClr>
        </a:solidFill>
      </dgm:spPr>
      <dgm:t>
        <a:bodyPr/>
        <a:lstStyle/>
        <a:p>
          <a:pPr marL="88900" lvl="1" indent="-88900" algn="l" defTabSz="488950">
            <a:lnSpc>
              <a:spcPct val="90000"/>
            </a:lnSpc>
            <a:spcBef>
              <a:spcPct val="0"/>
            </a:spcBef>
            <a:spcAft>
              <a:spcPct val="15000"/>
            </a:spcAft>
            <a:buChar char="•"/>
          </a:pPr>
          <a:r>
            <a:rPr lang="en-IN" sz="1100" b="0" kern="1200">
              <a:solidFill>
                <a:prstClr val="black">
                  <a:hueOff val="0"/>
                  <a:satOff val="0"/>
                  <a:lumOff val="0"/>
                  <a:alphaOff val="0"/>
                </a:prstClr>
              </a:solidFill>
              <a:latin typeface="Ubuntu" panose="020B0504030602030204" pitchFamily="34" charset="0"/>
              <a:ea typeface="+mn-ea"/>
              <a:cs typeface="+mn-cs"/>
            </a:rPr>
            <a:t>Responsible to make sure we are deploying code to production that meets Business requirements &amp; Program and Product quality standards</a:t>
          </a:r>
        </a:p>
      </dgm:t>
    </dgm:pt>
    <dgm:pt modelId="{EE8AD0E6-41A8-43C4-BDE0-6DA034B67990}" type="parTrans" cxnId="{B2C2EBD3-4C44-4E35-84F3-60D542484A9C}">
      <dgm:prSet/>
      <dgm:spPr/>
      <dgm:t>
        <a:bodyPr/>
        <a:lstStyle/>
        <a:p>
          <a:endParaRPr lang="en-GB"/>
        </a:p>
      </dgm:t>
    </dgm:pt>
    <dgm:pt modelId="{74D1B3B0-9D55-40B6-B1C7-6A8A3E087698}" type="sibTrans" cxnId="{B2C2EBD3-4C44-4E35-84F3-60D542484A9C}">
      <dgm:prSet/>
      <dgm:spPr/>
      <dgm:t>
        <a:bodyPr/>
        <a:lstStyle/>
        <a:p>
          <a:endParaRPr lang="en-GB"/>
        </a:p>
      </dgm:t>
    </dgm:pt>
    <dgm:pt modelId="{DD758263-0B14-4FDE-A986-D9D2A4C1B903}">
      <dgm:prSet phldrT="[Text]" custT="1"/>
      <dgm:spPr>
        <a:solidFill>
          <a:schemeClr val="accent6">
            <a:lumMod val="40000"/>
            <a:lumOff val="60000"/>
          </a:schemeClr>
        </a:solidFill>
      </dgm:spPr>
      <dgm:t>
        <a:bodyPr/>
        <a:lstStyle/>
        <a:p>
          <a:r>
            <a:rPr lang="en-IN" sz="1100" b="1">
              <a:latin typeface="Ubuntu" panose="020B0504030602030204" pitchFamily="34" charset="0"/>
            </a:rPr>
            <a:t>DATA</a:t>
          </a:r>
        </a:p>
      </dgm:t>
    </dgm:pt>
    <dgm:pt modelId="{C3683451-E391-4A6B-986A-4C5FAA9F88D2}" type="parTrans" cxnId="{4D4FD423-0051-493F-9F2B-0BB31276AAAD}">
      <dgm:prSet/>
      <dgm:spPr/>
      <dgm:t>
        <a:bodyPr/>
        <a:lstStyle/>
        <a:p>
          <a:endParaRPr lang="en-GB"/>
        </a:p>
      </dgm:t>
    </dgm:pt>
    <dgm:pt modelId="{8364C309-C464-4B8C-AC25-CA8EAC4E6C99}" type="sibTrans" cxnId="{4D4FD423-0051-493F-9F2B-0BB31276AAAD}">
      <dgm:prSet/>
      <dgm:spPr/>
      <dgm:t>
        <a:bodyPr/>
        <a:lstStyle/>
        <a:p>
          <a:endParaRPr lang="en-GB"/>
        </a:p>
      </dgm:t>
    </dgm:pt>
    <dgm:pt modelId="{C58FF442-1C7B-458A-9CA2-427C4F27AC07}">
      <dgm:prSet phldrT="[Text]" custT="1"/>
      <dgm:spPr>
        <a:solidFill>
          <a:srgbClr val="7ED1E7"/>
        </a:solidFill>
      </dgm:spPr>
      <dgm:t>
        <a:bodyPr/>
        <a:lstStyle/>
        <a:p>
          <a:r>
            <a:rPr lang="en-IN" sz="1100" b="1">
              <a:latin typeface="Ubuntu" panose="020B0504030602030204" pitchFamily="34" charset="0"/>
            </a:rPr>
            <a:t>BUSINESS DESIGN</a:t>
          </a:r>
        </a:p>
      </dgm:t>
    </dgm:pt>
    <dgm:pt modelId="{38CFAFF8-481C-46D0-8356-BE90B8C1032D}" type="parTrans" cxnId="{F241C4A7-92B5-40F5-AADB-B53C2DD8DB8A}">
      <dgm:prSet/>
      <dgm:spPr/>
      <dgm:t>
        <a:bodyPr/>
        <a:lstStyle/>
        <a:p>
          <a:endParaRPr lang="en-GB"/>
        </a:p>
      </dgm:t>
    </dgm:pt>
    <dgm:pt modelId="{30365527-E577-4662-BB83-7514EF51E515}" type="sibTrans" cxnId="{F241C4A7-92B5-40F5-AADB-B53C2DD8DB8A}">
      <dgm:prSet/>
      <dgm:spPr/>
      <dgm:t>
        <a:bodyPr/>
        <a:lstStyle/>
        <a:p>
          <a:endParaRPr lang="en-GB"/>
        </a:p>
      </dgm:t>
    </dgm:pt>
    <dgm:pt modelId="{8F227D99-32C3-4A23-8A14-CE7D34B55FFF}">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a:t>
          </a:r>
          <a:r>
            <a:rPr lang="en-GB" sz="1050" b="0" kern="1200">
              <a:solidFill>
                <a:prstClr val="black">
                  <a:hueOff val="0"/>
                  <a:satOff val="0"/>
                  <a:lumOff val="0"/>
                  <a:alphaOff val="0"/>
                </a:prstClr>
              </a:solidFill>
              <a:latin typeface="Ubuntu" panose="020B0504030602030204" pitchFamily="34" charset="0"/>
              <a:ea typeface="+mn-ea"/>
              <a:cs typeface="+mn-cs"/>
            </a:rPr>
            <a:t> create a centre of excellence for Beazley E2E process and journey design, ensuring consistency and quality.</a:t>
          </a:r>
          <a:endParaRPr lang="en-IN" sz="1050" b="0" kern="1200">
            <a:solidFill>
              <a:prstClr val="black">
                <a:hueOff val="0"/>
                <a:satOff val="0"/>
                <a:lumOff val="0"/>
                <a:alphaOff val="0"/>
              </a:prstClr>
            </a:solidFill>
            <a:latin typeface="Ubuntu" panose="020B0504030602030204" pitchFamily="34" charset="0"/>
            <a:ea typeface="+mn-ea"/>
            <a:cs typeface="+mn-cs"/>
          </a:endParaRPr>
        </a:p>
      </dgm:t>
    </dgm:pt>
    <dgm:pt modelId="{29C7A387-8841-44D0-A8DD-B289677EF2B1}" type="parTrans" cxnId="{833B94AE-74A8-4539-BA71-61F1CB433DF4}">
      <dgm:prSet/>
      <dgm:spPr/>
      <dgm:t>
        <a:bodyPr/>
        <a:lstStyle/>
        <a:p>
          <a:endParaRPr lang="en-GB"/>
        </a:p>
      </dgm:t>
    </dgm:pt>
    <dgm:pt modelId="{3016DE65-864D-4399-B127-10EA18223313}" type="sibTrans" cxnId="{833B94AE-74A8-4539-BA71-61F1CB433DF4}">
      <dgm:prSet/>
      <dgm:spPr/>
      <dgm:t>
        <a:bodyPr/>
        <a:lstStyle/>
        <a:p>
          <a:endParaRPr lang="en-GB"/>
        </a:p>
      </dgm:t>
    </dgm:pt>
    <dgm:pt modelId="{11397F5A-0D5C-4701-9492-FDEA4DBD7257}">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create a System Architecture for the Program that is Robust, Industry standard, Scalable and meets Beazley’s requirements</a:t>
          </a:r>
        </a:p>
      </dgm:t>
    </dgm:pt>
    <dgm:pt modelId="{0E791EE2-AF1A-4ABE-927D-80BF974BDD25}" type="parTrans" cxnId="{0A81B864-24D5-4085-A0E4-DF46C10CF4BF}">
      <dgm:prSet/>
      <dgm:spPr/>
      <dgm:t>
        <a:bodyPr/>
        <a:lstStyle/>
        <a:p>
          <a:endParaRPr lang="en-GB"/>
        </a:p>
      </dgm:t>
    </dgm:pt>
    <dgm:pt modelId="{F917CE21-76C3-4562-BB7F-551FF73C645A}" type="sibTrans" cxnId="{0A81B864-24D5-4085-A0E4-DF46C10CF4BF}">
      <dgm:prSet/>
      <dgm:spPr/>
      <dgm:t>
        <a:bodyPr/>
        <a:lstStyle/>
        <a:p>
          <a:endParaRPr lang="en-GB"/>
        </a:p>
      </dgm:t>
    </dgm:pt>
    <dgm:pt modelId="{D10DB0B3-5D47-4E42-B6EF-B96D6F4C22C1}">
      <dgm:prSet phldrT="[Text]" custT="1"/>
      <dgm:spPr>
        <a:solidFill>
          <a:schemeClr val="accent6">
            <a:lumMod val="20000"/>
            <a:lumOff val="80000"/>
          </a:schemeClr>
        </a:solidFill>
      </dgm:spPr>
      <dgm:t>
        <a:bodyPr/>
        <a:lstStyle/>
        <a:p>
          <a:r>
            <a:rPr lang="en-IN" sz="1100" b="1">
              <a:latin typeface="Ubuntu" panose="020B0504030602030204" pitchFamily="34" charset="0"/>
            </a:rPr>
            <a:t>ENVIRONMENTS &amp; INFRASTRUCTURE</a:t>
          </a:r>
        </a:p>
      </dgm:t>
    </dgm:pt>
    <dgm:pt modelId="{EC422335-9150-4B50-A59F-93AAC3EA82ED}" type="parTrans" cxnId="{A013F045-7353-40AB-A4A2-7D86F37BF1E8}">
      <dgm:prSet/>
      <dgm:spPr/>
      <dgm:t>
        <a:bodyPr/>
        <a:lstStyle/>
        <a:p>
          <a:endParaRPr lang="en-GB"/>
        </a:p>
      </dgm:t>
    </dgm:pt>
    <dgm:pt modelId="{70BF6A5C-2A91-4E4D-97BE-6C1EA8EB602A}" type="sibTrans" cxnId="{A013F045-7353-40AB-A4A2-7D86F37BF1E8}">
      <dgm:prSet/>
      <dgm:spPr/>
      <dgm:t>
        <a:bodyPr/>
        <a:lstStyle/>
        <a:p>
          <a:endParaRPr lang="en-GB"/>
        </a:p>
      </dgm:t>
    </dgm:pt>
    <dgm:pt modelId="{9CA94D39-3CA6-4856-889A-7281067C6FEC}" type="pres">
      <dgm:prSet presAssocID="{D4AE6BCD-0D56-453D-8B93-AEB4EB60ED51}" presName="Name0" presStyleCnt="0">
        <dgm:presLayoutVars>
          <dgm:dir/>
          <dgm:animLvl val="lvl"/>
          <dgm:resizeHandles val="exact"/>
        </dgm:presLayoutVars>
      </dgm:prSet>
      <dgm:spPr/>
    </dgm:pt>
    <dgm:pt modelId="{0D055742-80CB-47A1-82F3-77307DA73BB3}" type="pres">
      <dgm:prSet presAssocID="{E52636F8-EB52-4A84-88B0-6A7B8CF5F797}" presName="linNode" presStyleCnt="0"/>
      <dgm:spPr/>
    </dgm:pt>
    <dgm:pt modelId="{36CC1953-3FD7-4483-9717-DDEC8FCF7191}" type="pres">
      <dgm:prSet presAssocID="{E52636F8-EB52-4A84-88B0-6A7B8CF5F797}" presName="parentText" presStyleLbl="node1" presStyleIdx="0" presStyleCnt="15">
        <dgm:presLayoutVars>
          <dgm:chMax val="1"/>
          <dgm:bulletEnabled val="1"/>
        </dgm:presLayoutVars>
      </dgm:prSet>
      <dgm:spPr>
        <a:xfrm>
          <a:off x="0" y="3048"/>
          <a:ext cx="3730107" cy="399257"/>
        </a:xfrm>
        <a:prstGeom prst="roundRect">
          <a:avLst/>
        </a:prstGeom>
      </dgm:spPr>
    </dgm:pt>
    <dgm:pt modelId="{4403E969-95C5-48B5-ACCF-0FF8D199495B}" type="pres">
      <dgm:prSet presAssocID="{E52636F8-EB52-4A84-88B0-6A7B8CF5F797}" presName="descendantText" presStyleLbl="alignAccFollowNode1" presStyleIdx="0" presStyleCnt="15">
        <dgm:presLayoutVars>
          <dgm:bulletEnabled val="1"/>
        </dgm:presLayoutVars>
      </dgm:prSet>
      <dgm:spPr/>
    </dgm:pt>
    <dgm:pt modelId="{D3BCC66E-4B20-4E5E-BF1D-136F4FF2802D}" type="pres">
      <dgm:prSet presAssocID="{94FF7E0E-FC75-49EF-B86F-A25916C2DACC}" presName="sp" presStyleCnt="0"/>
      <dgm:spPr/>
    </dgm:pt>
    <dgm:pt modelId="{9B0E87B0-220E-4138-95F7-FA89E8E617EE}" type="pres">
      <dgm:prSet presAssocID="{519280F7-7628-4427-8D99-8BEA3E6DF619}" presName="linNode" presStyleCnt="0"/>
      <dgm:spPr/>
    </dgm:pt>
    <dgm:pt modelId="{284523C8-A35D-47BD-9062-5554B83E22A4}" type="pres">
      <dgm:prSet presAssocID="{519280F7-7628-4427-8D99-8BEA3E6DF619}" presName="parentText" presStyleLbl="node1" presStyleIdx="1" presStyleCnt="15">
        <dgm:presLayoutVars>
          <dgm:chMax val="1"/>
          <dgm:bulletEnabled val="1"/>
        </dgm:presLayoutVars>
      </dgm:prSet>
      <dgm:spPr/>
    </dgm:pt>
    <dgm:pt modelId="{321D45C5-E096-47DB-A92E-2CD9DB2037B7}" type="pres">
      <dgm:prSet presAssocID="{519280F7-7628-4427-8D99-8BEA3E6DF619}" presName="descendantText" presStyleLbl="alignAccFollowNode1" presStyleIdx="1" presStyleCnt="15">
        <dgm:presLayoutVars>
          <dgm:bulletEnabled val="1"/>
        </dgm:presLayoutVars>
      </dgm:prSet>
      <dgm:spPr/>
    </dgm:pt>
    <dgm:pt modelId="{FF6BC2E6-C210-40BB-9782-1F99BBDDDE04}" type="pres">
      <dgm:prSet presAssocID="{1C1CC9FE-7F9A-46D7-9295-121B89D7BCA1}" presName="sp" presStyleCnt="0"/>
      <dgm:spPr/>
    </dgm:pt>
    <dgm:pt modelId="{9CCFA966-3E6C-4338-80FC-35411C1A2BCC}" type="pres">
      <dgm:prSet presAssocID="{7C47D506-136E-4947-851F-F16BA6950347}" presName="linNode" presStyleCnt="0"/>
      <dgm:spPr/>
    </dgm:pt>
    <dgm:pt modelId="{8BB1014C-9FA7-4CE0-A50C-FB8882EAE3C5}" type="pres">
      <dgm:prSet presAssocID="{7C47D506-136E-4947-851F-F16BA6950347}" presName="parentText" presStyleLbl="node1" presStyleIdx="2" presStyleCnt="15">
        <dgm:presLayoutVars>
          <dgm:chMax val="1"/>
          <dgm:bulletEnabled val="1"/>
        </dgm:presLayoutVars>
      </dgm:prSet>
      <dgm:spPr/>
    </dgm:pt>
    <dgm:pt modelId="{7EE2B84A-CE77-4462-B729-68FE1CC0C92D}" type="pres">
      <dgm:prSet presAssocID="{7C47D506-136E-4947-851F-F16BA6950347}" presName="descendantText" presStyleLbl="alignAccFollowNode1" presStyleIdx="2" presStyleCnt="15">
        <dgm:presLayoutVars>
          <dgm:bulletEnabled val="1"/>
        </dgm:presLayoutVars>
      </dgm:prSet>
      <dgm:spPr/>
    </dgm:pt>
    <dgm:pt modelId="{8E122013-9BC1-4661-88C4-6D2540380AD3}" type="pres">
      <dgm:prSet presAssocID="{4A560DFA-81F8-42B4-930E-1134023CDEEB}" presName="sp" presStyleCnt="0"/>
      <dgm:spPr/>
    </dgm:pt>
    <dgm:pt modelId="{79CD74E9-D809-436F-879F-C414C32C3B7F}" type="pres">
      <dgm:prSet presAssocID="{54B501E2-7117-48A1-B422-DC3F63CBA0C2}" presName="linNode" presStyleCnt="0"/>
      <dgm:spPr/>
    </dgm:pt>
    <dgm:pt modelId="{337FD514-BCE1-4CC0-A6AE-6A60EA970BAA}" type="pres">
      <dgm:prSet presAssocID="{54B501E2-7117-48A1-B422-DC3F63CBA0C2}" presName="parentText" presStyleLbl="node1" presStyleIdx="3" presStyleCnt="15">
        <dgm:presLayoutVars>
          <dgm:chMax val="1"/>
          <dgm:bulletEnabled val="1"/>
        </dgm:presLayoutVars>
      </dgm:prSet>
      <dgm:spPr/>
    </dgm:pt>
    <dgm:pt modelId="{503AFF98-53A1-43F1-8795-313D8F7E5264}" type="pres">
      <dgm:prSet presAssocID="{54B501E2-7117-48A1-B422-DC3F63CBA0C2}" presName="descendantText" presStyleLbl="alignAccFollowNode1" presStyleIdx="3" presStyleCnt="15">
        <dgm:presLayoutVars>
          <dgm:bulletEnabled val="1"/>
        </dgm:presLayoutVars>
      </dgm:prSet>
      <dgm:spPr/>
    </dgm:pt>
    <dgm:pt modelId="{A7C36C9F-C0EF-41F9-850C-310B66B3D0CA}" type="pres">
      <dgm:prSet presAssocID="{22900D2E-F0F2-4430-9239-2C16523FA8A1}" presName="sp" presStyleCnt="0"/>
      <dgm:spPr/>
    </dgm:pt>
    <dgm:pt modelId="{72A3A99F-65F4-4917-82CA-694A17C037BB}" type="pres">
      <dgm:prSet presAssocID="{E01F4A76-1D89-4639-96ED-A95977656CAA}" presName="linNode" presStyleCnt="0"/>
      <dgm:spPr/>
    </dgm:pt>
    <dgm:pt modelId="{59A9601E-C2D7-445F-A95B-9D53FB073F1F}" type="pres">
      <dgm:prSet presAssocID="{E01F4A76-1D89-4639-96ED-A95977656CAA}" presName="parentText" presStyleLbl="node1" presStyleIdx="4" presStyleCnt="15">
        <dgm:presLayoutVars>
          <dgm:chMax val="1"/>
          <dgm:bulletEnabled val="1"/>
        </dgm:presLayoutVars>
      </dgm:prSet>
      <dgm:spPr/>
    </dgm:pt>
    <dgm:pt modelId="{02650712-EB0F-42DC-A692-71588FBC38D8}" type="pres">
      <dgm:prSet presAssocID="{E01F4A76-1D89-4639-96ED-A95977656CAA}" presName="descendantText" presStyleLbl="alignAccFollowNode1" presStyleIdx="4" presStyleCnt="15">
        <dgm:presLayoutVars>
          <dgm:bulletEnabled val="1"/>
        </dgm:presLayoutVars>
      </dgm:prSet>
      <dgm:spPr/>
    </dgm:pt>
    <dgm:pt modelId="{E7C9C0BA-229A-4599-8D94-9D9B25F872C2}" type="pres">
      <dgm:prSet presAssocID="{CCBD9653-A588-4BE4-AE0B-324376061265}" presName="sp" presStyleCnt="0"/>
      <dgm:spPr/>
    </dgm:pt>
    <dgm:pt modelId="{48A7B3D9-F744-45F8-AF18-D3AD7D07A4AF}" type="pres">
      <dgm:prSet presAssocID="{3FB6CB80-3680-46A1-9F08-5AD4B5AC819C}" presName="linNode" presStyleCnt="0"/>
      <dgm:spPr/>
    </dgm:pt>
    <dgm:pt modelId="{11433F9A-1AE2-4F2E-AD73-72179B1E5AF5}" type="pres">
      <dgm:prSet presAssocID="{3FB6CB80-3680-46A1-9F08-5AD4B5AC819C}" presName="parentText" presStyleLbl="node1" presStyleIdx="5" presStyleCnt="15">
        <dgm:presLayoutVars>
          <dgm:chMax val="1"/>
          <dgm:bulletEnabled val="1"/>
        </dgm:presLayoutVars>
      </dgm:prSet>
      <dgm:spPr/>
    </dgm:pt>
    <dgm:pt modelId="{AF91CCC8-937A-40A9-9E38-D73CA0A35F4F}" type="pres">
      <dgm:prSet presAssocID="{3FB6CB80-3680-46A1-9F08-5AD4B5AC819C}" presName="descendantText" presStyleLbl="alignAccFollowNode1" presStyleIdx="5" presStyleCnt="15">
        <dgm:presLayoutVars>
          <dgm:bulletEnabled val="1"/>
        </dgm:presLayoutVars>
      </dgm:prSet>
      <dgm:spPr/>
    </dgm:pt>
    <dgm:pt modelId="{50E740AE-B316-4F49-B095-FAFF5D3FBDA3}" type="pres">
      <dgm:prSet presAssocID="{3E7F05EA-5FE7-4580-96BB-810A48E0CDFB}" presName="sp" presStyleCnt="0"/>
      <dgm:spPr/>
    </dgm:pt>
    <dgm:pt modelId="{0BE19FEB-CCAF-41D8-B0F3-EE6EE37B6613}" type="pres">
      <dgm:prSet presAssocID="{F0126D46-D7F5-4C85-A81C-71271E5E828B}" presName="linNode" presStyleCnt="0"/>
      <dgm:spPr/>
    </dgm:pt>
    <dgm:pt modelId="{BC0C95F1-2308-4CD8-AFE0-734C36BF9C89}" type="pres">
      <dgm:prSet presAssocID="{F0126D46-D7F5-4C85-A81C-71271E5E828B}" presName="parentText" presStyleLbl="node1" presStyleIdx="6" presStyleCnt="15">
        <dgm:presLayoutVars>
          <dgm:chMax val="1"/>
          <dgm:bulletEnabled val="1"/>
        </dgm:presLayoutVars>
      </dgm:prSet>
      <dgm:spPr/>
    </dgm:pt>
    <dgm:pt modelId="{17C3541B-3BEE-4976-A790-DCA7D689DC9B}" type="pres">
      <dgm:prSet presAssocID="{F0126D46-D7F5-4C85-A81C-71271E5E828B}" presName="descendantText" presStyleLbl="alignAccFollowNode1" presStyleIdx="6" presStyleCnt="15">
        <dgm:presLayoutVars>
          <dgm:bulletEnabled val="1"/>
        </dgm:presLayoutVars>
      </dgm:prSet>
      <dgm:spPr/>
    </dgm:pt>
    <dgm:pt modelId="{26E6C2EC-D370-4329-9F4A-F13A78E42D97}" type="pres">
      <dgm:prSet presAssocID="{6A0CCA06-E416-4C4F-A429-6FFB4287DCC9}" presName="sp" presStyleCnt="0"/>
      <dgm:spPr/>
    </dgm:pt>
    <dgm:pt modelId="{39C1B15D-4A3A-472A-BD3C-6B80DF63EDD4}" type="pres">
      <dgm:prSet presAssocID="{DD758263-0B14-4FDE-A986-D9D2A4C1B903}" presName="linNode" presStyleCnt="0"/>
      <dgm:spPr/>
    </dgm:pt>
    <dgm:pt modelId="{C8A30BD0-FF91-426F-8733-8C22E5DE7824}" type="pres">
      <dgm:prSet presAssocID="{DD758263-0B14-4FDE-A986-D9D2A4C1B903}" presName="parentText" presStyleLbl="node1" presStyleIdx="7" presStyleCnt="15">
        <dgm:presLayoutVars>
          <dgm:chMax val="1"/>
          <dgm:bulletEnabled val="1"/>
        </dgm:presLayoutVars>
      </dgm:prSet>
      <dgm:spPr/>
    </dgm:pt>
    <dgm:pt modelId="{9661882E-14AB-43F1-A073-B1B24BF49095}" type="pres">
      <dgm:prSet presAssocID="{DD758263-0B14-4FDE-A986-D9D2A4C1B903}" presName="descendantText" presStyleLbl="alignAccFollowNode1" presStyleIdx="7" presStyleCnt="15">
        <dgm:presLayoutVars>
          <dgm:bulletEnabled val="1"/>
        </dgm:presLayoutVars>
      </dgm:prSet>
      <dgm:spPr/>
    </dgm:pt>
    <dgm:pt modelId="{EED5257D-BA91-4424-979E-B5BE4FAB4EDB}" type="pres">
      <dgm:prSet presAssocID="{8364C309-C464-4B8C-AC25-CA8EAC4E6C99}" presName="sp" presStyleCnt="0"/>
      <dgm:spPr/>
    </dgm:pt>
    <dgm:pt modelId="{169B6517-C582-468B-BDD8-C5DE946F980E}" type="pres">
      <dgm:prSet presAssocID="{3D8CC209-6DDB-477A-BC8D-18682591DFFB}" presName="linNode" presStyleCnt="0"/>
      <dgm:spPr/>
    </dgm:pt>
    <dgm:pt modelId="{7111CDB4-6251-47D5-81E7-395426AC2D6C}" type="pres">
      <dgm:prSet presAssocID="{3D8CC209-6DDB-477A-BC8D-18682591DFFB}" presName="parentText" presStyleLbl="node1" presStyleIdx="8" presStyleCnt="15">
        <dgm:presLayoutVars>
          <dgm:chMax val="1"/>
          <dgm:bulletEnabled val="1"/>
        </dgm:presLayoutVars>
      </dgm:prSet>
      <dgm:spPr/>
    </dgm:pt>
    <dgm:pt modelId="{B4792B47-A2A6-4DDE-AE44-82E50FC550E7}" type="pres">
      <dgm:prSet presAssocID="{3D8CC209-6DDB-477A-BC8D-18682591DFFB}" presName="descendantText" presStyleLbl="alignAccFollowNode1" presStyleIdx="8" presStyleCnt="15">
        <dgm:presLayoutVars>
          <dgm:bulletEnabled val="1"/>
        </dgm:presLayoutVars>
      </dgm:prSet>
      <dgm:spPr/>
    </dgm:pt>
    <dgm:pt modelId="{EFE9ECD8-CDD0-48FF-A335-27FB3975FC55}" type="pres">
      <dgm:prSet presAssocID="{2256BE55-81AC-4F59-B731-8BC162FC38F8}" presName="sp" presStyleCnt="0"/>
      <dgm:spPr/>
    </dgm:pt>
    <dgm:pt modelId="{075E91E6-09EA-44F8-8B48-FBC694D43DFD}" type="pres">
      <dgm:prSet presAssocID="{56B10537-C552-4F41-9A6D-506DF441BD0B}" presName="linNode" presStyleCnt="0"/>
      <dgm:spPr/>
    </dgm:pt>
    <dgm:pt modelId="{2AF7F82B-B5CD-47DA-88C9-8651A2DA7F53}" type="pres">
      <dgm:prSet presAssocID="{56B10537-C552-4F41-9A6D-506DF441BD0B}" presName="parentText" presStyleLbl="node1" presStyleIdx="9" presStyleCnt="15">
        <dgm:presLayoutVars>
          <dgm:chMax val="1"/>
          <dgm:bulletEnabled val="1"/>
        </dgm:presLayoutVars>
      </dgm:prSet>
      <dgm:spPr/>
    </dgm:pt>
    <dgm:pt modelId="{D8612A6E-9E17-4249-9A55-EACA36AC0644}" type="pres">
      <dgm:prSet presAssocID="{56B10537-C552-4F41-9A6D-506DF441BD0B}" presName="descendantText" presStyleLbl="alignAccFollowNode1" presStyleIdx="9" presStyleCnt="15">
        <dgm:presLayoutVars>
          <dgm:bulletEnabled val="1"/>
        </dgm:presLayoutVars>
      </dgm:prSet>
      <dgm:spPr/>
    </dgm:pt>
    <dgm:pt modelId="{5B818826-611F-4E1D-BFA7-1C3C289B0AC8}" type="pres">
      <dgm:prSet presAssocID="{37A1CEF3-C1FC-4FE3-A811-5DCD2584CFFF}" presName="sp" presStyleCnt="0"/>
      <dgm:spPr/>
    </dgm:pt>
    <dgm:pt modelId="{E0AB75CE-3925-4DC4-8140-F3D57648040C}" type="pres">
      <dgm:prSet presAssocID="{C58FF442-1C7B-458A-9CA2-427C4F27AC07}" presName="linNode" presStyleCnt="0"/>
      <dgm:spPr/>
    </dgm:pt>
    <dgm:pt modelId="{97B982F4-6D96-4FC7-8937-F2E41E3F6C2E}" type="pres">
      <dgm:prSet presAssocID="{C58FF442-1C7B-458A-9CA2-427C4F27AC07}" presName="parentText" presStyleLbl="node1" presStyleIdx="10" presStyleCnt="15">
        <dgm:presLayoutVars>
          <dgm:chMax val="1"/>
          <dgm:bulletEnabled val="1"/>
        </dgm:presLayoutVars>
      </dgm:prSet>
      <dgm:spPr/>
    </dgm:pt>
    <dgm:pt modelId="{4BCFC6A1-6E50-4043-AC9B-289328583CA8}" type="pres">
      <dgm:prSet presAssocID="{C58FF442-1C7B-458A-9CA2-427C4F27AC07}" presName="descendantText" presStyleLbl="alignAccFollowNode1" presStyleIdx="10" presStyleCnt="15">
        <dgm:presLayoutVars>
          <dgm:bulletEnabled val="1"/>
        </dgm:presLayoutVars>
      </dgm:prSet>
      <dgm:spPr/>
    </dgm:pt>
    <dgm:pt modelId="{A9068D74-49FF-43A0-89CB-0B49757BD32D}" type="pres">
      <dgm:prSet presAssocID="{30365527-E577-4662-BB83-7514EF51E515}" presName="sp" presStyleCnt="0"/>
      <dgm:spPr/>
    </dgm:pt>
    <dgm:pt modelId="{E8F2F0AC-FF73-4F05-AB8D-3BAD1A603A0C}" type="pres">
      <dgm:prSet presAssocID="{082A7A81-A72A-4B37-8567-6501C0B39CD3}" presName="linNode" presStyleCnt="0"/>
      <dgm:spPr/>
    </dgm:pt>
    <dgm:pt modelId="{A3C1A099-18CB-4E65-8D94-6FB75636654B}" type="pres">
      <dgm:prSet presAssocID="{082A7A81-A72A-4B37-8567-6501C0B39CD3}" presName="parentText" presStyleLbl="node1" presStyleIdx="11" presStyleCnt="15">
        <dgm:presLayoutVars>
          <dgm:chMax val="1"/>
          <dgm:bulletEnabled val="1"/>
        </dgm:presLayoutVars>
      </dgm:prSet>
      <dgm:spPr/>
    </dgm:pt>
    <dgm:pt modelId="{7522EB32-B39E-426D-974D-002D3E926871}" type="pres">
      <dgm:prSet presAssocID="{082A7A81-A72A-4B37-8567-6501C0B39CD3}" presName="descendantText" presStyleLbl="alignAccFollowNode1" presStyleIdx="11" presStyleCnt="15" custScaleY="138334">
        <dgm:presLayoutVars>
          <dgm:bulletEnabled val="1"/>
        </dgm:presLayoutVars>
      </dgm:prSet>
      <dgm:spPr/>
    </dgm:pt>
    <dgm:pt modelId="{265F9133-63D5-46AF-B56A-6948E50C3783}" type="pres">
      <dgm:prSet presAssocID="{C1F476B8-8B28-439D-9CC0-3406EB8E0F88}" presName="sp" presStyleCnt="0"/>
      <dgm:spPr/>
    </dgm:pt>
    <dgm:pt modelId="{1E09F98E-7358-4C01-B889-40B88E2A2056}" type="pres">
      <dgm:prSet presAssocID="{D10DB0B3-5D47-4E42-B6EF-B96D6F4C22C1}" presName="linNode" presStyleCnt="0"/>
      <dgm:spPr/>
    </dgm:pt>
    <dgm:pt modelId="{1DC61338-71AF-4056-9300-35477E43C160}" type="pres">
      <dgm:prSet presAssocID="{D10DB0B3-5D47-4E42-B6EF-B96D6F4C22C1}" presName="parentText" presStyleLbl="node1" presStyleIdx="12" presStyleCnt="15">
        <dgm:presLayoutVars>
          <dgm:chMax val="1"/>
          <dgm:bulletEnabled val="1"/>
        </dgm:presLayoutVars>
      </dgm:prSet>
      <dgm:spPr/>
    </dgm:pt>
    <dgm:pt modelId="{04596C73-4E68-4A5E-9C3D-4DEEFD22E74A}" type="pres">
      <dgm:prSet presAssocID="{D10DB0B3-5D47-4E42-B6EF-B96D6F4C22C1}" presName="descendantText" presStyleLbl="alignAccFollowNode1" presStyleIdx="12" presStyleCnt="15" custScaleY="121100">
        <dgm:presLayoutVars>
          <dgm:bulletEnabled val="1"/>
        </dgm:presLayoutVars>
      </dgm:prSet>
      <dgm:spPr/>
    </dgm:pt>
    <dgm:pt modelId="{B16E82C4-DA71-4ADC-8D11-DEF6DA19BE95}" type="pres">
      <dgm:prSet presAssocID="{70BF6A5C-2A91-4E4D-97BE-6C1EA8EB602A}" presName="sp" presStyleCnt="0"/>
      <dgm:spPr/>
    </dgm:pt>
    <dgm:pt modelId="{4872ADDA-58ED-4F42-ACD7-35E19378246F}" type="pres">
      <dgm:prSet presAssocID="{759B67AA-2F0E-404C-89E0-DF26C9F9D57F}" presName="linNode" presStyleCnt="0"/>
      <dgm:spPr/>
    </dgm:pt>
    <dgm:pt modelId="{1D92DDD4-EF7A-43CF-96E4-7146B199DFE9}" type="pres">
      <dgm:prSet presAssocID="{759B67AA-2F0E-404C-89E0-DF26C9F9D57F}" presName="parentText" presStyleLbl="node1" presStyleIdx="13" presStyleCnt="15">
        <dgm:presLayoutVars>
          <dgm:chMax val="1"/>
          <dgm:bulletEnabled val="1"/>
        </dgm:presLayoutVars>
      </dgm:prSet>
      <dgm:spPr/>
    </dgm:pt>
    <dgm:pt modelId="{707BA35E-C23C-4B51-B6D2-4C5EC56A3ABD}" type="pres">
      <dgm:prSet presAssocID="{759B67AA-2F0E-404C-89E0-DF26C9F9D57F}" presName="descendantText" presStyleLbl="alignAccFollowNode1" presStyleIdx="13" presStyleCnt="15">
        <dgm:presLayoutVars>
          <dgm:bulletEnabled val="1"/>
        </dgm:presLayoutVars>
      </dgm:prSet>
      <dgm:spPr/>
    </dgm:pt>
    <dgm:pt modelId="{C9ED2131-43F8-4DB7-AACB-095ADC5FA898}" type="pres">
      <dgm:prSet presAssocID="{834D1899-9000-4B03-9FCF-58ECDC94CCD6}" presName="sp" presStyleCnt="0"/>
      <dgm:spPr/>
    </dgm:pt>
    <dgm:pt modelId="{48452A65-35E0-434F-A6E8-E1473B5D5DA3}" type="pres">
      <dgm:prSet presAssocID="{56A8AAEF-4775-4785-BB4A-E93096F2D14F}" presName="linNode" presStyleCnt="0"/>
      <dgm:spPr/>
    </dgm:pt>
    <dgm:pt modelId="{7900C714-4632-48D9-A231-19DAC4B83838}" type="pres">
      <dgm:prSet presAssocID="{56A8AAEF-4775-4785-BB4A-E93096F2D14F}" presName="parentText" presStyleLbl="node1" presStyleIdx="14" presStyleCnt="15">
        <dgm:presLayoutVars>
          <dgm:chMax val="1"/>
          <dgm:bulletEnabled val="1"/>
        </dgm:presLayoutVars>
      </dgm:prSet>
      <dgm:spPr/>
    </dgm:pt>
    <dgm:pt modelId="{D490923A-FDA2-47A4-A6EF-8BED616299EF}" type="pres">
      <dgm:prSet presAssocID="{56A8AAEF-4775-4785-BB4A-E93096F2D14F}" presName="descendantText" presStyleLbl="alignAccFollowNode1" presStyleIdx="14" presStyleCnt="15">
        <dgm:presLayoutVars>
          <dgm:bulletEnabled val="1"/>
        </dgm:presLayoutVars>
      </dgm:prSet>
      <dgm:spPr/>
    </dgm:pt>
  </dgm:ptLst>
  <dgm:cxnLst>
    <dgm:cxn modelId="{9BD7A800-969D-4F63-8EBE-F56296938D9D}" type="presOf" srcId="{DAC97C0D-5216-407E-9BDE-533B3EDCC8C3}" destId="{9661882E-14AB-43F1-A073-B1B24BF49095}" srcOrd="0" destOrd="0" presId="urn:microsoft.com/office/officeart/2005/8/layout/vList5"/>
    <dgm:cxn modelId="{88223805-4CD6-4C73-953C-E08699FE41C8}" type="presOf" srcId="{56A8AAEF-4775-4785-BB4A-E93096F2D14F}" destId="{7900C714-4632-48D9-A231-19DAC4B83838}" srcOrd="0" destOrd="0" presId="urn:microsoft.com/office/officeart/2005/8/layout/vList5"/>
    <dgm:cxn modelId="{10AAEB06-C699-4409-86B8-1D5EC3BC174D}" type="presOf" srcId="{EA9F4BBF-1558-4578-8D2B-BF0E67FB86E4}" destId="{D490923A-FDA2-47A4-A6EF-8BED616299EF}" srcOrd="0" destOrd="0" presId="urn:microsoft.com/office/officeart/2005/8/layout/vList5"/>
    <dgm:cxn modelId="{01507308-7CD6-408A-98B2-9E5BE9972E9B}" type="presOf" srcId="{C58FF442-1C7B-458A-9CA2-427C4F27AC07}" destId="{97B982F4-6D96-4FC7-8937-F2E41E3F6C2E}" srcOrd="0" destOrd="0" presId="urn:microsoft.com/office/officeart/2005/8/layout/vList5"/>
    <dgm:cxn modelId="{AF98560B-B347-461B-96CE-F2261C3EB430}" srcId="{E52636F8-EB52-4A84-88B0-6A7B8CF5F797}" destId="{84802377-002A-4C5F-B4AA-BB1581D62536}" srcOrd="0" destOrd="0" parTransId="{FDA1DDCD-AECB-4377-952F-316A48BFEC39}" sibTransId="{23C7A202-3C40-46BC-9DE8-E5D085A16A8C}"/>
    <dgm:cxn modelId="{B1DD280D-EB55-4184-932E-10B702999963}" type="presOf" srcId="{D4AE6BCD-0D56-453D-8B93-AEB4EB60ED51}" destId="{9CA94D39-3CA6-4856-889A-7281067C6FEC}" srcOrd="0" destOrd="0" presId="urn:microsoft.com/office/officeart/2005/8/layout/vList5"/>
    <dgm:cxn modelId="{9A39B70F-7705-4820-8E82-1065F6D29FE2}" type="presOf" srcId="{0F06907D-9BA3-4108-B756-86385024BA7C}" destId="{B4792B47-A2A6-4DDE-AE44-82E50FC550E7}" srcOrd="0" destOrd="0" presId="urn:microsoft.com/office/officeart/2005/8/layout/vList5"/>
    <dgm:cxn modelId="{DD478117-19C0-4CE4-AF68-10522882DE07}" srcId="{D4AE6BCD-0D56-453D-8B93-AEB4EB60ED51}" destId="{3D8CC209-6DDB-477A-BC8D-18682591DFFB}" srcOrd="8" destOrd="0" parTransId="{C8701B82-AF31-4C09-B041-D295CEA0603E}" sibTransId="{2256BE55-81AC-4F59-B731-8BC162FC38F8}"/>
    <dgm:cxn modelId="{F469DC17-F98A-442E-BE83-CC2EB7FC519A}" type="presOf" srcId="{56925F8D-643D-4E16-B0CC-936C4D2E970E}" destId="{02650712-EB0F-42DC-A692-71588FBC38D8}" srcOrd="0" destOrd="0" presId="urn:microsoft.com/office/officeart/2005/8/layout/vList5"/>
    <dgm:cxn modelId="{1D9FC81D-B2D4-489E-884C-967A3AEA9278}" srcId="{D4AE6BCD-0D56-453D-8B93-AEB4EB60ED51}" destId="{56B10537-C552-4F41-9A6D-506DF441BD0B}" srcOrd="9" destOrd="0" parTransId="{685EE92B-DA6D-4ECE-8251-54DEAB17041D}" sibTransId="{37A1CEF3-C1FC-4FE3-A811-5DCD2584CFFF}"/>
    <dgm:cxn modelId="{4AD56122-2362-4269-BB9B-370867658988}" type="presOf" srcId="{679D09C8-7477-4245-A56C-FBBD9E2C9054}" destId="{D8612A6E-9E17-4249-9A55-EACA36AC0644}" srcOrd="0" destOrd="0" presId="urn:microsoft.com/office/officeart/2005/8/layout/vList5"/>
    <dgm:cxn modelId="{C4892B23-F5EE-4684-8298-97F991BC1BA1}" type="presOf" srcId="{90BF0E12-C226-4FB0-9932-FBEEA36E2C94}" destId="{04596C73-4E68-4A5E-9C3D-4DEEFD22E74A}" srcOrd="0" destOrd="0" presId="urn:microsoft.com/office/officeart/2005/8/layout/vList5"/>
    <dgm:cxn modelId="{4D4FD423-0051-493F-9F2B-0BB31276AAAD}" srcId="{D4AE6BCD-0D56-453D-8B93-AEB4EB60ED51}" destId="{DD758263-0B14-4FDE-A986-D9D2A4C1B903}" srcOrd="7" destOrd="0" parTransId="{C3683451-E391-4A6B-986A-4C5FAA9F88D2}" sibTransId="{8364C309-C464-4B8C-AC25-CA8EAC4E6C99}"/>
    <dgm:cxn modelId="{D2F82226-0AF7-4E40-9C22-C8B4E9C48A57}" type="presOf" srcId="{E52636F8-EB52-4A84-88B0-6A7B8CF5F797}" destId="{36CC1953-3FD7-4483-9717-DDEC8FCF7191}" srcOrd="0" destOrd="0" presId="urn:microsoft.com/office/officeart/2005/8/layout/vList5"/>
    <dgm:cxn modelId="{31F38B32-B93B-4A55-BB0D-3F7A27031A51}" type="presOf" srcId="{D10DB0B3-5D47-4E42-B6EF-B96D6F4C22C1}" destId="{1DC61338-71AF-4056-9300-35477E43C160}" srcOrd="0" destOrd="0" presId="urn:microsoft.com/office/officeart/2005/8/layout/vList5"/>
    <dgm:cxn modelId="{9DEF1334-5BD7-43E2-9828-B756A12863B6}" srcId="{DD758263-0B14-4FDE-A986-D9D2A4C1B903}" destId="{DAC97C0D-5216-407E-9BDE-533B3EDCC8C3}" srcOrd="0" destOrd="0" parTransId="{00A6E24F-A57A-4AD4-B512-79799202099F}" sibTransId="{9AC9AE46-2DDE-4889-9492-78829E3A9556}"/>
    <dgm:cxn modelId="{2E827339-A3CC-4E76-8FBC-7786B6B35DD5}" type="presOf" srcId="{A6EC7119-4F27-4292-AEA6-A651871AB7B4}" destId="{707BA35E-C23C-4B51-B6D2-4C5EC56A3ABD}" srcOrd="0" destOrd="0" presId="urn:microsoft.com/office/officeart/2005/8/layout/vList5"/>
    <dgm:cxn modelId="{6E5AF43F-9205-47BD-97EE-C4F57F9DF0E0}" srcId="{D4AE6BCD-0D56-453D-8B93-AEB4EB60ED51}" destId="{7C47D506-136E-4947-851F-F16BA6950347}" srcOrd="2" destOrd="0" parTransId="{0D6981C4-C7BD-484F-890F-1EDB39F3BEF3}" sibTransId="{4A560DFA-81F8-42B4-930E-1134023CDEEB}"/>
    <dgm:cxn modelId="{7ECD265C-92FF-4B1B-8829-81A482D0D8D7}" type="presOf" srcId="{8F229605-F471-4D12-8B3A-F15B5329D290}" destId="{503AFF98-53A1-43F1-8795-313D8F7E5264}" srcOrd="0" destOrd="0" presId="urn:microsoft.com/office/officeart/2005/8/layout/vList5"/>
    <dgm:cxn modelId="{DA70D25E-D161-4F57-A465-FD817800777E}" type="presOf" srcId="{894BE2F0-305F-4435-B4EF-E9F7227E7E15}" destId="{7EE2B84A-CE77-4462-B729-68FE1CC0C92D}" srcOrd="0" destOrd="0" presId="urn:microsoft.com/office/officeart/2005/8/layout/vList5"/>
    <dgm:cxn modelId="{73D0A960-E86B-4A0E-B66D-EAF22E2A9256}" srcId="{56B10537-C552-4F41-9A6D-506DF441BD0B}" destId="{679D09C8-7477-4245-A56C-FBBD9E2C9054}" srcOrd="0" destOrd="0" parTransId="{4B937133-3FC7-4304-836D-C7311C2857E2}" sibTransId="{480EF8F8-A468-45A4-8EC0-A09446C0A493}"/>
    <dgm:cxn modelId="{0D699762-7856-4EB9-910F-2A80AAD09976}" type="presOf" srcId="{84802377-002A-4C5F-B4AA-BB1581D62536}" destId="{4403E969-95C5-48B5-ACCF-0FF8D199495B}" srcOrd="0" destOrd="0" presId="urn:microsoft.com/office/officeart/2005/8/layout/vList5"/>
    <dgm:cxn modelId="{0A81B864-24D5-4085-A0E4-DF46C10CF4BF}" srcId="{082A7A81-A72A-4B37-8567-6501C0B39CD3}" destId="{11397F5A-0D5C-4701-9492-FDEA4DBD7257}" srcOrd="0" destOrd="0" parTransId="{0E791EE2-AF1A-4ABE-927D-80BF974BDD25}" sibTransId="{F917CE21-76C3-4562-BB7F-551FF73C645A}"/>
    <dgm:cxn modelId="{A013F045-7353-40AB-A4A2-7D86F37BF1E8}" srcId="{D4AE6BCD-0D56-453D-8B93-AEB4EB60ED51}" destId="{D10DB0B3-5D47-4E42-B6EF-B96D6F4C22C1}" srcOrd="12" destOrd="0" parTransId="{EC422335-9150-4B50-A59F-93AAC3EA82ED}" sibTransId="{70BF6A5C-2A91-4E4D-97BE-6C1EA8EB602A}"/>
    <dgm:cxn modelId="{4AC83368-5E5C-4D87-A135-10E7F69E3679}" type="presOf" srcId="{7C47D506-136E-4947-851F-F16BA6950347}" destId="{8BB1014C-9FA7-4CE0-A50C-FB8882EAE3C5}" srcOrd="0" destOrd="0" presId="urn:microsoft.com/office/officeart/2005/8/layout/vList5"/>
    <dgm:cxn modelId="{A89C8C68-673C-4907-BA8F-D21F7FC349A2}" type="presOf" srcId="{E01F4A76-1D89-4639-96ED-A95977656CAA}" destId="{59A9601E-C2D7-445F-A95B-9D53FB073F1F}" srcOrd="0" destOrd="0" presId="urn:microsoft.com/office/officeart/2005/8/layout/vList5"/>
    <dgm:cxn modelId="{E5201D49-5F6D-4D90-BD23-B5F1FD2CA561}" srcId="{519280F7-7628-4427-8D99-8BEA3E6DF619}" destId="{CBB5115D-FFC2-4783-9CCC-12558F2BA30B}" srcOrd="0" destOrd="0" parTransId="{3A5EAB4D-D96F-4B2B-A63E-B1D382B15180}" sibTransId="{F1975721-A8F2-4426-A5A5-59343C1CC0B7}"/>
    <dgm:cxn modelId="{2ABAE769-F4DC-4D6C-9602-CE7A504D41EE}" type="presOf" srcId="{3D8CC209-6DDB-477A-BC8D-18682591DFFB}" destId="{7111CDB4-6251-47D5-81E7-395426AC2D6C}" srcOrd="0" destOrd="0" presId="urn:microsoft.com/office/officeart/2005/8/layout/vList5"/>
    <dgm:cxn modelId="{AA87214A-9F93-4DA8-A455-AE7B1B7552A0}" srcId="{3D8CC209-6DDB-477A-BC8D-18682591DFFB}" destId="{0F06907D-9BA3-4108-B756-86385024BA7C}" srcOrd="0" destOrd="0" parTransId="{7DE5C7AF-DA36-46C2-82F0-2FF521502D44}" sibTransId="{4A1369E7-5C6B-45CE-A464-66D92AE43ADA}"/>
    <dgm:cxn modelId="{1450514F-EE6A-4B83-8EE1-0D0122078EBC}" srcId="{D4AE6BCD-0D56-453D-8B93-AEB4EB60ED51}" destId="{F0126D46-D7F5-4C85-A81C-71271E5E828B}" srcOrd="6" destOrd="0" parTransId="{2B84499F-072C-4EF3-BA14-C7C71419D01C}" sibTransId="{6A0CCA06-E416-4C4F-A429-6FFB4287DCC9}"/>
    <dgm:cxn modelId="{DBD5D16F-4C7A-449C-970E-F0129C8C32E4}" type="presOf" srcId="{3FB6CB80-3680-46A1-9F08-5AD4B5AC819C}" destId="{11433F9A-1AE2-4F2E-AD73-72179B1E5AF5}" srcOrd="0" destOrd="0" presId="urn:microsoft.com/office/officeart/2005/8/layout/vList5"/>
    <dgm:cxn modelId="{9458A771-87A6-4C9A-B008-14C383390A7A}" srcId="{759B67AA-2F0E-404C-89E0-DF26C9F9D57F}" destId="{A6EC7119-4F27-4292-AEA6-A651871AB7B4}" srcOrd="0" destOrd="0" parTransId="{AF0F00AD-179D-4DF3-B3FE-E9C5AB1395D6}" sibTransId="{0BB10B57-6C97-47D5-B35B-8184800A0A68}"/>
    <dgm:cxn modelId="{489A4B52-7FF3-4FD9-91FA-13241E6B8E91}" srcId="{D4AE6BCD-0D56-453D-8B93-AEB4EB60ED51}" destId="{54B501E2-7117-48A1-B422-DC3F63CBA0C2}" srcOrd="3" destOrd="0" parTransId="{EC1435A4-2D13-4E2F-B436-B4899F283A83}" sibTransId="{22900D2E-F0F2-4430-9239-2C16523FA8A1}"/>
    <dgm:cxn modelId="{213D7555-CCF1-4E5F-9F85-C4D9E6378703}" srcId="{56A8AAEF-4775-4785-BB4A-E93096F2D14F}" destId="{EA9F4BBF-1558-4578-8D2B-BF0E67FB86E4}" srcOrd="0" destOrd="0" parTransId="{F18A2511-9263-4233-998E-28B3A365502B}" sibTransId="{CA0FB040-21E9-45B7-B90F-4854F6D0D0C3}"/>
    <dgm:cxn modelId="{23EF2C56-C831-4B4A-8AEB-289D18188FA3}" type="presOf" srcId="{DD758263-0B14-4FDE-A986-D9D2A4C1B903}" destId="{C8A30BD0-FF91-426F-8733-8C22E5DE7824}" srcOrd="0" destOrd="0" presId="urn:microsoft.com/office/officeart/2005/8/layout/vList5"/>
    <dgm:cxn modelId="{E63D4658-6A6E-4500-A422-C2B2218A51D2}" type="presOf" srcId="{759B67AA-2F0E-404C-89E0-DF26C9F9D57F}" destId="{1D92DDD4-EF7A-43CF-96E4-7146B199DFE9}" srcOrd="0" destOrd="0" presId="urn:microsoft.com/office/officeart/2005/8/layout/vList5"/>
    <dgm:cxn modelId="{89AAA979-CE6E-46A8-BCF5-81F44F977ECC}" type="presOf" srcId="{8F227D99-32C3-4A23-8A14-CE7D34B55FFF}" destId="{4BCFC6A1-6E50-4043-AC9B-289328583CA8}" srcOrd="0" destOrd="0" presId="urn:microsoft.com/office/officeart/2005/8/layout/vList5"/>
    <dgm:cxn modelId="{8CBA137E-E991-40F3-8009-3E97170B9559}" srcId="{D4AE6BCD-0D56-453D-8B93-AEB4EB60ED51}" destId="{082A7A81-A72A-4B37-8567-6501C0B39CD3}" srcOrd="11" destOrd="0" parTransId="{6C9F7104-0932-46C2-AC09-2DEDB798C02D}" sibTransId="{C1F476B8-8B28-439D-9CC0-3406EB8E0F88}"/>
    <dgm:cxn modelId="{6EB24F85-002F-4BFC-8FAA-3A19235C29B0}" srcId="{D10DB0B3-5D47-4E42-B6EF-B96D6F4C22C1}" destId="{90BF0E12-C226-4FB0-9932-FBEEA36E2C94}" srcOrd="0" destOrd="0" parTransId="{A44223AB-E665-4D78-8F56-5D82B8204D8A}" sibTransId="{CC3A9C73-715C-44FE-A052-F51A447F9633}"/>
    <dgm:cxn modelId="{E6828B89-1D3C-4306-9D7D-50EB4CE8E516}" srcId="{D4AE6BCD-0D56-453D-8B93-AEB4EB60ED51}" destId="{E01F4A76-1D89-4639-96ED-A95977656CAA}" srcOrd="4" destOrd="0" parTransId="{A98D360D-2B56-4263-94A1-6021C14F0A34}" sibTransId="{CCBD9653-A588-4BE4-AE0B-324376061265}"/>
    <dgm:cxn modelId="{ED36DF8C-AAA9-4A0E-BA97-A486401FC99F}" srcId="{D4AE6BCD-0D56-453D-8B93-AEB4EB60ED51}" destId="{759B67AA-2F0E-404C-89E0-DF26C9F9D57F}" srcOrd="13" destOrd="0" parTransId="{CB8B9831-A178-4812-8E16-87C470AB5A55}" sibTransId="{834D1899-9000-4B03-9FCF-58ECDC94CCD6}"/>
    <dgm:cxn modelId="{7658FB92-5658-4DC3-B200-84564995854D}" type="presOf" srcId="{082A7A81-A72A-4B37-8567-6501C0B39CD3}" destId="{A3C1A099-18CB-4E65-8D94-6FB75636654B}" srcOrd="0" destOrd="0" presId="urn:microsoft.com/office/officeart/2005/8/layout/vList5"/>
    <dgm:cxn modelId="{D47BA39C-1181-4BDD-A425-B367C7F61D92}" type="presOf" srcId="{6BFFF2AA-5635-4512-BEF0-F172D8ACBB77}" destId="{17C3541B-3BEE-4976-A790-DCA7D689DC9B}" srcOrd="0" destOrd="0" presId="urn:microsoft.com/office/officeart/2005/8/layout/vList5"/>
    <dgm:cxn modelId="{F241C4A7-92B5-40F5-AADB-B53C2DD8DB8A}" srcId="{D4AE6BCD-0D56-453D-8B93-AEB4EB60ED51}" destId="{C58FF442-1C7B-458A-9CA2-427C4F27AC07}" srcOrd="10" destOrd="0" parTransId="{38CFAFF8-481C-46D0-8356-BE90B8C1032D}" sibTransId="{30365527-E577-4662-BB83-7514EF51E515}"/>
    <dgm:cxn modelId="{88A9C3AC-4AF9-4B0D-8E18-10634B2DE90A}" type="presOf" srcId="{56B10537-C552-4F41-9A6D-506DF441BD0B}" destId="{2AF7F82B-B5CD-47DA-88C9-8651A2DA7F53}" srcOrd="0" destOrd="0" presId="urn:microsoft.com/office/officeart/2005/8/layout/vList5"/>
    <dgm:cxn modelId="{833B94AE-74A8-4539-BA71-61F1CB433DF4}" srcId="{C58FF442-1C7B-458A-9CA2-427C4F27AC07}" destId="{8F227D99-32C3-4A23-8A14-CE7D34B55FFF}" srcOrd="0" destOrd="0" parTransId="{29C7A387-8841-44D0-A8DD-B289677EF2B1}" sibTransId="{3016DE65-864D-4399-B127-10EA18223313}"/>
    <dgm:cxn modelId="{CA7D97B8-5466-4266-8FAF-78DDDA933AFF}" srcId="{D4AE6BCD-0D56-453D-8B93-AEB4EB60ED51}" destId="{3FB6CB80-3680-46A1-9F08-5AD4B5AC819C}" srcOrd="5" destOrd="0" parTransId="{E0ACFD6F-0D8F-4F86-A435-13F5ACBC77C9}" sibTransId="{3E7F05EA-5FE7-4580-96BB-810A48E0CDFB}"/>
    <dgm:cxn modelId="{EF7A4ABB-D8E3-40BB-AD4D-B5F1BA5EACBF}" srcId="{3FB6CB80-3680-46A1-9F08-5AD4B5AC819C}" destId="{7DF63F71-148E-482B-AF71-C608CA321911}" srcOrd="0" destOrd="0" parTransId="{DCEB5AF6-0AD2-4E4A-BA46-D6FBE635F7A5}" sibTransId="{B9CCB80C-D660-4C69-AFF9-C8F2E26EE9BD}"/>
    <dgm:cxn modelId="{CC9261C8-0255-496E-A81B-97729709D7C9}" srcId="{7C47D506-136E-4947-851F-F16BA6950347}" destId="{894BE2F0-305F-4435-B4EF-E9F7227E7E15}" srcOrd="0" destOrd="0" parTransId="{1C47E045-A720-48A2-AFBD-8D8B93F18BBD}" sibTransId="{72059E62-80FA-4D06-AEE5-B776686D80F6}"/>
    <dgm:cxn modelId="{0EB0D1D1-F98D-4A86-8D99-0EC4BBFA1AE4}" srcId="{D4AE6BCD-0D56-453D-8B93-AEB4EB60ED51}" destId="{56A8AAEF-4775-4785-BB4A-E93096F2D14F}" srcOrd="14" destOrd="0" parTransId="{F36613CE-CD42-44F0-852C-33379FEF9DA1}" sibTransId="{E82DCF90-1998-47E1-A52F-43CB980AD5E8}"/>
    <dgm:cxn modelId="{B2C2EBD3-4C44-4E35-84F3-60D542484A9C}" srcId="{F0126D46-D7F5-4C85-A81C-71271E5E828B}" destId="{6BFFF2AA-5635-4512-BEF0-F172D8ACBB77}" srcOrd="0" destOrd="0" parTransId="{EE8AD0E6-41A8-43C4-BDE0-6DA034B67990}" sibTransId="{74D1B3B0-9D55-40B6-B1C7-6A8A3E087698}"/>
    <dgm:cxn modelId="{D81815D7-8834-4E20-B6DB-00E584E1DD50}" srcId="{D4AE6BCD-0D56-453D-8B93-AEB4EB60ED51}" destId="{519280F7-7628-4427-8D99-8BEA3E6DF619}" srcOrd="1" destOrd="0" parTransId="{485B8268-1F85-4278-B6B6-29EB042B2E32}" sibTransId="{1C1CC9FE-7F9A-46D7-9295-121B89D7BCA1}"/>
    <dgm:cxn modelId="{BE5B55D7-4C4F-481F-BBC2-5FFD7083E9E3}" type="presOf" srcId="{519280F7-7628-4427-8D99-8BEA3E6DF619}" destId="{284523C8-A35D-47BD-9062-5554B83E22A4}" srcOrd="0" destOrd="0" presId="urn:microsoft.com/office/officeart/2005/8/layout/vList5"/>
    <dgm:cxn modelId="{2B494ADF-6BF1-4B0B-A008-8385297662AC}" type="presOf" srcId="{F0126D46-D7F5-4C85-A81C-71271E5E828B}" destId="{BC0C95F1-2308-4CD8-AFE0-734C36BF9C89}" srcOrd="0" destOrd="0" presId="urn:microsoft.com/office/officeart/2005/8/layout/vList5"/>
    <dgm:cxn modelId="{9EA4F7E4-DACA-4E4B-A81B-6CE22DD9E6C7}" srcId="{E01F4A76-1D89-4639-96ED-A95977656CAA}" destId="{56925F8D-643D-4E16-B0CC-936C4D2E970E}" srcOrd="0" destOrd="0" parTransId="{3300936D-BA5F-4359-9C76-5C19DF82EAC3}" sibTransId="{9B6E7F5D-223F-4FF0-BB9E-35249EDD8AB2}"/>
    <dgm:cxn modelId="{415748EC-4D02-46F0-B423-EAA15CD7C419}" type="presOf" srcId="{11397F5A-0D5C-4701-9492-FDEA4DBD7257}" destId="{7522EB32-B39E-426D-974D-002D3E926871}" srcOrd="0" destOrd="0" presId="urn:microsoft.com/office/officeart/2005/8/layout/vList5"/>
    <dgm:cxn modelId="{5EE639EF-0AFA-4FF3-9F02-C9524E1BEC25}" type="presOf" srcId="{54B501E2-7117-48A1-B422-DC3F63CBA0C2}" destId="{337FD514-BCE1-4CC0-A6AE-6A60EA970BAA}" srcOrd="0" destOrd="0" presId="urn:microsoft.com/office/officeart/2005/8/layout/vList5"/>
    <dgm:cxn modelId="{AA4B0AF7-7DC9-4C0A-ABBF-9DF8146D10A0}" type="presOf" srcId="{7DF63F71-148E-482B-AF71-C608CA321911}" destId="{AF91CCC8-937A-40A9-9E38-D73CA0A35F4F}" srcOrd="0" destOrd="0" presId="urn:microsoft.com/office/officeart/2005/8/layout/vList5"/>
    <dgm:cxn modelId="{CE79DEF8-0415-4F8D-AF49-B2E4D2DD17D8}" type="presOf" srcId="{CBB5115D-FFC2-4783-9CCC-12558F2BA30B}" destId="{321D45C5-E096-47DB-A92E-2CD9DB2037B7}" srcOrd="0" destOrd="0" presId="urn:microsoft.com/office/officeart/2005/8/layout/vList5"/>
    <dgm:cxn modelId="{313B71F9-2720-4AE9-90F2-77F74A033643}" srcId="{D4AE6BCD-0D56-453D-8B93-AEB4EB60ED51}" destId="{E52636F8-EB52-4A84-88B0-6A7B8CF5F797}" srcOrd="0" destOrd="0" parTransId="{B76662C0-B333-4FD8-A062-39F7243FA6F3}" sibTransId="{94FF7E0E-FC75-49EF-B86F-A25916C2DACC}"/>
    <dgm:cxn modelId="{1EDCDBF9-F4C3-449C-AA9A-7752D2B159AA}" srcId="{54B501E2-7117-48A1-B422-DC3F63CBA0C2}" destId="{8F229605-F471-4D12-8B3A-F15B5329D290}" srcOrd="0" destOrd="0" parTransId="{8370A935-42F4-4D3F-BE45-794573CDB401}" sibTransId="{4E59440F-5E2F-4976-887E-2B552D1E70A6}"/>
    <dgm:cxn modelId="{248EA32D-AB30-4078-8C13-1A05ACD9ED34}" type="presParOf" srcId="{9CA94D39-3CA6-4856-889A-7281067C6FEC}" destId="{0D055742-80CB-47A1-82F3-77307DA73BB3}" srcOrd="0" destOrd="0" presId="urn:microsoft.com/office/officeart/2005/8/layout/vList5"/>
    <dgm:cxn modelId="{A577A99A-6901-4B45-8347-8BDAED284853}" type="presParOf" srcId="{0D055742-80CB-47A1-82F3-77307DA73BB3}" destId="{36CC1953-3FD7-4483-9717-DDEC8FCF7191}" srcOrd="0" destOrd="0" presId="urn:microsoft.com/office/officeart/2005/8/layout/vList5"/>
    <dgm:cxn modelId="{55328183-802B-4C68-86DF-A4DF24DB873A}" type="presParOf" srcId="{0D055742-80CB-47A1-82F3-77307DA73BB3}" destId="{4403E969-95C5-48B5-ACCF-0FF8D199495B}" srcOrd="1" destOrd="0" presId="urn:microsoft.com/office/officeart/2005/8/layout/vList5"/>
    <dgm:cxn modelId="{122614B1-08CA-4AB6-A2B8-C01F3FCFA680}" type="presParOf" srcId="{9CA94D39-3CA6-4856-889A-7281067C6FEC}" destId="{D3BCC66E-4B20-4E5E-BF1D-136F4FF2802D}" srcOrd="1" destOrd="0" presId="urn:microsoft.com/office/officeart/2005/8/layout/vList5"/>
    <dgm:cxn modelId="{F10DFD80-CF48-4A6B-91AE-83B61BEE2114}" type="presParOf" srcId="{9CA94D39-3CA6-4856-889A-7281067C6FEC}" destId="{9B0E87B0-220E-4138-95F7-FA89E8E617EE}" srcOrd="2" destOrd="0" presId="urn:microsoft.com/office/officeart/2005/8/layout/vList5"/>
    <dgm:cxn modelId="{56BB5074-60D5-4064-81D4-C49A9D2AA724}" type="presParOf" srcId="{9B0E87B0-220E-4138-95F7-FA89E8E617EE}" destId="{284523C8-A35D-47BD-9062-5554B83E22A4}" srcOrd="0" destOrd="0" presId="urn:microsoft.com/office/officeart/2005/8/layout/vList5"/>
    <dgm:cxn modelId="{8112A488-6E79-4B81-A072-2EAEE59F8480}" type="presParOf" srcId="{9B0E87B0-220E-4138-95F7-FA89E8E617EE}" destId="{321D45C5-E096-47DB-A92E-2CD9DB2037B7}" srcOrd="1" destOrd="0" presId="urn:microsoft.com/office/officeart/2005/8/layout/vList5"/>
    <dgm:cxn modelId="{47F1BFFE-7E7E-4415-B9F5-8D8932B24C24}" type="presParOf" srcId="{9CA94D39-3CA6-4856-889A-7281067C6FEC}" destId="{FF6BC2E6-C210-40BB-9782-1F99BBDDDE04}" srcOrd="3" destOrd="0" presId="urn:microsoft.com/office/officeart/2005/8/layout/vList5"/>
    <dgm:cxn modelId="{5C7EC441-7228-40CA-AE30-E373BCCCE2A7}" type="presParOf" srcId="{9CA94D39-3CA6-4856-889A-7281067C6FEC}" destId="{9CCFA966-3E6C-4338-80FC-35411C1A2BCC}" srcOrd="4" destOrd="0" presId="urn:microsoft.com/office/officeart/2005/8/layout/vList5"/>
    <dgm:cxn modelId="{D5D09A96-6D20-48E1-98DD-FDBD021D3E04}" type="presParOf" srcId="{9CCFA966-3E6C-4338-80FC-35411C1A2BCC}" destId="{8BB1014C-9FA7-4CE0-A50C-FB8882EAE3C5}" srcOrd="0" destOrd="0" presId="urn:microsoft.com/office/officeart/2005/8/layout/vList5"/>
    <dgm:cxn modelId="{A1DDF1CF-6454-45FD-87E5-B33AAA86BAAF}" type="presParOf" srcId="{9CCFA966-3E6C-4338-80FC-35411C1A2BCC}" destId="{7EE2B84A-CE77-4462-B729-68FE1CC0C92D}" srcOrd="1" destOrd="0" presId="urn:microsoft.com/office/officeart/2005/8/layout/vList5"/>
    <dgm:cxn modelId="{796402B7-ACBA-42E1-BDD8-30A600C5BD0C}" type="presParOf" srcId="{9CA94D39-3CA6-4856-889A-7281067C6FEC}" destId="{8E122013-9BC1-4661-88C4-6D2540380AD3}" srcOrd="5" destOrd="0" presId="urn:microsoft.com/office/officeart/2005/8/layout/vList5"/>
    <dgm:cxn modelId="{DCA69700-9351-4595-A380-6279C61FCD0E}" type="presParOf" srcId="{9CA94D39-3CA6-4856-889A-7281067C6FEC}" destId="{79CD74E9-D809-436F-879F-C414C32C3B7F}" srcOrd="6" destOrd="0" presId="urn:microsoft.com/office/officeart/2005/8/layout/vList5"/>
    <dgm:cxn modelId="{345F5B08-4FA1-4188-BD23-3F01BDB0BBC1}" type="presParOf" srcId="{79CD74E9-D809-436F-879F-C414C32C3B7F}" destId="{337FD514-BCE1-4CC0-A6AE-6A60EA970BAA}" srcOrd="0" destOrd="0" presId="urn:microsoft.com/office/officeart/2005/8/layout/vList5"/>
    <dgm:cxn modelId="{40C7BF77-0901-4381-A84D-343363FBA03B}" type="presParOf" srcId="{79CD74E9-D809-436F-879F-C414C32C3B7F}" destId="{503AFF98-53A1-43F1-8795-313D8F7E5264}" srcOrd="1" destOrd="0" presId="urn:microsoft.com/office/officeart/2005/8/layout/vList5"/>
    <dgm:cxn modelId="{21781FED-9CAD-400A-B0A0-7597AF9B5092}" type="presParOf" srcId="{9CA94D39-3CA6-4856-889A-7281067C6FEC}" destId="{A7C36C9F-C0EF-41F9-850C-310B66B3D0CA}" srcOrd="7" destOrd="0" presId="urn:microsoft.com/office/officeart/2005/8/layout/vList5"/>
    <dgm:cxn modelId="{36B333F7-D38A-48CA-8F63-EEBF4FC28A80}" type="presParOf" srcId="{9CA94D39-3CA6-4856-889A-7281067C6FEC}" destId="{72A3A99F-65F4-4917-82CA-694A17C037BB}" srcOrd="8" destOrd="0" presId="urn:microsoft.com/office/officeart/2005/8/layout/vList5"/>
    <dgm:cxn modelId="{74A410B1-FEB2-4119-8269-BE5700C90ACB}" type="presParOf" srcId="{72A3A99F-65F4-4917-82CA-694A17C037BB}" destId="{59A9601E-C2D7-445F-A95B-9D53FB073F1F}" srcOrd="0" destOrd="0" presId="urn:microsoft.com/office/officeart/2005/8/layout/vList5"/>
    <dgm:cxn modelId="{F7D3E55A-9A78-4B84-BFAC-553F85B7B632}" type="presParOf" srcId="{72A3A99F-65F4-4917-82CA-694A17C037BB}" destId="{02650712-EB0F-42DC-A692-71588FBC38D8}" srcOrd="1" destOrd="0" presId="urn:microsoft.com/office/officeart/2005/8/layout/vList5"/>
    <dgm:cxn modelId="{865A0E09-488B-4DF0-BFEF-974F80BE3EB9}" type="presParOf" srcId="{9CA94D39-3CA6-4856-889A-7281067C6FEC}" destId="{E7C9C0BA-229A-4599-8D94-9D9B25F872C2}" srcOrd="9" destOrd="0" presId="urn:microsoft.com/office/officeart/2005/8/layout/vList5"/>
    <dgm:cxn modelId="{499D43DD-3148-490F-993E-F8EB90F5573A}" type="presParOf" srcId="{9CA94D39-3CA6-4856-889A-7281067C6FEC}" destId="{48A7B3D9-F744-45F8-AF18-D3AD7D07A4AF}" srcOrd="10" destOrd="0" presId="urn:microsoft.com/office/officeart/2005/8/layout/vList5"/>
    <dgm:cxn modelId="{4B349DB9-EA03-4501-84C4-20768E84D523}" type="presParOf" srcId="{48A7B3D9-F744-45F8-AF18-D3AD7D07A4AF}" destId="{11433F9A-1AE2-4F2E-AD73-72179B1E5AF5}" srcOrd="0" destOrd="0" presId="urn:microsoft.com/office/officeart/2005/8/layout/vList5"/>
    <dgm:cxn modelId="{5C3C4C97-8F9B-4A22-92EB-645AC7950782}" type="presParOf" srcId="{48A7B3D9-F744-45F8-AF18-D3AD7D07A4AF}" destId="{AF91CCC8-937A-40A9-9E38-D73CA0A35F4F}" srcOrd="1" destOrd="0" presId="urn:microsoft.com/office/officeart/2005/8/layout/vList5"/>
    <dgm:cxn modelId="{666E586B-EEA7-4A5F-8867-7DE987573707}" type="presParOf" srcId="{9CA94D39-3CA6-4856-889A-7281067C6FEC}" destId="{50E740AE-B316-4F49-B095-FAFF5D3FBDA3}" srcOrd="11" destOrd="0" presId="urn:microsoft.com/office/officeart/2005/8/layout/vList5"/>
    <dgm:cxn modelId="{967881DF-4278-477E-A188-6A94A7012B20}" type="presParOf" srcId="{9CA94D39-3CA6-4856-889A-7281067C6FEC}" destId="{0BE19FEB-CCAF-41D8-B0F3-EE6EE37B6613}" srcOrd="12" destOrd="0" presId="urn:microsoft.com/office/officeart/2005/8/layout/vList5"/>
    <dgm:cxn modelId="{2D18DE0B-3456-4CC1-B883-5F7D6B4E61D1}" type="presParOf" srcId="{0BE19FEB-CCAF-41D8-B0F3-EE6EE37B6613}" destId="{BC0C95F1-2308-4CD8-AFE0-734C36BF9C89}" srcOrd="0" destOrd="0" presId="urn:microsoft.com/office/officeart/2005/8/layout/vList5"/>
    <dgm:cxn modelId="{8CFA8BC1-4F81-430B-902A-35B35EF337C1}" type="presParOf" srcId="{0BE19FEB-CCAF-41D8-B0F3-EE6EE37B6613}" destId="{17C3541B-3BEE-4976-A790-DCA7D689DC9B}" srcOrd="1" destOrd="0" presId="urn:microsoft.com/office/officeart/2005/8/layout/vList5"/>
    <dgm:cxn modelId="{5A10520C-F43C-4F63-9EA5-74B8D5957EC4}" type="presParOf" srcId="{9CA94D39-3CA6-4856-889A-7281067C6FEC}" destId="{26E6C2EC-D370-4329-9F4A-F13A78E42D97}" srcOrd="13" destOrd="0" presId="urn:microsoft.com/office/officeart/2005/8/layout/vList5"/>
    <dgm:cxn modelId="{84820701-26AF-4D6A-8605-754930F1B9E8}" type="presParOf" srcId="{9CA94D39-3CA6-4856-889A-7281067C6FEC}" destId="{39C1B15D-4A3A-472A-BD3C-6B80DF63EDD4}" srcOrd="14" destOrd="0" presId="urn:microsoft.com/office/officeart/2005/8/layout/vList5"/>
    <dgm:cxn modelId="{CA764D57-E9C9-417D-AE14-1152DB804BC0}" type="presParOf" srcId="{39C1B15D-4A3A-472A-BD3C-6B80DF63EDD4}" destId="{C8A30BD0-FF91-426F-8733-8C22E5DE7824}" srcOrd="0" destOrd="0" presId="urn:microsoft.com/office/officeart/2005/8/layout/vList5"/>
    <dgm:cxn modelId="{AFF5A30E-F001-4F94-A0AB-1A7B9EFD392C}" type="presParOf" srcId="{39C1B15D-4A3A-472A-BD3C-6B80DF63EDD4}" destId="{9661882E-14AB-43F1-A073-B1B24BF49095}" srcOrd="1" destOrd="0" presId="urn:microsoft.com/office/officeart/2005/8/layout/vList5"/>
    <dgm:cxn modelId="{BAA8DAC9-D2ED-40D0-AB7B-83FEB46DED48}" type="presParOf" srcId="{9CA94D39-3CA6-4856-889A-7281067C6FEC}" destId="{EED5257D-BA91-4424-979E-B5BE4FAB4EDB}" srcOrd="15" destOrd="0" presId="urn:microsoft.com/office/officeart/2005/8/layout/vList5"/>
    <dgm:cxn modelId="{08159B4B-F886-4B90-A087-B24BC8A583A8}" type="presParOf" srcId="{9CA94D39-3CA6-4856-889A-7281067C6FEC}" destId="{169B6517-C582-468B-BDD8-C5DE946F980E}" srcOrd="16" destOrd="0" presId="urn:microsoft.com/office/officeart/2005/8/layout/vList5"/>
    <dgm:cxn modelId="{CB8499C7-2D12-4875-93A9-029ADD084C65}" type="presParOf" srcId="{169B6517-C582-468B-BDD8-C5DE946F980E}" destId="{7111CDB4-6251-47D5-81E7-395426AC2D6C}" srcOrd="0" destOrd="0" presId="urn:microsoft.com/office/officeart/2005/8/layout/vList5"/>
    <dgm:cxn modelId="{2BEED876-793B-499C-BBD7-EB108C0FF6BE}" type="presParOf" srcId="{169B6517-C582-468B-BDD8-C5DE946F980E}" destId="{B4792B47-A2A6-4DDE-AE44-82E50FC550E7}" srcOrd="1" destOrd="0" presId="urn:microsoft.com/office/officeart/2005/8/layout/vList5"/>
    <dgm:cxn modelId="{974A0E11-1EBA-4E6F-9962-ADCD363D50A0}" type="presParOf" srcId="{9CA94D39-3CA6-4856-889A-7281067C6FEC}" destId="{EFE9ECD8-CDD0-48FF-A335-27FB3975FC55}" srcOrd="17" destOrd="0" presId="urn:microsoft.com/office/officeart/2005/8/layout/vList5"/>
    <dgm:cxn modelId="{379CDAFB-8803-4890-9D02-AC691B22A4BA}" type="presParOf" srcId="{9CA94D39-3CA6-4856-889A-7281067C6FEC}" destId="{075E91E6-09EA-44F8-8B48-FBC694D43DFD}" srcOrd="18" destOrd="0" presId="urn:microsoft.com/office/officeart/2005/8/layout/vList5"/>
    <dgm:cxn modelId="{593F4DB8-36B2-4D95-9E23-8E138688F176}" type="presParOf" srcId="{075E91E6-09EA-44F8-8B48-FBC694D43DFD}" destId="{2AF7F82B-B5CD-47DA-88C9-8651A2DA7F53}" srcOrd="0" destOrd="0" presId="urn:microsoft.com/office/officeart/2005/8/layout/vList5"/>
    <dgm:cxn modelId="{E8B8E497-F33A-4714-A8A7-A6B0D51F0AD6}" type="presParOf" srcId="{075E91E6-09EA-44F8-8B48-FBC694D43DFD}" destId="{D8612A6E-9E17-4249-9A55-EACA36AC0644}" srcOrd="1" destOrd="0" presId="urn:microsoft.com/office/officeart/2005/8/layout/vList5"/>
    <dgm:cxn modelId="{0555E29F-3DE2-4DFD-91EF-0304450FA980}" type="presParOf" srcId="{9CA94D39-3CA6-4856-889A-7281067C6FEC}" destId="{5B818826-611F-4E1D-BFA7-1C3C289B0AC8}" srcOrd="19" destOrd="0" presId="urn:microsoft.com/office/officeart/2005/8/layout/vList5"/>
    <dgm:cxn modelId="{68F4E27B-53F5-4E1A-9A2F-288469CBD4FC}" type="presParOf" srcId="{9CA94D39-3CA6-4856-889A-7281067C6FEC}" destId="{E0AB75CE-3925-4DC4-8140-F3D57648040C}" srcOrd="20" destOrd="0" presId="urn:microsoft.com/office/officeart/2005/8/layout/vList5"/>
    <dgm:cxn modelId="{519B490C-4B26-44CF-9B71-DF915F099FF5}" type="presParOf" srcId="{E0AB75CE-3925-4DC4-8140-F3D57648040C}" destId="{97B982F4-6D96-4FC7-8937-F2E41E3F6C2E}" srcOrd="0" destOrd="0" presId="urn:microsoft.com/office/officeart/2005/8/layout/vList5"/>
    <dgm:cxn modelId="{00D1DC10-0076-4B96-BE17-DB41B807732F}" type="presParOf" srcId="{E0AB75CE-3925-4DC4-8140-F3D57648040C}" destId="{4BCFC6A1-6E50-4043-AC9B-289328583CA8}" srcOrd="1" destOrd="0" presId="urn:microsoft.com/office/officeart/2005/8/layout/vList5"/>
    <dgm:cxn modelId="{CAE399E2-E5CD-436C-AB34-C44069A89FCD}" type="presParOf" srcId="{9CA94D39-3CA6-4856-889A-7281067C6FEC}" destId="{A9068D74-49FF-43A0-89CB-0B49757BD32D}" srcOrd="21" destOrd="0" presId="urn:microsoft.com/office/officeart/2005/8/layout/vList5"/>
    <dgm:cxn modelId="{02FB4634-77E9-4614-9CDD-FB911F668691}" type="presParOf" srcId="{9CA94D39-3CA6-4856-889A-7281067C6FEC}" destId="{E8F2F0AC-FF73-4F05-AB8D-3BAD1A603A0C}" srcOrd="22" destOrd="0" presId="urn:microsoft.com/office/officeart/2005/8/layout/vList5"/>
    <dgm:cxn modelId="{81C0E810-6F20-4F11-A505-F67D3EDEFB46}" type="presParOf" srcId="{E8F2F0AC-FF73-4F05-AB8D-3BAD1A603A0C}" destId="{A3C1A099-18CB-4E65-8D94-6FB75636654B}" srcOrd="0" destOrd="0" presId="urn:microsoft.com/office/officeart/2005/8/layout/vList5"/>
    <dgm:cxn modelId="{678E0E59-75DE-41C8-A799-4F111BB49302}" type="presParOf" srcId="{E8F2F0AC-FF73-4F05-AB8D-3BAD1A603A0C}" destId="{7522EB32-B39E-426D-974D-002D3E926871}" srcOrd="1" destOrd="0" presId="urn:microsoft.com/office/officeart/2005/8/layout/vList5"/>
    <dgm:cxn modelId="{471BF37A-4A75-4E68-9083-57991C629AF8}" type="presParOf" srcId="{9CA94D39-3CA6-4856-889A-7281067C6FEC}" destId="{265F9133-63D5-46AF-B56A-6948E50C3783}" srcOrd="23" destOrd="0" presId="urn:microsoft.com/office/officeart/2005/8/layout/vList5"/>
    <dgm:cxn modelId="{6DE514A1-52A1-464E-8AA1-59DD2F2B20AC}" type="presParOf" srcId="{9CA94D39-3CA6-4856-889A-7281067C6FEC}" destId="{1E09F98E-7358-4C01-B889-40B88E2A2056}" srcOrd="24" destOrd="0" presId="urn:microsoft.com/office/officeart/2005/8/layout/vList5"/>
    <dgm:cxn modelId="{DF3C703D-190D-4240-94EE-EDECDEA71316}" type="presParOf" srcId="{1E09F98E-7358-4C01-B889-40B88E2A2056}" destId="{1DC61338-71AF-4056-9300-35477E43C160}" srcOrd="0" destOrd="0" presId="urn:microsoft.com/office/officeart/2005/8/layout/vList5"/>
    <dgm:cxn modelId="{43A06563-D207-4C25-AB61-DFDBF425E1DE}" type="presParOf" srcId="{1E09F98E-7358-4C01-B889-40B88E2A2056}" destId="{04596C73-4E68-4A5E-9C3D-4DEEFD22E74A}" srcOrd="1" destOrd="0" presId="urn:microsoft.com/office/officeart/2005/8/layout/vList5"/>
    <dgm:cxn modelId="{3DABF3CD-5ED8-4F19-8CE6-773F1D6A82D6}" type="presParOf" srcId="{9CA94D39-3CA6-4856-889A-7281067C6FEC}" destId="{B16E82C4-DA71-4ADC-8D11-DEF6DA19BE95}" srcOrd="25" destOrd="0" presId="urn:microsoft.com/office/officeart/2005/8/layout/vList5"/>
    <dgm:cxn modelId="{E0509D80-0A04-4D40-A638-BFFAABC9F330}" type="presParOf" srcId="{9CA94D39-3CA6-4856-889A-7281067C6FEC}" destId="{4872ADDA-58ED-4F42-ACD7-35E19378246F}" srcOrd="26" destOrd="0" presId="urn:microsoft.com/office/officeart/2005/8/layout/vList5"/>
    <dgm:cxn modelId="{29ED9B9B-C28C-41F6-B140-650B1540F096}" type="presParOf" srcId="{4872ADDA-58ED-4F42-ACD7-35E19378246F}" destId="{1D92DDD4-EF7A-43CF-96E4-7146B199DFE9}" srcOrd="0" destOrd="0" presId="urn:microsoft.com/office/officeart/2005/8/layout/vList5"/>
    <dgm:cxn modelId="{E9388C42-B736-48DF-959A-5DE37DF59DC8}" type="presParOf" srcId="{4872ADDA-58ED-4F42-ACD7-35E19378246F}" destId="{707BA35E-C23C-4B51-B6D2-4C5EC56A3ABD}" srcOrd="1" destOrd="0" presId="urn:microsoft.com/office/officeart/2005/8/layout/vList5"/>
    <dgm:cxn modelId="{C6D65CE8-4300-43C8-B5CF-A0518A4F0256}" type="presParOf" srcId="{9CA94D39-3CA6-4856-889A-7281067C6FEC}" destId="{C9ED2131-43F8-4DB7-AACB-095ADC5FA898}" srcOrd="27" destOrd="0" presId="urn:microsoft.com/office/officeart/2005/8/layout/vList5"/>
    <dgm:cxn modelId="{8FA05E80-79F2-4526-93D9-0EC05A0BABBC}" type="presParOf" srcId="{9CA94D39-3CA6-4856-889A-7281067C6FEC}" destId="{48452A65-35E0-434F-A6E8-E1473B5D5DA3}" srcOrd="28" destOrd="0" presId="urn:microsoft.com/office/officeart/2005/8/layout/vList5"/>
    <dgm:cxn modelId="{B80FA636-BCD9-468A-A79F-53115858C2A4}" type="presParOf" srcId="{48452A65-35E0-434F-A6E8-E1473B5D5DA3}" destId="{7900C714-4632-48D9-A231-19DAC4B83838}" srcOrd="0" destOrd="0" presId="urn:microsoft.com/office/officeart/2005/8/layout/vList5"/>
    <dgm:cxn modelId="{625EC10B-7BB5-4EA1-8D46-E235BE32BD2D}" type="presParOf" srcId="{48452A65-35E0-434F-A6E8-E1473B5D5DA3}" destId="{D490923A-FDA2-47A4-A6EF-8BED616299E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CC08E8-2715-40D2-9570-DD8D18FC51F9}"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US"/>
        </a:p>
      </dgm:t>
    </dgm:pt>
    <dgm:pt modelId="{C0F10733-67D1-4414-B528-CD29F4DC2E26}">
      <dgm:prSet phldrT="[Text]" custT="1"/>
      <dgm:spPr/>
      <dgm:t>
        <a:bodyPr/>
        <a:lstStyle/>
        <a:p>
          <a:pPr algn="ctr"/>
          <a:r>
            <a:rPr lang="en-IN" sz="1200" b="1"/>
            <a:t>BEAZLEY</a:t>
          </a:r>
          <a:endParaRPr lang="en-US" sz="1200" b="1"/>
        </a:p>
      </dgm:t>
    </dgm:pt>
    <dgm:pt modelId="{D44A3460-D399-4B8D-993E-48E3D72EF0CA}" type="parTrans" cxnId="{AB12DEE2-91AB-4F2F-A0CB-A318533D7445}">
      <dgm:prSet/>
      <dgm:spPr/>
      <dgm:t>
        <a:bodyPr/>
        <a:lstStyle/>
        <a:p>
          <a:pPr algn="ctr"/>
          <a:endParaRPr lang="en-US" sz="1200"/>
        </a:p>
      </dgm:t>
    </dgm:pt>
    <dgm:pt modelId="{FCFEE6BE-3239-4B7A-A331-FF33BD0A7A98}" type="sibTrans" cxnId="{AB12DEE2-91AB-4F2F-A0CB-A318533D7445}">
      <dgm:prSet custT="1"/>
      <dgm:spPr/>
      <dgm:t>
        <a:bodyPr/>
        <a:lstStyle/>
        <a:p>
          <a:pPr algn="ctr"/>
          <a:endParaRPr lang="en-US" sz="1200"/>
        </a:p>
      </dgm:t>
    </dgm:pt>
    <dgm:pt modelId="{ACA2A340-55C7-4036-8B6D-E0F4576465D2}">
      <dgm:prSet phldrT="[Text]" custT="1"/>
      <dgm:spPr/>
      <dgm:t>
        <a:bodyPr/>
        <a:lstStyle/>
        <a:p>
          <a:pPr algn="ctr"/>
          <a:r>
            <a:rPr lang="en-IN" sz="1200" b="1"/>
            <a:t>GUIDEWIRE</a:t>
          </a:r>
          <a:endParaRPr lang="en-US" sz="1200" b="1"/>
        </a:p>
      </dgm:t>
    </dgm:pt>
    <dgm:pt modelId="{1311553E-7D6C-4FED-BA19-86782CE95D49}" type="parTrans" cxnId="{CA8CCCCF-A1B8-4ACD-81EB-BB3B66C0BA34}">
      <dgm:prSet/>
      <dgm:spPr/>
      <dgm:t>
        <a:bodyPr/>
        <a:lstStyle/>
        <a:p>
          <a:pPr algn="ctr"/>
          <a:endParaRPr lang="en-US" sz="1200"/>
        </a:p>
      </dgm:t>
    </dgm:pt>
    <dgm:pt modelId="{D2C3DA14-946C-45BA-B99D-B1960C7C52CC}" type="sibTrans" cxnId="{CA8CCCCF-A1B8-4ACD-81EB-BB3B66C0BA34}">
      <dgm:prSet custT="1"/>
      <dgm:spPr/>
      <dgm:t>
        <a:bodyPr/>
        <a:lstStyle/>
        <a:p>
          <a:pPr algn="ctr"/>
          <a:endParaRPr lang="en-US" sz="1200"/>
        </a:p>
      </dgm:t>
    </dgm:pt>
    <dgm:pt modelId="{A1D697B6-4822-43E7-BC49-E64EBBBC873F}">
      <dgm:prSet phldrT="[Text]" custT="1"/>
      <dgm:spPr/>
      <dgm:t>
        <a:bodyPr/>
        <a:lstStyle/>
        <a:p>
          <a:pPr algn="ctr"/>
          <a:r>
            <a:rPr lang="en-IN" sz="1200" b="1"/>
            <a:t>CAPGEMINI</a:t>
          </a:r>
          <a:endParaRPr lang="en-US" sz="1200" b="1"/>
        </a:p>
      </dgm:t>
    </dgm:pt>
    <dgm:pt modelId="{1C2BBD9B-C415-4662-8D8B-51F72B412B39}" type="parTrans" cxnId="{3A26668A-03F1-43E2-A487-DE04D7C9F6AD}">
      <dgm:prSet/>
      <dgm:spPr/>
      <dgm:t>
        <a:bodyPr/>
        <a:lstStyle/>
        <a:p>
          <a:pPr algn="ctr"/>
          <a:endParaRPr lang="en-US" sz="1200"/>
        </a:p>
      </dgm:t>
    </dgm:pt>
    <dgm:pt modelId="{2E370357-26E9-436C-811C-A6780286E1C2}" type="sibTrans" cxnId="{3A26668A-03F1-43E2-A487-DE04D7C9F6AD}">
      <dgm:prSet custT="1"/>
      <dgm:spPr/>
      <dgm:t>
        <a:bodyPr/>
        <a:lstStyle/>
        <a:p>
          <a:pPr algn="ctr"/>
          <a:endParaRPr lang="en-US" sz="1200"/>
        </a:p>
      </dgm:t>
    </dgm:pt>
    <dgm:pt modelId="{656F9AE7-8C79-41AB-AEC8-7793A6444C02}" type="pres">
      <dgm:prSet presAssocID="{F3CC08E8-2715-40D2-9570-DD8D18FC51F9}" presName="Name0" presStyleCnt="0">
        <dgm:presLayoutVars>
          <dgm:dir/>
          <dgm:resizeHandles val="exact"/>
        </dgm:presLayoutVars>
      </dgm:prSet>
      <dgm:spPr/>
    </dgm:pt>
    <dgm:pt modelId="{A195D939-FF31-40CB-8AEB-84F869F3700B}" type="pres">
      <dgm:prSet presAssocID="{C0F10733-67D1-4414-B528-CD29F4DC2E26}" presName="node" presStyleLbl="node1" presStyleIdx="0" presStyleCnt="3">
        <dgm:presLayoutVars>
          <dgm:bulletEnabled val="1"/>
        </dgm:presLayoutVars>
      </dgm:prSet>
      <dgm:spPr/>
    </dgm:pt>
    <dgm:pt modelId="{1BE89791-09A3-4C01-B9E3-EC5381CABCAD}" type="pres">
      <dgm:prSet presAssocID="{FCFEE6BE-3239-4B7A-A331-FF33BD0A7A98}" presName="sibTrans" presStyleLbl="sibTrans2D1" presStyleIdx="0" presStyleCnt="3"/>
      <dgm:spPr/>
    </dgm:pt>
    <dgm:pt modelId="{E6A12B76-FA20-4327-A950-D10299E9896A}" type="pres">
      <dgm:prSet presAssocID="{FCFEE6BE-3239-4B7A-A331-FF33BD0A7A98}" presName="connectorText" presStyleLbl="sibTrans2D1" presStyleIdx="0" presStyleCnt="3"/>
      <dgm:spPr/>
    </dgm:pt>
    <dgm:pt modelId="{2FDA7AC7-BCFE-470B-A2D0-73DA41DAA26A}" type="pres">
      <dgm:prSet presAssocID="{ACA2A340-55C7-4036-8B6D-E0F4576465D2}" presName="node" presStyleLbl="node1" presStyleIdx="1" presStyleCnt="3">
        <dgm:presLayoutVars>
          <dgm:bulletEnabled val="1"/>
        </dgm:presLayoutVars>
      </dgm:prSet>
      <dgm:spPr/>
    </dgm:pt>
    <dgm:pt modelId="{420FC76F-D17F-4407-9BC4-648190DF4EDC}" type="pres">
      <dgm:prSet presAssocID="{D2C3DA14-946C-45BA-B99D-B1960C7C52CC}" presName="sibTrans" presStyleLbl="sibTrans2D1" presStyleIdx="1" presStyleCnt="3"/>
      <dgm:spPr/>
    </dgm:pt>
    <dgm:pt modelId="{F5002BE7-D52F-4F71-80EA-732345C21918}" type="pres">
      <dgm:prSet presAssocID="{D2C3DA14-946C-45BA-B99D-B1960C7C52CC}" presName="connectorText" presStyleLbl="sibTrans2D1" presStyleIdx="1" presStyleCnt="3"/>
      <dgm:spPr/>
    </dgm:pt>
    <dgm:pt modelId="{61320AF2-5AF5-4932-8985-04089DBD82BC}" type="pres">
      <dgm:prSet presAssocID="{A1D697B6-4822-43E7-BC49-E64EBBBC873F}" presName="node" presStyleLbl="node1" presStyleIdx="2" presStyleCnt="3">
        <dgm:presLayoutVars>
          <dgm:bulletEnabled val="1"/>
        </dgm:presLayoutVars>
      </dgm:prSet>
      <dgm:spPr/>
    </dgm:pt>
    <dgm:pt modelId="{BCEB2642-B50D-4B12-B4D3-349B24D5B3E5}" type="pres">
      <dgm:prSet presAssocID="{2E370357-26E9-436C-811C-A6780286E1C2}" presName="sibTrans" presStyleLbl="sibTrans2D1" presStyleIdx="2" presStyleCnt="3"/>
      <dgm:spPr/>
    </dgm:pt>
    <dgm:pt modelId="{5D7541E4-CC54-4A61-BDCA-9931CE3BDBEF}" type="pres">
      <dgm:prSet presAssocID="{2E370357-26E9-436C-811C-A6780286E1C2}" presName="connectorText" presStyleLbl="sibTrans2D1" presStyleIdx="2" presStyleCnt="3"/>
      <dgm:spPr/>
    </dgm:pt>
  </dgm:ptLst>
  <dgm:cxnLst>
    <dgm:cxn modelId="{423A7C16-CB0B-4A1C-9AFB-8D48677B5EA8}" type="presOf" srcId="{ACA2A340-55C7-4036-8B6D-E0F4576465D2}" destId="{2FDA7AC7-BCFE-470B-A2D0-73DA41DAA26A}" srcOrd="0" destOrd="0" presId="urn:microsoft.com/office/officeart/2005/8/layout/cycle7"/>
    <dgm:cxn modelId="{BA74DF53-74FC-4297-B7B9-70553E678F20}" type="presOf" srcId="{D2C3DA14-946C-45BA-B99D-B1960C7C52CC}" destId="{F5002BE7-D52F-4F71-80EA-732345C21918}" srcOrd="1" destOrd="0" presId="urn:microsoft.com/office/officeart/2005/8/layout/cycle7"/>
    <dgm:cxn modelId="{A35CF476-C49E-49DA-AACA-693CB803F726}" type="presOf" srcId="{A1D697B6-4822-43E7-BC49-E64EBBBC873F}" destId="{61320AF2-5AF5-4932-8985-04089DBD82BC}" srcOrd="0" destOrd="0" presId="urn:microsoft.com/office/officeart/2005/8/layout/cycle7"/>
    <dgm:cxn modelId="{76C1727C-EBC3-4B5A-848D-1134946F58AE}" type="presOf" srcId="{2E370357-26E9-436C-811C-A6780286E1C2}" destId="{5D7541E4-CC54-4A61-BDCA-9931CE3BDBEF}" srcOrd="1" destOrd="0" presId="urn:microsoft.com/office/officeart/2005/8/layout/cycle7"/>
    <dgm:cxn modelId="{8E7B947F-A729-4172-B4EE-0DDFC8B03A1A}" type="presOf" srcId="{FCFEE6BE-3239-4B7A-A331-FF33BD0A7A98}" destId="{E6A12B76-FA20-4327-A950-D10299E9896A}" srcOrd="1" destOrd="0" presId="urn:microsoft.com/office/officeart/2005/8/layout/cycle7"/>
    <dgm:cxn modelId="{3A26668A-03F1-43E2-A487-DE04D7C9F6AD}" srcId="{F3CC08E8-2715-40D2-9570-DD8D18FC51F9}" destId="{A1D697B6-4822-43E7-BC49-E64EBBBC873F}" srcOrd="2" destOrd="0" parTransId="{1C2BBD9B-C415-4662-8D8B-51F72B412B39}" sibTransId="{2E370357-26E9-436C-811C-A6780286E1C2}"/>
    <dgm:cxn modelId="{6CCF9392-AE34-4F95-8352-EA066E8DAC1B}" type="presOf" srcId="{D2C3DA14-946C-45BA-B99D-B1960C7C52CC}" destId="{420FC76F-D17F-4407-9BC4-648190DF4EDC}" srcOrd="0" destOrd="0" presId="urn:microsoft.com/office/officeart/2005/8/layout/cycle7"/>
    <dgm:cxn modelId="{8B37D7B3-DBD4-45A7-83E3-8E38297AB267}" type="presOf" srcId="{C0F10733-67D1-4414-B528-CD29F4DC2E26}" destId="{A195D939-FF31-40CB-8AEB-84F869F3700B}" srcOrd="0" destOrd="0" presId="urn:microsoft.com/office/officeart/2005/8/layout/cycle7"/>
    <dgm:cxn modelId="{6ED4A5B6-5743-4B20-BB08-E5020B9DE221}" type="presOf" srcId="{F3CC08E8-2715-40D2-9570-DD8D18FC51F9}" destId="{656F9AE7-8C79-41AB-AEC8-7793A6444C02}" srcOrd="0" destOrd="0" presId="urn:microsoft.com/office/officeart/2005/8/layout/cycle7"/>
    <dgm:cxn modelId="{EE8CA3BC-143A-424D-B369-3B1019348DCD}" type="presOf" srcId="{2E370357-26E9-436C-811C-A6780286E1C2}" destId="{BCEB2642-B50D-4B12-B4D3-349B24D5B3E5}" srcOrd="0" destOrd="0" presId="urn:microsoft.com/office/officeart/2005/8/layout/cycle7"/>
    <dgm:cxn modelId="{B85073CA-609C-457E-8F67-BE33EAB66ADC}" type="presOf" srcId="{FCFEE6BE-3239-4B7A-A331-FF33BD0A7A98}" destId="{1BE89791-09A3-4C01-B9E3-EC5381CABCAD}" srcOrd="0" destOrd="0" presId="urn:microsoft.com/office/officeart/2005/8/layout/cycle7"/>
    <dgm:cxn modelId="{CA8CCCCF-A1B8-4ACD-81EB-BB3B66C0BA34}" srcId="{F3CC08E8-2715-40D2-9570-DD8D18FC51F9}" destId="{ACA2A340-55C7-4036-8B6D-E0F4576465D2}" srcOrd="1" destOrd="0" parTransId="{1311553E-7D6C-4FED-BA19-86782CE95D49}" sibTransId="{D2C3DA14-946C-45BA-B99D-B1960C7C52CC}"/>
    <dgm:cxn modelId="{AB12DEE2-91AB-4F2F-A0CB-A318533D7445}" srcId="{F3CC08E8-2715-40D2-9570-DD8D18FC51F9}" destId="{C0F10733-67D1-4414-B528-CD29F4DC2E26}" srcOrd="0" destOrd="0" parTransId="{D44A3460-D399-4B8D-993E-48E3D72EF0CA}" sibTransId="{FCFEE6BE-3239-4B7A-A331-FF33BD0A7A98}"/>
    <dgm:cxn modelId="{68EF9EF4-F7BD-4991-A50E-571A66E82269}" type="presParOf" srcId="{656F9AE7-8C79-41AB-AEC8-7793A6444C02}" destId="{A195D939-FF31-40CB-8AEB-84F869F3700B}" srcOrd="0" destOrd="0" presId="urn:microsoft.com/office/officeart/2005/8/layout/cycle7"/>
    <dgm:cxn modelId="{E6FAF9AC-34F7-4E56-B455-36964732800D}" type="presParOf" srcId="{656F9AE7-8C79-41AB-AEC8-7793A6444C02}" destId="{1BE89791-09A3-4C01-B9E3-EC5381CABCAD}" srcOrd="1" destOrd="0" presId="urn:microsoft.com/office/officeart/2005/8/layout/cycle7"/>
    <dgm:cxn modelId="{0E4834C7-5842-4A7F-B806-2F1178A94D50}" type="presParOf" srcId="{1BE89791-09A3-4C01-B9E3-EC5381CABCAD}" destId="{E6A12B76-FA20-4327-A950-D10299E9896A}" srcOrd="0" destOrd="0" presId="urn:microsoft.com/office/officeart/2005/8/layout/cycle7"/>
    <dgm:cxn modelId="{D133CB9D-E16B-4AD9-B493-9F08460B04F0}" type="presParOf" srcId="{656F9AE7-8C79-41AB-AEC8-7793A6444C02}" destId="{2FDA7AC7-BCFE-470B-A2D0-73DA41DAA26A}" srcOrd="2" destOrd="0" presId="urn:microsoft.com/office/officeart/2005/8/layout/cycle7"/>
    <dgm:cxn modelId="{9CDDC90A-2F80-4CFE-A323-A5C36FEECB83}" type="presParOf" srcId="{656F9AE7-8C79-41AB-AEC8-7793A6444C02}" destId="{420FC76F-D17F-4407-9BC4-648190DF4EDC}" srcOrd="3" destOrd="0" presId="urn:microsoft.com/office/officeart/2005/8/layout/cycle7"/>
    <dgm:cxn modelId="{81E43DB1-0156-4708-8E8E-13C94DFA38EB}" type="presParOf" srcId="{420FC76F-D17F-4407-9BC4-648190DF4EDC}" destId="{F5002BE7-D52F-4F71-80EA-732345C21918}" srcOrd="0" destOrd="0" presId="urn:microsoft.com/office/officeart/2005/8/layout/cycle7"/>
    <dgm:cxn modelId="{9519123A-4F41-4E08-9F29-A4D729E0BAF4}" type="presParOf" srcId="{656F9AE7-8C79-41AB-AEC8-7793A6444C02}" destId="{61320AF2-5AF5-4932-8985-04089DBD82BC}" srcOrd="4" destOrd="0" presId="urn:microsoft.com/office/officeart/2005/8/layout/cycle7"/>
    <dgm:cxn modelId="{50055E0C-350E-4C45-9B54-E9BDAAD20BAA}" type="presParOf" srcId="{656F9AE7-8C79-41AB-AEC8-7793A6444C02}" destId="{BCEB2642-B50D-4B12-B4D3-349B24D5B3E5}" srcOrd="5" destOrd="0" presId="urn:microsoft.com/office/officeart/2005/8/layout/cycle7"/>
    <dgm:cxn modelId="{AAF7F071-AB9B-4772-9B28-16E70C3B76B8}" type="presParOf" srcId="{BCEB2642-B50D-4B12-B4D3-349B24D5B3E5}" destId="{5D7541E4-CC54-4A61-BDCA-9931CE3BDBEF}"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3d3" qsCatId="3D"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3d3" qsCatId="3D"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simple4" qsCatId="simple"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22"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3E969-95C5-48B5-ACCF-0FF8D199495B}">
      <dsp:nvSpPr>
        <dsp:cNvPr id="0" name=""/>
        <dsp:cNvSpPr/>
      </dsp:nvSpPr>
      <dsp:spPr>
        <a:xfrm rot="5400000">
          <a:off x="6907189" y="-3141053"/>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latin typeface="Ubuntu" panose="020B0504030602030204" pitchFamily="34" charset="0"/>
            </a:rPr>
            <a:t>Responsible for Overall Program Governance that includes Planning, Monitoring execution to Budget, Mitigate Risks &amp; Issues.</a:t>
          </a:r>
        </a:p>
      </dsp:txBody>
      <dsp:txXfrm rot="-5400000">
        <a:off x="3730108" y="49557"/>
        <a:ext cx="6617774" cy="250081"/>
      </dsp:txXfrm>
    </dsp:sp>
    <dsp:sp modelId="{36CC1953-3FD7-4483-9717-DDEC8FCF7191}">
      <dsp:nvSpPr>
        <dsp:cNvPr id="0" name=""/>
        <dsp:cNvSpPr/>
      </dsp:nvSpPr>
      <dsp:spPr>
        <a:xfrm>
          <a:off x="0" y="1385"/>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solidFill>
                <a:prstClr val="black"/>
              </a:solidFill>
              <a:latin typeface="Ubuntu" panose="020B0504030602030204" pitchFamily="34" charset="0"/>
              <a:ea typeface="+mn-ea"/>
              <a:cs typeface="+mn-cs"/>
            </a:rPr>
            <a:t>PROGRAM MANAGEMENT</a:t>
          </a:r>
        </a:p>
      </dsp:txBody>
      <dsp:txXfrm>
        <a:off x="16911" y="18296"/>
        <a:ext cx="3696285" cy="312602"/>
      </dsp:txXfrm>
    </dsp:sp>
    <dsp:sp modelId="{321D45C5-E096-47DB-A92E-2CD9DB2037B7}">
      <dsp:nvSpPr>
        <dsp:cNvPr id="0" name=""/>
        <dsp:cNvSpPr/>
      </dsp:nvSpPr>
      <dsp:spPr>
        <a:xfrm rot="5400000">
          <a:off x="6907189" y="-2777307"/>
          <a:ext cx="277139" cy="6631303"/>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new Billing system in Guidewire to handle Billing cycle of all new Policies to be initiated under the new Policy system</a:t>
          </a:r>
        </a:p>
      </dsp:txBody>
      <dsp:txXfrm rot="-5400000">
        <a:off x="3730108" y="413303"/>
        <a:ext cx="6617774" cy="250081"/>
      </dsp:txXfrm>
    </dsp:sp>
    <dsp:sp modelId="{284523C8-A35D-47BD-9062-5554B83E22A4}">
      <dsp:nvSpPr>
        <dsp:cNvPr id="0" name=""/>
        <dsp:cNvSpPr/>
      </dsp:nvSpPr>
      <dsp:spPr>
        <a:xfrm>
          <a:off x="0" y="365131"/>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BILLING (Guidewire)</a:t>
          </a:r>
        </a:p>
      </dsp:txBody>
      <dsp:txXfrm>
        <a:off x="16911" y="382042"/>
        <a:ext cx="3696285" cy="312602"/>
      </dsp:txXfrm>
    </dsp:sp>
    <dsp:sp modelId="{7EE2B84A-CE77-4462-B729-68FE1CC0C92D}">
      <dsp:nvSpPr>
        <dsp:cNvPr id="0" name=""/>
        <dsp:cNvSpPr/>
      </dsp:nvSpPr>
      <dsp:spPr>
        <a:xfrm rot="5400000">
          <a:off x="6907189" y="-2413561"/>
          <a:ext cx="277139" cy="6631303"/>
        </a:xfrm>
        <a:prstGeom prst="round2SameRect">
          <a:avLst/>
        </a:prstGeom>
        <a:solidFill>
          <a:schemeClr val="accent4">
            <a:lumMod val="10000"/>
            <a:lumOff val="90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implement the new Policy system in Guidewire across all Beazley Product variations &amp; Lines of Business in Scope</a:t>
          </a:r>
          <a:endParaRPr lang="en-IN" sz="1100" kern="1200">
            <a:latin typeface="Ubuntu" panose="020B0504030602030204" pitchFamily="34" charset="0"/>
          </a:endParaRPr>
        </a:p>
      </dsp:txBody>
      <dsp:txXfrm rot="-5400000">
        <a:off x="3730108" y="777049"/>
        <a:ext cx="6617774" cy="250081"/>
      </dsp:txXfrm>
    </dsp:sp>
    <dsp:sp modelId="{8BB1014C-9FA7-4CE0-A50C-FB8882EAE3C5}">
      <dsp:nvSpPr>
        <dsp:cNvPr id="0" name=""/>
        <dsp:cNvSpPr/>
      </dsp:nvSpPr>
      <dsp:spPr>
        <a:xfrm>
          <a:off x="0" y="728877"/>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POLICY (Guidewire)</a:t>
          </a:r>
        </a:p>
      </dsp:txBody>
      <dsp:txXfrm>
        <a:off x="16911" y="745788"/>
        <a:ext cx="3696285" cy="312602"/>
      </dsp:txXfrm>
    </dsp:sp>
    <dsp:sp modelId="{503AFF98-53A1-43F1-8795-313D8F7E5264}">
      <dsp:nvSpPr>
        <dsp:cNvPr id="0" name=""/>
        <dsp:cNvSpPr/>
      </dsp:nvSpPr>
      <dsp:spPr>
        <a:xfrm rot="5400000">
          <a:off x="6907189" y="-2049815"/>
          <a:ext cx="277139" cy="6631303"/>
        </a:xfrm>
        <a:prstGeom prst="round2SameRect">
          <a:avLst/>
        </a:prstGeom>
        <a:solidFill>
          <a:schemeClr val="accent4">
            <a:lumMod val="10000"/>
            <a:lumOff val="90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in-scope integration elements necessary to ensure Guidewire operates as per business requirements.</a:t>
          </a:r>
        </a:p>
      </dsp:txBody>
      <dsp:txXfrm rot="-5400000">
        <a:off x="3730108" y="1140795"/>
        <a:ext cx="6617774" cy="250081"/>
      </dsp:txXfrm>
    </dsp:sp>
    <dsp:sp modelId="{337FD514-BCE1-4CC0-A6AE-6A60EA970BAA}">
      <dsp:nvSpPr>
        <dsp:cNvPr id="0" name=""/>
        <dsp:cNvSpPr/>
      </dsp:nvSpPr>
      <dsp:spPr>
        <a:xfrm>
          <a:off x="0" y="1092623"/>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INTEGRATION</a:t>
          </a:r>
        </a:p>
      </dsp:txBody>
      <dsp:txXfrm>
        <a:off x="16911" y="1109534"/>
        <a:ext cx="3696285" cy="312602"/>
      </dsp:txXfrm>
    </dsp:sp>
    <dsp:sp modelId="{02650712-EB0F-42DC-A692-71588FBC38D8}">
      <dsp:nvSpPr>
        <dsp:cNvPr id="0" name=""/>
        <dsp:cNvSpPr/>
      </dsp:nvSpPr>
      <dsp:spPr>
        <a:xfrm rot="5400000">
          <a:off x="6907189" y="-1686069"/>
          <a:ext cx="277139" cy="6631303"/>
        </a:xfrm>
        <a:prstGeom prst="round2SameRect">
          <a:avLst/>
        </a:prstGeom>
        <a:solidFill>
          <a:schemeClr val="accent4">
            <a:lumMod val="10000"/>
            <a:lumOff val="90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a:t>
          </a:r>
          <a:r>
            <a:rPr lang="en-GB" sz="1050" b="0" kern="1200">
              <a:solidFill>
                <a:prstClr val="black">
                  <a:hueOff val="0"/>
                  <a:satOff val="0"/>
                  <a:lumOff val="0"/>
                  <a:alphaOff val="0"/>
                </a:prstClr>
              </a:solidFill>
              <a:latin typeface="Ubuntu" panose="020B0504030602030204" pitchFamily="34" charset="0"/>
              <a:ea typeface="+mn-ea"/>
              <a:cs typeface="+mn-cs"/>
            </a:rPr>
            <a:t>Rationalise product set for Foundation release and agree a framework for rationalising the remaining GPAS Products.</a:t>
          </a:r>
          <a:endParaRPr lang="en-IN" sz="1050" b="0" kern="1200">
            <a:solidFill>
              <a:prstClr val="black">
                <a:hueOff val="0"/>
                <a:satOff val="0"/>
                <a:lumOff val="0"/>
                <a:alphaOff val="0"/>
              </a:prstClr>
            </a:solidFill>
            <a:latin typeface="Ubuntu" panose="020B0504030602030204" pitchFamily="34" charset="0"/>
            <a:ea typeface="+mn-ea"/>
            <a:cs typeface="+mn-cs"/>
          </a:endParaRPr>
        </a:p>
      </dsp:txBody>
      <dsp:txXfrm rot="-5400000">
        <a:off x="3730108" y="1504541"/>
        <a:ext cx="6617774" cy="250081"/>
      </dsp:txXfrm>
    </dsp:sp>
    <dsp:sp modelId="{59A9601E-C2D7-445F-A95B-9D53FB073F1F}">
      <dsp:nvSpPr>
        <dsp:cNvPr id="0" name=""/>
        <dsp:cNvSpPr/>
      </dsp:nvSpPr>
      <dsp:spPr>
        <a:xfrm>
          <a:off x="0" y="1456369"/>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PRODUCT RATIONALISATION</a:t>
          </a:r>
        </a:p>
      </dsp:txBody>
      <dsp:txXfrm>
        <a:off x="16911" y="1473280"/>
        <a:ext cx="3696285" cy="312602"/>
      </dsp:txXfrm>
    </dsp:sp>
    <dsp:sp modelId="{AF91CCC8-937A-40A9-9E38-D73CA0A35F4F}">
      <dsp:nvSpPr>
        <dsp:cNvPr id="0" name=""/>
        <dsp:cNvSpPr/>
      </dsp:nvSpPr>
      <dsp:spPr>
        <a:xfrm rot="5400000">
          <a:off x="6907189" y="-1322323"/>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Migrate all Legacy Policy data at renewal into the new Guidewire system.</a:t>
          </a:r>
        </a:p>
      </dsp:txBody>
      <dsp:txXfrm rot="-5400000">
        <a:off x="3730108" y="1868287"/>
        <a:ext cx="6617774" cy="250081"/>
      </dsp:txXfrm>
    </dsp:sp>
    <dsp:sp modelId="{11433F9A-1AE2-4F2E-AD73-72179B1E5AF5}">
      <dsp:nvSpPr>
        <dsp:cNvPr id="0" name=""/>
        <dsp:cNvSpPr/>
      </dsp:nvSpPr>
      <dsp:spPr>
        <a:xfrm>
          <a:off x="0" y="1820115"/>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MIGRATION</a:t>
          </a:r>
        </a:p>
      </dsp:txBody>
      <dsp:txXfrm>
        <a:off x="16911" y="1837026"/>
        <a:ext cx="3696285" cy="312602"/>
      </dsp:txXfrm>
    </dsp:sp>
    <dsp:sp modelId="{17C3541B-3BEE-4976-A790-DCA7D689DC9B}">
      <dsp:nvSpPr>
        <dsp:cNvPr id="0" name=""/>
        <dsp:cNvSpPr/>
      </dsp:nvSpPr>
      <dsp:spPr>
        <a:xfrm rot="5400000">
          <a:off x="6907189" y="-958577"/>
          <a:ext cx="277139" cy="6631303"/>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solidFill>
                <a:prstClr val="black">
                  <a:hueOff val="0"/>
                  <a:satOff val="0"/>
                  <a:lumOff val="0"/>
                  <a:alphaOff val="0"/>
                </a:prstClr>
              </a:solidFill>
              <a:latin typeface="Ubuntu" panose="020B0504030602030204" pitchFamily="34" charset="0"/>
              <a:ea typeface="+mn-ea"/>
              <a:cs typeface="+mn-cs"/>
            </a:rPr>
            <a:t>Responsible to make sure we are deploying code to production that meets Business requirements &amp; Program and Product quality standards</a:t>
          </a:r>
        </a:p>
      </dsp:txBody>
      <dsp:txXfrm rot="-5400000">
        <a:off x="3730108" y="2232033"/>
        <a:ext cx="6617774" cy="250081"/>
      </dsp:txXfrm>
    </dsp:sp>
    <dsp:sp modelId="{BC0C95F1-2308-4CD8-AFE0-734C36BF9C89}">
      <dsp:nvSpPr>
        <dsp:cNvPr id="0" name=""/>
        <dsp:cNvSpPr/>
      </dsp:nvSpPr>
      <dsp:spPr>
        <a:xfrm>
          <a:off x="0" y="2183861"/>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TESTING</a:t>
          </a:r>
        </a:p>
      </dsp:txBody>
      <dsp:txXfrm>
        <a:off x="16911" y="2200772"/>
        <a:ext cx="3696285" cy="312602"/>
      </dsp:txXfrm>
    </dsp:sp>
    <dsp:sp modelId="{9661882E-14AB-43F1-A073-B1B24BF49095}">
      <dsp:nvSpPr>
        <dsp:cNvPr id="0" name=""/>
        <dsp:cNvSpPr/>
      </dsp:nvSpPr>
      <dsp:spPr>
        <a:xfrm rot="5400000">
          <a:off x="6907189" y="-594831"/>
          <a:ext cx="277139" cy="6631303"/>
        </a:xfrm>
        <a:prstGeom prst="round2SameRect">
          <a:avLst/>
        </a:prstGeom>
        <a:solidFill>
          <a:schemeClr val="accent4">
            <a:lumMod val="10000"/>
            <a:lumOff val="90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Build Data analytics on top of GPAS &amp; Billing data meeting Business needs.</a:t>
          </a:r>
        </a:p>
      </dsp:txBody>
      <dsp:txXfrm rot="-5400000">
        <a:off x="3730108" y="2595779"/>
        <a:ext cx="6617774" cy="250081"/>
      </dsp:txXfrm>
    </dsp:sp>
    <dsp:sp modelId="{C8A30BD0-FF91-426F-8733-8C22E5DE7824}">
      <dsp:nvSpPr>
        <dsp:cNvPr id="0" name=""/>
        <dsp:cNvSpPr/>
      </dsp:nvSpPr>
      <dsp:spPr>
        <a:xfrm>
          <a:off x="0" y="2547607"/>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DATA</a:t>
          </a:r>
        </a:p>
      </dsp:txBody>
      <dsp:txXfrm>
        <a:off x="16911" y="2564518"/>
        <a:ext cx="3696285" cy="312602"/>
      </dsp:txXfrm>
    </dsp:sp>
    <dsp:sp modelId="{B4792B47-A2A6-4DDE-AE44-82E50FC550E7}">
      <dsp:nvSpPr>
        <dsp:cNvPr id="0" name=""/>
        <dsp:cNvSpPr/>
      </dsp:nvSpPr>
      <dsp:spPr>
        <a:xfrm rot="5400000">
          <a:off x="6907189" y="-231085"/>
          <a:ext cx="277139" cy="6631303"/>
        </a:xfrm>
        <a:prstGeom prst="round2SameRect">
          <a:avLst/>
        </a:prstGeom>
        <a:solidFill>
          <a:schemeClr val="accent4">
            <a:lumMod val="10000"/>
            <a:lumOff val="90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all necessary communications to support Beazley’s business requirements.</a:t>
          </a:r>
        </a:p>
      </dsp:txBody>
      <dsp:txXfrm rot="-5400000">
        <a:off x="3730108" y="2959525"/>
        <a:ext cx="6617774" cy="250081"/>
      </dsp:txXfrm>
    </dsp:sp>
    <dsp:sp modelId="{7111CDB4-6251-47D5-81E7-395426AC2D6C}">
      <dsp:nvSpPr>
        <dsp:cNvPr id="0" name=""/>
        <dsp:cNvSpPr/>
      </dsp:nvSpPr>
      <dsp:spPr>
        <a:xfrm>
          <a:off x="0" y="2911353"/>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DOCS TOOLING</a:t>
          </a:r>
        </a:p>
      </dsp:txBody>
      <dsp:txXfrm>
        <a:off x="16911" y="2928264"/>
        <a:ext cx="3696285" cy="312602"/>
      </dsp:txXfrm>
    </dsp:sp>
    <dsp:sp modelId="{D8612A6E-9E17-4249-9A55-EACA36AC0644}">
      <dsp:nvSpPr>
        <dsp:cNvPr id="0" name=""/>
        <dsp:cNvSpPr/>
      </dsp:nvSpPr>
      <dsp:spPr>
        <a:xfrm rot="5400000">
          <a:off x="6907189" y="132659"/>
          <a:ext cx="277139" cy="6631303"/>
        </a:xfrm>
        <a:prstGeom prst="round2SameRect">
          <a:avLst/>
        </a:prstGeom>
        <a:solidFill>
          <a:schemeClr val="accent4">
            <a:lumMod val="10000"/>
            <a:lumOff val="90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Design and Roll out the new system to Business users, handle training, comms, stakeholder Mgmnt., risks and issue mitigation.</a:t>
          </a:r>
        </a:p>
      </dsp:txBody>
      <dsp:txXfrm rot="-5400000">
        <a:off x="3730108" y="3323270"/>
        <a:ext cx="6617774" cy="250081"/>
      </dsp:txXfrm>
    </dsp:sp>
    <dsp:sp modelId="{2AF7F82B-B5CD-47DA-88C9-8651A2DA7F53}">
      <dsp:nvSpPr>
        <dsp:cNvPr id="0" name=""/>
        <dsp:cNvSpPr/>
      </dsp:nvSpPr>
      <dsp:spPr>
        <a:xfrm>
          <a:off x="0" y="3275099"/>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TRAINING &amp; BUSINESS READINESS</a:t>
          </a:r>
        </a:p>
      </dsp:txBody>
      <dsp:txXfrm>
        <a:off x="16911" y="3292010"/>
        <a:ext cx="3696285" cy="312602"/>
      </dsp:txXfrm>
    </dsp:sp>
    <dsp:sp modelId="{4BCFC6A1-6E50-4043-AC9B-289328583CA8}">
      <dsp:nvSpPr>
        <dsp:cNvPr id="0" name=""/>
        <dsp:cNvSpPr/>
      </dsp:nvSpPr>
      <dsp:spPr>
        <a:xfrm rot="5400000">
          <a:off x="6907189" y="496405"/>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a:t>
          </a:r>
          <a:r>
            <a:rPr lang="en-GB" sz="1050" b="0" kern="1200">
              <a:solidFill>
                <a:prstClr val="black">
                  <a:hueOff val="0"/>
                  <a:satOff val="0"/>
                  <a:lumOff val="0"/>
                  <a:alphaOff val="0"/>
                </a:prstClr>
              </a:solidFill>
              <a:latin typeface="Ubuntu" panose="020B0504030602030204" pitchFamily="34" charset="0"/>
              <a:ea typeface="+mn-ea"/>
              <a:cs typeface="+mn-cs"/>
            </a:rPr>
            <a:t> create a centre of excellence for Beazley E2E process and journey design, ensuring consistency and quality.</a:t>
          </a:r>
          <a:endParaRPr lang="en-IN" sz="1050" b="0" kern="1200">
            <a:solidFill>
              <a:prstClr val="black">
                <a:hueOff val="0"/>
                <a:satOff val="0"/>
                <a:lumOff val="0"/>
                <a:alphaOff val="0"/>
              </a:prstClr>
            </a:solidFill>
            <a:latin typeface="Ubuntu" panose="020B0504030602030204" pitchFamily="34" charset="0"/>
            <a:ea typeface="+mn-ea"/>
            <a:cs typeface="+mn-cs"/>
          </a:endParaRPr>
        </a:p>
      </dsp:txBody>
      <dsp:txXfrm rot="-5400000">
        <a:off x="3730108" y="3687016"/>
        <a:ext cx="6617774" cy="250081"/>
      </dsp:txXfrm>
    </dsp:sp>
    <dsp:sp modelId="{97B982F4-6D96-4FC7-8937-F2E41E3F6C2E}">
      <dsp:nvSpPr>
        <dsp:cNvPr id="0" name=""/>
        <dsp:cNvSpPr/>
      </dsp:nvSpPr>
      <dsp:spPr>
        <a:xfrm>
          <a:off x="0" y="3638845"/>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BUSINESS DESIGN</a:t>
          </a:r>
        </a:p>
      </dsp:txBody>
      <dsp:txXfrm>
        <a:off x="16911" y="3655756"/>
        <a:ext cx="3696285" cy="312602"/>
      </dsp:txXfrm>
    </dsp:sp>
    <dsp:sp modelId="{7522EB32-B39E-426D-974D-002D3E926871}">
      <dsp:nvSpPr>
        <dsp:cNvPr id="0" name=""/>
        <dsp:cNvSpPr/>
      </dsp:nvSpPr>
      <dsp:spPr>
        <a:xfrm rot="5400000">
          <a:off x="6847189" y="881866"/>
          <a:ext cx="383378" cy="6624827"/>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create a System Architecture for the Program that is Robust, Industry standard, Scalable and meets Beazley’s requirements</a:t>
          </a:r>
        </a:p>
      </dsp:txBody>
      <dsp:txXfrm rot="-5400000">
        <a:off x="3726465" y="4021306"/>
        <a:ext cx="6606112" cy="345948"/>
      </dsp:txXfrm>
    </dsp:sp>
    <dsp:sp modelId="{A3C1A099-18CB-4E65-8D94-6FB75636654B}">
      <dsp:nvSpPr>
        <dsp:cNvPr id="0" name=""/>
        <dsp:cNvSpPr/>
      </dsp:nvSpPr>
      <dsp:spPr>
        <a:xfrm>
          <a:off x="0" y="4021067"/>
          <a:ext cx="3726465"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ARCHITECTURE</a:t>
          </a:r>
        </a:p>
      </dsp:txBody>
      <dsp:txXfrm>
        <a:off x="16911" y="4037978"/>
        <a:ext cx="3692643" cy="312602"/>
      </dsp:txXfrm>
    </dsp:sp>
    <dsp:sp modelId="{04596C73-4E68-4A5E-9C3D-4DEEFD22E74A}">
      <dsp:nvSpPr>
        <dsp:cNvPr id="0" name=""/>
        <dsp:cNvSpPr/>
      </dsp:nvSpPr>
      <dsp:spPr>
        <a:xfrm rot="5400000">
          <a:off x="6877951" y="1260851"/>
          <a:ext cx="335616" cy="6631303"/>
        </a:xfrm>
        <a:prstGeom prst="round2SameRect">
          <a:avLst/>
        </a:prstGeom>
        <a:solidFill>
          <a:schemeClr val="bg1">
            <a:lumMod val="95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provision all Infrastructure &amp; Environments for a smooth Program execution e.g. Citrix machines, Scalable Dev, Test and Prod environments, DevOps support for continuous deployments &amp; testing.</a:t>
          </a:r>
        </a:p>
      </dsp:txBody>
      <dsp:txXfrm rot="-5400000">
        <a:off x="3730108" y="4425078"/>
        <a:ext cx="6614920" cy="302850"/>
      </dsp:txXfrm>
    </dsp:sp>
    <dsp:sp modelId="{1DC61338-71AF-4056-9300-35477E43C160}">
      <dsp:nvSpPr>
        <dsp:cNvPr id="0" name=""/>
        <dsp:cNvSpPr/>
      </dsp:nvSpPr>
      <dsp:spPr>
        <a:xfrm>
          <a:off x="0" y="4403290"/>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ENVIRONMENTS &amp; INFRASTRUCTURE</a:t>
          </a:r>
        </a:p>
      </dsp:txBody>
      <dsp:txXfrm>
        <a:off x="16911" y="4420201"/>
        <a:ext cx="3696285" cy="312602"/>
      </dsp:txXfrm>
    </dsp:sp>
    <dsp:sp modelId="{707BA35E-C23C-4B51-B6D2-4C5EC56A3ABD}">
      <dsp:nvSpPr>
        <dsp:cNvPr id="0" name=""/>
        <dsp:cNvSpPr/>
      </dsp:nvSpPr>
      <dsp:spPr>
        <a:xfrm rot="5400000">
          <a:off x="6907189" y="1624597"/>
          <a:ext cx="277139" cy="6631303"/>
        </a:xfrm>
        <a:prstGeom prst="round2SameRect">
          <a:avLst/>
        </a:prstGeom>
        <a:solidFill>
          <a:schemeClr val="bg1">
            <a:lumMod val="95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validate &amp; sign-off Finance systems to the new GPAS &amp; Billing implementation</a:t>
          </a:r>
        </a:p>
      </dsp:txBody>
      <dsp:txXfrm rot="-5400000">
        <a:off x="3730108" y="4815208"/>
        <a:ext cx="6617774" cy="250081"/>
      </dsp:txXfrm>
    </dsp:sp>
    <dsp:sp modelId="{1D92DDD4-EF7A-43CF-96E4-7146B199DFE9}">
      <dsp:nvSpPr>
        <dsp:cNvPr id="0" name=""/>
        <dsp:cNvSpPr/>
      </dsp:nvSpPr>
      <dsp:spPr>
        <a:xfrm>
          <a:off x="0" y="4767036"/>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FINANCE</a:t>
          </a:r>
        </a:p>
      </dsp:txBody>
      <dsp:txXfrm>
        <a:off x="16911" y="4783947"/>
        <a:ext cx="3696285" cy="312602"/>
      </dsp:txXfrm>
    </dsp:sp>
    <dsp:sp modelId="{D490923A-FDA2-47A4-A6EF-8BED616299EF}">
      <dsp:nvSpPr>
        <dsp:cNvPr id="0" name=""/>
        <dsp:cNvSpPr/>
      </dsp:nvSpPr>
      <dsp:spPr>
        <a:xfrm rot="5400000">
          <a:off x="6907189" y="1988343"/>
          <a:ext cx="277139" cy="6631303"/>
        </a:xfrm>
        <a:prstGeom prst="round2SameRect">
          <a:avLst/>
        </a:prstGeom>
        <a:solidFill>
          <a:schemeClr val="bg1">
            <a:lumMod val="95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support Data Migration Release train enabling smooth migration of all Legacy Policy records into the new system</a:t>
          </a:r>
        </a:p>
      </dsp:txBody>
      <dsp:txXfrm rot="-5400000">
        <a:off x="3730108" y="5178954"/>
        <a:ext cx="6617774" cy="250081"/>
      </dsp:txXfrm>
    </dsp:sp>
    <dsp:sp modelId="{7900C714-4632-48D9-A231-19DAC4B83838}">
      <dsp:nvSpPr>
        <dsp:cNvPr id="0" name=""/>
        <dsp:cNvSpPr/>
      </dsp:nvSpPr>
      <dsp:spPr>
        <a:xfrm>
          <a:off x="0" y="5130782"/>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LEGACY</a:t>
          </a:r>
        </a:p>
      </dsp:txBody>
      <dsp:txXfrm>
        <a:off x="16911" y="5147693"/>
        <a:ext cx="3696285" cy="3126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95D939-FF31-40CB-8AEB-84F869F3700B}">
      <dsp:nvSpPr>
        <dsp:cNvPr id="0" name=""/>
        <dsp:cNvSpPr/>
      </dsp:nvSpPr>
      <dsp:spPr>
        <a:xfrm>
          <a:off x="1983078" y="1083"/>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BEAZLEY</a:t>
          </a:r>
          <a:endParaRPr lang="en-US" sz="1200" b="1" kern="1200"/>
        </a:p>
      </dsp:txBody>
      <dsp:txXfrm>
        <a:off x="2007832" y="25837"/>
        <a:ext cx="1640804" cy="795648"/>
      </dsp:txXfrm>
    </dsp:sp>
    <dsp:sp modelId="{1BE89791-09A3-4C01-B9E3-EC5381CABCAD}">
      <dsp:nvSpPr>
        <dsp:cNvPr id="0" name=""/>
        <dsp:cNvSpPr/>
      </dsp:nvSpPr>
      <dsp:spPr>
        <a:xfrm rot="3600000">
          <a:off x="3085542" y="1484779"/>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174283" y="1543940"/>
        <a:ext cx="703959" cy="177482"/>
      </dsp:txXfrm>
    </dsp:sp>
    <dsp:sp modelId="{2FDA7AC7-BCFE-470B-A2D0-73DA41DAA26A}">
      <dsp:nvSpPr>
        <dsp:cNvPr id="0" name=""/>
        <dsp:cNvSpPr/>
      </dsp:nvSpPr>
      <dsp:spPr>
        <a:xfrm>
          <a:off x="3379135" y="2419124"/>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GUIDEWIRE</a:t>
          </a:r>
          <a:endParaRPr lang="en-US" sz="1200" b="1" kern="1200"/>
        </a:p>
      </dsp:txBody>
      <dsp:txXfrm>
        <a:off x="3403889" y="2443878"/>
        <a:ext cx="1640804" cy="795648"/>
      </dsp:txXfrm>
    </dsp:sp>
    <dsp:sp modelId="{420FC76F-D17F-4407-9BC4-648190DF4EDC}">
      <dsp:nvSpPr>
        <dsp:cNvPr id="0" name=""/>
        <dsp:cNvSpPr/>
      </dsp:nvSpPr>
      <dsp:spPr>
        <a:xfrm rot="10800000">
          <a:off x="2387513" y="2693800"/>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2476254" y="2752961"/>
        <a:ext cx="703959" cy="177482"/>
      </dsp:txXfrm>
    </dsp:sp>
    <dsp:sp modelId="{61320AF2-5AF5-4932-8985-04089DBD82BC}">
      <dsp:nvSpPr>
        <dsp:cNvPr id="0" name=""/>
        <dsp:cNvSpPr/>
      </dsp:nvSpPr>
      <dsp:spPr>
        <a:xfrm>
          <a:off x="587021" y="2419124"/>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CAPGEMINI</a:t>
          </a:r>
          <a:endParaRPr lang="en-US" sz="1200" b="1" kern="1200"/>
        </a:p>
      </dsp:txBody>
      <dsp:txXfrm>
        <a:off x="611775" y="2443878"/>
        <a:ext cx="1640804" cy="795648"/>
      </dsp:txXfrm>
    </dsp:sp>
    <dsp:sp modelId="{BCEB2642-B50D-4B12-B4D3-349B24D5B3E5}">
      <dsp:nvSpPr>
        <dsp:cNvPr id="0" name=""/>
        <dsp:cNvSpPr/>
      </dsp:nvSpPr>
      <dsp:spPr>
        <a:xfrm rot="18000000">
          <a:off x="1689485" y="1484779"/>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778226" y="1543940"/>
        <a:ext cx="703959" cy="1774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35766" y="51163"/>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735766" y="51163"/>
        <a:ext cx="262048" cy="262048"/>
      </dsp:txXfrm>
    </dsp:sp>
    <dsp:sp modelId="{89E4CEF4-D05B-43BE-839A-02E0B8C84E6E}">
      <dsp:nvSpPr>
        <dsp:cNvPr id="0" name=""/>
        <dsp:cNvSpPr/>
      </dsp:nvSpPr>
      <dsp:spPr>
        <a:xfrm>
          <a:off x="336980" y="-299"/>
          <a:ext cx="619232" cy="619232"/>
        </a:xfrm>
        <a:prstGeom prst="circularArrow">
          <a:avLst>
            <a:gd name="adj1" fmla="val 8252"/>
            <a:gd name="adj2" fmla="val 576424"/>
            <a:gd name="adj3" fmla="val 2962449"/>
            <a:gd name="adj4" fmla="val 52665"/>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944463-F19E-4A04-A444-0CAA61A58512}">
      <dsp:nvSpPr>
        <dsp:cNvPr id="0" name=""/>
        <dsp:cNvSpPr/>
      </dsp:nvSpPr>
      <dsp:spPr>
        <a:xfrm>
          <a:off x="515572" y="432550"/>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515572" y="432550"/>
        <a:ext cx="262048" cy="262048"/>
      </dsp:txXfrm>
    </dsp:sp>
    <dsp:sp modelId="{DE6F71D2-3AE2-459E-83F5-C9E554EB3972}">
      <dsp:nvSpPr>
        <dsp:cNvPr id="0" name=""/>
        <dsp:cNvSpPr/>
      </dsp:nvSpPr>
      <dsp:spPr>
        <a:xfrm>
          <a:off x="336980" y="-299"/>
          <a:ext cx="619232" cy="619232"/>
        </a:xfrm>
        <a:prstGeom prst="circularArrow">
          <a:avLst>
            <a:gd name="adj1" fmla="val 8252"/>
            <a:gd name="adj2" fmla="val 576424"/>
            <a:gd name="adj3" fmla="val 10170911"/>
            <a:gd name="adj4" fmla="val 7261127"/>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60DE8B1-16A3-4F9F-9BF3-0D9A6D020DC9}">
      <dsp:nvSpPr>
        <dsp:cNvPr id="0" name=""/>
        <dsp:cNvSpPr/>
      </dsp:nvSpPr>
      <dsp:spPr>
        <a:xfrm>
          <a:off x="295378" y="51163"/>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95378" y="51163"/>
        <a:ext cx="262048" cy="262048"/>
      </dsp:txXfrm>
    </dsp:sp>
    <dsp:sp modelId="{7BDD004E-8E1B-4DCC-A374-1093C91A4122}">
      <dsp:nvSpPr>
        <dsp:cNvPr id="0" name=""/>
        <dsp:cNvSpPr/>
      </dsp:nvSpPr>
      <dsp:spPr>
        <a:xfrm>
          <a:off x="336980" y="-299"/>
          <a:ext cx="619232" cy="619232"/>
        </a:xfrm>
        <a:prstGeom prst="circularArrow">
          <a:avLst>
            <a:gd name="adj1" fmla="val 8252"/>
            <a:gd name="adj2" fmla="val 576424"/>
            <a:gd name="adj3" fmla="val 16855407"/>
            <a:gd name="adj4" fmla="val 14968168"/>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25895" y="57777"/>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725895" y="57777"/>
        <a:ext cx="293863" cy="293863"/>
      </dsp:txXfrm>
    </dsp:sp>
    <dsp:sp modelId="{89E4CEF4-D05B-43BE-839A-02E0B8C84E6E}">
      <dsp:nvSpPr>
        <dsp:cNvPr id="0" name=""/>
        <dsp:cNvSpPr/>
      </dsp:nvSpPr>
      <dsp:spPr>
        <a:xfrm>
          <a:off x="278061" y="-101"/>
          <a:ext cx="695089" cy="695089"/>
        </a:xfrm>
        <a:prstGeom prst="circularArrow">
          <a:avLst>
            <a:gd name="adj1" fmla="val 8244"/>
            <a:gd name="adj2" fmla="val 575741"/>
            <a:gd name="adj3" fmla="val 2965576"/>
            <a:gd name="adj4" fmla="val 50570"/>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944463-F19E-4A04-A444-0CAA61A58512}">
      <dsp:nvSpPr>
        <dsp:cNvPr id="0" name=""/>
        <dsp:cNvSpPr/>
      </dsp:nvSpPr>
      <dsp:spPr>
        <a:xfrm>
          <a:off x="478674" y="485976"/>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78674" y="485976"/>
        <a:ext cx="293863" cy="293863"/>
      </dsp:txXfrm>
    </dsp:sp>
    <dsp:sp modelId="{DE6F71D2-3AE2-459E-83F5-C9E554EB3972}">
      <dsp:nvSpPr>
        <dsp:cNvPr id="0" name=""/>
        <dsp:cNvSpPr/>
      </dsp:nvSpPr>
      <dsp:spPr>
        <a:xfrm>
          <a:off x="278061" y="-101"/>
          <a:ext cx="695089" cy="695089"/>
        </a:xfrm>
        <a:prstGeom prst="circularArrow">
          <a:avLst>
            <a:gd name="adj1" fmla="val 8244"/>
            <a:gd name="adj2" fmla="val 575741"/>
            <a:gd name="adj3" fmla="val 10173689"/>
            <a:gd name="adj4" fmla="val 7258683"/>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60DE8B1-16A3-4F9F-9BF3-0D9A6D020DC9}">
      <dsp:nvSpPr>
        <dsp:cNvPr id="0" name=""/>
        <dsp:cNvSpPr/>
      </dsp:nvSpPr>
      <dsp:spPr>
        <a:xfrm>
          <a:off x="231453" y="57777"/>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31453" y="57777"/>
        <a:ext cx="293863" cy="293863"/>
      </dsp:txXfrm>
    </dsp:sp>
    <dsp:sp modelId="{7BDD004E-8E1B-4DCC-A374-1093C91A4122}">
      <dsp:nvSpPr>
        <dsp:cNvPr id="0" name=""/>
        <dsp:cNvSpPr/>
      </dsp:nvSpPr>
      <dsp:spPr>
        <a:xfrm>
          <a:off x="278061" y="-101"/>
          <a:ext cx="695089" cy="695089"/>
        </a:xfrm>
        <a:prstGeom prst="circularArrow">
          <a:avLst>
            <a:gd name="adj1" fmla="val 8244"/>
            <a:gd name="adj2" fmla="val 575741"/>
            <a:gd name="adj3" fmla="val 16858328"/>
            <a:gd name="adj4" fmla="val 14965931"/>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25894" y="57777"/>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725894" y="57777"/>
        <a:ext cx="293863" cy="293863"/>
      </dsp:txXfrm>
    </dsp:sp>
    <dsp:sp modelId="{89E4CEF4-D05B-43BE-839A-02E0B8C84E6E}">
      <dsp:nvSpPr>
        <dsp:cNvPr id="0" name=""/>
        <dsp:cNvSpPr/>
      </dsp:nvSpPr>
      <dsp:spPr>
        <a:xfrm>
          <a:off x="278062" y="-102"/>
          <a:ext cx="695088" cy="695088"/>
        </a:xfrm>
        <a:prstGeom prst="circularArrow">
          <a:avLst>
            <a:gd name="adj1" fmla="val 8244"/>
            <a:gd name="adj2" fmla="val 575742"/>
            <a:gd name="adj3" fmla="val 2965573"/>
            <a:gd name="adj4" fmla="val 50572"/>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A944463-F19E-4A04-A444-0CAA61A58512}">
      <dsp:nvSpPr>
        <dsp:cNvPr id="0" name=""/>
        <dsp:cNvSpPr/>
      </dsp:nvSpPr>
      <dsp:spPr>
        <a:xfrm>
          <a:off x="478674" y="485975"/>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78674" y="485975"/>
        <a:ext cx="293863" cy="293863"/>
      </dsp:txXfrm>
    </dsp:sp>
    <dsp:sp modelId="{DE6F71D2-3AE2-459E-83F5-C9E554EB3972}">
      <dsp:nvSpPr>
        <dsp:cNvPr id="0" name=""/>
        <dsp:cNvSpPr/>
      </dsp:nvSpPr>
      <dsp:spPr>
        <a:xfrm>
          <a:off x="278062" y="-102"/>
          <a:ext cx="695088" cy="695088"/>
        </a:xfrm>
        <a:prstGeom prst="circularArrow">
          <a:avLst>
            <a:gd name="adj1" fmla="val 8244"/>
            <a:gd name="adj2" fmla="val 575742"/>
            <a:gd name="adj3" fmla="val 10173686"/>
            <a:gd name="adj4" fmla="val 7258685"/>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60DE8B1-16A3-4F9F-9BF3-0D9A6D020DC9}">
      <dsp:nvSpPr>
        <dsp:cNvPr id="0" name=""/>
        <dsp:cNvSpPr/>
      </dsp:nvSpPr>
      <dsp:spPr>
        <a:xfrm>
          <a:off x="231454" y="57777"/>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31454" y="57777"/>
        <a:ext cx="293863" cy="293863"/>
      </dsp:txXfrm>
    </dsp:sp>
    <dsp:sp modelId="{7BDD004E-8E1B-4DCC-A374-1093C91A4122}">
      <dsp:nvSpPr>
        <dsp:cNvPr id="0" name=""/>
        <dsp:cNvSpPr/>
      </dsp:nvSpPr>
      <dsp:spPr>
        <a:xfrm>
          <a:off x="278062" y="-102"/>
          <a:ext cx="695088" cy="695088"/>
        </a:xfrm>
        <a:prstGeom prst="circularArrow">
          <a:avLst>
            <a:gd name="adj1" fmla="val 8244"/>
            <a:gd name="adj2" fmla="val 575742"/>
            <a:gd name="adj3" fmla="val 16858325"/>
            <a:gd name="adj4" fmla="val 14965933"/>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C46A0A-F5DB-4C5E-98AE-DA7DBE942B3C}" type="datetimeFigureOut">
              <a:rPr lang="en-US" smtClean="0"/>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B1829F-0887-4094-82B5-BC12A5F08582}" type="slidenum">
              <a:rPr lang="en-US" smtClean="0"/>
              <a:t>‹#›</a:t>
            </a:fld>
            <a:endParaRPr lang="en-US"/>
          </a:p>
        </p:txBody>
      </p:sp>
    </p:spTree>
    <p:extLst>
      <p:ext uri="{BB962C8B-B14F-4D97-AF65-F5344CB8AC3E}">
        <p14:creationId xmlns:p14="http://schemas.microsoft.com/office/powerpoint/2010/main" val="324619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824693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167710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5</a:t>
            </a:fld>
            <a:endParaRPr lang="pt-BR"/>
          </a:p>
        </p:txBody>
      </p:sp>
    </p:spTree>
    <p:extLst>
      <p:ext uri="{BB962C8B-B14F-4D97-AF65-F5344CB8AC3E}">
        <p14:creationId xmlns:p14="http://schemas.microsoft.com/office/powerpoint/2010/main" val="2770462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a:t>
            </a:fld>
            <a:endParaRPr lang="en-GB"/>
          </a:p>
        </p:txBody>
      </p:sp>
    </p:spTree>
    <p:extLst>
      <p:ext uri="{BB962C8B-B14F-4D97-AF65-F5344CB8AC3E}">
        <p14:creationId xmlns:p14="http://schemas.microsoft.com/office/powerpoint/2010/main" val="2854240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7</a:t>
            </a:fld>
            <a:endParaRPr lang="en-GB"/>
          </a:p>
        </p:txBody>
      </p:sp>
    </p:spTree>
    <p:extLst>
      <p:ext uri="{BB962C8B-B14F-4D97-AF65-F5344CB8AC3E}">
        <p14:creationId xmlns:p14="http://schemas.microsoft.com/office/powerpoint/2010/main" val="3395634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8</a:t>
            </a:fld>
            <a:endParaRPr lang="en-GB"/>
          </a:p>
        </p:txBody>
      </p:sp>
    </p:spTree>
    <p:extLst>
      <p:ext uri="{BB962C8B-B14F-4D97-AF65-F5344CB8AC3E}">
        <p14:creationId xmlns:p14="http://schemas.microsoft.com/office/powerpoint/2010/main" val="1720718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10</a:t>
            </a:fld>
            <a:endParaRPr lang="en-GB"/>
          </a:p>
        </p:txBody>
      </p:sp>
    </p:spTree>
    <p:extLst>
      <p:ext uri="{BB962C8B-B14F-4D97-AF65-F5344CB8AC3E}">
        <p14:creationId xmlns:p14="http://schemas.microsoft.com/office/powerpoint/2010/main" val="3482926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xml"/><Relationship Id="rId16" Type="http://schemas.openxmlformats.org/officeDocument/2006/relationships/image" Target="../media/image12.png"/><Relationship Id="rId1" Type="http://schemas.openxmlformats.org/officeDocument/2006/relationships/tags" Target="../tags/tag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2.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1E669-4776-2BB8-6F37-5F8C8CCD1D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D6B7C3-024A-A8FB-78F8-20F20D491D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ED2150-2B95-AB37-B033-593E12F6B011}"/>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5" name="Footer Placeholder 4">
            <a:extLst>
              <a:ext uri="{FF2B5EF4-FFF2-40B4-BE49-F238E27FC236}">
                <a16:creationId xmlns:a16="http://schemas.microsoft.com/office/drawing/2014/main" id="{2D58E502-6293-DC11-D0CC-3D2E48AE72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57B77B-1010-28D4-446D-5155865CA3A4}"/>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2148933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621D5-56D8-6F07-0D35-E26107D09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735F44-6687-4140-2B83-DE4E7DD43B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11015-9EB5-0903-A544-E99633EDA3E1}"/>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5" name="Footer Placeholder 4">
            <a:extLst>
              <a:ext uri="{FF2B5EF4-FFF2-40B4-BE49-F238E27FC236}">
                <a16:creationId xmlns:a16="http://schemas.microsoft.com/office/drawing/2014/main" id="{FB7AB85D-7324-8F06-5170-B48A0EBA3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441DEE-C748-B6F5-A009-63CF5D8416F9}"/>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194020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7E6A5-1687-B0D6-478E-25E8995735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0A48B8-4297-93FC-D716-F9874EBA51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86AD9E-CCA8-DAAE-6C3E-E18F42D2B243}"/>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5" name="Footer Placeholder 4">
            <a:extLst>
              <a:ext uri="{FF2B5EF4-FFF2-40B4-BE49-F238E27FC236}">
                <a16:creationId xmlns:a16="http://schemas.microsoft.com/office/drawing/2014/main" id="{1CDEFC48-F3F4-5EC6-1914-D9F6FAD947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1F3566-10AC-5E24-C6FD-39534E9FD09C}"/>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3474339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812D5-AC71-6F9B-435A-8169E53820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DF2DBF-E744-A262-65D9-9C6BADA4B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96CEE4-77E8-D7FB-67EB-251C46657A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9587BA-9770-529B-A1FE-920497D6062A}"/>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6" name="Footer Placeholder 5">
            <a:extLst>
              <a:ext uri="{FF2B5EF4-FFF2-40B4-BE49-F238E27FC236}">
                <a16:creationId xmlns:a16="http://schemas.microsoft.com/office/drawing/2014/main" id="{69F48720-6396-88A3-D26A-41032D3658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C55D7C-9E5C-8C72-8220-8026E05A3CCA}"/>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2111640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D4DA4-837E-3AA2-D3E3-6AE1BDC683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C80F67-C363-ACFA-BA19-E69957E4F7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DB7E23-A743-7672-AE6F-FF0E4D084D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0C1E96-1DCB-E481-3B2F-CB81618378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BECC6D-DC44-A8AC-4E2A-4E501E850C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C7632B-2D49-3198-2180-D185DA740359}"/>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8" name="Footer Placeholder 7">
            <a:extLst>
              <a:ext uri="{FF2B5EF4-FFF2-40B4-BE49-F238E27FC236}">
                <a16:creationId xmlns:a16="http://schemas.microsoft.com/office/drawing/2014/main" id="{7E415A1D-6773-079D-923A-549DD851D5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1B6644-EB4A-666A-5924-D11FD2EBA1D4}"/>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1103056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76B24-5A78-214C-BE08-5BB218546C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EAA5FD-F638-4D73-EA0C-DA4D1FD8B435}"/>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4" name="Footer Placeholder 3">
            <a:extLst>
              <a:ext uri="{FF2B5EF4-FFF2-40B4-BE49-F238E27FC236}">
                <a16:creationId xmlns:a16="http://schemas.microsoft.com/office/drawing/2014/main" id="{F3246D11-5AED-862C-C282-2D130FB57A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6CD4E-7A26-7FA2-8ACD-FB6F1E8041E6}"/>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215682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7BDEE6-5B7E-D35E-77E0-4524AACE6515}"/>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3" name="Footer Placeholder 2">
            <a:extLst>
              <a:ext uri="{FF2B5EF4-FFF2-40B4-BE49-F238E27FC236}">
                <a16:creationId xmlns:a16="http://schemas.microsoft.com/office/drawing/2014/main" id="{C6514F0A-D842-8939-BF38-8FA2484965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AA13BD-7B60-6034-1CE7-D8B12776CDE7}"/>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4216913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0D4D-D658-27AF-8886-CB4B093331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572E45-25D4-0F6E-CD15-C514E9AF8C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CB6FBB-2576-280B-8319-DC7D83071D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EF81D8-8682-CB59-652B-5B0185AC278C}"/>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6" name="Footer Placeholder 5">
            <a:extLst>
              <a:ext uri="{FF2B5EF4-FFF2-40B4-BE49-F238E27FC236}">
                <a16:creationId xmlns:a16="http://schemas.microsoft.com/office/drawing/2014/main" id="{92650B5D-3734-8DC9-FBD6-BA80860F9C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CAC36B-0B43-2543-B7D5-E689A79E5329}"/>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4165425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EA075-C26B-C481-95EE-851CD9E222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C3A905-F285-57CA-0B55-4DA27C16F1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CFB46E-9ED4-4FE8-A15D-02AA40D3F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C3657F-AA69-1676-1DD1-7553333456EB}"/>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6" name="Footer Placeholder 5">
            <a:extLst>
              <a:ext uri="{FF2B5EF4-FFF2-40B4-BE49-F238E27FC236}">
                <a16:creationId xmlns:a16="http://schemas.microsoft.com/office/drawing/2014/main" id="{4D867B99-15B0-E8C4-3417-A7CC87F67B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D2C5AE-BD08-33E1-EC3C-7B4ACCFA788A}"/>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3290245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2CC60-1215-1425-35C9-E4F45F4CB0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84D0CB-98EC-E793-2539-1C655B802B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A7A170-3002-C762-B5C8-04FBE22F9ED6}"/>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5" name="Footer Placeholder 4">
            <a:extLst>
              <a:ext uri="{FF2B5EF4-FFF2-40B4-BE49-F238E27FC236}">
                <a16:creationId xmlns:a16="http://schemas.microsoft.com/office/drawing/2014/main" id="{47AC18A2-076A-AA30-7949-20CDEADA46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384500-61CD-7A27-9B26-D88825DCB2F1}"/>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1642722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A435FF-312F-B60B-1A68-12F7E12A96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93BE92-890D-B603-52AF-2F42396FE9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857CF7-189D-CDCC-9656-2CF5A4677BFC}"/>
              </a:ext>
            </a:extLst>
          </p:cNvPr>
          <p:cNvSpPr>
            <a:spLocks noGrp="1"/>
          </p:cNvSpPr>
          <p:nvPr>
            <p:ph type="dt" sz="half" idx="10"/>
          </p:nvPr>
        </p:nvSpPr>
        <p:spPr/>
        <p:txBody>
          <a:bodyPr/>
          <a:lstStyle/>
          <a:p>
            <a:fld id="{34E81969-8470-47C0-BBDE-5FD3AC6B67AE}" type="datetimeFigureOut">
              <a:rPr lang="en-US" smtClean="0"/>
              <a:t>2/13/2026</a:t>
            </a:fld>
            <a:endParaRPr lang="en-US"/>
          </a:p>
        </p:txBody>
      </p:sp>
      <p:sp>
        <p:nvSpPr>
          <p:cNvPr id="5" name="Footer Placeholder 4">
            <a:extLst>
              <a:ext uri="{FF2B5EF4-FFF2-40B4-BE49-F238E27FC236}">
                <a16:creationId xmlns:a16="http://schemas.microsoft.com/office/drawing/2014/main" id="{33BBC0C4-1678-6737-806F-04E4359139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7CD5A0-A820-281D-CAA2-1461BFA601D5}"/>
              </a:ext>
            </a:extLst>
          </p:cNvPr>
          <p:cNvSpPr>
            <a:spLocks noGrp="1"/>
          </p:cNvSpPr>
          <p:nvPr>
            <p:ph type="sldNum" sz="quarter" idx="12"/>
          </p:nvPr>
        </p:nvSpPr>
        <p:spPr/>
        <p:txBody>
          <a:bodyPr/>
          <a:lstStyle/>
          <a:p>
            <a:fld id="{EFED37F5-E72C-4B99-B6FD-8F14275CCF36}" type="slidenum">
              <a:rPr lang="en-US" smtClean="0"/>
              <a:t>‹#›</a:t>
            </a:fld>
            <a:endParaRPr lang="en-US"/>
          </a:p>
        </p:txBody>
      </p:sp>
    </p:spTree>
    <p:extLst>
      <p:ext uri="{BB962C8B-B14F-4D97-AF65-F5344CB8AC3E}">
        <p14:creationId xmlns:p14="http://schemas.microsoft.com/office/powerpoint/2010/main" val="1135668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2211088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746400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754311759"/>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09740135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2352061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146960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99438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5215662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4197573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695590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9100278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729123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2690377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94906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28755495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4891404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7956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976231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448295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145512157"/>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1009562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365181966"/>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0545451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27049509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36775890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B0F1-9E5B-45DE-88F6-453E7CBE7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D4186F-A385-4EE2-9B52-5C96F647E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80C20-F4D8-4291-975B-DCC3C27AFACF}"/>
              </a:ext>
            </a:extLst>
          </p:cNvPr>
          <p:cNvSpPr>
            <a:spLocks noGrp="1"/>
          </p:cNvSpPr>
          <p:nvPr>
            <p:ph type="dt" sz="half" idx="10"/>
          </p:nvPr>
        </p:nvSpPr>
        <p:spPr/>
        <p:txBody>
          <a:bodyPr/>
          <a:lstStyle/>
          <a:p>
            <a:fld id="{63ED0650-D9F0-459B-9D87-0B1326143F31}" type="datetimeFigureOut">
              <a:rPr lang="en-IN" smtClean="0"/>
              <a:t>13-02-2026</a:t>
            </a:fld>
            <a:endParaRPr lang="en-IN"/>
          </a:p>
        </p:txBody>
      </p:sp>
      <p:sp>
        <p:nvSpPr>
          <p:cNvPr id="5" name="Footer Placeholder 4">
            <a:extLst>
              <a:ext uri="{FF2B5EF4-FFF2-40B4-BE49-F238E27FC236}">
                <a16:creationId xmlns:a16="http://schemas.microsoft.com/office/drawing/2014/main" id="{1F4CC7C2-D2E0-4001-96CC-DC9AC930E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E88BB-7B9D-48CD-A5A0-EE4D617F7716}"/>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22351994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06681" y="72677"/>
            <a:ext cx="6870699"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chemeClr val="bg1"/>
                </a:solidFill>
              </a:defRPr>
            </a:lvl1pPr>
          </a:lstStyle>
          <a:p>
            <a:r>
              <a:rPr lang="en-US"/>
              <a:t>Click to add title</a:t>
            </a:r>
            <a:endParaRPr lang="pt-PT"/>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insert text</a:t>
            </a:r>
          </a:p>
        </p:txBody>
      </p:sp>
    </p:spTree>
    <p:extLst>
      <p:ext uri="{BB962C8B-B14F-4D97-AF65-F5344CB8AC3E}">
        <p14:creationId xmlns:p14="http://schemas.microsoft.com/office/powerpoint/2010/main" val="460570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oleObject" Target="../embeddings/oleObject1.bin"/><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tags" Target="../tags/tag1.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image" Target="../media/image2.pn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theme" Target="../theme/theme2.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74710C-A56F-9581-1D1C-D3FB858F2D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21F6D6-C05C-2034-16B8-B7F35693FE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E9A555-AA41-25E3-38E4-CC755B1F70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E81969-8470-47C0-BBDE-5FD3AC6B67AE}" type="datetimeFigureOut">
              <a:rPr lang="en-US" smtClean="0"/>
              <a:t>2/13/2026</a:t>
            </a:fld>
            <a:endParaRPr lang="en-US"/>
          </a:p>
        </p:txBody>
      </p:sp>
      <p:sp>
        <p:nvSpPr>
          <p:cNvPr id="5" name="Footer Placeholder 4">
            <a:extLst>
              <a:ext uri="{FF2B5EF4-FFF2-40B4-BE49-F238E27FC236}">
                <a16:creationId xmlns:a16="http://schemas.microsoft.com/office/drawing/2014/main" id="{33D19043-1FC9-18FC-1F79-BBBEDD5754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F064EA1-4A9B-393D-D102-B8F7BEFDEC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7F5-E72C-4B99-B6FD-8F14275CCF36}" type="slidenum">
              <a:rPr lang="en-US" smtClean="0"/>
              <a:t>‹#›</a:t>
            </a:fld>
            <a:endParaRPr lang="en-US"/>
          </a:p>
        </p:txBody>
      </p:sp>
    </p:spTree>
    <p:extLst>
      <p:ext uri="{BB962C8B-B14F-4D97-AF65-F5344CB8AC3E}">
        <p14:creationId xmlns:p14="http://schemas.microsoft.com/office/powerpoint/2010/main" val="3733372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A11B39-3F99-4FEF-9C7B-F4C2A6873C69}"/>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07246691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image" Target="../media/image19.emf"/></Relationships>
</file>

<file path=ppt/slides/_rels/slide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xml"/><Relationship Id="rId1" Type="http://schemas.openxmlformats.org/officeDocument/2006/relationships/slideLayout" Target="../slideLayouts/slideLayout22.xml"/><Relationship Id="rId4" Type="http://schemas.openxmlformats.org/officeDocument/2006/relationships/image" Target="../media/image21.emf"/></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18" Type="http://schemas.openxmlformats.org/officeDocument/2006/relationships/diagramData" Target="../diagrams/data5.xml"/><Relationship Id="rId3" Type="http://schemas.openxmlformats.org/officeDocument/2006/relationships/diagramData" Target="../diagrams/data2.xml"/><Relationship Id="rId21" Type="http://schemas.openxmlformats.org/officeDocument/2006/relationships/diagramColors" Target="../diagrams/colors5.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notesSlide" Target="../notesSlides/notesSlide3.xml"/><Relationship Id="rId16" Type="http://schemas.openxmlformats.org/officeDocument/2006/relationships/diagramColors" Target="../diagrams/colors4.xml"/><Relationship Id="rId20" Type="http://schemas.openxmlformats.org/officeDocument/2006/relationships/diagramQuickStyle" Target="../diagrams/quickStyle5.xml"/><Relationship Id="rId1" Type="http://schemas.openxmlformats.org/officeDocument/2006/relationships/slideLayout" Target="../slideLayouts/slideLayout6.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19" Type="http://schemas.openxmlformats.org/officeDocument/2006/relationships/diagramLayout" Target="../diagrams/layout5.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 Id="rId22" Type="http://schemas.microsoft.com/office/2007/relationships/diagramDrawing" Target="../diagrams/drawing5.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C847E-FB16-141B-624D-E09E879DA6D2}"/>
              </a:ext>
            </a:extLst>
          </p:cNvPr>
          <p:cNvSpPr>
            <a:spLocks noGrp="1"/>
          </p:cNvSpPr>
          <p:nvPr>
            <p:ph type="ctrTitle"/>
          </p:nvPr>
        </p:nvSpPr>
        <p:spPr>
          <a:xfrm>
            <a:off x="1589988" y="2235200"/>
            <a:ext cx="9144000" cy="2387600"/>
          </a:xfrm>
        </p:spPr>
        <p:txBody>
          <a:bodyPr>
            <a:normAutofit fontScale="90000"/>
          </a:bodyPr>
          <a:lstStyle/>
          <a:p>
            <a:r>
              <a:rPr lang="en-IN" sz="4800" dirty="0"/>
              <a:t>GPAS &amp; Billing</a:t>
            </a:r>
            <a:br>
              <a:rPr lang="en-IN" sz="4800" dirty="0"/>
            </a:br>
            <a:r>
              <a:rPr lang="en-IN" sz="4800" dirty="0"/>
              <a:t>Ways of working</a:t>
            </a:r>
            <a:br>
              <a:rPr lang="en-IN" dirty="0"/>
            </a:br>
            <a:r>
              <a:rPr lang="en-IN" sz="2800" dirty="0"/>
              <a:t>Extract for Guidewire consumption</a:t>
            </a:r>
            <a:br>
              <a:rPr lang="en-IN" sz="2800" dirty="0"/>
            </a:br>
            <a:br>
              <a:rPr lang="en-IN" sz="2800" dirty="0"/>
            </a:br>
            <a:r>
              <a:rPr lang="en-IN" sz="2800" dirty="0"/>
              <a:t>Inception - Slide 2 to 4 agreed and approved with Beazley</a:t>
            </a:r>
            <a:br>
              <a:rPr lang="en-IN" sz="2800" dirty="0"/>
            </a:br>
            <a:r>
              <a:rPr lang="en-IN" sz="2800" dirty="0"/>
              <a:t>Build - DRAFT version from Slide 5 onwards still under internal review</a:t>
            </a:r>
            <a:endParaRPr lang="en-US" dirty="0"/>
          </a:p>
        </p:txBody>
      </p:sp>
    </p:spTree>
    <p:extLst>
      <p:ext uri="{BB962C8B-B14F-4D97-AF65-F5344CB8AC3E}">
        <p14:creationId xmlns:p14="http://schemas.microsoft.com/office/powerpoint/2010/main" val="4030313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44F1EC-FF45-EC15-E89A-F13EDF8E73C4}"/>
              </a:ext>
            </a:extLst>
          </p:cNvPr>
          <p:cNvSpPr>
            <a:spLocks noGrp="1"/>
          </p:cNvSpPr>
          <p:nvPr>
            <p:ph type="title"/>
          </p:nvPr>
        </p:nvSpPr>
        <p:spPr>
          <a:xfrm>
            <a:off x="109330" y="69574"/>
            <a:ext cx="9776592" cy="716711"/>
          </a:xfrm>
        </p:spPr>
        <p:txBody>
          <a:bodyPr/>
          <a:lstStyle/>
          <a:p>
            <a:r>
              <a:rPr lang="en-IN"/>
              <a:t>GPAS &amp; Billing PROGRAM Release Trains</a:t>
            </a:r>
            <a:endParaRPr lang="en-US"/>
          </a:p>
        </p:txBody>
      </p:sp>
      <p:graphicFrame>
        <p:nvGraphicFramePr>
          <p:cNvPr id="5" name="Diagram 4">
            <a:extLst>
              <a:ext uri="{FF2B5EF4-FFF2-40B4-BE49-F238E27FC236}">
                <a16:creationId xmlns:a16="http://schemas.microsoft.com/office/drawing/2014/main" id="{C87CFD1B-3A84-DA77-0FFD-CCEEF703A9F8}"/>
              </a:ext>
            </a:extLst>
          </p:cNvPr>
          <p:cNvGraphicFramePr/>
          <p:nvPr/>
        </p:nvGraphicFramePr>
        <p:xfrm>
          <a:off x="535189" y="865056"/>
          <a:ext cx="10361411" cy="5478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Rounded Corners 1">
            <a:extLst>
              <a:ext uri="{FF2B5EF4-FFF2-40B4-BE49-F238E27FC236}">
                <a16:creationId xmlns:a16="http://schemas.microsoft.com/office/drawing/2014/main" id="{88C831B1-828F-E05F-B848-9448F9AD4D5E}"/>
              </a:ext>
            </a:extLst>
          </p:cNvPr>
          <p:cNvSpPr/>
          <p:nvPr/>
        </p:nvSpPr>
        <p:spPr>
          <a:xfrm>
            <a:off x="5524500" y="6496050"/>
            <a:ext cx="1743075" cy="200025"/>
          </a:xfrm>
          <a:prstGeom prst="roundRect">
            <a:avLst/>
          </a:prstGeom>
          <a:solidFill>
            <a:srgbClr val="7ED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Defined Release trains/Teams</a:t>
            </a:r>
          </a:p>
        </p:txBody>
      </p:sp>
      <p:sp>
        <p:nvSpPr>
          <p:cNvPr id="3" name="Rectangle: Rounded Corners 2">
            <a:extLst>
              <a:ext uri="{FF2B5EF4-FFF2-40B4-BE49-F238E27FC236}">
                <a16:creationId xmlns:a16="http://schemas.microsoft.com/office/drawing/2014/main" id="{AFD1B015-EA31-5058-E509-16CDE420C07C}"/>
              </a:ext>
            </a:extLst>
          </p:cNvPr>
          <p:cNvSpPr/>
          <p:nvPr/>
        </p:nvSpPr>
        <p:spPr>
          <a:xfrm>
            <a:off x="7362825" y="6496050"/>
            <a:ext cx="1743075" cy="200025"/>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TBC Release trains/Teams</a:t>
            </a:r>
          </a:p>
        </p:txBody>
      </p:sp>
      <p:sp>
        <p:nvSpPr>
          <p:cNvPr id="6" name="TextBox 5">
            <a:extLst>
              <a:ext uri="{FF2B5EF4-FFF2-40B4-BE49-F238E27FC236}">
                <a16:creationId xmlns:a16="http://schemas.microsoft.com/office/drawing/2014/main" id="{B4074A1F-23F9-8466-7809-8A2426CFFA92}"/>
              </a:ext>
            </a:extLst>
          </p:cNvPr>
          <p:cNvSpPr txBox="1"/>
          <p:nvPr/>
        </p:nvSpPr>
        <p:spPr>
          <a:xfrm>
            <a:off x="4846574" y="6453186"/>
            <a:ext cx="457176" cy="261610"/>
          </a:xfrm>
          <a:prstGeom prst="rect">
            <a:avLst/>
          </a:prstGeom>
          <a:noFill/>
        </p:spPr>
        <p:txBody>
          <a:bodyPr wrap="none" rtlCol="0">
            <a:spAutoFit/>
          </a:bodyPr>
          <a:lstStyle/>
          <a:p>
            <a:r>
              <a:rPr lang="en-GB" sz="1050"/>
              <a:t>Key:</a:t>
            </a:r>
          </a:p>
        </p:txBody>
      </p:sp>
      <p:sp>
        <p:nvSpPr>
          <p:cNvPr id="7" name="Rectangle 6">
            <a:extLst>
              <a:ext uri="{FF2B5EF4-FFF2-40B4-BE49-F238E27FC236}">
                <a16:creationId xmlns:a16="http://schemas.microsoft.com/office/drawing/2014/main" id="{6C224E29-372D-3DBD-B28D-03FC2F9820C8}"/>
              </a:ext>
            </a:extLst>
          </p:cNvPr>
          <p:cNvSpPr/>
          <p:nvPr/>
        </p:nvSpPr>
        <p:spPr>
          <a:xfrm>
            <a:off x="4846573" y="6453186"/>
            <a:ext cx="4392093" cy="2616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776145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AREAS – </a:t>
            </a:r>
            <a:r>
              <a:rPr lang="en-GB" err="1"/>
              <a:t>raci</a:t>
            </a:r>
            <a:r>
              <a:rPr lang="en-GB"/>
              <a:t> [1]</a:t>
            </a:r>
          </a:p>
        </p:txBody>
      </p:sp>
      <p:sp>
        <p:nvSpPr>
          <p:cNvPr id="12" name="TextBox 11">
            <a:extLst>
              <a:ext uri="{FF2B5EF4-FFF2-40B4-BE49-F238E27FC236}">
                <a16:creationId xmlns:a16="http://schemas.microsoft.com/office/drawing/2014/main" id="{4D9DB406-FA3E-B835-D389-2A10E6D8909A}"/>
              </a:ext>
            </a:extLst>
          </p:cNvPr>
          <p:cNvSpPr txBox="1"/>
          <p:nvPr/>
        </p:nvSpPr>
        <p:spPr>
          <a:xfrm>
            <a:off x="306614" y="5874569"/>
            <a:ext cx="672916" cy="279879"/>
          </a:xfrm>
          <a:prstGeom prst="rect">
            <a:avLst/>
          </a:prstGeom>
          <a:noFill/>
        </p:spPr>
        <p:txBody>
          <a:bodyPr vert="horz" wrap="square" lIns="35941" tIns="35941" rIns="35941" bIns="35941" rtlCol="0" anchor="t">
            <a:noAutofit/>
          </a:bodyPr>
          <a:lstStyle/>
          <a:p>
            <a:pPr marL="0" marR="0" lvl="0" indent="0" algn="l" defTabSz="914400" rtl="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cs typeface="+mn-cs"/>
              </a:rPr>
              <a:t>Key</a:t>
            </a:r>
          </a:p>
        </p:txBody>
      </p:sp>
      <p:pic>
        <p:nvPicPr>
          <p:cNvPr id="2" name="Picture 1">
            <a:extLst>
              <a:ext uri="{FF2B5EF4-FFF2-40B4-BE49-F238E27FC236}">
                <a16:creationId xmlns:a16="http://schemas.microsoft.com/office/drawing/2014/main" id="{7A03885E-38C4-04C5-4260-E0F5AB7A489E}"/>
              </a:ext>
            </a:extLst>
          </p:cNvPr>
          <p:cNvPicPr>
            <a:picLocks noChangeAspect="1"/>
          </p:cNvPicPr>
          <p:nvPr/>
        </p:nvPicPr>
        <p:blipFill>
          <a:blip r:embed="rId3"/>
          <a:stretch>
            <a:fillRect/>
          </a:stretch>
        </p:blipFill>
        <p:spPr>
          <a:xfrm>
            <a:off x="207224" y="692814"/>
            <a:ext cx="5610925" cy="5189202"/>
          </a:xfrm>
          <a:prstGeom prst="rect">
            <a:avLst/>
          </a:prstGeom>
        </p:spPr>
      </p:pic>
      <p:pic>
        <p:nvPicPr>
          <p:cNvPr id="4" name="Picture 3">
            <a:extLst>
              <a:ext uri="{FF2B5EF4-FFF2-40B4-BE49-F238E27FC236}">
                <a16:creationId xmlns:a16="http://schemas.microsoft.com/office/drawing/2014/main" id="{719DE240-1717-C468-818F-58900D0DE420}"/>
              </a:ext>
            </a:extLst>
          </p:cNvPr>
          <p:cNvPicPr>
            <a:picLocks noChangeAspect="1"/>
          </p:cNvPicPr>
          <p:nvPr/>
        </p:nvPicPr>
        <p:blipFill>
          <a:blip r:embed="rId4"/>
          <a:stretch>
            <a:fillRect/>
          </a:stretch>
        </p:blipFill>
        <p:spPr>
          <a:xfrm>
            <a:off x="6096000" y="692814"/>
            <a:ext cx="5789386" cy="5181755"/>
          </a:xfrm>
          <a:prstGeom prst="rect">
            <a:avLst/>
          </a:prstGeom>
        </p:spPr>
      </p:pic>
      <p:graphicFrame>
        <p:nvGraphicFramePr>
          <p:cNvPr id="5" name="Table 4">
            <a:extLst>
              <a:ext uri="{FF2B5EF4-FFF2-40B4-BE49-F238E27FC236}">
                <a16:creationId xmlns:a16="http://schemas.microsoft.com/office/drawing/2014/main" id="{1C9E509A-046D-B36A-F951-A7D28A00A329}"/>
              </a:ext>
            </a:extLst>
          </p:cNvPr>
          <p:cNvGraphicFramePr>
            <a:graphicFrameLocks noGrp="1"/>
          </p:cNvGraphicFramePr>
          <p:nvPr/>
        </p:nvGraphicFramePr>
        <p:xfrm>
          <a:off x="207224" y="6154448"/>
          <a:ext cx="7328866" cy="513080"/>
        </p:xfrm>
        <a:graphic>
          <a:graphicData uri="http://schemas.openxmlformats.org/drawingml/2006/table">
            <a:tbl>
              <a:tblPr/>
              <a:tblGrid>
                <a:gridCol w="752732">
                  <a:extLst>
                    <a:ext uri="{9D8B030D-6E8A-4147-A177-3AD203B41FA5}">
                      <a16:colId xmlns:a16="http://schemas.microsoft.com/office/drawing/2014/main" val="535790856"/>
                    </a:ext>
                  </a:extLst>
                </a:gridCol>
                <a:gridCol w="1485369">
                  <a:extLst>
                    <a:ext uri="{9D8B030D-6E8A-4147-A177-3AD203B41FA5}">
                      <a16:colId xmlns:a16="http://schemas.microsoft.com/office/drawing/2014/main" val="3893814103"/>
                    </a:ext>
                  </a:extLst>
                </a:gridCol>
                <a:gridCol w="5090765">
                  <a:extLst>
                    <a:ext uri="{9D8B030D-6E8A-4147-A177-3AD203B41FA5}">
                      <a16:colId xmlns:a16="http://schemas.microsoft.com/office/drawing/2014/main" val="3275366997"/>
                    </a:ext>
                  </a:extLst>
                </a:gridCol>
              </a:tblGrid>
              <a:tr h="54836">
                <a:tc>
                  <a:txBody>
                    <a:bodyPr/>
                    <a:lstStyle/>
                    <a:p>
                      <a:pPr algn="ctr" fontAlgn="ctr"/>
                      <a:r>
                        <a:rPr lang="en-GB" sz="8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54836">
                <a:tc>
                  <a:txBody>
                    <a:bodyPr/>
                    <a:lstStyle/>
                    <a:p>
                      <a:pPr algn="ctr" fontAlgn="ctr"/>
                      <a:r>
                        <a:rPr lang="en-GB" sz="8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82367">
                <a:tc>
                  <a:txBody>
                    <a:bodyPr/>
                    <a:lstStyle/>
                    <a:p>
                      <a:pPr algn="ctr" fontAlgn="ctr"/>
                      <a:r>
                        <a:rPr lang="en-GB" sz="8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82367">
                <a:tc>
                  <a:txBody>
                    <a:bodyPr/>
                    <a:lstStyle/>
                    <a:p>
                      <a:pPr algn="ctr" fontAlgn="ctr"/>
                      <a:r>
                        <a:rPr lang="en-GB" sz="8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Tree>
    <p:extLst>
      <p:ext uri="{BB962C8B-B14F-4D97-AF65-F5344CB8AC3E}">
        <p14:creationId xmlns:p14="http://schemas.microsoft.com/office/powerpoint/2010/main" val="3571720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AREAS – </a:t>
            </a:r>
            <a:r>
              <a:rPr lang="en-GB" err="1"/>
              <a:t>raci</a:t>
            </a:r>
            <a:r>
              <a:rPr lang="en-GB"/>
              <a:t> [2]</a:t>
            </a:r>
          </a:p>
        </p:txBody>
      </p:sp>
      <p:graphicFrame>
        <p:nvGraphicFramePr>
          <p:cNvPr id="6" name="Table 5">
            <a:extLst>
              <a:ext uri="{FF2B5EF4-FFF2-40B4-BE49-F238E27FC236}">
                <a16:creationId xmlns:a16="http://schemas.microsoft.com/office/drawing/2014/main" id="{640CD144-1BC9-FD87-CD60-5B1E4D3675A6}"/>
              </a:ext>
            </a:extLst>
          </p:cNvPr>
          <p:cNvGraphicFramePr>
            <a:graphicFrameLocks noGrp="1"/>
          </p:cNvGraphicFramePr>
          <p:nvPr/>
        </p:nvGraphicFramePr>
        <p:xfrm>
          <a:off x="216350" y="6075240"/>
          <a:ext cx="7328866" cy="513080"/>
        </p:xfrm>
        <a:graphic>
          <a:graphicData uri="http://schemas.openxmlformats.org/drawingml/2006/table">
            <a:tbl>
              <a:tblPr/>
              <a:tblGrid>
                <a:gridCol w="752732">
                  <a:extLst>
                    <a:ext uri="{9D8B030D-6E8A-4147-A177-3AD203B41FA5}">
                      <a16:colId xmlns:a16="http://schemas.microsoft.com/office/drawing/2014/main" val="535790856"/>
                    </a:ext>
                  </a:extLst>
                </a:gridCol>
                <a:gridCol w="1485369">
                  <a:extLst>
                    <a:ext uri="{9D8B030D-6E8A-4147-A177-3AD203B41FA5}">
                      <a16:colId xmlns:a16="http://schemas.microsoft.com/office/drawing/2014/main" val="3893814103"/>
                    </a:ext>
                  </a:extLst>
                </a:gridCol>
                <a:gridCol w="5090765">
                  <a:extLst>
                    <a:ext uri="{9D8B030D-6E8A-4147-A177-3AD203B41FA5}">
                      <a16:colId xmlns:a16="http://schemas.microsoft.com/office/drawing/2014/main" val="3275366997"/>
                    </a:ext>
                  </a:extLst>
                </a:gridCol>
              </a:tblGrid>
              <a:tr h="54836">
                <a:tc>
                  <a:txBody>
                    <a:bodyPr/>
                    <a:lstStyle/>
                    <a:p>
                      <a:pPr algn="ctr" fontAlgn="ctr"/>
                      <a:r>
                        <a:rPr lang="en-GB" sz="8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54836">
                <a:tc>
                  <a:txBody>
                    <a:bodyPr/>
                    <a:lstStyle/>
                    <a:p>
                      <a:pPr algn="ctr" fontAlgn="ctr"/>
                      <a:r>
                        <a:rPr lang="en-GB" sz="8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82367">
                <a:tc>
                  <a:txBody>
                    <a:bodyPr/>
                    <a:lstStyle/>
                    <a:p>
                      <a:pPr algn="ctr" fontAlgn="ctr"/>
                      <a:r>
                        <a:rPr lang="en-GB" sz="8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82367">
                <a:tc>
                  <a:txBody>
                    <a:bodyPr/>
                    <a:lstStyle/>
                    <a:p>
                      <a:pPr algn="ctr" fontAlgn="ctr"/>
                      <a:r>
                        <a:rPr lang="en-GB" sz="8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7" name="TextBox 6">
            <a:extLst>
              <a:ext uri="{FF2B5EF4-FFF2-40B4-BE49-F238E27FC236}">
                <a16:creationId xmlns:a16="http://schemas.microsoft.com/office/drawing/2014/main" id="{E468B12C-49B8-CDFF-6AA1-E7F8BE93031B}"/>
              </a:ext>
            </a:extLst>
          </p:cNvPr>
          <p:cNvSpPr txBox="1"/>
          <p:nvPr/>
        </p:nvSpPr>
        <p:spPr>
          <a:xfrm>
            <a:off x="216350" y="5760862"/>
            <a:ext cx="672916" cy="279879"/>
          </a:xfrm>
          <a:prstGeom prst="rect">
            <a:avLst/>
          </a:prstGeom>
          <a:noFill/>
        </p:spPr>
        <p:txBody>
          <a:bodyPr vert="horz" wrap="square" lIns="35941" tIns="35941" rIns="35941" bIns="35941" rtlCol="0" anchor="t">
            <a:noAutofit/>
          </a:bodyPr>
          <a:lstStyle/>
          <a:p>
            <a:pPr marL="0" marR="0" lvl="0" indent="0" algn="l" defTabSz="914400" rtl="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cs typeface="+mn-cs"/>
              </a:rPr>
              <a:t>Key</a:t>
            </a:r>
          </a:p>
        </p:txBody>
      </p:sp>
      <p:pic>
        <p:nvPicPr>
          <p:cNvPr id="5" name="Picture 4">
            <a:extLst>
              <a:ext uri="{FF2B5EF4-FFF2-40B4-BE49-F238E27FC236}">
                <a16:creationId xmlns:a16="http://schemas.microsoft.com/office/drawing/2014/main" id="{A1FE8378-75C0-3D18-902D-A7AF66FA4CA0}"/>
              </a:ext>
            </a:extLst>
          </p:cNvPr>
          <p:cNvPicPr>
            <a:picLocks noChangeAspect="1"/>
          </p:cNvPicPr>
          <p:nvPr/>
        </p:nvPicPr>
        <p:blipFill>
          <a:blip r:embed="rId3"/>
          <a:stretch>
            <a:fillRect/>
          </a:stretch>
        </p:blipFill>
        <p:spPr>
          <a:xfrm>
            <a:off x="144084" y="558261"/>
            <a:ext cx="5715134" cy="5234471"/>
          </a:xfrm>
          <a:prstGeom prst="rect">
            <a:avLst/>
          </a:prstGeom>
        </p:spPr>
      </p:pic>
      <p:pic>
        <p:nvPicPr>
          <p:cNvPr id="2" name="Picture 1">
            <a:extLst>
              <a:ext uri="{FF2B5EF4-FFF2-40B4-BE49-F238E27FC236}">
                <a16:creationId xmlns:a16="http://schemas.microsoft.com/office/drawing/2014/main" id="{AE0DB3AA-4A57-9CBB-E028-4056D2DAB0BA}"/>
              </a:ext>
            </a:extLst>
          </p:cNvPr>
          <p:cNvPicPr>
            <a:picLocks noChangeAspect="1"/>
          </p:cNvPicPr>
          <p:nvPr/>
        </p:nvPicPr>
        <p:blipFill>
          <a:blip r:embed="rId4"/>
          <a:stretch>
            <a:fillRect/>
          </a:stretch>
        </p:blipFill>
        <p:spPr>
          <a:xfrm>
            <a:off x="5975364" y="558261"/>
            <a:ext cx="6072551" cy="5202601"/>
          </a:xfrm>
          <a:prstGeom prst="rect">
            <a:avLst/>
          </a:prstGeom>
        </p:spPr>
      </p:pic>
    </p:spTree>
    <p:extLst>
      <p:ext uri="{BB962C8B-B14F-4D97-AF65-F5344CB8AC3E}">
        <p14:creationId xmlns:p14="http://schemas.microsoft.com/office/powerpoint/2010/main" val="3429204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4D652D9-3411-89A5-4E6B-360FFAB58CA7}"/>
              </a:ext>
            </a:extLst>
          </p:cNvPr>
          <p:cNvSpPr/>
          <p:nvPr/>
        </p:nvSpPr>
        <p:spPr>
          <a:xfrm>
            <a:off x="-1" y="1178376"/>
            <a:ext cx="12192001" cy="43705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719614AD-B611-D048-15DC-1EA375A98276}"/>
              </a:ext>
            </a:extLst>
          </p:cNvPr>
          <p:cNvSpPr>
            <a:spLocks noGrp="1"/>
          </p:cNvSpPr>
          <p:nvPr>
            <p:ph type="title"/>
          </p:nvPr>
        </p:nvSpPr>
        <p:spPr>
          <a:xfrm>
            <a:off x="73288" y="140755"/>
            <a:ext cx="9776592" cy="716711"/>
          </a:xfrm>
        </p:spPr>
        <p:txBody>
          <a:bodyPr/>
          <a:lstStyle/>
          <a:p>
            <a:r>
              <a:rPr lang="en-IN"/>
              <a:t>THE 3-way collaboration for success</a:t>
            </a:r>
            <a:endParaRPr lang="en-US"/>
          </a:p>
        </p:txBody>
      </p:sp>
      <p:sp>
        <p:nvSpPr>
          <p:cNvPr id="3" name="Date Placeholder 2">
            <a:extLst>
              <a:ext uri="{FF2B5EF4-FFF2-40B4-BE49-F238E27FC236}">
                <a16:creationId xmlns:a16="http://schemas.microsoft.com/office/drawing/2014/main" id="{E7F98B43-2E8F-90BF-599D-72E7FDACDC74}"/>
              </a:ext>
            </a:extLst>
          </p:cNvPr>
          <p:cNvSpPr>
            <a:spLocks noGrp="1"/>
          </p:cNvSpPr>
          <p:nvPr>
            <p:ph type="dt" sz="half" idx="10"/>
          </p:nvPr>
        </p:nvSpPr>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E52D2787-0BD2-EEF2-3D5C-7F7EF9AADDC4}"/>
              </a:ext>
            </a:extLst>
          </p:cNvPr>
          <p:cNvSpPr>
            <a:spLocks noGrp="1"/>
          </p:cNvSpPr>
          <p:nvPr>
            <p:ph type="ftr" sz="quarter" idx="11"/>
          </p:nvPr>
        </p:nvSpPr>
        <p:spPr/>
        <p:txBody>
          <a:bodyPr/>
          <a:lstStyle/>
          <a:p>
            <a:endParaRPr lang="en-GB" altLang="en-US"/>
          </a:p>
        </p:txBody>
      </p:sp>
      <p:sp>
        <p:nvSpPr>
          <p:cNvPr id="5" name="Slide Number Placeholder 4">
            <a:extLst>
              <a:ext uri="{FF2B5EF4-FFF2-40B4-BE49-F238E27FC236}">
                <a16:creationId xmlns:a16="http://schemas.microsoft.com/office/drawing/2014/main" id="{5F28BB75-9760-1FC8-5011-6456E7634A5B}"/>
              </a:ext>
            </a:extLst>
          </p:cNvPr>
          <p:cNvSpPr>
            <a:spLocks noGrp="1"/>
          </p:cNvSpPr>
          <p:nvPr>
            <p:ph type="sldNum" sz="quarter" idx="12"/>
          </p:nvPr>
        </p:nvSpPr>
        <p:spPr/>
        <p:txBody>
          <a:bodyPr/>
          <a:lstStyle/>
          <a:p>
            <a:endParaRPr lang="en-GB" altLang="en-US"/>
          </a:p>
        </p:txBody>
      </p:sp>
      <p:graphicFrame>
        <p:nvGraphicFramePr>
          <p:cNvPr id="6" name="Diagram 5">
            <a:extLst>
              <a:ext uri="{FF2B5EF4-FFF2-40B4-BE49-F238E27FC236}">
                <a16:creationId xmlns:a16="http://schemas.microsoft.com/office/drawing/2014/main" id="{AFCB64ED-7858-0482-D517-119AF26FAF4B}"/>
              </a:ext>
            </a:extLst>
          </p:cNvPr>
          <p:cNvGraphicFramePr/>
          <p:nvPr/>
        </p:nvGraphicFramePr>
        <p:xfrm>
          <a:off x="2990574" y="1535316"/>
          <a:ext cx="5656469" cy="32653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26070EA2-1A33-D57A-5739-9057832D322C}"/>
              </a:ext>
            </a:extLst>
          </p:cNvPr>
          <p:cNvSpPr txBox="1"/>
          <p:nvPr/>
        </p:nvSpPr>
        <p:spPr>
          <a:xfrm>
            <a:off x="59635" y="689757"/>
            <a:ext cx="10465904" cy="461665"/>
          </a:xfrm>
          <a:prstGeom prst="rect">
            <a:avLst/>
          </a:prstGeom>
          <a:noFill/>
        </p:spPr>
        <p:txBody>
          <a:bodyPr wrap="square" rtlCol="0">
            <a:spAutoFit/>
          </a:bodyPr>
          <a:lstStyle/>
          <a:p>
            <a:r>
              <a:rPr lang="en-IN" sz="1200"/>
              <a:t>For the success of GPAS &amp; Billing Program, It is critical for Capgemini-Beazley-Guidewire to work in close collaboration across phases of the Program execution. </a:t>
            </a:r>
            <a:endParaRPr lang="en-US" sz="1200"/>
          </a:p>
        </p:txBody>
      </p:sp>
      <p:sp>
        <p:nvSpPr>
          <p:cNvPr id="11" name="TextBox 10">
            <a:extLst>
              <a:ext uri="{FF2B5EF4-FFF2-40B4-BE49-F238E27FC236}">
                <a16:creationId xmlns:a16="http://schemas.microsoft.com/office/drawing/2014/main" id="{CD875C97-F7A6-5DD8-CB0C-A8AF4541D2B1}"/>
              </a:ext>
            </a:extLst>
          </p:cNvPr>
          <p:cNvSpPr txBox="1"/>
          <p:nvPr/>
        </p:nvSpPr>
        <p:spPr>
          <a:xfrm>
            <a:off x="8351003" y="3947167"/>
            <a:ext cx="3679072" cy="1015663"/>
          </a:xfrm>
          <a:prstGeom prst="rect">
            <a:avLst/>
          </a:prstGeom>
          <a:noFill/>
        </p:spPr>
        <p:txBody>
          <a:bodyPr wrap="square" rtlCol="0">
            <a:spAutoFit/>
          </a:bodyPr>
          <a:lstStyle/>
          <a:p>
            <a:pPr marL="171450" indent="-171450" algn="just">
              <a:buFont typeface="Arial" panose="020B0604020202020204" pitchFamily="34" charset="0"/>
              <a:buChar char="•"/>
            </a:pPr>
            <a:r>
              <a:rPr lang="en-IN" sz="1000"/>
              <a:t>Provide SaaS platform to deploy GPAS &amp; Billing solution</a:t>
            </a:r>
          </a:p>
          <a:p>
            <a:pPr marL="171450" indent="-171450" algn="just">
              <a:buFont typeface="Arial" panose="020B0604020202020204" pitchFamily="34" charset="0"/>
              <a:buChar char="•"/>
            </a:pPr>
            <a:r>
              <a:rPr lang="en-IN" sz="1000"/>
              <a:t>Provide Dev and Prod environments</a:t>
            </a:r>
          </a:p>
          <a:p>
            <a:pPr marL="171450" indent="-171450" algn="just">
              <a:buFont typeface="Arial" panose="020B0604020202020204" pitchFamily="34" charset="0"/>
              <a:buChar char="•"/>
            </a:pPr>
            <a:r>
              <a:rPr lang="en-IN" sz="1000"/>
              <a:t>Perform Code assessments &amp; Design validations</a:t>
            </a:r>
          </a:p>
          <a:p>
            <a:pPr marL="171450" indent="-171450" algn="just">
              <a:buFont typeface="Arial" panose="020B0604020202020204" pitchFamily="34" charset="0"/>
              <a:buChar char="•"/>
            </a:pPr>
            <a:r>
              <a:rPr lang="en-IN" sz="1000"/>
              <a:t>Updates on new product version releases</a:t>
            </a:r>
          </a:p>
          <a:p>
            <a:pPr marL="171450" indent="-171450" algn="just">
              <a:buFont typeface="Arial" panose="020B0604020202020204" pitchFamily="34" charset="0"/>
              <a:buChar char="•"/>
            </a:pPr>
            <a:r>
              <a:rPr lang="en-IN" sz="1000"/>
              <a:t>Provide SME support as per the agreements with Beazley &amp; Capgemini</a:t>
            </a:r>
          </a:p>
        </p:txBody>
      </p:sp>
      <p:sp>
        <p:nvSpPr>
          <p:cNvPr id="12" name="TextBox 11">
            <a:extLst>
              <a:ext uri="{FF2B5EF4-FFF2-40B4-BE49-F238E27FC236}">
                <a16:creationId xmlns:a16="http://schemas.microsoft.com/office/drawing/2014/main" id="{41DAFE21-2BCC-D78E-F21B-781BE3D53673}"/>
              </a:ext>
            </a:extLst>
          </p:cNvPr>
          <p:cNvSpPr txBox="1"/>
          <p:nvPr/>
        </p:nvSpPr>
        <p:spPr>
          <a:xfrm>
            <a:off x="288236" y="4036167"/>
            <a:ext cx="3195902" cy="1061829"/>
          </a:xfrm>
          <a:prstGeom prst="rect">
            <a:avLst/>
          </a:prstGeom>
          <a:noFill/>
        </p:spPr>
        <p:txBody>
          <a:bodyPr wrap="square" rtlCol="0">
            <a:spAutoFit/>
          </a:bodyPr>
          <a:lstStyle/>
          <a:p>
            <a:pPr marL="171450" indent="-171450" algn="just">
              <a:buFont typeface="Arial" panose="020B0604020202020204" pitchFamily="34" charset="0"/>
              <a:buChar char="•"/>
            </a:pPr>
            <a:r>
              <a:rPr lang="en-IN" sz="1050"/>
              <a:t>Deploy certified technical team</a:t>
            </a:r>
          </a:p>
          <a:p>
            <a:pPr marL="171450" indent="-171450" algn="just">
              <a:buFont typeface="Arial" panose="020B0604020202020204" pitchFamily="34" charset="0"/>
              <a:buChar char="•"/>
            </a:pPr>
            <a:r>
              <a:rPr lang="en-IN" sz="1050"/>
              <a:t>Build GPAS &amp; Billing Code on SaaS platform</a:t>
            </a:r>
          </a:p>
          <a:p>
            <a:pPr marL="171450" indent="-171450" algn="just">
              <a:buFont typeface="Arial" panose="020B0604020202020204" pitchFamily="34" charset="0"/>
              <a:buChar char="•"/>
            </a:pPr>
            <a:r>
              <a:rPr lang="en-IN" sz="1050"/>
              <a:t>Conform to Guidewire Cloud Coding standards</a:t>
            </a:r>
          </a:p>
          <a:p>
            <a:pPr marL="171450" indent="-171450" algn="just">
              <a:buFont typeface="Arial" panose="020B0604020202020204" pitchFamily="34" charset="0"/>
              <a:buChar char="•"/>
            </a:pPr>
            <a:r>
              <a:rPr lang="en-IN" sz="1050"/>
              <a:t>Resolve Cloud assessment observations</a:t>
            </a:r>
          </a:p>
          <a:p>
            <a:pPr marL="171450" indent="-171450" algn="just">
              <a:buFont typeface="Arial" panose="020B0604020202020204" pitchFamily="34" charset="0"/>
              <a:buChar char="•"/>
            </a:pPr>
            <a:r>
              <a:rPr lang="en-IN" sz="1050"/>
              <a:t>Collaborate for all major design decisions</a:t>
            </a:r>
          </a:p>
          <a:p>
            <a:pPr marL="171450" indent="-171450" algn="just">
              <a:buFont typeface="Arial" panose="020B0604020202020204" pitchFamily="34" charset="0"/>
              <a:buChar char="•"/>
            </a:pPr>
            <a:endParaRPr lang="en-IN" sz="1050"/>
          </a:p>
        </p:txBody>
      </p:sp>
      <p:sp>
        <p:nvSpPr>
          <p:cNvPr id="13" name="TextBox 12">
            <a:extLst>
              <a:ext uri="{FF2B5EF4-FFF2-40B4-BE49-F238E27FC236}">
                <a16:creationId xmlns:a16="http://schemas.microsoft.com/office/drawing/2014/main" id="{206585B5-690C-B060-BFA0-AF113395CF4F}"/>
              </a:ext>
            </a:extLst>
          </p:cNvPr>
          <p:cNvSpPr txBox="1"/>
          <p:nvPr/>
        </p:nvSpPr>
        <p:spPr>
          <a:xfrm>
            <a:off x="6835284" y="1516493"/>
            <a:ext cx="4385841" cy="900246"/>
          </a:xfrm>
          <a:prstGeom prst="rect">
            <a:avLst/>
          </a:prstGeom>
          <a:noFill/>
        </p:spPr>
        <p:txBody>
          <a:bodyPr wrap="square" rtlCol="0">
            <a:spAutoFit/>
          </a:bodyPr>
          <a:lstStyle/>
          <a:p>
            <a:pPr marL="171450" indent="-171450">
              <a:buFont typeface="Arial" panose="020B0604020202020204" pitchFamily="34" charset="0"/>
              <a:buChar char="•"/>
            </a:pPr>
            <a:r>
              <a:rPr lang="en-IN" sz="1050"/>
              <a:t>Finalize &amp; maintain Product contract with Guidewire</a:t>
            </a:r>
          </a:p>
          <a:p>
            <a:pPr marL="171450" indent="-171450">
              <a:buFont typeface="Arial" panose="020B0604020202020204" pitchFamily="34" charset="0"/>
              <a:buChar char="•"/>
            </a:pPr>
            <a:r>
              <a:rPr lang="en-IN" sz="1050"/>
              <a:t>Conform requirements to OOTB</a:t>
            </a:r>
          </a:p>
          <a:p>
            <a:pPr marL="171450" indent="-171450">
              <a:buFont typeface="Arial" panose="020B0604020202020204" pitchFamily="34" charset="0"/>
              <a:buChar char="•"/>
            </a:pPr>
            <a:r>
              <a:rPr lang="en-IN" sz="1050"/>
              <a:t>Timely approvals pending architecture or design considerations</a:t>
            </a:r>
          </a:p>
          <a:p>
            <a:pPr marL="171450" indent="-171450">
              <a:buFont typeface="Arial" panose="020B0604020202020204" pitchFamily="34" charset="0"/>
              <a:buChar char="•"/>
            </a:pPr>
            <a:r>
              <a:rPr lang="en-IN" sz="1050"/>
              <a:t>Review code assessment reports</a:t>
            </a:r>
          </a:p>
          <a:p>
            <a:pPr marL="171450" indent="-171450">
              <a:buFont typeface="Arial" panose="020B0604020202020204" pitchFamily="34" charset="0"/>
              <a:buChar char="•"/>
            </a:pPr>
            <a:r>
              <a:rPr lang="en-IN" sz="1050"/>
              <a:t>Adhering to the Release management prescribed by Guidewire</a:t>
            </a:r>
          </a:p>
        </p:txBody>
      </p:sp>
      <p:graphicFrame>
        <p:nvGraphicFramePr>
          <p:cNvPr id="17" name="Diagram 16">
            <a:extLst>
              <a:ext uri="{FF2B5EF4-FFF2-40B4-BE49-F238E27FC236}">
                <a16:creationId xmlns:a16="http://schemas.microsoft.com/office/drawing/2014/main" id="{9C6F00DB-0525-C666-261D-8334B8683280}"/>
              </a:ext>
            </a:extLst>
          </p:cNvPr>
          <p:cNvGraphicFramePr/>
          <p:nvPr/>
        </p:nvGraphicFramePr>
        <p:xfrm>
          <a:off x="5094001" y="4663666"/>
          <a:ext cx="1293193" cy="69462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8" name="TextBox 17">
            <a:extLst>
              <a:ext uri="{FF2B5EF4-FFF2-40B4-BE49-F238E27FC236}">
                <a16:creationId xmlns:a16="http://schemas.microsoft.com/office/drawing/2014/main" id="{3FD5180D-7566-997B-9BC1-F3328288D594}"/>
              </a:ext>
            </a:extLst>
          </p:cNvPr>
          <p:cNvSpPr txBox="1"/>
          <p:nvPr/>
        </p:nvSpPr>
        <p:spPr>
          <a:xfrm>
            <a:off x="5274637" y="4758445"/>
            <a:ext cx="1613416" cy="215444"/>
          </a:xfrm>
          <a:prstGeom prst="rect">
            <a:avLst/>
          </a:prstGeom>
          <a:noFill/>
        </p:spPr>
        <p:txBody>
          <a:bodyPr wrap="square" rtlCol="0">
            <a:spAutoFit/>
          </a:bodyPr>
          <a:lstStyle/>
          <a:p>
            <a:r>
              <a:rPr lang="en-IN" sz="800" b="1"/>
              <a:t>Weekly Cadence</a:t>
            </a:r>
            <a:endParaRPr lang="en-US" sz="800" b="1"/>
          </a:p>
        </p:txBody>
      </p:sp>
      <p:graphicFrame>
        <p:nvGraphicFramePr>
          <p:cNvPr id="19" name="Diagram 18">
            <a:extLst>
              <a:ext uri="{FF2B5EF4-FFF2-40B4-BE49-F238E27FC236}">
                <a16:creationId xmlns:a16="http://schemas.microsoft.com/office/drawing/2014/main" id="{D86DCA0D-4A29-D62B-D82B-D8BFBF27637C}"/>
              </a:ext>
            </a:extLst>
          </p:cNvPr>
          <p:cNvGraphicFramePr/>
          <p:nvPr/>
        </p:nvGraphicFramePr>
        <p:xfrm>
          <a:off x="6688541" y="2902900"/>
          <a:ext cx="1251213" cy="78010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20" name="TextBox 19">
            <a:extLst>
              <a:ext uri="{FF2B5EF4-FFF2-40B4-BE49-F238E27FC236}">
                <a16:creationId xmlns:a16="http://schemas.microsoft.com/office/drawing/2014/main" id="{60209D52-104F-3F5C-41CB-7730759A57E6}"/>
              </a:ext>
            </a:extLst>
          </p:cNvPr>
          <p:cNvSpPr txBox="1"/>
          <p:nvPr/>
        </p:nvSpPr>
        <p:spPr>
          <a:xfrm>
            <a:off x="6883622" y="3039159"/>
            <a:ext cx="1561041" cy="215444"/>
          </a:xfrm>
          <a:prstGeom prst="rect">
            <a:avLst/>
          </a:prstGeom>
          <a:noFill/>
        </p:spPr>
        <p:txBody>
          <a:bodyPr wrap="square" rtlCol="0">
            <a:spAutoFit/>
          </a:bodyPr>
          <a:lstStyle/>
          <a:p>
            <a:r>
              <a:rPr lang="en-IN" sz="800" b="1"/>
              <a:t>Weekly Cadence</a:t>
            </a:r>
            <a:endParaRPr lang="en-US" sz="800" b="1"/>
          </a:p>
        </p:txBody>
      </p:sp>
      <p:graphicFrame>
        <p:nvGraphicFramePr>
          <p:cNvPr id="21" name="Diagram 20">
            <a:extLst>
              <a:ext uri="{FF2B5EF4-FFF2-40B4-BE49-F238E27FC236}">
                <a16:creationId xmlns:a16="http://schemas.microsoft.com/office/drawing/2014/main" id="{CDC0170D-5284-53F2-4475-EE18F3B8FC04}"/>
              </a:ext>
            </a:extLst>
          </p:cNvPr>
          <p:cNvGraphicFramePr/>
          <p:nvPr/>
        </p:nvGraphicFramePr>
        <p:xfrm>
          <a:off x="5135981" y="3009909"/>
          <a:ext cx="1251213" cy="780105"/>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22" name="TextBox 21">
            <a:extLst>
              <a:ext uri="{FF2B5EF4-FFF2-40B4-BE49-F238E27FC236}">
                <a16:creationId xmlns:a16="http://schemas.microsoft.com/office/drawing/2014/main" id="{762BDE76-75E5-704F-A9F6-7A490C4D587A}"/>
              </a:ext>
            </a:extLst>
          </p:cNvPr>
          <p:cNvSpPr txBox="1"/>
          <p:nvPr/>
        </p:nvSpPr>
        <p:spPr>
          <a:xfrm>
            <a:off x="5412196" y="3092184"/>
            <a:ext cx="1125671" cy="307777"/>
          </a:xfrm>
          <a:prstGeom prst="rect">
            <a:avLst/>
          </a:prstGeom>
          <a:noFill/>
        </p:spPr>
        <p:txBody>
          <a:bodyPr wrap="square" rtlCol="0">
            <a:spAutoFit/>
          </a:bodyPr>
          <a:lstStyle/>
          <a:p>
            <a:r>
              <a:rPr lang="en-IN" sz="700" b="1">
                <a:solidFill>
                  <a:schemeClr val="tx2">
                    <a:lumMod val="95000"/>
                    <a:lumOff val="5000"/>
                  </a:schemeClr>
                </a:solidFill>
              </a:rPr>
              <a:t>3 Way Cadence on Need basis</a:t>
            </a:r>
            <a:endParaRPr lang="en-US" sz="700" b="1">
              <a:solidFill>
                <a:schemeClr val="tx2">
                  <a:lumMod val="95000"/>
                  <a:lumOff val="5000"/>
                </a:schemeClr>
              </a:solidFill>
            </a:endParaRPr>
          </a:p>
        </p:txBody>
      </p:sp>
      <p:sp>
        <p:nvSpPr>
          <p:cNvPr id="24" name="TextBox 23">
            <a:extLst>
              <a:ext uri="{FF2B5EF4-FFF2-40B4-BE49-F238E27FC236}">
                <a16:creationId xmlns:a16="http://schemas.microsoft.com/office/drawing/2014/main" id="{253D7C3F-4640-88F8-D4F3-7D48A95B783D}"/>
              </a:ext>
            </a:extLst>
          </p:cNvPr>
          <p:cNvSpPr txBox="1"/>
          <p:nvPr/>
        </p:nvSpPr>
        <p:spPr>
          <a:xfrm>
            <a:off x="11748" y="6010604"/>
            <a:ext cx="1918252" cy="521307"/>
          </a:xfrm>
          <a:prstGeom prst="homePlate">
            <a:avLst/>
          </a:prstGeom>
          <a:solidFill>
            <a:srgbClr val="FFC000"/>
          </a:solidFill>
        </p:spPr>
        <p:txBody>
          <a:bodyPr wrap="square" rtlCol="0">
            <a:spAutoFit/>
          </a:bodyPr>
          <a:lstStyle/>
          <a:p>
            <a:r>
              <a:rPr lang="en-IN" sz="1400" b="1"/>
              <a:t>KEY SUCCESS FACTORS</a:t>
            </a:r>
            <a:endParaRPr lang="en-US" sz="1400" b="1"/>
          </a:p>
        </p:txBody>
      </p:sp>
      <p:sp>
        <p:nvSpPr>
          <p:cNvPr id="25" name="TextBox 24">
            <a:extLst>
              <a:ext uri="{FF2B5EF4-FFF2-40B4-BE49-F238E27FC236}">
                <a16:creationId xmlns:a16="http://schemas.microsoft.com/office/drawing/2014/main" id="{701E1FEE-051B-3E0C-CF53-46F65074B783}"/>
              </a:ext>
            </a:extLst>
          </p:cNvPr>
          <p:cNvSpPr txBox="1"/>
          <p:nvPr/>
        </p:nvSpPr>
        <p:spPr>
          <a:xfrm>
            <a:off x="2303391" y="6137779"/>
            <a:ext cx="2870123" cy="269529"/>
          </a:xfrm>
          <a:prstGeom prst="rect">
            <a:avLst/>
          </a:prstGeom>
          <a:solidFill>
            <a:schemeClr val="accent1">
              <a:lumMod val="60000"/>
              <a:lumOff val="40000"/>
            </a:schemeClr>
          </a:solidFill>
          <a:ln>
            <a:noFill/>
          </a:ln>
        </p:spPr>
        <p:txBody>
          <a:bodyPr wrap="square" rtlCol="0">
            <a:spAutoFit/>
          </a:bodyPr>
          <a:lstStyle/>
          <a:p>
            <a:pPr algn="ctr"/>
            <a:r>
              <a:rPr lang="en-IN" sz="1100">
                <a:solidFill>
                  <a:schemeClr val="bg1"/>
                </a:solidFill>
              </a:rPr>
              <a:t>Align requirements to Product</a:t>
            </a:r>
            <a:endParaRPr lang="en-US" sz="1100">
              <a:solidFill>
                <a:schemeClr val="bg1"/>
              </a:solidFill>
            </a:endParaRPr>
          </a:p>
        </p:txBody>
      </p:sp>
      <p:sp>
        <p:nvSpPr>
          <p:cNvPr id="26" name="TextBox 25">
            <a:extLst>
              <a:ext uri="{FF2B5EF4-FFF2-40B4-BE49-F238E27FC236}">
                <a16:creationId xmlns:a16="http://schemas.microsoft.com/office/drawing/2014/main" id="{D19C9E1B-6ABD-4173-D6ED-164F4D2109A3}"/>
              </a:ext>
            </a:extLst>
          </p:cNvPr>
          <p:cNvSpPr txBox="1"/>
          <p:nvPr/>
        </p:nvSpPr>
        <p:spPr>
          <a:xfrm>
            <a:off x="5292587" y="6133175"/>
            <a:ext cx="2870123" cy="269529"/>
          </a:xfrm>
          <a:prstGeom prst="rect">
            <a:avLst/>
          </a:prstGeom>
          <a:solidFill>
            <a:schemeClr val="accent3">
              <a:lumMod val="25000"/>
              <a:lumOff val="75000"/>
            </a:schemeClr>
          </a:solidFill>
        </p:spPr>
        <p:txBody>
          <a:bodyPr wrap="square" rtlCol="0">
            <a:spAutoFit/>
          </a:bodyPr>
          <a:lstStyle/>
          <a:p>
            <a:pPr algn="ctr"/>
            <a:r>
              <a:rPr lang="en-IN" sz="1100"/>
              <a:t>Design and Build to standards</a:t>
            </a:r>
            <a:endParaRPr lang="en-US" sz="1100"/>
          </a:p>
        </p:txBody>
      </p:sp>
      <p:sp>
        <p:nvSpPr>
          <p:cNvPr id="27" name="TextBox 26">
            <a:extLst>
              <a:ext uri="{FF2B5EF4-FFF2-40B4-BE49-F238E27FC236}">
                <a16:creationId xmlns:a16="http://schemas.microsoft.com/office/drawing/2014/main" id="{6A2F57E9-4007-D7DB-84A8-D3C5B9588FC9}"/>
              </a:ext>
            </a:extLst>
          </p:cNvPr>
          <p:cNvSpPr txBox="1"/>
          <p:nvPr/>
        </p:nvSpPr>
        <p:spPr>
          <a:xfrm>
            <a:off x="8351003" y="6137779"/>
            <a:ext cx="2870123" cy="269529"/>
          </a:xfrm>
          <a:prstGeom prst="rect">
            <a:avLst/>
          </a:prstGeom>
          <a:solidFill>
            <a:srgbClr val="C00000"/>
          </a:solidFill>
        </p:spPr>
        <p:txBody>
          <a:bodyPr wrap="square" rtlCol="0">
            <a:spAutoFit/>
          </a:bodyPr>
          <a:lstStyle/>
          <a:p>
            <a:pPr algn="ctr"/>
            <a:r>
              <a:rPr lang="en-IN" sz="1100">
                <a:solidFill>
                  <a:schemeClr val="bg1"/>
                </a:solidFill>
              </a:rPr>
              <a:t>Collaborate on decisions</a:t>
            </a:r>
            <a:endParaRPr lang="en-US" sz="1100">
              <a:solidFill>
                <a:schemeClr val="bg1"/>
              </a:solidFill>
            </a:endParaRPr>
          </a:p>
        </p:txBody>
      </p:sp>
    </p:spTree>
    <p:extLst>
      <p:ext uri="{BB962C8B-B14F-4D97-AF65-F5344CB8AC3E}">
        <p14:creationId xmlns:p14="http://schemas.microsoft.com/office/powerpoint/2010/main" val="307784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kumimoji="0" lang="en-GB" sz="2800" b="1" i="0" u="none" strike="noStrike" kern="1200" cap="none" spc="0" normalizeH="0" baseline="0" noProof="0">
                <a:ln>
                  <a:noFill/>
                </a:ln>
                <a:solidFill>
                  <a:schemeClr val="tx1"/>
                </a:solidFill>
                <a:effectLst/>
                <a:uLnTx/>
                <a:uFillTx/>
                <a:latin typeface="Ubuntu"/>
              </a:rPr>
              <a:t>Guidewire Cloud </a:t>
            </a:r>
            <a:r>
              <a:rPr lang="en-GB">
                <a:solidFill>
                  <a:schemeClr val="tx1"/>
                </a:solidFill>
                <a:latin typeface="Ubuntu"/>
              </a:rPr>
              <a:t>Assurance Assessment (CAA)</a:t>
            </a:r>
            <a:endParaRPr kumimoji="0" lang="en-GB" sz="2800" b="1" i="0" u="none" strike="noStrike" kern="1200" cap="none" spc="0" normalizeH="0" baseline="0" noProof="0">
              <a:ln>
                <a:noFill/>
              </a:ln>
              <a:solidFill>
                <a:schemeClr val="tx1"/>
              </a:solidFill>
              <a:effectLst/>
              <a:uLnTx/>
              <a:uFillTx/>
              <a:latin typeface="Ubuntu"/>
            </a:endParaRPr>
          </a:p>
        </p:txBody>
      </p:sp>
      <p:sp>
        <p:nvSpPr>
          <p:cNvPr id="4" name="TextBox 3">
            <a:extLst>
              <a:ext uri="{FF2B5EF4-FFF2-40B4-BE49-F238E27FC236}">
                <a16:creationId xmlns:a16="http://schemas.microsoft.com/office/drawing/2014/main" id="{D3E9CD0C-43D4-8A37-4193-057960911025}"/>
              </a:ext>
            </a:extLst>
          </p:cNvPr>
          <p:cNvSpPr txBox="1"/>
          <p:nvPr/>
        </p:nvSpPr>
        <p:spPr>
          <a:xfrm>
            <a:off x="255018" y="3237383"/>
            <a:ext cx="5199304" cy="33085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kern="0" dirty="0">
                <a:solidFill>
                  <a:srgbClr val="0D0D0D"/>
                </a:solidFill>
                <a:latin typeface="Ubuntu" panose="020B0504030602030204" pitchFamily="34" charset="0"/>
                <a:cs typeface="Segoe UI"/>
              </a:rPr>
              <a:t>Overview:</a:t>
            </a:r>
          </a:p>
          <a:p>
            <a:endParaRPr lang="en-US" sz="1100" b="1" kern="0" dirty="0">
              <a:solidFill>
                <a:srgbClr val="0D0D0D"/>
              </a:solidFill>
              <a:latin typeface="Ubuntu" panose="020B0504030602030204" pitchFamily="34" charset="0"/>
              <a:cs typeface="Segoe UI"/>
            </a:endParaRPr>
          </a:p>
          <a:p>
            <a:pPr marL="228600">
              <a:buFont typeface=""/>
              <a:buChar char="•"/>
            </a:pPr>
            <a:r>
              <a:rPr lang="en-US" sz="1100" kern="0" dirty="0">
                <a:solidFill>
                  <a:srgbClr val="0D0D0D"/>
                </a:solidFill>
                <a:latin typeface="Ubuntu" panose="020B0504030602030204" pitchFamily="34" charset="0"/>
                <a:cs typeface="Segoe UI"/>
              </a:rPr>
              <a:t> </a:t>
            </a:r>
            <a:r>
              <a:rPr lang="en-US" sz="1100" b="1" kern="0" dirty="0">
                <a:solidFill>
                  <a:srgbClr val="0D0D0D"/>
                </a:solidFill>
                <a:latin typeface="Ubuntu" panose="020B0504030602030204" pitchFamily="34" charset="0"/>
                <a:cs typeface="Segoe UI"/>
              </a:rPr>
              <a:t>Purpose:</a:t>
            </a:r>
            <a:r>
              <a:rPr lang="en-US" sz="1100" kern="0" dirty="0">
                <a:solidFill>
                  <a:srgbClr val="0D0D0D"/>
                </a:solidFill>
                <a:latin typeface="Ubuntu" panose="020B0504030602030204" pitchFamily="34" charset="0"/>
                <a:cs typeface="Segoe UI"/>
              </a:rPr>
              <a:t> </a:t>
            </a:r>
            <a:r>
              <a:rPr lang="en-US" sz="1050" kern="0" dirty="0">
                <a:solidFill>
                  <a:srgbClr val="0D0D0D"/>
                </a:solidFill>
                <a:latin typeface="Ubuntu" panose="020B0504030602030204" pitchFamily="34" charset="0"/>
                <a:cs typeface="Segoe UI"/>
              </a:rPr>
              <a:t>Validate if developed code conforms to Guidewire Cloud   </a:t>
            </a:r>
          </a:p>
          <a:p>
            <a:pPr marL="228600"/>
            <a:r>
              <a:rPr lang="en-US" sz="1050" kern="0" dirty="0">
                <a:solidFill>
                  <a:srgbClr val="0D0D0D"/>
                </a:solidFill>
                <a:latin typeface="Ubuntu" panose="020B0504030602030204" pitchFamily="34" charset="0"/>
                <a:cs typeface="Segoe UI"/>
              </a:rPr>
              <a:t>	 standards</a:t>
            </a:r>
          </a:p>
          <a:p>
            <a:pPr marL="228600">
              <a:buFont typeface=""/>
              <a:buChar char="•"/>
            </a:pPr>
            <a:r>
              <a:rPr lang="en-US" sz="1100" kern="0" dirty="0">
                <a:solidFill>
                  <a:srgbClr val="0D0D0D"/>
                </a:solidFill>
                <a:latin typeface="Ubuntu" panose="020B0504030602030204" pitchFamily="34" charset="0"/>
                <a:cs typeface="Segoe UI"/>
              </a:rPr>
              <a:t> </a:t>
            </a:r>
            <a:r>
              <a:rPr lang="en-US" sz="1100" b="1" kern="0" dirty="0">
                <a:solidFill>
                  <a:srgbClr val="0D0D0D"/>
                </a:solidFill>
                <a:latin typeface="Ubuntu" panose="020B0504030602030204" pitchFamily="34" charset="0"/>
                <a:cs typeface="Segoe UI"/>
              </a:rPr>
              <a:t>Frequency:</a:t>
            </a:r>
            <a:r>
              <a:rPr lang="en-US" sz="1100" kern="0" dirty="0">
                <a:solidFill>
                  <a:srgbClr val="0D0D0D"/>
                </a:solidFill>
                <a:latin typeface="Ubuntu" panose="020B0504030602030204" pitchFamily="34" charset="0"/>
                <a:cs typeface="Segoe UI"/>
              </a:rPr>
              <a:t> </a:t>
            </a:r>
            <a:r>
              <a:rPr lang="en-US" sz="1050" kern="0" dirty="0">
                <a:solidFill>
                  <a:srgbClr val="0D0D0D"/>
                </a:solidFill>
                <a:latin typeface="Ubuntu" panose="020B0504030602030204" pitchFamily="34" charset="0"/>
                <a:cs typeface="Segoe UI"/>
              </a:rPr>
              <a:t>Monthly, at the end of each Sprint/Stabilization/Pre-Go-live</a:t>
            </a:r>
            <a:endParaRPr lang="en-US" sz="1100" kern="0" dirty="0">
              <a:solidFill>
                <a:srgbClr val="0D0D0D"/>
              </a:solidFill>
              <a:latin typeface="Ubuntu" panose="020B0504030602030204" pitchFamily="34" charset="0"/>
              <a:cs typeface="Segoe UI"/>
            </a:endParaRPr>
          </a:p>
          <a:p>
            <a:pPr marL="228600"/>
            <a:endParaRPr lang="en-US" sz="1100" dirty="0">
              <a:latin typeface="Ubuntu" panose="020B0504030602030204" pitchFamily="34" charset="0"/>
            </a:endParaRPr>
          </a:p>
          <a:p>
            <a:r>
              <a:rPr lang="en-US" sz="1100" b="1" kern="0" dirty="0">
                <a:solidFill>
                  <a:srgbClr val="0D0D0D"/>
                </a:solidFill>
                <a:latin typeface="Ubuntu" panose="020B0504030602030204" pitchFamily="34" charset="0"/>
                <a:cs typeface="Segoe UI"/>
              </a:rPr>
              <a:t>Assessment Methods:</a:t>
            </a:r>
          </a:p>
          <a:p>
            <a:endParaRPr lang="en-US" sz="1100" b="1" kern="0" dirty="0">
              <a:solidFill>
                <a:srgbClr val="0D0D0D"/>
              </a:solidFill>
              <a:latin typeface="Ubuntu" panose="020B0504030602030204" pitchFamily="34" charset="0"/>
              <a:cs typeface="Segoe UI"/>
            </a:endParaRPr>
          </a:p>
          <a:p>
            <a:pPr marL="171450" indent="-171450">
              <a:buFont typeface="Arial" panose="020B0604020202020204" pitchFamily="34" charset="0"/>
              <a:buChar char="•"/>
            </a:pPr>
            <a:r>
              <a:rPr lang="en-IN" sz="1100" kern="0" dirty="0">
                <a:solidFill>
                  <a:srgbClr val="0D0D0D"/>
                </a:solidFill>
                <a:latin typeface="Ubuntu" panose="020B0504030602030204" pitchFamily="34" charset="0"/>
                <a:cs typeface="Segoe UI"/>
              </a:rPr>
              <a:t>Automated Cloud Assurance is executed in TeamCity to run inspection on all Cloud Standards that have assessment type “Partial/Fully Automated”. </a:t>
            </a:r>
          </a:p>
          <a:p>
            <a:pPr marL="171450" indent="-171450">
              <a:buFont typeface="Arial" panose="020B0604020202020204" pitchFamily="34" charset="0"/>
              <a:buChar char="•"/>
            </a:pPr>
            <a:r>
              <a:rPr lang="en-IN" sz="1100" kern="0" dirty="0">
                <a:solidFill>
                  <a:srgbClr val="0D0D0D"/>
                </a:solidFill>
                <a:latin typeface="Ubuntu" panose="020B0504030602030204" pitchFamily="34" charset="0"/>
                <a:cs typeface="Segoe UI"/>
              </a:rPr>
              <a:t>Additional manual code review of Cloud Standards that have assessment type “manual” are carried out by the Guidewire Cloud Assurance team</a:t>
            </a:r>
          </a:p>
          <a:p>
            <a:endParaRPr lang="en-US" sz="1100" kern="0" dirty="0">
              <a:solidFill>
                <a:srgbClr val="0D0D0D"/>
              </a:solidFill>
              <a:latin typeface="Ubuntu" panose="020B0504030602030204" pitchFamily="34" charset="0"/>
              <a:cs typeface="Segoe UI"/>
            </a:endParaRPr>
          </a:p>
          <a:p>
            <a:r>
              <a:rPr lang="en-US" sz="1100" b="1" kern="0" dirty="0">
                <a:solidFill>
                  <a:srgbClr val="0D0D0D"/>
                </a:solidFill>
                <a:latin typeface="Ubuntu" panose="020B0504030602030204" pitchFamily="34" charset="0"/>
                <a:cs typeface="Segoe UI"/>
              </a:rPr>
              <a:t>Outcome: Is a Cloud Assurance Report:</a:t>
            </a:r>
          </a:p>
          <a:p>
            <a:endParaRPr lang="en-US" sz="1100" b="1" kern="0" dirty="0">
              <a:solidFill>
                <a:srgbClr val="0D0D0D"/>
              </a:solidFill>
              <a:latin typeface="Ubuntu" panose="020B0504030602030204" pitchFamily="34" charset="0"/>
              <a:cs typeface="Segoe UI"/>
            </a:endParaRPr>
          </a:p>
          <a:p>
            <a:pPr marL="171450" indent="-171450">
              <a:buFont typeface="Arial"/>
              <a:buChar char="•"/>
            </a:pPr>
            <a:r>
              <a:rPr lang="en-US" sz="1100" dirty="0">
                <a:solidFill>
                  <a:srgbClr val="0D0D0D"/>
                </a:solidFill>
                <a:latin typeface="Ubuntu" panose="020B0504030602030204" pitchFamily="34" charset="0"/>
                <a:cs typeface="Segoe UI"/>
              </a:rPr>
              <a:t>GW provides report on custom code that violates Cloud Standards</a:t>
            </a:r>
          </a:p>
          <a:p>
            <a:pPr marL="171450" indent="-171450">
              <a:buFont typeface="Arial"/>
              <a:buChar char="•"/>
            </a:pPr>
            <a:r>
              <a:rPr lang="en-IN" sz="1100" dirty="0">
                <a:solidFill>
                  <a:srgbClr val="0D0D0D"/>
                </a:solidFill>
                <a:latin typeface="Ubuntu" panose="020B0504030602030204" pitchFamily="34" charset="0"/>
                <a:cs typeface="Segoe UI"/>
              </a:rPr>
              <a:t>Provides suggested remediations in the Guidance section of the Cloud Assurance Report</a:t>
            </a:r>
          </a:p>
          <a:p>
            <a:pPr marL="171450" indent="-171450">
              <a:buFont typeface="Arial"/>
              <a:buChar char="•"/>
            </a:pPr>
            <a:r>
              <a:rPr lang="en-US" sz="1100" dirty="0">
                <a:solidFill>
                  <a:srgbClr val="0D0D0D"/>
                </a:solidFill>
                <a:latin typeface="Ubuntu" panose="020B0504030602030204" pitchFamily="34" charset="0"/>
                <a:cs typeface="Segoe UI"/>
              </a:rPr>
              <a:t>Capgemini and Beazley teams are provided access to the report</a:t>
            </a:r>
            <a:endParaRPr lang="en-US" sz="1600" dirty="0">
              <a:latin typeface="Ubuntu" panose="020B0504030602030204" pitchFamily="34" charset="0"/>
            </a:endParaRPr>
          </a:p>
        </p:txBody>
      </p:sp>
      <p:pic>
        <p:nvPicPr>
          <p:cNvPr id="5" name="Picture 4" descr="Diagram of a cloud service&#10;&#10;Description automatically generated">
            <a:extLst>
              <a:ext uri="{FF2B5EF4-FFF2-40B4-BE49-F238E27FC236}">
                <a16:creationId xmlns:a16="http://schemas.microsoft.com/office/drawing/2014/main" id="{07475B88-0C45-E660-E469-D94146E616D5}"/>
              </a:ext>
            </a:extLst>
          </p:cNvPr>
          <p:cNvPicPr>
            <a:picLocks/>
          </p:cNvPicPr>
          <p:nvPr/>
        </p:nvPicPr>
        <p:blipFill>
          <a:blip r:embed="rId3"/>
          <a:stretch>
            <a:fillRect/>
          </a:stretch>
        </p:blipFill>
        <p:spPr>
          <a:xfrm>
            <a:off x="5841401" y="607126"/>
            <a:ext cx="5023909" cy="2362405"/>
          </a:xfrm>
          <a:prstGeom prst="rect">
            <a:avLst/>
          </a:prstGeom>
        </p:spPr>
      </p:pic>
      <p:pic>
        <p:nvPicPr>
          <p:cNvPr id="8" name="Picture 7">
            <a:extLst>
              <a:ext uri="{FF2B5EF4-FFF2-40B4-BE49-F238E27FC236}">
                <a16:creationId xmlns:a16="http://schemas.microsoft.com/office/drawing/2014/main" id="{A1634904-F113-1BA2-1EB1-CC1269051B1F}"/>
              </a:ext>
            </a:extLst>
          </p:cNvPr>
          <p:cNvPicPr>
            <a:picLocks noChangeAspect="1"/>
          </p:cNvPicPr>
          <p:nvPr/>
        </p:nvPicPr>
        <p:blipFill>
          <a:blip r:embed="rId4"/>
          <a:stretch>
            <a:fillRect/>
          </a:stretch>
        </p:blipFill>
        <p:spPr>
          <a:xfrm>
            <a:off x="315669" y="3062947"/>
            <a:ext cx="5033435" cy="157693"/>
          </a:xfrm>
          <a:prstGeom prst="rect">
            <a:avLst/>
          </a:prstGeom>
        </p:spPr>
      </p:pic>
      <p:sp>
        <p:nvSpPr>
          <p:cNvPr id="3" name="TextBox 2">
            <a:extLst>
              <a:ext uri="{FF2B5EF4-FFF2-40B4-BE49-F238E27FC236}">
                <a16:creationId xmlns:a16="http://schemas.microsoft.com/office/drawing/2014/main" id="{20BB6379-0285-56F4-3687-3DD0B131A670}"/>
              </a:ext>
            </a:extLst>
          </p:cNvPr>
          <p:cNvSpPr txBox="1"/>
          <p:nvPr/>
        </p:nvSpPr>
        <p:spPr>
          <a:xfrm>
            <a:off x="5628098" y="3429000"/>
            <a:ext cx="5600699" cy="2292935"/>
          </a:xfrm>
          <a:prstGeom prst="rect">
            <a:avLst/>
          </a:prstGeom>
          <a:noFill/>
        </p:spPr>
        <p:txBody>
          <a:bodyPr wrap="square">
            <a:spAutoFit/>
          </a:bodyPr>
          <a:lstStyle/>
          <a:p>
            <a:r>
              <a:rPr lang="en-US" sz="1100" b="1" kern="0" dirty="0">
                <a:solidFill>
                  <a:srgbClr val="0D0D0D"/>
                </a:solidFill>
                <a:latin typeface="Ubuntu" panose="020B0504030602030204" pitchFamily="34" charset="0"/>
                <a:cs typeface="Segoe UI"/>
              </a:rPr>
              <a:t>Review, Resolution &amp; Reporting Process:</a:t>
            </a:r>
          </a:p>
          <a:p>
            <a:endParaRPr lang="en-US" sz="1100" b="1" kern="0" dirty="0">
              <a:solidFill>
                <a:srgbClr val="0D0D0D"/>
              </a:solidFill>
              <a:latin typeface="Ubuntu" panose="020B0504030602030204" pitchFamily="34" charset="0"/>
              <a:cs typeface="Segoe UI"/>
            </a:endParaRPr>
          </a:p>
          <a:p>
            <a:pPr marL="742950" lvl="1" indent="-285750">
              <a:buFont typeface="Arial"/>
              <a:buChar char="•"/>
            </a:pPr>
            <a:r>
              <a:rPr lang="en-US" sz="1100" b="1" dirty="0">
                <a:solidFill>
                  <a:srgbClr val="0D0D0D"/>
                </a:solidFill>
                <a:latin typeface="Ubuntu" panose="020B0504030602030204" pitchFamily="34" charset="0"/>
                <a:cs typeface="Segoe UI"/>
              </a:rPr>
              <a:t>Issue Identification:</a:t>
            </a:r>
            <a:endParaRPr lang="en-US" sz="1100" dirty="0">
              <a:latin typeface="Ubuntu" panose="020B0504030602030204" pitchFamily="34" charset="0"/>
            </a:endParaRPr>
          </a:p>
          <a:p>
            <a:pPr marL="1200150" lvl="2" indent="-285750">
              <a:buFont typeface="Arial"/>
              <a:buChar char="•"/>
            </a:pPr>
            <a:r>
              <a:rPr lang="en-US" sz="1100" dirty="0">
                <a:solidFill>
                  <a:srgbClr val="0D0D0D"/>
                </a:solidFill>
                <a:latin typeface="Ubuntu" panose="020B0504030602030204" pitchFamily="34" charset="0"/>
                <a:cs typeface="Segoe UI"/>
              </a:rPr>
              <a:t>Guidewire team identifies and documents issues in the Cloud Assurance Report</a:t>
            </a:r>
            <a:endParaRPr lang="en-US" sz="1100" dirty="0">
              <a:latin typeface="Ubuntu" panose="020B0504030602030204" pitchFamily="34" charset="0"/>
            </a:endParaRPr>
          </a:p>
          <a:p>
            <a:pPr marL="742950" lvl="1" indent="-285750">
              <a:buFont typeface="Arial"/>
              <a:buChar char="•"/>
            </a:pPr>
            <a:r>
              <a:rPr lang="en-US" sz="1100" b="1" dirty="0">
                <a:solidFill>
                  <a:srgbClr val="0D0D0D"/>
                </a:solidFill>
                <a:latin typeface="Ubuntu" panose="020B0504030602030204" pitchFamily="34" charset="0"/>
                <a:cs typeface="Segoe UI"/>
              </a:rPr>
              <a:t>Assigning observations to developers</a:t>
            </a:r>
            <a:endParaRPr lang="en-US" sz="1100" dirty="0">
              <a:latin typeface="Ubuntu" panose="020B0504030602030204" pitchFamily="34" charset="0"/>
            </a:endParaRPr>
          </a:p>
          <a:p>
            <a:pPr marL="1200150" lvl="2" indent="-285750">
              <a:buFont typeface="Arial"/>
              <a:buChar char="•"/>
            </a:pPr>
            <a:r>
              <a:rPr lang="en-US" sz="1100" dirty="0">
                <a:solidFill>
                  <a:srgbClr val="0D0D0D"/>
                </a:solidFill>
                <a:latin typeface="Ubuntu" panose="020B0504030602030204" pitchFamily="34" charset="0"/>
                <a:cs typeface="Segoe UI"/>
              </a:rPr>
              <a:t>All Cloud Assurance Report items are moved to JIRA board, assigned priority, and assigned to developers for fix</a:t>
            </a:r>
          </a:p>
          <a:p>
            <a:pPr marL="1200150" lvl="2" indent="-285750">
              <a:buFont typeface="Arial"/>
              <a:buChar char="•"/>
            </a:pPr>
            <a:r>
              <a:rPr lang="en-US" sz="1100" dirty="0">
                <a:solidFill>
                  <a:srgbClr val="0D0D0D"/>
                </a:solidFill>
                <a:latin typeface="Ubuntu" panose="020B0504030602030204" pitchFamily="34" charset="0"/>
                <a:cs typeface="Segoe UI"/>
              </a:rPr>
              <a:t>Any conversations on reported issues with Guidewire are completed by team ad-hoc and almost immediately</a:t>
            </a:r>
          </a:p>
          <a:p>
            <a:pPr marL="742950" lvl="1" indent="-285750">
              <a:buFont typeface="Arial"/>
              <a:buChar char="•"/>
            </a:pPr>
            <a:r>
              <a:rPr lang="en-US" sz="1100" b="1" kern="0" dirty="0">
                <a:solidFill>
                  <a:srgbClr val="0D0D0D"/>
                </a:solidFill>
                <a:latin typeface="Ubuntu" panose="020B0504030602030204" pitchFamily="34" charset="0"/>
                <a:cs typeface="Segoe UI"/>
              </a:rPr>
              <a:t>Reporting:</a:t>
            </a:r>
          </a:p>
          <a:p>
            <a:pPr marL="1200150" lvl="2" indent="-285750">
              <a:buFont typeface="Arial"/>
              <a:buChar char="•"/>
            </a:pPr>
            <a:r>
              <a:rPr lang="en-US" sz="1100" kern="0" dirty="0">
                <a:solidFill>
                  <a:srgbClr val="0D0D0D"/>
                </a:solidFill>
                <a:latin typeface="Ubuntu" panose="020B0504030602030204" pitchFamily="34" charset="0"/>
                <a:cs typeface="Segoe UI"/>
              </a:rPr>
              <a:t>The Guidewire observations fix status is reported via JIRA in the Sprint closure review provided to Beazley</a:t>
            </a:r>
            <a:endParaRPr lang="en-US" sz="1600" dirty="0">
              <a:latin typeface="Ubuntu" panose="020B0504030602030204" pitchFamily="34" charset="0"/>
            </a:endParaRPr>
          </a:p>
        </p:txBody>
      </p:sp>
      <p:sp>
        <p:nvSpPr>
          <p:cNvPr id="2" name="Rectangle 1">
            <a:extLst>
              <a:ext uri="{FF2B5EF4-FFF2-40B4-BE49-F238E27FC236}">
                <a16:creationId xmlns:a16="http://schemas.microsoft.com/office/drawing/2014/main" id="{C4EE46F5-F28B-905A-7C87-5E422074DC8E}"/>
              </a:ext>
            </a:extLst>
          </p:cNvPr>
          <p:cNvSpPr/>
          <p:nvPr/>
        </p:nvSpPr>
        <p:spPr>
          <a:xfrm>
            <a:off x="315671" y="685800"/>
            <a:ext cx="5199304" cy="2362405"/>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7" name="TextBox 6">
            <a:extLst>
              <a:ext uri="{FF2B5EF4-FFF2-40B4-BE49-F238E27FC236}">
                <a16:creationId xmlns:a16="http://schemas.microsoft.com/office/drawing/2014/main" id="{805157E9-C057-74BE-43B5-DFF57CC6D423}"/>
              </a:ext>
            </a:extLst>
          </p:cNvPr>
          <p:cNvSpPr txBox="1"/>
          <p:nvPr/>
        </p:nvSpPr>
        <p:spPr>
          <a:xfrm>
            <a:off x="315671" y="825495"/>
            <a:ext cx="4699819" cy="523220"/>
          </a:xfrm>
          <a:prstGeom prst="rect">
            <a:avLst/>
          </a:prstGeom>
          <a:noFill/>
        </p:spPr>
        <p:txBody>
          <a:bodyPr wrap="square" rtlCol="0">
            <a:spAutoFit/>
          </a:bodyPr>
          <a:lstStyle/>
          <a:p>
            <a:r>
              <a:rPr lang="en-IN" sz="1400" b="1"/>
              <a:t>Cloud Assurance Program Goals are:</a:t>
            </a:r>
          </a:p>
          <a:p>
            <a:endParaRPr lang="en-IN" sz="1400" b="1"/>
          </a:p>
        </p:txBody>
      </p:sp>
      <p:sp>
        <p:nvSpPr>
          <p:cNvPr id="9" name="TextBox 8">
            <a:extLst>
              <a:ext uri="{FF2B5EF4-FFF2-40B4-BE49-F238E27FC236}">
                <a16:creationId xmlns:a16="http://schemas.microsoft.com/office/drawing/2014/main" id="{9DA62556-784D-277C-E6D4-42224ADAAF50}"/>
              </a:ext>
            </a:extLst>
          </p:cNvPr>
          <p:cNvSpPr txBox="1"/>
          <p:nvPr/>
        </p:nvSpPr>
        <p:spPr>
          <a:xfrm>
            <a:off x="398605" y="1040431"/>
            <a:ext cx="5033435" cy="2132892"/>
          </a:xfrm>
          <a:prstGeom prst="rect">
            <a:avLst/>
          </a:prstGeom>
          <a:noFill/>
        </p:spPr>
        <p:txBody>
          <a:bodyPr wrap="square" rtlCol="0">
            <a:spAutoFit/>
          </a:bodyPr>
          <a:lstStyle/>
          <a:p>
            <a:endParaRPr lang="en-IN">
              <a:effectLst/>
            </a:endParaRP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Assess and report adherence to Cloud Standards</a:t>
            </a: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Enforce remediation of Cloud Standards violations by the implementation team</a:t>
            </a: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Competency Assurance </a:t>
            </a:r>
            <a:r>
              <a:rPr lang="en-IN" sz="1200" u="none" strike="noStrike" dirty="0">
                <a:effectLst/>
                <a:latin typeface="Arial" panose="020B0604020202020204" pitchFamily="34" charset="0"/>
                <a:ea typeface="Arial" panose="020B0604020202020204" pitchFamily="34" charset="0"/>
              </a:rPr>
              <a:t>   </a:t>
            </a:r>
            <a:r>
              <a:rPr lang="en-IN" sz="1200" u="none" strike="noStrike">
                <a:effectLst/>
                <a:latin typeface="Arial" panose="020B0604020202020204" pitchFamily="34" charset="0"/>
                <a:ea typeface="Arial" panose="020B0604020202020204" pitchFamily="34" charset="0"/>
              </a:rPr>
              <a:t>-</a:t>
            </a:r>
            <a:r>
              <a:rPr lang="en-IN" sz="1200" u="none" strike="noStrike" dirty="0">
                <a:effectLst/>
                <a:latin typeface="Arial" panose="020B0604020202020204" pitchFamily="34" charset="0"/>
                <a:ea typeface="Arial" panose="020B0604020202020204" pitchFamily="34" charset="0"/>
              </a:rPr>
              <a:t> Periodic reviews conducted to ensure all Developers and Analysts are appropriately trained, certified and each workstream has the required Lead to Associate ratio (1:3). </a:t>
            </a:r>
            <a:r>
              <a:rPr lang="en-IN" sz="1200" u="none" strike="noStrike">
                <a:effectLst/>
                <a:latin typeface="Arial" panose="020B0604020202020204" pitchFamily="34" charset="0"/>
                <a:ea typeface="Arial" panose="020B0604020202020204" pitchFamily="34" charset="0"/>
              </a:rPr>
              <a:t> Managed by Guidewire Education team</a:t>
            </a:r>
          </a:p>
          <a:p>
            <a:endParaRPr lang="en-IN"/>
          </a:p>
        </p:txBody>
      </p:sp>
      <p:pic>
        <p:nvPicPr>
          <p:cNvPr id="12" name="Picture 11">
            <a:extLst>
              <a:ext uri="{FF2B5EF4-FFF2-40B4-BE49-F238E27FC236}">
                <a16:creationId xmlns:a16="http://schemas.microsoft.com/office/drawing/2014/main" id="{49D6B094-499F-AFF2-75F8-768A25AB6E6D}"/>
              </a:ext>
            </a:extLst>
          </p:cNvPr>
          <p:cNvPicPr>
            <a:picLocks noChangeAspect="1"/>
          </p:cNvPicPr>
          <p:nvPr/>
        </p:nvPicPr>
        <p:blipFill>
          <a:blip r:embed="rId5"/>
          <a:stretch>
            <a:fillRect/>
          </a:stretch>
        </p:blipFill>
        <p:spPr>
          <a:xfrm>
            <a:off x="4139381" y="1332981"/>
            <a:ext cx="307036" cy="193701"/>
          </a:xfrm>
          <a:prstGeom prst="rect">
            <a:avLst/>
          </a:prstGeom>
        </p:spPr>
      </p:pic>
      <p:pic>
        <p:nvPicPr>
          <p:cNvPr id="14" name="Picture 13">
            <a:extLst>
              <a:ext uri="{FF2B5EF4-FFF2-40B4-BE49-F238E27FC236}">
                <a16:creationId xmlns:a16="http://schemas.microsoft.com/office/drawing/2014/main" id="{39D16FB6-7BB8-1481-E608-63F987BB59C6}"/>
              </a:ext>
            </a:extLst>
          </p:cNvPr>
          <p:cNvPicPr>
            <a:picLocks noChangeAspect="1"/>
          </p:cNvPicPr>
          <p:nvPr/>
        </p:nvPicPr>
        <p:blipFill>
          <a:blip r:embed="rId6"/>
          <a:stretch>
            <a:fillRect/>
          </a:stretch>
        </p:blipFill>
        <p:spPr>
          <a:xfrm>
            <a:off x="2192592" y="1767084"/>
            <a:ext cx="256677" cy="189130"/>
          </a:xfrm>
          <a:prstGeom prst="rect">
            <a:avLst/>
          </a:prstGeom>
        </p:spPr>
      </p:pic>
      <p:pic>
        <p:nvPicPr>
          <p:cNvPr id="16" name="Picture 15">
            <a:extLst>
              <a:ext uri="{FF2B5EF4-FFF2-40B4-BE49-F238E27FC236}">
                <a16:creationId xmlns:a16="http://schemas.microsoft.com/office/drawing/2014/main" id="{E196D3AA-DB5E-E9D2-D4EC-3B48452C6A7F}"/>
              </a:ext>
            </a:extLst>
          </p:cNvPr>
          <p:cNvPicPr>
            <a:picLocks noChangeAspect="1"/>
          </p:cNvPicPr>
          <p:nvPr/>
        </p:nvPicPr>
        <p:blipFill>
          <a:blip r:embed="rId7"/>
          <a:stretch>
            <a:fillRect/>
          </a:stretch>
        </p:blipFill>
        <p:spPr>
          <a:xfrm>
            <a:off x="2385432" y="1990197"/>
            <a:ext cx="259288" cy="233359"/>
          </a:xfrm>
          <a:prstGeom prst="rect">
            <a:avLst/>
          </a:prstGeom>
        </p:spPr>
      </p:pic>
    </p:spTree>
    <p:extLst>
      <p:ext uri="{BB962C8B-B14F-4D97-AF65-F5344CB8AC3E}">
        <p14:creationId xmlns:p14="http://schemas.microsoft.com/office/powerpoint/2010/main" val="2042885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8133" y="88492"/>
            <a:ext cx="432619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Developer Workflow</a:t>
            </a:r>
          </a:p>
        </p:txBody>
      </p:sp>
      <p:sp>
        <p:nvSpPr>
          <p:cNvPr id="24" name="TextBox 23">
            <a:extLst>
              <a:ext uri="{FF2B5EF4-FFF2-40B4-BE49-F238E27FC236}">
                <a16:creationId xmlns:a16="http://schemas.microsoft.com/office/drawing/2014/main" id="{DE9F6699-A4EB-E190-A87C-48F569402D5E}"/>
              </a:ext>
            </a:extLst>
          </p:cNvPr>
          <p:cNvSpPr txBox="1"/>
          <p:nvPr/>
        </p:nvSpPr>
        <p:spPr>
          <a:xfrm>
            <a:off x="155619" y="733976"/>
            <a:ext cx="5320949" cy="5309146"/>
          </a:xfrm>
          <a:prstGeom prst="rect">
            <a:avLst/>
          </a:prstGeom>
          <a:noFill/>
        </p:spPr>
        <p:txBody>
          <a:bodyPr wrap="square">
            <a:spAutoFit/>
          </a:bodyPr>
          <a:lstStyle/>
          <a:p>
            <a:pPr lvl="0">
              <a:buSzPts val="1000"/>
              <a:tabLst>
                <a:tab pos="4572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Feature Branch Creation and Code Changes</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Developer creates a Feature Branch from the release branch and applies changes to the code</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p>
          <a:p>
            <a:pPr lvl="1">
              <a:buSzPts val="1000"/>
              <a:tabLst>
                <a:tab pos="914400" algn="l"/>
              </a:tabLst>
            </a:pP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lvl="1">
              <a:buSzPts val="1000"/>
              <a:tabLst>
                <a:tab pos="914400" algn="l"/>
              </a:tabLst>
            </a:pP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Developer Code Inspection</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Developer runs the Guidewire Assurance plugin to find deviations from cloud standards.</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If any code standard issues are reported by the plugin: Developer fixes the issues and re-runs the Guidewire Assurance plugin.</a:t>
            </a:r>
          </a:p>
          <a:p>
            <a:pPr lvl="2">
              <a:buSzPts val="1000"/>
              <a:tabLst>
                <a:tab pos="1371600" algn="l"/>
              </a:tabLst>
            </a:pPr>
            <a:endPar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endParaRPr>
          </a:p>
          <a:p>
            <a:pPr lvl="2">
              <a:buSzPts val="1000"/>
              <a:tabLst>
                <a:tab pos="1371600" algn="l"/>
              </a:tabLst>
            </a:pP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Pushing to Bitbucket and CI/CD Pipeline</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Developer pushes the Feature Branch to the Bitbucket repository and waits for the TeamCity CI/CD pipeline to run.</a:t>
            </a:r>
          </a:p>
          <a:p>
            <a:pPr lvl="1">
              <a:buSzPts val="1000"/>
              <a:tabLst>
                <a:tab pos="914400" algn="l"/>
              </a:tabLst>
            </a:pPr>
            <a:endPar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endParaRPr>
          </a:p>
          <a:p>
            <a:pPr lvl="1">
              <a:buSzPts val="1000"/>
              <a:tabLst>
                <a:tab pos="914400" algn="l"/>
              </a:tabLst>
            </a:pP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Handling Test Failures</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If server or assurance tests fail in the TeamCity CI/CD pipeline: Developer rectifies the code in Guidewire studio , pushes the changes to the Feature Branch</a:t>
            </a:r>
            <a:r>
              <a:rPr lang="en-IN" sz="1100" kern="0" dirty="0">
                <a:solidFill>
                  <a:srgbClr val="0D0D0D"/>
                </a:solidFill>
                <a:latin typeface="Ubuntu" panose="020B0504030602030204" pitchFamily="34" charset="0"/>
                <a:ea typeface="Times New Roman" panose="02020603050405020304" pitchFamily="18" charset="0"/>
                <a:cs typeface="Times New Roman" panose="02020603050405020304" pitchFamily="18" charset="0"/>
              </a:rPr>
              <a:t> and</a:t>
            </a: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 continues this cycle until the server test and assurance test pass in TeamCity.</a:t>
            </a:r>
          </a:p>
          <a:p>
            <a:pPr lvl="2">
              <a:buSzPts val="1000"/>
              <a:tabLst>
                <a:tab pos="1371600" algn="l"/>
              </a:tabLst>
            </a:pPr>
            <a:endPar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endParaRPr>
          </a:p>
          <a:p>
            <a:pPr lvl="2">
              <a:buSzPts val="1000"/>
              <a:tabLst>
                <a:tab pos="1371600" algn="l"/>
              </a:tabLst>
            </a:pP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Pull Request and Code Review</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Developer raises a Pull Request (PR) to merge the Feature Branch into the release branch.</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Lead developer provides code review comments within the PR and creates a task for the developer to refactor the code.</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p:txBody>
      </p:sp>
      <p:cxnSp>
        <p:nvCxnSpPr>
          <p:cNvPr id="26" name="Straight Connector 25">
            <a:extLst>
              <a:ext uri="{FF2B5EF4-FFF2-40B4-BE49-F238E27FC236}">
                <a16:creationId xmlns:a16="http://schemas.microsoft.com/office/drawing/2014/main" id="{D4CE4E6A-E893-0B83-0644-6B123ECB045A}"/>
              </a:ext>
            </a:extLst>
          </p:cNvPr>
          <p:cNvCxnSpPr/>
          <p:nvPr/>
        </p:nvCxnSpPr>
        <p:spPr>
          <a:xfrm>
            <a:off x="5948517" y="88491"/>
            <a:ext cx="0" cy="6515592"/>
          </a:xfrm>
          <a:prstGeom prst="line">
            <a:avLst/>
          </a:prstGeom>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5" name="Picture 4" descr="A diagram of a work flow&#10;&#10;Description automatically generated">
            <a:extLst>
              <a:ext uri="{FF2B5EF4-FFF2-40B4-BE49-F238E27FC236}">
                <a16:creationId xmlns:a16="http://schemas.microsoft.com/office/drawing/2014/main" id="{D5C05C0C-8422-2860-7926-5BF3580BF3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3484" y="596324"/>
            <a:ext cx="4831746" cy="5872175"/>
          </a:xfrm>
          <a:prstGeom prst="rect">
            <a:avLst/>
          </a:prstGeom>
        </p:spPr>
      </p:pic>
    </p:spTree>
    <p:extLst>
      <p:ext uri="{BB962C8B-B14F-4D97-AF65-F5344CB8AC3E}">
        <p14:creationId xmlns:p14="http://schemas.microsoft.com/office/powerpoint/2010/main" val="3450465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157316" y="7609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Git Branching and Merging Strategy</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4" name="Rectangle 3">
            <a:extLst>
              <a:ext uri="{FF2B5EF4-FFF2-40B4-BE49-F238E27FC236}">
                <a16:creationId xmlns:a16="http://schemas.microsoft.com/office/drawing/2014/main" id="{A78D7F20-BD18-FBC4-3EBB-56D28960E3AB}"/>
              </a:ext>
            </a:extLst>
          </p:cNvPr>
          <p:cNvSpPr/>
          <p:nvPr/>
        </p:nvSpPr>
        <p:spPr>
          <a:xfrm>
            <a:off x="8347587" y="253917"/>
            <a:ext cx="1681316" cy="218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3" name="TextBox 2">
            <a:extLst>
              <a:ext uri="{FF2B5EF4-FFF2-40B4-BE49-F238E27FC236}">
                <a16:creationId xmlns:a16="http://schemas.microsoft.com/office/drawing/2014/main" id="{C90AE33C-F0E6-6FFA-149D-E6FE71B03496}"/>
              </a:ext>
            </a:extLst>
          </p:cNvPr>
          <p:cNvSpPr txBox="1"/>
          <p:nvPr/>
        </p:nvSpPr>
        <p:spPr>
          <a:xfrm>
            <a:off x="277762" y="601896"/>
            <a:ext cx="5827763" cy="3479671"/>
          </a:xfrm>
          <a:prstGeom prst="rect">
            <a:avLst/>
          </a:prstGeom>
          <a:noFill/>
        </p:spPr>
        <p:txBody>
          <a:bodyPr wrap="square">
            <a:spAutoFit/>
          </a:bodyPr>
          <a:lstStyle/>
          <a:p>
            <a:pPr marL="342900" lvl="0" indent="-342900">
              <a:lnSpc>
                <a:spcPct val="107000"/>
              </a:lnSpc>
              <a:spcBef>
                <a:spcPts val="1500"/>
              </a:spcBef>
              <a:spcAft>
                <a:spcPts val="900"/>
              </a:spcAft>
              <a:buSzPts val="1000"/>
              <a:buFont typeface="Symbol" panose="05050102010706020507" pitchFamily="18" charset="2"/>
              <a:buChar char=""/>
              <a:tabLst>
                <a:tab pos="4572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Guidewire Standard</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 Follows </a:t>
            </a:r>
            <a:r>
              <a:rPr lang="en-IN" sz="1200" i="1" kern="0" dirty="0">
                <a:solidFill>
                  <a:schemeClr val="accent1"/>
                </a:solidFill>
                <a:effectLst/>
                <a:latin typeface="Ubuntu" panose="020B0504030602030204" pitchFamily="34" charset="0"/>
                <a:ea typeface="Times New Roman" panose="02020603050405020304" pitchFamily="18" charset="0"/>
                <a:cs typeface="Times New Roman" panose="02020603050405020304" pitchFamily="18" charset="0"/>
              </a:rPr>
              <a:t>"Guidewire GW-MTH-1084 Branching Strategy for Guidewire Implementation Projects."</a:t>
            </a:r>
            <a:endParaRPr lang="en-IN" sz="1100" i="1" kern="100" dirty="0">
              <a:solidFill>
                <a:schemeClr val="accent1"/>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Ensures robust, consistent process for managing parallel code changes within and across releases.</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Intended for technical leads and implementation consultants.</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latin typeface="Ubuntu" panose="020B0504030602030204" pitchFamily="34" charset="0"/>
                <a:cs typeface="Times New Roman" panose="02020603050405020304" pitchFamily="18" charset="0"/>
              </a:rPr>
              <a:t>Uses Git repositories for version control of source code and software artifacts</a:t>
            </a: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Managed using Guidewire-provisioned Bitbucket Server instance.</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Implements the branching strategy described in the standard</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1500"/>
              </a:spcBef>
              <a:spcAft>
                <a:spcPts val="900"/>
              </a:spcAft>
              <a:buSzPts val="1000"/>
              <a:buFont typeface="Symbol" panose="05050102010706020507" pitchFamily="18" charset="2"/>
              <a:buChar char=""/>
              <a:tabLst>
                <a:tab pos="4572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Branching Strategy Overview</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Production Branch (master)</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Single production branch named master. Contains out-of-the-box product and configurations at project start.</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Updated only during release activities or emergency fixes by senior developers.</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endParaRPr lang="en-IN" sz="1100" kern="100" dirty="0">
              <a:effectLst/>
              <a:latin typeface="Ubuntu" panose="020B0504030602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88C93696-1864-0DC7-4D77-1E8EDFF33956}"/>
              </a:ext>
            </a:extLst>
          </p:cNvPr>
          <p:cNvSpPr txBox="1"/>
          <p:nvPr/>
        </p:nvSpPr>
        <p:spPr>
          <a:xfrm>
            <a:off x="277762" y="3704386"/>
            <a:ext cx="6542138" cy="705450"/>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Product Release Branch (</a:t>
            </a:r>
            <a:r>
              <a:rPr lang="en-IN" sz="1200" b="1" kern="0" err="1">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gw</a:t>
            </a: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-releases)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master at project start for new product versions and owned by Guidewire Customer and Cloud Operations.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B52411C-42EE-C25D-BB6B-78BD55883BCA}"/>
              </a:ext>
            </a:extLst>
          </p:cNvPr>
          <p:cNvSpPr txBox="1"/>
          <p:nvPr/>
        </p:nvSpPr>
        <p:spPr>
          <a:xfrm>
            <a:off x="277761" y="4338804"/>
            <a:ext cx="6170663" cy="1558953"/>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Mainline Branch (develop)</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Single mainline branch named develop, created off master and contains all code across all releases.</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Accessible to all team developers for merging.</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User-Story Branches</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Created off develop or release branch for user stories.</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050" kern="100" dirty="0">
                <a:effectLst/>
                <a:latin typeface="Ubuntu" panose="020B0504030602030204" pitchFamily="34" charset="0"/>
                <a:ea typeface="Calibri" panose="020F0502020204030204" pitchFamily="34" charset="0"/>
                <a:cs typeface="Times New Roman" panose="02020603050405020304" pitchFamily="18" charset="0"/>
              </a:rPr>
              <a:t> </a:t>
            </a:r>
            <a:endParaRPr lang="en-IN" sz="1600" dirty="0">
              <a:latin typeface="Ubuntu" panose="020B0504030602030204" pitchFamily="34" charset="0"/>
            </a:endParaRPr>
          </a:p>
        </p:txBody>
      </p:sp>
      <p:pic>
        <p:nvPicPr>
          <p:cNvPr id="5" name="Picture 4" descr="A diagram of a network&#10;&#10;Description automatically generated">
            <a:extLst>
              <a:ext uri="{FF2B5EF4-FFF2-40B4-BE49-F238E27FC236}">
                <a16:creationId xmlns:a16="http://schemas.microsoft.com/office/drawing/2014/main" id="{08996741-D2A8-3219-FF6A-4E4D4BEB2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8882" y="992133"/>
            <a:ext cx="5645356" cy="3159156"/>
          </a:xfrm>
          <a:prstGeom prst="rect">
            <a:avLst/>
          </a:prstGeom>
        </p:spPr>
      </p:pic>
      <p:sp>
        <p:nvSpPr>
          <p:cNvPr id="7" name="TextBox 6">
            <a:extLst>
              <a:ext uri="{FF2B5EF4-FFF2-40B4-BE49-F238E27FC236}">
                <a16:creationId xmlns:a16="http://schemas.microsoft.com/office/drawing/2014/main" id="{0C13EC37-873E-1479-817C-0F603A4A4FDA}"/>
              </a:ext>
            </a:extLst>
          </p:cNvPr>
          <p:cNvSpPr txBox="1"/>
          <p:nvPr/>
        </p:nvSpPr>
        <p:spPr>
          <a:xfrm>
            <a:off x="6187203" y="4171764"/>
            <a:ext cx="5808713" cy="2177904"/>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Defect Branches</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Created off develop or release branch for defects</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Project Release Branches (release/r-*)</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Used to stabilize code before moving to production and Named as </a:t>
            </a:r>
            <a:r>
              <a:rPr lang="en-IN" sz="1000" b="1" kern="0" dirty="0">
                <a:solidFill>
                  <a:srgbClr val="0D0D0D"/>
                </a:solidFill>
                <a:effectLst/>
                <a:latin typeface="Ubuntu" panose="020B0504030602030204" pitchFamily="34" charset="0"/>
                <a:ea typeface="Times New Roman" panose="02020603050405020304" pitchFamily="18" charset="0"/>
                <a:cs typeface="Courier New" panose="02070309020205020404" pitchFamily="49" charset="0"/>
              </a:rPr>
              <a:t>release/r-{</a:t>
            </a:r>
            <a:r>
              <a:rPr lang="en-IN" sz="1000" b="1" kern="0" dirty="0" err="1">
                <a:solidFill>
                  <a:srgbClr val="0D0D0D"/>
                </a:solidFill>
                <a:effectLst/>
                <a:latin typeface="Ubuntu" panose="020B0504030602030204" pitchFamily="34" charset="0"/>
                <a:ea typeface="Times New Roman" panose="02020603050405020304" pitchFamily="18" charset="0"/>
                <a:cs typeface="Courier New" panose="02070309020205020404" pitchFamily="49" charset="0"/>
              </a:rPr>
              <a:t>release_number</a:t>
            </a:r>
            <a:r>
              <a:rPr lang="en-IN" sz="1000" b="1" kern="0" dirty="0">
                <a:solidFill>
                  <a:srgbClr val="0D0D0D"/>
                </a:solidFill>
                <a:effectLst/>
                <a:latin typeface="Ubuntu" panose="020B0504030602030204" pitchFamily="34" charset="0"/>
                <a:ea typeface="Times New Roman" panose="02020603050405020304" pitchFamily="18" charset="0"/>
                <a:cs typeface="Courier New" panose="02070309020205020404" pitchFamily="49" charset="0"/>
              </a:rPr>
              <a:t>}</a:t>
            </a: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endParaRPr lang="en-IN" sz="105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Hotfix Branches (hotfix/*)</a:t>
            </a:r>
            <a:r>
              <a:rPr lang="en-IN" sz="12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a:t>
            </a:r>
            <a:endParaRPr lang="en-IN" sz="1100" kern="100" dirty="0">
              <a:solidFill>
                <a:srgbClr val="0D0D0D"/>
              </a:solidFill>
              <a:effectLst/>
              <a:latin typeface="Ubuntu" panose="020B0504030602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For high-severity production incidents and created off master and named </a:t>
            </a:r>
            <a:r>
              <a:rPr lang="en-IN" sz="1000" b="1" kern="0" dirty="0">
                <a:solidFill>
                  <a:srgbClr val="0D0D0D"/>
                </a:solidFill>
                <a:effectLst/>
                <a:latin typeface="Ubuntu" panose="020B0504030602030204" pitchFamily="34" charset="0"/>
                <a:ea typeface="Times New Roman" panose="02020603050405020304" pitchFamily="18" charset="0"/>
                <a:cs typeface="Courier New" panose="02070309020205020404" pitchFamily="49" charset="0"/>
              </a:rPr>
              <a:t>hotfix/{id}</a:t>
            </a:r>
            <a:r>
              <a:rPr lang="en-IN" sz="1100" b="1" kern="0" dirty="0">
                <a:solidFill>
                  <a:srgbClr val="0D0D0D"/>
                </a:solidFill>
                <a:latin typeface="Ubuntu" panose="020B0504030602030204" pitchFamily="34" charset="0"/>
                <a:ea typeface="Times New Roman" panose="02020603050405020304" pitchFamily="18" charset="0"/>
                <a:cs typeface="Times New Roman" panose="02020603050405020304" pitchFamily="18" charset="0"/>
              </a:rPr>
              <a:t> </a:t>
            </a:r>
            <a:r>
              <a:rPr lang="en-IN" sz="1100" kern="0" dirty="0">
                <a:solidFill>
                  <a:srgbClr val="0D0D0D"/>
                </a:solidFill>
                <a:latin typeface="Ubuntu" panose="020B0504030602030204" pitchFamily="34" charset="0"/>
                <a:ea typeface="Times New Roman" panose="02020603050405020304" pitchFamily="18" charset="0"/>
                <a:cs typeface="Times New Roman" panose="02020603050405020304" pitchFamily="18" charset="0"/>
              </a:rPr>
              <a:t>and m</a:t>
            </a:r>
            <a:r>
              <a:rPr lang="en-IN" sz="1100" kern="0" dirty="0">
                <a:solidFill>
                  <a:srgbClr val="0D0D0D"/>
                </a:solidFill>
                <a:effectLst/>
                <a:latin typeface="Ubuntu" panose="020B0504030602030204" pitchFamily="34" charset="0"/>
                <a:ea typeface="Times New Roman" panose="02020603050405020304" pitchFamily="18" charset="0"/>
                <a:cs typeface="Times New Roman" panose="02020603050405020304" pitchFamily="18" charset="0"/>
              </a:rPr>
              <a:t>erged back to master and other branches by authorized developers</a:t>
            </a:r>
          </a:p>
        </p:txBody>
      </p:sp>
      <p:sp>
        <p:nvSpPr>
          <p:cNvPr id="9" name="Speech Bubble: Rectangle with Corners Rounded 8">
            <a:extLst>
              <a:ext uri="{FF2B5EF4-FFF2-40B4-BE49-F238E27FC236}">
                <a16:creationId xmlns:a16="http://schemas.microsoft.com/office/drawing/2014/main" id="{36B397A2-F792-5FB3-C803-0DF4F893B590}"/>
              </a:ext>
            </a:extLst>
          </p:cNvPr>
          <p:cNvSpPr/>
          <p:nvPr/>
        </p:nvSpPr>
        <p:spPr>
          <a:xfrm>
            <a:off x="8082371" y="372764"/>
            <a:ext cx="2018378" cy="507832"/>
          </a:xfrm>
          <a:prstGeom prst="wedgeRoundRectCallout">
            <a:avLst>
              <a:gd name="adj1" fmla="val 77572"/>
              <a:gd name="adj2" fmla="val 72363"/>
              <a:gd name="adj3" fmla="val 16667"/>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latin typeface="Arial" panose="020B0604020202020204" pitchFamily="34" charset="0"/>
                <a:cs typeface="Arial" panose="020B0604020202020204" pitchFamily="34" charset="0"/>
              </a:rPr>
              <a:t>master branch</a:t>
            </a:r>
            <a:r>
              <a:rPr lang="en-IN" sz="800">
                <a:solidFill>
                  <a:schemeClr val="bg1"/>
                </a:solidFill>
                <a:latin typeface="Arial" panose="020B0604020202020204" pitchFamily="34" charset="0"/>
                <a:cs typeface="Arial" panose="020B0604020202020204" pitchFamily="34" charset="0"/>
              </a:rPr>
              <a:t>: Updated post release or during emergency fixes</a:t>
            </a:r>
          </a:p>
        </p:txBody>
      </p:sp>
      <p:sp>
        <p:nvSpPr>
          <p:cNvPr id="11" name="Speech Bubble: Rectangle with Corners Rounded 10">
            <a:extLst>
              <a:ext uri="{FF2B5EF4-FFF2-40B4-BE49-F238E27FC236}">
                <a16:creationId xmlns:a16="http://schemas.microsoft.com/office/drawing/2014/main" id="{37E920BF-BA2B-2454-BD9F-47A76FF32115}"/>
              </a:ext>
            </a:extLst>
          </p:cNvPr>
          <p:cNvSpPr/>
          <p:nvPr/>
        </p:nvSpPr>
        <p:spPr>
          <a:xfrm>
            <a:off x="10651916" y="1351541"/>
            <a:ext cx="1425679" cy="558597"/>
          </a:xfrm>
          <a:prstGeom prst="wedgeRoundRectCallout">
            <a:avLst>
              <a:gd name="adj1" fmla="val -6310"/>
              <a:gd name="adj2" fmla="val 99269"/>
              <a:gd name="adj3" fmla="val 16667"/>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release branch: </a:t>
            </a:r>
            <a:r>
              <a:rPr lang="en-IN" sz="900">
                <a:latin typeface="Arial" panose="020B0604020202020204" pitchFamily="34" charset="0"/>
                <a:cs typeface="Arial" panose="020B0604020202020204" pitchFamily="34" charset="0"/>
              </a:rPr>
              <a:t>Created when the project enters stabilization phase</a:t>
            </a:r>
            <a:endParaRPr lang="en-IN" sz="900" b="1">
              <a:latin typeface="Arial" panose="020B0604020202020204" pitchFamily="34" charset="0"/>
              <a:cs typeface="Arial" panose="020B0604020202020204" pitchFamily="34" charset="0"/>
            </a:endParaRPr>
          </a:p>
        </p:txBody>
      </p:sp>
      <p:sp>
        <p:nvSpPr>
          <p:cNvPr id="12" name="Speech Bubble: Rectangle with Corners Rounded 11">
            <a:extLst>
              <a:ext uri="{FF2B5EF4-FFF2-40B4-BE49-F238E27FC236}">
                <a16:creationId xmlns:a16="http://schemas.microsoft.com/office/drawing/2014/main" id="{CD77A307-7CC8-5493-B604-0E6CDFBF8B16}"/>
              </a:ext>
            </a:extLst>
          </p:cNvPr>
          <p:cNvSpPr/>
          <p:nvPr/>
        </p:nvSpPr>
        <p:spPr>
          <a:xfrm>
            <a:off x="9674508" y="4029984"/>
            <a:ext cx="1704563" cy="507832"/>
          </a:xfrm>
          <a:prstGeom prst="wedgeRoundRectCallout">
            <a:avLst>
              <a:gd name="adj1" fmla="val 61869"/>
              <a:gd name="adj2" fmla="val -70063"/>
              <a:gd name="adj3" fmla="val 16667"/>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develop branch</a:t>
            </a:r>
            <a:r>
              <a:rPr lang="en-IN" sz="900">
                <a:latin typeface="Arial" panose="020B0604020202020204" pitchFamily="34" charset="0"/>
                <a:cs typeface="Arial" panose="020B0604020202020204" pitchFamily="34" charset="0"/>
              </a:rPr>
              <a:t>: The mainline branch, contains all code across all releases</a:t>
            </a:r>
          </a:p>
        </p:txBody>
      </p:sp>
      <p:sp>
        <p:nvSpPr>
          <p:cNvPr id="16" name="Speech Bubble: Rectangle with Corners Rounded 15">
            <a:extLst>
              <a:ext uri="{FF2B5EF4-FFF2-40B4-BE49-F238E27FC236}">
                <a16:creationId xmlns:a16="http://schemas.microsoft.com/office/drawing/2014/main" id="{BB360998-D650-32B3-DC82-7ADAE28B5CA6}"/>
              </a:ext>
            </a:extLst>
          </p:cNvPr>
          <p:cNvSpPr/>
          <p:nvPr/>
        </p:nvSpPr>
        <p:spPr>
          <a:xfrm>
            <a:off x="9232924" y="1160935"/>
            <a:ext cx="1239118" cy="507832"/>
          </a:xfrm>
          <a:prstGeom prst="wedgeRoundRectCallout">
            <a:avLst>
              <a:gd name="adj1" fmla="val -66339"/>
              <a:gd name="adj2" fmla="val 39450"/>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err="1">
                <a:latin typeface="Arial" panose="020B0604020202020204" pitchFamily="34" charset="0"/>
                <a:cs typeface="Arial" panose="020B0604020202020204" pitchFamily="34" charset="0"/>
              </a:rPr>
              <a:t>gw</a:t>
            </a:r>
            <a:r>
              <a:rPr lang="en-IN" sz="900" b="1">
                <a:latin typeface="Arial" panose="020B0604020202020204" pitchFamily="34" charset="0"/>
                <a:cs typeface="Arial" panose="020B0604020202020204" pitchFamily="34" charset="0"/>
              </a:rPr>
              <a:t>-releases branch: </a:t>
            </a:r>
            <a:r>
              <a:rPr lang="en-IN" sz="800">
                <a:latin typeface="Arial" panose="020B0604020202020204" pitchFamily="34" charset="0"/>
                <a:cs typeface="Arial" panose="020B0604020202020204" pitchFamily="34" charset="0"/>
              </a:rPr>
              <a:t>Owned by GW</a:t>
            </a:r>
            <a:endParaRPr lang="en-IN" sz="800" b="1">
              <a:latin typeface="Arial" panose="020B0604020202020204" pitchFamily="34" charset="0"/>
              <a:cs typeface="Arial" panose="020B0604020202020204" pitchFamily="34" charset="0"/>
            </a:endParaRPr>
          </a:p>
        </p:txBody>
      </p:sp>
      <p:sp>
        <p:nvSpPr>
          <p:cNvPr id="14" name="Speech Bubble: Rectangle with Corners Rounded 13">
            <a:extLst>
              <a:ext uri="{FF2B5EF4-FFF2-40B4-BE49-F238E27FC236}">
                <a16:creationId xmlns:a16="http://schemas.microsoft.com/office/drawing/2014/main" id="{8E6F847A-195A-3864-1AA1-7FA87B173DDD}"/>
              </a:ext>
            </a:extLst>
          </p:cNvPr>
          <p:cNvSpPr/>
          <p:nvPr/>
        </p:nvSpPr>
        <p:spPr>
          <a:xfrm>
            <a:off x="5527317" y="2351190"/>
            <a:ext cx="1704563" cy="507832"/>
          </a:xfrm>
          <a:prstGeom prst="wedgeRoundRectCallout">
            <a:avLst>
              <a:gd name="adj1" fmla="val 36507"/>
              <a:gd name="adj2" fmla="val -130203"/>
              <a:gd name="adj3" fmla="val 1666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hotfix branch</a:t>
            </a:r>
            <a:r>
              <a:rPr lang="en-IN" sz="900">
                <a:latin typeface="Arial" panose="020B0604020202020204" pitchFamily="34" charset="0"/>
                <a:cs typeface="Arial" panose="020B0604020202020204" pitchFamily="34" charset="0"/>
              </a:rPr>
              <a:t>: Used for high-severity production incidents</a:t>
            </a:r>
          </a:p>
        </p:txBody>
      </p:sp>
      <p:sp>
        <p:nvSpPr>
          <p:cNvPr id="17" name="Speech Bubble: Rectangle with Corners Rounded 16">
            <a:extLst>
              <a:ext uri="{FF2B5EF4-FFF2-40B4-BE49-F238E27FC236}">
                <a16:creationId xmlns:a16="http://schemas.microsoft.com/office/drawing/2014/main" id="{470EDCE0-CE9D-C81F-10A4-662AE0A7D140}"/>
              </a:ext>
            </a:extLst>
          </p:cNvPr>
          <p:cNvSpPr/>
          <p:nvPr/>
        </p:nvSpPr>
        <p:spPr>
          <a:xfrm>
            <a:off x="9981278" y="2922399"/>
            <a:ext cx="1555340" cy="509154"/>
          </a:xfrm>
          <a:prstGeom prst="wedgeRoundRectCallout">
            <a:avLst>
              <a:gd name="adj1" fmla="val -98583"/>
              <a:gd name="adj2" fmla="val 58298"/>
              <a:gd name="adj3" fmla="val 16667"/>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latin typeface="Arial" panose="020B0604020202020204" pitchFamily="34" charset="0"/>
                <a:cs typeface="Arial" panose="020B0604020202020204" pitchFamily="34" charset="0"/>
              </a:rPr>
              <a:t>user story branch: </a:t>
            </a:r>
            <a:r>
              <a:rPr lang="en-IN" sz="800">
                <a:solidFill>
                  <a:schemeClr val="bg1"/>
                </a:solidFill>
                <a:latin typeface="Arial" panose="020B0604020202020204" pitchFamily="34" charset="0"/>
                <a:cs typeface="Arial" panose="020B0604020202020204" pitchFamily="34" charset="0"/>
              </a:rPr>
              <a:t>Changes pertaining to a  user story developed in the user story branch</a:t>
            </a:r>
            <a:endParaRPr lang="en-IN" sz="90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CB474D8-15F0-D82A-9E0E-DDC6776C875F}"/>
              </a:ext>
            </a:extLst>
          </p:cNvPr>
          <p:cNvSpPr txBox="1"/>
          <p:nvPr/>
        </p:nvSpPr>
        <p:spPr>
          <a:xfrm>
            <a:off x="0" y="5730090"/>
            <a:ext cx="6285171" cy="669414"/>
          </a:xfrm>
          <a:prstGeom prst="rect">
            <a:avLst/>
          </a:prstGeom>
          <a:solidFill>
            <a:schemeClr val="bg1">
              <a:lumMod val="95000"/>
            </a:schemeClr>
          </a:solidFill>
        </p:spPr>
        <p:txBody>
          <a:bodyPr wrap="square">
            <a:spAutoFit/>
          </a:bodyPr>
          <a:lstStyle/>
          <a:p>
            <a:pPr marL="268288" lvl="1" indent="-179388">
              <a:buSzPts val="1000"/>
              <a:tabLst>
                <a:tab pos="1371600" algn="l"/>
              </a:tabLst>
            </a:pPr>
            <a:r>
              <a:rPr lang="en-IN" sz="1050" b="1" i="1" kern="0" dirty="0">
                <a:latin typeface="Ubuntu" panose="020B0504030602030204" pitchFamily="34" charset="0"/>
                <a:ea typeface="Calibri" panose="020F0502020204030204" pitchFamily="34" charset="0"/>
                <a:cs typeface="Times New Roman" panose="02020603050405020304" pitchFamily="18" charset="0"/>
              </a:rPr>
              <a:t>Note: </a:t>
            </a:r>
          </a:p>
          <a:p>
            <a:pPr marL="685800" lvl="1" indent="-228600">
              <a:buSzPts val="1000"/>
              <a:buAutoNum type="arabicPeriod"/>
              <a:tabLst>
                <a:tab pos="1371600" algn="l"/>
              </a:tabLst>
            </a:pPr>
            <a:r>
              <a:rPr lang="en-IN" sz="900" i="0" dirty="0">
                <a:effectLst/>
                <a:latin typeface="Ubuntu" panose="020B0504030602030204" pitchFamily="34" charset="0"/>
              </a:rPr>
              <a:t>Code management strategy will be revisite</a:t>
            </a:r>
            <a:r>
              <a:rPr lang="en-IN" sz="900" dirty="0">
                <a:latin typeface="Ubuntu" panose="020B0504030602030204" pitchFamily="34" charset="0"/>
              </a:rPr>
              <a:t>d once the single instance vs multiple instance code base approach is finalized (US region and UK region specific)</a:t>
            </a:r>
            <a:endParaRPr lang="en-IN" sz="900" i="0" dirty="0">
              <a:effectLst/>
              <a:latin typeface="Ubuntu" panose="020B0504030602030204" pitchFamily="34" charset="0"/>
            </a:endParaRPr>
          </a:p>
          <a:p>
            <a:pPr marL="685800" lvl="1" indent="-228600">
              <a:buSzPts val="1000"/>
              <a:buAutoNum type="arabicPeriod"/>
              <a:tabLst>
                <a:tab pos="1371600" algn="l"/>
              </a:tabLst>
            </a:pPr>
            <a:r>
              <a:rPr lang="en-IN" sz="900" i="0" dirty="0">
                <a:effectLst/>
                <a:latin typeface="Ubuntu" panose="020B0504030602030204" pitchFamily="34" charset="0"/>
              </a:rPr>
              <a:t>For the initial foundation release, there will be a single branch (develop)</a:t>
            </a:r>
            <a:endParaRPr lang="en-IN" sz="1200" kern="100" dirty="0">
              <a:effectLst/>
              <a:latin typeface="Ubuntu" panose="020B0504030602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347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5D6F0-BD6E-C6A0-DF40-88329FFE4005}"/>
              </a:ext>
            </a:extLst>
          </p:cNvPr>
          <p:cNvSpPr>
            <a:spLocks noGrp="1"/>
          </p:cNvSpPr>
          <p:nvPr>
            <p:ph type="title"/>
          </p:nvPr>
        </p:nvSpPr>
        <p:spPr>
          <a:xfrm>
            <a:off x="92964" y="70695"/>
            <a:ext cx="9776592" cy="553869"/>
          </a:xfrm>
        </p:spPr>
        <p:txBody>
          <a:bodyPr/>
          <a:lstStyle/>
          <a:p>
            <a:r>
              <a:rPr lang="en-IN" sz="2000"/>
              <a:t>Guidewire updates Process</a:t>
            </a:r>
            <a:endParaRPr lang="en-US" sz="2000"/>
          </a:p>
        </p:txBody>
      </p:sp>
      <p:sp>
        <p:nvSpPr>
          <p:cNvPr id="3" name="Date Placeholder 2">
            <a:extLst>
              <a:ext uri="{FF2B5EF4-FFF2-40B4-BE49-F238E27FC236}">
                <a16:creationId xmlns:a16="http://schemas.microsoft.com/office/drawing/2014/main" id="{D5383689-08B4-4D36-8FD7-DA16A68DB00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alt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4" name="Footer Placeholder 3">
            <a:extLst>
              <a:ext uri="{FF2B5EF4-FFF2-40B4-BE49-F238E27FC236}">
                <a16:creationId xmlns:a16="http://schemas.microsoft.com/office/drawing/2014/main" id="{7030F571-E9C8-A568-C4CF-EC13730CC46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alt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5" name="Slide Number Placeholder 4">
            <a:extLst>
              <a:ext uri="{FF2B5EF4-FFF2-40B4-BE49-F238E27FC236}">
                <a16:creationId xmlns:a16="http://schemas.microsoft.com/office/drawing/2014/main" id="{4D75CCB5-137F-1B45-B5C9-F0E274B4D7B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alt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9" name="TextBox 8">
            <a:extLst>
              <a:ext uri="{FF2B5EF4-FFF2-40B4-BE49-F238E27FC236}">
                <a16:creationId xmlns:a16="http://schemas.microsoft.com/office/drawing/2014/main" id="{8EAE1C5E-2848-04B0-B245-270B7F78B942}"/>
              </a:ext>
            </a:extLst>
          </p:cNvPr>
          <p:cNvSpPr txBox="1"/>
          <p:nvPr/>
        </p:nvSpPr>
        <p:spPr>
          <a:xfrm>
            <a:off x="646516" y="2574659"/>
            <a:ext cx="4035287" cy="261610"/>
          </a:xfrm>
          <a:prstGeom prst="rect">
            <a:avLst/>
          </a:prstGeom>
          <a:solidFill>
            <a:schemeClr val="accent3"/>
          </a:solidFill>
        </p:spPr>
        <p:txBody>
          <a:bodyPr wrap="square" rtlCol="0">
            <a:spAutoFit/>
          </a:bodyPr>
          <a:lstStyle>
            <a:defPPr>
              <a:defRPr lang="pt-PT"/>
            </a:defPPr>
            <a:lvl1pPr>
              <a:defRPr sz="140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rgbClr val="FFFFFF"/>
                </a:solidFill>
                <a:effectLst/>
                <a:uLnTx/>
                <a:uFillTx/>
                <a:latin typeface="Ubuntu Medium"/>
                <a:ea typeface="+mn-ea"/>
                <a:cs typeface="+mn-cs"/>
              </a:rPr>
              <a:t>GUIDEWIRE LAYER AND CUSTOMER LAYER</a:t>
            </a:r>
          </a:p>
        </p:txBody>
      </p:sp>
      <p:sp>
        <p:nvSpPr>
          <p:cNvPr id="10" name="TextBox 9">
            <a:extLst>
              <a:ext uri="{FF2B5EF4-FFF2-40B4-BE49-F238E27FC236}">
                <a16:creationId xmlns:a16="http://schemas.microsoft.com/office/drawing/2014/main" id="{F88E1010-514F-997C-4033-AB7CC8EBCB38}"/>
              </a:ext>
            </a:extLst>
          </p:cNvPr>
          <p:cNvSpPr txBox="1"/>
          <p:nvPr/>
        </p:nvSpPr>
        <p:spPr>
          <a:xfrm>
            <a:off x="576942" y="775839"/>
            <a:ext cx="4035287" cy="261610"/>
          </a:xfrm>
          <a:prstGeom prst="rect">
            <a:avLst/>
          </a:prstGeom>
          <a:solidFill>
            <a:schemeClr val="accent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rgbClr val="FFFFFF"/>
                </a:solidFill>
                <a:effectLst/>
                <a:uLnTx/>
                <a:uFillTx/>
                <a:latin typeface="Ubuntu Medium"/>
                <a:ea typeface="+mn-ea"/>
                <a:cs typeface="+mn-cs"/>
              </a:rPr>
              <a:t>Capgemini’s GUIDEWIRE UPDATES SCOPE</a:t>
            </a:r>
          </a:p>
        </p:txBody>
      </p:sp>
      <p:sp>
        <p:nvSpPr>
          <p:cNvPr id="11" name="TextBox 10">
            <a:extLst>
              <a:ext uri="{FF2B5EF4-FFF2-40B4-BE49-F238E27FC236}">
                <a16:creationId xmlns:a16="http://schemas.microsoft.com/office/drawing/2014/main" id="{4D6CF719-EFFE-73A1-A683-2514BC931479}"/>
              </a:ext>
            </a:extLst>
          </p:cNvPr>
          <p:cNvSpPr txBox="1"/>
          <p:nvPr/>
        </p:nvSpPr>
        <p:spPr>
          <a:xfrm>
            <a:off x="576942" y="2881878"/>
            <a:ext cx="9445911" cy="843821"/>
          </a:xfrm>
          <a:prstGeom prst="rect">
            <a:avLst/>
          </a:prstGeom>
          <a:noFill/>
        </p:spPr>
        <p:txBody>
          <a:bodyPr wrap="square">
            <a:spAutoFit/>
          </a:bodyPr>
          <a:lstStyle/>
          <a:p>
            <a:pPr marL="184150" marR="508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The Guidewire layer and customer layer are defined to designate clear ownership of files that are contained within the  InsuranceSuite artifact</a:t>
            </a:r>
          </a:p>
          <a:p>
            <a:pPr marL="184150" marR="508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For every Version Update cycle, Guidewire will perform the Guidewire Layer update, followed by Capgemini doing the customer layer update and regression testing</a:t>
            </a:r>
          </a:p>
        </p:txBody>
      </p:sp>
      <p:sp>
        <p:nvSpPr>
          <p:cNvPr id="12" name="TextBox 11">
            <a:extLst>
              <a:ext uri="{FF2B5EF4-FFF2-40B4-BE49-F238E27FC236}">
                <a16:creationId xmlns:a16="http://schemas.microsoft.com/office/drawing/2014/main" id="{DFCAA548-6752-2C2E-803C-4EFC9B0A501B}"/>
              </a:ext>
            </a:extLst>
          </p:cNvPr>
          <p:cNvSpPr txBox="1"/>
          <p:nvPr/>
        </p:nvSpPr>
        <p:spPr>
          <a:xfrm>
            <a:off x="646516" y="3986248"/>
            <a:ext cx="4035287" cy="261610"/>
          </a:xfrm>
          <a:prstGeom prst="rect">
            <a:avLst/>
          </a:prstGeom>
          <a:solidFill>
            <a:schemeClr val="accent3"/>
          </a:solidFill>
        </p:spPr>
        <p:txBody>
          <a:bodyPr wrap="square" rtlCol="0">
            <a:spAutoFit/>
          </a:bodyPr>
          <a:lstStyle>
            <a:defPPr>
              <a:defRPr lang="pt-PT"/>
            </a:defPPr>
            <a:lvl1pPr>
              <a:defRPr sz="140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rgbClr val="FFFFFF"/>
                </a:solidFill>
                <a:effectLst/>
                <a:uLnTx/>
                <a:uFillTx/>
                <a:latin typeface="Ubuntu Medium"/>
                <a:ea typeface="+mn-ea"/>
                <a:cs typeface="+mn-cs"/>
              </a:rPr>
              <a:t>Indicative timeline  for each Update activity</a:t>
            </a:r>
          </a:p>
        </p:txBody>
      </p:sp>
      <p:sp>
        <p:nvSpPr>
          <p:cNvPr id="13" name="TextBox 12">
            <a:extLst>
              <a:ext uri="{FF2B5EF4-FFF2-40B4-BE49-F238E27FC236}">
                <a16:creationId xmlns:a16="http://schemas.microsoft.com/office/drawing/2014/main" id="{95D14826-D73B-07AB-3902-F91831C3CD51}"/>
              </a:ext>
            </a:extLst>
          </p:cNvPr>
          <p:cNvSpPr txBox="1"/>
          <p:nvPr/>
        </p:nvSpPr>
        <p:spPr>
          <a:xfrm>
            <a:off x="576942" y="1073549"/>
            <a:ext cx="9610668" cy="124649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Capgemini will Update Beazley’s Foundation Release to have the latest GW v10 release of PC and BC components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To best protect the release delivery timeline, Version Update will be taken-up during Sprint development phase and not in Stabilisation phase (E2E+UAT)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To keep the Update efforts within the plan, Beazley implementation must stay within 10% customization limit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Updated code base will undergo regression testing, deployments into higher environments &amp; developer synch-up activities</a:t>
            </a: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6" name="TextBox 5">
            <a:extLst>
              <a:ext uri="{FF2B5EF4-FFF2-40B4-BE49-F238E27FC236}">
                <a16:creationId xmlns:a16="http://schemas.microsoft.com/office/drawing/2014/main" id="{C3FA89D9-6B2B-2E99-4D46-0B8BADB3E95A}"/>
              </a:ext>
            </a:extLst>
          </p:cNvPr>
          <p:cNvSpPr txBox="1"/>
          <p:nvPr/>
        </p:nvSpPr>
        <p:spPr>
          <a:xfrm>
            <a:off x="646516" y="4422913"/>
            <a:ext cx="6191606" cy="1061829"/>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Updates by Guidewire – 1 to 2 weeks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Updates by Capgemini for Beazley code base – 1 to 2 weeks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Regression testing across dev &amp; test environments within build phase – 1 to 2 weeks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Final sign-off by development team &amp; developer workspace synch-up – 1 week</a:t>
            </a: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97501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a:buFont typeface="Wingdings" panose="05000000000000000000" pitchFamily="2" charset="2"/>
              <a:buChar char="§"/>
            </a:pPr>
            <a:r>
              <a:rPr lang="en-US" sz="1100" dirty="0">
                <a:latin typeface="Ubuntu" panose="020B0504030602030204" pitchFamily="34" charset="0"/>
                <a:cs typeface="Calibri" panose="020F0502020204030204" pitchFamily="34" charset="0"/>
              </a:rPr>
              <a:t>Sprint backlog </a:t>
            </a:r>
            <a:r>
              <a:rPr lang="en-GB" sz="1100" dirty="0">
                <a:latin typeface="Ubuntu" panose="020B0504030602030204" pitchFamily="34" charset="0"/>
                <a:cs typeface="Calibri" panose="020F0502020204030204" pitchFamily="34" charset="0"/>
              </a:rPr>
              <a:t>hand off (technical and functional clarifications with PO/Business SME) is complete and user stories are </a:t>
            </a:r>
            <a:r>
              <a:rPr lang="en-US" sz="1100" dirty="0">
                <a:latin typeface="Ubuntu" panose="020B0504030602030204" pitchFamily="34" charset="0"/>
                <a:cs typeface="Calibri" panose="020F0502020204030204" pitchFamily="34" charset="0"/>
              </a:rPr>
              <a:t>in compliance with Definition of Ready</a:t>
            </a:r>
          </a:p>
          <a:p>
            <a:pPr>
              <a:buFont typeface="Wingdings" panose="05000000000000000000" pitchFamily="2" charset="2"/>
              <a:buChar char="§"/>
            </a:pPr>
            <a:r>
              <a:rPr lang="en-US" sz="1100" dirty="0">
                <a:latin typeface="Ubuntu" panose="020B0504030602030204" pitchFamily="34" charset="0"/>
                <a:cs typeface="Calibri" panose="020F0502020204030204" pitchFamily="34" charset="0"/>
              </a:rPr>
              <a:t>Sprint backlog is </a:t>
            </a:r>
            <a:r>
              <a:rPr lang="en-GB" sz="1100" dirty="0">
                <a:latin typeface="Ubuntu" panose="020B0504030602030204" pitchFamily="34" charset="0"/>
                <a:cs typeface="Calibri" panose="020F0502020204030204" pitchFamily="34" charset="0"/>
              </a:rPr>
              <a:t>based on the available sprint capacity (Build &amp; QA hours available)</a:t>
            </a:r>
          </a:p>
          <a:p>
            <a:pPr marL="227965" indent="-227965">
              <a:buFont typeface="Wingdings" panose="05000000000000000000" pitchFamily="2" charset="2"/>
              <a:buChar char="§"/>
            </a:pPr>
            <a:r>
              <a:rPr lang="en-US" sz="1100" dirty="0">
                <a:latin typeface="Ubuntu"/>
                <a:cs typeface="Calibri"/>
              </a:rPr>
              <a:t>Product Data Model  requirements are finalized </a:t>
            </a:r>
            <a:endParaRPr lang="en-US" sz="1100" dirty="0">
              <a:latin typeface="Ubuntu" panose="020B0504030602030204" pitchFamily="34" charset="0"/>
              <a:cs typeface="Calibri" panose="020F0502020204030204" pitchFamily="34" charset="0"/>
            </a:endParaRPr>
          </a:p>
          <a:p>
            <a:pPr>
              <a:buFont typeface="Wingdings" panose="05000000000000000000" pitchFamily="2" charset="2"/>
              <a:buChar char="§"/>
            </a:pPr>
            <a:r>
              <a:rPr lang="en-US" sz="1100" dirty="0">
                <a:latin typeface="Ubuntu" panose="020B0504030602030204" pitchFamily="34" charset="0"/>
                <a:cs typeface="Calibri" panose="020F0502020204030204" pitchFamily="34" charset="0"/>
              </a:rPr>
              <a:t>Signed off HLA made available by the architecture team wherever applicable ( applicability of this is determined during elaboration of requirements)</a:t>
            </a:r>
          </a:p>
          <a:p>
            <a:pPr marL="227965" indent="-227965">
              <a:buFont typeface="Wingdings" panose="05000000000000000000" pitchFamily="2" charset="2"/>
              <a:buChar char="§"/>
            </a:pPr>
            <a:r>
              <a:rPr lang="en-US" sz="1100" dirty="0">
                <a:latin typeface="Ubuntu"/>
                <a:cs typeface="Calibri"/>
              </a:rPr>
              <a:t>All dependencies have been resolved. Dependency items are agreed for all third-parties (internal and external)</a:t>
            </a:r>
          </a:p>
          <a:p>
            <a:pPr>
              <a:buFont typeface="Wingdings" panose="05000000000000000000" pitchFamily="2" charset="2"/>
              <a:buChar char="§"/>
            </a:pPr>
            <a:r>
              <a:rPr lang="en-US" sz="1100" dirty="0">
                <a:latin typeface="Ubuntu" panose="020B0504030602030204" pitchFamily="34" charset="0"/>
                <a:cs typeface="Calibri" panose="020F0502020204030204" pitchFamily="34" charset="0"/>
              </a:rPr>
              <a:t>Environment configuration completed, and access setup done for </a:t>
            </a:r>
            <a:r>
              <a:rPr lang="en-GB" sz="1100" dirty="0">
                <a:latin typeface="Ubuntu" panose="020B0504030602030204" pitchFamily="34" charset="0"/>
                <a:cs typeface="Calibri" panose="020F0502020204030204" pitchFamily="34" charset="0"/>
              </a:rPr>
              <a:t>workstream members</a:t>
            </a: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r>
              <a:rPr lang="en-GB" sz="1100" dirty="0"/>
              <a:t>All user stories and sub tasks within a user story are in Done status</a:t>
            </a:r>
          </a:p>
          <a:p>
            <a:r>
              <a:rPr lang="en-GB" sz="1100" dirty="0"/>
              <a:t>Completed user stories follow the User Story Definition of Done or any exception is agreed with Beazley</a:t>
            </a:r>
          </a:p>
          <a:p>
            <a:r>
              <a:rPr lang="en-GB" sz="1100" dirty="0"/>
              <a:t>Stories not in ‘Done’ status have an agreement between Capgemini and Beazley to be reassigned either to backlog or an identified sprint</a:t>
            </a:r>
          </a:p>
          <a:p>
            <a:r>
              <a:rPr lang="en-GB" sz="1100" dirty="0"/>
              <a:t>Test execution is complete in Jira with no test cases in ‘To Do’ status or if any exception is agreed with Beazley</a:t>
            </a:r>
          </a:p>
          <a:p>
            <a:r>
              <a:rPr lang="en-GB" sz="1100" dirty="0"/>
              <a:t>High priority or severity defects have been either closed or there is a mutually agreed fix plan with Beazley for the open defects</a:t>
            </a:r>
          </a:p>
          <a:p>
            <a:r>
              <a:rPr lang="en-GB" sz="1100" dirty="0"/>
              <a:t>Sprint completion reports are shared with Beazley stakeholders – Business SME/PO and Program Management team</a:t>
            </a:r>
          </a:p>
          <a:p>
            <a:pPr marL="227965" indent="-227965"/>
            <a:r>
              <a:rPr lang="en-GB" sz="1100" dirty="0">
                <a:latin typeface="Ubuntu"/>
                <a:cs typeface="Calibri"/>
              </a:rPr>
              <a:t>Sprint Retrospective conducted and agreements or actions are documented</a:t>
            </a:r>
          </a:p>
          <a:p>
            <a:pPr marL="227965" indent="-227965"/>
            <a:r>
              <a:rPr lang="en-GB" sz="1100" dirty="0">
                <a:latin typeface="Ubuntu"/>
                <a:cs typeface="Calibri"/>
              </a:rPr>
              <a:t>Automation testing (if applicable) has a coverage to the requirement level as defined in the test strategy</a:t>
            </a:r>
            <a:r>
              <a:rPr lang="en-GB" sz="800" dirty="0">
                <a:latin typeface="Ubuntu"/>
                <a:cs typeface="Calibri"/>
              </a:rPr>
              <a:t> </a:t>
            </a:r>
          </a:p>
          <a:p>
            <a:endParaRPr lang="en-GB" sz="800" dirty="0"/>
          </a:p>
          <a:p>
            <a:endParaRPr lang="en-GB" sz="1100" dirty="0"/>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Done</a:t>
            </a:r>
          </a:p>
        </p:txBody>
      </p:sp>
      <p:sp>
        <p:nvSpPr>
          <p:cNvPr id="8" name="TextBox 7">
            <a:extLst>
              <a:ext uri="{FF2B5EF4-FFF2-40B4-BE49-F238E27FC236}">
                <a16:creationId xmlns:a16="http://schemas.microsoft.com/office/drawing/2014/main" id="{20E5B043-E319-4C82-8422-81E7B7A9AAFD}"/>
              </a:ext>
            </a:extLst>
          </p:cNvPr>
          <p:cNvSpPr txBox="1"/>
          <p:nvPr/>
        </p:nvSpPr>
        <p:spPr>
          <a:xfrm>
            <a:off x="260357" y="6045549"/>
            <a:ext cx="2636104" cy="507831"/>
          </a:xfrm>
          <a:prstGeom prst="rect">
            <a:avLst/>
          </a:prstGeom>
          <a:noFill/>
        </p:spPr>
        <p:txBody>
          <a:bodyPr wrap="square" rtlCol="0">
            <a:spAutoFit/>
          </a:bodyPr>
          <a:lstStyle/>
          <a:p>
            <a:r>
              <a:rPr lang="en-US" sz="900" i="1" dirty="0"/>
              <a:t> PO   – Product Owner</a:t>
            </a:r>
          </a:p>
          <a:p>
            <a:r>
              <a:rPr lang="en-US" sz="900" i="1" dirty="0"/>
              <a:t> ETL   – Extract Transform &amp; Load</a:t>
            </a:r>
          </a:p>
          <a:p>
            <a:r>
              <a:rPr lang="en-US" sz="900" i="1" dirty="0"/>
              <a:t> HLA – High Level Architecture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dirty="0">
                <a:ln>
                  <a:noFill/>
                </a:ln>
                <a:solidFill>
                  <a:schemeClr val="tx1"/>
                </a:solidFill>
                <a:effectLst/>
                <a:uLnTx/>
                <a:uFillTx/>
                <a:latin typeface="Ubuntu" panose="020B0504030602030204" pitchFamily="34" charset="0"/>
                <a:ea typeface="+mj-ea"/>
                <a:cs typeface="+mj-cs"/>
              </a:rPr>
              <a:t>Sprint – </a:t>
            </a:r>
            <a:r>
              <a:rPr kumimoji="0" lang="en-GB" sz="2800" b="1" i="0" u="none" strike="noStrike" kern="1200" cap="none" spc="0" normalizeH="0" baseline="0" noProof="0" dirty="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dirty="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dirty="0">
              <a:ln>
                <a:noFill/>
              </a:ln>
              <a:solidFill>
                <a:schemeClr val="tx1"/>
              </a:solidFill>
              <a:effectLst/>
              <a:highlight>
                <a:srgbClr val="FFFF00"/>
              </a:highlight>
              <a:uLnTx/>
              <a:uFillTx/>
              <a:latin typeface="Ubuntu" panose="020B0504030602030204" pitchFamily="34" charset="0"/>
              <a:ea typeface="+mj-ea"/>
              <a:cs typeface="+mj-cs"/>
            </a:endParaRPr>
          </a:p>
        </p:txBody>
      </p:sp>
      <p:sp>
        <p:nvSpPr>
          <p:cNvPr id="2" name="TextBox 1">
            <a:extLst>
              <a:ext uri="{FF2B5EF4-FFF2-40B4-BE49-F238E27FC236}">
                <a16:creationId xmlns:a16="http://schemas.microsoft.com/office/drawing/2014/main" id="{F797591B-6CD3-2F8D-2F8E-7C675C28469A}"/>
              </a:ext>
            </a:extLst>
          </p:cNvPr>
          <p:cNvSpPr txBox="1"/>
          <p:nvPr/>
        </p:nvSpPr>
        <p:spPr>
          <a:xfrm>
            <a:off x="6198274" y="5938498"/>
            <a:ext cx="4930929" cy="400110"/>
          </a:xfrm>
          <a:prstGeom prst="rect">
            <a:avLst/>
          </a:prstGeom>
          <a:noFill/>
        </p:spPr>
        <p:txBody>
          <a:bodyPr wrap="square" rtlCol="0">
            <a:spAutoFit/>
          </a:bodyPr>
          <a:lstStyle/>
          <a:p>
            <a:r>
              <a:rPr lang="en-US" sz="1000" b="1" i="1" dirty="0"/>
              <a:t>Please note that the Sprint DoD validation will happen in the week after the last week of the Sprint development</a:t>
            </a:r>
          </a:p>
        </p:txBody>
      </p:sp>
    </p:spTree>
    <p:extLst>
      <p:ext uri="{BB962C8B-B14F-4D97-AF65-F5344CB8AC3E}">
        <p14:creationId xmlns:p14="http://schemas.microsoft.com/office/powerpoint/2010/main" val="28155668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805d48f03e7bb9e76b8d1388c8b0147f">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9b0fc5e66fd61b7e8c1014ca482dcaef"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0A4046-31F1-45F6-A3AC-67A9BEF19EA9}">
  <ds:schemaRefs>
    <ds:schemaRef ds:uri="http://schemas.microsoft.com/sharepoint/v3/contenttype/forms"/>
  </ds:schemaRefs>
</ds:datastoreItem>
</file>

<file path=customXml/itemProps2.xml><?xml version="1.0" encoding="utf-8"?>
<ds:datastoreItem xmlns:ds="http://schemas.openxmlformats.org/officeDocument/2006/customXml" ds:itemID="{CEDDE55E-6C0B-4089-A9FB-FBD40A5D0D02}">
  <ds:schemaRefs>
    <ds:schemaRef ds:uri="http://purl.org/dc/dcmitype/"/>
    <ds:schemaRef ds:uri="http://schemas.openxmlformats.org/package/2006/metadata/core-properties"/>
    <ds:schemaRef ds:uri="http://schemas.microsoft.com/office/infopath/2007/PartnerControls"/>
    <ds:schemaRef ds:uri="http://www.w3.org/XML/1998/namespace"/>
    <ds:schemaRef ds:uri="http://schemas.microsoft.com/office/2006/documentManagement/types"/>
    <ds:schemaRef ds:uri="http://purl.org/dc/elements/1.1/"/>
    <ds:schemaRef ds:uri="886d0db5-4d18-497d-97ce-51cb0d7fa060"/>
    <ds:schemaRef ds:uri="e2f04ce6-5625-4773-b511-ff6e32fd78d6"/>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37B9408-C416-4C08-83AA-4B595DC3AE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f04ce6-5625-4773-b511-ff6e32fd78d6"/>
    <ds:schemaRef ds:uri="886d0db5-4d18-497d-97ce-51cb0d7fa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ffa499d-8334-4b45-bbba-5ec17299202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86</TotalTime>
  <Words>1925</Words>
  <Application>Microsoft Office PowerPoint</Application>
  <PresentationFormat>Widescreen</PresentationFormat>
  <Paragraphs>219</Paragraphs>
  <Slides>10</Slides>
  <Notes>7</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10</vt:i4>
      </vt:variant>
    </vt:vector>
  </HeadingPairs>
  <TitlesOfParts>
    <vt:vector size="23" baseType="lpstr">
      <vt:lpstr>Arial</vt:lpstr>
      <vt:lpstr>Calibri</vt:lpstr>
      <vt:lpstr>Calibri Light</vt:lpstr>
      <vt:lpstr>Segoe UI</vt:lpstr>
      <vt:lpstr>Symbol</vt:lpstr>
      <vt:lpstr>Ubuntu</vt:lpstr>
      <vt:lpstr>Ubuntu Light</vt:lpstr>
      <vt:lpstr>Ubuntu Medium</vt:lpstr>
      <vt:lpstr>Verdana</vt:lpstr>
      <vt:lpstr>Wingdings</vt:lpstr>
      <vt:lpstr>Office Theme</vt:lpstr>
      <vt:lpstr>Capgemini Master 2021</vt:lpstr>
      <vt:lpstr>think-cell Slide</vt:lpstr>
      <vt:lpstr>GPAS &amp; Billing Ways of working Extract for Guidewire consumption  Inception - Slide 2 to 4 agreed and approved with Beazley Build - DRAFT version from Slide 5 onwards still under internal review</vt:lpstr>
      <vt:lpstr>GPAS &amp; Billing PROGRAM Release Trains</vt:lpstr>
      <vt:lpstr>KEY AREAS – raci [1]</vt:lpstr>
      <vt:lpstr>KEY AREAS – raci [2]</vt:lpstr>
      <vt:lpstr>THE 3-way collaboration for success</vt:lpstr>
      <vt:lpstr>PowerPoint Presentation</vt:lpstr>
      <vt:lpstr>PowerPoint Presentation</vt:lpstr>
      <vt:lpstr>PowerPoint Presentation</vt:lpstr>
      <vt:lpstr>Guidewire updates Process</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GPAS &amp; Billing Ways of working Extract for Guidewire consumption</dc:title>
  <dc:creator>Gudla, Natraj</dc:creator>
  <cp:lastModifiedBy>Chennamadhavuni, Vamshi</cp:lastModifiedBy>
  <cp:revision>12</cp:revision>
  <cp:lastPrinted>2024-07-04T06:20:16Z</cp:lastPrinted>
  <dcterms:created xsi:type="dcterms:W3CDTF">2024-05-23T04:08:39Z</dcterms:created>
  <dcterms:modified xsi:type="dcterms:W3CDTF">2026-02-13T09:40:30Z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